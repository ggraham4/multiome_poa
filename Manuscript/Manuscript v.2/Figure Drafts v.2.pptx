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26"/>
  </p:notesMasterIdLst>
  <p:sldIdLst>
    <p:sldId id="257" r:id="rId5"/>
    <p:sldId id="278" r:id="rId6"/>
    <p:sldId id="258" r:id="rId7"/>
    <p:sldId id="279" r:id="rId8"/>
    <p:sldId id="272" r:id="rId9"/>
    <p:sldId id="280" r:id="rId10"/>
    <p:sldId id="259" r:id="rId11"/>
    <p:sldId id="281" r:id="rId12"/>
    <p:sldId id="260" r:id="rId13"/>
    <p:sldId id="283" r:id="rId14"/>
    <p:sldId id="261" r:id="rId15"/>
    <p:sldId id="282" r:id="rId16"/>
    <p:sldId id="262" r:id="rId17"/>
    <p:sldId id="267" r:id="rId18"/>
    <p:sldId id="284" r:id="rId19"/>
    <p:sldId id="271" r:id="rId20"/>
    <p:sldId id="265" r:id="rId21"/>
    <p:sldId id="285" r:id="rId22"/>
    <p:sldId id="277" r:id="rId23"/>
    <p:sldId id="276" r:id="rId24"/>
    <p:sldId id="286" r:id="rId25"/>
  </p:sldIdLst>
  <p:sldSz cx="6480175" cy="79200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95" userDrawn="1">
          <p15:clr>
            <a:srgbClr val="A4A3A4"/>
          </p15:clr>
        </p15:guide>
        <p15:guide id="2" pos="204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7EBBDC-18B4-F32A-DDB3-1223FA31AA26}" name="Graham, Gabriel J." initials="GGJ" userId="S::gjg2134@cumc.columbia.edu::d04249e3-dddd-46f1-a69e-ff52b653090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82D72"/>
    <a:srgbClr val="D107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01737-D5EB-4935-9842-713D785A8087}" v="174" dt="2026-07-19T21:32:0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45" autoAdjust="0"/>
    <p:restoredTop sz="95204" autoAdjust="0"/>
  </p:normalViewPr>
  <p:slideViewPr>
    <p:cSldViewPr snapToGrid="0">
      <p:cViewPr>
        <p:scale>
          <a:sx n="125" d="100"/>
          <a:sy n="125" d="100"/>
        </p:scale>
        <p:origin x="2184" y="-768"/>
      </p:cViewPr>
      <p:guideLst>
        <p:guide orient="horz" pos="2495"/>
        <p:guide pos="204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F2D50A-EDBB-6042-A5F1-B11CE8363EA7}" type="datetimeFigureOut">
              <a:rPr lang="en-US" smtClean="0"/>
              <a:t>7/11/2026</a:t>
            </a:fld>
            <a:endParaRPr lang="en-US"/>
          </a:p>
        </p:txBody>
      </p:sp>
      <p:sp>
        <p:nvSpPr>
          <p:cNvPr id="4" name="Slide Image Placeholder 3"/>
          <p:cNvSpPr>
            <a:spLocks noGrp="1" noRot="1" noChangeAspect="1"/>
          </p:cNvSpPr>
          <p:nvPr>
            <p:ph type="sldImg" idx="2"/>
          </p:nvPr>
        </p:nvSpPr>
        <p:spPr>
          <a:xfrm>
            <a:off x="2166938" y="1143000"/>
            <a:ext cx="2524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56EF0-491D-284F-AC71-E93908F2F275}" type="slidenum">
              <a:rPr lang="en-US" smtClean="0"/>
              <a:t>‹#›</a:t>
            </a:fld>
            <a:endParaRPr lang="en-US"/>
          </a:p>
        </p:txBody>
      </p:sp>
    </p:spTree>
    <p:extLst>
      <p:ext uri="{BB962C8B-B14F-4D97-AF65-F5344CB8AC3E}">
        <p14:creationId xmlns:p14="http://schemas.microsoft.com/office/powerpoint/2010/main" val="2983580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dirty="0"/>
              <a:t>No updates</a:t>
            </a:r>
          </a:p>
        </p:txBody>
      </p:sp>
      <p:sp>
        <p:nvSpPr>
          <p:cNvPr id="4" name="Slide Number Placeholder 3"/>
          <p:cNvSpPr>
            <a:spLocks noGrp="1"/>
          </p:cNvSpPr>
          <p:nvPr>
            <p:ph type="sldNum" sz="quarter" idx="5"/>
          </p:nvPr>
        </p:nvSpPr>
        <p:spPr/>
        <p:txBody>
          <a:bodyPr/>
          <a:lstStyle/>
          <a:p>
            <a:fld id="{0BE56EF0-491D-284F-AC71-E93908F2F275}" type="slidenum">
              <a:rPr lang="en-US" smtClean="0"/>
              <a:t>1</a:t>
            </a:fld>
            <a:endParaRPr lang="en-US"/>
          </a:p>
        </p:txBody>
      </p:sp>
    </p:spTree>
    <p:extLst>
      <p:ext uri="{BB962C8B-B14F-4D97-AF65-F5344CB8AC3E}">
        <p14:creationId xmlns:p14="http://schemas.microsoft.com/office/powerpoint/2010/main" val="1130098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dirty="0"/>
              <a:t>No Updates</a:t>
            </a:r>
          </a:p>
        </p:txBody>
      </p:sp>
      <p:sp>
        <p:nvSpPr>
          <p:cNvPr id="4" name="Slide Number Placeholder 3"/>
          <p:cNvSpPr>
            <a:spLocks noGrp="1"/>
          </p:cNvSpPr>
          <p:nvPr>
            <p:ph type="sldNum" sz="quarter" idx="5"/>
          </p:nvPr>
        </p:nvSpPr>
        <p:spPr/>
        <p:txBody>
          <a:bodyPr/>
          <a:lstStyle/>
          <a:p>
            <a:fld id="{0BE56EF0-491D-284F-AC71-E93908F2F275}" type="slidenum">
              <a:rPr lang="en-US" smtClean="0"/>
              <a:t>3</a:t>
            </a:fld>
            <a:endParaRPr lang="en-US"/>
          </a:p>
        </p:txBody>
      </p:sp>
    </p:spTree>
    <p:extLst>
      <p:ext uri="{BB962C8B-B14F-4D97-AF65-F5344CB8AC3E}">
        <p14:creationId xmlns:p14="http://schemas.microsoft.com/office/powerpoint/2010/main" val="3562574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19E83-B91A-EA75-E7B9-37E712B90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745BE-2662-FE1C-37E9-C1A7BA9246C8}"/>
              </a:ext>
            </a:extLst>
          </p:cNvPr>
          <p:cNvSpPr>
            <a:spLocks noGrp="1" noRot="1" noChangeAspect="1"/>
          </p:cNvSpPr>
          <p:nvPr>
            <p:ph type="sldImg"/>
          </p:nvPr>
        </p:nvSpPr>
        <p:spPr>
          <a:xfrm>
            <a:off x="2166938" y="1143000"/>
            <a:ext cx="2524125" cy="3086100"/>
          </a:xfrm>
        </p:spPr>
      </p:sp>
      <p:sp>
        <p:nvSpPr>
          <p:cNvPr id="3" name="Notes Placeholder 2">
            <a:extLst>
              <a:ext uri="{FF2B5EF4-FFF2-40B4-BE49-F238E27FC236}">
                <a16:creationId xmlns:a16="http://schemas.microsoft.com/office/drawing/2014/main" id="{8CABFF7A-F896-6F87-1991-7902B588AD8B}"/>
              </a:ext>
            </a:extLst>
          </p:cNvPr>
          <p:cNvSpPr>
            <a:spLocks noGrp="1"/>
          </p:cNvSpPr>
          <p:nvPr>
            <p:ph type="body" idx="1"/>
          </p:nvPr>
        </p:nvSpPr>
        <p:spPr/>
        <p:txBody>
          <a:bodyPr/>
          <a:lstStyle/>
          <a:p>
            <a:r>
              <a:rPr lang="en-US" dirty="0"/>
              <a:t>Updates: </a:t>
            </a:r>
          </a:p>
          <a:p>
            <a:r>
              <a:rPr lang="en-US" dirty="0"/>
              <a:t>b: fixed cluster 6 label</a:t>
            </a:r>
          </a:p>
          <a:p>
            <a:r>
              <a:rPr lang="en-US" dirty="0"/>
              <a:t>D: added DARs with same color scheme as DEGs, also edited classification to just be “Up” vs “down” cause it doesn’t make sense for chromatin to be up or down regulated</a:t>
            </a:r>
          </a:p>
          <a:p>
            <a:r>
              <a:rPr lang="en-US" dirty="0"/>
              <a:t>E: added </a:t>
            </a:r>
            <a:r>
              <a:rPr lang="en-US" dirty="0" err="1"/>
              <a:t>dars</a:t>
            </a:r>
            <a:r>
              <a:rPr lang="en-US" dirty="0"/>
              <a:t> into analysis, nothing really changed drastically</a:t>
            </a:r>
          </a:p>
        </p:txBody>
      </p:sp>
      <p:sp>
        <p:nvSpPr>
          <p:cNvPr id="4" name="Slide Number Placeholder 3">
            <a:extLst>
              <a:ext uri="{FF2B5EF4-FFF2-40B4-BE49-F238E27FC236}">
                <a16:creationId xmlns:a16="http://schemas.microsoft.com/office/drawing/2014/main" id="{2A932B0D-FEF7-C49E-A97B-295345F19C47}"/>
              </a:ext>
            </a:extLst>
          </p:cNvPr>
          <p:cNvSpPr>
            <a:spLocks noGrp="1"/>
          </p:cNvSpPr>
          <p:nvPr>
            <p:ph type="sldNum" sz="quarter" idx="5"/>
          </p:nvPr>
        </p:nvSpPr>
        <p:spPr/>
        <p:txBody>
          <a:bodyPr/>
          <a:lstStyle/>
          <a:p>
            <a:fld id="{0BE56EF0-491D-284F-AC71-E93908F2F275}" type="slidenum">
              <a:rPr lang="en-US" smtClean="0"/>
              <a:t>5</a:t>
            </a:fld>
            <a:endParaRPr lang="en-US"/>
          </a:p>
        </p:txBody>
      </p:sp>
    </p:spTree>
    <p:extLst>
      <p:ext uri="{BB962C8B-B14F-4D97-AF65-F5344CB8AC3E}">
        <p14:creationId xmlns:p14="http://schemas.microsoft.com/office/powerpoint/2010/main" val="763178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dirty="0"/>
              <a:t>Updates: Removed spatial.</a:t>
            </a:r>
          </a:p>
          <a:p>
            <a:r>
              <a:rPr lang="en-US" dirty="0"/>
              <a:t>NOTE: it might make more sense for the paper to have the DEG matrix like I have in the next figure instead of the </a:t>
            </a:r>
            <a:r>
              <a:rPr lang="en-US" dirty="0" err="1"/>
              <a:t>CytoTRACE</a:t>
            </a:r>
            <a:r>
              <a:rPr lang="en-US" dirty="0"/>
              <a:t> and GO plot , it depends really how we want the paper to look though that might be better</a:t>
            </a:r>
          </a:p>
        </p:txBody>
      </p:sp>
      <p:sp>
        <p:nvSpPr>
          <p:cNvPr id="4" name="Slide Number Placeholder 3"/>
          <p:cNvSpPr>
            <a:spLocks noGrp="1"/>
          </p:cNvSpPr>
          <p:nvPr>
            <p:ph type="sldNum" sz="quarter" idx="5"/>
          </p:nvPr>
        </p:nvSpPr>
        <p:spPr/>
        <p:txBody>
          <a:bodyPr/>
          <a:lstStyle/>
          <a:p>
            <a:fld id="{0BE56EF0-491D-284F-AC71-E93908F2F275}" type="slidenum">
              <a:rPr lang="en-US" smtClean="0"/>
              <a:t>7</a:t>
            </a:fld>
            <a:endParaRPr lang="en-US"/>
          </a:p>
        </p:txBody>
      </p:sp>
    </p:spTree>
    <p:extLst>
      <p:ext uri="{BB962C8B-B14F-4D97-AF65-F5344CB8AC3E}">
        <p14:creationId xmlns:p14="http://schemas.microsoft.com/office/powerpoint/2010/main" val="2918766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dirty="0"/>
              <a:t>Updates:</a:t>
            </a:r>
          </a:p>
          <a:p>
            <a:r>
              <a:rPr lang="en-US" dirty="0"/>
              <a:t>Removed spatial and </a:t>
            </a:r>
            <a:r>
              <a:rPr lang="en-US" dirty="0" err="1"/>
              <a:t>subclustering</a:t>
            </a:r>
            <a:endParaRPr lang="en-US" dirty="0"/>
          </a:p>
          <a:p>
            <a:r>
              <a:rPr lang="en-US" dirty="0"/>
              <a:t>b. Added DAR matrix</a:t>
            </a:r>
          </a:p>
          <a:p>
            <a:r>
              <a:rPr lang="en-US" dirty="0"/>
              <a:t>C &amp; d: updated to include capn1-like as a ECM gene because it should be, p-values changed slightly. </a:t>
            </a:r>
          </a:p>
        </p:txBody>
      </p:sp>
      <p:sp>
        <p:nvSpPr>
          <p:cNvPr id="4" name="Slide Number Placeholder 3"/>
          <p:cNvSpPr>
            <a:spLocks noGrp="1"/>
          </p:cNvSpPr>
          <p:nvPr>
            <p:ph type="sldNum" sz="quarter" idx="5"/>
          </p:nvPr>
        </p:nvSpPr>
        <p:spPr/>
        <p:txBody>
          <a:bodyPr/>
          <a:lstStyle/>
          <a:p>
            <a:fld id="{0BE56EF0-491D-284F-AC71-E93908F2F275}" type="slidenum">
              <a:rPr lang="en-US" smtClean="0"/>
              <a:t>9</a:t>
            </a:fld>
            <a:endParaRPr lang="en-US"/>
          </a:p>
        </p:txBody>
      </p:sp>
    </p:spTree>
    <p:extLst>
      <p:ext uri="{BB962C8B-B14F-4D97-AF65-F5344CB8AC3E}">
        <p14:creationId xmlns:p14="http://schemas.microsoft.com/office/powerpoint/2010/main" val="3202631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dirty="0"/>
              <a:t>Updates: </a:t>
            </a:r>
          </a:p>
          <a:p>
            <a:r>
              <a:rPr lang="en-US" dirty="0"/>
              <a:t>Removed genes that decrease, focus is now on genes that increase. Left column is expression for that gene, middle is domain of that gene, and right is the </a:t>
            </a:r>
            <a:r>
              <a:rPr lang="en-US" dirty="0" err="1"/>
              <a:t>cytotrace</a:t>
            </a:r>
            <a:r>
              <a:rPr lang="en-US" dirty="0"/>
              <a:t> pattern of cells expressing that gene by phase</a:t>
            </a:r>
          </a:p>
        </p:txBody>
      </p:sp>
      <p:sp>
        <p:nvSpPr>
          <p:cNvPr id="4" name="Slide Number Placeholder 3"/>
          <p:cNvSpPr>
            <a:spLocks noGrp="1"/>
          </p:cNvSpPr>
          <p:nvPr>
            <p:ph type="sldNum" sz="quarter" idx="5"/>
          </p:nvPr>
        </p:nvSpPr>
        <p:spPr/>
        <p:txBody>
          <a:bodyPr/>
          <a:lstStyle/>
          <a:p>
            <a:fld id="{0BE56EF0-491D-284F-AC71-E93908F2F275}" type="slidenum">
              <a:rPr lang="en-US" smtClean="0"/>
              <a:t>11</a:t>
            </a:fld>
            <a:endParaRPr lang="en-US"/>
          </a:p>
        </p:txBody>
      </p:sp>
    </p:spTree>
    <p:extLst>
      <p:ext uri="{BB962C8B-B14F-4D97-AF65-F5344CB8AC3E}">
        <p14:creationId xmlns:p14="http://schemas.microsoft.com/office/powerpoint/2010/main" val="599773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dirty="0"/>
              <a:t>Supplementary physiology </a:t>
            </a:r>
          </a:p>
        </p:txBody>
      </p:sp>
      <p:sp>
        <p:nvSpPr>
          <p:cNvPr id="4" name="Slide Number Placeholder 3"/>
          <p:cNvSpPr>
            <a:spLocks noGrp="1"/>
          </p:cNvSpPr>
          <p:nvPr>
            <p:ph type="sldNum" sz="quarter" idx="5"/>
          </p:nvPr>
        </p:nvSpPr>
        <p:spPr/>
        <p:txBody>
          <a:bodyPr/>
          <a:lstStyle/>
          <a:p>
            <a:fld id="{0BE56EF0-491D-284F-AC71-E93908F2F275}" type="slidenum">
              <a:rPr lang="en-US" smtClean="0"/>
              <a:t>13</a:t>
            </a:fld>
            <a:endParaRPr lang="en-US"/>
          </a:p>
        </p:txBody>
      </p:sp>
    </p:spTree>
    <p:extLst>
      <p:ext uri="{BB962C8B-B14F-4D97-AF65-F5344CB8AC3E}">
        <p14:creationId xmlns:p14="http://schemas.microsoft.com/office/powerpoint/2010/main" val="3710533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a:t>Supplemental drawings I will make better and then add H&amp;E and cell projections at some point</a:t>
            </a:r>
          </a:p>
        </p:txBody>
      </p:sp>
      <p:sp>
        <p:nvSpPr>
          <p:cNvPr id="4" name="Slide Number Placeholder 3"/>
          <p:cNvSpPr>
            <a:spLocks noGrp="1"/>
          </p:cNvSpPr>
          <p:nvPr>
            <p:ph type="sldNum" sz="quarter" idx="5"/>
          </p:nvPr>
        </p:nvSpPr>
        <p:spPr/>
        <p:txBody>
          <a:bodyPr/>
          <a:lstStyle/>
          <a:p>
            <a:fld id="{0BE56EF0-491D-284F-AC71-E93908F2F275}" type="slidenum">
              <a:rPr lang="en-US" smtClean="0"/>
              <a:t>14</a:t>
            </a:fld>
            <a:endParaRPr lang="en-US"/>
          </a:p>
        </p:txBody>
      </p:sp>
    </p:spTree>
    <p:extLst>
      <p:ext uri="{BB962C8B-B14F-4D97-AF65-F5344CB8AC3E}">
        <p14:creationId xmlns:p14="http://schemas.microsoft.com/office/powerpoint/2010/main" val="1464100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a:t>Supplemental cell populations</a:t>
            </a:r>
          </a:p>
        </p:txBody>
      </p:sp>
      <p:sp>
        <p:nvSpPr>
          <p:cNvPr id="4" name="Slide Number Placeholder 3"/>
          <p:cNvSpPr>
            <a:spLocks noGrp="1"/>
          </p:cNvSpPr>
          <p:nvPr>
            <p:ph type="sldNum" sz="quarter" idx="5"/>
          </p:nvPr>
        </p:nvSpPr>
        <p:spPr/>
        <p:txBody>
          <a:bodyPr/>
          <a:lstStyle/>
          <a:p>
            <a:fld id="{0BE56EF0-491D-284F-AC71-E93908F2F275}" type="slidenum">
              <a:rPr lang="en-US" smtClean="0"/>
              <a:t>16</a:t>
            </a:fld>
            <a:endParaRPr lang="en-US"/>
          </a:p>
        </p:txBody>
      </p:sp>
    </p:spTree>
    <p:extLst>
      <p:ext uri="{BB962C8B-B14F-4D97-AF65-F5344CB8AC3E}">
        <p14:creationId xmlns:p14="http://schemas.microsoft.com/office/powerpoint/2010/main" val="4267526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6938" y="1143000"/>
            <a:ext cx="2524125" cy="3086100"/>
          </a:xfrm>
        </p:spPr>
      </p:sp>
      <p:sp>
        <p:nvSpPr>
          <p:cNvPr id="3" name="Notes Placeholder 2"/>
          <p:cNvSpPr>
            <a:spLocks noGrp="1"/>
          </p:cNvSpPr>
          <p:nvPr>
            <p:ph type="body" idx="1"/>
          </p:nvPr>
        </p:nvSpPr>
        <p:spPr/>
        <p:txBody>
          <a:bodyPr/>
          <a:lstStyle/>
          <a:p>
            <a:r>
              <a:rPr lang="en-US"/>
              <a:t>Supp RGC GO of marker genes</a:t>
            </a:r>
          </a:p>
        </p:txBody>
      </p:sp>
      <p:sp>
        <p:nvSpPr>
          <p:cNvPr id="4" name="Slide Number Placeholder 3"/>
          <p:cNvSpPr>
            <a:spLocks noGrp="1"/>
          </p:cNvSpPr>
          <p:nvPr>
            <p:ph type="sldNum" sz="quarter" idx="5"/>
          </p:nvPr>
        </p:nvSpPr>
        <p:spPr/>
        <p:txBody>
          <a:bodyPr/>
          <a:lstStyle/>
          <a:p>
            <a:fld id="{0BE56EF0-491D-284F-AC71-E93908F2F275}" type="slidenum">
              <a:rPr lang="en-US" smtClean="0"/>
              <a:t>17</a:t>
            </a:fld>
            <a:endParaRPr lang="en-US"/>
          </a:p>
        </p:txBody>
      </p:sp>
    </p:spTree>
    <p:extLst>
      <p:ext uri="{BB962C8B-B14F-4D97-AF65-F5344CB8AC3E}">
        <p14:creationId xmlns:p14="http://schemas.microsoft.com/office/powerpoint/2010/main" val="2118064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E56EF0-491D-284F-AC71-E93908F2F275}" type="slidenum">
              <a:rPr lang="en-US" smtClean="0"/>
              <a:t>19</a:t>
            </a:fld>
            <a:endParaRPr lang="en-US"/>
          </a:p>
        </p:txBody>
      </p:sp>
    </p:spTree>
    <p:extLst>
      <p:ext uri="{BB962C8B-B14F-4D97-AF65-F5344CB8AC3E}">
        <p14:creationId xmlns:p14="http://schemas.microsoft.com/office/powerpoint/2010/main" val="1631026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6013" y="1296173"/>
            <a:ext cx="5508149" cy="2757347"/>
          </a:xfrm>
        </p:spPr>
        <p:txBody>
          <a:bodyPr anchor="b"/>
          <a:lstStyle>
            <a:lvl1pPr algn="ctr">
              <a:defRPr sz="4252"/>
            </a:lvl1pPr>
          </a:lstStyle>
          <a:p>
            <a:r>
              <a:rPr lang="en-US"/>
              <a:t>Click to edit Master title style</a:t>
            </a:r>
            <a:endParaRPr lang="en-US" dirty="0"/>
          </a:p>
        </p:txBody>
      </p:sp>
      <p:sp>
        <p:nvSpPr>
          <p:cNvPr id="3" name="Subtitle 2"/>
          <p:cNvSpPr>
            <a:spLocks noGrp="1"/>
          </p:cNvSpPr>
          <p:nvPr>
            <p:ph type="subTitle" idx="1"/>
          </p:nvPr>
        </p:nvSpPr>
        <p:spPr>
          <a:xfrm>
            <a:off x="810022" y="4159854"/>
            <a:ext cx="4860131" cy="1912175"/>
          </a:xfrm>
        </p:spPr>
        <p:txBody>
          <a:bodyPr/>
          <a:lstStyle>
            <a:lvl1pPr marL="0" indent="0" algn="ctr">
              <a:buNone/>
              <a:defRPr sz="1701"/>
            </a:lvl1pPr>
            <a:lvl2pPr marL="324018" indent="0" algn="ctr">
              <a:buNone/>
              <a:defRPr sz="1417"/>
            </a:lvl2pPr>
            <a:lvl3pPr marL="648035" indent="0" algn="ctr">
              <a:buNone/>
              <a:defRPr sz="1276"/>
            </a:lvl3pPr>
            <a:lvl4pPr marL="972053" indent="0" algn="ctr">
              <a:buNone/>
              <a:defRPr sz="1134"/>
            </a:lvl4pPr>
            <a:lvl5pPr marL="1296071" indent="0" algn="ctr">
              <a:buNone/>
              <a:defRPr sz="1134"/>
            </a:lvl5pPr>
            <a:lvl6pPr marL="1620088" indent="0" algn="ctr">
              <a:buNone/>
              <a:defRPr sz="1134"/>
            </a:lvl6pPr>
            <a:lvl7pPr marL="1944106" indent="0" algn="ctr">
              <a:buNone/>
              <a:defRPr sz="1134"/>
            </a:lvl7pPr>
            <a:lvl8pPr marL="2268123" indent="0" algn="ctr">
              <a:buNone/>
              <a:defRPr sz="1134"/>
            </a:lvl8pPr>
            <a:lvl9pPr marL="2592141" indent="0" algn="ctr">
              <a:buNone/>
              <a:defRPr sz="113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D9DD4B-6F0E-E948-B39C-00D8A06B8991}"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2825827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D9DD4B-6F0E-E948-B39C-00D8A06B8991}"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1083951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42137" y="1974512"/>
            <a:ext cx="5589151" cy="3294515"/>
          </a:xfrm>
        </p:spPr>
        <p:txBody>
          <a:bodyPr anchor="b"/>
          <a:lstStyle>
            <a:lvl1pPr>
              <a:defRPr sz="4252"/>
            </a:lvl1pPr>
          </a:lstStyle>
          <a:p>
            <a:r>
              <a:rPr lang="en-US"/>
              <a:t>Click to edit Master title style</a:t>
            </a:r>
            <a:endParaRPr lang="en-US" dirty="0"/>
          </a:p>
        </p:txBody>
      </p:sp>
      <p:sp>
        <p:nvSpPr>
          <p:cNvPr id="3" name="Text Placeholder 2"/>
          <p:cNvSpPr>
            <a:spLocks noGrp="1"/>
          </p:cNvSpPr>
          <p:nvPr>
            <p:ph type="body" idx="1"/>
          </p:nvPr>
        </p:nvSpPr>
        <p:spPr>
          <a:xfrm>
            <a:off x="442137" y="5300194"/>
            <a:ext cx="5589151" cy="1732508"/>
          </a:xfrm>
        </p:spPr>
        <p:txBody>
          <a:bodyPr/>
          <a:lstStyle>
            <a:lvl1pPr marL="0" indent="0">
              <a:buNone/>
              <a:defRPr sz="1701">
                <a:solidFill>
                  <a:schemeClr val="tx1">
                    <a:tint val="82000"/>
                  </a:schemeClr>
                </a:solidFill>
              </a:defRPr>
            </a:lvl1pPr>
            <a:lvl2pPr marL="324018" indent="0">
              <a:buNone/>
              <a:defRPr sz="1417">
                <a:solidFill>
                  <a:schemeClr val="tx1">
                    <a:tint val="82000"/>
                  </a:schemeClr>
                </a:solidFill>
              </a:defRPr>
            </a:lvl2pPr>
            <a:lvl3pPr marL="648035" indent="0">
              <a:buNone/>
              <a:defRPr sz="1276">
                <a:solidFill>
                  <a:schemeClr val="tx1">
                    <a:tint val="82000"/>
                  </a:schemeClr>
                </a:solidFill>
              </a:defRPr>
            </a:lvl3pPr>
            <a:lvl4pPr marL="972053" indent="0">
              <a:buNone/>
              <a:defRPr sz="1134">
                <a:solidFill>
                  <a:schemeClr val="tx1">
                    <a:tint val="82000"/>
                  </a:schemeClr>
                </a:solidFill>
              </a:defRPr>
            </a:lvl4pPr>
            <a:lvl5pPr marL="1296071" indent="0">
              <a:buNone/>
              <a:defRPr sz="1134">
                <a:solidFill>
                  <a:schemeClr val="tx1">
                    <a:tint val="82000"/>
                  </a:schemeClr>
                </a:solidFill>
              </a:defRPr>
            </a:lvl5pPr>
            <a:lvl6pPr marL="1620088" indent="0">
              <a:buNone/>
              <a:defRPr sz="1134">
                <a:solidFill>
                  <a:schemeClr val="tx1">
                    <a:tint val="82000"/>
                  </a:schemeClr>
                </a:solidFill>
              </a:defRPr>
            </a:lvl6pPr>
            <a:lvl7pPr marL="1944106" indent="0">
              <a:buNone/>
              <a:defRPr sz="1134">
                <a:solidFill>
                  <a:schemeClr val="tx1">
                    <a:tint val="82000"/>
                  </a:schemeClr>
                </a:solidFill>
              </a:defRPr>
            </a:lvl7pPr>
            <a:lvl8pPr marL="2268123" indent="0">
              <a:buNone/>
              <a:defRPr sz="1134">
                <a:solidFill>
                  <a:schemeClr val="tx1">
                    <a:tint val="82000"/>
                  </a:schemeClr>
                </a:solidFill>
              </a:defRPr>
            </a:lvl8pPr>
            <a:lvl9pPr marL="2592141" indent="0">
              <a:buNone/>
              <a:defRPr sz="113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D9DD4B-6F0E-E948-B39C-00D8A06B8991}"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693430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45512" y="2108344"/>
            <a:ext cx="2754074"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80589" y="2108344"/>
            <a:ext cx="2754074"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D9DD4B-6F0E-E948-B39C-00D8A06B8991}"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2987255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6356" y="421671"/>
            <a:ext cx="5589151" cy="1530841"/>
          </a:xfrm>
        </p:spPr>
        <p:txBody>
          <a:bodyPr/>
          <a:lstStyle/>
          <a:p>
            <a:r>
              <a:rPr lang="en-US"/>
              <a:t>Click to edit Master title style</a:t>
            </a:r>
            <a:endParaRPr lang="en-US" dirty="0"/>
          </a:p>
        </p:txBody>
      </p:sp>
      <p:sp>
        <p:nvSpPr>
          <p:cNvPr id="3" name="Text Placeholder 2"/>
          <p:cNvSpPr>
            <a:spLocks noGrp="1"/>
          </p:cNvSpPr>
          <p:nvPr>
            <p:ph type="body" idx="1"/>
          </p:nvPr>
        </p:nvSpPr>
        <p:spPr>
          <a:xfrm>
            <a:off x="446357" y="1941510"/>
            <a:ext cx="2741417" cy="951504"/>
          </a:xfrm>
        </p:spPr>
        <p:txBody>
          <a:bodyPr anchor="b"/>
          <a:lstStyle>
            <a:lvl1pPr marL="0" indent="0">
              <a:buNone/>
              <a:defRPr sz="1701" b="1"/>
            </a:lvl1pPr>
            <a:lvl2pPr marL="324018" indent="0">
              <a:buNone/>
              <a:defRPr sz="1417" b="1"/>
            </a:lvl2pPr>
            <a:lvl3pPr marL="648035" indent="0">
              <a:buNone/>
              <a:defRPr sz="1276" b="1"/>
            </a:lvl3pPr>
            <a:lvl4pPr marL="972053" indent="0">
              <a:buNone/>
              <a:defRPr sz="1134" b="1"/>
            </a:lvl4pPr>
            <a:lvl5pPr marL="1296071" indent="0">
              <a:buNone/>
              <a:defRPr sz="1134" b="1"/>
            </a:lvl5pPr>
            <a:lvl6pPr marL="1620088" indent="0">
              <a:buNone/>
              <a:defRPr sz="1134" b="1"/>
            </a:lvl6pPr>
            <a:lvl7pPr marL="1944106" indent="0">
              <a:buNone/>
              <a:defRPr sz="1134" b="1"/>
            </a:lvl7pPr>
            <a:lvl8pPr marL="2268123" indent="0">
              <a:buNone/>
              <a:defRPr sz="1134" b="1"/>
            </a:lvl8pPr>
            <a:lvl9pPr marL="2592141" indent="0">
              <a:buNone/>
              <a:defRPr sz="1134" b="1"/>
            </a:lvl9pPr>
          </a:lstStyle>
          <a:p>
            <a:pPr lvl="0"/>
            <a:r>
              <a:rPr lang="en-US"/>
              <a:t>Click to edit Master text styles</a:t>
            </a:r>
          </a:p>
        </p:txBody>
      </p:sp>
      <p:sp>
        <p:nvSpPr>
          <p:cNvPr id="4" name="Content Placeholder 3"/>
          <p:cNvSpPr>
            <a:spLocks noGrp="1"/>
          </p:cNvSpPr>
          <p:nvPr>
            <p:ph sz="half" idx="2"/>
          </p:nvPr>
        </p:nvSpPr>
        <p:spPr>
          <a:xfrm>
            <a:off x="446357" y="2893014"/>
            <a:ext cx="274141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280589" y="1941510"/>
            <a:ext cx="2754918" cy="951504"/>
          </a:xfrm>
        </p:spPr>
        <p:txBody>
          <a:bodyPr anchor="b"/>
          <a:lstStyle>
            <a:lvl1pPr marL="0" indent="0">
              <a:buNone/>
              <a:defRPr sz="1701" b="1"/>
            </a:lvl1pPr>
            <a:lvl2pPr marL="324018" indent="0">
              <a:buNone/>
              <a:defRPr sz="1417" b="1"/>
            </a:lvl2pPr>
            <a:lvl3pPr marL="648035" indent="0">
              <a:buNone/>
              <a:defRPr sz="1276" b="1"/>
            </a:lvl3pPr>
            <a:lvl4pPr marL="972053" indent="0">
              <a:buNone/>
              <a:defRPr sz="1134" b="1"/>
            </a:lvl4pPr>
            <a:lvl5pPr marL="1296071" indent="0">
              <a:buNone/>
              <a:defRPr sz="1134" b="1"/>
            </a:lvl5pPr>
            <a:lvl6pPr marL="1620088" indent="0">
              <a:buNone/>
              <a:defRPr sz="1134" b="1"/>
            </a:lvl6pPr>
            <a:lvl7pPr marL="1944106" indent="0">
              <a:buNone/>
              <a:defRPr sz="1134" b="1"/>
            </a:lvl7pPr>
            <a:lvl8pPr marL="2268123" indent="0">
              <a:buNone/>
              <a:defRPr sz="1134" b="1"/>
            </a:lvl8pPr>
            <a:lvl9pPr marL="2592141" indent="0">
              <a:buNone/>
              <a:defRPr sz="1134" b="1"/>
            </a:lvl9pPr>
          </a:lstStyle>
          <a:p>
            <a:pPr lvl="0"/>
            <a:r>
              <a:rPr lang="en-US"/>
              <a:t>Click to edit Master text styles</a:t>
            </a:r>
          </a:p>
        </p:txBody>
      </p:sp>
      <p:sp>
        <p:nvSpPr>
          <p:cNvPr id="6" name="Content Placeholder 5"/>
          <p:cNvSpPr>
            <a:spLocks noGrp="1"/>
          </p:cNvSpPr>
          <p:nvPr>
            <p:ph sz="quarter" idx="4"/>
          </p:nvPr>
        </p:nvSpPr>
        <p:spPr>
          <a:xfrm>
            <a:off x="3280589" y="2893014"/>
            <a:ext cx="2754918"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D9DD4B-6F0E-E948-B39C-00D8A06B8991}" type="datetimeFigureOut">
              <a:rPr lang="en-US" smtClean="0"/>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3568937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D9DD4B-6F0E-E948-B39C-00D8A06B8991}" type="datetimeFigureOut">
              <a:rPr lang="en-US" smtClean="0"/>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2336431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D9DD4B-6F0E-E948-B39C-00D8A06B8991}" type="datetimeFigureOut">
              <a:rPr lang="en-US" smtClean="0"/>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72568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6356" y="528002"/>
            <a:ext cx="2090025" cy="1848009"/>
          </a:xfrm>
        </p:spPr>
        <p:txBody>
          <a:bodyPr anchor="b"/>
          <a:lstStyle>
            <a:lvl1pPr>
              <a:defRPr sz="2268"/>
            </a:lvl1pPr>
          </a:lstStyle>
          <a:p>
            <a:r>
              <a:rPr lang="en-US"/>
              <a:t>Click to edit Master title style</a:t>
            </a:r>
            <a:endParaRPr lang="en-US" dirty="0"/>
          </a:p>
        </p:txBody>
      </p:sp>
      <p:sp>
        <p:nvSpPr>
          <p:cNvPr id="3" name="Content Placeholder 2"/>
          <p:cNvSpPr>
            <a:spLocks noGrp="1"/>
          </p:cNvSpPr>
          <p:nvPr>
            <p:ph idx="1"/>
          </p:nvPr>
        </p:nvSpPr>
        <p:spPr>
          <a:xfrm>
            <a:off x="2754918" y="1140341"/>
            <a:ext cx="3280589" cy="5628360"/>
          </a:xfrm>
        </p:spPr>
        <p:txBody>
          <a:bodyPr/>
          <a:lstStyle>
            <a:lvl1pPr>
              <a:defRPr sz="2268"/>
            </a:lvl1pPr>
            <a:lvl2pPr>
              <a:defRPr sz="1984"/>
            </a:lvl2pPr>
            <a:lvl3pPr>
              <a:defRPr sz="1701"/>
            </a:lvl3pPr>
            <a:lvl4pPr>
              <a:defRPr sz="1417"/>
            </a:lvl4pPr>
            <a:lvl5pPr>
              <a:defRPr sz="1417"/>
            </a:lvl5pPr>
            <a:lvl6pPr>
              <a:defRPr sz="1417"/>
            </a:lvl6pPr>
            <a:lvl7pPr>
              <a:defRPr sz="1417"/>
            </a:lvl7pPr>
            <a:lvl8pPr>
              <a:defRPr sz="1417"/>
            </a:lvl8pPr>
            <a:lvl9pPr>
              <a:defRPr sz="141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46356" y="2376011"/>
            <a:ext cx="2090025" cy="4401855"/>
          </a:xfrm>
        </p:spPr>
        <p:txBody>
          <a:bodyPr/>
          <a:lstStyle>
            <a:lvl1pPr marL="0" indent="0">
              <a:buNone/>
              <a:defRPr sz="1134"/>
            </a:lvl1pPr>
            <a:lvl2pPr marL="324018" indent="0">
              <a:buNone/>
              <a:defRPr sz="992"/>
            </a:lvl2pPr>
            <a:lvl3pPr marL="648035" indent="0">
              <a:buNone/>
              <a:defRPr sz="850"/>
            </a:lvl3pPr>
            <a:lvl4pPr marL="972053" indent="0">
              <a:buNone/>
              <a:defRPr sz="709"/>
            </a:lvl4pPr>
            <a:lvl5pPr marL="1296071" indent="0">
              <a:buNone/>
              <a:defRPr sz="709"/>
            </a:lvl5pPr>
            <a:lvl6pPr marL="1620088" indent="0">
              <a:buNone/>
              <a:defRPr sz="709"/>
            </a:lvl6pPr>
            <a:lvl7pPr marL="1944106" indent="0">
              <a:buNone/>
              <a:defRPr sz="709"/>
            </a:lvl7pPr>
            <a:lvl8pPr marL="2268123" indent="0">
              <a:buNone/>
              <a:defRPr sz="709"/>
            </a:lvl8pPr>
            <a:lvl9pPr marL="2592141" indent="0">
              <a:buNone/>
              <a:defRPr sz="709"/>
            </a:lvl9pPr>
          </a:lstStyle>
          <a:p>
            <a:pPr lvl="0"/>
            <a:r>
              <a:rPr lang="en-US"/>
              <a:t>Click to edit Master text styles</a:t>
            </a:r>
          </a:p>
        </p:txBody>
      </p:sp>
      <p:sp>
        <p:nvSpPr>
          <p:cNvPr id="5" name="Date Placeholder 4"/>
          <p:cNvSpPr>
            <a:spLocks noGrp="1"/>
          </p:cNvSpPr>
          <p:nvPr>
            <p:ph type="dt" sz="half" idx="10"/>
          </p:nvPr>
        </p:nvSpPr>
        <p:spPr/>
        <p:txBody>
          <a:bodyPr/>
          <a:lstStyle/>
          <a:p>
            <a:fld id="{9DD9DD4B-6F0E-E948-B39C-00D8A06B8991}"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1107379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6356" y="528002"/>
            <a:ext cx="2090025" cy="1848009"/>
          </a:xfrm>
        </p:spPr>
        <p:txBody>
          <a:bodyPr anchor="b"/>
          <a:lstStyle>
            <a:lvl1pPr>
              <a:defRPr sz="2268"/>
            </a:lvl1pPr>
          </a:lstStyle>
          <a:p>
            <a:r>
              <a:rPr lang="en-US"/>
              <a:t>Click to edit Master title style</a:t>
            </a:r>
            <a:endParaRPr lang="en-US" dirty="0"/>
          </a:p>
        </p:txBody>
      </p:sp>
      <p:sp>
        <p:nvSpPr>
          <p:cNvPr id="3" name="Picture Placeholder 2"/>
          <p:cNvSpPr>
            <a:spLocks noGrp="1" noChangeAspect="1"/>
          </p:cNvSpPr>
          <p:nvPr>
            <p:ph type="pic" idx="1"/>
          </p:nvPr>
        </p:nvSpPr>
        <p:spPr>
          <a:xfrm>
            <a:off x="2754918" y="1140341"/>
            <a:ext cx="3280589" cy="5628360"/>
          </a:xfrm>
        </p:spPr>
        <p:txBody>
          <a:bodyPr anchor="t"/>
          <a:lstStyle>
            <a:lvl1pPr marL="0" indent="0">
              <a:buNone/>
              <a:defRPr sz="2268"/>
            </a:lvl1pPr>
            <a:lvl2pPr marL="324018" indent="0">
              <a:buNone/>
              <a:defRPr sz="1984"/>
            </a:lvl2pPr>
            <a:lvl3pPr marL="648035" indent="0">
              <a:buNone/>
              <a:defRPr sz="1701"/>
            </a:lvl3pPr>
            <a:lvl4pPr marL="972053" indent="0">
              <a:buNone/>
              <a:defRPr sz="1417"/>
            </a:lvl4pPr>
            <a:lvl5pPr marL="1296071" indent="0">
              <a:buNone/>
              <a:defRPr sz="1417"/>
            </a:lvl5pPr>
            <a:lvl6pPr marL="1620088" indent="0">
              <a:buNone/>
              <a:defRPr sz="1417"/>
            </a:lvl6pPr>
            <a:lvl7pPr marL="1944106" indent="0">
              <a:buNone/>
              <a:defRPr sz="1417"/>
            </a:lvl7pPr>
            <a:lvl8pPr marL="2268123" indent="0">
              <a:buNone/>
              <a:defRPr sz="1417"/>
            </a:lvl8pPr>
            <a:lvl9pPr marL="2592141" indent="0">
              <a:buNone/>
              <a:defRPr sz="1417"/>
            </a:lvl9pPr>
          </a:lstStyle>
          <a:p>
            <a:r>
              <a:rPr lang="en-US"/>
              <a:t>Click icon to add picture</a:t>
            </a:r>
            <a:endParaRPr lang="en-US" dirty="0"/>
          </a:p>
        </p:txBody>
      </p:sp>
      <p:sp>
        <p:nvSpPr>
          <p:cNvPr id="4" name="Text Placeholder 3"/>
          <p:cNvSpPr>
            <a:spLocks noGrp="1"/>
          </p:cNvSpPr>
          <p:nvPr>
            <p:ph type="body" sz="half" idx="2"/>
          </p:nvPr>
        </p:nvSpPr>
        <p:spPr>
          <a:xfrm>
            <a:off x="446356" y="2376011"/>
            <a:ext cx="2090025" cy="4401855"/>
          </a:xfrm>
        </p:spPr>
        <p:txBody>
          <a:bodyPr/>
          <a:lstStyle>
            <a:lvl1pPr marL="0" indent="0">
              <a:buNone/>
              <a:defRPr sz="1134"/>
            </a:lvl1pPr>
            <a:lvl2pPr marL="324018" indent="0">
              <a:buNone/>
              <a:defRPr sz="992"/>
            </a:lvl2pPr>
            <a:lvl3pPr marL="648035" indent="0">
              <a:buNone/>
              <a:defRPr sz="850"/>
            </a:lvl3pPr>
            <a:lvl4pPr marL="972053" indent="0">
              <a:buNone/>
              <a:defRPr sz="709"/>
            </a:lvl4pPr>
            <a:lvl5pPr marL="1296071" indent="0">
              <a:buNone/>
              <a:defRPr sz="709"/>
            </a:lvl5pPr>
            <a:lvl6pPr marL="1620088" indent="0">
              <a:buNone/>
              <a:defRPr sz="709"/>
            </a:lvl6pPr>
            <a:lvl7pPr marL="1944106" indent="0">
              <a:buNone/>
              <a:defRPr sz="709"/>
            </a:lvl7pPr>
            <a:lvl8pPr marL="2268123" indent="0">
              <a:buNone/>
              <a:defRPr sz="709"/>
            </a:lvl8pPr>
            <a:lvl9pPr marL="2592141" indent="0">
              <a:buNone/>
              <a:defRPr sz="709"/>
            </a:lvl9pPr>
          </a:lstStyle>
          <a:p>
            <a:pPr lvl="0"/>
            <a:r>
              <a:rPr lang="en-US"/>
              <a:t>Click to edit Master text styles</a:t>
            </a:r>
          </a:p>
        </p:txBody>
      </p:sp>
      <p:sp>
        <p:nvSpPr>
          <p:cNvPr id="5" name="Date Placeholder 4"/>
          <p:cNvSpPr>
            <a:spLocks noGrp="1"/>
          </p:cNvSpPr>
          <p:nvPr>
            <p:ph type="dt" sz="half" idx="10"/>
          </p:nvPr>
        </p:nvSpPr>
        <p:spPr/>
        <p:txBody>
          <a:bodyPr/>
          <a:lstStyle/>
          <a:p>
            <a:fld id="{9DD9DD4B-6F0E-E948-B39C-00D8A06B8991}"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1166340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D9DD4B-6F0E-E948-B39C-00D8A06B8991}"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1851158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637375" y="421669"/>
            <a:ext cx="1397288" cy="67118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45512" y="421669"/>
            <a:ext cx="4110861"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D9DD4B-6F0E-E948-B39C-00D8A06B8991}"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63932D-54D9-D64F-AF77-D354526F57F7}" type="slidenum">
              <a:rPr lang="en-US" smtClean="0"/>
              <a:t>‹#›</a:t>
            </a:fld>
            <a:endParaRPr lang="en-US"/>
          </a:p>
        </p:txBody>
      </p:sp>
    </p:spTree>
    <p:extLst>
      <p:ext uri="{BB962C8B-B14F-4D97-AF65-F5344CB8AC3E}">
        <p14:creationId xmlns:p14="http://schemas.microsoft.com/office/powerpoint/2010/main" val="1333449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5512" y="421671"/>
            <a:ext cx="5589151" cy="15308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45512" y="2108344"/>
            <a:ext cx="5589151"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45512" y="7340703"/>
            <a:ext cx="1458039" cy="421669"/>
          </a:xfrm>
          <a:prstGeom prst="rect">
            <a:avLst/>
          </a:prstGeom>
        </p:spPr>
        <p:txBody>
          <a:bodyPr vert="horz" lIns="91440" tIns="45720" rIns="91440" bIns="45720" rtlCol="0" anchor="ctr"/>
          <a:lstStyle>
            <a:lvl1pPr algn="l">
              <a:defRPr sz="850">
                <a:solidFill>
                  <a:schemeClr val="tx1">
                    <a:tint val="82000"/>
                  </a:schemeClr>
                </a:solidFill>
              </a:defRPr>
            </a:lvl1pPr>
          </a:lstStyle>
          <a:p>
            <a:fld id="{9DD9DD4B-6F0E-E948-B39C-00D8A06B8991}" type="datetimeFigureOut">
              <a:rPr lang="en-US" smtClean="0"/>
              <a:t>7/11/2026</a:t>
            </a:fld>
            <a:endParaRPr lang="en-US"/>
          </a:p>
        </p:txBody>
      </p:sp>
      <p:sp>
        <p:nvSpPr>
          <p:cNvPr id="5" name="Footer Placeholder 4"/>
          <p:cNvSpPr>
            <a:spLocks noGrp="1"/>
          </p:cNvSpPr>
          <p:nvPr>
            <p:ph type="ftr" sz="quarter" idx="3"/>
          </p:nvPr>
        </p:nvSpPr>
        <p:spPr>
          <a:xfrm>
            <a:off x="2146558" y="7340703"/>
            <a:ext cx="2187059" cy="421669"/>
          </a:xfrm>
          <a:prstGeom prst="rect">
            <a:avLst/>
          </a:prstGeom>
        </p:spPr>
        <p:txBody>
          <a:bodyPr vert="horz" lIns="91440" tIns="45720" rIns="91440" bIns="45720" rtlCol="0" anchor="ctr"/>
          <a:lstStyle>
            <a:lvl1pPr algn="ctr">
              <a:defRPr sz="8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576624" y="7340703"/>
            <a:ext cx="1458039" cy="421669"/>
          </a:xfrm>
          <a:prstGeom prst="rect">
            <a:avLst/>
          </a:prstGeom>
        </p:spPr>
        <p:txBody>
          <a:bodyPr vert="horz" lIns="91440" tIns="45720" rIns="91440" bIns="45720" rtlCol="0" anchor="ctr"/>
          <a:lstStyle>
            <a:lvl1pPr algn="r">
              <a:defRPr sz="850">
                <a:solidFill>
                  <a:schemeClr val="tx1">
                    <a:tint val="82000"/>
                  </a:schemeClr>
                </a:solidFill>
              </a:defRPr>
            </a:lvl1pPr>
          </a:lstStyle>
          <a:p>
            <a:fld id="{E363932D-54D9-D64F-AF77-D354526F57F7}" type="slidenum">
              <a:rPr lang="en-US" smtClean="0"/>
              <a:t>‹#›</a:t>
            </a:fld>
            <a:endParaRPr lang="en-US"/>
          </a:p>
        </p:txBody>
      </p:sp>
    </p:spTree>
    <p:extLst>
      <p:ext uri="{BB962C8B-B14F-4D97-AF65-F5344CB8AC3E}">
        <p14:creationId xmlns:p14="http://schemas.microsoft.com/office/powerpoint/2010/main" val="25064788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48035" rtl="0" eaLnBrk="1" latinLnBrk="0" hangingPunct="1">
        <a:lnSpc>
          <a:spcPct val="90000"/>
        </a:lnSpc>
        <a:spcBef>
          <a:spcPct val="0"/>
        </a:spcBef>
        <a:buNone/>
        <a:defRPr sz="3118" kern="1200">
          <a:solidFill>
            <a:schemeClr val="tx1"/>
          </a:solidFill>
          <a:latin typeface="+mj-lt"/>
          <a:ea typeface="+mj-ea"/>
          <a:cs typeface="+mj-cs"/>
        </a:defRPr>
      </a:lvl1pPr>
    </p:titleStyle>
    <p:bodyStyle>
      <a:lvl1pPr marL="162009" indent="-162009" algn="l" defTabSz="648035" rtl="0" eaLnBrk="1" latinLnBrk="0" hangingPunct="1">
        <a:lnSpc>
          <a:spcPct val="90000"/>
        </a:lnSpc>
        <a:spcBef>
          <a:spcPts val="709"/>
        </a:spcBef>
        <a:buFont typeface="Arial" panose="020B0604020202020204" pitchFamily="34" charset="0"/>
        <a:buChar char="•"/>
        <a:defRPr sz="1984" kern="1200">
          <a:solidFill>
            <a:schemeClr val="tx1"/>
          </a:solidFill>
          <a:latin typeface="+mn-lt"/>
          <a:ea typeface="+mn-ea"/>
          <a:cs typeface="+mn-cs"/>
        </a:defRPr>
      </a:lvl1pPr>
      <a:lvl2pPr marL="486026" indent="-162009" algn="l" defTabSz="648035" rtl="0" eaLnBrk="1" latinLnBrk="0" hangingPunct="1">
        <a:lnSpc>
          <a:spcPct val="90000"/>
        </a:lnSpc>
        <a:spcBef>
          <a:spcPts val="354"/>
        </a:spcBef>
        <a:buFont typeface="Arial" panose="020B0604020202020204" pitchFamily="34" charset="0"/>
        <a:buChar char="•"/>
        <a:defRPr sz="1701" kern="1200">
          <a:solidFill>
            <a:schemeClr val="tx1"/>
          </a:solidFill>
          <a:latin typeface="+mn-lt"/>
          <a:ea typeface="+mn-ea"/>
          <a:cs typeface="+mn-cs"/>
        </a:defRPr>
      </a:lvl2pPr>
      <a:lvl3pPr marL="810044" indent="-162009" algn="l" defTabSz="648035" rtl="0" eaLnBrk="1" latinLnBrk="0" hangingPunct="1">
        <a:lnSpc>
          <a:spcPct val="90000"/>
        </a:lnSpc>
        <a:spcBef>
          <a:spcPts val="354"/>
        </a:spcBef>
        <a:buFont typeface="Arial" panose="020B0604020202020204" pitchFamily="34" charset="0"/>
        <a:buChar char="•"/>
        <a:defRPr sz="1417" kern="1200">
          <a:solidFill>
            <a:schemeClr val="tx1"/>
          </a:solidFill>
          <a:latin typeface="+mn-lt"/>
          <a:ea typeface="+mn-ea"/>
          <a:cs typeface="+mn-cs"/>
        </a:defRPr>
      </a:lvl3pPr>
      <a:lvl4pPr marL="1134062"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4pPr>
      <a:lvl5pPr marL="1458079"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5pPr>
      <a:lvl6pPr marL="1782097"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6pPr>
      <a:lvl7pPr marL="2106115"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7pPr>
      <a:lvl8pPr marL="2430132"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8pPr>
      <a:lvl9pPr marL="2754150"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9pPr>
    </p:bodyStyle>
    <p:otherStyle>
      <a:defPPr>
        <a:defRPr lang="en-US"/>
      </a:defPPr>
      <a:lvl1pPr marL="0" algn="l" defTabSz="648035" rtl="0" eaLnBrk="1" latinLnBrk="0" hangingPunct="1">
        <a:defRPr sz="1276" kern="1200">
          <a:solidFill>
            <a:schemeClr val="tx1"/>
          </a:solidFill>
          <a:latin typeface="+mn-lt"/>
          <a:ea typeface="+mn-ea"/>
          <a:cs typeface="+mn-cs"/>
        </a:defRPr>
      </a:lvl1pPr>
      <a:lvl2pPr marL="324018" algn="l" defTabSz="648035" rtl="0" eaLnBrk="1" latinLnBrk="0" hangingPunct="1">
        <a:defRPr sz="1276" kern="1200">
          <a:solidFill>
            <a:schemeClr val="tx1"/>
          </a:solidFill>
          <a:latin typeface="+mn-lt"/>
          <a:ea typeface="+mn-ea"/>
          <a:cs typeface="+mn-cs"/>
        </a:defRPr>
      </a:lvl2pPr>
      <a:lvl3pPr marL="648035" algn="l" defTabSz="648035" rtl="0" eaLnBrk="1" latinLnBrk="0" hangingPunct="1">
        <a:defRPr sz="1276" kern="1200">
          <a:solidFill>
            <a:schemeClr val="tx1"/>
          </a:solidFill>
          <a:latin typeface="+mn-lt"/>
          <a:ea typeface="+mn-ea"/>
          <a:cs typeface="+mn-cs"/>
        </a:defRPr>
      </a:lvl3pPr>
      <a:lvl4pPr marL="972053" algn="l" defTabSz="648035" rtl="0" eaLnBrk="1" latinLnBrk="0" hangingPunct="1">
        <a:defRPr sz="1276" kern="1200">
          <a:solidFill>
            <a:schemeClr val="tx1"/>
          </a:solidFill>
          <a:latin typeface="+mn-lt"/>
          <a:ea typeface="+mn-ea"/>
          <a:cs typeface="+mn-cs"/>
        </a:defRPr>
      </a:lvl4pPr>
      <a:lvl5pPr marL="1296071" algn="l" defTabSz="648035" rtl="0" eaLnBrk="1" latinLnBrk="0" hangingPunct="1">
        <a:defRPr sz="1276" kern="1200">
          <a:solidFill>
            <a:schemeClr val="tx1"/>
          </a:solidFill>
          <a:latin typeface="+mn-lt"/>
          <a:ea typeface="+mn-ea"/>
          <a:cs typeface="+mn-cs"/>
        </a:defRPr>
      </a:lvl5pPr>
      <a:lvl6pPr marL="1620088" algn="l" defTabSz="648035" rtl="0" eaLnBrk="1" latinLnBrk="0" hangingPunct="1">
        <a:defRPr sz="1276" kern="1200">
          <a:solidFill>
            <a:schemeClr val="tx1"/>
          </a:solidFill>
          <a:latin typeface="+mn-lt"/>
          <a:ea typeface="+mn-ea"/>
          <a:cs typeface="+mn-cs"/>
        </a:defRPr>
      </a:lvl6pPr>
      <a:lvl7pPr marL="1944106" algn="l" defTabSz="648035" rtl="0" eaLnBrk="1" latinLnBrk="0" hangingPunct="1">
        <a:defRPr sz="1276" kern="1200">
          <a:solidFill>
            <a:schemeClr val="tx1"/>
          </a:solidFill>
          <a:latin typeface="+mn-lt"/>
          <a:ea typeface="+mn-ea"/>
          <a:cs typeface="+mn-cs"/>
        </a:defRPr>
      </a:lvl7pPr>
      <a:lvl8pPr marL="2268123" algn="l" defTabSz="648035" rtl="0" eaLnBrk="1" latinLnBrk="0" hangingPunct="1">
        <a:defRPr sz="1276" kern="1200">
          <a:solidFill>
            <a:schemeClr val="tx1"/>
          </a:solidFill>
          <a:latin typeface="+mn-lt"/>
          <a:ea typeface="+mn-ea"/>
          <a:cs typeface="+mn-cs"/>
        </a:defRPr>
      </a:lvl8pPr>
      <a:lvl9pPr marL="2592141" algn="l" defTabSz="648035" rtl="0" eaLnBrk="1" latinLnBrk="0" hangingPunct="1">
        <a:defRPr sz="12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sv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tif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43" name="Graphic 52">
            <a:extLst>
              <a:ext uri="{FF2B5EF4-FFF2-40B4-BE49-F238E27FC236}">
                <a16:creationId xmlns:a16="http://schemas.microsoft.com/office/drawing/2014/main" id="{98875170-FDFC-7352-4670-FFC0A9E39C03}"/>
              </a:ext>
            </a:extLst>
          </p:cNvPr>
          <p:cNvGrpSpPr/>
          <p:nvPr/>
        </p:nvGrpSpPr>
        <p:grpSpPr>
          <a:xfrm>
            <a:off x="47419" y="2948573"/>
            <a:ext cx="2538865" cy="1714763"/>
            <a:chOff x="50184" y="3008831"/>
            <a:chExt cx="2686893" cy="1814742"/>
          </a:xfrm>
        </p:grpSpPr>
        <p:sp>
          <p:nvSpPr>
            <p:cNvPr id="2444" name="Freeform 2443">
              <a:extLst>
                <a:ext uri="{FF2B5EF4-FFF2-40B4-BE49-F238E27FC236}">
                  <a16:creationId xmlns:a16="http://schemas.microsoft.com/office/drawing/2014/main" id="{789C5BBF-D8EC-3911-E680-4D45E960A9D2}"/>
                </a:ext>
              </a:extLst>
            </p:cNvPr>
            <p:cNvSpPr/>
            <p:nvPr/>
          </p:nvSpPr>
          <p:spPr>
            <a:xfrm>
              <a:off x="50184" y="3008831"/>
              <a:ext cx="2673296" cy="1814742"/>
            </a:xfrm>
            <a:custGeom>
              <a:avLst/>
              <a:gdLst>
                <a:gd name="csX0" fmla="*/ 0 w 2673296"/>
                <a:gd name="csY0" fmla="*/ 0 h 1814742"/>
                <a:gd name="csX1" fmla="*/ 2673296 w 2673296"/>
                <a:gd name="csY1" fmla="*/ 0 h 1814742"/>
                <a:gd name="csX2" fmla="*/ 2673296 w 2673296"/>
                <a:gd name="csY2" fmla="*/ 1814742 h 1814742"/>
                <a:gd name="csX3" fmla="*/ 0 w 2673296"/>
                <a:gd name="csY3" fmla="*/ 1814742 h 1814742"/>
              </a:gdLst>
              <a:ahLst/>
              <a:cxnLst>
                <a:cxn ang="0">
                  <a:pos x="csX0" y="csY0"/>
                </a:cxn>
                <a:cxn ang="0">
                  <a:pos x="csX1" y="csY1"/>
                </a:cxn>
                <a:cxn ang="0">
                  <a:pos x="csX2" y="csY2"/>
                </a:cxn>
                <a:cxn ang="0">
                  <a:pos x="csX3" y="csY3"/>
                </a:cxn>
              </a:cxnLst>
              <a:rect l="l" t="t" r="r" b="b"/>
              <a:pathLst>
                <a:path w="2673296" h="1814742">
                  <a:moveTo>
                    <a:pt x="0" y="0"/>
                  </a:moveTo>
                  <a:lnTo>
                    <a:pt x="2673296" y="0"/>
                  </a:lnTo>
                  <a:lnTo>
                    <a:pt x="2673296" y="1814742"/>
                  </a:lnTo>
                  <a:lnTo>
                    <a:pt x="0" y="1814742"/>
                  </a:lnTo>
                  <a:close/>
                </a:path>
              </a:pathLst>
            </a:custGeom>
            <a:solidFill>
              <a:srgbClr val="FFFFFF"/>
            </a:solidFill>
            <a:ln w="12347" cap="rnd">
              <a:noFill/>
              <a:prstDash val="solid"/>
              <a:round/>
            </a:ln>
          </p:spPr>
          <p:txBody>
            <a:bodyPr/>
            <a:lstStyle/>
            <a:p>
              <a:pPr algn="ctr"/>
              <a:endParaRPr lang="en-US" sz="2268"/>
            </a:p>
          </p:txBody>
        </p:sp>
        <p:sp>
          <p:nvSpPr>
            <p:cNvPr id="2445" name="Freeform 2444">
              <a:extLst>
                <a:ext uri="{FF2B5EF4-FFF2-40B4-BE49-F238E27FC236}">
                  <a16:creationId xmlns:a16="http://schemas.microsoft.com/office/drawing/2014/main" id="{43C801AD-34A5-3CA1-C278-9E098DCC8CBC}"/>
                </a:ext>
              </a:extLst>
            </p:cNvPr>
            <p:cNvSpPr/>
            <p:nvPr/>
          </p:nvSpPr>
          <p:spPr>
            <a:xfrm>
              <a:off x="50184" y="3008831"/>
              <a:ext cx="2673296" cy="1814742"/>
            </a:xfrm>
            <a:custGeom>
              <a:avLst/>
              <a:gdLst>
                <a:gd name="csX0" fmla="*/ 0 w 2673296"/>
                <a:gd name="csY0" fmla="*/ 0 h 1814742"/>
                <a:gd name="csX1" fmla="*/ 2673296 w 2673296"/>
                <a:gd name="csY1" fmla="*/ 0 h 1814742"/>
                <a:gd name="csX2" fmla="*/ 2673296 w 2673296"/>
                <a:gd name="csY2" fmla="*/ 1814742 h 1814742"/>
                <a:gd name="csX3" fmla="*/ 0 w 2673296"/>
                <a:gd name="csY3" fmla="*/ 1814742 h 1814742"/>
              </a:gdLst>
              <a:ahLst/>
              <a:cxnLst>
                <a:cxn ang="0">
                  <a:pos x="csX0" y="csY0"/>
                </a:cxn>
                <a:cxn ang="0">
                  <a:pos x="csX1" y="csY1"/>
                </a:cxn>
                <a:cxn ang="0">
                  <a:pos x="csX2" y="csY2"/>
                </a:cxn>
                <a:cxn ang="0">
                  <a:pos x="csX3" y="csY3"/>
                </a:cxn>
              </a:cxnLst>
              <a:rect l="l" t="t" r="r" b="b"/>
              <a:pathLst>
                <a:path w="2673296" h="1814742">
                  <a:moveTo>
                    <a:pt x="0" y="0"/>
                  </a:moveTo>
                  <a:lnTo>
                    <a:pt x="2673296" y="0"/>
                  </a:lnTo>
                  <a:lnTo>
                    <a:pt x="2673296" y="1814742"/>
                  </a:lnTo>
                  <a:lnTo>
                    <a:pt x="0" y="1814742"/>
                  </a:lnTo>
                  <a:close/>
                </a:path>
              </a:pathLst>
            </a:custGeom>
            <a:solidFill>
              <a:srgbClr val="FFFFFF"/>
            </a:solidFill>
            <a:ln w="13212" cap="rnd">
              <a:solidFill>
                <a:srgbClr val="FFFFFF"/>
              </a:solidFill>
              <a:prstDash val="solid"/>
              <a:round/>
            </a:ln>
          </p:spPr>
          <p:txBody>
            <a:bodyPr/>
            <a:lstStyle/>
            <a:p>
              <a:pPr algn="ctr"/>
              <a:endParaRPr lang="en-US" sz="2268"/>
            </a:p>
          </p:txBody>
        </p:sp>
        <p:grpSp>
          <p:nvGrpSpPr>
            <p:cNvPr id="2446" name="Graphic 52">
              <a:extLst>
                <a:ext uri="{FF2B5EF4-FFF2-40B4-BE49-F238E27FC236}">
                  <a16:creationId xmlns:a16="http://schemas.microsoft.com/office/drawing/2014/main" id="{1FD83820-194C-8C10-0F2A-288272210998}"/>
                </a:ext>
              </a:extLst>
            </p:cNvPr>
            <p:cNvGrpSpPr/>
            <p:nvPr/>
          </p:nvGrpSpPr>
          <p:grpSpPr>
            <a:xfrm>
              <a:off x="492687" y="3034553"/>
              <a:ext cx="2244390" cy="1392045"/>
              <a:chOff x="492687" y="3034553"/>
              <a:chExt cx="2244390" cy="1392045"/>
            </a:xfrm>
          </p:grpSpPr>
          <p:sp>
            <p:nvSpPr>
              <p:cNvPr id="2447" name="Freeform 2446">
                <a:extLst>
                  <a:ext uri="{FF2B5EF4-FFF2-40B4-BE49-F238E27FC236}">
                    <a16:creationId xmlns:a16="http://schemas.microsoft.com/office/drawing/2014/main" id="{37A5FA61-3F65-DD49-BA1D-FCCBFCF42C2A}"/>
                  </a:ext>
                </a:extLst>
              </p:cNvPr>
              <p:cNvSpPr/>
              <p:nvPr/>
            </p:nvSpPr>
            <p:spPr>
              <a:xfrm>
                <a:off x="520733" y="3077892"/>
                <a:ext cx="2134923" cy="1348706"/>
              </a:xfrm>
              <a:custGeom>
                <a:avLst/>
                <a:gdLst>
                  <a:gd name="csX0" fmla="*/ 0 w 2134923"/>
                  <a:gd name="csY0" fmla="*/ 0 h 1348706"/>
                  <a:gd name="csX1" fmla="*/ 2134924 w 2134923"/>
                  <a:gd name="csY1" fmla="*/ 0 h 1348706"/>
                  <a:gd name="csX2" fmla="*/ 2134924 w 2134923"/>
                  <a:gd name="csY2" fmla="*/ 1348706 h 1348706"/>
                  <a:gd name="csX3" fmla="*/ 0 w 2134923"/>
                  <a:gd name="csY3" fmla="*/ 1348706 h 1348706"/>
                </a:gdLst>
                <a:ahLst/>
                <a:cxnLst>
                  <a:cxn ang="0">
                    <a:pos x="csX0" y="csY0"/>
                  </a:cxn>
                  <a:cxn ang="0">
                    <a:pos x="csX1" y="csY1"/>
                  </a:cxn>
                  <a:cxn ang="0">
                    <a:pos x="csX2" y="csY2"/>
                  </a:cxn>
                  <a:cxn ang="0">
                    <a:pos x="csX3" y="csY3"/>
                  </a:cxn>
                </a:cxnLst>
                <a:rect l="l" t="t" r="r" b="b"/>
                <a:pathLst>
                  <a:path w="2134923" h="1348706">
                    <a:moveTo>
                      <a:pt x="0" y="0"/>
                    </a:moveTo>
                    <a:lnTo>
                      <a:pt x="2134924" y="0"/>
                    </a:lnTo>
                    <a:lnTo>
                      <a:pt x="2134924" y="1348706"/>
                    </a:lnTo>
                    <a:lnTo>
                      <a:pt x="0" y="1348706"/>
                    </a:lnTo>
                    <a:close/>
                  </a:path>
                </a:pathLst>
              </a:custGeom>
              <a:solidFill>
                <a:srgbClr val="FFFFFF"/>
              </a:solidFill>
              <a:ln w="26300" cap="rnd">
                <a:solidFill>
                  <a:srgbClr val="000000"/>
                </a:solidFill>
                <a:prstDash val="solid"/>
                <a:round/>
              </a:ln>
            </p:spPr>
            <p:txBody>
              <a:bodyPr/>
              <a:lstStyle/>
              <a:p>
                <a:pPr algn="ctr"/>
                <a:endParaRPr lang="en-US" sz="2268"/>
              </a:p>
            </p:txBody>
          </p:sp>
          <p:sp>
            <p:nvSpPr>
              <p:cNvPr id="2448" name="Freeform 2447">
                <a:extLst>
                  <a:ext uri="{FF2B5EF4-FFF2-40B4-BE49-F238E27FC236}">
                    <a16:creationId xmlns:a16="http://schemas.microsoft.com/office/drawing/2014/main" id="{2E7687EA-6C99-EBE5-221E-1EC4E33471B6}"/>
                  </a:ext>
                </a:extLst>
              </p:cNvPr>
              <p:cNvSpPr/>
              <p:nvPr/>
            </p:nvSpPr>
            <p:spPr>
              <a:xfrm>
                <a:off x="559719" y="4115823"/>
                <a:ext cx="234408" cy="12602"/>
              </a:xfrm>
              <a:custGeom>
                <a:avLst/>
                <a:gdLst>
                  <a:gd name="csX0" fmla="*/ 0 w 234408"/>
                  <a:gd name="csY0" fmla="*/ 0 h 12602"/>
                  <a:gd name="csX1" fmla="*/ 234408 w 234408"/>
                  <a:gd name="csY1" fmla="*/ 0 h 12602"/>
                </a:gdLst>
                <a:ahLst/>
                <a:cxnLst>
                  <a:cxn ang="0">
                    <a:pos x="csX0" y="csY0"/>
                  </a:cxn>
                  <a:cxn ang="0">
                    <a:pos x="csX1" y="csY1"/>
                  </a:cxn>
                </a:cxnLst>
                <a:rect l="l" t="t" r="r" b="b"/>
                <a:pathLst>
                  <a:path w="234408" h="12602">
                    <a:moveTo>
                      <a:pt x="0" y="0"/>
                    </a:moveTo>
                    <a:lnTo>
                      <a:pt x="234408" y="0"/>
                    </a:lnTo>
                  </a:path>
                </a:pathLst>
              </a:custGeom>
              <a:ln w="32967" cap="flat">
                <a:solidFill>
                  <a:srgbClr val="F8766D"/>
                </a:solidFill>
                <a:prstDash val="solid"/>
                <a:miter/>
              </a:ln>
            </p:spPr>
            <p:txBody>
              <a:bodyPr/>
              <a:lstStyle/>
              <a:p>
                <a:pPr algn="ctr"/>
                <a:endParaRPr lang="en-US" sz="2268"/>
              </a:p>
            </p:txBody>
          </p:sp>
          <p:sp>
            <p:nvSpPr>
              <p:cNvPr id="2449" name="Freeform 2448">
                <a:extLst>
                  <a:ext uri="{FF2B5EF4-FFF2-40B4-BE49-F238E27FC236}">
                    <a16:creationId xmlns:a16="http://schemas.microsoft.com/office/drawing/2014/main" id="{DF221E9D-5CFA-C7F8-7B23-483E0449FE33}"/>
                  </a:ext>
                </a:extLst>
              </p:cNvPr>
              <p:cNvSpPr/>
              <p:nvPr/>
            </p:nvSpPr>
            <p:spPr>
              <a:xfrm>
                <a:off x="820118" y="3812988"/>
                <a:ext cx="234284" cy="12602"/>
              </a:xfrm>
              <a:custGeom>
                <a:avLst/>
                <a:gdLst>
                  <a:gd name="csX0" fmla="*/ 0 w 234284"/>
                  <a:gd name="csY0" fmla="*/ 0 h 12602"/>
                  <a:gd name="csX1" fmla="*/ 234285 w 234284"/>
                  <a:gd name="csY1" fmla="*/ 0 h 12602"/>
                </a:gdLst>
                <a:ahLst/>
                <a:cxnLst>
                  <a:cxn ang="0">
                    <a:pos x="csX0" y="csY0"/>
                  </a:cxn>
                  <a:cxn ang="0">
                    <a:pos x="csX1" y="csY1"/>
                  </a:cxn>
                </a:cxnLst>
                <a:rect l="l" t="t" r="r" b="b"/>
                <a:pathLst>
                  <a:path w="234284" h="12602">
                    <a:moveTo>
                      <a:pt x="0" y="0"/>
                    </a:moveTo>
                    <a:lnTo>
                      <a:pt x="234285" y="0"/>
                    </a:lnTo>
                  </a:path>
                </a:pathLst>
              </a:custGeom>
              <a:ln w="32967" cap="flat">
                <a:solidFill>
                  <a:srgbClr val="00BFC4"/>
                </a:solidFill>
                <a:prstDash val="solid"/>
                <a:miter/>
              </a:ln>
            </p:spPr>
            <p:txBody>
              <a:bodyPr/>
              <a:lstStyle/>
              <a:p>
                <a:pPr algn="ctr"/>
                <a:endParaRPr lang="en-US" sz="2268"/>
              </a:p>
            </p:txBody>
          </p:sp>
          <p:sp>
            <p:nvSpPr>
              <p:cNvPr id="2450" name="Freeform 2449">
                <a:extLst>
                  <a:ext uri="{FF2B5EF4-FFF2-40B4-BE49-F238E27FC236}">
                    <a16:creationId xmlns:a16="http://schemas.microsoft.com/office/drawing/2014/main" id="{3E08F77A-D801-60AE-F8B0-12FDADB63516}"/>
                  </a:ext>
                </a:extLst>
              </p:cNvPr>
              <p:cNvSpPr/>
              <p:nvPr/>
            </p:nvSpPr>
            <p:spPr>
              <a:xfrm>
                <a:off x="1080516" y="3791564"/>
                <a:ext cx="234284" cy="12602"/>
              </a:xfrm>
              <a:custGeom>
                <a:avLst/>
                <a:gdLst>
                  <a:gd name="csX0" fmla="*/ 0 w 234284"/>
                  <a:gd name="csY0" fmla="*/ 0 h 12602"/>
                  <a:gd name="csX1" fmla="*/ 234285 w 234284"/>
                  <a:gd name="csY1" fmla="*/ 0 h 12602"/>
                </a:gdLst>
                <a:ahLst/>
                <a:cxnLst>
                  <a:cxn ang="0">
                    <a:pos x="csX0" y="csY0"/>
                  </a:cxn>
                  <a:cxn ang="0">
                    <a:pos x="csX1" y="csY1"/>
                  </a:cxn>
                </a:cxnLst>
                <a:rect l="l" t="t" r="r" b="b"/>
                <a:pathLst>
                  <a:path w="234284" h="12602">
                    <a:moveTo>
                      <a:pt x="0" y="0"/>
                    </a:moveTo>
                    <a:lnTo>
                      <a:pt x="234285" y="0"/>
                    </a:lnTo>
                  </a:path>
                </a:pathLst>
              </a:custGeom>
              <a:ln w="32967" cap="flat">
                <a:solidFill>
                  <a:srgbClr val="F8766D"/>
                </a:solidFill>
                <a:prstDash val="solid"/>
                <a:miter/>
              </a:ln>
            </p:spPr>
            <p:txBody>
              <a:bodyPr/>
              <a:lstStyle/>
              <a:p>
                <a:pPr algn="ctr"/>
                <a:endParaRPr lang="en-US" sz="2268"/>
              </a:p>
            </p:txBody>
          </p:sp>
          <p:sp>
            <p:nvSpPr>
              <p:cNvPr id="2451" name="Freeform 2450">
                <a:extLst>
                  <a:ext uri="{FF2B5EF4-FFF2-40B4-BE49-F238E27FC236}">
                    <a16:creationId xmlns:a16="http://schemas.microsoft.com/office/drawing/2014/main" id="{7905DDB6-F96E-CE1A-518F-625338B84182}"/>
                  </a:ext>
                </a:extLst>
              </p:cNvPr>
              <p:cNvSpPr/>
              <p:nvPr/>
            </p:nvSpPr>
            <p:spPr>
              <a:xfrm>
                <a:off x="1340791" y="4217398"/>
                <a:ext cx="234408" cy="12602"/>
              </a:xfrm>
              <a:custGeom>
                <a:avLst/>
                <a:gdLst>
                  <a:gd name="csX0" fmla="*/ 0 w 234408"/>
                  <a:gd name="csY0" fmla="*/ 0 h 12602"/>
                  <a:gd name="csX1" fmla="*/ 234408 w 234408"/>
                  <a:gd name="csY1" fmla="*/ 0 h 12602"/>
                </a:gdLst>
                <a:ahLst/>
                <a:cxnLst>
                  <a:cxn ang="0">
                    <a:pos x="csX0" y="csY0"/>
                  </a:cxn>
                  <a:cxn ang="0">
                    <a:pos x="csX1" y="csY1"/>
                  </a:cxn>
                </a:cxnLst>
                <a:rect l="l" t="t" r="r" b="b"/>
                <a:pathLst>
                  <a:path w="234408" h="12602">
                    <a:moveTo>
                      <a:pt x="0" y="0"/>
                    </a:moveTo>
                    <a:lnTo>
                      <a:pt x="234408" y="0"/>
                    </a:lnTo>
                  </a:path>
                </a:pathLst>
              </a:custGeom>
              <a:ln w="32967" cap="flat">
                <a:solidFill>
                  <a:srgbClr val="00BFC4"/>
                </a:solidFill>
                <a:prstDash val="solid"/>
                <a:miter/>
              </a:ln>
            </p:spPr>
            <p:txBody>
              <a:bodyPr/>
              <a:lstStyle/>
              <a:p>
                <a:pPr algn="ctr"/>
                <a:endParaRPr lang="en-US" sz="2268"/>
              </a:p>
            </p:txBody>
          </p:sp>
          <p:sp>
            <p:nvSpPr>
              <p:cNvPr id="2452" name="Freeform 2451">
                <a:extLst>
                  <a:ext uri="{FF2B5EF4-FFF2-40B4-BE49-F238E27FC236}">
                    <a16:creationId xmlns:a16="http://schemas.microsoft.com/office/drawing/2014/main" id="{F53B9604-B5F2-F558-9F3D-D8CB0CEDB5BE}"/>
                  </a:ext>
                </a:extLst>
              </p:cNvPr>
              <p:cNvSpPr/>
              <p:nvPr/>
            </p:nvSpPr>
            <p:spPr>
              <a:xfrm>
                <a:off x="1601190" y="4259238"/>
                <a:ext cx="234284" cy="12602"/>
              </a:xfrm>
              <a:custGeom>
                <a:avLst/>
                <a:gdLst>
                  <a:gd name="csX0" fmla="*/ 0 w 234284"/>
                  <a:gd name="csY0" fmla="*/ 0 h 12602"/>
                  <a:gd name="csX1" fmla="*/ 234285 w 234284"/>
                  <a:gd name="csY1" fmla="*/ 0 h 12602"/>
                </a:gdLst>
                <a:ahLst/>
                <a:cxnLst>
                  <a:cxn ang="0">
                    <a:pos x="csX0" y="csY0"/>
                  </a:cxn>
                  <a:cxn ang="0">
                    <a:pos x="csX1" y="csY1"/>
                  </a:cxn>
                </a:cxnLst>
                <a:rect l="l" t="t" r="r" b="b"/>
                <a:pathLst>
                  <a:path w="234284" h="12602">
                    <a:moveTo>
                      <a:pt x="0" y="0"/>
                    </a:moveTo>
                    <a:lnTo>
                      <a:pt x="234285" y="0"/>
                    </a:lnTo>
                  </a:path>
                </a:pathLst>
              </a:custGeom>
              <a:ln w="32967" cap="flat">
                <a:solidFill>
                  <a:srgbClr val="F8766D"/>
                </a:solidFill>
                <a:prstDash val="solid"/>
                <a:miter/>
              </a:ln>
            </p:spPr>
            <p:txBody>
              <a:bodyPr/>
              <a:lstStyle/>
              <a:p>
                <a:pPr algn="ctr"/>
                <a:endParaRPr lang="en-US" sz="2268"/>
              </a:p>
            </p:txBody>
          </p:sp>
          <p:sp>
            <p:nvSpPr>
              <p:cNvPr id="2453" name="Freeform 2452">
                <a:extLst>
                  <a:ext uri="{FF2B5EF4-FFF2-40B4-BE49-F238E27FC236}">
                    <a16:creationId xmlns:a16="http://schemas.microsoft.com/office/drawing/2014/main" id="{69200490-2544-CA13-EAA9-E6DE9A84CADD}"/>
                  </a:ext>
                </a:extLst>
              </p:cNvPr>
              <p:cNvSpPr/>
              <p:nvPr/>
            </p:nvSpPr>
            <p:spPr>
              <a:xfrm>
                <a:off x="1861589" y="3554765"/>
                <a:ext cx="234284" cy="12602"/>
              </a:xfrm>
              <a:custGeom>
                <a:avLst/>
                <a:gdLst>
                  <a:gd name="csX0" fmla="*/ 0 w 234284"/>
                  <a:gd name="csY0" fmla="*/ 0 h 12602"/>
                  <a:gd name="csX1" fmla="*/ 234285 w 234284"/>
                  <a:gd name="csY1" fmla="*/ 0 h 12602"/>
                </a:gdLst>
                <a:ahLst/>
                <a:cxnLst>
                  <a:cxn ang="0">
                    <a:pos x="csX0" y="csY0"/>
                  </a:cxn>
                  <a:cxn ang="0">
                    <a:pos x="csX1" y="csY1"/>
                  </a:cxn>
                </a:cxnLst>
                <a:rect l="l" t="t" r="r" b="b"/>
                <a:pathLst>
                  <a:path w="234284" h="12602">
                    <a:moveTo>
                      <a:pt x="0" y="0"/>
                    </a:moveTo>
                    <a:lnTo>
                      <a:pt x="234285" y="0"/>
                    </a:lnTo>
                  </a:path>
                </a:pathLst>
              </a:custGeom>
              <a:ln w="32967" cap="flat">
                <a:solidFill>
                  <a:srgbClr val="00BFC4"/>
                </a:solidFill>
                <a:prstDash val="solid"/>
                <a:miter/>
              </a:ln>
            </p:spPr>
            <p:txBody>
              <a:bodyPr/>
              <a:lstStyle/>
              <a:p>
                <a:pPr algn="ctr"/>
                <a:endParaRPr lang="en-US" sz="2268"/>
              </a:p>
            </p:txBody>
          </p:sp>
          <p:sp>
            <p:nvSpPr>
              <p:cNvPr id="2454" name="Freeform 2453">
                <a:extLst>
                  <a:ext uri="{FF2B5EF4-FFF2-40B4-BE49-F238E27FC236}">
                    <a16:creationId xmlns:a16="http://schemas.microsoft.com/office/drawing/2014/main" id="{D8F3B824-2E2E-5FB0-52D2-3754529A6260}"/>
                  </a:ext>
                </a:extLst>
              </p:cNvPr>
              <p:cNvSpPr/>
              <p:nvPr/>
            </p:nvSpPr>
            <p:spPr>
              <a:xfrm>
                <a:off x="624818" y="4003032"/>
                <a:ext cx="104209" cy="12602"/>
              </a:xfrm>
              <a:custGeom>
                <a:avLst/>
                <a:gdLst>
                  <a:gd name="csX0" fmla="*/ 0 w 104209"/>
                  <a:gd name="csY0" fmla="*/ 0 h 12602"/>
                  <a:gd name="csX1" fmla="*/ 104209 w 104209"/>
                  <a:gd name="csY1" fmla="*/ 0 h 12602"/>
                </a:gdLst>
                <a:ahLst/>
                <a:cxnLst>
                  <a:cxn ang="0">
                    <a:pos x="csX0" y="csY0"/>
                  </a:cxn>
                  <a:cxn ang="0">
                    <a:pos x="csX1" y="csY1"/>
                  </a:cxn>
                </a:cxnLst>
                <a:rect l="l" t="t" r="r" b="b"/>
                <a:pathLst>
                  <a:path w="104209" h="12602">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455" name="Freeform 2454">
                <a:extLst>
                  <a:ext uri="{FF2B5EF4-FFF2-40B4-BE49-F238E27FC236}">
                    <a16:creationId xmlns:a16="http://schemas.microsoft.com/office/drawing/2014/main" id="{3490DEC1-AA7E-5466-851D-3618CF770821}"/>
                  </a:ext>
                </a:extLst>
              </p:cNvPr>
              <p:cNvSpPr/>
              <p:nvPr/>
            </p:nvSpPr>
            <p:spPr>
              <a:xfrm>
                <a:off x="676923" y="4003032"/>
                <a:ext cx="12376" cy="225582"/>
              </a:xfrm>
              <a:custGeom>
                <a:avLst/>
                <a:gdLst>
                  <a:gd name="csX0" fmla="*/ 0 w 12376"/>
                  <a:gd name="csY0" fmla="*/ 0 h 225582"/>
                  <a:gd name="csX1" fmla="*/ 0 w 12376"/>
                  <a:gd name="csY1" fmla="*/ 225583 h 225582"/>
                </a:gdLst>
                <a:ahLst/>
                <a:cxnLst>
                  <a:cxn ang="0">
                    <a:pos x="csX0" y="csY0"/>
                  </a:cxn>
                  <a:cxn ang="0">
                    <a:pos x="csX1" y="csY1"/>
                  </a:cxn>
                </a:cxnLst>
                <a:rect l="l" t="t" r="r" b="b"/>
                <a:pathLst>
                  <a:path w="12376" h="225582">
                    <a:moveTo>
                      <a:pt x="0" y="0"/>
                    </a:moveTo>
                    <a:lnTo>
                      <a:pt x="0" y="225583"/>
                    </a:lnTo>
                  </a:path>
                </a:pathLst>
              </a:custGeom>
              <a:noFill/>
              <a:ln w="13212" cap="flat">
                <a:solidFill>
                  <a:srgbClr val="000000"/>
                </a:solidFill>
                <a:prstDash val="solid"/>
                <a:round/>
              </a:ln>
            </p:spPr>
            <p:txBody>
              <a:bodyPr/>
              <a:lstStyle/>
              <a:p>
                <a:pPr algn="ctr"/>
                <a:endParaRPr lang="en-US" sz="2268"/>
              </a:p>
            </p:txBody>
          </p:sp>
          <p:sp>
            <p:nvSpPr>
              <p:cNvPr id="2456" name="Freeform 2455">
                <a:extLst>
                  <a:ext uri="{FF2B5EF4-FFF2-40B4-BE49-F238E27FC236}">
                    <a16:creationId xmlns:a16="http://schemas.microsoft.com/office/drawing/2014/main" id="{B484254F-CA24-80F7-67B6-8197F71C0B8A}"/>
                  </a:ext>
                </a:extLst>
              </p:cNvPr>
              <p:cNvSpPr/>
              <p:nvPr/>
            </p:nvSpPr>
            <p:spPr>
              <a:xfrm>
                <a:off x="624818" y="4228614"/>
                <a:ext cx="104209" cy="12602"/>
              </a:xfrm>
              <a:custGeom>
                <a:avLst/>
                <a:gdLst>
                  <a:gd name="csX0" fmla="*/ 0 w 104209"/>
                  <a:gd name="csY0" fmla="*/ 0 h 12602"/>
                  <a:gd name="csX1" fmla="*/ 104209 w 104209"/>
                  <a:gd name="csY1" fmla="*/ 0 h 12602"/>
                </a:gdLst>
                <a:ahLst/>
                <a:cxnLst>
                  <a:cxn ang="0">
                    <a:pos x="csX0" y="csY0"/>
                  </a:cxn>
                  <a:cxn ang="0">
                    <a:pos x="csX1" y="csY1"/>
                  </a:cxn>
                </a:cxnLst>
                <a:rect l="l" t="t" r="r" b="b"/>
                <a:pathLst>
                  <a:path w="104209" h="12602">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457" name="Freeform 2456">
                <a:extLst>
                  <a:ext uri="{FF2B5EF4-FFF2-40B4-BE49-F238E27FC236}">
                    <a16:creationId xmlns:a16="http://schemas.microsoft.com/office/drawing/2014/main" id="{7696D125-614A-1AFE-0B60-F81FC6257DF1}"/>
                  </a:ext>
                </a:extLst>
              </p:cNvPr>
              <p:cNvSpPr/>
              <p:nvPr/>
            </p:nvSpPr>
            <p:spPr>
              <a:xfrm>
                <a:off x="885217" y="3691627"/>
                <a:ext cx="104085" cy="12602"/>
              </a:xfrm>
              <a:custGeom>
                <a:avLst/>
                <a:gdLst>
                  <a:gd name="csX0" fmla="*/ 0 w 104085"/>
                  <a:gd name="csY0" fmla="*/ 0 h 12602"/>
                  <a:gd name="csX1" fmla="*/ 104085 w 104085"/>
                  <a:gd name="csY1" fmla="*/ 0 h 12602"/>
                </a:gdLst>
                <a:ahLst/>
                <a:cxnLst>
                  <a:cxn ang="0">
                    <a:pos x="csX0" y="csY0"/>
                  </a:cxn>
                  <a:cxn ang="0">
                    <a:pos x="csX1" y="csY1"/>
                  </a:cxn>
                </a:cxnLst>
                <a:rect l="l" t="t" r="r" b="b"/>
                <a:pathLst>
                  <a:path w="104085" h="12602">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458" name="Freeform 2457">
                <a:extLst>
                  <a:ext uri="{FF2B5EF4-FFF2-40B4-BE49-F238E27FC236}">
                    <a16:creationId xmlns:a16="http://schemas.microsoft.com/office/drawing/2014/main" id="{80156DCB-322C-3E2B-6929-5DA1931CAA96}"/>
                  </a:ext>
                </a:extLst>
              </p:cNvPr>
              <p:cNvSpPr/>
              <p:nvPr/>
            </p:nvSpPr>
            <p:spPr>
              <a:xfrm>
                <a:off x="937322" y="3691627"/>
                <a:ext cx="12376" cy="242721"/>
              </a:xfrm>
              <a:custGeom>
                <a:avLst/>
                <a:gdLst>
                  <a:gd name="csX0" fmla="*/ 0 w 12376"/>
                  <a:gd name="csY0" fmla="*/ 0 h 242721"/>
                  <a:gd name="csX1" fmla="*/ 0 w 12376"/>
                  <a:gd name="csY1" fmla="*/ 242722 h 242721"/>
                </a:gdLst>
                <a:ahLst/>
                <a:cxnLst>
                  <a:cxn ang="0">
                    <a:pos x="csX0" y="csY0"/>
                  </a:cxn>
                  <a:cxn ang="0">
                    <a:pos x="csX1" y="csY1"/>
                  </a:cxn>
                </a:cxnLst>
                <a:rect l="l" t="t" r="r" b="b"/>
                <a:pathLst>
                  <a:path w="12376" h="242721">
                    <a:moveTo>
                      <a:pt x="0" y="0"/>
                    </a:moveTo>
                    <a:lnTo>
                      <a:pt x="0" y="242722"/>
                    </a:lnTo>
                  </a:path>
                </a:pathLst>
              </a:custGeom>
              <a:noFill/>
              <a:ln w="13212" cap="flat">
                <a:solidFill>
                  <a:srgbClr val="000000"/>
                </a:solidFill>
                <a:prstDash val="solid"/>
                <a:round/>
              </a:ln>
            </p:spPr>
            <p:txBody>
              <a:bodyPr/>
              <a:lstStyle/>
              <a:p>
                <a:pPr algn="ctr"/>
                <a:endParaRPr lang="en-US" sz="2268"/>
              </a:p>
            </p:txBody>
          </p:sp>
          <p:sp>
            <p:nvSpPr>
              <p:cNvPr id="2459" name="Freeform 2458">
                <a:extLst>
                  <a:ext uri="{FF2B5EF4-FFF2-40B4-BE49-F238E27FC236}">
                    <a16:creationId xmlns:a16="http://schemas.microsoft.com/office/drawing/2014/main" id="{F89EA9CF-17B2-682B-E012-F4F3A7A9AFF7}"/>
                  </a:ext>
                </a:extLst>
              </p:cNvPr>
              <p:cNvSpPr/>
              <p:nvPr/>
            </p:nvSpPr>
            <p:spPr>
              <a:xfrm>
                <a:off x="885217" y="3934349"/>
                <a:ext cx="104085" cy="12602"/>
              </a:xfrm>
              <a:custGeom>
                <a:avLst/>
                <a:gdLst>
                  <a:gd name="csX0" fmla="*/ 0 w 104085"/>
                  <a:gd name="csY0" fmla="*/ 0 h 12602"/>
                  <a:gd name="csX1" fmla="*/ 104085 w 104085"/>
                  <a:gd name="csY1" fmla="*/ 0 h 12602"/>
                </a:gdLst>
                <a:ahLst/>
                <a:cxnLst>
                  <a:cxn ang="0">
                    <a:pos x="csX0" y="csY0"/>
                  </a:cxn>
                  <a:cxn ang="0">
                    <a:pos x="csX1" y="csY1"/>
                  </a:cxn>
                </a:cxnLst>
                <a:rect l="l" t="t" r="r" b="b"/>
                <a:pathLst>
                  <a:path w="104085" h="12602">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460" name="Freeform 2459">
                <a:extLst>
                  <a:ext uri="{FF2B5EF4-FFF2-40B4-BE49-F238E27FC236}">
                    <a16:creationId xmlns:a16="http://schemas.microsoft.com/office/drawing/2014/main" id="{FCEEE09F-239A-9603-4C2F-EB4D2AA01EE0}"/>
                  </a:ext>
                </a:extLst>
              </p:cNvPr>
              <p:cNvSpPr/>
              <p:nvPr/>
            </p:nvSpPr>
            <p:spPr>
              <a:xfrm>
                <a:off x="1145616" y="3654702"/>
                <a:ext cx="104085" cy="12602"/>
              </a:xfrm>
              <a:custGeom>
                <a:avLst/>
                <a:gdLst>
                  <a:gd name="csX0" fmla="*/ 0 w 104085"/>
                  <a:gd name="csY0" fmla="*/ 0 h 12602"/>
                  <a:gd name="csX1" fmla="*/ 104085 w 104085"/>
                  <a:gd name="csY1" fmla="*/ 0 h 12602"/>
                </a:gdLst>
                <a:ahLst/>
                <a:cxnLst>
                  <a:cxn ang="0">
                    <a:pos x="csX0" y="csY0"/>
                  </a:cxn>
                  <a:cxn ang="0">
                    <a:pos x="csX1" y="csY1"/>
                  </a:cxn>
                </a:cxnLst>
                <a:rect l="l" t="t" r="r" b="b"/>
                <a:pathLst>
                  <a:path w="104085" h="12602">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461" name="Freeform 2460">
                <a:extLst>
                  <a:ext uri="{FF2B5EF4-FFF2-40B4-BE49-F238E27FC236}">
                    <a16:creationId xmlns:a16="http://schemas.microsoft.com/office/drawing/2014/main" id="{24503DB3-E486-C794-2831-2D51EE4BCAF0}"/>
                  </a:ext>
                </a:extLst>
              </p:cNvPr>
              <p:cNvSpPr/>
              <p:nvPr/>
            </p:nvSpPr>
            <p:spPr>
              <a:xfrm>
                <a:off x="1197597" y="3654702"/>
                <a:ext cx="12376" cy="273723"/>
              </a:xfrm>
              <a:custGeom>
                <a:avLst/>
                <a:gdLst>
                  <a:gd name="csX0" fmla="*/ 0 w 12376"/>
                  <a:gd name="csY0" fmla="*/ 0 h 273723"/>
                  <a:gd name="csX1" fmla="*/ 0 w 12376"/>
                  <a:gd name="csY1" fmla="*/ 273724 h 273723"/>
                </a:gdLst>
                <a:ahLst/>
                <a:cxnLst>
                  <a:cxn ang="0">
                    <a:pos x="csX0" y="csY0"/>
                  </a:cxn>
                  <a:cxn ang="0">
                    <a:pos x="csX1" y="csY1"/>
                  </a:cxn>
                </a:cxnLst>
                <a:rect l="l" t="t" r="r" b="b"/>
                <a:pathLst>
                  <a:path w="12376" h="273723">
                    <a:moveTo>
                      <a:pt x="0" y="0"/>
                    </a:moveTo>
                    <a:lnTo>
                      <a:pt x="0" y="273724"/>
                    </a:lnTo>
                  </a:path>
                </a:pathLst>
              </a:custGeom>
              <a:noFill/>
              <a:ln w="13212" cap="flat">
                <a:solidFill>
                  <a:srgbClr val="000000"/>
                </a:solidFill>
                <a:prstDash val="solid"/>
                <a:round/>
              </a:ln>
            </p:spPr>
            <p:txBody>
              <a:bodyPr/>
              <a:lstStyle/>
              <a:p>
                <a:pPr algn="ctr"/>
                <a:endParaRPr lang="en-US" sz="2268"/>
              </a:p>
            </p:txBody>
          </p:sp>
          <p:sp>
            <p:nvSpPr>
              <p:cNvPr id="2462" name="Freeform 2461">
                <a:extLst>
                  <a:ext uri="{FF2B5EF4-FFF2-40B4-BE49-F238E27FC236}">
                    <a16:creationId xmlns:a16="http://schemas.microsoft.com/office/drawing/2014/main" id="{F35D8B96-3C2D-C02D-7BC8-0C62BDB133CB}"/>
                  </a:ext>
                </a:extLst>
              </p:cNvPr>
              <p:cNvSpPr/>
              <p:nvPr/>
            </p:nvSpPr>
            <p:spPr>
              <a:xfrm>
                <a:off x="1145616" y="3928426"/>
                <a:ext cx="104085" cy="12602"/>
              </a:xfrm>
              <a:custGeom>
                <a:avLst/>
                <a:gdLst>
                  <a:gd name="csX0" fmla="*/ 0 w 104085"/>
                  <a:gd name="csY0" fmla="*/ 0 h 12602"/>
                  <a:gd name="csX1" fmla="*/ 104085 w 104085"/>
                  <a:gd name="csY1" fmla="*/ 0 h 12602"/>
                </a:gdLst>
                <a:ahLst/>
                <a:cxnLst>
                  <a:cxn ang="0">
                    <a:pos x="csX0" y="csY0"/>
                  </a:cxn>
                  <a:cxn ang="0">
                    <a:pos x="csX1" y="csY1"/>
                  </a:cxn>
                </a:cxnLst>
                <a:rect l="l" t="t" r="r" b="b"/>
                <a:pathLst>
                  <a:path w="104085" h="12602">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463" name="Freeform 2462">
                <a:extLst>
                  <a:ext uri="{FF2B5EF4-FFF2-40B4-BE49-F238E27FC236}">
                    <a16:creationId xmlns:a16="http://schemas.microsoft.com/office/drawing/2014/main" id="{1B9D62B9-8F40-AA2A-5B03-D2A75670D7E3}"/>
                  </a:ext>
                </a:extLst>
              </p:cNvPr>
              <p:cNvSpPr/>
              <p:nvPr/>
            </p:nvSpPr>
            <p:spPr>
              <a:xfrm>
                <a:off x="1405891" y="4103347"/>
                <a:ext cx="104209" cy="12602"/>
              </a:xfrm>
              <a:custGeom>
                <a:avLst/>
                <a:gdLst>
                  <a:gd name="csX0" fmla="*/ 0 w 104209"/>
                  <a:gd name="csY0" fmla="*/ 0 h 12602"/>
                  <a:gd name="csX1" fmla="*/ 104209 w 104209"/>
                  <a:gd name="csY1" fmla="*/ 0 h 12602"/>
                </a:gdLst>
                <a:ahLst/>
                <a:cxnLst>
                  <a:cxn ang="0">
                    <a:pos x="csX0" y="csY0"/>
                  </a:cxn>
                  <a:cxn ang="0">
                    <a:pos x="csX1" y="csY1"/>
                  </a:cxn>
                </a:cxnLst>
                <a:rect l="l" t="t" r="r" b="b"/>
                <a:pathLst>
                  <a:path w="104209" h="12602">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464" name="Freeform 2463">
                <a:extLst>
                  <a:ext uri="{FF2B5EF4-FFF2-40B4-BE49-F238E27FC236}">
                    <a16:creationId xmlns:a16="http://schemas.microsoft.com/office/drawing/2014/main" id="{EAD0D083-4D48-17B9-5FED-F70AC7AF3377}"/>
                  </a:ext>
                </a:extLst>
              </p:cNvPr>
              <p:cNvSpPr/>
              <p:nvPr/>
            </p:nvSpPr>
            <p:spPr>
              <a:xfrm>
                <a:off x="1457996" y="4103347"/>
                <a:ext cx="12376" cy="228229"/>
              </a:xfrm>
              <a:custGeom>
                <a:avLst/>
                <a:gdLst>
                  <a:gd name="csX0" fmla="*/ 0 w 12376"/>
                  <a:gd name="csY0" fmla="*/ 0 h 228229"/>
                  <a:gd name="csX1" fmla="*/ 0 w 12376"/>
                  <a:gd name="csY1" fmla="*/ 228229 h 228229"/>
                </a:gdLst>
                <a:ahLst/>
                <a:cxnLst>
                  <a:cxn ang="0">
                    <a:pos x="csX0" y="csY0"/>
                  </a:cxn>
                  <a:cxn ang="0">
                    <a:pos x="csX1" y="csY1"/>
                  </a:cxn>
                </a:cxnLst>
                <a:rect l="l" t="t" r="r" b="b"/>
                <a:pathLst>
                  <a:path w="12376" h="228229">
                    <a:moveTo>
                      <a:pt x="0" y="0"/>
                    </a:moveTo>
                    <a:lnTo>
                      <a:pt x="0" y="228229"/>
                    </a:lnTo>
                  </a:path>
                </a:pathLst>
              </a:custGeom>
              <a:noFill/>
              <a:ln w="13212" cap="flat">
                <a:solidFill>
                  <a:srgbClr val="000000"/>
                </a:solidFill>
                <a:prstDash val="solid"/>
                <a:round/>
              </a:ln>
            </p:spPr>
            <p:txBody>
              <a:bodyPr/>
              <a:lstStyle/>
              <a:p>
                <a:pPr algn="ctr"/>
                <a:endParaRPr lang="en-US" sz="2268"/>
              </a:p>
            </p:txBody>
          </p:sp>
          <p:sp>
            <p:nvSpPr>
              <p:cNvPr id="2465" name="Freeform 2464">
                <a:extLst>
                  <a:ext uri="{FF2B5EF4-FFF2-40B4-BE49-F238E27FC236}">
                    <a16:creationId xmlns:a16="http://schemas.microsoft.com/office/drawing/2014/main" id="{325A4435-675F-0408-3BCC-2EB1C888DA11}"/>
                  </a:ext>
                </a:extLst>
              </p:cNvPr>
              <p:cNvSpPr/>
              <p:nvPr/>
            </p:nvSpPr>
            <p:spPr>
              <a:xfrm>
                <a:off x="1405891" y="4331576"/>
                <a:ext cx="104209" cy="12602"/>
              </a:xfrm>
              <a:custGeom>
                <a:avLst/>
                <a:gdLst>
                  <a:gd name="csX0" fmla="*/ 0 w 104209"/>
                  <a:gd name="csY0" fmla="*/ 0 h 12602"/>
                  <a:gd name="csX1" fmla="*/ 104209 w 104209"/>
                  <a:gd name="csY1" fmla="*/ 0 h 12602"/>
                </a:gdLst>
                <a:ahLst/>
                <a:cxnLst>
                  <a:cxn ang="0">
                    <a:pos x="csX0" y="csY0"/>
                  </a:cxn>
                  <a:cxn ang="0">
                    <a:pos x="csX1" y="csY1"/>
                  </a:cxn>
                </a:cxnLst>
                <a:rect l="l" t="t" r="r" b="b"/>
                <a:pathLst>
                  <a:path w="104209" h="12602">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466" name="Freeform 2465">
                <a:extLst>
                  <a:ext uri="{FF2B5EF4-FFF2-40B4-BE49-F238E27FC236}">
                    <a16:creationId xmlns:a16="http://schemas.microsoft.com/office/drawing/2014/main" id="{69969F95-312B-BC61-506F-565EC4CBC724}"/>
                  </a:ext>
                </a:extLst>
              </p:cNvPr>
              <p:cNvSpPr/>
              <p:nvPr/>
            </p:nvSpPr>
            <p:spPr>
              <a:xfrm>
                <a:off x="1666290" y="4254827"/>
                <a:ext cx="104209" cy="12602"/>
              </a:xfrm>
              <a:custGeom>
                <a:avLst/>
                <a:gdLst>
                  <a:gd name="csX0" fmla="*/ 0 w 104209"/>
                  <a:gd name="csY0" fmla="*/ 0 h 12602"/>
                  <a:gd name="csX1" fmla="*/ 104209 w 104209"/>
                  <a:gd name="csY1" fmla="*/ 0 h 12602"/>
                </a:gdLst>
                <a:ahLst/>
                <a:cxnLst>
                  <a:cxn ang="0">
                    <a:pos x="csX0" y="csY0"/>
                  </a:cxn>
                  <a:cxn ang="0">
                    <a:pos x="csX1" y="csY1"/>
                  </a:cxn>
                </a:cxnLst>
                <a:rect l="l" t="t" r="r" b="b"/>
                <a:pathLst>
                  <a:path w="104209" h="12602">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467" name="Freeform 2466">
                <a:extLst>
                  <a:ext uri="{FF2B5EF4-FFF2-40B4-BE49-F238E27FC236}">
                    <a16:creationId xmlns:a16="http://schemas.microsoft.com/office/drawing/2014/main" id="{0C0BA53E-C667-595E-243C-E76BC0835B60}"/>
                  </a:ext>
                </a:extLst>
              </p:cNvPr>
              <p:cNvSpPr/>
              <p:nvPr/>
            </p:nvSpPr>
            <p:spPr>
              <a:xfrm>
                <a:off x="1718394" y="4254827"/>
                <a:ext cx="12376" cy="8947"/>
              </a:xfrm>
              <a:custGeom>
                <a:avLst/>
                <a:gdLst>
                  <a:gd name="csX0" fmla="*/ 0 w 12376"/>
                  <a:gd name="csY0" fmla="*/ 0 h 8947"/>
                  <a:gd name="csX1" fmla="*/ 0 w 12376"/>
                  <a:gd name="csY1" fmla="*/ 8948 h 8947"/>
                </a:gdLst>
                <a:ahLst/>
                <a:cxnLst>
                  <a:cxn ang="0">
                    <a:pos x="csX0" y="csY0"/>
                  </a:cxn>
                  <a:cxn ang="0">
                    <a:pos x="csX1" y="csY1"/>
                  </a:cxn>
                </a:cxnLst>
                <a:rect l="l" t="t" r="r" b="b"/>
                <a:pathLst>
                  <a:path w="12376" h="8947">
                    <a:moveTo>
                      <a:pt x="0" y="0"/>
                    </a:moveTo>
                    <a:lnTo>
                      <a:pt x="0" y="8948"/>
                    </a:lnTo>
                  </a:path>
                </a:pathLst>
              </a:custGeom>
              <a:noFill/>
              <a:ln w="13212" cap="flat">
                <a:solidFill>
                  <a:srgbClr val="000000"/>
                </a:solidFill>
                <a:prstDash val="solid"/>
                <a:round/>
              </a:ln>
            </p:spPr>
            <p:txBody>
              <a:bodyPr/>
              <a:lstStyle/>
              <a:p>
                <a:pPr algn="ctr"/>
                <a:endParaRPr lang="en-US" sz="2268"/>
              </a:p>
            </p:txBody>
          </p:sp>
          <p:sp>
            <p:nvSpPr>
              <p:cNvPr id="2468" name="Freeform 2467">
                <a:extLst>
                  <a:ext uri="{FF2B5EF4-FFF2-40B4-BE49-F238E27FC236}">
                    <a16:creationId xmlns:a16="http://schemas.microsoft.com/office/drawing/2014/main" id="{4C870ABB-2588-3247-7F95-3BAB0249A18E}"/>
                  </a:ext>
                </a:extLst>
              </p:cNvPr>
              <p:cNvSpPr/>
              <p:nvPr/>
            </p:nvSpPr>
            <p:spPr>
              <a:xfrm>
                <a:off x="1666290" y="4263775"/>
                <a:ext cx="104209" cy="12602"/>
              </a:xfrm>
              <a:custGeom>
                <a:avLst/>
                <a:gdLst>
                  <a:gd name="csX0" fmla="*/ 0 w 104209"/>
                  <a:gd name="csY0" fmla="*/ 0 h 12602"/>
                  <a:gd name="csX1" fmla="*/ 104209 w 104209"/>
                  <a:gd name="csY1" fmla="*/ 0 h 12602"/>
                </a:gdLst>
                <a:ahLst/>
                <a:cxnLst>
                  <a:cxn ang="0">
                    <a:pos x="csX0" y="csY0"/>
                  </a:cxn>
                  <a:cxn ang="0">
                    <a:pos x="csX1" y="csY1"/>
                  </a:cxn>
                </a:cxnLst>
                <a:rect l="l" t="t" r="r" b="b"/>
                <a:pathLst>
                  <a:path w="104209" h="12602">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469" name="Freeform 2468">
                <a:extLst>
                  <a:ext uri="{FF2B5EF4-FFF2-40B4-BE49-F238E27FC236}">
                    <a16:creationId xmlns:a16="http://schemas.microsoft.com/office/drawing/2014/main" id="{DCB642AC-10D1-1834-B28E-223A52866ADF}"/>
                  </a:ext>
                </a:extLst>
              </p:cNvPr>
              <p:cNvSpPr/>
              <p:nvPr/>
            </p:nvSpPr>
            <p:spPr>
              <a:xfrm>
                <a:off x="1926689" y="3549472"/>
                <a:ext cx="104085" cy="12602"/>
              </a:xfrm>
              <a:custGeom>
                <a:avLst/>
                <a:gdLst>
                  <a:gd name="csX0" fmla="*/ 0 w 104085"/>
                  <a:gd name="csY0" fmla="*/ 0 h 12602"/>
                  <a:gd name="csX1" fmla="*/ 104085 w 104085"/>
                  <a:gd name="csY1" fmla="*/ 0 h 12602"/>
                </a:gdLst>
                <a:ahLst/>
                <a:cxnLst>
                  <a:cxn ang="0">
                    <a:pos x="csX0" y="csY0"/>
                  </a:cxn>
                  <a:cxn ang="0">
                    <a:pos x="csX1" y="csY1"/>
                  </a:cxn>
                </a:cxnLst>
                <a:rect l="l" t="t" r="r" b="b"/>
                <a:pathLst>
                  <a:path w="104085" h="12602">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470" name="Freeform 2469">
                <a:extLst>
                  <a:ext uri="{FF2B5EF4-FFF2-40B4-BE49-F238E27FC236}">
                    <a16:creationId xmlns:a16="http://schemas.microsoft.com/office/drawing/2014/main" id="{6B876FE1-6FC7-DCBF-3468-28019DBB79FF}"/>
                  </a:ext>
                </a:extLst>
              </p:cNvPr>
              <p:cNvSpPr/>
              <p:nvPr/>
            </p:nvSpPr>
            <p:spPr>
              <a:xfrm>
                <a:off x="1978670" y="3549472"/>
                <a:ext cx="12376" cy="10459"/>
              </a:xfrm>
              <a:custGeom>
                <a:avLst/>
                <a:gdLst>
                  <a:gd name="csX0" fmla="*/ 0 w 12376"/>
                  <a:gd name="csY0" fmla="*/ 0 h 10459"/>
                  <a:gd name="csX1" fmla="*/ 0 w 12376"/>
                  <a:gd name="csY1" fmla="*/ 10460 h 10459"/>
                </a:gdLst>
                <a:ahLst/>
                <a:cxnLst>
                  <a:cxn ang="0">
                    <a:pos x="csX0" y="csY0"/>
                  </a:cxn>
                  <a:cxn ang="0">
                    <a:pos x="csX1" y="csY1"/>
                  </a:cxn>
                </a:cxnLst>
                <a:rect l="l" t="t" r="r" b="b"/>
                <a:pathLst>
                  <a:path w="12376" h="10459">
                    <a:moveTo>
                      <a:pt x="0" y="0"/>
                    </a:moveTo>
                    <a:lnTo>
                      <a:pt x="0" y="10460"/>
                    </a:lnTo>
                  </a:path>
                </a:pathLst>
              </a:custGeom>
              <a:noFill/>
              <a:ln w="13212" cap="flat">
                <a:solidFill>
                  <a:srgbClr val="000000"/>
                </a:solidFill>
                <a:prstDash val="solid"/>
                <a:round/>
              </a:ln>
            </p:spPr>
            <p:txBody>
              <a:bodyPr/>
              <a:lstStyle/>
              <a:p>
                <a:pPr algn="ctr"/>
                <a:endParaRPr lang="en-US" sz="2268"/>
              </a:p>
            </p:txBody>
          </p:sp>
          <p:sp>
            <p:nvSpPr>
              <p:cNvPr id="2471" name="Freeform 2470">
                <a:extLst>
                  <a:ext uri="{FF2B5EF4-FFF2-40B4-BE49-F238E27FC236}">
                    <a16:creationId xmlns:a16="http://schemas.microsoft.com/office/drawing/2014/main" id="{4A0A3F30-3244-9C8B-9529-B406402FDF9E}"/>
                  </a:ext>
                </a:extLst>
              </p:cNvPr>
              <p:cNvSpPr/>
              <p:nvPr/>
            </p:nvSpPr>
            <p:spPr>
              <a:xfrm>
                <a:off x="1926689" y="3559932"/>
                <a:ext cx="104085" cy="12602"/>
              </a:xfrm>
              <a:custGeom>
                <a:avLst/>
                <a:gdLst>
                  <a:gd name="csX0" fmla="*/ 0 w 104085"/>
                  <a:gd name="csY0" fmla="*/ 0 h 12602"/>
                  <a:gd name="csX1" fmla="*/ 104085 w 104085"/>
                  <a:gd name="csY1" fmla="*/ 0 h 12602"/>
                </a:gdLst>
                <a:ahLst/>
                <a:cxnLst>
                  <a:cxn ang="0">
                    <a:pos x="csX0" y="csY0"/>
                  </a:cxn>
                  <a:cxn ang="0">
                    <a:pos x="csX1" y="csY1"/>
                  </a:cxn>
                </a:cxnLst>
                <a:rect l="l" t="t" r="r" b="b"/>
                <a:pathLst>
                  <a:path w="104085" h="12602">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472" name="Freeform 2471">
                <a:extLst>
                  <a:ext uri="{FF2B5EF4-FFF2-40B4-BE49-F238E27FC236}">
                    <a16:creationId xmlns:a16="http://schemas.microsoft.com/office/drawing/2014/main" id="{DE3CCAD2-0615-08D6-CA75-B56F7BDD10E6}"/>
                  </a:ext>
                </a:extLst>
              </p:cNvPr>
              <p:cNvSpPr/>
              <p:nvPr/>
            </p:nvSpPr>
            <p:spPr>
              <a:xfrm>
                <a:off x="1067521" y="3077892"/>
                <a:ext cx="12376" cy="1348706"/>
              </a:xfrm>
              <a:custGeom>
                <a:avLst/>
                <a:gdLst>
                  <a:gd name="csX0" fmla="*/ 0 w 12376"/>
                  <a:gd name="csY0" fmla="*/ 1348706 h 1348706"/>
                  <a:gd name="csX1" fmla="*/ 0 w 12376"/>
                  <a:gd name="csY1" fmla="*/ 0 h 1348706"/>
                </a:gdLst>
                <a:ahLst/>
                <a:cxnLst>
                  <a:cxn ang="0">
                    <a:pos x="csX0" y="csY0"/>
                  </a:cxn>
                  <a:cxn ang="0">
                    <a:pos x="csX1" y="csY1"/>
                  </a:cxn>
                </a:cxnLst>
                <a:rect l="l" t="t" r="r" b="b"/>
                <a:pathLst>
                  <a:path w="12376" h="1348706">
                    <a:moveTo>
                      <a:pt x="0" y="1348706"/>
                    </a:moveTo>
                    <a:lnTo>
                      <a:pt x="0" y="0"/>
                    </a:lnTo>
                  </a:path>
                </a:pathLst>
              </a:custGeom>
              <a:ln w="13212" cap="flat">
                <a:solidFill>
                  <a:srgbClr val="000000"/>
                </a:solidFill>
                <a:prstDash val="solid"/>
                <a:round/>
              </a:ln>
            </p:spPr>
            <p:txBody>
              <a:bodyPr/>
              <a:lstStyle/>
              <a:p>
                <a:pPr algn="ctr"/>
                <a:endParaRPr lang="en-US" sz="2268"/>
              </a:p>
            </p:txBody>
          </p:sp>
          <p:sp>
            <p:nvSpPr>
              <p:cNvPr id="2473" name="Freeform 2472">
                <a:extLst>
                  <a:ext uri="{FF2B5EF4-FFF2-40B4-BE49-F238E27FC236}">
                    <a16:creationId xmlns:a16="http://schemas.microsoft.com/office/drawing/2014/main" id="{A2EEC523-3A69-7762-BD48-213F7A62A9E4}"/>
                  </a:ext>
                </a:extLst>
              </p:cNvPr>
              <p:cNvSpPr/>
              <p:nvPr/>
            </p:nvSpPr>
            <p:spPr>
              <a:xfrm>
                <a:off x="1588195" y="3077892"/>
                <a:ext cx="12376" cy="1348706"/>
              </a:xfrm>
              <a:custGeom>
                <a:avLst/>
                <a:gdLst>
                  <a:gd name="csX0" fmla="*/ 0 w 12376"/>
                  <a:gd name="csY0" fmla="*/ 1348706 h 1348706"/>
                  <a:gd name="csX1" fmla="*/ 0 w 12376"/>
                  <a:gd name="csY1" fmla="*/ 0 h 1348706"/>
                </a:gdLst>
                <a:ahLst/>
                <a:cxnLst>
                  <a:cxn ang="0">
                    <a:pos x="csX0" y="csY0"/>
                  </a:cxn>
                  <a:cxn ang="0">
                    <a:pos x="csX1" y="csY1"/>
                  </a:cxn>
                </a:cxnLst>
                <a:rect l="l" t="t" r="r" b="b"/>
                <a:pathLst>
                  <a:path w="12376" h="1348706">
                    <a:moveTo>
                      <a:pt x="0" y="1348706"/>
                    </a:moveTo>
                    <a:lnTo>
                      <a:pt x="0" y="0"/>
                    </a:lnTo>
                  </a:path>
                </a:pathLst>
              </a:custGeom>
              <a:ln w="13212" cap="flat">
                <a:solidFill>
                  <a:srgbClr val="000000"/>
                </a:solidFill>
                <a:prstDash val="solid"/>
                <a:round/>
              </a:ln>
            </p:spPr>
            <p:txBody>
              <a:bodyPr/>
              <a:lstStyle/>
              <a:p>
                <a:pPr algn="ctr"/>
                <a:endParaRPr lang="en-US" sz="2268"/>
              </a:p>
            </p:txBody>
          </p:sp>
          <p:sp>
            <p:nvSpPr>
              <p:cNvPr id="2474" name="Freeform 2473">
                <a:extLst>
                  <a:ext uri="{FF2B5EF4-FFF2-40B4-BE49-F238E27FC236}">
                    <a16:creationId xmlns:a16="http://schemas.microsoft.com/office/drawing/2014/main" id="{651A0C36-C101-52D2-A344-D37F2266B81A}"/>
                  </a:ext>
                </a:extLst>
              </p:cNvPr>
              <p:cNvSpPr/>
              <p:nvPr/>
            </p:nvSpPr>
            <p:spPr>
              <a:xfrm>
                <a:off x="2108869" y="3077892"/>
                <a:ext cx="12376" cy="1348706"/>
              </a:xfrm>
              <a:custGeom>
                <a:avLst/>
                <a:gdLst>
                  <a:gd name="csX0" fmla="*/ 0 w 12376"/>
                  <a:gd name="csY0" fmla="*/ 1348706 h 1348706"/>
                  <a:gd name="csX1" fmla="*/ 0 w 12376"/>
                  <a:gd name="csY1" fmla="*/ 0 h 1348706"/>
                </a:gdLst>
                <a:ahLst/>
                <a:cxnLst>
                  <a:cxn ang="0">
                    <a:pos x="csX0" y="csY0"/>
                  </a:cxn>
                  <a:cxn ang="0">
                    <a:pos x="csX1" y="csY1"/>
                  </a:cxn>
                </a:cxnLst>
                <a:rect l="l" t="t" r="r" b="b"/>
                <a:pathLst>
                  <a:path w="12376" h="1348706">
                    <a:moveTo>
                      <a:pt x="0" y="1348706"/>
                    </a:moveTo>
                    <a:lnTo>
                      <a:pt x="0" y="0"/>
                    </a:lnTo>
                  </a:path>
                </a:pathLst>
              </a:custGeom>
              <a:ln w="13212" cap="flat">
                <a:solidFill>
                  <a:srgbClr val="000000"/>
                </a:solidFill>
                <a:prstDash val="solid"/>
                <a:round/>
              </a:ln>
            </p:spPr>
            <p:txBody>
              <a:bodyPr/>
              <a:lstStyle/>
              <a:p>
                <a:pPr algn="ctr"/>
                <a:endParaRPr lang="en-US" sz="2268"/>
              </a:p>
            </p:txBody>
          </p:sp>
          <p:sp>
            <p:nvSpPr>
              <p:cNvPr id="2475" name="Freeform 2474">
                <a:extLst>
                  <a:ext uri="{FF2B5EF4-FFF2-40B4-BE49-F238E27FC236}">
                    <a16:creationId xmlns:a16="http://schemas.microsoft.com/office/drawing/2014/main" id="{C2720C70-2E6E-F0B0-82E8-AD79062B2B62}"/>
                  </a:ext>
                </a:extLst>
              </p:cNvPr>
              <p:cNvSpPr/>
              <p:nvPr/>
            </p:nvSpPr>
            <p:spPr>
              <a:xfrm>
                <a:off x="807122" y="3812988"/>
                <a:ext cx="12376" cy="302835"/>
              </a:xfrm>
              <a:custGeom>
                <a:avLst/>
                <a:gdLst>
                  <a:gd name="csX0" fmla="*/ 0 w 12376"/>
                  <a:gd name="csY0" fmla="*/ 302835 h 302835"/>
                  <a:gd name="csX1" fmla="*/ 0 w 12376"/>
                  <a:gd name="csY1" fmla="*/ 0 h 302835"/>
                </a:gdLst>
                <a:ahLst/>
                <a:cxnLst>
                  <a:cxn ang="0">
                    <a:pos x="csX0" y="csY0"/>
                  </a:cxn>
                  <a:cxn ang="0">
                    <a:pos x="csX1" y="csY1"/>
                  </a:cxn>
                </a:cxnLst>
                <a:rect l="l" t="t" r="r" b="b"/>
                <a:pathLst>
                  <a:path w="12376" h="302835">
                    <a:moveTo>
                      <a:pt x="0" y="302835"/>
                    </a:moveTo>
                    <a:lnTo>
                      <a:pt x="0" y="0"/>
                    </a:lnTo>
                  </a:path>
                </a:pathLst>
              </a:custGeom>
              <a:ln w="13212" cap="flat">
                <a:solidFill>
                  <a:srgbClr val="000000"/>
                </a:solidFill>
                <a:prstDash val="solid"/>
                <a:round/>
              </a:ln>
            </p:spPr>
            <p:txBody>
              <a:bodyPr/>
              <a:lstStyle/>
              <a:p>
                <a:pPr algn="ctr"/>
                <a:endParaRPr lang="en-US" sz="2268"/>
              </a:p>
            </p:txBody>
          </p:sp>
          <p:sp>
            <p:nvSpPr>
              <p:cNvPr id="2476" name="Freeform 2475">
                <a:extLst>
                  <a:ext uri="{FF2B5EF4-FFF2-40B4-BE49-F238E27FC236}">
                    <a16:creationId xmlns:a16="http://schemas.microsoft.com/office/drawing/2014/main" id="{B493AF16-EECC-30D4-B591-E624777E17FC}"/>
                  </a:ext>
                </a:extLst>
              </p:cNvPr>
              <p:cNvSpPr/>
              <p:nvPr/>
            </p:nvSpPr>
            <p:spPr>
              <a:xfrm>
                <a:off x="771973" y="4053945"/>
                <a:ext cx="70174" cy="61877"/>
              </a:xfrm>
              <a:custGeom>
                <a:avLst/>
                <a:gdLst>
                  <a:gd name="csX0" fmla="*/ 0 w 70174"/>
                  <a:gd name="csY0" fmla="*/ 0 h 61877"/>
                  <a:gd name="csX1" fmla="*/ 35149 w 70174"/>
                  <a:gd name="csY1" fmla="*/ 61878 h 61877"/>
                  <a:gd name="csX2" fmla="*/ 70174 w 70174"/>
                  <a:gd name="csY2" fmla="*/ 0 h 61877"/>
                </a:gdLst>
                <a:ahLst/>
                <a:cxnLst>
                  <a:cxn ang="0">
                    <a:pos x="csX0" y="csY0"/>
                  </a:cxn>
                  <a:cxn ang="0">
                    <a:pos x="csX1" y="csY1"/>
                  </a:cxn>
                  <a:cxn ang="0">
                    <a:pos x="csX2" y="csY2"/>
                  </a:cxn>
                </a:cxnLst>
                <a:rect l="l" t="t" r="r" b="b"/>
                <a:pathLst>
                  <a:path w="70174" h="61877">
                    <a:moveTo>
                      <a:pt x="0" y="0"/>
                    </a:moveTo>
                    <a:lnTo>
                      <a:pt x="35149" y="61878"/>
                    </a:lnTo>
                    <a:lnTo>
                      <a:pt x="70174" y="0"/>
                    </a:lnTo>
                  </a:path>
                </a:pathLst>
              </a:custGeom>
              <a:noFill/>
              <a:ln w="13212" cap="flat">
                <a:solidFill>
                  <a:srgbClr val="000000"/>
                </a:solidFill>
                <a:prstDash val="solid"/>
                <a:round/>
              </a:ln>
            </p:spPr>
            <p:txBody>
              <a:bodyPr/>
              <a:lstStyle/>
              <a:p>
                <a:pPr algn="ctr"/>
                <a:endParaRPr lang="en-US" sz="2268"/>
              </a:p>
            </p:txBody>
          </p:sp>
          <p:sp>
            <p:nvSpPr>
              <p:cNvPr id="2477" name="Freeform 2476">
                <a:extLst>
                  <a:ext uri="{FF2B5EF4-FFF2-40B4-BE49-F238E27FC236}">
                    <a16:creationId xmlns:a16="http://schemas.microsoft.com/office/drawing/2014/main" id="{533123E6-EC0E-0AB8-C417-E4C57F983762}"/>
                  </a:ext>
                </a:extLst>
              </p:cNvPr>
              <p:cNvSpPr/>
              <p:nvPr/>
            </p:nvSpPr>
            <p:spPr>
              <a:xfrm>
                <a:off x="771973" y="3812988"/>
                <a:ext cx="70174" cy="61877"/>
              </a:xfrm>
              <a:custGeom>
                <a:avLst/>
                <a:gdLst>
                  <a:gd name="csX0" fmla="*/ 70174 w 70174"/>
                  <a:gd name="csY0" fmla="*/ 61878 h 61877"/>
                  <a:gd name="csX1" fmla="*/ 35149 w 70174"/>
                  <a:gd name="csY1" fmla="*/ 0 h 61877"/>
                  <a:gd name="csX2" fmla="*/ 0 w 70174"/>
                  <a:gd name="csY2" fmla="*/ 61878 h 61877"/>
                </a:gdLst>
                <a:ahLst/>
                <a:cxnLst>
                  <a:cxn ang="0">
                    <a:pos x="csX0" y="csY0"/>
                  </a:cxn>
                  <a:cxn ang="0">
                    <a:pos x="csX1" y="csY1"/>
                  </a:cxn>
                  <a:cxn ang="0">
                    <a:pos x="csX2" y="csY2"/>
                  </a:cxn>
                </a:cxnLst>
                <a:rect l="l" t="t" r="r" b="b"/>
                <a:pathLst>
                  <a:path w="70174" h="61877">
                    <a:moveTo>
                      <a:pt x="70174" y="61878"/>
                    </a:moveTo>
                    <a:lnTo>
                      <a:pt x="35149" y="0"/>
                    </a:lnTo>
                    <a:lnTo>
                      <a:pt x="0" y="61878"/>
                    </a:lnTo>
                  </a:path>
                </a:pathLst>
              </a:custGeom>
              <a:noFill/>
              <a:ln w="13212" cap="flat">
                <a:solidFill>
                  <a:srgbClr val="000000"/>
                </a:solidFill>
                <a:prstDash val="solid"/>
                <a:round/>
              </a:ln>
            </p:spPr>
            <p:txBody>
              <a:bodyPr/>
              <a:lstStyle/>
              <a:p>
                <a:pPr algn="ctr"/>
                <a:endParaRPr lang="en-US" sz="2268"/>
              </a:p>
            </p:txBody>
          </p:sp>
          <p:sp>
            <p:nvSpPr>
              <p:cNvPr id="2478" name="TextBox 2477">
                <a:extLst>
                  <a:ext uri="{FF2B5EF4-FFF2-40B4-BE49-F238E27FC236}">
                    <a16:creationId xmlns:a16="http://schemas.microsoft.com/office/drawing/2014/main" id="{F7B9B0A3-2556-CBBF-64F7-43E14F79A399}"/>
                  </a:ext>
                </a:extLst>
              </p:cNvPr>
              <p:cNvSpPr txBox="1"/>
              <p:nvPr/>
            </p:nvSpPr>
            <p:spPr>
              <a:xfrm>
                <a:off x="731032" y="3899511"/>
                <a:ext cx="412581"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2.21x</a:t>
                </a:r>
              </a:p>
            </p:txBody>
          </p:sp>
          <p:sp>
            <p:nvSpPr>
              <p:cNvPr id="2510" name="Freeform 2509">
                <a:extLst>
                  <a:ext uri="{FF2B5EF4-FFF2-40B4-BE49-F238E27FC236}">
                    <a16:creationId xmlns:a16="http://schemas.microsoft.com/office/drawing/2014/main" id="{F53A2DAB-F739-E80A-9749-7F4F21333D93}"/>
                  </a:ext>
                </a:extLst>
              </p:cNvPr>
              <p:cNvSpPr/>
              <p:nvPr/>
            </p:nvSpPr>
            <p:spPr>
              <a:xfrm>
                <a:off x="1327796" y="3791564"/>
                <a:ext cx="12376" cy="425834"/>
              </a:xfrm>
              <a:custGeom>
                <a:avLst/>
                <a:gdLst>
                  <a:gd name="csX0" fmla="*/ 0 w 12376"/>
                  <a:gd name="csY0" fmla="*/ 0 h 425834"/>
                  <a:gd name="csX1" fmla="*/ 0 w 12376"/>
                  <a:gd name="csY1" fmla="*/ 425834 h 425834"/>
                </a:gdLst>
                <a:ahLst/>
                <a:cxnLst>
                  <a:cxn ang="0">
                    <a:pos x="csX0" y="csY0"/>
                  </a:cxn>
                  <a:cxn ang="0">
                    <a:pos x="csX1" y="csY1"/>
                  </a:cxn>
                </a:cxnLst>
                <a:rect l="l" t="t" r="r" b="b"/>
                <a:pathLst>
                  <a:path w="12376" h="425834">
                    <a:moveTo>
                      <a:pt x="0" y="0"/>
                    </a:moveTo>
                    <a:lnTo>
                      <a:pt x="0" y="425834"/>
                    </a:lnTo>
                  </a:path>
                </a:pathLst>
              </a:custGeom>
              <a:ln w="13212" cap="flat">
                <a:solidFill>
                  <a:srgbClr val="000000"/>
                </a:solidFill>
                <a:prstDash val="solid"/>
                <a:round/>
              </a:ln>
            </p:spPr>
            <p:txBody>
              <a:bodyPr/>
              <a:lstStyle/>
              <a:p>
                <a:pPr algn="ctr"/>
                <a:endParaRPr lang="en-US" sz="2268"/>
              </a:p>
            </p:txBody>
          </p:sp>
          <p:sp>
            <p:nvSpPr>
              <p:cNvPr id="2511" name="Freeform 2510">
                <a:extLst>
                  <a:ext uri="{FF2B5EF4-FFF2-40B4-BE49-F238E27FC236}">
                    <a16:creationId xmlns:a16="http://schemas.microsoft.com/office/drawing/2014/main" id="{F8BFE60E-C168-57FC-7DCE-AE5F02DC3752}"/>
                  </a:ext>
                </a:extLst>
              </p:cNvPr>
              <p:cNvSpPr/>
              <p:nvPr/>
            </p:nvSpPr>
            <p:spPr>
              <a:xfrm>
                <a:off x="1292771" y="3791564"/>
                <a:ext cx="70173" cy="61877"/>
              </a:xfrm>
              <a:custGeom>
                <a:avLst/>
                <a:gdLst>
                  <a:gd name="csX0" fmla="*/ 70174 w 70173"/>
                  <a:gd name="csY0" fmla="*/ 61878 h 61877"/>
                  <a:gd name="csX1" fmla="*/ 35025 w 70173"/>
                  <a:gd name="csY1" fmla="*/ 0 h 61877"/>
                  <a:gd name="csX2" fmla="*/ 0 w 70173"/>
                  <a:gd name="csY2" fmla="*/ 61878 h 61877"/>
                </a:gdLst>
                <a:ahLst/>
                <a:cxnLst>
                  <a:cxn ang="0">
                    <a:pos x="csX0" y="csY0"/>
                  </a:cxn>
                  <a:cxn ang="0">
                    <a:pos x="csX1" y="csY1"/>
                  </a:cxn>
                  <a:cxn ang="0">
                    <a:pos x="csX2" y="csY2"/>
                  </a:cxn>
                </a:cxnLst>
                <a:rect l="l" t="t" r="r" b="b"/>
                <a:pathLst>
                  <a:path w="70173" h="61877">
                    <a:moveTo>
                      <a:pt x="70174" y="61878"/>
                    </a:moveTo>
                    <a:lnTo>
                      <a:pt x="35025" y="0"/>
                    </a:lnTo>
                    <a:lnTo>
                      <a:pt x="0" y="61878"/>
                    </a:lnTo>
                  </a:path>
                </a:pathLst>
              </a:custGeom>
              <a:noFill/>
              <a:ln w="13212" cap="flat">
                <a:solidFill>
                  <a:srgbClr val="000000"/>
                </a:solidFill>
                <a:prstDash val="solid"/>
                <a:round/>
              </a:ln>
            </p:spPr>
            <p:txBody>
              <a:bodyPr/>
              <a:lstStyle/>
              <a:p>
                <a:pPr algn="ctr"/>
                <a:endParaRPr lang="en-US" sz="2268"/>
              </a:p>
            </p:txBody>
          </p:sp>
          <p:sp>
            <p:nvSpPr>
              <p:cNvPr id="2512" name="Freeform 2511">
                <a:extLst>
                  <a:ext uri="{FF2B5EF4-FFF2-40B4-BE49-F238E27FC236}">
                    <a16:creationId xmlns:a16="http://schemas.microsoft.com/office/drawing/2014/main" id="{8DC2914B-30B8-3EC0-BB58-6BD729F7CC84}"/>
                  </a:ext>
                </a:extLst>
              </p:cNvPr>
              <p:cNvSpPr/>
              <p:nvPr/>
            </p:nvSpPr>
            <p:spPr>
              <a:xfrm>
                <a:off x="1292771" y="4155521"/>
                <a:ext cx="70173" cy="61877"/>
              </a:xfrm>
              <a:custGeom>
                <a:avLst/>
                <a:gdLst>
                  <a:gd name="csX0" fmla="*/ 0 w 70173"/>
                  <a:gd name="csY0" fmla="*/ 0 h 61877"/>
                  <a:gd name="csX1" fmla="*/ 35025 w 70173"/>
                  <a:gd name="csY1" fmla="*/ 61878 h 61877"/>
                  <a:gd name="csX2" fmla="*/ 70174 w 70173"/>
                  <a:gd name="csY2" fmla="*/ 0 h 61877"/>
                </a:gdLst>
                <a:ahLst/>
                <a:cxnLst>
                  <a:cxn ang="0">
                    <a:pos x="csX0" y="csY0"/>
                  </a:cxn>
                  <a:cxn ang="0">
                    <a:pos x="csX1" y="csY1"/>
                  </a:cxn>
                  <a:cxn ang="0">
                    <a:pos x="csX2" y="csY2"/>
                  </a:cxn>
                </a:cxnLst>
                <a:rect l="l" t="t" r="r" b="b"/>
                <a:pathLst>
                  <a:path w="70173" h="61877">
                    <a:moveTo>
                      <a:pt x="0" y="0"/>
                    </a:moveTo>
                    <a:lnTo>
                      <a:pt x="35025" y="61878"/>
                    </a:lnTo>
                    <a:lnTo>
                      <a:pt x="70174" y="0"/>
                    </a:lnTo>
                  </a:path>
                </a:pathLst>
              </a:custGeom>
              <a:noFill/>
              <a:ln w="13212" cap="flat">
                <a:solidFill>
                  <a:srgbClr val="000000"/>
                </a:solidFill>
                <a:prstDash val="solid"/>
                <a:round/>
              </a:ln>
            </p:spPr>
            <p:txBody>
              <a:bodyPr/>
              <a:lstStyle/>
              <a:p>
                <a:pPr algn="ctr"/>
                <a:endParaRPr lang="en-US" sz="2268"/>
              </a:p>
            </p:txBody>
          </p:sp>
          <p:sp>
            <p:nvSpPr>
              <p:cNvPr id="2513" name="TextBox 2512">
                <a:extLst>
                  <a:ext uri="{FF2B5EF4-FFF2-40B4-BE49-F238E27FC236}">
                    <a16:creationId xmlns:a16="http://schemas.microsoft.com/office/drawing/2014/main" id="{2BA89307-564C-6DFB-4970-47D3833580B5}"/>
                  </a:ext>
                </a:extLst>
              </p:cNvPr>
              <p:cNvSpPr txBox="1"/>
              <p:nvPr/>
            </p:nvSpPr>
            <p:spPr>
              <a:xfrm>
                <a:off x="1251706" y="3909719"/>
                <a:ext cx="412581"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3.88x</a:t>
                </a:r>
              </a:p>
            </p:txBody>
          </p:sp>
          <p:sp>
            <p:nvSpPr>
              <p:cNvPr id="2545" name="Freeform 2544">
                <a:extLst>
                  <a:ext uri="{FF2B5EF4-FFF2-40B4-BE49-F238E27FC236}">
                    <a16:creationId xmlns:a16="http://schemas.microsoft.com/office/drawing/2014/main" id="{91347E7B-3364-3338-CF5D-CE7C7314D0E8}"/>
                  </a:ext>
                </a:extLst>
              </p:cNvPr>
              <p:cNvSpPr/>
              <p:nvPr/>
            </p:nvSpPr>
            <p:spPr>
              <a:xfrm>
                <a:off x="1848594" y="3554765"/>
                <a:ext cx="12376" cy="704472"/>
              </a:xfrm>
              <a:custGeom>
                <a:avLst/>
                <a:gdLst>
                  <a:gd name="csX0" fmla="*/ 0 w 12376"/>
                  <a:gd name="csY0" fmla="*/ 704473 h 704472"/>
                  <a:gd name="csX1" fmla="*/ 0 w 12376"/>
                  <a:gd name="csY1" fmla="*/ 0 h 704472"/>
                </a:gdLst>
                <a:ahLst/>
                <a:cxnLst>
                  <a:cxn ang="0">
                    <a:pos x="csX0" y="csY0"/>
                  </a:cxn>
                  <a:cxn ang="0">
                    <a:pos x="csX1" y="csY1"/>
                  </a:cxn>
                </a:cxnLst>
                <a:rect l="l" t="t" r="r" b="b"/>
                <a:pathLst>
                  <a:path w="12376" h="704472">
                    <a:moveTo>
                      <a:pt x="0" y="704473"/>
                    </a:moveTo>
                    <a:lnTo>
                      <a:pt x="0" y="0"/>
                    </a:lnTo>
                  </a:path>
                </a:pathLst>
              </a:custGeom>
              <a:ln w="13212" cap="flat">
                <a:solidFill>
                  <a:srgbClr val="000000"/>
                </a:solidFill>
                <a:prstDash val="solid"/>
                <a:round/>
              </a:ln>
            </p:spPr>
            <p:txBody>
              <a:bodyPr/>
              <a:lstStyle/>
              <a:p>
                <a:pPr algn="ctr"/>
                <a:endParaRPr lang="en-US" sz="2268"/>
              </a:p>
            </p:txBody>
          </p:sp>
          <p:sp>
            <p:nvSpPr>
              <p:cNvPr id="2546" name="Freeform 2545">
                <a:extLst>
                  <a:ext uri="{FF2B5EF4-FFF2-40B4-BE49-F238E27FC236}">
                    <a16:creationId xmlns:a16="http://schemas.microsoft.com/office/drawing/2014/main" id="{602BA32E-395F-9C2B-53C9-EF47142E1EFF}"/>
                  </a:ext>
                </a:extLst>
              </p:cNvPr>
              <p:cNvSpPr/>
              <p:nvPr/>
            </p:nvSpPr>
            <p:spPr>
              <a:xfrm>
                <a:off x="1813445" y="4197360"/>
                <a:ext cx="70173" cy="61877"/>
              </a:xfrm>
              <a:custGeom>
                <a:avLst/>
                <a:gdLst>
                  <a:gd name="csX0" fmla="*/ 0 w 70173"/>
                  <a:gd name="csY0" fmla="*/ 0 h 61877"/>
                  <a:gd name="csX1" fmla="*/ 35149 w 70173"/>
                  <a:gd name="csY1" fmla="*/ 61878 h 61877"/>
                  <a:gd name="csX2" fmla="*/ 70174 w 70173"/>
                  <a:gd name="csY2" fmla="*/ 0 h 61877"/>
                </a:gdLst>
                <a:ahLst/>
                <a:cxnLst>
                  <a:cxn ang="0">
                    <a:pos x="csX0" y="csY0"/>
                  </a:cxn>
                  <a:cxn ang="0">
                    <a:pos x="csX1" y="csY1"/>
                  </a:cxn>
                  <a:cxn ang="0">
                    <a:pos x="csX2" y="csY2"/>
                  </a:cxn>
                </a:cxnLst>
                <a:rect l="l" t="t" r="r" b="b"/>
                <a:pathLst>
                  <a:path w="70173" h="61877">
                    <a:moveTo>
                      <a:pt x="0" y="0"/>
                    </a:moveTo>
                    <a:lnTo>
                      <a:pt x="35149" y="61878"/>
                    </a:lnTo>
                    <a:lnTo>
                      <a:pt x="70174" y="0"/>
                    </a:lnTo>
                  </a:path>
                </a:pathLst>
              </a:custGeom>
              <a:noFill/>
              <a:ln w="13212" cap="flat">
                <a:solidFill>
                  <a:srgbClr val="000000"/>
                </a:solidFill>
                <a:prstDash val="solid"/>
                <a:round/>
              </a:ln>
            </p:spPr>
            <p:txBody>
              <a:bodyPr/>
              <a:lstStyle/>
              <a:p>
                <a:pPr algn="ctr"/>
                <a:endParaRPr lang="en-US" sz="2268"/>
              </a:p>
            </p:txBody>
          </p:sp>
          <p:sp>
            <p:nvSpPr>
              <p:cNvPr id="2547" name="Freeform 2546">
                <a:extLst>
                  <a:ext uri="{FF2B5EF4-FFF2-40B4-BE49-F238E27FC236}">
                    <a16:creationId xmlns:a16="http://schemas.microsoft.com/office/drawing/2014/main" id="{DBBA8334-F6B9-8D72-641A-7A8FD0F06C3A}"/>
                  </a:ext>
                </a:extLst>
              </p:cNvPr>
              <p:cNvSpPr/>
              <p:nvPr/>
            </p:nvSpPr>
            <p:spPr>
              <a:xfrm>
                <a:off x="1813445" y="3554765"/>
                <a:ext cx="70173" cy="61877"/>
              </a:xfrm>
              <a:custGeom>
                <a:avLst/>
                <a:gdLst>
                  <a:gd name="csX0" fmla="*/ 70174 w 70173"/>
                  <a:gd name="csY0" fmla="*/ 61878 h 61877"/>
                  <a:gd name="csX1" fmla="*/ 35149 w 70173"/>
                  <a:gd name="csY1" fmla="*/ 0 h 61877"/>
                  <a:gd name="csX2" fmla="*/ 0 w 70173"/>
                  <a:gd name="csY2" fmla="*/ 61878 h 61877"/>
                </a:gdLst>
                <a:ahLst/>
                <a:cxnLst>
                  <a:cxn ang="0">
                    <a:pos x="csX0" y="csY0"/>
                  </a:cxn>
                  <a:cxn ang="0">
                    <a:pos x="csX1" y="csY1"/>
                  </a:cxn>
                  <a:cxn ang="0">
                    <a:pos x="csX2" y="csY2"/>
                  </a:cxn>
                </a:cxnLst>
                <a:rect l="l" t="t" r="r" b="b"/>
                <a:pathLst>
                  <a:path w="70173" h="61877">
                    <a:moveTo>
                      <a:pt x="70174" y="61878"/>
                    </a:moveTo>
                    <a:lnTo>
                      <a:pt x="35149" y="0"/>
                    </a:lnTo>
                    <a:lnTo>
                      <a:pt x="0" y="61878"/>
                    </a:lnTo>
                  </a:path>
                </a:pathLst>
              </a:custGeom>
              <a:noFill/>
              <a:ln w="13212" cap="flat">
                <a:solidFill>
                  <a:srgbClr val="000000"/>
                </a:solidFill>
                <a:prstDash val="solid"/>
                <a:round/>
              </a:ln>
            </p:spPr>
            <p:txBody>
              <a:bodyPr/>
              <a:lstStyle/>
              <a:p>
                <a:pPr algn="ctr"/>
                <a:endParaRPr lang="en-US" sz="2268"/>
              </a:p>
            </p:txBody>
          </p:sp>
          <p:sp>
            <p:nvSpPr>
              <p:cNvPr id="2548" name="TextBox 2547">
                <a:extLst>
                  <a:ext uri="{FF2B5EF4-FFF2-40B4-BE49-F238E27FC236}">
                    <a16:creationId xmlns:a16="http://schemas.microsoft.com/office/drawing/2014/main" id="{D4ADA72F-D223-3BFB-9032-1F46FC961516}"/>
                  </a:ext>
                </a:extLst>
              </p:cNvPr>
              <p:cNvSpPr txBox="1"/>
              <p:nvPr/>
            </p:nvSpPr>
            <p:spPr>
              <a:xfrm>
                <a:off x="1772380" y="3812177"/>
                <a:ext cx="412581"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7.64x</a:t>
                </a:r>
              </a:p>
            </p:txBody>
          </p:sp>
          <p:sp>
            <p:nvSpPr>
              <p:cNvPr id="2580" name="Freeform 2579">
                <a:extLst>
                  <a:ext uri="{FF2B5EF4-FFF2-40B4-BE49-F238E27FC236}">
                    <a16:creationId xmlns:a16="http://schemas.microsoft.com/office/drawing/2014/main" id="{84AE43AD-90D7-1B91-C433-9CD88DBE2F8A}"/>
                  </a:ext>
                </a:extLst>
              </p:cNvPr>
              <p:cNvSpPr/>
              <p:nvPr/>
            </p:nvSpPr>
            <p:spPr>
              <a:xfrm>
                <a:off x="2369268" y="3967871"/>
                <a:ext cx="12376" cy="361562"/>
              </a:xfrm>
              <a:custGeom>
                <a:avLst/>
                <a:gdLst>
                  <a:gd name="csX0" fmla="*/ 0 w 12376"/>
                  <a:gd name="csY0" fmla="*/ 361562 h 361562"/>
                  <a:gd name="csX1" fmla="*/ 0 w 12376"/>
                  <a:gd name="csY1" fmla="*/ 0 h 361562"/>
                </a:gdLst>
                <a:ahLst/>
                <a:cxnLst>
                  <a:cxn ang="0">
                    <a:pos x="csX0" y="csY0"/>
                  </a:cxn>
                  <a:cxn ang="0">
                    <a:pos x="csX1" y="csY1"/>
                  </a:cxn>
                </a:cxnLst>
                <a:rect l="l" t="t" r="r" b="b"/>
                <a:pathLst>
                  <a:path w="12376" h="361562">
                    <a:moveTo>
                      <a:pt x="0" y="361562"/>
                    </a:moveTo>
                    <a:lnTo>
                      <a:pt x="0" y="0"/>
                    </a:lnTo>
                  </a:path>
                </a:pathLst>
              </a:custGeom>
              <a:ln w="13212" cap="flat">
                <a:solidFill>
                  <a:srgbClr val="000000"/>
                </a:solidFill>
                <a:prstDash val="solid"/>
                <a:round/>
              </a:ln>
            </p:spPr>
            <p:txBody>
              <a:bodyPr/>
              <a:lstStyle/>
              <a:p>
                <a:pPr algn="ctr"/>
                <a:endParaRPr lang="en-US" sz="2268"/>
              </a:p>
            </p:txBody>
          </p:sp>
          <p:sp>
            <p:nvSpPr>
              <p:cNvPr id="2581" name="Freeform 2580">
                <a:extLst>
                  <a:ext uri="{FF2B5EF4-FFF2-40B4-BE49-F238E27FC236}">
                    <a16:creationId xmlns:a16="http://schemas.microsoft.com/office/drawing/2014/main" id="{94BABFCE-8224-C30A-B269-ABDF8674BFDA}"/>
                  </a:ext>
                </a:extLst>
              </p:cNvPr>
              <p:cNvSpPr/>
              <p:nvPr/>
            </p:nvSpPr>
            <p:spPr>
              <a:xfrm>
                <a:off x="2334243" y="4267556"/>
                <a:ext cx="70050" cy="61877"/>
              </a:xfrm>
              <a:custGeom>
                <a:avLst/>
                <a:gdLst>
                  <a:gd name="csX0" fmla="*/ 0 w 70050"/>
                  <a:gd name="csY0" fmla="*/ 0 h 61877"/>
                  <a:gd name="csX1" fmla="*/ 35025 w 70050"/>
                  <a:gd name="csY1" fmla="*/ 61878 h 61877"/>
                  <a:gd name="csX2" fmla="*/ 70050 w 70050"/>
                  <a:gd name="csY2" fmla="*/ 0 h 61877"/>
                </a:gdLst>
                <a:ahLst/>
                <a:cxnLst>
                  <a:cxn ang="0">
                    <a:pos x="csX0" y="csY0"/>
                  </a:cxn>
                  <a:cxn ang="0">
                    <a:pos x="csX1" y="csY1"/>
                  </a:cxn>
                  <a:cxn ang="0">
                    <a:pos x="csX2" y="csY2"/>
                  </a:cxn>
                </a:cxnLst>
                <a:rect l="l" t="t" r="r" b="b"/>
                <a:pathLst>
                  <a:path w="70050" h="61877">
                    <a:moveTo>
                      <a:pt x="0" y="0"/>
                    </a:moveTo>
                    <a:lnTo>
                      <a:pt x="35025" y="61878"/>
                    </a:lnTo>
                    <a:lnTo>
                      <a:pt x="70050" y="0"/>
                    </a:lnTo>
                  </a:path>
                </a:pathLst>
              </a:custGeom>
              <a:noFill/>
              <a:ln w="13212" cap="flat">
                <a:solidFill>
                  <a:srgbClr val="000000"/>
                </a:solidFill>
                <a:prstDash val="solid"/>
                <a:round/>
              </a:ln>
            </p:spPr>
            <p:txBody>
              <a:bodyPr/>
              <a:lstStyle/>
              <a:p>
                <a:pPr algn="ctr"/>
                <a:endParaRPr lang="en-US" sz="2268"/>
              </a:p>
            </p:txBody>
          </p:sp>
          <p:sp>
            <p:nvSpPr>
              <p:cNvPr id="2582" name="Freeform 2581">
                <a:extLst>
                  <a:ext uri="{FF2B5EF4-FFF2-40B4-BE49-F238E27FC236}">
                    <a16:creationId xmlns:a16="http://schemas.microsoft.com/office/drawing/2014/main" id="{CCAD0344-25C6-441A-2509-E6A75DA343F7}"/>
                  </a:ext>
                </a:extLst>
              </p:cNvPr>
              <p:cNvSpPr/>
              <p:nvPr/>
            </p:nvSpPr>
            <p:spPr>
              <a:xfrm>
                <a:off x="2334243" y="3967871"/>
                <a:ext cx="70050" cy="61877"/>
              </a:xfrm>
              <a:custGeom>
                <a:avLst/>
                <a:gdLst>
                  <a:gd name="csX0" fmla="*/ 70050 w 70050"/>
                  <a:gd name="csY0" fmla="*/ 61878 h 61877"/>
                  <a:gd name="csX1" fmla="*/ 35025 w 70050"/>
                  <a:gd name="csY1" fmla="*/ 0 h 61877"/>
                  <a:gd name="csX2" fmla="*/ 0 w 70050"/>
                  <a:gd name="csY2" fmla="*/ 61878 h 61877"/>
                </a:gdLst>
                <a:ahLst/>
                <a:cxnLst>
                  <a:cxn ang="0">
                    <a:pos x="csX0" y="csY0"/>
                  </a:cxn>
                  <a:cxn ang="0">
                    <a:pos x="csX1" y="csY1"/>
                  </a:cxn>
                  <a:cxn ang="0">
                    <a:pos x="csX2" y="csY2"/>
                  </a:cxn>
                </a:cxnLst>
                <a:rect l="l" t="t" r="r" b="b"/>
                <a:pathLst>
                  <a:path w="70050" h="61877">
                    <a:moveTo>
                      <a:pt x="70050" y="61878"/>
                    </a:moveTo>
                    <a:lnTo>
                      <a:pt x="35025" y="0"/>
                    </a:lnTo>
                    <a:lnTo>
                      <a:pt x="0" y="61878"/>
                    </a:lnTo>
                  </a:path>
                </a:pathLst>
              </a:custGeom>
              <a:noFill/>
              <a:ln w="13212" cap="flat">
                <a:solidFill>
                  <a:srgbClr val="000000"/>
                </a:solidFill>
                <a:prstDash val="solid"/>
                <a:round/>
              </a:ln>
            </p:spPr>
            <p:txBody>
              <a:bodyPr/>
              <a:lstStyle/>
              <a:p>
                <a:pPr algn="ctr"/>
                <a:endParaRPr lang="en-US" sz="2268"/>
              </a:p>
            </p:txBody>
          </p:sp>
          <p:sp>
            <p:nvSpPr>
              <p:cNvPr id="2583" name="TextBox 2582">
                <a:extLst>
                  <a:ext uri="{FF2B5EF4-FFF2-40B4-BE49-F238E27FC236}">
                    <a16:creationId xmlns:a16="http://schemas.microsoft.com/office/drawing/2014/main" id="{AB3E0283-BC50-713F-91CF-4D2F6CF41A28}"/>
                  </a:ext>
                </a:extLst>
              </p:cNvPr>
              <p:cNvSpPr txBox="1"/>
              <p:nvPr/>
            </p:nvSpPr>
            <p:spPr>
              <a:xfrm>
                <a:off x="2275298" y="4053890"/>
                <a:ext cx="461779"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11.08x</a:t>
                </a:r>
              </a:p>
            </p:txBody>
          </p:sp>
          <p:sp>
            <p:nvSpPr>
              <p:cNvPr id="2615" name="Freeform 2614">
                <a:extLst>
                  <a:ext uri="{FF2B5EF4-FFF2-40B4-BE49-F238E27FC236}">
                    <a16:creationId xmlns:a16="http://schemas.microsoft.com/office/drawing/2014/main" id="{98F94910-6535-6BA1-2E78-F26CB57ADDCB}"/>
                  </a:ext>
                </a:extLst>
              </p:cNvPr>
              <p:cNvSpPr/>
              <p:nvPr/>
            </p:nvSpPr>
            <p:spPr>
              <a:xfrm>
                <a:off x="1680399" y="4232395"/>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16" name="Freeform 2615">
                <a:extLst>
                  <a:ext uri="{FF2B5EF4-FFF2-40B4-BE49-F238E27FC236}">
                    <a16:creationId xmlns:a16="http://schemas.microsoft.com/office/drawing/2014/main" id="{B4570936-A3CE-1F0B-F0A9-48F2C18F7547}"/>
                  </a:ext>
                </a:extLst>
              </p:cNvPr>
              <p:cNvSpPr/>
              <p:nvPr/>
            </p:nvSpPr>
            <p:spPr>
              <a:xfrm>
                <a:off x="1935971" y="3500701"/>
                <a:ext cx="83045" cy="73219"/>
              </a:xfrm>
              <a:custGeom>
                <a:avLst/>
                <a:gdLst>
                  <a:gd name="csX0" fmla="*/ 41585 w 83045"/>
                  <a:gd name="csY0" fmla="*/ 0 h 73219"/>
                  <a:gd name="csX1" fmla="*/ 83046 w 83045"/>
                  <a:gd name="csY1" fmla="*/ 73220 h 73219"/>
                  <a:gd name="csX2" fmla="*/ 0 w 83045"/>
                  <a:gd name="csY2" fmla="*/ 73220 h 73219"/>
                </a:gdLst>
                <a:ahLst/>
                <a:cxnLst>
                  <a:cxn ang="0">
                    <a:pos x="csX0" y="csY0"/>
                  </a:cxn>
                  <a:cxn ang="0">
                    <a:pos x="csX1" y="csY1"/>
                  </a:cxn>
                  <a:cxn ang="0">
                    <a:pos x="csX2" y="csY2"/>
                  </a:cxn>
                </a:cxnLst>
                <a:rect l="l" t="t" r="r" b="b"/>
                <a:pathLst>
                  <a:path w="83045" h="73219">
                    <a:moveTo>
                      <a:pt x="41585" y="0"/>
                    </a:moveTo>
                    <a:lnTo>
                      <a:pt x="83046"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17" name="Freeform 2616">
                <a:extLst>
                  <a:ext uri="{FF2B5EF4-FFF2-40B4-BE49-F238E27FC236}">
                    <a16:creationId xmlns:a16="http://schemas.microsoft.com/office/drawing/2014/main" id="{77EBBF80-43D9-DBE9-5E34-51ED5B3F8C60}"/>
                  </a:ext>
                </a:extLst>
              </p:cNvPr>
              <p:cNvSpPr/>
              <p:nvPr/>
            </p:nvSpPr>
            <p:spPr>
              <a:xfrm>
                <a:off x="1178290" y="3219290"/>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18" name="Freeform 2617">
                <a:extLst>
                  <a:ext uri="{FF2B5EF4-FFF2-40B4-BE49-F238E27FC236}">
                    <a16:creationId xmlns:a16="http://schemas.microsoft.com/office/drawing/2014/main" id="{88BDA42D-9A8C-B43E-D723-4E0147D24A78}"/>
                  </a:ext>
                </a:extLst>
              </p:cNvPr>
              <p:cNvSpPr/>
              <p:nvPr/>
            </p:nvSpPr>
            <p:spPr>
              <a:xfrm>
                <a:off x="1416411" y="4313554"/>
                <a:ext cx="82921" cy="73219"/>
              </a:xfrm>
              <a:custGeom>
                <a:avLst/>
                <a:gdLst>
                  <a:gd name="csX0" fmla="*/ 41461 w 82921"/>
                  <a:gd name="csY0" fmla="*/ 0 h 73219"/>
                  <a:gd name="csX1" fmla="*/ 82922 w 82921"/>
                  <a:gd name="csY1" fmla="*/ 73220 h 73219"/>
                  <a:gd name="csX2" fmla="*/ 0 w 82921"/>
                  <a:gd name="csY2" fmla="*/ 73220 h 73219"/>
                </a:gdLst>
                <a:ahLst/>
                <a:cxnLst>
                  <a:cxn ang="0">
                    <a:pos x="csX0" y="csY0"/>
                  </a:cxn>
                  <a:cxn ang="0">
                    <a:pos x="csX1" y="csY1"/>
                  </a:cxn>
                  <a:cxn ang="0">
                    <a:pos x="csX2" y="csY2"/>
                  </a:cxn>
                </a:cxnLst>
                <a:rect l="l" t="t" r="r" b="b"/>
                <a:pathLst>
                  <a:path w="82921" h="73219">
                    <a:moveTo>
                      <a:pt x="41461" y="0"/>
                    </a:moveTo>
                    <a:lnTo>
                      <a:pt x="82922"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19" name="Freeform 2618">
                <a:extLst>
                  <a:ext uri="{FF2B5EF4-FFF2-40B4-BE49-F238E27FC236}">
                    <a16:creationId xmlns:a16="http://schemas.microsoft.com/office/drawing/2014/main" id="{AA904F3B-0427-256E-A343-D554B6FE2F8B}"/>
                  </a:ext>
                </a:extLst>
              </p:cNvPr>
              <p:cNvSpPr/>
              <p:nvPr/>
            </p:nvSpPr>
            <p:spPr>
              <a:xfrm>
                <a:off x="1184478" y="3522629"/>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20" name="Freeform 2619">
                <a:extLst>
                  <a:ext uri="{FF2B5EF4-FFF2-40B4-BE49-F238E27FC236}">
                    <a16:creationId xmlns:a16="http://schemas.microsoft.com/office/drawing/2014/main" id="{2572BDE0-DAAE-EC7F-A4A3-930E12422D83}"/>
                  </a:ext>
                </a:extLst>
              </p:cNvPr>
              <p:cNvSpPr/>
              <p:nvPr/>
            </p:nvSpPr>
            <p:spPr>
              <a:xfrm>
                <a:off x="1428540" y="4316579"/>
                <a:ext cx="82921" cy="73093"/>
              </a:xfrm>
              <a:custGeom>
                <a:avLst/>
                <a:gdLst>
                  <a:gd name="csX0" fmla="*/ 41461 w 82921"/>
                  <a:gd name="csY0" fmla="*/ 0 h 73093"/>
                  <a:gd name="csX1" fmla="*/ 82922 w 82921"/>
                  <a:gd name="csY1" fmla="*/ 73094 h 73093"/>
                  <a:gd name="csX2" fmla="*/ 0 w 82921"/>
                  <a:gd name="csY2" fmla="*/ 73094 h 73093"/>
                </a:gdLst>
                <a:ahLst/>
                <a:cxnLst>
                  <a:cxn ang="0">
                    <a:pos x="csX0" y="csY0"/>
                  </a:cxn>
                  <a:cxn ang="0">
                    <a:pos x="csX1" y="csY1"/>
                  </a:cxn>
                  <a:cxn ang="0">
                    <a:pos x="csX2" y="csY2"/>
                  </a:cxn>
                </a:cxnLst>
                <a:rect l="l" t="t" r="r" b="b"/>
                <a:pathLst>
                  <a:path w="82921" h="73093">
                    <a:moveTo>
                      <a:pt x="41461" y="0"/>
                    </a:moveTo>
                    <a:lnTo>
                      <a:pt x="82922" y="73094"/>
                    </a:lnTo>
                    <a:lnTo>
                      <a:pt x="0" y="73094"/>
                    </a:lnTo>
                    <a:close/>
                  </a:path>
                </a:pathLst>
              </a:custGeom>
              <a:solidFill>
                <a:srgbClr val="00BFC4"/>
              </a:solidFill>
              <a:ln w="8767" cap="rnd">
                <a:noFill/>
                <a:prstDash val="solid"/>
                <a:round/>
              </a:ln>
            </p:spPr>
            <p:txBody>
              <a:bodyPr/>
              <a:lstStyle/>
              <a:p>
                <a:pPr algn="ctr"/>
                <a:endParaRPr lang="en-US" sz="2268"/>
              </a:p>
            </p:txBody>
          </p:sp>
          <p:sp>
            <p:nvSpPr>
              <p:cNvPr id="2621" name="Freeform 2620">
                <a:extLst>
                  <a:ext uri="{FF2B5EF4-FFF2-40B4-BE49-F238E27FC236}">
                    <a16:creationId xmlns:a16="http://schemas.microsoft.com/office/drawing/2014/main" id="{88FE8511-D127-4088-F7B6-AE3E60819643}"/>
                  </a:ext>
                </a:extLst>
              </p:cNvPr>
              <p:cNvSpPr/>
              <p:nvPr/>
            </p:nvSpPr>
            <p:spPr>
              <a:xfrm>
                <a:off x="665042" y="4154638"/>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22" name="Freeform 2621">
                <a:extLst>
                  <a:ext uri="{FF2B5EF4-FFF2-40B4-BE49-F238E27FC236}">
                    <a16:creationId xmlns:a16="http://schemas.microsoft.com/office/drawing/2014/main" id="{E3145636-64CE-0899-19F8-26FA539DC944}"/>
                  </a:ext>
                </a:extLst>
              </p:cNvPr>
              <p:cNvSpPr/>
              <p:nvPr/>
            </p:nvSpPr>
            <p:spPr>
              <a:xfrm>
                <a:off x="914425" y="3420046"/>
                <a:ext cx="82921" cy="73093"/>
              </a:xfrm>
              <a:custGeom>
                <a:avLst/>
                <a:gdLst>
                  <a:gd name="csX0" fmla="*/ 41461 w 82921"/>
                  <a:gd name="csY0" fmla="*/ 0 h 73093"/>
                  <a:gd name="csX1" fmla="*/ 82922 w 82921"/>
                  <a:gd name="csY1" fmla="*/ 73094 h 73093"/>
                  <a:gd name="csX2" fmla="*/ 0 w 82921"/>
                  <a:gd name="csY2" fmla="*/ 73094 h 73093"/>
                </a:gdLst>
                <a:ahLst/>
                <a:cxnLst>
                  <a:cxn ang="0">
                    <a:pos x="csX0" y="csY0"/>
                  </a:cxn>
                  <a:cxn ang="0">
                    <a:pos x="csX1" y="csY1"/>
                  </a:cxn>
                  <a:cxn ang="0">
                    <a:pos x="csX2" y="csY2"/>
                  </a:cxn>
                </a:cxnLst>
                <a:rect l="l" t="t" r="r" b="b"/>
                <a:pathLst>
                  <a:path w="82921" h="73093">
                    <a:moveTo>
                      <a:pt x="41461" y="0"/>
                    </a:moveTo>
                    <a:lnTo>
                      <a:pt x="82922" y="73094"/>
                    </a:lnTo>
                    <a:lnTo>
                      <a:pt x="0" y="73094"/>
                    </a:lnTo>
                    <a:close/>
                  </a:path>
                </a:pathLst>
              </a:custGeom>
              <a:solidFill>
                <a:srgbClr val="00BFC4"/>
              </a:solidFill>
              <a:ln w="8767" cap="rnd">
                <a:noFill/>
                <a:prstDash val="solid"/>
                <a:round/>
              </a:ln>
            </p:spPr>
            <p:txBody>
              <a:bodyPr/>
              <a:lstStyle/>
              <a:p>
                <a:pPr algn="ctr"/>
                <a:endParaRPr lang="en-US" sz="2268"/>
              </a:p>
            </p:txBody>
          </p:sp>
          <p:sp>
            <p:nvSpPr>
              <p:cNvPr id="2623" name="Freeform 2622">
                <a:extLst>
                  <a:ext uri="{FF2B5EF4-FFF2-40B4-BE49-F238E27FC236}">
                    <a16:creationId xmlns:a16="http://schemas.microsoft.com/office/drawing/2014/main" id="{F7832CBE-22F9-708B-930E-223F833E9D7F}"/>
                  </a:ext>
                </a:extLst>
              </p:cNvPr>
              <p:cNvSpPr/>
              <p:nvPr/>
            </p:nvSpPr>
            <p:spPr>
              <a:xfrm>
                <a:off x="648333" y="4154638"/>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24" name="Freeform 2623">
                <a:extLst>
                  <a:ext uri="{FF2B5EF4-FFF2-40B4-BE49-F238E27FC236}">
                    <a16:creationId xmlns:a16="http://schemas.microsoft.com/office/drawing/2014/main" id="{058DCF42-B9FC-25E2-FDC1-DEE529B918C0}"/>
                  </a:ext>
                </a:extLst>
              </p:cNvPr>
              <p:cNvSpPr/>
              <p:nvPr/>
            </p:nvSpPr>
            <p:spPr>
              <a:xfrm>
                <a:off x="880267" y="3877260"/>
                <a:ext cx="82921" cy="73219"/>
              </a:xfrm>
              <a:custGeom>
                <a:avLst/>
                <a:gdLst>
                  <a:gd name="csX0" fmla="*/ 41461 w 82921"/>
                  <a:gd name="csY0" fmla="*/ 0 h 73219"/>
                  <a:gd name="csX1" fmla="*/ 82922 w 82921"/>
                  <a:gd name="csY1" fmla="*/ 73220 h 73219"/>
                  <a:gd name="csX2" fmla="*/ 0 w 82921"/>
                  <a:gd name="csY2" fmla="*/ 73220 h 73219"/>
                </a:gdLst>
                <a:ahLst/>
                <a:cxnLst>
                  <a:cxn ang="0">
                    <a:pos x="csX0" y="csY0"/>
                  </a:cxn>
                  <a:cxn ang="0">
                    <a:pos x="csX1" y="csY1"/>
                  </a:cxn>
                  <a:cxn ang="0">
                    <a:pos x="csX2" y="csY2"/>
                  </a:cxn>
                </a:cxnLst>
                <a:rect l="l" t="t" r="r" b="b"/>
                <a:pathLst>
                  <a:path w="82921" h="73219">
                    <a:moveTo>
                      <a:pt x="41461" y="0"/>
                    </a:moveTo>
                    <a:lnTo>
                      <a:pt x="82922"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25" name="Freeform 2624">
                <a:extLst>
                  <a:ext uri="{FF2B5EF4-FFF2-40B4-BE49-F238E27FC236}">
                    <a16:creationId xmlns:a16="http://schemas.microsoft.com/office/drawing/2014/main" id="{164DD38D-AB0F-67B5-743E-039B9C7FC034}"/>
                  </a:ext>
                </a:extLst>
              </p:cNvPr>
              <p:cNvSpPr/>
              <p:nvPr/>
            </p:nvSpPr>
            <p:spPr>
              <a:xfrm>
                <a:off x="649324" y="4227858"/>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26" name="Freeform 2625">
                <a:extLst>
                  <a:ext uri="{FF2B5EF4-FFF2-40B4-BE49-F238E27FC236}">
                    <a16:creationId xmlns:a16="http://schemas.microsoft.com/office/drawing/2014/main" id="{FC587914-D813-EE3A-1CF0-B78AD77B1580}"/>
                  </a:ext>
                </a:extLst>
              </p:cNvPr>
              <p:cNvSpPr/>
              <p:nvPr/>
            </p:nvSpPr>
            <p:spPr>
              <a:xfrm>
                <a:off x="878534" y="3418534"/>
                <a:ext cx="82921" cy="73219"/>
              </a:xfrm>
              <a:custGeom>
                <a:avLst/>
                <a:gdLst>
                  <a:gd name="csX0" fmla="*/ 41461 w 82921"/>
                  <a:gd name="csY0" fmla="*/ 0 h 73219"/>
                  <a:gd name="csX1" fmla="*/ 82922 w 82921"/>
                  <a:gd name="csY1" fmla="*/ 73220 h 73219"/>
                  <a:gd name="csX2" fmla="*/ 0 w 82921"/>
                  <a:gd name="csY2" fmla="*/ 73220 h 73219"/>
                </a:gdLst>
                <a:ahLst/>
                <a:cxnLst>
                  <a:cxn ang="0">
                    <a:pos x="csX0" y="csY0"/>
                  </a:cxn>
                  <a:cxn ang="0">
                    <a:pos x="csX1" y="csY1"/>
                  </a:cxn>
                  <a:cxn ang="0">
                    <a:pos x="csX2" y="csY2"/>
                  </a:cxn>
                </a:cxnLst>
                <a:rect l="l" t="t" r="r" b="b"/>
                <a:pathLst>
                  <a:path w="82921" h="73219">
                    <a:moveTo>
                      <a:pt x="41461" y="0"/>
                    </a:moveTo>
                    <a:lnTo>
                      <a:pt x="82922"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27" name="Freeform 2626">
                <a:extLst>
                  <a:ext uri="{FF2B5EF4-FFF2-40B4-BE49-F238E27FC236}">
                    <a16:creationId xmlns:a16="http://schemas.microsoft.com/office/drawing/2014/main" id="{3F3F4690-EA9F-2AF4-FE03-7BC9826EF185}"/>
                  </a:ext>
                </a:extLst>
              </p:cNvPr>
              <p:cNvSpPr/>
              <p:nvPr/>
            </p:nvSpPr>
            <p:spPr>
              <a:xfrm>
                <a:off x="650437" y="4201015"/>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0"/>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28" name="Freeform 2627">
                <a:extLst>
                  <a:ext uri="{FF2B5EF4-FFF2-40B4-BE49-F238E27FC236}">
                    <a16:creationId xmlns:a16="http://schemas.microsoft.com/office/drawing/2014/main" id="{0711F19C-C662-CE96-B763-765EB78BAD8D}"/>
                  </a:ext>
                </a:extLst>
              </p:cNvPr>
              <p:cNvSpPr/>
              <p:nvPr/>
            </p:nvSpPr>
            <p:spPr>
              <a:xfrm>
                <a:off x="905143" y="3833908"/>
                <a:ext cx="82921" cy="73219"/>
              </a:xfrm>
              <a:custGeom>
                <a:avLst/>
                <a:gdLst>
                  <a:gd name="csX0" fmla="*/ 41461 w 82921"/>
                  <a:gd name="csY0" fmla="*/ 0 h 73219"/>
                  <a:gd name="csX1" fmla="*/ 82922 w 82921"/>
                  <a:gd name="csY1" fmla="*/ 73220 h 73219"/>
                  <a:gd name="csX2" fmla="*/ 0 w 82921"/>
                  <a:gd name="csY2" fmla="*/ 73220 h 73219"/>
                </a:gdLst>
                <a:ahLst/>
                <a:cxnLst>
                  <a:cxn ang="0">
                    <a:pos x="csX0" y="csY0"/>
                  </a:cxn>
                  <a:cxn ang="0">
                    <a:pos x="csX1" y="csY1"/>
                  </a:cxn>
                  <a:cxn ang="0">
                    <a:pos x="csX2" y="csY2"/>
                  </a:cxn>
                </a:cxnLst>
                <a:rect l="l" t="t" r="r" b="b"/>
                <a:pathLst>
                  <a:path w="82921" h="73219">
                    <a:moveTo>
                      <a:pt x="41461" y="0"/>
                    </a:moveTo>
                    <a:lnTo>
                      <a:pt x="82922"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29" name="Freeform 2628">
                <a:extLst>
                  <a:ext uri="{FF2B5EF4-FFF2-40B4-BE49-F238E27FC236}">
                    <a16:creationId xmlns:a16="http://schemas.microsoft.com/office/drawing/2014/main" id="{9BADA001-C4A0-B06B-67E5-DB5C44D309F4}"/>
                  </a:ext>
                </a:extLst>
              </p:cNvPr>
              <p:cNvSpPr/>
              <p:nvPr/>
            </p:nvSpPr>
            <p:spPr>
              <a:xfrm>
                <a:off x="652789" y="4242855"/>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30" name="Freeform 2629">
                <a:extLst>
                  <a:ext uri="{FF2B5EF4-FFF2-40B4-BE49-F238E27FC236}">
                    <a16:creationId xmlns:a16="http://schemas.microsoft.com/office/drawing/2014/main" id="{9C489C19-AABF-69B6-47E0-867251BC3284}"/>
                  </a:ext>
                </a:extLst>
              </p:cNvPr>
              <p:cNvSpPr/>
              <p:nvPr/>
            </p:nvSpPr>
            <p:spPr>
              <a:xfrm>
                <a:off x="881381" y="3847393"/>
                <a:ext cx="82921" cy="73093"/>
              </a:xfrm>
              <a:custGeom>
                <a:avLst/>
                <a:gdLst>
                  <a:gd name="csX0" fmla="*/ 41461 w 82921"/>
                  <a:gd name="csY0" fmla="*/ 0 h 73093"/>
                  <a:gd name="csX1" fmla="*/ 82922 w 82921"/>
                  <a:gd name="csY1" fmla="*/ 73094 h 73093"/>
                  <a:gd name="csX2" fmla="*/ 0 w 82921"/>
                  <a:gd name="csY2" fmla="*/ 73094 h 73093"/>
                </a:gdLst>
                <a:ahLst/>
                <a:cxnLst>
                  <a:cxn ang="0">
                    <a:pos x="csX0" y="csY0"/>
                  </a:cxn>
                  <a:cxn ang="0">
                    <a:pos x="csX1" y="csY1"/>
                  </a:cxn>
                  <a:cxn ang="0">
                    <a:pos x="csX2" y="csY2"/>
                  </a:cxn>
                </a:cxnLst>
                <a:rect l="l" t="t" r="r" b="b"/>
                <a:pathLst>
                  <a:path w="82921" h="73093">
                    <a:moveTo>
                      <a:pt x="41461" y="0"/>
                    </a:moveTo>
                    <a:lnTo>
                      <a:pt x="82922" y="73094"/>
                    </a:lnTo>
                    <a:lnTo>
                      <a:pt x="0" y="73094"/>
                    </a:lnTo>
                    <a:close/>
                  </a:path>
                </a:pathLst>
              </a:custGeom>
              <a:solidFill>
                <a:srgbClr val="00BFC4"/>
              </a:solidFill>
              <a:ln w="8767" cap="rnd">
                <a:noFill/>
                <a:prstDash val="solid"/>
                <a:round/>
              </a:ln>
            </p:spPr>
            <p:txBody>
              <a:bodyPr/>
              <a:lstStyle/>
              <a:p>
                <a:pPr algn="ctr"/>
                <a:endParaRPr lang="en-US" sz="2268"/>
              </a:p>
            </p:txBody>
          </p:sp>
          <p:sp>
            <p:nvSpPr>
              <p:cNvPr id="2631" name="Freeform 2630">
                <a:extLst>
                  <a:ext uri="{FF2B5EF4-FFF2-40B4-BE49-F238E27FC236}">
                    <a16:creationId xmlns:a16="http://schemas.microsoft.com/office/drawing/2014/main" id="{70AC7B40-C478-6AE6-54EA-AA128A2E44E6}"/>
                  </a:ext>
                </a:extLst>
              </p:cNvPr>
              <p:cNvSpPr/>
              <p:nvPr/>
            </p:nvSpPr>
            <p:spPr>
              <a:xfrm>
                <a:off x="1150938" y="3939516"/>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0"/>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32" name="Freeform 2631">
                <a:extLst>
                  <a:ext uri="{FF2B5EF4-FFF2-40B4-BE49-F238E27FC236}">
                    <a16:creationId xmlns:a16="http://schemas.microsoft.com/office/drawing/2014/main" id="{05D1CC61-900B-5A65-BC26-D03562FC58C2}"/>
                  </a:ext>
                </a:extLst>
              </p:cNvPr>
              <p:cNvSpPr/>
              <p:nvPr/>
            </p:nvSpPr>
            <p:spPr>
              <a:xfrm>
                <a:off x="1400074" y="4316579"/>
                <a:ext cx="83045" cy="73093"/>
              </a:xfrm>
              <a:custGeom>
                <a:avLst/>
                <a:gdLst>
                  <a:gd name="csX0" fmla="*/ 41585 w 83045"/>
                  <a:gd name="csY0" fmla="*/ 0 h 73093"/>
                  <a:gd name="csX1" fmla="*/ 83045 w 83045"/>
                  <a:gd name="csY1" fmla="*/ 73094 h 73093"/>
                  <a:gd name="csX2" fmla="*/ 0 w 83045"/>
                  <a:gd name="csY2" fmla="*/ 73094 h 73093"/>
                </a:gdLst>
                <a:ahLst/>
                <a:cxnLst>
                  <a:cxn ang="0">
                    <a:pos x="csX0" y="csY0"/>
                  </a:cxn>
                  <a:cxn ang="0">
                    <a:pos x="csX1" y="csY1"/>
                  </a:cxn>
                  <a:cxn ang="0">
                    <a:pos x="csX2" y="csY2"/>
                  </a:cxn>
                </a:cxnLst>
                <a:rect l="l" t="t" r="r" b="b"/>
                <a:pathLst>
                  <a:path w="83045" h="73093">
                    <a:moveTo>
                      <a:pt x="41585" y="0"/>
                    </a:moveTo>
                    <a:lnTo>
                      <a:pt x="83045" y="73094"/>
                    </a:lnTo>
                    <a:lnTo>
                      <a:pt x="0" y="73094"/>
                    </a:lnTo>
                    <a:close/>
                  </a:path>
                </a:pathLst>
              </a:custGeom>
              <a:solidFill>
                <a:srgbClr val="00BFC4"/>
              </a:solidFill>
              <a:ln w="8767" cap="rnd">
                <a:noFill/>
                <a:prstDash val="solid"/>
                <a:round/>
              </a:ln>
            </p:spPr>
            <p:txBody>
              <a:bodyPr/>
              <a:lstStyle/>
              <a:p>
                <a:pPr algn="ctr"/>
                <a:endParaRPr lang="en-US" sz="2268"/>
              </a:p>
            </p:txBody>
          </p:sp>
          <p:sp>
            <p:nvSpPr>
              <p:cNvPr id="2633" name="Freeform 2632">
                <a:extLst>
                  <a:ext uri="{FF2B5EF4-FFF2-40B4-BE49-F238E27FC236}">
                    <a16:creationId xmlns:a16="http://schemas.microsoft.com/office/drawing/2014/main" id="{7932C28F-B8EA-9B40-C172-9310C59048D1}"/>
                  </a:ext>
                </a:extLst>
              </p:cNvPr>
              <p:cNvSpPr/>
              <p:nvPr/>
            </p:nvSpPr>
            <p:spPr>
              <a:xfrm>
                <a:off x="637690" y="3525654"/>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34" name="Freeform 2633">
                <a:extLst>
                  <a:ext uri="{FF2B5EF4-FFF2-40B4-BE49-F238E27FC236}">
                    <a16:creationId xmlns:a16="http://schemas.microsoft.com/office/drawing/2014/main" id="{D0C9B62A-2B7B-FF39-2448-A9D9DAC85DFB}"/>
                  </a:ext>
                </a:extLst>
              </p:cNvPr>
              <p:cNvSpPr/>
              <p:nvPr/>
            </p:nvSpPr>
            <p:spPr>
              <a:xfrm>
                <a:off x="891777" y="4188035"/>
                <a:ext cx="82921" cy="73219"/>
              </a:xfrm>
              <a:custGeom>
                <a:avLst/>
                <a:gdLst>
                  <a:gd name="csX0" fmla="*/ 41461 w 82921"/>
                  <a:gd name="csY0" fmla="*/ 0 h 73219"/>
                  <a:gd name="csX1" fmla="*/ 82922 w 82921"/>
                  <a:gd name="csY1" fmla="*/ 73220 h 73219"/>
                  <a:gd name="csX2" fmla="*/ 0 w 82921"/>
                  <a:gd name="csY2" fmla="*/ 73220 h 73219"/>
                </a:gdLst>
                <a:ahLst/>
                <a:cxnLst>
                  <a:cxn ang="0">
                    <a:pos x="csX0" y="csY0"/>
                  </a:cxn>
                  <a:cxn ang="0">
                    <a:pos x="csX1" y="csY1"/>
                  </a:cxn>
                  <a:cxn ang="0">
                    <a:pos x="csX2" y="csY2"/>
                  </a:cxn>
                </a:cxnLst>
                <a:rect l="l" t="t" r="r" b="b"/>
                <a:pathLst>
                  <a:path w="82921" h="73219">
                    <a:moveTo>
                      <a:pt x="41461" y="0"/>
                    </a:moveTo>
                    <a:lnTo>
                      <a:pt x="82922"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35" name="Freeform 2634">
                <a:extLst>
                  <a:ext uri="{FF2B5EF4-FFF2-40B4-BE49-F238E27FC236}">
                    <a16:creationId xmlns:a16="http://schemas.microsoft.com/office/drawing/2014/main" id="{0B6DF671-7EF2-F57A-A689-F6C0FB0C5F94}"/>
                  </a:ext>
                </a:extLst>
              </p:cNvPr>
              <p:cNvSpPr/>
              <p:nvPr/>
            </p:nvSpPr>
            <p:spPr>
              <a:xfrm>
                <a:off x="1672478" y="4223447"/>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36" name="Freeform 2635">
                <a:extLst>
                  <a:ext uri="{FF2B5EF4-FFF2-40B4-BE49-F238E27FC236}">
                    <a16:creationId xmlns:a16="http://schemas.microsoft.com/office/drawing/2014/main" id="{0AFEE7CD-2E18-1C60-B49E-0B8C8A7C6BBF}"/>
                  </a:ext>
                </a:extLst>
              </p:cNvPr>
              <p:cNvSpPr/>
              <p:nvPr/>
            </p:nvSpPr>
            <p:spPr>
              <a:xfrm>
                <a:off x="1918644" y="3511161"/>
                <a:ext cx="82921" cy="73219"/>
              </a:xfrm>
              <a:custGeom>
                <a:avLst/>
                <a:gdLst>
                  <a:gd name="csX0" fmla="*/ 41461 w 82921"/>
                  <a:gd name="csY0" fmla="*/ 0 h 73219"/>
                  <a:gd name="csX1" fmla="*/ 82922 w 82921"/>
                  <a:gd name="csY1" fmla="*/ 73220 h 73219"/>
                  <a:gd name="csX2" fmla="*/ 0 w 82921"/>
                  <a:gd name="csY2" fmla="*/ 73220 h 73219"/>
                </a:gdLst>
                <a:ahLst/>
                <a:cxnLst>
                  <a:cxn ang="0">
                    <a:pos x="csX0" y="csY0"/>
                  </a:cxn>
                  <a:cxn ang="0">
                    <a:pos x="csX1" y="csY1"/>
                  </a:cxn>
                  <a:cxn ang="0">
                    <a:pos x="csX2" y="csY2"/>
                  </a:cxn>
                </a:cxnLst>
                <a:rect l="l" t="t" r="r" b="b"/>
                <a:pathLst>
                  <a:path w="82921" h="73219">
                    <a:moveTo>
                      <a:pt x="41461" y="0"/>
                    </a:moveTo>
                    <a:lnTo>
                      <a:pt x="82922"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37" name="Freeform 2636">
                <a:extLst>
                  <a:ext uri="{FF2B5EF4-FFF2-40B4-BE49-F238E27FC236}">
                    <a16:creationId xmlns:a16="http://schemas.microsoft.com/office/drawing/2014/main" id="{5062B060-F40E-9BAA-EC4C-6798B4FE1E98}"/>
                  </a:ext>
                </a:extLst>
              </p:cNvPr>
              <p:cNvSpPr/>
              <p:nvPr/>
            </p:nvSpPr>
            <p:spPr>
              <a:xfrm>
                <a:off x="1180394" y="3819919"/>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0"/>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38" name="Freeform 2637">
                <a:extLst>
                  <a:ext uri="{FF2B5EF4-FFF2-40B4-BE49-F238E27FC236}">
                    <a16:creationId xmlns:a16="http://schemas.microsoft.com/office/drawing/2014/main" id="{997A87E3-F0C0-7A5A-88A6-A012A9813C72}"/>
                  </a:ext>
                </a:extLst>
              </p:cNvPr>
              <p:cNvSpPr/>
              <p:nvPr/>
            </p:nvSpPr>
            <p:spPr>
              <a:xfrm>
                <a:off x="1408243" y="3511161"/>
                <a:ext cx="82921" cy="73219"/>
              </a:xfrm>
              <a:custGeom>
                <a:avLst/>
                <a:gdLst>
                  <a:gd name="csX0" fmla="*/ 41461 w 82921"/>
                  <a:gd name="csY0" fmla="*/ 0 h 73219"/>
                  <a:gd name="csX1" fmla="*/ 82922 w 82921"/>
                  <a:gd name="csY1" fmla="*/ 73220 h 73219"/>
                  <a:gd name="csX2" fmla="*/ 0 w 82921"/>
                  <a:gd name="csY2" fmla="*/ 73220 h 73219"/>
                </a:gdLst>
                <a:ahLst/>
                <a:cxnLst>
                  <a:cxn ang="0">
                    <a:pos x="csX0" y="csY0"/>
                  </a:cxn>
                  <a:cxn ang="0">
                    <a:pos x="csX1" y="csY1"/>
                  </a:cxn>
                  <a:cxn ang="0">
                    <a:pos x="csX2" y="csY2"/>
                  </a:cxn>
                </a:cxnLst>
                <a:rect l="l" t="t" r="r" b="b"/>
                <a:pathLst>
                  <a:path w="82921" h="73219">
                    <a:moveTo>
                      <a:pt x="41461" y="0"/>
                    </a:moveTo>
                    <a:lnTo>
                      <a:pt x="82922"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39" name="Freeform 2638">
                <a:extLst>
                  <a:ext uri="{FF2B5EF4-FFF2-40B4-BE49-F238E27FC236}">
                    <a16:creationId xmlns:a16="http://schemas.microsoft.com/office/drawing/2014/main" id="{4841D87B-FD7E-0021-90A3-F2797729FF70}"/>
                  </a:ext>
                </a:extLst>
              </p:cNvPr>
              <p:cNvSpPr/>
              <p:nvPr/>
            </p:nvSpPr>
            <p:spPr>
              <a:xfrm>
                <a:off x="1175814" y="4182994"/>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40" name="Freeform 2639">
                <a:extLst>
                  <a:ext uri="{FF2B5EF4-FFF2-40B4-BE49-F238E27FC236}">
                    <a16:creationId xmlns:a16="http://schemas.microsoft.com/office/drawing/2014/main" id="{6B80B630-8739-914B-9DC2-B41687C182ED}"/>
                  </a:ext>
                </a:extLst>
              </p:cNvPr>
              <p:cNvSpPr/>
              <p:nvPr/>
            </p:nvSpPr>
            <p:spPr>
              <a:xfrm>
                <a:off x="1438070" y="4316579"/>
                <a:ext cx="82921" cy="73093"/>
              </a:xfrm>
              <a:custGeom>
                <a:avLst/>
                <a:gdLst>
                  <a:gd name="csX0" fmla="*/ 41461 w 82921"/>
                  <a:gd name="csY0" fmla="*/ 0 h 73093"/>
                  <a:gd name="csX1" fmla="*/ 82922 w 82921"/>
                  <a:gd name="csY1" fmla="*/ 73094 h 73093"/>
                  <a:gd name="csX2" fmla="*/ 0 w 82921"/>
                  <a:gd name="csY2" fmla="*/ 73094 h 73093"/>
                </a:gdLst>
                <a:ahLst/>
                <a:cxnLst>
                  <a:cxn ang="0">
                    <a:pos x="csX0" y="csY0"/>
                  </a:cxn>
                  <a:cxn ang="0">
                    <a:pos x="csX1" y="csY1"/>
                  </a:cxn>
                  <a:cxn ang="0">
                    <a:pos x="csX2" y="csY2"/>
                  </a:cxn>
                </a:cxnLst>
                <a:rect l="l" t="t" r="r" b="b"/>
                <a:pathLst>
                  <a:path w="82921" h="73093">
                    <a:moveTo>
                      <a:pt x="41461" y="0"/>
                    </a:moveTo>
                    <a:lnTo>
                      <a:pt x="82922" y="73094"/>
                    </a:lnTo>
                    <a:lnTo>
                      <a:pt x="0" y="73094"/>
                    </a:lnTo>
                    <a:close/>
                  </a:path>
                </a:pathLst>
              </a:custGeom>
              <a:solidFill>
                <a:srgbClr val="00BFC4"/>
              </a:solidFill>
              <a:ln w="8767" cap="rnd">
                <a:noFill/>
                <a:prstDash val="solid"/>
                <a:round/>
              </a:ln>
            </p:spPr>
            <p:txBody>
              <a:bodyPr/>
              <a:lstStyle/>
              <a:p>
                <a:pPr algn="ctr"/>
                <a:endParaRPr lang="en-US" sz="2268"/>
              </a:p>
            </p:txBody>
          </p:sp>
          <p:sp>
            <p:nvSpPr>
              <p:cNvPr id="2641" name="Freeform 2640">
                <a:extLst>
                  <a:ext uri="{FF2B5EF4-FFF2-40B4-BE49-F238E27FC236}">
                    <a16:creationId xmlns:a16="http://schemas.microsoft.com/office/drawing/2014/main" id="{D24D6A3E-D81F-21C6-141E-C0BEAC017FFD}"/>
                  </a:ext>
                </a:extLst>
              </p:cNvPr>
              <p:cNvSpPr/>
              <p:nvPr/>
            </p:nvSpPr>
            <p:spPr>
              <a:xfrm>
                <a:off x="2223722" y="4298053"/>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42" name="Freeform 2641">
                <a:extLst>
                  <a:ext uri="{FF2B5EF4-FFF2-40B4-BE49-F238E27FC236}">
                    <a16:creationId xmlns:a16="http://schemas.microsoft.com/office/drawing/2014/main" id="{54F90873-3166-06E0-BE8C-A50D3D0B4A0A}"/>
                  </a:ext>
                </a:extLst>
              </p:cNvPr>
              <p:cNvSpPr/>
              <p:nvPr/>
            </p:nvSpPr>
            <p:spPr>
              <a:xfrm>
                <a:off x="2461224" y="3919100"/>
                <a:ext cx="82921" cy="73219"/>
              </a:xfrm>
              <a:custGeom>
                <a:avLst/>
                <a:gdLst>
                  <a:gd name="csX0" fmla="*/ 41461 w 82921"/>
                  <a:gd name="csY0" fmla="*/ 0 h 73219"/>
                  <a:gd name="csX1" fmla="*/ 82922 w 82921"/>
                  <a:gd name="csY1" fmla="*/ 73220 h 73219"/>
                  <a:gd name="csX2" fmla="*/ 0 w 82921"/>
                  <a:gd name="csY2" fmla="*/ 73220 h 73219"/>
                </a:gdLst>
                <a:ahLst/>
                <a:cxnLst>
                  <a:cxn ang="0">
                    <a:pos x="csX0" y="csY0"/>
                  </a:cxn>
                  <a:cxn ang="0">
                    <a:pos x="csX1" y="csY1"/>
                  </a:cxn>
                  <a:cxn ang="0">
                    <a:pos x="csX2" y="csY2"/>
                  </a:cxn>
                </a:cxnLst>
                <a:rect l="l" t="t" r="r" b="b"/>
                <a:pathLst>
                  <a:path w="82921" h="73219">
                    <a:moveTo>
                      <a:pt x="41461" y="0"/>
                    </a:moveTo>
                    <a:lnTo>
                      <a:pt x="82922" y="73220"/>
                    </a:lnTo>
                    <a:lnTo>
                      <a:pt x="0" y="73220"/>
                    </a:lnTo>
                    <a:close/>
                  </a:path>
                </a:pathLst>
              </a:custGeom>
              <a:solidFill>
                <a:srgbClr val="00BFC4"/>
              </a:solidFill>
              <a:ln w="8767" cap="rnd">
                <a:noFill/>
                <a:prstDash val="solid"/>
                <a:round/>
              </a:ln>
            </p:spPr>
            <p:txBody>
              <a:bodyPr/>
              <a:lstStyle/>
              <a:p>
                <a:pPr algn="ctr"/>
                <a:endParaRPr lang="en-US" sz="2268"/>
              </a:p>
            </p:txBody>
          </p:sp>
          <p:sp>
            <p:nvSpPr>
              <p:cNvPr id="2643" name="Freeform 2642">
                <a:extLst>
                  <a:ext uri="{FF2B5EF4-FFF2-40B4-BE49-F238E27FC236}">
                    <a16:creationId xmlns:a16="http://schemas.microsoft.com/office/drawing/2014/main" id="{FC64BC34-F5DB-FA20-D11F-9A08D8907640}"/>
                  </a:ext>
                </a:extLst>
              </p:cNvPr>
              <p:cNvSpPr/>
              <p:nvPr/>
            </p:nvSpPr>
            <p:spPr>
              <a:xfrm>
                <a:off x="1159849" y="3489737"/>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1"/>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44" name="Freeform 2643">
                <a:extLst>
                  <a:ext uri="{FF2B5EF4-FFF2-40B4-BE49-F238E27FC236}">
                    <a16:creationId xmlns:a16="http://schemas.microsoft.com/office/drawing/2014/main" id="{1A7C712E-6AD6-BBE1-6324-759BD8FADD0D}"/>
                  </a:ext>
                </a:extLst>
              </p:cNvPr>
              <p:cNvSpPr/>
              <p:nvPr/>
            </p:nvSpPr>
            <p:spPr>
              <a:xfrm>
                <a:off x="1401188" y="4316579"/>
                <a:ext cx="82921" cy="73093"/>
              </a:xfrm>
              <a:custGeom>
                <a:avLst/>
                <a:gdLst>
                  <a:gd name="csX0" fmla="*/ 41461 w 82921"/>
                  <a:gd name="csY0" fmla="*/ 0 h 73093"/>
                  <a:gd name="csX1" fmla="*/ 82922 w 82921"/>
                  <a:gd name="csY1" fmla="*/ 73094 h 73093"/>
                  <a:gd name="csX2" fmla="*/ 0 w 82921"/>
                  <a:gd name="csY2" fmla="*/ 73094 h 73093"/>
                </a:gdLst>
                <a:ahLst/>
                <a:cxnLst>
                  <a:cxn ang="0">
                    <a:pos x="csX0" y="csY0"/>
                  </a:cxn>
                  <a:cxn ang="0">
                    <a:pos x="csX1" y="csY1"/>
                  </a:cxn>
                  <a:cxn ang="0">
                    <a:pos x="csX2" y="csY2"/>
                  </a:cxn>
                </a:cxnLst>
                <a:rect l="l" t="t" r="r" b="b"/>
                <a:pathLst>
                  <a:path w="82921" h="73093">
                    <a:moveTo>
                      <a:pt x="41461" y="0"/>
                    </a:moveTo>
                    <a:lnTo>
                      <a:pt x="82922" y="73094"/>
                    </a:lnTo>
                    <a:lnTo>
                      <a:pt x="0" y="73094"/>
                    </a:lnTo>
                    <a:close/>
                  </a:path>
                </a:pathLst>
              </a:custGeom>
              <a:solidFill>
                <a:srgbClr val="00BFC4"/>
              </a:solidFill>
              <a:ln w="8767" cap="rnd">
                <a:noFill/>
                <a:prstDash val="solid"/>
                <a:round/>
              </a:ln>
            </p:spPr>
            <p:txBody>
              <a:bodyPr/>
              <a:lstStyle/>
              <a:p>
                <a:pPr algn="ctr"/>
                <a:endParaRPr lang="en-US" sz="2268"/>
              </a:p>
            </p:txBody>
          </p:sp>
          <p:sp>
            <p:nvSpPr>
              <p:cNvPr id="2645" name="Freeform 2644">
                <a:extLst>
                  <a:ext uri="{FF2B5EF4-FFF2-40B4-BE49-F238E27FC236}">
                    <a16:creationId xmlns:a16="http://schemas.microsoft.com/office/drawing/2014/main" id="{23519DBA-C646-2AB4-8201-3763D1E362B0}"/>
                  </a:ext>
                </a:extLst>
              </p:cNvPr>
              <p:cNvSpPr/>
              <p:nvPr/>
            </p:nvSpPr>
            <p:spPr>
              <a:xfrm>
                <a:off x="1152052" y="4147203"/>
                <a:ext cx="61634" cy="62759"/>
              </a:xfrm>
              <a:custGeom>
                <a:avLst/>
                <a:gdLst>
                  <a:gd name="csX0" fmla="*/ 61634 w 61634"/>
                  <a:gd name="csY0" fmla="*/ 31380 h 62759"/>
                  <a:gd name="csX1" fmla="*/ 30817 w 61634"/>
                  <a:gd name="csY1" fmla="*/ 62760 h 62759"/>
                  <a:gd name="csX2" fmla="*/ 0 w 61634"/>
                  <a:gd name="csY2" fmla="*/ 31380 h 62759"/>
                  <a:gd name="csX3" fmla="*/ 30817 w 61634"/>
                  <a:gd name="csY3" fmla="*/ 0 h 62759"/>
                  <a:gd name="csX4" fmla="*/ 61634 w 61634"/>
                  <a:gd name="csY4" fmla="*/ 31380 h 62759"/>
                </a:gdLst>
                <a:ahLst/>
                <a:cxnLst>
                  <a:cxn ang="0">
                    <a:pos x="csX0" y="csY0"/>
                  </a:cxn>
                  <a:cxn ang="0">
                    <a:pos x="csX1" y="csY1"/>
                  </a:cxn>
                  <a:cxn ang="0">
                    <a:pos x="csX2" y="csY2"/>
                  </a:cxn>
                  <a:cxn ang="0">
                    <a:pos x="csX3" y="csY3"/>
                  </a:cxn>
                  <a:cxn ang="0">
                    <a:pos x="csX4" y="csY4"/>
                  </a:cxn>
                </a:cxnLst>
                <a:rect l="l" t="t" r="r" b="b"/>
                <a:pathLst>
                  <a:path w="61634" h="62759">
                    <a:moveTo>
                      <a:pt x="61634" y="31380"/>
                    </a:moveTo>
                    <a:cubicBezTo>
                      <a:pt x="61634" y="48711"/>
                      <a:pt x="47837" y="62760"/>
                      <a:pt x="30817" y="62760"/>
                    </a:cubicBezTo>
                    <a:cubicBezTo>
                      <a:pt x="13797" y="62760"/>
                      <a:pt x="0" y="48710"/>
                      <a:pt x="0" y="31380"/>
                    </a:cubicBezTo>
                    <a:cubicBezTo>
                      <a:pt x="0" y="14049"/>
                      <a:pt x="13797" y="0"/>
                      <a:pt x="30817" y="0"/>
                    </a:cubicBezTo>
                    <a:cubicBezTo>
                      <a:pt x="47837" y="0"/>
                      <a:pt x="61634" y="14049"/>
                      <a:pt x="61634" y="31380"/>
                    </a:cubicBezTo>
                    <a:close/>
                  </a:path>
                </a:pathLst>
              </a:custGeom>
              <a:solidFill>
                <a:srgbClr val="F8766D"/>
              </a:solidFill>
              <a:ln w="8767" cap="rnd">
                <a:noFill/>
                <a:prstDash val="solid"/>
                <a:round/>
              </a:ln>
            </p:spPr>
            <p:txBody>
              <a:bodyPr/>
              <a:lstStyle/>
              <a:p>
                <a:pPr algn="ctr"/>
                <a:endParaRPr lang="en-US" sz="2268"/>
              </a:p>
            </p:txBody>
          </p:sp>
          <p:sp>
            <p:nvSpPr>
              <p:cNvPr id="2646" name="Freeform 2645">
                <a:extLst>
                  <a:ext uri="{FF2B5EF4-FFF2-40B4-BE49-F238E27FC236}">
                    <a16:creationId xmlns:a16="http://schemas.microsoft.com/office/drawing/2014/main" id="{9B249D4E-13E3-B7D2-A667-8B187270BA08}"/>
                  </a:ext>
                </a:extLst>
              </p:cNvPr>
              <p:cNvSpPr/>
              <p:nvPr/>
            </p:nvSpPr>
            <p:spPr>
              <a:xfrm>
                <a:off x="1417525" y="4089484"/>
                <a:ext cx="83045" cy="73093"/>
              </a:xfrm>
              <a:custGeom>
                <a:avLst/>
                <a:gdLst>
                  <a:gd name="csX0" fmla="*/ 41585 w 83045"/>
                  <a:gd name="csY0" fmla="*/ 0 h 73093"/>
                  <a:gd name="csX1" fmla="*/ 83045 w 83045"/>
                  <a:gd name="csY1" fmla="*/ 73094 h 73093"/>
                  <a:gd name="csX2" fmla="*/ 0 w 83045"/>
                  <a:gd name="csY2" fmla="*/ 73094 h 73093"/>
                </a:gdLst>
                <a:ahLst/>
                <a:cxnLst>
                  <a:cxn ang="0">
                    <a:pos x="csX0" y="csY0"/>
                  </a:cxn>
                  <a:cxn ang="0">
                    <a:pos x="csX1" y="csY1"/>
                  </a:cxn>
                  <a:cxn ang="0">
                    <a:pos x="csX2" y="csY2"/>
                  </a:cxn>
                </a:cxnLst>
                <a:rect l="l" t="t" r="r" b="b"/>
                <a:pathLst>
                  <a:path w="83045" h="73093">
                    <a:moveTo>
                      <a:pt x="41585" y="0"/>
                    </a:moveTo>
                    <a:lnTo>
                      <a:pt x="83045" y="73094"/>
                    </a:lnTo>
                    <a:lnTo>
                      <a:pt x="0" y="73094"/>
                    </a:lnTo>
                    <a:close/>
                  </a:path>
                </a:pathLst>
              </a:custGeom>
              <a:solidFill>
                <a:srgbClr val="00BFC4"/>
              </a:solidFill>
              <a:ln w="8767" cap="rnd">
                <a:noFill/>
                <a:prstDash val="solid"/>
                <a:round/>
              </a:ln>
            </p:spPr>
            <p:txBody>
              <a:bodyPr/>
              <a:lstStyle/>
              <a:p>
                <a:pPr algn="ctr"/>
                <a:endParaRPr lang="en-US" sz="2268"/>
              </a:p>
            </p:txBody>
          </p:sp>
          <p:sp>
            <p:nvSpPr>
              <p:cNvPr id="2647" name="TextBox 2646">
                <a:extLst>
                  <a:ext uri="{FF2B5EF4-FFF2-40B4-BE49-F238E27FC236}">
                    <a16:creationId xmlns:a16="http://schemas.microsoft.com/office/drawing/2014/main" id="{845E7BBC-E750-BB02-17DC-E1A187B92634}"/>
                  </a:ext>
                </a:extLst>
              </p:cNvPr>
              <p:cNvSpPr txBox="1"/>
              <p:nvPr/>
            </p:nvSpPr>
            <p:spPr>
              <a:xfrm>
                <a:off x="2054832" y="3034553"/>
                <a:ext cx="3684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 </a:t>
                </a:r>
              </a:p>
            </p:txBody>
          </p:sp>
          <p:sp>
            <p:nvSpPr>
              <p:cNvPr id="2648" name="TextBox 2647">
                <a:extLst>
                  <a:ext uri="{FF2B5EF4-FFF2-40B4-BE49-F238E27FC236}">
                    <a16:creationId xmlns:a16="http://schemas.microsoft.com/office/drawing/2014/main" id="{53A4A3BD-6F98-CA62-C10D-F2B95694C831}"/>
                  </a:ext>
                </a:extLst>
              </p:cNvPr>
              <p:cNvSpPr txBox="1"/>
              <p:nvPr/>
            </p:nvSpPr>
            <p:spPr>
              <a:xfrm>
                <a:off x="1534158" y="3034553"/>
                <a:ext cx="3684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 </a:t>
                </a:r>
              </a:p>
            </p:txBody>
          </p:sp>
          <p:sp>
            <p:nvSpPr>
              <p:cNvPr id="2649" name="TextBox 2648">
                <a:extLst>
                  <a:ext uri="{FF2B5EF4-FFF2-40B4-BE49-F238E27FC236}">
                    <a16:creationId xmlns:a16="http://schemas.microsoft.com/office/drawing/2014/main" id="{48600294-024C-83E2-2E19-065193D38E36}"/>
                  </a:ext>
                </a:extLst>
              </p:cNvPr>
              <p:cNvSpPr txBox="1"/>
              <p:nvPr/>
            </p:nvSpPr>
            <p:spPr>
              <a:xfrm>
                <a:off x="1288180" y="3034553"/>
                <a:ext cx="33963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  </a:t>
                </a:r>
              </a:p>
            </p:txBody>
          </p:sp>
          <p:sp>
            <p:nvSpPr>
              <p:cNvPr id="2650" name="TextBox 2649">
                <a:extLst>
                  <a:ext uri="{FF2B5EF4-FFF2-40B4-BE49-F238E27FC236}">
                    <a16:creationId xmlns:a16="http://schemas.microsoft.com/office/drawing/2014/main" id="{2533470A-3523-46E3-B429-191F0861CF25}"/>
                  </a:ext>
                </a:extLst>
              </p:cNvPr>
              <p:cNvSpPr txBox="1"/>
              <p:nvPr/>
            </p:nvSpPr>
            <p:spPr>
              <a:xfrm>
                <a:off x="492687" y="3034553"/>
                <a:ext cx="3684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 </a:t>
                </a:r>
              </a:p>
            </p:txBody>
          </p:sp>
          <p:sp>
            <p:nvSpPr>
              <p:cNvPr id="2651" name="TextBox 2650">
                <a:extLst>
                  <a:ext uri="{FF2B5EF4-FFF2-40B4-BE49-F238E27FC236}">
                    <a16:creationId xmlns:a16="http://schemas.microsoft.com/office/drawing/2014/main" id="{88F5349A-604C-E42A-F73C-35A20A662758}"/>
                  </a:ext>
                </a:extLst>
              </p:cNvPr>
              <p:cNvSpPr txBox="1"/>
              <p:nvPr/>
            </p:nvSpPr>
            <p:spPr>
              <a:xfrm>
                <a:off x="2304204" y="3034553"/>
                <a:ext cx="39052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abc</a:t>
                </a:r>
              </a:p>
            </p:txBody>
          </p:sp>
          <p:sp>
            <p:nvSpPr>
              <p:cNvPr id="2652" name="TextBox 2651">
                <a:extLst>
                  <a:ext uri="{FF2B5EF4-FFF2-40B4-BE49-F238E27FC236}">
                    <a16:creationId xmlns:a16="http://schemas.microsoft.com/office/drawing/2014/main" id="{FD42DA7C-EE6E-9305-BBA8-89FDACBAE1A4}"/>
                  </a:ext>
                </a:extLst>
              </p:cNvPr>
              <p:cNvSpPr txBox="1"/>
              <p:nvPr/>
            </p:nvSpPr>
            <p:spPr>
              <a:xfrm>
                <a:off x="756478" y="3034553"/>
                <a:ext cx="36168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bc</a:t>
                </a:r>
              </a:p>
            </p:txBody>
          </p:sp>
          <p:sp>
            <p:nvSpPr>
              <p:cNvPr id="2653" name="TextBox 2652">
                <a:extLst>
                  <a:ext uri="{FF2B5EF4-FFF2-40B4-BE49-F238E27FC236}">
                    <a16:creationId xmlns:a16="http://schemas.microsoft.com/office/drawing/2014/main" id="{2217EB21-F37A-1C6D-EE76-8066C91EBEF2}"/>
                  </a:ext>
                </a:extLst>
              </p:cNvPr>
              <p:cNvSpPr txBox="1"/>
              <p:nvPr/>
            </p:nvSpPr>
            <p:spPr>
              <a:xfrm>
                <a:off x="1016753" y="3034553"/>
                <a:ext cx="36168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t>
                </a:r>
                <a:r>
                  <a:rPr lang="en-US" sz="756" err="1">
                    <a:ln/>
                    <a:solidFill>
                      <a:srgbClr val="000000"/>
                    </a:solidFill>
                    <a:latin typeface="Arial"/>
                    <a:cs typeface="Arial"/>
                    <a:sym typeface="Arial"/>
                    <a:rtl val="0"/>
                  </a:rPr>
                  <a:t>bc</a:t>
                </a:r>
                <a:endParaRPr lang="en-US" sz="756">
                  <a:ln/>
                  <a:solidFill>
                    <a:srgbClr val="000000"/>
                  </a:solidFill>
                  <a:latin typeface="Arial"/>
                  <a:cs typeface="Arial"/>
                  <a:sym typeface="Arial"/>
                  <a:rtl val="0"/>
                </a:endParaRPr>
              </a:p>
            </p:txBody>
          </p:sp>
          <p:sp>
            <p:nvSpPr>
              <p:cNvPr id="2654" name="TextBox 2653">
                <a:extLst>
                  <a:ext uri="{FF2B5EF4-FFF2-40B4-BE49-F238E27FC236}">
                    <a16:creationId xmlns:a16="http://schemas.microsoft.com/office/drawing/2014/main" id="{C6968801-DA46-8DFE-39AF-2D5626CF0BB6}"/>
                  </a:ext>
                </a:extLst>
              </p:cNvPr>
              <p:cNvSpPr txBox="1"/>
              <p:nvPr/>
            </p:nvSpPr>
            <p:spPr>
              <a:xfrm>
                <a:off x="1812247" y="3034553"/>
                <a:ext cx="332847" cy="220812"/>
              </a:xfrm>
              <a:prstGeom prst="rect">
                <a:avLst/>
              </a:prstGeom>
              <a:noFill/>
            </p:spPr>
            <p:txBody>
              <a:bodyPr wrap="none" rtlCol="0">
                <a:spAutoFit/>
              </a:bodyPr>
              <a:lstStyle/>
              <a:p>
                <a:pPr algn="ctr"/>
                <a:r>
                  <a:rPr lang="en-US" sz="756" dirty="0">
                    <a:ln/>
                    <a:solidFill>
                      <a:srgbClr val="000000"/>
                    </a:solidFill>
                    <a:latin typeface="Arial"/>
                    <a:cs typeface="Arial"/>
                    <a:sym typeface="Arial"/>
                    <a:rtl val="0"/>
                  </a:rPr>
                  <a:t>   c</a:t>
                </a:r>
              </a:p>
            </p:txBody>
          </p:sp>
          <p:sp>
            <p:nvSpPr>
              <p:cNvPr id="2655" name="Freeform 2654">
                <a:extLst>
                  <a:ext uri="{FF2B5EF4-FFF2-40B4-BE49-F238E27FC236}">
                    <a16:creationId xmlns:a16="http://schemas.microsoft.com/office/drawing/2014/main" id="{2B42C8F1-6B09-1283-B613-9E143A3495CD}"/>
                  </a:ext>
                </a:extLst>
              </p:cNvPr>
              <p:cNvSpPr/>
              <p:nvPr/>
            </p:nvSpPr>
            <p:spPr>
              <a:xfrm>
                <a:off x="520733" y="3077892"/>
                <a:ext cx="2134923" cy="1348706"/>
              </a:xfrm>
              <a:custGeom>
                <a:avLst/>
                <a:gdLst>
                  <a:gd name="csX0" fmla="*/ 0 w 2134923"/>
                  <a:gd name="csY0" fmla="*/ 0 h 1348706"/>
                  <a:gd name="csX1" fmla="*/ 2134924 w 2134923"/>
                  <a:gd name="csY1" fmla="*/ 0 h 1348706"/>
                  <a:gd name="csX2" fmla="*/ 2134924 w 2134923"/>
                  <a:gd name="csY2" fmla="*/ 1348706 h 1348706"/>
                  <a:gd name="csX3" fmla="*/ 0 w 2134923"/>
                  <a:gd name="csY3" fmla="*/ 1348706 h 1348706"/>
                </a:gdLst>
                <a:ahLst/>
                <a:cxnLst>
                  <a:cxn ang="0">
                    <a:pos x="csX0" y="csY0"/>
                  </a:cxn>
                  <a:cxn ang="0">
                    <a:pos x="csX1" y="csY1"/>
                  </a:cxn>
                  <a:cxn ang="0">
                    <a:pos x="csX2" y="csY2"/>
                  </a:cxn>
                  <a:cxn ang="0">
                    <a:pos x="csX3" y="csY3"/>
                  </a:cxn>
                </a:cxnLst>
                <a:rect l="l" t="t" r="r" b="b"/>
                <a:pathLst>
                  <a:path w="2134923" h="1348706">
                    <a:moveTo>
                      <a:pt x="0" y="0"/>
                    </a:moveTo>
                    <a:lnTo>
                      <a:pt x="2134924" y="0"/>
                    </a:lnTo>
                    <a:lnTo>
                      <a:pt x="2134924" y="1348706"/>
                    </a:lnTo>
                    <a:lnTo>
                      <a:pt x="0" y="1348706"/>
                    </a:lnTo>
                    <a:close/>
                  </a:path>
                </a:pathLst>
              </a:custGeom>
              <a:noFill/>
              <a:ln w="13212" cap="rnd">
                <a:solidFill>
                  <a:srgbClr val="333333"/>
                </a:solidFill>
                <a:prstDash val="solid"/>
                <a:round/>
              </a:ln>
            </p:spPr>
            <p:txBody>
              <a:bodyPr/>
              <a:lstStyle/>
              <a:p>
                <a:pPr algn="ctr"/>
                <a:endParaRPr lang="en-US" sz="2268"/>
              </a:p>
            </p:txBody>
          </p:sp>
        </p:grpSp>
        <p:grpSp>
          <p:nvGrpSpPr>
            <p:cNvPr id="2656" name="Graphic 52">
              <a:extLst>
                <a:ext uri="{FF2B5EF4-FFF2-40B4-BE49-F238E27FC236}">
                  <a16:creationId xmlns:a16="http://schemas.microsoft.com/office/drawing/2014/main" id="{7349E3B1-E47E-8AD2-A2CA-D16E4B99792C}"/>
                </a:ext>
              </a:extLst>
            </p:cNvPr>
            <p:cNvGrpSpPr/>
            <p:nvPr/>
          </p:nvGrpSpPr>
          <p:grpSpPr>
            <a:xfrm>
              <a:off x="174446" y="3063597"/>
              <a:ext cx="2512651" cy="1742081"/>
              <a:chOff x="174446" y="3063597"/>
              <a:chExt cx="2512651" cy="1742081"/>
            </a:xfrm>
          </p:grpSpPr>
          <p:sp>
            <p:nvSpPr>
              <p:cNvPr id="2657" name="TextBox 2656">
                <a:extLst>
                  <a:ext uri="{FF2B5EF4-FFF2-40B4-BE49-F238E27FC236}">
                    <a16:creationId xmlns:a16="http://schemas.microsoft.com/office/drawing/2014/main" id="{02932E02-B0A3-EE6D-9AB2-20FA4C410B89}"/>
                  </a:ext>
                </a:extLst>
              </p:cNvPr>
              <p:cNvSpPr txBox="1"/>
              <p:nvPr/>
            </p:nvSpPr>
            <p:spPr>
              <a:xfrm>
                <a:off x="299481" y="4258932"/>
                <a:ext cx="25990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0</a:t>
                </a:r>
              </a:p>
            </p:txBody>
          </p:sp>
          <p:sp>
            <p:nvSpPr>
              <p:cNvPr id="2658" name="TextBox 2657">
                <a:extLst>
                  <a:ext uri="{FF2B5EF4-FFF2-40B4-BE49-F238E27FC236}">
                    <a16:creationId xmlns:a16="http://schemas.microsoft.com/office/drawing/2014/main" id="{EDF9B2D7-89F5-EBB5-03E7-1AF62F699B2D}"/>
                  </a:ext>
                </a:extLst>
              </p:cNvPr>
              <p:cNvSpPr txBox="1"/>
              <p:nvPr/>
            </p:nvSpPr>
            <p:spPr>
              <a:xfrm>
                <a:off x="174446" y="3960130"/>
                <a:ext cx="38883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200</a:t>
                </a:r>
              </a:p>
            </p:txBody>
          </p:sp>
          <p:sp>
            <p:nvSpPr>
              <p:cNvPr id="2659" name="TextBox 2658">
                <a:extLst>
                  <a:ext uri="{FF2B5EF4-FFF2-40B4-BE49-F238E27FC236}">
                    <a16:creationId xmlns:a16="http://schemas.microsoft.com/office/drawing/2014/main" id="{9FD762FD-F37C-C441-CAA8-762B115E7769}"/>
                  </a:ext>
                </a:extLst>
              </p:cNvPr>
              <p:cNvSpPr txBox="1"/>
              <p:nvPr/>
            </p:nvSpPr>
            <p:spPr>
              <a:xfrm>
                <a:off x="174446" y="3661201"/>
                <a:ext cx="38883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400</a:t>
                </a:r>
              </a:p>
            </p:txBody>
          </p:sp>
          <p:sp>
            <p:nvSpPr>
              <p:cNvPr id="2660" name="TextBox 2659">
                <a:extLst>
                  <a:ext uri="{FF2B5EF4-FFF2-40B4-BE49-F238E27FC236}">
                    <a16:creationId xmlns:a16="http://schemas.microsoft.com/office/drawing/2014/main" id="{E921BB03-B892-CA1D-A9C3-7751524DB5C7}"/>
                  </a:ext>
                </a:extLst>
              </p:cNvPr>
              <p:cNvSpPr txBox="1"/>
              <p:nvPr/>
            </p:nvSpPr>
            <p:spPr>
              <a:xfrm>
                <a:off x="174446" y="3362399"/>
                <a:ext cx="38883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600</a:t>
                </a:r>
              </a:p>
            </p:txBody>
          </p:sp>
          <p:sp>
            <p:nvSpPr>
              <p:cNvPr id="2661" name="TextBox 2660">
                <a:extLst>
                  <a:ext uri="{FF2B5EF4-FFF2-40B4-BE49-F238E27FC236}">
                    <a16:creationId xmlns:a16="http://schemas.microsoft.com/office/drawing/2014/main" id="{421B9ED5-9DC4-CC39-E243-8F2DCA0FD62A}"/>
                  </a:ext>
                </a:extLst>
              </p:cNvPr>
              <p:cNvSpPr txBox="1"/>
              <p:nvPr/>
            </p:nvSpPr>
            <p:spPr>
              <a:xfrm>
                <a:off x="174446" y="3063597"/>
                <a:ext cx="38883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800</a:t>
                </a:r>
              </a:p>
            </p:txBody>
          </p:sp>
          <p:sp>
            <p:nvSpPr>
              <p:cNvPr id="2662" name="Freeform 2661">
                <a:extLst>
                  <a:ext uri="{FF2B5EF4-FFF2-40B4-BE49-F238E27FC236}">
                    <a16:creationId xmlns:a16="http://schemas.microsoft.com/office/drawing/2014/main" id="{F661A5F5-6948-2CBE-5250-E4A41D4439BF}"/>
                  </a:ext>
                </a:extLst>
              </p:cNvPr>
              <p:cNvSpPr/>
              <p:nvPr/>
            </p:nvSpPr>
            <p:spPr>
              <a:xfrm>
                <a:off x="486822" y="4365350"/>
                <a:ext cx="33911" cy="12602"/>
              </a:xfrm>
              <a:custGeom>
                <a:avLst/>
                <a:gdLst>
                  <a:gd name="csX0" fmla="*/ 0 w 33911"/>
                  <a:gd name="csY0" fmla="*/ 0 h 12602"/>
                  <a:gd name="csX1" fmla="*/ 33911 w 33911"/>
                  <a:gd name="csY1" fmla="*/ 0 h 12602"/>
                </a:gdLst>
                <a:ahLst/>
                <a:cxnLst>
                  <a:cxn ang="0">
                    <a:pos x="csX0" y="csY0"/>
                  </a:cxn>
                  <a:cxn ang="0">
                    <a:pos x="csX1" y="csY1"/>
                  </a:cxn>
                </a:cxnLst>
                <a:rect l="l" t="t" r="r" b="b"/>
                <a:pathLst>
                  <a:path w="33911" h="12602">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663" name="Freeform 2662">
                <a:extLst>
                  <a:ext uri="{FF2B5EF4-FFF2-40B4-BE49-F238E27FC236}">
                    <a16:creationId xmlns:a16="http://schemas.microsoft.com/office/drawing/2014/main" id="{4D58990F-1573-0659-0277-81A78C993832}"/>
                  </a:ext>
                </a:extLst>
              </p:cNvPr>
              <p:cNvSpPr/>
              <p:nvPr/>
            </p:nvSpPr>
            <p:spPr>
              <a:xfrm>
                <a:off x="486822" y="4066548"/>
                <a:ext cx="33911" cy="12602"/>
              </a:xfrm>
              <a:custGeom>
                <a:avLst/>
                <a:gdLst>
                  <a:gd name="csX0" fmla="*/ 0 w 33911"/>
                  <a:gd name="csY0" fmla="*/ 0 h 12602"/>
                  <a:gd name="csX1" fmla="*/ 33911 w 33911"/>
                  <a:gd name="csY1" fmla="*/ 0 h 12602"/>
                </a:gdLst>
                <a:ahLst/>
                <a:cxnLst>
                  <a:cxn ang="0">
                    <a:pos x="csX0" y="csY0"/>
                  </a:cxn>
                  <a:cxn ang="0">
                    <a:pos x="csX1" y="csY1"/>
                  </a:cxn>
                </a:cxnLst>
                <a:rect l="l" t="t" r="r" b="b"/>
                <a:pathLst>
                  <a:path w="33911" h="12602">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664" name="Freeform 2663">
                <a:extLst>
                  <a:ext uri="{FF2B5EF4-FFF2-40B4-BE49-F238E27FC236}">
                    <a16:creationId xmlns:a16="http://schemas.microsoft.com/office/drawing/2014/main" id="{653CD650-6B3C-6DDA-862B-E636D78FD5F4}"/>
                  </a:ext>
                </a:extLst>
              </p:cNvPr>
              <p:cNvSpPr/>
              <p:nvPr/>
            </p:nvSpPr>
            <p:spPr>
              <a:xfrm>
                <a:off x="486822" y="3767619"/>
                <a:ext cx="33911" cy="12602"/>
              </a:xfrm>
              <a:custGeom>
                <a:avLst/>
                <a:gdLst>
                  <a:gd name="csX0" fmla="*/ 0 w 33911"/>
                  <a:gd name="csY0" fmla="*/ 0 h 12602"/>
                  <a:gd name="csX1" fmla="*/ 33911 w 33911"/>
                  <a:gd name="csY1" fmla="*/ 0 h 12602"/>
                </a:gdLst>
                <a:ahLst/>
                <a:cxnLst>
                  <a:cxn ang="0">
                    <a:pos x="csX0" y="csY0"/>
                  </a:cxn>
                  <a:cxn ang="0">
                    <a:pos x="csX1" y="csY1"/>
                  </a:cxn>
                </a:cxnLst>
                <a:rect l="l" t="t" r="r" b="b"/>
                <a:pathLst>
                  <a:path w="33911" h="12602">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665" name="Freeform 2664">
                <a:extLst>
                  <a:ext uri="{FF2B5EF4-FFF2-40B4-BE49-F238E27FC236}">
                    <a16:creationId xmlns:a16="http://schemas.microsoft.com/office/drawing/2014/main" id="{BB0C7BF1-BF07-7643-88B8-3B7256B64984}"/>
                  </a:ext>
                </a:extLst>
              </p:cNvPr>
              <p:cNvSpPr/>
              <p:nvPr/>
            </p:nvSpPr>
            <p:spPr>
              <a:xfrm>
                <a:off x="486822" y="3468817"/>
                <a:ext cx="33911" cy="12602"/>
              </a:xfrm>
              <a:custGeom>
                <a:avLst/>
                <a:gdLst>
                  <a:gd name="csX0" fmla="*/ 0 w 33911"/>
                  <a:gd name="csY0" fmla="*/ 0 h 12602"/>
                  <a:gd name="csX1" fmla="*/ 33911 w 33911"/>
                  <a:gd name="csY1" fmla="*/ 0 h 12602"/>
                </a:gdLst>
                <a:ahLst/>
                <a:cxnLst>
                  <a:cxn ang="0">
                    <a:pos x="csX0" y="csY0"/>
                  </a:cxn>
                  <a:cxn ang="0">
                    <a:pos x="csX1" y="csY1"/>
                  </a:cxn>
                </a:cxnLst>
                <a:rect l="l" t="t" r="r" b="b"/>
                <a:pathLst>
                  <a:path w="33911" h="12602">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666" name="Freeform 2665">
                <a:extLst>
                  <a:ext uri="{FF2B5EF4-FFF2-40B4-BE49-F238E27FC236}">
                    <a16:creationId xmlns:a16="http://schemas.microsoft.com/office/drawing/2014/main" id="{642A78E4-A6B2-B892-40D6-1435BCBC828F}"/>
                  </a:ext>
                </a:extLst>
              </p:cNvPr>
              <p:cNvSpPr/>
              <p:nvPr/>
            </p:nvSpPr>
            <p:spPr>
              <a:xfrm>
                <a:off x="486822" y="3170015"/>
                <a:ext cx="33911" cy="12602"/>
              </a:xfrm>
              <a:custGeom>
                <a:avLst/>
                <a:gdLst>
                  <a:gd name="csX0" fmla="*/ 0 w 33911"/>
                  <a:gd name="csY0" fmla="*/ 0 h 12602"/>
                  <a:gd name="csX1" fmla="*/ 33911 w 33911"/>
                  <a:gd name="csY1" fmla="*/ 0 h 12602"/>
                </a:gdLst>
                <a:ahLst/>
                <a:cxnLst>
                  <a:cxn ang="0">
                    <a:pos x="csX0" y="csY0"/>
                  </a:cxn>
                  <a:cxn ang="0">
                    <a:pos x="csX1" y="csY1"/>
                  </a:cxn>
                </a:cxnLst>
                <a:rect l="l" t="t" r="r" b="b"/>
                <a:pathLst>
                  <a:path w="33911" h="12602">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667" name="Freeform 2666">
                <a:extLst>
                  <a:ext uri="{FF2B5EF4-FFF2-40B4-BE49-F238E27FC236}">
                    <a16:creationId xmlns:a16="http://schemas.microsoft.com/office/drawing/2014/main" id="{25B354F0-0C41-EB6D-24E9-222B187A6368}"/>
                  </a:ext>
                </a:extLst>
              </p:cNvPr>
              <p:cNvSpPr/>
              <p:nvPr/>
            </p:nvSpPr>
            <p:spPr>
              <a:xfrm>
                <a:off x="676923" y="4426598"/>
                <a:ext cx="12376" cy="34530"/>
              </a:xfrm>
              <a:custGeom>
                <a:avLst/>
                <a:gdLst>
                  <a:gd name="csX0" fmla="*/ 0 w 12376"/>
                  <a:gd name="csY0" fmla="*/ 34530 h 34530"/>
                  <a:gd name="csX1" fmla="*/ 0 w 12376"/>
                  <a:gd name="csY1" fmla="*/ 0 h 34530"/>
                </a:gdLst>
                <a:ahLst/>
                <a:cxnLst>
                  <a:cxn ang="0">
                    <a:pos x="csX0" y="csY0"/>
                  </a:cxn>
                  <a:cxn ang="0">
                    <a:pos x="csX1" y="csY1"/>
                  </a:cxn>
                </a:cxnLst>
                <a:rect l="l" t="t" r="r" b="b"/>
                <a:pathLst>
                  <a:path w="12376" h="34530">
                    <a:moveTo>
                      <a:pt x="0" y="34530"/>
                    </a:moveTo>
                    <a:lnTo>
                      <a:pt x="0" y="0"/>
                    </a:lnTo>
                  </a:path>
                </a:pathLst>
              </a:custGeom>
              <a:noFill/>
              <a:ln w="13212" cap="flat">
                <a:solidFill>
                  <a:srgbClr val="333333"/>
                </a:solidFill>
                <a:prstDash val="solid"/>
                <a:round/>
              </a:ln>
            </p:spPr>
            <p:txBody>
              <a:bodyPr/>
              <a:lstStyle/>
              <a:p>
                <a:pPr algn="ctr"/>
                <a:endParaRPr lang="en-US" sz="2268"/>
              </a:p>
            </p:txBody>
          </p:sp>
          <p:sp>
            <p:nvSpPr>
              <p:cNvPr id="2668" name="Freeform 2667">
                <a:extLst>
                  <a:ext uri="{FF2B5EF4-FFF2-40B4-BE49-F238E27FC236}">
                    <a16:creationId xmlns:a16="http://schemas.microsoft.com/office/drawing/2014/main" id="{D9ABA0DC-ECA0-9036-DF01-EF018AB0F49C}"/>
                  </a:ext>
                </a:extLst>
              </p:cNvPr>
              <p:cNvSpPr/>
              <p:nvPr/>
            </p:nvSpPr>
            <p:spPr>
              <a:xfrm>
                <a:off x="937322" y="4426598"/>
                <a:ext cx="12376" cy="34530"/>
              </a:xfrm>
              <a:custGeom>
                <a:avLst/>
                <a:gdLst>
                  <a:gd name="csX0" fmla="*/ 0 w 12376"/>
                  <a:gd name="csY0" fmla="*/ 34530 h 34530"/>
                  <a:gd name="csX1" fmla="*/ 0 w 12376"/>
                  <a:gd name="csY1" fmla="*/ 0 h 34530"/>
                </a:gdLst>
                <a:ahLst/>
                <a:cxnLst>
                  <a:cxn ang="0">
                    <a:pos x="csX0" y="csY0"/>
                  </a:cxn>
                  <a:cxn ang="0">
                    <a:pos x="csX1" y="csY1"/>
                  </a:cxn>
                </a:cxnLst>
                <a:rect l="l" t="t" r="r" b="b"/>
                <a:pathLst>
                  <a:path w="12376" h="34530">
                    <a:moveTo>
                      <a:pt x="0" y="34530"/>
                    </a:moveTo>
                    <a:lnTo>
                      <a:pt x="0" y="0"/>
                    </a:lnTo>
                  </a:path>
                </a:pathLst>
              </a:custGeom>
              <a:noFill/>
              <a:ln w="13212" cap="flat">
                <a:solidFill>
                  <a:srgbClr val="333333"/>
                </a:solidFill>
                <a:prstDash val="solid"/>
                <a:round/>
              </a:ln>
            </p:spPr>
            <p:txBody>
              <a:bodyPr/>
              <a:lstStyle/>
              <a:p>
                <a:pPr algn="ctr"/>
                <a:endParaRPr lang="en-US" sz="2268"/>
              </a:p>
            </p:txBody>
          </p:sp>
          <p:sp>
            <p:nvSpPr>
              <p:cNvPr id="2669" name="Freeform 2668">
                <a:extLst>
                  <a:ext uri="{FF2B5EF4-FFF2-40B4-BE49-F238E27FC236}">
                    <a16:creationId xmlns:a16="http://schemas.microsoft.com/office/drawing/2014/main" id="{0671C713-C1C4-66C6-7991-D6ECC10E8626}"/>
                  </a:ext>
                </a:extLst>
              </p:cNvPr>
              <p:cNvSpPr/>
              <p:nvPr/>
            </p:nvSpPr>
            <p:spPr>
              <a:xfrm>
                <a:off x="1197597" y="4426598"/>
                <a:ext cx="12376" cy="34530"/>
              </a:xfrm>
              <a:custGeom>
                <a:avLst/>
                <a:gdLst>
                  <a:gd name="csX0" fmla="*/ 0 w 12376"/>
                  <a:gd name="csY0" fmla="*/ 34530 h 34530"/>
                  <a:gd name="csX1" fmla="*/ 0 w 12376"/>
                  <a:gd name="csY1" fmla="*/ 0 h 34530"/>
                </a:gdLst>
                <a:ahLst/>
                <a:cxnLst>
                  <a:cxn ang="0">
                    <a:pos x="csX0" y="csY0"/>
                  </a:cxn>
                  <a:cxn ang="0">
                    <a:pos x="csX1" y="csY1"/>
                  </a:cxn>
                </a:cxnLst>
                <a:rect l="l" t="t" r="r" b="b"/>
                <a:pathLst>
                  <a:path w="12376" h="34530">
                    <a:moveTo>
                      <a:pt x="0" y="34530"/>
                    </a:moveTo>
                    <a:lnTo>
                      <a:pt x="0" y="0"/>
                    </a:lnTo>
                  </a:path>
                </a:pathLst>
              </a:custGeom>
              <a:noFill/>
              <a:ln w="13212" cap="flat">
                <a:solidFill>
                  <a:srgbClr val="333333"/>
                </a:solidFill>
                <a:prstDash val="solid"/>
                <a:round/>
              </a:ln>
            </p:spPr>
            <p:txBody>
              <a:bodyPr/>
              <a:lstStyle/>
              <a:p>
                <a:pPr algn="ctr"/>
                <a:endParaRPr lang="en-US" sz="2268"/>
              </a:p>
            </p:txBody>
          </p:sp>
          <p:sp>
            <p:nvSpPr>
              <p:cNvPr id="2670" name="Freeform 2669">
                <a:extLst>
                  <a:ext uri="{FF2B5EF4-FFF2-40B4-BE49-F238E27FC236}">
                    <a16:creationId xmlns:a16="http://schemas.microsoft.com/office/drawing/2014/main" id="{2FB0A94C-7705-A641-7CDD-8369FB4BFC1A}"/>
                  </a:ext>
                </a:extLst>
              </p:cNvPr>
              <p:cNvSpPr/>
              <p:nvPr/>
            </p:nvSpPr>
            <p:spPr>
              <a:xfrm>
                <a:off x="1457996" y="4426598"/>
                <a:ext cx="12376" cy="34530"/>
              </a:xfrm>
              <a:custGeom>
                <a:avLst/>
                <a:gdLst>
                  <a:gd name="csX0" fmla="*/ 0 w 12376"/>
                  <a:gd name="csY0" fmla="*/ 34530 h 34530"/>
                  <a:gd name="csX1" fmla="*/ 0 w 12376"/>
                  <a:gd name="csY1" fmla="*/ 0 h 34530"/>
                </a:gdLst>
                <a:ahLst/>
                <a:cxnLst>
                  <a:cxn ang="0">
                    <a:pos x="csX0" y="csY0"/>
                  </a:cxn>
                  <a:cxn ang="0">
                    <a:pos x="csX1" y="csY1"/>
                  </a:cxn>
                </a:cxnLst>
                <a:rect l="l" t="t" r="r" b="b"/>
                <a:pathLst>
                  <a:path w="12376" h="34530">
                    <a:moveTo>
                      <a:pt x="0" y="34530"/>
                    </a:moveTo>
                    <a:lnTo>
                      <a:pt x="0" y="0"/>
                    </a:lnTo>
                  </a:path>
                </a:pathLst>
              </a:custGeom>
              <a:noFill/>
              <a:ln w="13212" cap="flat">
                <a:solidFill>
                  <a:srgbClr val="333333"/>
                </a:solidFill>
                <a:prstDash val="solid"/>
                <a:round/>
              </a:ln>
            </p:spPr>
            <p:txBody>
              <a:bodyPr/>
              <a:lstStyle/>
              <a:p>
                <a:pPr algn="ctr"/>
                <a:endParaRPr lang="en-US" sz="2268"/>
              </a:p>
            </p:txBody>
          </p:sp>
          <p:sp>
            <p:nvSpPr>
              <p:cNvPr id="2671" name="Freeform 2670">
                <a:extLst>
                  <a:ext uri="{FF2B5EF4-FFF2-40B4-BE49-F238E27FC236}">
                    <a16:creationId xmlns:a16="http://schemas.microsoft.com/office/drawing/2014/main" id="{1DBC92F0-38A8-DBD4-8387-BE3B0F20915C}"/>
                  </a:ext>
                </a:extLst>
              </p:cNvPr>
              <p:cNvSpPr/>
              <p:nvPr/>
            </p:nvSpPr>
            <p:spPr>
              <a:xfrm>
                <a:off x="1718394" y="4426598"/>
                <a:ext cx="12376" cy="34530"/>
              </a:xfrm>
              <a:custGeom>
                <a:avLst/>
                <a:gdLst>
                  <a:gd name="csX0" fmla="*/ 0 w 12376"/>
                  <a:gd name="csY0" fmla="*/ 34530 h 34530"/>
                  <a:gd name="csX1" fmla="*/ 0 w 12376"/>
                  <a:gd name="csY1" fmla="*/ 0 h 34530"/>
                </a:gdLst>
                <a:ahLst/>
                <a:cxnLst>
                  <a:cxn ang="0">
                    <a:pos x="csX0" y="csY0"/>
                  </a:cxn>
                  <a:cxn ang="0">
                    <a:pos x="csX1" y="csY1"/>
                  </a:cxn>
                </a:cxnLst>
                <a:rect l="l" t="t" r="r" b="b"/>
                <a:pathLst>
                  <a:path w="12376" h="34530">
                    <a:moveTo>
                      <a:pt x="0" y="34530"/>
                    </a:moveTo>
                    <a:lnTo>
                      <a:pt x="0" y="0"/>
                    </a:lnTo>
                  </a:path>
                </a:pathLst>
              </a:custGeom>
              <a:noFill/>
              <a:ln w="13212" cap="flat">
                <a:solidFill>
                  <a:srgbClr val="333333"/>
                </a:solidFill>
                <a:prstDash val="solid"/>
                <a:round/>
              </a:ln>
            </p:spPr>
            <p:txBody>
              <a:bodyPr/>
              <a:lstStyle/>
              <a:p>
                <a:pPr algn="ctr"/>
                <a:endParaRPr lang="en-US" sz="2268"/>
              </a:p>
            </p:txBody>
          </p:sp>
          <p:sp>
            <p:nvSpPr>
              <p:cNvPr id="2672" name="Freeform 2671">
                <a:extLst>
                  <a:ext uri="{FF2B5EF4-FFF2-40B4-BE49-F238E27FC236}">
                    <a16:creationId xmlns:a16="http://schemas.microsoft.com/office/drawing/2014/main" id="{5D1124EC-B673-B90A-8E53-922B421620CF}"/>
                  </a:ext>
                </a:extLst>
              </p:cNvPr>
              <p:cNvSpPr/>
              <p:nvPr/>
            </p:nvSpPr>
            <p:spPr>
              <a:xfrm>
                <a:off x="1978670" y="4426598"/>
                <a:ext cx="12376" cy="34530"/>
              </a:xfrm>
              <a:custGeom>
                <a:avLst/>
                <a:gdLst>
                  <a:gd name="csX0" fmla="*/ 0 w 12376"/>
                  <a:gd name="csY0" fmla="*/ 34530 h 34530"/>
                  <a:gd name="csX1" fmla="*/ 0 w 12376"/>
                  <a:gd name="csY1" fmla="*/ 0 h 34530"/>
                </a:gdLst>
                <a:ahLst/>
                <a:cxnLst>
                  <a:cxn ang="0">
                    <a:pos x="csX0" y="csY0"/>
                  </a:cxn>
                  <a:cxn ang="0">
                    <a:pos x="csX1" y="csY1"/>
                  </a:cxn>
                </a:cxnLst>
                <a:rect l="l" t="t" r="r" b="b"/>
                <a:pathLst>
                  <a:path w="12376" h="34530">
                    <a:moveTo>
                      <a:pt x="0" y="34530"/>
                    </a:moveTo>
                    <a:lnTo>
                      <a:pt x="0" y="0"/>
                    </a:lnTo>
                  </a:path>
                </a:pathLst>
              </a:custGeom>
              <a:noFill/>
              <a:ln w="13212" cap="flat">
                <a:solidFill>
                  <a:srgbClr val="333333"/>
                </a:solidFill>
                <a:prstDash val="solid"/>
                <a:round/>
              </a:ln>
            </p:spPr>
            <p:txBody>
              <a:bodyPr/>
              <a:lstStyle/>
              <a:p>
                <a:pPr algn="ctr"/>
                <a:endParaRPr lang="en-US" sz="2268"/>
              </a:p>
            </p:txBody>
          </p:sp>
          <p:sp>
            <p:nvSpPr>
              <p:cNvPr id="2673" name="Freeform 2672">
                <a:extLst>
                  <a:ext uri="{FF2B5EF4-FFF2-40B4-BE49-F238E27FC236}">
                    <a16:creationId xmlns:a16="http://schemas.microsoft.com/office/drawing/2014/main" id="{1B7909FD-A373-70A7-6317-745F76F17B0A}"/>
                  </a:ext>
                </a:extLst>
              </p:cNvPr>
              <p:cNvSpPr/>
              <p:nvPr/>
            </p:nvSpPr>
            <p:spPr>
              <a:xfrm>
                <a:off x="2239068" y="4426598"/>
                <a:ext cx="12376" cy="34530"/>
              </a:xfrm>
              <a:custGeom>
                <a:avLst/>
                <a:gdLst>
                  <a:gd name="csX0" fmla="*/ 0 w 12376"/>
                  <a:gd name="csY0" fmla="*/ 34530 h 34530"/>
                  <a:gd name="csX1" fmla="*/ 0 w 12376"/>
                  <a:gd name="csY1" fmla="*/ 0 h 34530"/>
                </a:gdLst>
                <a:ahLst/>
                <a:cxnLst>
                  <a:cxn ang="0">
                    <a:pos x="csX0" y="csY0"/>
                  </a:cxn>
                  <a:cxn ang="0">
                    <a:pos x="csX1" y="csY1"/>
                  </a:cxn>
                </a:cxnLst>
                <a:rect l="l" t="t" r="r" b="b"/>
                <a:pathLst>
                  <a:path w="12376" h="34530">
                    <a:moveTo>
                      <a:pt x="0" y="34530"/>
                    </a:moveTo>
                    <a:lnTo>
                      <a:pt x="0" y="0"/>
                    </a:lnTo>
                  </a:path>
                </a:pathLst>
              </a:custGeom>
              <a:noFill/>
              <a:ln w="13212" cap="flat">
                <a:solidFill>
                  <a:srgbClr val="333333"/>
                </a:solidFill>
                <a:prstDash val="solid"/>
                <a:round/>
              </a:ln>
            </p:spPr>
            <p:txBody>
              <a:bodyPr/>
              <a:lstStyle/>
              <a:p>
                <a:pPr algn="ctr"/>
                <a:endParaRPr lang="en-US" sz="2268"/>
              </a:p>
            </p:txBody>
          </p:sp>
          <p:sp>
            <p:nvSpPr>
              <p:cNvPr id="2674" name="Freeform 2673">
                <a:extLst>
                  <a:ext uri="{FF2B5EF4-FFF2-40B4-BE49-F238E27FC236}">
                    <a16:creationId xmlns:a16="http://schemas.microsoft.com/office/drawing/2014/main" id="{14103321-B095-D87E-4763-16AD7396A516}"/>
                  </a:ext>
                </a:extLst>
              </p:cNvPr>
              <p:cNvSpPr/>
              <p:nvPr/>
            </p:nvSpPr>
            <p:spPr>
              <a:xfrm>
                <a:off x="2499467" y="4426598"/>
                <a:ext cx="12376" cy="34530"/>
              </a:xfrm>
              <a:custGeom>
                <a:avLst/>
                <a:gdLst>
                  <a:gd name="csX0" fmla="*/ 0 w 12376"/>
                  <a:gd name="csY0" fmla="*/ 34530 h 34530"/>
                  <a:gd name="csX1" fmla="*/ 0 w 12376"/>
                  <a:gd name="csY1" fmla="*/ 0 h 34530"/>
                </a:gdLst>
                <a:ahLst/>
                <a:cxnLst>
                  <a:cxn ang="0">
                    <a:pos x="csX0" y="csY0"/>
                  </a:cxn>
                  <a:cxn ang="0">
                    <a:pos x="csX1" y="csY1"/>
                  </a:cxn>
                </a:cxnLst>
                <a:rect l="l" t="t" r="r" b="b"/>
                <a:pathLst>
                  <a:path w="12376" h="34530">
                    <a:moveTo>
                      <a:pt x="0" y="34530"/>
                    </a:moveTo>
                    <a:lnTo>
                      <a:pt x="0" y="0"/>
                    </a:lnTo>
                  </a:path>
                </a:pathLst>
              </a:custGeom>
              <a:noFill/>
              <a:ln w="13212" cap="flat">
                <a:solidFill>
                  <a:srgbClr val="333333"/>
                </a:solidFill>
                <a:prstDash val="solid"/>
                <a:round/>
              </a:ln>
            </p:spPr>
            <p:txBody>
              <a:bodyPr/>
              <a:lstStyle/>
              <a:p>
                <a:pPr algn="ctr"/>
                <a:endParaRPr lang="en-US" sz="2268"/>
              </a:p>
            </p:txBody>
          </p:sp>
          <p:sp>
            <p:nvSpPr>
              <p:cNvPr id="2675" name="TextBox 2674">
                <a:extLst>
                  <a:ext uri="{FF2B5EF4-FFF2-40B4-BE49-F238E27FC236}">
                    <a16:creationId xmlns:a16="http://schemas.microsoft.com/office/drawing/2014/main" id="{DD4A17F3-CAC2-8B42-64BC-E806119E78D4}"/>
                  </a:ext>
                </a:extLst>
              </p:cNvPr>
              <p:cNvSpPr txBox="1"/>
              <p:nvPr/>
            </p:nvSpPr>
            <p:spPr>
              <a:xfrm>
                <a:off x="543580" y="4422133"/>
                <a:ext cx="266685"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F</a:t>
                </a:r>
              </a:p>
            </p:txBody>
          </p:sp>
          <p:sp>
            <p:nvSpPr>
              <p:cNvPr id="2676" name="TextBox 2675">
                <a:extLst>
                  <a:ext uri="{FF2B5EF4-FFF2-40B4-BE49-F238E27FC236}">
                    <a16:creationId xmlns:a16="http://schemas.microsoft.com/office/drawing/2014/main" id="{7D5BD189-3862-AC13-B76F-A6ACF422BCB2}"/>
                  </a:ext>
                </a:extLst>
              </p:cNvPr>
              <p:cNvSpPr txBox="1"/>
              <p:nvPr/>
            </p:nvSpPr>
            <p:spPr>
              <a:xfrm>
                <a:off x="791256" y="4422133"/>
                <a:ext cx="29213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M</a:t>
                </a:r>
              </a:p>
            </p:txBody>
          </p:sp>
          <p:sp>
            <p:nvSpPr>
              <p:cNvPr id="2677" name="TextBox 2676">
                <a:extLst>
                  <a:ext uri="{FF2B5EF4-FFF2-40B4-BE49-F238E27FC236}">
                    <a16:creationId xmlns:a16="http://schemas.microsoft.com/office/drawing/2014/main" id="{888C357B-92D4-AC53-C342-FE470E48812D}"/>
                  </a:ext>
                </a:extLst>
              </p:cNvPr>
              <p:cNvSpPr txBox="1"/>
              <p:nvPr/>
            </p:nvSpPr>
            <p:spPr>
              <a:xfrm>
                <a:off x="1083765" y="4422133"/>
                <a:ext cx="227666"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I</a:t>
                </a:r>
              </a:p>
            </p:txBody>
          </p:sp>
          <p:sp>
            <p:nvSpPr>
              <p:cNvPr id="2678" name="TextBox 2677">
                <a:extLst>
                  <a:ext uri="{FF2B5EF4-FFF2-40B4-BE49-F238E27FC236}">
                    <a16:creationId xmlns:a16="http://schemas.microsoft.com/office/drawing/2014/main" id="{DD1EB0D7-3543-DBB6-B64A-F81737849217}"/>
                  </a:ext>
                </a:extLst>
              </p:cNvPr>
              <p:cNvSpPr txBox="1"/>
              <p:nvPr/>
            </p:nvSpPr>
            <p:spPr>
              <a:xfrm>
                <a:off x="1305993" y="4422133"/>
                <a:ext cx="304007"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IP</a:t>
                </a:r>
              </a:p>
            </p:txBody>
          </p:sp>
          <p:sp>
            <p:nvSpPr>
              <p:cNvPr id="2679" name="TextBox 2678">
                <a:extLst>
                  <a:ext uri="{FF2B5EF4-FFF2-40B4-BE49-F238E27FC236}">
                    <a16:creationId xmlns:a16="http://schemas.microsoft.com/office/drawing/2014/main" id="{2B006CCE-49C7-E690-B006-F784B274A6D4}"/>
                  </a:ext>
                </a:extLst>
              </p:cNvPr>
              <p:cNvSpPr txBox="1"/>
              <p:nvPr/>
            </p:nvSpPr>
            <p:spPr>
              <a:xfrm>
                <a:off x="1572328" y="4422133"/>
                <a:ext cx="29213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LI</a:t>
                </a:r>
              </a:p>
            </p:txBody>
          </p:sp>
          <p:sp>
            <p:nvSpPr>
              <p:cNvPr id="2680" name="TextBox 2679">
                <a:extLst>
                  <a:ext uri="{FF2B5EF4-FFF2-40B4-BE49-F238E27FC236}">
                    <a16:creationId xmlns:a16="http://schemas.microsoft.com/office/drawing/2014/main" id="{AB45519D-1AF0-DCA7-A8E7-BA15106FDEC1}"/>
                  </a:ext>
                </a:extLst>
              </p:cNvPr>
              <p:cNvSpPr txBox="1"/>
              <p:nvPr/>
            </p:nvSpPr>
            <p:spPr>
              <a:xfrm>
                <a:off x="1794432" y="4422133"/>
                <a:ext cx="36847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LIP</a:t>
                </a:r>
              </a:p>
            </p:txBody>
          </p:sp>
          <p:sp>
            <p:nvSpPr>
              <p:cNvPr id="2681" name="TextBox 2680">
                <a:extLst>
                  <a:ext uri="{FF2B5EF4-FFF2-40B4-BE49-F238E27FC236}">
                    <a16:creationId xmlns:a16="http://schemas.microsoft.com/office/drawing/2014/main" id="{3F566040-5831-C6F1-875E-941F4221CE52}"/>
                  </a:ext>
                </a:extLst>
              </p:cNvPr>
              <p:cNvSpPr txBox="1"/>
              <p:nvPr/>
            </p:nvSpPr>
            <p:spPr>
              <a:xfrm>
                <a:off x="2064162" y="4422133"/>
                <a:ext cx="34981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NF</a:t>
                </a:r>
              </a:p>
            </p:txBody>
          </p:sp>
          <p:sp>
            <p:nvSpPr>
              <p:cNvPr id="2682" name="TextBox 2681">
                <a:extLst>
                  <a:ext uri="{FF2B5EF4-FFF2-40B4-BE49-F238E27FC236}">
                    <a16:creationId xmlns:a16="http://schemas.microsoft.com/office/drawing/2014/main" id="{46EB8EB8-46F1-D792-BEF7-0653E1D49CA6}"/>
                  </a:ext>
                </a:extLst>
              </p:cNvPr>
              <p:cNvSpPr txBox="1"/>
              <p:nvPr/>
            </p:nvSpPr>
            <p:spPr>
              <a:xfrm>
                <a:off x="2311839" y="4422133"/>
                <a:ext cx="375258"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NM</a:t>
                </a:r>
              </a:p>
            </p:txBody>
          </p:sp>
          <p:sp>
            <p:nvSpPr>
              <p:cNvPr id="2683" name="TextBox 2682">
                <a:extLst>
                  <a:ext uri="{FF2B5EF4-FFF2-40B4-BE49-F238E27FC236}">
                    <a16:creationId xmlns:a16="http://schemas.microsoft.com/office/drawing/2014/main" id="{02D3F3A6-1821-DE4B-0C4C-7ACDBE5B56A9}"/>
                  </a:ext>
                </a:extLst>
              </p:cNvPr>
              <p:cNvSpPr txBox="1"/>
              <p:nvPr/>
            </p:nvSpPr>
            <p:spPr>
              <a:xfrm>
                <a:off x="1308957" y="4554059"/>
                <a:ext cx="5584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Phase</a:t>
                </a:r>
              </a:p>
            </p:txBody>
          </p:sp>
        </p:grpSp>
      </p:grpSp>
      <p:grpSp>
        <p:nvGrpSpPr>
          <p:cNvPr id="2685" name="Graphic 53">
            <a:extLst>
              <a:ext uri="{FF2B5EF4-FFF2-40B4-BE49-F238E27FC236}">
                <a16:creationId xmlns:a16="http://schemas.microsoft.com/office/drawing/2014/main" id="{E9E61E75-4920-78B4-C13F-07A26CFBD123}"/>
              </a:ext>
            </a:extLst>
          </p:cNvPr>
          <p:cNvGrpSpPr/>
          <p:nvPr/>
        </p:nvGrpSpPr>
        <p:grpSpPr>
          <a:xfrm>
            <a:off x="47419" y="4295274"/>
            <a:ext cx="2532515" cy="1710195"/>
            <a:chOff x="50184" y="4434051"/>
            <a:chExt cx="2680173" cy="1809908"/>
          </a:xfrm>
        </p:grpSpPr>
        <p:sp>
          <p:nvSpPr>
            <p:cNvPr id="2686" name="Freeform 2685">
              <a:extLst>
                <a:ext uri="{FF2B5EF4-FFF2-40B4-BE49-F238E27FC236}">
                  <a16:creationId xmlns:a16="http://schemas.microsoft.com/office/drawing/2014/main" id="{FD8882CF-A318-EC65-1A90-4D236236C940}"/>
                </a:ext>
              </a:extLst>
            </p:cNvPr>
            <p:cNvSpPr/>
            <p:nvPr/>
          </p:nvSpPr>
          <p:spPr>
            <a:xfrm>
              <a:off x="50184" y="4434051"/>
              <a:ext cx="2673296" cy="1809908"/>
            </a:xfrm>
            <a:custGeom>
              <a:avLst/>
              <a:gdLst>
                <a:gd name="csX0" fmla="*/ 0 w 2673296"/>
                <a:gd name="csY0" fmla="*/ 0 h 1809908"/>
                <a:gd name="csX1" fmla="*/ 2673296 w 2673296"/>
                <a:gd name="csY1" fmla="*/ 0 h 1809908"/>
                <a:gd name="csX2" fmla="*/ 2673296 w 2673296"/>
                <a:gd name="csY2" fmla="*/ 1809908 h 1809908"/>
                <a:gd name="csX3" fmla="*/ 0 w 2673296"/>
                <a:gd name="csY3" fmla="*/ 1809908 h 1809908"/>
              </a:gdLst>
              <a:ahLst/>
              <a:cxnLst>
                <a:cxn ang="0">
                  <a:pos x="csX0" y="csY0"/>
                </a:cxn>
                <a:cxn ang="0">
                  <a:pos x="csX1" y="csY1"/>
                </a:cxn>
                <a:cxn ang="0">
                  <a:pos x="csX2" y="csY2"/>
                </a:cxn>
                <a:cxn ang="0">
                  <a:pos x="csX3" y="csY3"/>
                </a:cxn>
              </a:cxnLst>
              <a:rect l="l" t="t" r="r" b="b"/>
              <a:pathLst>
                <a:path w="2673296" h="1809908">
                  <a:moveTo>
                    <a:pt x="0" y="0"/>
                  </a:moveTo>
                  <a:lnTo>
                    <a:pt x="2673296" y="0"/>
                  </a:lnTo>
                  <a:lnTo>
                    <a:pt x="2673296" y="1809908"/>
                  </a:lnTo>
                  <a:lnTo>
                    <a:pt x="0" y="1809908"/>
                  </a:lnTo>
                  <a:close/>
                </a:path>
              </a:pathLst>
            </a:custGeom>
            <a:solidFill>
              <a:srgbClr val="FFFFFF"/>
            </a:solidFill>
            <a:ln w="12347" cap="rnd">
              <a:noFill/>
              <a:prstDash val="solid"/>
              <a:round/>
            </a:ln>
          </p:spPr>
          <p:txBody>
            <a:bodyPr/>
            <a:lstStyle/>
            <a:p>
              <a:pPr algn="ctr"/>
              <a:endParaRPr lang="en-US" sz="2268"/>
            </a:p>
          </p:txBody>
        </p:sp>
        <p:sp>
          <p:nvSpPr>
            <p:cNvPr id="2687" name="Freeform 2686">
              <a:extLst>
                <a:ext uri="{FF2B5EF4-FFF2-40B4-BE49-F238E27FC236}">
                  <a16:creationId xmlns:a16="http://schemas.microsoft.com/office/drawing/2014/main" id="{CBAC3FFE-3ACB-B399-B9AA-41D85DF1ABD3}"/>
                </a:ext>
              </a:extLst>
            </p:cNvPr>
            <p:cNvSpPr/>
            <p:nvPr/>
          </p:nvSpPr>
          <p:spPr>
            <a:xfrm>
              <a:off x="50184" y="4434051"/>
              <a:ext cx="2673296" cy="1809908"/>
            </a:xfrm>
            <a:custGeom>
              <a:avLst/>
              <a:gdLst>
                <a:gd name="csX0" fmla="*/ 0 w 2673296"/>
                <a:gd name="csY0" fmla="*/ 0 h 1809908"/>
                <a:gd name="csX1" fmla="*/ 2673296 w 2673296"/>
                <a:gd name="csY1" fmla="*/ 0 h 1809908"/>
                <a:gd name="csX2" fmla="*/ 2673296 w 2673296"/>
                <a:gd name="csY2" fmla="*/ 1809908 h 1809908"/>
                <a:gd name="csX3" fmla="*/ 0 w 2673296"/>
                <a:gd name="csY3" fmla="*/ 1809908 h 1809908"/>
              </a:gdLst>
              <a:ahLst/>
              <a:cxnLst>
                <a:cxn ang="0">
                  <a:pos x="csX0" y="csY0"/>
                </a:cxn>
                <a:cxn ang="0">
                  <a:pos x="csX1" y="csY1"/>
                </a:cxn>
                <a:cxn ang="0">
                  <a:pos x="csX2" y="csY2"/>
                </a:cxn>
                <a:cxn ang="0">
                  <a:pos x="csX3" y="csY3"/>
                </a:cxn>
              </a:cxnLst>
              <a:rect l="l" t="t" r="r" b="b"/>
              <a:pathLst>
                <a:path w="2673296" h="1809908">
                  <a:moveTo>
                    <a:pt x="0" y="0"/>
                  </a:moveTo>
                  <a:lnTo>
                    <a:pt x="2673296" y="0"/>
                  </a:lnTo>
                  <a:lnTo>
                    <a:pt x="2673296" y="1809908"/>
                  </a:lnTo>
                  <a:lnTo>
                    <a:pt x="0" y="1809908"/>
                  </a:lnTo>
                  <a:close/>
                </a:path>
              </a:pathLst>
            </a:custGeom>
            <a:solidFill>
              <a:srgbClr val="FFFFFF"/>
            </a:solidFill>
            <a:ln w="13212" cap="rnd">
              <a:solidFill>
                <a:srgbClr val="FFFFFF"/>
              </a:solidFill>
              <a:prstDash val="solid"/>
              <a:round/>
            </a:ln>
          </p:spPr>
          <p:txBody>
            <a:bodyPr/>
            <a:lstStyle/>
            <a:p>
              <a:pPr algn="ctr"/>
              <a:endParaRPr lang="en-US" sz="2268"/>
            </a:p>
          </p:txBody>
        </p:sp>
        <p:grpSp>
          <p:nvGrpSpPr>
            <p:cNvPr id="2688" name="Graphic 53">
              <a:extLst>
                <a:ext uri="{FF2B5EF4-FFF2-40B4-BE49-F238E27FC236}">
                  <a16:creationId xmlns:a16="http://schemas.microsoft.com/office/drawing/2014/main" id="{EEE6901F-D445-B60D-5ADE-0B2A9961B999}"/>
                </a:ext>
              </a:extLst>
            </p:cNvPr>
            <p:cNvGrpSpPr/>
            <p:nvPr/>
          </p:nvGrpSpPr>
          <p:grpSpPr>
            <a:xfrm>
              <a:off x="492687" y="4459583"/>
              <a:ext cx="2237670" cy="1388458"/>
              <a:chOff x="492687" y="4459583"/>
              <a:chExt cx="2237670" cy="1388458"/>
            </a:xfrm>
          </p:grpSpPr>
          <p:sp>
            <p:nvSpPr>
              <p:cNvPr id="2689" name="Freeform 2688">
                <a:extLst>
                  <a:ext uri="{FF2B5EF4-FFF2-40B4-BE49-F238E27FC236}">
                    <a16:creationId xmlns:a16="http://schemas.microsoft.com/office/drawing/2014/main" id="{9AC0F4A5-2737-7C90-9F20-1E77DB2D7581}"/>
                  </a:ext>
                </a:extLst>
              </p:cNvPr>
              <p:cNvSpPr/>
              <p:nvPr/>
            </p:nvSpPr>
            <p:spPr>
              <a:xfrm>
                <a:off x="520733" y="4502928"/>
                <a:ext cx="2134923" cy="1345113"/>
              </a:xfrm>
              <a:custGeom>
                <a:avLst/>
                <a:gdLst>
                  <a:gd name="csX0" fmla="*/ 0 w 2134923"/>
                  <a:gd name="csY0" fmla="*/ 0 h 1345113"/>
                  <a:gd name="csX1" fmla="*/ 2134924 w 2134923"/>
                  <a:gd name="csY1" fmla="*/ 0 h 1345113"/>
                  <a:gd name="csX2" fmla="*/ 2134924 w 2134923"/>
                  <a:gd name="csY2" fmla="*/ 1345114 h 1345113"/>
                  <a:gd name="csX3" fmla="*/ 0 w 2134923"/>
                  <a:gd name="csY3" fmla="*/ 1345114 h 1345113"/>
                </a:gdLst>
                <a:ahLst/>
                <a:cxnLst>
                  <a:cxn ang="0">
                    <a:pos x="csX0" y="csY0"/>
                  </a:cxn>
                  <a:cxn ang="0">
                    <a:pos x="csX1" y="csY1"/>
                  </a:cxn>
                  <a:cxn ang="0">
                    <a:pos x="csX2" y="csY2"/>
                  </a:cxn>
                  <a:cxn ang="0">
                    <a:pos x="csX3" y="csY3"/>
                  </a:cxn>
                </a:cxnLst>
                <a:rect l="l" t="t" r="r" b="b"/>
                <a:pathLst>
                  <a:path w="2134923" h="1345113">
                    <a:moveTo>
                      <a:pt x="0" y="0"/>
                    </a:moveTo>
                    <a:lnTo>
                      <a:pt x="2134924" y="0"/>
                    </a:lnTo>
                    <a:lnTo>
                      <a:pt x="2134924" y="1345114"/>
                    </a:lnTo>
                    <a:lnTo>
                      <a:pt x="0" y="1345114"/>
                    </a:lnTo>
                    <a:close/>
                  </a:path>
                </a:pathLst>
              </a:custGeom>
              <a:solidFill>
                <a:srgbClr val="FFFFFF"/>
              </a:solidFill>
              <a:ln w="26300" cap="rnd">
                <a:solidFill>
                  <a:srgbClr val="000000"/>
                </a:solidFill>
                <a:prstDash val="solid"/>
                <a:round/>
              </a:ln>
            </p:spPr>
            <p:txBody>
              <a:bodyPr/>
              <a:lstStyle/>
              <a:p>
                <a:pPr algn="ctr"/>
                <a:endParaRPr lang="en-US" sz="2268"/>
              </a:p>
            </p:txBody>
          </p:sp>
          <p:sp>
            <p:nvSpPr>
              <p:cNvPr id="2690" name="Freeform 2689">
                <a:extLst>
                  <a:ext uri="{FF2B5EF4-FFF2-40B4-BE49-F238E27FC236}">
                    <a16:creationId xmlns:a16="http://schemas.microsoft.com/office/drawing/2014/main" id="{6FE493D3-ECC4-0E52-4769-0ED0ECCB3E79}"/>
                  </a:ext>
                </a:extLst>
              </p:cNvPr>
              <p:cNvSpPr/>
              <p:nvPr/>
            </p:nvSpPr>
            <p:spPr>
              <a:xfrm>
                <a:off x="559719" y="5222492"/>
                <a:ext cx="234408" cy="12568"/>
              </a:xfrm>
              <a:custGeom>
                <a:avLst/>
                <a:gdLst>
                  <a:gd name="csX0" fmla="*/ 0 w 234408"/>
                  <a:gd name="csY0" fmla="*/ 0 h 12568"/>
                  <a:gd name="csX1" fmla="*/ 234408 w 234408"/>
                  <a:gd name="csY1" fmla="*/ 0 h 12568"/>
                </a:gdLst>
                <a:ahLst/>
                <a:cxnLst>
                  <a:cxn ang="0">
                    <a:pos x="csX0" y="csY0"/>
                  </a:cxn>
                  <a:cxn ang="0">
                    <a:pos x="csX1" y="csY1"/>
                  </a:cxn>
                </a:cxnLst>
                <a:rect l="l" t="t" r="r" b="b"/>
                <a:pathLst>
                  <a:path w="234408" h="12568">
                    <a:moveTo>
                      <a:pt x="0" y="0"/>
                    </a:moveTo>
                    <a:lnTo>
                      <a:pt x="234408" y="0"/>
                    </a:lnTo>
                  </a:path>
                </a:pathLst>
              </a:custGeom>
              <a:ln w="32967" cap="flat">
                <a:solidFill>
                  <a:srgbClr val="F8766D"/>
                </a:solidFill>
                <a:prstDash val="solid"/>
                <a:miter/>
              </a:ln>
            </p:spPr>
            <p:txBody>
              <a:bodyPr/>
              <a:lstStyle/>
              <a:p>
                <a:pPr algn="ctr"/>
                <a:endParaRPr lang="en-US" sz="2268"/>
              </a:p>
            </p:txBody>
          </p:sp>
          <p:sp>
            <p:nvSpPr>
              <p:cNvPr id="2691" name="Freeform 2690">
                <a:extLst>
                  <a:ext uri="{FF2B5EF4-FFF2-40B4-BE49-F238E27FC236}">
                    <a16:creationId xmlns:a16="http://schemas.microsoft.com/office/drawing/2014/main" id="{617D19B4-7CC8-57AF-C774-6302363BE61D}"/>
                  </a:ext>
                </a:extLst>
              </p:cNvPr>
              <p:cNvSpPr/>
              <p:nvPr/>
            </p:nvSpPr>
            <p:spPr>
              <a:xfrm>
                <a:off x="820118" y="4834618"/>
                <a:ext cx="234284" cy="12568"/>
              </a:xfrm>
              <a:custGeom>
                <a:avLst/>
                <a:gdLst>
                  <a:gd name="csX0" fmla="*/ 0 w 234284"/>
                  <a:gd name="csY0" fmla="*/ 0 h 12568"/>
                  <a:gd name="csX1" fmla="*/ 234285 w 234284"/>
                  <a:gd name="csY1" fmla="*/ 0 h 12568"/>
                </a:gdLst>
                <a:ahLst/>
                <a:cxnLst>
                  <a:cxn ang="0">
                    <a:pos x="csX0" y="csY0"/>
                  </a:cxn>
                  <a:cxn ang="0">
                    <a:pos x="csX1" y="csY1"/>
                  </a:cxn>
                </a:cxnLst>
                <a:rect l="l" t="t" r="r" b="b"/>
                <a:pathLst>
                  <a:path w="234284" h="12568">
                    <a:moveTo>
                      <a:pt x="0" y="0"/>
                    </a:moveTo>
                    <a:lnTo>
                      <a:pt x="234285" y="0"/>
                    </a:lnTo>
                  </a:path>
                </a:pathLst>
              </a:custGeom>
              <a:ln w="32967" cap="flat">
                <a:solidFill>
                  <a:srgbClr val="00BFC4"/>
                </a:solidFill>
                <a:prstDash val="solid"/>
                <a:miter/>
              </a:ln>
            </p:spPr>
            <p:txBody>
              <a:bodyPr/>
              <a:lstStyle/>
              <a:p>
                <a:pPr algn="ctr"/>
                <a:endParaRPr lang="en-US" sz="2268"/>
              </a:p>
            </p:txBody>
          </p:sp>
          <p:sp>
            <p:nvSpPr>
              <p:cNvPr id="2692" name="Freeform 2691">
                <a:extLst>
                  <a:ext uri="{FF2B5EF4-FFF2-40B4-BE49-F238E27FC236}">
                    <a16:creationId xmlns:a16="http://schemas.microsoft.com/office/drawing/2014/main" id="{CFCCF3C2-6067-B24C-77E1-90E2EAE66366}"/>
                  </a:ext>
                </a:extLst>
              </p:cNvPr>
              <p:cNvSpPr/>
              <p:nvPr/>
            </p:nvSpPr>
            <p:spPr>
              <a:xfrm>
                <a:off x="1080516" y="4901610"/>
                <a:ext cx="234284" cy="12568"/>
              </a:xfrm>
              <a:custGeom>
                <a:avLst/>
                <a:gdLst>
                  <a:gd name="csX0" fmla="*/ 0 w 234284"/>
                  <a:gd name="csY0" fmla="*/ 0 h 12568"/>
                  <a:gd name="csX1" fmla="*/ 234285 w 234284"/>
                  <a:gd name="csY1" fmla="*/ 0 h 12568"/>
                </a:gdLst>
                <a:ahLst/>
                <a:cxnLst>
                  <a:cxn ang="0">
                    <a:pos x="csX0" y="csY0"/>
                  </a:cxn>
                  <a:cxn ang="0">
                    <a:pos x="csX1" y="csY1"/>
                  </a:cxn>
                </a:cxnLst>
                <a:rect l="l" t="t" r="r" b="b"/>
                <a:pathLst>
                  <a:path w="234284" h="12568">
                    <a:moveTo>
                      <a:pt x="0" y="0"/>
                    </a:moveTo>
                    <a:lnTo>
                      <a:pt x="234285" y="0"/>
                    </a:lnTo>
                  </a:path>
                </a:pathLst>
              </a:custGeom>
              <a:ln w="32967" cap="flat">
                <a:solidFill>
                  <a:srgbClr val="F8766D"/>
                </a:solidFill>
                <a:prstDash val="solid"/>
                <a:miter/>
              </a:ln>
            </p:spPr>
            <p:txBody>
              <a:bodyPr/>
              <a:lstStyle/>
              <a:p>
                <a:pPr algn="ctr"/>
                <a:endParaRPr lang="en-US" sz="2268"/>
              </a:p>
            </p:txBody>
          </p:sp>
          <p:sp>
            <p:nvSpPr>
              <p:cNvPr id="2693" name="Freeform 2692">
                <a:extLst>
                  <a:ext uri="{FF2B5EF4-FFF2-40B4-BE49-F238E27FC236}">
                    <a16:creationId xmlns:a16="http://schemas.microsoft.com/office/drawing/2014/main" id="{6EA45941-503C-A746-827F-3C775E6AB699}"/>
                  </a:ext>
                </a:extLst>
              </p:cNvPr>
              <p:cNvSpPr/>
              <p:nvPr/>
            </p:nvSpPr>
            <p:spPr>
              <a:xfrm>
                <a:off x="1340791" y="5374574"/>
                <a:ext cx="234408" cy="12568"/>
              </a:xfrm>
              <a:custGeom>
                <a:avLst/>
                <a:gdLst>
                  <a:gd name="csX0" fmla="*/ 0 w 234408"/>
                  <a:gd name="csY0" fmla="*/ 0 h 12568"/>
                  <a:gd name="csX1" fmla="*/ 234408 w 234408"/>
                  <a:gd name="csY1" fmla="*/ 0 h 12568"/>
                </a:gdLst>
                <a:ahLst/>
                <a:cxnLst>
                  <a:cxn ang="0">
                    <a:pos x="csX0" y="csY0"/>
                  </a:cxn>
                  <a:cxn ang="0">
                    <a:pos x="csX1" y="csY1"/>
                  </a:cxn>
                </a:cxnLst>
                <a:rect l="l" t="t" r="r" b="b"/>
                <a:pathLst>
                  <a:path w="234408" h="12568">
                    <a:moveTo>
                      <a:pt x="0" y="0"/>
                    </a:moveTo>
                    <a:lnTo>
                      <a:pt x="234408" y="0"/>
                    </a:lnTo>
                  </a:path>
                </a:pathLst>
              </a:custGeom>
              <a:ln w="32967" cap="flat">
                <a:solidFill>
                  <a:srgbClr val="00BFC4"/>
                </a:solidFill>
                <a:prstDash val="solid"/>
                <a:miter/>
              </a:ln>
            </p:spPr>
            <p:txBody>
              <a:bodyPr/>
              <a:lstStyle/>
              <a:p>
                <a:pPr algn="ctr"/>
                <a:endParaRPr lang="en-US" sz="2268"/>
              </a:p>
            </p:txBody>
          </p:sp>
          <p:sp>
            <p:nvSpPr>
              <p:cNvPr id="2694" name="Freeform 2693">
                <a:extLst>
                  <a:ext uri="{FF2B5EF4-FFF2-40B4-BE49-F238E27FC236}">
                    <a16:creationId xmlns:a16="http://schemas.microsoft.com/office/drawing/2014/main" id="{967B82ED-8A85-F63D-36B2-376E929AEF23}"/>
                  </a:ext>
                </a:extLst>
              </p:cNvPr>
              <p:cNvSpPr/>
              <p:nvPr/>
            </p:nvSpPr>
            <p:spPr>
              <a:xfrm>
                <a:off x="1601190" y="5238454"/>
                <a:ext cx="234284" cy="12568"/>
              </a:xfrm>
              <a:custGeom>
                <a:avLst/>
                <a:gdLst>
                  <a:gd name="csX0" fmla="*/ 0 w 234284"/>
                  <a:gd name="csY0" fmla="*/ 0 h 12568"/>
                  <a:gd name="csX1" fmla="*/ 234285 w 234284"/>
                  <a:gd name="csY1" fmla="*/ 0 h 12568"/>
                </a:gdLst>
                <a:ahLst/>
                <a:cxnLst>
                  <a:cxn ang="0">
                    <a:pos x="csX0" y="csY0"/>
                  </a:cxn>
                  <a:cxn ang="0">
                    <a:pos x="csX1" y="csY1"/>
                  </a:cxn>
                </a:cxnLst>
                <a:rect l="l" t="t" r="r" b="b"/>
                <a:pathLst>
                  <a:path w="234284" h="12568">
                    <a:moveTo>
                      <a:pt x="0" y="0"/>
                    </a:moveTo>
                    <a:lnTo>
                      <a:pt x="234285" y="0"/>
                    </a:lnTo>
                  </a:path>
                </a:pathLst>
              </a:custGeom>
              <a:ln w="32967" cap="flat">
                <a:solidFill>
                  <a:srgbClr val="F8766D"/>
                </a:solidFill>
                <a:prstDash val="solid"/>
                <a:miter/>
              </a:ln>
            </p:spPr>
            <p:txBody>
              <a:bodyPr/>
              <a:lstStyle/>
              <a:p>
                <a:pPr algn="ctr"/>
                <a:endParaRPr lang="en-US" sz="2268"/>
              </a:p>
            </p:txBody>
          </p:sp>
          <p:sp>
            <p:nvSpPr>
              <p:cNvPr id="2695" name="Freeform 2694">
                <a:extLst>
                  <a:ext uri="{FF2B5EF4-FFF2-40B4-BE49-F238E27FC236}">
                    <a16:creationId xmlns:a16="http://schemas.microsoft.com/office/drawing/2014/main" id="{59B935C6-6A0D-C7EA-DC38-A82139514314}"/>
                  </a:ext>
                </a:extLst>
              </p:cNvPr>
              <p:cNvSpPr/>
              <p:nvPr/>
            </p:nvSpPr>
            <p:spPr>
              <a:xfrm>
                <a:off x="1861589" y="4778939"/>
                <a:ext cx="234284" cy="12568"/>
              </a:xfrm>
              <a:custGeom>
                <a:avLst/>
                <a:gdLst>
                  <a:gd name="csX0" fmla="*/ 0 w 234284"/>
                  <a:gd name="csY0" fmla="*/ 0 h 12568"/>
                  <a:gd name="csX1" fmla="*/ 234285 w 234284"/>
                  <a:gd name="csY1" fmla="*/ 0 h 12568"/>
                </a:gdLst>
                <a:ahLst/>
                <a:cxnLst>
                  <a:cxn ang="0">
                    <a:pos x="csX0" y="csY0"/>
                  </a:cxn>
                  <a:cxn ang="0">
                    <a:pos x="csX1" y="csY1"/>
                  </a:cxn>
                </a:cxnLst>
                <a:rect l="l" t="t" r="r" b="b"/>
                <a:pathLst>
                  <a:path w="234284" h="12568">
                    <a:moveTo>
                      <a:pt x="0" y="0"/>
                    </a:moveTo>
                    <a:lnTo>
                      <a:pt x="234285" y="0"/>
                    </a:lnTo>
                  </a:path>
                </a:pathLst>
              </a:custGeom>
              <a:ln w="32967" cap="flat">
                <a:solidFill>
                  <a:srgbClr val="00BFC4"/>
                </a:solidFill>
                <a:prstDash val="solid"/>
                <a:miter/>
              </a:ln>
            </p:spPr>
            <p:txBody>
              <a:bodyPr/>
              <a:lstStyle/>
              <a:p>
                <a:pPr algn="ctr"/>
                <a:endParaRPr lang="en-US" sz="2268"/>
              </a:p>
            </p:txBody>
          </p:sp>
          <p:sp>
            <p:nvSpPr>
              <p:cNvPr id="2696" name="Freeform 2695">
                <a:extLst>
                  <a:ext uri="{FF2B5EF4-FFF2-40B4-BE49-F238E27FC236}">
                    <a16:creationId xmlns:a16="http://schemas.microsoft.com/office/drawing/2014/main" id="{82C130B6-B0E5-95E0-031F-6A2E21666F29}"/>
                  </a:ext>
                </a:extLst>
              </p:cNvPr>
              <p:cNvSpPr/>
              <p:nvPr/>
            </p:nvSpPr>
            <p:spPr>
              <a:xfrm>
                <a:off x="624818" y="5101705"/>
                <a:ext cx="104209" cy="12568"/>
              </a:xfrm>
              <a:custGeom>
                <a:avLst/>
                <a:gdLst>
                  <a:gd name="csX0" fmla="*/ 0 w 104209"/>
                  <a:gd name="csY0" fmla="*/ 0 h 12568"/>
                  <a:gd name="csX1" fmla="*/ 104209 w 104209"/>
                  <a:gd name="csY1" fmla="*/ 0 h 12568"/>
                </a:gdLst>
                <a:ahLst/>
                <a:cxnLst>
                  <a:cxn ang="0">
                    <a:pos x="csX0" y="csY0"/>
                  </a:cxn>
                  <a:cxn ang="0">
                    <a:pos x="csX1" y="csY1"/>
                  </a:cxn>
                </a:cxnLst>
                <a:rect l="l" t="t" r="r" b="b"/>
                <a:pathLst>
                  <a:path w="104209" h="12568">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697" name="Freeform 2696">
                <a:extLst>
                  <a:ext uri="{FF2B5EF4-FFF2-40B4-BE49-F238E27FC236}">
                    <a16:creationId xmlns:a16="http://schemas.microsoft.com/office/drawing/2014/main" id="{4038846E-1931-F696-408A-8FFCE2BC3A96}"/>
                  </a:ext>
                </a:extLst>
              </p:cNvPr>
              <p:cNvSpPr/>
              <p:nvPr/>
            </p:nvSpPr>
            <p:spPr>
              <a:xfrm>
                <a:off x="676923" y="5101705"/>
                <a:ext cx="12376" cy="241446"/>
              </a:xfrm>
              <a:custGeom>
                <a:avLst/>
                <a:gdLst>
                  <a:gd name="csX0" fmla="*/ 0 w 12376"/>
                  <a:gd name="csY0" fmla="*/ 0 h 241446"/>
                  <a:gd name="csX1" fmla="*/ 0 w 12376"/>
                  <a:gd name="csY1" fmla="*/ 241447 h 241446"/>
                </a:gdLst>
                <a:ahLst/>
                <a:cxnLst>
                  <a:cxn ang="0">
                    <a:pos x="csX0" y="csY0"/>
                  </a:cxn>
                  <a:cxn ang="0">
                    <a:pos x="csX1" y="csY1"/>
                  </a:cxn>
                </a:cxnLst>
                <a:rect l="l" t="t" r="r" b="b"/>
                <a:pathLst>
                  <a:path w="12376" h="241446">
                    <a:moveTo>
                      <a:pt x="0" y="0"/>
                    </a:moveTo>
                    <a:lnTo>
                      <a:pt x="0" y="241447"/>
                    </a:lnTo>
                  </a:path>
                </a:pathLst>
              </a:custGeom>
              <a:noFill/>
              <a:ln w="13212" cap="flat">
                <a:solidFill>
                  <a:srgbClr val="000000"/>
                </a:solidFill>
                <a:prstDash val="solid"/>
                <a:round/>
              </a:ln>
            </p:spPr>
            <p:txBody>
              <a:bodyPr/>
              <a:lstStyle/>
              <a:p>
                <a:pPr algn="ctr"/>
                <a:endParaRPr lang="en-US" sz="2268"/>
              </a:p>
            </p:txBody>
          </p:sp>
          <p:sp>
            <p:nvSpPr>
              <p:cNvPr id="2698" name="Freeform 2697">
                <a:extLst>
                  <a:ext uri="{FF2B5EF4-FFF2-40B4-BE49-F238E27FC236}">
                    <a16:creationId xmlns:a16="http://schemas.microsoft.com/office/drawing/2014/main" id="{55071167-7192-96D9-6FD3-1A6972804378}"/>
                  </a:ext>
                </a:extLst>
              </p:cNvPr>
              <p:cNvSpPr/>
              <p:nvPr/>
            </p:nvSpPr>
            <p:spPr>
              <a:xfrm>
                <a:off x="624818" y="5343152"/>
                <a:ext cx="104209" cy="12568"/>
              </a:xfrm>
              <a:custGeom>
                <a:avLst/>
                <a:gdLst>
                  <a:gd name="csX0" fmla="*/ 0 w 104209"/>
                  <a:gd name="csY0" fmla="*/ 0 h 12568"/>
                  <a:gd name="csX1" fmla="*/ 104209 w 104209"/>
                  <a:gd name="csY1" fmla="*/ 0 h 12568"/>
                </a:gdLst>
                <a:ahLst/>
                <a:cxnLst>
                  <a:cxn ang="0">
                    <a:pos x="csX0" y="csY0"/>
                  </a:cxn>
                  <a:cxn ang="0">
                    <a:pos x="csX1" y="csY1"/>
                  </a:cxn>
                </a:cxnLst>
                <a:rect l="l" t="t" r="r" b="b"/>
                <a:pathLst>
                  <a:path w="104209" h="12568">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699" name="Freeform 2698">
                <a:extLst>
                  <a:ext uri="{FF2B5EF4-FFF2-40B4-BE49-F238E27FC236}">
                    <a16:creationId xmlns:a16="http://schemas.microsoft.com/office/drawing/2014/main" id="{14E2E408-A2A3-27E8-6296-01C88EA6D723}"/>
                  </a:ext>
                </a:extLst>
              </p:cNvPr>
              <p:cNvSpPr/>
              <p:nvPr/>
            </p:nvSpPr>
            <p:spPr>
              <a:xfrm>
                <a:off x="885217" y="4753675"/>
                <a:ext cx="104085" cy="12568"/>
              </a:xfrm>
              <a:custGeom>
                <a:avLst/>
                <a:gdLst>
                  <a:gd name="csX0" fmla="*/ 0 w 104085"/>
                  <a:gd name="csY0" fmla="*/ 0 h 12568"/>
                  <a:gd name="csX1" fmla="*/ 104085 w 104085"/>
                  <a:gd name="csY1" fmla="*/ 0 h 12568"/>
                </a:gdLst>
                <a:ahLst/>
                <a:cxnLst>
                  <a:cxn ang="0">
                    <a:pos x="csX0" y="csY0"/>
                  </a:cxn>
                  <a:cxn ang="0">
                    <a:pos x="csX1" y="csY1"/>
                  </a:cxn>
                </a:cxnLst>
                <a:rect l="l" t="t" r="r" b="b"/>
                <a:pathLst>
                  <a:path w="104085" h="12568">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700" name="Freeform 2699">
                <a:extLst>
                  <a:ext uri="{FF2B5EF4-FFF2-40B4-BE49-F238E27FC236}">
                    <a16:creationId xmlns:a16="http://schemas.microsoft.com/office/drawing/2014/main" id="{B9AD3056-8B77-F4AA-8B1E-C8F5ACB3184C}"/>
                  </a:ext>
                </a:extLst>
              </p:cNvPr>
              <p:cNvSpPr/>
              <p:nvPr/>
            </p:nvSpPr>
            <p:spPr>
              <a:xfrm>
                <a:off x="937322" y="4753675"/>
                <a:ext cx="12376" cy="161760"/>
              </a:xfrm>
              <a:custGeom>
                <a:avLst/>
                <a:gdLst>
                  <a:gd name="csX0" fmla="*/ 0 w 12376"/>
                  <a:gd name="csY0" fmla="*/ 0 h 161760"/>
                  <a:gd name="csX1" fmla="*/ 0 w 12376"/>
                  <a:gd name="csY1" fmla="*/ 161761 h 161760"/>
                </a:gdLst>
                <a:ahLst/>
                <a:cxnLst>
                  <a:cxn ang="0">
                    <a:pos x="csX0" y="csY0"/>
                  </a:cxn>
                  <a:cxn ang="0">
                    <a:pos x="csX1" y="csY1"/>
                  </a:cxn>
                </a:cxnLst>
                <a:rect l="l" t="t" r="r" b="b"/>
                <a:pathLst>
                  <a:path w="12376" h="161760">
                    <a:moveTo>
                      <a:pt x="0" y="0"/>
                    </a:moveTo>
                    <a:lnTo>
                      <a:pt x="0" y="161761"/>
                    </a:lnTo>
                  </a:path>
                </a:pathLst>
              </a:custGeom>
              <a:noFill/>
              <a:ln w="13212" cap="flat">
                <a:solidFill>
                  <a:srgbClr val="000000"/>
                </a:solidFill>
                <a:prstDash val="solid"/>
                <a:round/>
              </a:ln>
            </p:spPr>
            <p:txBody>
              <a:bodyPr/>
              <a:lstStyle/>
              <a:p>
                <a:pPr algn="ctr"/>
                <a:endParaRPr lang="en-US" sz="2268"/>
              </a:p>
            </p:txBody>
          </p:sp>
          <p:sp>
            <p:nvSpPr>
              <p:cNvPr id="2701" name="Freeform 2700">
                <a:extLst>
                  <a:ext uri="{FF2B5EF4-FFF2-40B4-BE49-F238E27FC236}">
                    <a16:creationId xmlns:a16="http://schemas.microsoft.com/office/drawing/2014/main" id="{8E851FA0-067F-B73F-AD8C-C46DA1B54BF9}"/>
                  </a:ext>
                </a:extLst>
              </p:cNvPr>
              <p:cNvSpPr/>
              <p:nvPr/>
            </p:nvSpPr>
            <p:spPr>
              <a:xfrm>
                <a:off x="885217" y="4915436"/>
                <a:ext cx="104085" cy="12568"/>
              </a:xfrm>
              <a:custGeom>
                <a:avLst/>
                <a:gdLst>
                  <a:gd name="csX0" fmla="*/ 0 w 104085"/>
                  <a:gd name="csY0" fmla="*/ 0 h 12568"/>
                  <a:gd name="csX1" fmla="*/ 104085 w 104085"/>
                  <a:gd name="csY1" fmla="*/ 0 h 12568"/>
                </a:gdLst>
                <a:ahLst/>
                <a:cxnLst>
                  <a:cxn ang="0">
                    <a:pos x="csX0" y="csY0"/>
                  </a:cxn>
                  <a:cxn ang="0">
                    <a:pos x="csX1" y="csY1"/>
                  </a:cxn>
                </a:cxnLst>
                <a:rect l="l" t="t" r="r" b="b"/>
                <a:pathLst>
                  <a:path w="104085" h="12568">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702" name="Freeform 2701">
                <a:extLst>
                  <a:ext uri="{FF2B5EF4-FFF2-40B4-BE49-F238E27FC236}">
                    <a16:creationId xmlns:a16="http://schemas.microsoft.com/office/drawing/2014/main" id="{70A5660D-BA78-627C-6042-C011F38216B0}"/>
                  </a:ext>
                </a:extLst>
              </p:cNvPr>
              <p:cNvSpPr/>
              <p:nvPr/>
            </p:nvSpPr>
            <p:spPr>
              <a:xfrm>
                <a:off x="1145616" y="4820667"/>
                <a:ext cx="104085" cy="12568"/>
              </a:xfrm>
              <a:custGeom>
                <a:avLst/>
                <a:gdLst>
                  <a:gd name="csX0" fmla="*/ 0 w 104085"/>
                  <a:gd name="csY0" fmla="*/ 0 h 12568"/>
                  <a:gd name="csX1" fmla="*/ 104085 w 104085"/>
                  <a:gd name="csY1" fmla="*/ 0 h 12568"/>
                </a:gdLst>
                <a:ahLst/>
                <a:cxnLst>
                  <a:cxn ang="0">
                    <a:pos x="csX0" y="csY0"/>
                  </a:cxn>
                  <a:cxn ang="0">
                    <a:pos x="csX1" y="csY1"/>
                  </a:cxn>
                </a:cxnLst>
                <a:rect l="l" t="t" r="r" b="b"/>
                <a:pathLst>
                  <a:path w="104085" h="12568">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703" name="Freeform 2702">
                <a:extLst>
                  <a:ext uri="{FF2B5EF4-FFF2-40B4-BE49-F238E27FC236}">
                    <a16:creationId xmlns:a16="http://schemas.microsoft.com/office/drawing/2014/main" id="{646EA0CB-9081-EBFD-3957-5400E4444017}"/>
                  </a:ext>
                </a:extLst>
              </p:cNvPr>
              <p:cNvSpPr/>
              <p:nvPr/>
            </p:nvSpPr>
            <p:spPr>
              <a:xfrm>
                <a:off x="1197597" y="4820667"/>
                <a:ext cx="12376" cy="161760"/>
              </a:xfrm>
              <a:custGeom>
                <a:avLst/>
                <a:gdLst>
                  <a:gd name="csX0" fmla="*/ 0 w 12376"/>
                  <a:gd name="csY0" fmla="*/ 0 h 161760"/>
                  <a:gd name="csX1" fmla="*/ 0 w 12376"/>
                  <a:gd name="csY1" fmla="*/ 161761 h 161760"/>
                </a:gdLst>
                <a:ahLst/>
                <a:cxnLst>
                  <a:cxn ang="0">
                    <a:pos x="csX0" y="csY0"/>
                  </a:cxn>
                  <a:cxn ang="0">
                    <a:pos x="csX1" y="csY1"/>
                  </a:cxn>
                </a:cxnLst>
                <a:rect l="l" t="t" r="r" b="b"/>
                <a:pathLst>
                  <a:path w="12376" h="161760">
                    <a:moveTo>
                      <a:pt x="0" y="0"/>
                    </a:moveTo>
                    <a:lnTo>
                      <a:pt x="0" y="161761"/>
                    </a:lnTo>
                  </a:path>
                </a:pathLst>
              </a:custGeom>
              <a:noFill/>
              <a:ln w="13212" cap="flat">
                <a:solidFill>
                  <a:srgbClr val="000000"/>
                </a:solidFill>
                <a:prstDash val="solid"/>
                <a:round/>
              </a:ln>
            </p:spPr>
            <p:txBody>
              <a:bodyPr/>
              <a:lstStyle/>
              <a:p>
                <a:pPr algn="ctr"/>
                <a:endParaRPr lang="en-US" sz="2268"/>
              </a:p>
            </p:txBody>
          </p:sp>
          <p:sp>
            <p:nvSpPr>
              <p:cNvPr id="2704" name="Freeform 2703">
                <a:extLst>
                  <a:ext uri="{FF2B5EF4-FFF2-40B4-BE49-F238E27FC236}">
                    <a16:creationId xmlns:a16="http://schemas.microsoft.com/office/drawing/2014/main" id="{6D4132EB-B97D-548B-F27C-EDBEE3F8F3D8}"/>
                  </a:ext>
                </a:extLst>
              </p:cNvPr>
              <p:cNvSpPr/>
              <p:nvPr/>
            </p:nvSpPr>
            <p:spPr>
              <a:xfrm>
                <a:off x="1145616" y="4982427"/>
                <a:ext cx="104085" cy="12568"/>
              </a:xfrm>
              <a:custGeom>
                <a:avLst/>
                <a:gdLst>
                  <a:gd name="csX0" fmla="*/ 0 w 104085"/>
                  <a:gd name="csY0" fmla="*/ 0 h 12568"/>
                  <a:gd name="csX1" fmla="*/ 104085 w 104085"/>
                  <a:gd name="csY1" fmla="*/ 0 h 12568"/>
                </a:gdLst>
                <a:ahLst/>
                <a:cxnLst>
                  <a:cxn ang="0">
                    <a:pos x="csX0" y="csY0"/>
                  </a:cxn>
                  <a:cxn ang="0">
                    <a:pos x="csX1" y="csY1"/>
                  </a:cxn>
                </a:cxnLst>
                <a:rect l="l" t="t" r="r" b="b"/>
                <a:pathLst>
                  <a:path w="104085" h="12568">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705" name="Freeform 2704">
                <a:extLst>
                  <a:ext uri="{FF2B5EF4-FFF2-40B4-BE49-F238E27FC236}">
                    <a16:creationId xmlns:a16="http://schemas.microsoft.com/office/drawing/2014/main" id="{FA36818D-FF45-822D-BFA8-81C6AEF4EF01}"/>
                  </a:ext>
                </a:extLst>
              </p:cNvPr>
              <p:cNvSpPr/>
              <p:nvPr/>
            </p:nvSpPr>
            <p:spPr>
              <a:xfrm>
                <a:off x="1405891" y="5202759"/>
                <a:ext cx="104209" cy="12568"/>
              </a:xfrm>
              <a:custGeom>
                <a:avLst/>
                <a:gdLst>
                  <a:gd name="csX0" fmla="*/ 0 w 104209"/>
                  <a:gd name="csY0" fmla="*/ 0 h 12568"/>
                  <a:gd name="csX1" fmla="*/ 104209 w 104209"/>
                  <a:gd name="csY1" fmla="*/ 0 h 12568"/>
                </a:gdLst>
                <a:ahLst/>
                <a:cxnLst>
                  <a:cxn ang="0">
                    <a:pos x="csX0" y="csY0"/>
                  </a:cxn>
                  <a:cxn ang="0">
                    <a:pos x="csX1" y="csY1"/>
                  </a:cxn>
                </a:cxnLst>
                <a:rect l="l" t="t" r="r" b="b"/>
                <a:pathLst>
                  <a:path w="104209" h="12568">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706" name="Freeform 2705">
                <a:extLst>
                  <a:ext uri="{FF2B5EF4-FFF2-40B4-BE49-F238E27FC236}">
                    <a16:creationId xmlns:a16="http://schemas.microsoft.com/office/drawing/2014/main" id="{383232BD-8B15-1AC8-AFC5-C82A99C020BE}"/>
                  </a:ext>
                </a:extLst>
              </p:cNvPr>
              <p:cNvSpPr/>
              <p:nvPr/>
            </p:nvSpPr>
            <p:spPr>
              <a:xfrm>
                <a:off x="1457996" y="5202759"/>
                <a:ext cx="12376" cy="343631"/>
              </a:xfrm>
              <a:custGeom>
                <a:avLst/>
                <a:gdLst>
                  <a:gd name="csX0" fmla="*/ 0 w 12376"/>
                  <a:gd name="csY0" fmla="*/ 0 h 343631"/>
                  <a:gd name="csX1" fmla="*/ 0 w 12376"/>
                  <a:gd name="csY1" fmla="*/ 343631 h 343631"/>
                </a:gdLst>
                <a:ahLst/>
                <a:cxnLst>
                  <a:cxn ang="0">
                    <a:pos x="csX0" y="csY0"/>
                  </a:cxn>
                  <a:cxn ang="0">
                    <a:pos x="csX1" y="csY1"/>
                  </a:cxn>
                </a:cxnLst>
                <a:rect l="l" t="t" r="r" b="b"/>
                <a:pathLst>
                  <a:path w="12376" h="343631">
                    <a:moveTo>
                      <a:pt x="0" y="0"/>
                    </a:moveTo>
                    <a:lnTo>
                      <a:pt x="0" y="343631"/>
                    </a:lnTo>
                  </a:path>
                </a:pathLst>
              </a:custGeom>
              <a:noFill/>
              <a:ln w="13212" cap="flat">
                <a:solidFill>
                  <a:srgbClr val="000000"/>
                </a:solidFill>
                <a:prstDash val="solid"/>
                <a:round/>
              </a:ln>
            </p:spPr>
            <p:txBody>
              <a:bodyPr/>
              <a:lstStyle/>
              <a:p>
                <a:pPr algn="ctr"/>
                <a:endParaRPr lang="en-US" sz="2268"/>
              </a:p>
            </p:txBody>
          </p:sp>
          <p:sp>
            <p:nvSpPr>
              <p:cNvPr id="2707" name="Freeform 2706">
                <a:extLst>
                  <a:ext uri="{FF2B5EF4-FFF2-40B4-BE49-F238E27FC236}">
                    <a16:creationId xmlns:a16="http://schemas.microsoft.com/office/drawing/2014/main" id="{108C7030-ADAE-1121-66EF-93DA9CC6213C}"/>
                  </a:ext>
                </a:extLst>
              </p:cNvPr>
              <p:cNvSpPr/>
              <p:nvPr/>
            </p:nvSpPr>
            <p:spPr>
              <a:xfrm>
                <a:off x="1405891" y="5546390"/>
                <a:ext cx="104209" cy="12568"/>
              </a:xfrm>
              <a:custGeom>
                <a:avLst/>
                <a:gdLst>
                  <a:gd name="csX0" fmla="*/ 0 w 104209"/>
                  <a:gd name="csY0" fmla="*/ 0 h 12568"/>
                  <a:gd name="csX1" fmla="*/ 104209 w 104209"/>
                  <a:gd name="csY1" fmla="*/ 0 h 12568"/>
                </a:gdLst>
                <a:ahLst/>
                <a:cxnLst>
                  <a:cxn ang="0">
                    <a:pos x="csX0" y="csY0"/>
                  </a:cxn>
                  <a:cxn ang="0">
                    <a:pos x="csX1" y="csY1"/>
                  </a:cxn>
                </a:cxnLst>
                <a:rect l="l" t="t" r="r" b="b"/>
                <a:pathLst>
                  <a:path w="104209" h="12568">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708" name="Freeform 2707">
                <a:extLst>
                  <a:ext uri="{FF2B5EF4-FFF2-40B4-BE49-F238E27FC236}">
                    <a16:creationId xmlns:a16="http://schemas.microsoft.com/office/drawing/2014/main" id="{AEAF7FA5-AB60-2075-5C86-5B08475BF57C}"/>
                  </a:ext>
                </a:extLst>
              </p:cNvPr>
              <p:cNvSpPr/>
              <p:nvPr/>
            </p:nvSpPr>
            <p:spPr>
              <a:xfrm>
                <a:off x="1666290" y="5197731"/>
                <a:ext cx="104209" cy="12568"/>
              </a:xfrm>
              <a:custGeom>
                <a:avLst/>
                <a:gdLst>
                  <a:gd name="csX0" fmla="*/ 0 w 104209"/>
                  <a:gd name="csY0" fmla="*/ 0 h 12568"/>
                  <a:gd name="csX1" fmla="*/ 104209 w 104209"/>
                  <a:gd name="csY1" fmla="*/ 0 h 12568"/>
                </a:gdLst>
                <a:ahLst/>
                <a:cxnLst>
                  <a:cxn ang="0">
                    <a:pos x="csX0" y="csY0"/>
                  </a:cxn>
                  <a:cxn ang="0">
                    <a:pos x="csX1" y="csY1"/>
                  </a:cxn>
                </a:cxnLst>
                <a:rect l="l" t="t" r="r" b="b"/>
                <a:pathLst>
                  <a:path w="104209" h="12568">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709" name="Freeform 2708">
                <a:extLst>
                  <a:ext uri="{FF2B5EF4-FFF2-40B4-BE49-F238E27FC236}">
                    <a16:creationId xmlns:a16="http://schemas.microsoft.com/office/drawing/2014/main" id="{32DDCBEC-9721-B449-C64D-F32B6A75F274}"/>
                  </a:ext>
                </a:extLst>
              </p:cNvPr>
              <p:cNvSpPr/>
              <p:nvPr/>
            </p:nvSpPr>
            <p:spPr>
              <a:xfrm>
                <a:off x="1718394" y="5197731"/>
                <a:ext cx="12376" cy="81571"/>
              </a:xfrm>
              <a:custGeom>
                <a:avLst/>
                <a:gdLst>
                  <a:gd name="csX0" fmla="*/ 0 w 12376"/>
                  <a:gd name="csY0" fmla="*/ 0 h 81571"/>
                  <a:gd name="csX1" fmla="*/ 0 w 12376"/>
                  <a:gd name="csY1" fmla="*/ 81572 h 81571"/>
                </a:gdLst>
                <a:ahLst/>
                <a:cxnLst>
                  <a:cxn ang="0">
                    <a:pos x="csX0" y="csY0"/>
                  </a:cxn>
                  <a:cxn ang="0">
                    <a:pos x="csX1" y="csY1"/>
                  </a:cxn>
                </a:cxnLst>
                <a:rect l="l" t="t" r="r" b="b"/>
                <a:pathLst>
                  <a:path w="12376" h="81571">
                    <a:moveTo>
                      <a:pt x="0" y="0"/>
                    </a:moveTo>
                    <a:lnTo>
                      <a:pt x="0" y="81572"/>
                    </a:lnTo>
                  </a:path>
                </a:pathLst>
              </a:custGeom>
              <a:noFill/>
              <a:ln w="13212" cap="flat">
                <a:solidFill>
                  <a:srgbClr val="000000"/>
                </a:solidFill>
                <a:prstDash val="solid"/>
                <a:round/>
              </a:ln>
            </p:spPr>
            <p:txBody>
              <a:bodyPr/>
              <a:lstStyle/>
              <a:p>
                <a:pPr algn="ctr"/>
                <a:endParaRPr lang="en-US" sz="2268"/>
              </a:p>
            </p:txBody>
          </p:sp>
          <p:sp>
            <p:nvSpPr>
              <p:cNvPr id="2710" name="Freeform 2709">
                <a:extLst>
                  <a:ext uri="{FF2B5EF4-FFF2-40B4-BE49-F238E27FC236}">
                    <a16:creationId xmlns:a16="http://schemas.microsoft.com/office/drawing/2014/main" id="{2FBAE9EC-1F23-362C-522D-2FB98F7D1B15}"/>
                  </a:ext>
                </a:extLst>
              </p:cNvPr>
              <p:cNvSpPr/>
              <p:nvPr/>
            </p:nvSpPr>
            <p:spPr>
              <a:xfrm>
                <a:off x="1666290" y="5279303"/>
                <a:ext cx="104209" cy="12568"/>
              </a:xfrm>
              <a:custGeom>
                <a:avLst/>
                <a:gdLst>
                  <a:gd name="csX0" fmla="*/ 0 w 104209"/>
                  <a:gd name="csY0" fmla="*/ 0 h 12568"/>
                  <a:gd name="csX1" fmla="*/ 104209 w 104209"/>
                  <a:gd name="csY1" fmla="*/ 0 h 12568"/>
                </a:gdLst>
                <a:ahLst/>
                <a:cxnLst>
                  <a:cxn ang="0">
                    <a:pos x="csX0" y="csY0"/>
                  </a:cxn>
                  <a:cxn ang="0">
                    <a:pos x="csX1" y="csY1"/>
                  </a:cxn>
                </a:cxnLst>
                <a:rect l="l" t="t" r="r" b="b"/>
                <a:pathLst>
                  <a:path w="104209" h="12568">
                    <a:moveTo>
                      <a:pt x="0" y="0"/>
                    </a:moveTo>
                    <a:lnTo>
                      <a:pt x="104209" y="0"/>
                    </a:lnTo>
                  </a:path>
                </a:pathLst>
              </a:custGeom>
              <a:noFill/>
              <a:ln w="13212" cap="flat">
                <a:solidFill>
                  <a:srgbClr val="000000"/>
                </a:solidFill>
                <a:prstDash val="solid"/>
                <a:round/>
              </a:ln>
            </p:spPr>
            <p:txBody>
              <a:bodyPr/>
              <a:lstStyle/>
              <a:p>
                <a:pPr algn="ctr"/>
                <a:endParaRPr lang="en-US" sz="2268"/>
              </a:p>
            </p:txBody>
          </p:sp>
          <p:sp>
            <p:nvSpPr>
              <p:cNvPr id="2711" name="Freeform 2710">
                <a:extLst>
                  <a:ext uri="{FF2B5EF4-FFF2-40B4-BE49-F238E27FC236}">
                    <a16:creationId xmlns:a16="http://schemas.microsoft.com/office/drawing/2014/main" id="{5FF3B38B-56B3-DB37-CE90-850D8CEC6343}"/>
                  </a:ext>
                </a:extLst>
              </p:cNvPr>
              <p:cNvSpPr/>
              <p:nvPr/>
            </p:nvSpPr>
            <p:spPr>
              <a:xfrm>
                <a:off x="1926689" y="4754932"/>
                <a:ext cx="104085" cy="12568"/>
              </a:xfrm>
              <a:custGeom>
                <a:avLst/>
                <a:gdLst>
                  <a:gd name="csX0" fmla="*/ 0 w 104085"/>
                  <a:gd name="csY0" fmla="*/ 0 h 12568"/>
                  <a:gd name="csX1" fmla="*/ 104085 w 104085"/>
                  <a:gd name="csY1" fmla="*/ 0 h 12568"/>
                </a:gdLst>
                <a:ahLst/>
                <a:cxnLst>
                  <a:cxn ang="0">
                    <a:pos x="csX0" y="csY0"/>
                  </a:cxn>
                  <a:cxn ang="0">
                    <a:pos x="csX1" y="csY1"/>
                  </a:cxn>
                </a:cxnLst>
                <a:rect l="l" t="t" r="r" b="b"/>
                <a:pathLst>
                  <a:path w="104085" h="12568">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712" name="Freeform 2711">
                <a:extLst>
                  <a:ext uri="{FF2B5EF4-FFF2-40B4-BE49-F238E27FC236}">
                    <a16:creationId xmlns:a16="http://schemas.microsoft.com/office/drawing/2014/main" id="{6D711062-F022-9036-B2CC-7A6E811F7FBD}"/>
                  </a:ext>
                </a:extLst>
              </p:cNvPr>
              <p:cNvSpPr/>
              <p:nvPr/>
            </p:nvSpPr>
            <p:spPr>
              <a:xfrm>
                <a:off x="1978670" y="4754932"/>
                <a:ext cx="12376" cy="48138"/>
              </a:xfrm>
              <a:custGeom>
                <a:avLst/>
                <a:gdLst>
                  <a:gd name="csX0" fmla="*/ 0 w 12376"/>
                  <a:gd name="csY0" fmla="*/ 0 h 48138"/>
                  <a:gd name="csX1" fmla="*/ 0 w 12376"/>
                  <a:gd name="csY1" fmla="*/ 48139 h 48138"/>
                </a:gdLst>
                <a:ahLst/>
                <a:cxnLst>
                  <a:cxn ang="0">
                    <a:pos x="csX0" y="csY0"/>
                  </a:cxn>
                  <a:cxn ang="0">
                    <a:pos x="csX1" y="csY1"/>
                  </a:cxn>
                </a:cxnLst>
                <a:rect l="l" t="t" r="r" b="b"/>
                <a:pathLst>
                  <a:path w="12376" h="48138">
                    <a:moveTo>
                      <a:pt x="0" y="0"/>
                    </a:moveTo>
                    <a:lnTo>
                      <a:pt x="0" y="48139"/>
                    </a:lnTo>
                  </a:path>
                </a:pathLst>
              </a:custGeom>
              <a:noFill/>
              <a:ln w="13212" cap="flat">
                <a:solidFill>
                  <a:srgbClr val="000000"/>
                </a:solidFill>
                <a:prstDash val="solid"/>
                <a:round/>
              </a:ln>
            </p:spPr>
            <p:txBody>
              <a:bodyPr/>
              <a:lstStyle/>
              <a:p>
                <a:pPr algn="ctr"/>
                <a:endParaRPr lang="en-US" sz="2268"/>
              </a:p>
            </p:txBody>
          </p:sp>
          <p:sp>
            <p:nvSpPr>
              <p:cNvPr id="2713" name="Freeform 2712">
                <a:extLst>
                  <a:ext uri="{FF2B5EF4-FFF2-40B4-BE49-F238E27FC236}">
                    <a16:creationId xmlns:a16="http://schemas.microsoft.com/office/drawing/2014/main" id="{9CAF1BD5-2551-A3D8-6A64-F23CC18158CA}"/>
                  </a:ext>
                </a:extLst>
              </p:cNvPr>
              <p:cNvSpPr/>
              <p:nvPr/>
            </p:nvSpPr>
            <p:spPr>
              <a:xfrm>
                <a:off x="1926689" y="4803071"/>
                <a:ext cx="104085" cy="12568"/>
              </a:xfrm>
              <a:custGeom>
                <a:avLst/>
                <a:gdLst>
                  <a:gd name="csX0" fmla="*/ 0 w 104085"/>
                  <a:gd name="csY0" fmla="*/ 0 h 12568"/>
                  <a:gd name="csX1" fmla="*/ 104085 w 104085"/>
                  <a:gd name="csY1" fmla="*/ 0 h 12568"/>
                </a:gdLst>
                <a:ahLst/>
                <a:cxnLst>
                  <a:cxn ang="0">
                    <a:pos x="csX0" y="csY0"/>
                  </a:cxn>
                  <a:cxn ang="0">
                    <a:pos x="csX1" y="csY1"/>
                  </a:cxn>
                </a:cxnLst>
                <a:rect l="l" t="t" r="r" b="b"/>
                <a:pathLst>
                  <a:path w="104085" h="12568">
                    <a:moveTo>
                      <a:pt x="0" y="0"/>
                    </a:moveTo>
                    <a:lnTo>
                      <a:pt x="104085" y="0"/>
                    </a:lnTo>
                  </a:path>
                </a:pathLst>
              </a:custGeom>
              <a:noFill/>
              <a:ln w="13212" cap="flat">
                <a:solidFill>
                  <a:srgbClr val="000000"/>
                </a:solidFill>
                <a:prstDash val="solid"/>
                <a:round/>
              </a:ln>
            </p:spPr>
            <p:txBody>
              <a:bodyPr/>
              <a:lstStyle/>
              <a:p>
                <a:pPr algn="ctr"/>
                <a:endParaRPr lang="en-US" sz="2268"/>
              </a:p>
            </p:txBody>
          </p:sp>
          <p:sp>
            <p:nvSpPr>
              <p:cNvPr id="2714" name="Freeform 2713">
                <a:extLst>
                  <a:ext uri="{FF2B5EF4-FFF2-40B4-BE49-F238E27FC236}">
                    <a16:creationId xmlns:a16="http://schemas.microsoft.com/office/drawing/2014/main" id="{4DA9BC15-6175-1E99-E05F-D7A6D4F496DF}"/>
                  </a:ext>
                </a:extLst>
              </p:cNvPr>
              <p:cNvSpPr/>
              <p:nvPr/>
            </p:nvSpPr>
            <p:spPr>
              <a:xfrm>
                <a:off x="1067521" y="4502928"/>
                <a:ext cx="12376" cy="1345113"/>
              </a:xfrm>
              <a:custGeom>
                <a:avLst/>
                <a:gdLst>
                  <a:gd name="csX0" fmla="*/ 0 w 12376"/>
                  <a:gd name="csY0" fmla="*/ 1345114 h 1345113"/>
                  <a:gd name="csX1" fmla="*/ 0 w 12376"/>
                  <a:gd name="csY1" fmla="*/ 0 h 1345113"/>
                </a:gdLst>
                <a:ahLst/>
                <a:cxnLst>
                  <a:cxn ang="0">
                    <a:pos x="csX0" y="csY0"/>
                  </a:cxn>
                  <a:cxn ang="0">
                    <a:pos x="csX1" y="csY1"/>
                  </a:cxn>
                </a:cxnLst>
                <a:rect l="l" t="t" r="r" b="b"/>
                <a:pathLst>
                  <a:path w="12376" h="1345113">
                    <a:moveTo>
                      <a:pt x="0" y="1345114"/>
                    </a:moveTo>
                    <a:lnTo>
                      <a:pt x="0" y="0"/>
                    </a:lnTo>
                  </a:path>
                </a:pathLst>
              </a:custGeom>
              <a:ln w="13212" cap="flat">
                <a:solidFill>
                  <a:srgbClr val="000000"/>
                </a:solidFill>
                <a:prstDash val="solid"/>
                <a:round/>
              </a:ln>
            </p:spPr>
            <p:txBody>
              <a:bodyPr/>
              <a:lstStyle/>
              <a:p>
                <a:pPr algn="ctr"/>
                <a:endParaRPr lang="en-US" sz="2268"/>
              </a:p>
            </p:txBody>
          </p:sp>
          <p:sp>
            <p:nvSpPr>
              <p:cNvPr id="2715" name="Freeform 2714">
                <a:extLst>
                  <a:ext uri="{FF2B5EF4-FFF2-40B4-BE49-F238E27FC236}">
                    <a16:creationId xmlns:a16="http://schemas.microsoft.com/office/drawing/2014/main" id="{38F620DE-5A9F-AA7A-C606-0A8A00A9CD72}"/>
                  </a:ext>
                </a:extLst>
              </p:cNvPr>
              <p:cNvSpPr/>
              <p:nvPr/>
            </p:nvSpPr>
            <p:spPr>
              <a:xfrm>
                <a:off x="1588195" y="4502928"/>
                <a:ext cx="12376" cy="1345113"/>
              </a:xfrm>
              <a:custGeom>
                <a:avLst/>
                <a:gdLst>
                  <a:gd name="csX0" fmla="*/ 0 w 12376"/>
                  <a:gd name="csY0" fmla="*/ 1345114 h 1345113"/>
                  <a:gd name="csX1" fmla="*/ 0 w 12376"/>
                  <a:gd name="csY1" fmla="*/ 0 h 1345113"/>
                </a:gdLst>
                <a:ahLst/>
                <a:cxnLst>
                  <a:cxn ang="0">
                    <a:pos x="csX0" y="csY0"/>
                  </a:cxn>
                  <a:cxn ang="0">
                    <a:pos x="csX1" y="csY1"/>
                  </a:cxn>
                </a:cxnLst>
                <a:rect l="l" t="t" r="r" b="b"/>
                <a:pathLst>
                  <a:path w="12376" h="1345113">
                    <a:moveTo>
                      <a:pt x="0" y="1345114"/>
                    </a:moveTo>
                    <a:lnTo>
                      <a:pt x="0" y="0"/>
                    </a:lnTo>
                  </a:path>
                </a:pathLst>
              </a:custGeom>
              <a:ln w="13212" cap="flat">
                <a:solidFill>
                  <a:srgbClr val="000000"/>
                </a:solidFill>
                <a:prstDash val="solid"/>
                <a:round/>
              </a:ln>
            </p:spPr>
            <p:txBody>
              <a:bodyPr/>
              <a:lstStyle/>
              <a:p>
                <a:pPr algn="ctr"/>
                <a:endParaRPr lang="en-US" sz="2268"/>
              </a:p>
            </p:txBody>
          </p:sp>
          <p:sp>
            <p:nvSpPr>
              <p:cNvPr id="2716" name="Freeform 2715">
                <a:extLst>
                  <a:ext uri="{FF2B5EF4-FFF2-40B4-BE49-F238E27FC236}">
                    <a16:creationId xmlns:a16="http://schemas.microsoft.com/office/drawing/2014/main" id="{9EBAED2D-2278-9647-B052-5FAC6B9EB8A3}"/>
                  </a:ext>
                </a:extLst>
              </p:cNvPr>
              <p:cNvSpPr/>
              <p:nvPr/>
            </p:nvSpPr>
            <p:spPr>
              <a:xfrm>
                <a:off x="2108869" y="4502928"/>
                <a:ext cx="12376" cy="1345113"/>
              </a:xfrm>
              <a:custGeom>
                <a:avLst/>
                <a:gdLst>
                  <a:gd name="csX0" fmla="*/ 0 w 12376"/>
                  <a:gd name="csY0" fmla="*/ 1345114 h 1345113"/>
                  <a:gd name="csX1" fmla="*/ 0 w 12376"/>
                  <a:gd name="csY1" fmla="*/ 0 h 1345113"/>
                </a:gdLst>
                <a:ahLst/>
                <a:cxnLst>
                  <a:cxn ang="0">
                    <a:pos x="csX0" y="csY0"/>
                  </a:cxn>
                  <a:cxn ang="0">
                    <a:pos x="csX1" y="csY1"/>
                  </a:cxn>
                </a:cxnLst>
                <a:rect l="l" t="t" r="r" b="b"/>
                <a:pathLst>
                  <a:path w="12376" h="1345113">
                    <a:moveTo>
                      <a:pt x="0" y="1345114"/>
                    </a:moveTo>
                    <a:lnTo>
                      <a:pt x="0" y="0"/>
                    </a:lnTo>
                  </a:path>
                </a:pathLst>
              </a:custGeom>
              <a:ln w="13212" cap="flat">
                <a:solidFill>
                  <a:srgbClr val="000000"/>
                </a:solidFill>
                <a:prstDash val="solid"/>
                <a:round/>
              </a:ln>
            </p:spPr>
            <p:txBody>
              <a:bodyPr/>
              <a:lstStyle/>
              <a:p>
                <a:pPr algn="ctr"/>
                <a:endParaRPr lang="en-US" sz="2268"/>
              </a:p>
            </p:txBody>
          </p:sp>
          <p:sp>
            <p:nvSpPr>
              <p:cNvPr id="2717" name="Freeform 2716">
                <a:extLst>
                  <a:ext uri="{FF2B5EF4-FFF2-40B4-BE49-F238E27FC236}">
                    <a16:creationId xmlns:a16="http://schemas.microsoft.com/office/drawing/2014/main" id="{0EB0D263-1896-67F6-0B6E-D4A0FE82C7CD}"/>
                  </a:ext>
                </a:extLst>
              </p:cNvPr>
              <p:cNvSpPr/>
              <p:nvPr/>
            </p:nvSpPr>
            <p:spPr>
              <a:xfrm>
                <a:off x="807122" y="4834618"/>
                <a:ext cx="12376" cy="387873"/>
              </a:xfrm>
              <a:custGeom>
                <a:avLst/>
                <a:gdLst>
                  <a:gd name="csX0" fmla="*/ 0 w 12376"/>
                  <a:gd name="csY0" fmla="*/ 387873 h 387873"/>
                  <a:gd name="csX1" fmla="*/ 0 w 12376"/>
                  <a:gd name="csY1" fmla="*/ 0 h 387873"/>
                </a:gdLst>
                <a:ahLst/>
                <a:cxnLst>
                  <a:cxn ang="0">
                    <a:pos x="csX0" y="csY0"/>
                  </a:cxn>
                  <a:cxn ang="0">
                    <a:pos x="csX1" y="csY1"/>
                  </a:cxn>
                </a:cxnLst>
                <a:rect l="l" t="t" r="r" b="b"/>
                <a:pathLst>
                  <a:path w="12376" h="387873">
                    <a:moveTo>
                      <a:pt x="0" y="387873"/>
                    </a:moveTo>
                    <a:lnTo>
                      <a:pt x="0" y="0"/>
                    </a:lnTo>
                  </a:path>
                </a:pathLst>
              </a:custGeom>
              <a:ln w="13212" cap="flat">
                <a:solidFill>
                  <a:srgbClr val="000000"/>
                </a:solidFill>
                <a:prstDash val="solid"/>
                <a:round/>
              </a:ln>
            </p:spPr>
            <p:txBody>
              <a:bodyPr/>
              <a:lstStyle/>
              <a:p>
                <a:pPr algn="ctr"/>
                <a:endParaRPr lang="en-US" sz="2268"/>
              </a:p>
            </p:txBody>
          </p:sp>
          <p:sp>
            <p:nvSpPr>
              <p:cNvPr id="2718" name="Freeform 2717">
                <a:extLst>
                  <a:ext uri="{FF2B5EF4-FFF2-40B4-BE49-F238E27FC236}">
                    <a16:creationId xmlns:a16="http://schemas.microsoft.com/office/drawing/2014/main" id="{1BB18D78-9445-A5FC-2475-ABAD3736F27F}"/>
                  </a:ext>
                </a:extLst>
              </p:cNvPr>
              <p:cNvSpPr/>
              <p:nvPr/>
            </p:nvSpPr>
            <p:spPr>
              <a:xfrm>
                <a:off x="771973" y="5160779"/>
                <a:ext cx="70174" cy="61712"/>
              </a:xfrm>
              <a:custGeom>
                <a:avLst/>
                <a:gdLst>
                  <a:gd name="csX0" fmla="*/ 0 w 70174"/>
                  <a:gd name="csY0" fmla="*/ 0 h 61712"/>
                  <a:gd name="csX1" fmla="*/ 35149 w 70174"/>
                  <a:gd name="csY1" fmla="*/ 61713 h 61712"/>
                  <a:gd name="csX2" fmla="*/ 70174 w 70174"/>
                  <a:gd name="csY2" fmla="*/ 0 h 61712"/>
                </a:gdLst>
                <a:ahLst/>
                <a:cxnLst>
                  <a:cxn ang="0">
                    <a:pos x="csX0" y="csY0"/>
                  </a:cxn>
                  <a:cxn ang="0">
                    <a:pos x="csX1" y="csY1"/>
                  </a:cxn>
                  <a:cxn ang="0">
                    <a:pos x="csX2" y="csY2"/>
                  </a:cxn>
                </a:cxnLst>
                <a:rect l="l" t="t" r="r" b="b"/>
                <a:pathLst>
                  <a:path w="70174" h="61712">
                    <a:moveTo>
                      <a:pt x="0" y="0"/>
                    </a:moveTo>
                    <a:lnTo>
                      <a:pt x="35149" y="61713"/>
                    </a:lnTo>
                    <a:lnTo>
                      <a:pt x="70174" y="0"/>
                    </a:lnTo>
                  </a:path>
                </a:pathLst>
              </a:custGeom>
              <a:noFill/>
              <a:ln w="13212" cap="flat">
                <a:solidFill>
                  <a:srgbClr val="000000"/>
                </a:solidFill>
                <a:prstDash val="solid"/>
                <a:round/>
              </a:ln>
            </p:spPr>
            <p:txBody>
              <a:bodyPr/>
              <a:lstStyle/>
              <a:p>
                <a:pPr algn="ctr"/>
                <a:endParaRPr lang="en-US" sz="2268"/>
              </a:p>
            </p:txBody>
          </p:sp>
          <p:sp>
            <p:nvSpPr>
              <p:cNvPr id="2719" name="Freeform 2718">
                <a:extLst>
                  <a:ext uri="{FF2B5EF4-FFF2-40B4-BE49-F238E27FC236}">
                    <a16:creationId xmlns:a16="http://schemas.microsoft.com/office/drawing/2014/main" id="{572BAEC9-1F30-D742-0F89-79C0BCA644B7}"/>
                  </a:ext>
                </a:extLst>
              </p:cNvPr>
              <p:cNvSpPr/>
              <p:nvPr/>
            </p:nvSpPr>
            <p:spPr>
              <a:xfrm>
                <a:off x="771973" y="4834618"/>
                <a:ext cx="70174" cy="61712"/>
              </a:xfrm>
              <a:custGeom>
                <a:avLst/>
                <a:gdLst>
                  <a:gd name="csX0" fmla="*/ 70174 w 70174"/>
                  <a:gd name="csY0" fmla="*/ 61713 h 61712"/>
                  <a:gd name="csX1" fmla="*/ 35149 w 70174"/>
                  <a:gd name="csY1" fmla="*/ 0 h 61712"/>
                  <a:gd name="csX2" fmla="*/ 0 w 70174"/>
                  <a:gd name="csY2" fmla="*/ 61713 h 61712"/>
                </a:gdLst>
                <a:ahLst/>
                <a:cxnLst>
                  <a:cxn ang="0">
                    <a:pos x="csX0" y="csY0"/>
                  </a:cxn>
                  <a:cxn ang="0">
                    <a:pos x="csX1" y="csY1"/>
                  </a:cxn>
                  <a:cxn ang="0">
                    <a:pos x="csX2" y="csY2"/>
                  </a:cxn>
                </a:cxnLst>
                <a:rect l="l" t="t" r="r" b="b"/>
                <a:pathLst>
                  <a:path w="70174" h="61712">
                    <a:moveTo>
                      <a:pt x="70174" y="61713"/>
                    </a:moveTo>
                    <a:lnTo>
                      <a:pt x="35149" y="0"/>
                    </a:lnTo>
                    <a:lnTo>
                      <a:pt x="0" y="61713"/>
                    </a:lnTo>
                  </a:path>
                </a:pathLst>
              </a:custGeom>
              <a:noFill/>
              <a:ln w="13212" cap="flat">
                <a:solidFill>
                  <a:srgbClr val="000000"/>
                </a:solidFill>
                <a:prstDash val="solid"/>
                <a:round/>
              </a:ln>
            </p:spPr>
            <p:txBody>
              <a:bodyPr/>
              <a:lstStyle/>
              <a:p>
                <a:pPr algn="ctr"/>
                <a:endParaRPr lang="en-US" sz="2268"/>
              </a:p>
            </p:txBody>
          </p:sp>
          <p:sp>
            <p:nvSpPr>
              <p:cNvPr id="2720" name="TextBox 2719">
                <a:extLst>
                  <a:ext uri="{FF2B5EF4-FFF2-40B4-BE49-F238E27FC236}">
                    <a16:creationId xmlns:a16="http://schemas.microsoft.com/office/drawing/2014/main" id="{67962DD1-A7F8-A32E-2102-5F45D66ADE1A}"/>
                  </a:ext>
                </a:extLst>
              </p:cNvPr>
              <p:cNvSpPr txBox="1"/>
              <p:nvPr/>
            </p:nvSpPr>
            <p:spPr>
              <a:xfrm>
                <a:off x="731032" y="4933861"/>
                <a:ext cx="412581"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1.69x</a:t>
                </a:r>
              </a:p>
            </p:txBody>
          </p:sp>
          <p:sp>
            <p:nvSpPr>
              <p:cNvPr id="2752" name="Freeform 2751">
                <a:extLst>
                  <a:ext uri="{FF2B5EF4-FFF2-40B4-BE49-F238E27FC236}">
                    <a16:creationId xmlns:a16="http://schemas.microsoft.com/office/drawing/2014/main" id="{CC850CD5-35DD-1370-ACB4-069CC79DECD5}"/>
                  </a:ext>
                </a:extLst>
              </p:cNvPr>
              <p:cNvSpPr/>
              <p:nvPr/>
            </p:nvSpPr>
            <p:spPr>
              <a:xfrm>
                <a:off x="1327796" y="4901610"/>
                <a:ext cx="12376" cy="472964"/>
              </a:xfrm>
              <a:custGeom>
                <a:avLst/>
                <a:gdLst>
                  <a:gd name="csX0" fmla="*/ 0 w 12376"/>
                  <a:gd name="csY0" fmla="*/ 0 h 472964"/>
                  <a:gd name="csX1" fmla="*/ 0 w 12376"/>
                  <a:gd name="csY1" fmla="*/ 472964 h 472964"/>
                </a:gdLst>
                <a:ahLst/>
                <a:cxnLst>
                  <a:cxn ang="0">
                    <a:pos x="csX0" y="csY0"/>
                  </a:cxn>
                  <a:cxn ang="0">
                    <a:pos x="csX1" y="csY1"/>
                  </a:cxn>
                </a:cxnLst>
                <a:rect l="l" t="t" r="r" b="b"/>
                <a:pathLst>
                  <a:path w="12376" h="472964">
                    <a:moveTo>
                      <a:pt x="0" y="0"/>
                    </a:moveTo>
                    <a:lnTo>
                      <a:pt x="0" y="472964"/>
                    </a:lnTo>
                  </a:path>
                </a:pathLst>
              </a:custGeom>
              <a:ln w="13212" cap="flat">
                <a:solidFill>
                  <a:srgbClr val="000000"/>
                </a:solidFill>
                <a:prstDash val="solid"/>
                <a:round/>
              </a:ln>
            </p:spPr>
            <p:txBody>
              <a:bodyPr/>
              <a:lstStyle/>
              <a:p>
                <a:pPr algn="ctr"/>
                <a:endParaRPr lang="en-US" sz="2268"/>
              </a:p>
            </p:txBody>
          </p:sp>
          <p:sp>
            <p:nvSpPr>
              <p:cNvPr id="2753" name="Freeform 2752">
                <a:extLst>
                  <a:ext uri="{FF2B5EF4-FFF2-40B4-BE49-F238E27FC236}">
                    <a16:creationId xmlns:a16="http://schemas.microsoft.com/office/drawing/2014/main" id="{DB4BA71D-7173-EC1B-9447-93B0D029C15A}"/>
                  </a:ext>
                </a:extLst>
              </p:cNvPr>
              <p:cNvSpPr/>
              <p:nvPr/>
            </p:nvSpPr>
            <p:spPr>
              <a:xfrm>
                <a:off x="1292771" y="4901610"/>
                <a:ext cx="70173" cy="61587"/>
              </a:xfrm>
              <a:custGeom>
                <a:avLst/>
                <a:gdLst>
                  <a:gd name="csX0" fmla="*/ 70174 w 70173"/>
                  <a:gd name="csY0" fmla="*/ 61587 h 61587"/>
                  <a:gd name="csX1" fmla="*/ 35025 w 70173"/>
                  <a:gd name="csY1" fmla="*/ 0 h 61587"/>
                  <a:gd name="csX2" fmla="*/ 0 w 70173"/>
                  <a:gd name="csY2" fmla="*/ 61587 h 61587"/>
                </a:gdLst>
                <a:ahLst/>
                <a:cxnLst>
                  <a:cxn ang="0">
                    <a:pos x="csX0" y="csY0"/>
                  </a:cxn>
                  <a:cxn ang="0">
                    <a:pos x="csX1" y="csY1"/>
                  </a:cxn>
                  <a:cxn ang="0">
                    <a:pos x="csX2" y="csY2"/>
                  </a:cxn>
                </a:cxnLst>
                <a:rect l="l" t="t" r="r" b="b"/>
                <a:pathLst>
                  <a:path w="70173" h="61587">
                    <a:moveTo>
                      <a:pt x="70174" y="61587"/>
                    </a:moveTo>
                    <a:lnTo>
                      <a:pt x="35025" y="0"/>
                    </a:lnTo>
                    <a:lnTo>
                      <a:pt x="0" y="61587"/>
                    </a:lnTo>
                  </a:path>
                </a:pathLst>
              </a:custGeom>
              <a:noFill/>
              <a:ln w="13212" cap="flat">
                <a:solidFill>
                  <a:srgbClr val="000000"/>
                </a:solidFill>
                <a:prstDash val="solid"/>
                <a:round/>
              </a:ln>
            </p:spPr>
            <p:txBody>
              <a:bodyPr/>
              <a:lstStyle/>
              <a:p>
                <a:pPr algn="ctr"/>
                <a:endParaRPr lang="en-US" sz="2268"/>
              </a:p>
            </p:txBody>
          </p:sp>
          <p:sp>
            <p:nvSpPr>
              <p:cNvPr id="2754" name="Freeform 2753">
                <a:extLst>
                  <a:ext uri="{FF2B5EF4-FFF2-40B4-BE49-F238E27FC236}">
                    <a16:creationId xmlns:a16="http://schemas.microsoft.com/office/drawing/2014/main" id="{7BA7DC07-1505-592C-79F7-14BE376536CC}"/>
                  </a:ext>
                </a:extLst>
              </p:cNvPr>
              <p:cNvSpPr/>
              <p:nvPr/>
            </p:nvSpPr>
            <p:spPr>
              <a:xfrm>
                <a:off x="1292771" y="5312861"/>
                <a:ext cx="70173" cy="61712"/>
              </a:xfrm>
              <a:custGeom>
                <a:avLst/>
                <a:gdLst>
                  <a:gd name="csX0" fmla="*/ 0 w 70173"/>
                  <a:gd name="csY0" fmla="*/ 0 h 61712"/>
                  <a:gd name="csX1" fmla="*/ 35025 w 70173"/>
                  <a:gd name="csY1" fmla="*/ 61713 h 61712"/>
                  <a:gd name="csX2" fmla="*/ 70174 w 70173"/>
                  <a:gd name="csY2" fmla="*/ 0 h 61712"/>
                </a:gdLst>
                <a:ahLst/>
                <a:cxnLst>
                  <a:cxn ang="0">
                    <a:pos x="csX0" y="csY0"/>
                  </a:cxn>
                  <a:cxn ang="0">
                    <a:pos x="csX1" y="csY1"/>
                  </a:cxn>
                  <a:cxn ang="0">
                    <a:pos x="csX2" y="csY2"/>
                  </a:cxn>
                </a:cxnLst>
                <a:rect l="l" t="t" r="r" b="b"/>
                <a:pathLst>
                  <a:path w="70173" h="61712">
                    <a:moveTo>
                      <a:pt x="0" y="0"/>
                    </a:moveTo>
                    <a:lnTo>
                      <a:pt x="35025" y="61713"/>
                    </a:lnTo>
                    <a:lnTo>
                      <a:pt x="70174" y="0"/>
                    </a:lnTo>
                  </a:path>
                </a:pathLst>
              </a:custGeom>
              <a:noFill/>
              <a:ln w="13212" cap="flat">
                <a:solidFill>
                  <a:srgbClr val="000000"/>
                </a:solidFill>
                <a:prstDash val="solid"/>
                <a:round/>
              </a:ln>
            </p:spPr>
            <p:txBody>
              <a:bodyPr/>
              <a:lstStyle/>
              <a:p>
                <a:pPr algn="ctr"/>
                <a:endParaRPr lang="en-US" sz="2268"/>
              </a:p>
            </p:txBody>
          </p:sp>
          <p:sp>
            <p:nvSpPr>
              <p:cNvPr id="2755" name="TextBox 2754">
                <a:extLst>
                  <a:ext uri="{FF2B5EF4-FFF2-40B4-BE49-F238E27FC236}">
                    <a16:creationId xmlns:a16="http://schemas.microsoft.com/office/drawing/2014/main" id="{0C54FEE8-DB41-9544-4A0A-6C33ED9348C4}"/>
                  </a:ext>
                </a:extLst>
              </p:cNvPr>
              <p:cNvSpPr txBox="1"/>
              <p:nvPr/>
            </p:nvSpPr>
            <p:spPr>
              <a:xfrm>
                <a:off x="1251706" y="5043461"/>
                <a:ext cx="412581"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2.14x</a:t>
                </a:r>
              </a:p>
            </p:txBody>
          </p:sp>
          <p:sp>
            <p:nvSpPr>
              <p:cNvPr id="2787" name="Freeform 2786">
                <a:extLst>
                  <a:ext uri="{FF2B5EF4-FFF2-40B4-BE49-F238E27FC236}">
                    <a16:creationId xmlns:a16="http://schemas.microsoft.com/office/drawing/2014/main" id="{59DC0ABB-A118-6D5B-DD8F-700C295D8708}"/>
                  </a:ext>
                </a:extLst>
              </p:cNvPr>
              <p:cNvSpPr/>
              <p:nvPr/>
            </p:nvSpPr>
            <p:spPr>
              <a:xfrm>
                <a:off x="1848594" y="4778939"/>
                <a:ext cx="12376" cy="459515"/>
              </a:xfrm>
              <a:custGeom>
                <a:avLst/>
                <a:gdLst>
                  <a:gd name="csX0" fmla="*/ 0 w 12376"/>
                  <a:gd name="csY0" fmla="*/ 459516 h 459515"/>
                  <a:gd name="csX1" fmla="*/ 0 w 12376"/>
                  <a:gd name="csY1" fmla="*/ 0 h 459515"/>
                </a:gdLst>
                <a:ahLst/>
                <a:cxnLst>
                  <a:cxn ang="0">
                    <a:pos x="csX0" y="csY0"/>
                  </a:cxn>
                  <a:cxn ang="0">
                    <a:pos x="csX1" y="csY1"/>
                  </a:cxn>
                </a:cxnLst>
                <a:rect l="l" t="t" r="r" b="b"/>
                <a:pathLst>
                  <a:path w="12376" h="459515">
                    <a:moveTo>
                      <a:pt x="0" y="459516"/>
                    </a:moveTo>
                    <a:lnTo>
                      <a:pt x="0" y="0"/>
                    </a:lnTo>
                  </a:path>
                </a:pathLst>
              </a:custGeom>
              <a:ln w="13212" cap="flat">
                <a:solidFill>
                  <a:srgbClr val="000000"/>
                </a:solidFill>
                <a:prstDash val="solid"/>
                <a:round/>
              </a:ln>
            </p:spPr>
            <p:txBody>
              <a:bodyPr/>
              <a:lstStyle/>
              <a:p>
                <a:pPr algn="ctr"/>
                <a:endParaRPr lang="en-US" sz="2268"/>
              </a:p>
            </p:txBody>
          </p:sp>
          <p:sp>
            <p:nvSpPr>
              <p:cNvPr id="2788" name="Freeform 2787">
                <a:extLst>
                  <a:ext uri="{FF2B5EF4-FFF2-40B4-BE49-F238E27FC236}">
                    <a16:creationId xmlns:a16="http://schemas.microsoft.com/office/drawing/2014/main" id="{745EFCB8-D089-DF17-7B79-72E787CFFA98}"/>
                  </a:ext>
                </a:extLst>
              </p:cNvPr>
              <p:cNvSpPr/>
              <p:nvPr/>
            </p:nvSpPr>
            <p:spPr>
              <a:xfrm>
                <a:off x="1813445" y="5176741"/>
                <a:ext cx="70173" cy="61712"/>
              </a:xfrm>
              <a:custGeom>
                <a:avLst/>
                <a:gdLst>
                  <a:gd name="csX0" fmla="*/ 0 w 70173"/>
                  <a:gd name="csY0" fmla="*/ 0 h 61712"/>
                  <a:gd name="csX1" fmla="*/ 35149 w 70173"/>
                  <a:gd name="csY1" fmla="*/ 61713 h 61712"/>
                  <a:gd name="csX2" fmla="*/ 70174 w 70173"/>
                  <a:gd name="csY2" fmla="*/ 0 h 61712"/>
                </a:gdLst>
                <a:ahLst/>
                <a:cxnLst>
                  <a:cxn ang="0">
                    <a:pos x="csX0" y="csY0"/>
                  </a:cxn>
                  <a:cxn ang="0">
                    <a:pos x="csX1" y="csY1"/>
                  </a:cxn>
                  <a:cxn ang="0">
                    <a:pos x="csX2" y="csY2"/>
                  </a:cxn>
                </a:cxnLst>
                <a:rect l="l" t="t" r="r" b="b"/>
                <a:pathLst>
                  <a:path w="70173" h="61712">
                    <a:moveTo>
                      <a:pt x="0" y="0"/>
                    </a:moveTo>
                    <a:lnTo>
                      <a:pt x="35149" y="61713"/>
                    </a:lnTo>
                    <a:lnTo>
                      <a:pt x="70174" y="0"/>
                    </a:lnTo>
                  </a:path>
                </a:pathLst>
              </a:custGeom>
              <a:noFill/>
              <a:ln w="13212" cap="flat">
                <a:solidFill>
                  <a:srgbClr val="000000"/>
                </a:solidFill>
                <a:prstDash val="solid"/>
                <a:round/>
              </a:ln>
            </p:spPr>
            <p:txBody>
              <a:bodyPr/>
              <a:lstStyle/>
              <a:p>
                <a:pPr algn="ctr"/>
                <a:endParaRPr lang="en-US" sz="2268"/>
              </a:p>
            </p:txBody>
          </p:sp>
          <p:sp>
            <p:nvSpPr>
              <p:cNvPr id="2789" name="Freeform 2788">
                <a:extLst>
                  <a:ext uri="{FF2B5EF4-FFF2-40B4-BE49-F238E27FC236}">
                    <a16:creationId xmlns:a16="http://schemas.microsoft.com/office/drawing/2014/main" id="{DD92C674-93A2-540F-1F4E-6C128947FFC0}"/>
                  </a:ext>
                </a:extLst>
              </p:cNvPr>
              <p:cNvSpPr/>
              <p:nvPr/>
            </p:nvSpPr>
            <p:spPr>
              <a:xfrm>
                <a:off x="1813445" y="4778939"/>
                <a:ext cx="70173" cy="61712"/>
              </a:xfrm>
              <a:custGeom>
                <a:avLst/>
                <a:gdLst>
                  <a:gd name="csX0" fmla="*/ 70174 w 70173"/>
                  <a:gd name="csY0" fmla="*/ 61713 h 61712"/>
                  <a:gd name="csX1" fmla="*/ 35149 w 70173"/>
                  <a:gd name="csY1" fmla="*/ 0 h 61712"/>
                  <a:gd name="csX2" fmla="*/ 0 w 70173"/>
                  <a:gd name="csY2" fmla="*/ 61713 h 61712"/>
                </a:gdLst>
                <a:ahLst/>
                <a:cxnLst>
                  <a:cxn ang="0">
                    <a:pos x="csX0" y="csY0"/>
                  </a:cxn>
                  <a:cxn ang="0">
                    <a:pos x="csX1" y="csY1"/>
                  </a:cxn>
                  <a:cxn ang="0">
                    <a:pos x="csX2" y="csY2"/>
                  </a:cxn>
                </a:cxnLst>
                <a:rect l="l" t="t" r="r" b="b"/>
                <a:pathLst>
                  <a:path w="70173" h="61712">
                    <a:moveTo>
                      <a:pt x="70174" y="61713"/>
                    </a:moveTo>
                    <a:lnTo>
                      <a:pt x="35149" y="0"/>
                    </a:lnTo>
                    <a:lnTo>
                      <a:pt x="0" y="61713"/>
                    </a:lnTo>
                  </a:path>
                </a:pathLst>
              </a:custGeom>
              <a:noFill/>
              <a:ln w="13212" cap="flat">
                <a:solidFill>
                  <a:srgbClr val="000000"/>
                </a:solidFill>
                <a:prstDash val="solid"/>
                <a:round/>
              </a:ln>
            </p:spPr>
            <p:txBody>
              <a:bodyPr/>
              <a:lstStyle/>
              <a:p>
                <a:pPr algn="ctr"/>
                <a:endParaRPr lang="en-US" sz="2268"/>
              </a:p>
            </p:txBody>
          </p:sp>
          <p:sp>
            <p:nvSpPr>
              <p:cNvPr id="2790" name="TextBox 2789">
                <a:extLst>
                  <a:ext uri="{FF2B5EF4-FFF2-40B4-BE49-F238E27FC236}">
                    <a16:creationId xmlns:a16="http://schemas.microsoft.com/office/drawing/2014/main" id="{FF2FD99D-C388-1848-1CAA-7C9C0941F0AF}"/>
                  </a:ext>
                </a:extLst>
              </p:cNvPr>
              <p:cNvSpPr txBox="1"/>
              <p:nvPr/>
            </p:nvSpPr>
            <p:spPr>
              <a:xfrm>
                <a:off x="1772380" y="4914128"/>
                <a:ext cx="412581"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1.84x</a:t>
                </a:r>
              </a:p>
            </p:txBody>
          </p:sp>
          <p:sp>
            <p:nvSpPr>
              <p:cNvPr id="2822" name="Freeform 2821">
                <a:extLst>
                  <a:ext uri="{FF2B5EF4-FFF2-40B4-BE49-F238E27FC236}">
                    <a16:creationId xmlns:a16="http://schemas.microsoft.com/office/drawing/2014/main" id="{010D2807-D6BD-32E9-AA92-BFB6A9BB805C}"/>
                  </a:ext>
                </a:extLst>
              </p:cNvPr>
              <p:cNvSpPr/>
              <p:nvPr/>
            </p:nvSpPr>
            <p:spPr>
              <a:xfrm>
                <a:off x="2369268" y="4897588"/>
                <a:ext cx="12376" cy="806037"/>
              </a:xfrm>
              <a:custGeom>
                <a:avLst/>
                <a:gdLst>
                  <a:gd name="csX0" fmla="*/ 0 w 12376"/>
                  <a:gd name="csY0" fmla="*/ 806038 h 806037"/>
                  <a:gd name="csX1" fmla="*/ 0 w 12376"/>
                  <a:gd name="csY1" fmla="*/ 0 h 806037"/>
                </a:gdLst>
                <a:ahLst/>
                <a:cxnLst>
                  <a:cxn ang="0">
                    <a:pos x="csX0" y="csY0"/>
                  </a:cxn>
                  <a:cxn ang="0">
                    <a:pos x="csX1" y="csY1"/>
                  </a:cxn>
                </a:cxnLst>
                <a:rect l="l" t="t" r="r" b="b"/>
                <a:pathLst>
                  <a:path w="12376" h="806037">
                    <a:moveTo>
                      <a:pt x="0" y="806038"/>
                    </a:moveTo>
                    <a:lnTo>
                      <a:pt x="0" y="0"/>
                    </a:lnTo>
                  </a:path>
                </a:pathLst>
              </a:custGeom>
              <a:ln w="13212" cap="flat">
                <a:solidFill>
                  <a:srgbClr val="000000"/>
                </a:solidFill>
                <a:prstDash val="solid"/>
                <a:round/>
              </a:ln>
            </p:spPr>
            <p:txBody>
              <a:bodyPr/>
              <a:lstStyle/>
              <a:p>
                <a:pPr algn="ctr"/>
                <a:endParaRPr lang="en-US" sz="2268"/>
              </a:p>
            </p:txBody>
          </p:sp>
          <p:sp>
            <p:nvSpPr>
              <p:cNvPr id="2823" name="Freeform 2822">
                <a:extLst>
                  <a:ext uri="{FF2B5EF4-FFF2-40B4-BE49-F238E27FC236}">
                    <a16:creationId xmlns:a16="http://schemas.microsoft.com/office/drawing/2014/main" id="{BF647EEB-78E8-708E-60EF-47E66090AA24}"/>
                  </a:ext>
                </a:extLst>
              </p:cNvPr>
              <p:cNvSpPr/>
              <p:nvPr/>
            </p:nvSpPr>
            <p:spPr>
              <a:xfrm>
                <a:off x="2334243" y="5641913"/>
                <a:ext cx="70050" cy="61712"/>
              </a:xfrm>
              <a:custGeom>
                <a:avLst/>
                <a:gdLst>
                  <a:gd name="csX0" fmla="*/ 0 w 70050"/>
                  <a:gd name="csY0" fmla="*/ 0 h 61712"/>
                  <a:gd name="csX1" fmla="*/ 35025 w 70050"/>
                  <a:gd name="csY1" fmla="*/ 61713 h 61712"/>
                  <a:gd name="csX2" fmla="*/ 70050 w 70050"/>
                  <a:gd name="csY2" fmla="*/ 0 h 61712"/>
                </a:gdLst>
                <a:ahLst/>
                <a:cxnLst>
                  <a:cxn ang="0">
                    <a:pos x="csX0" y="csY0"/>
                  </a:cxn>
                  <a:cxn ang="0">
                    <a:pos x="csX1" y="csY1"/>
                  </a:cxn>
                  <a:cxn ang="0">
                    <a:pos x="csX2" y="csY2"/>
                  </a:cxn>
                </a:cxnLst>
                <a:rect l="l" t="t" r="r" b="b"/>
                <a:pathLst>
                  <a:path w="70050" h="61712">
                    <a:moveTo>
                      <a:pt x="0" y="0"/>
                    </a:moveTo>
                    <a:lnTo>
                      <a:pt x="35025" y="61713"/>
                    </a:lnTo>
                    <a:lnTo>
                      <a:pt x="70050" y="0"/>
                    </a:lnTo>
                  </a:path>
                </a:pathLst>
              </a:custGeom>
              <a:noFill/>
              <a:ln w="13212" cap="flat">
                <a:solidFill>
                  <a:srgbClr val="000000"/>
                </a:solidFill>
                <a:prstDash val="solid"/>
                <a:round/>
              </a:ln>
            </p:spPr>
            <p:txBody>
              <a:bodyPr/>
              <a:lstStyle/>
              <a:p>
                <a:pPr algn="ctr"/>
                <a:endParaRPr lang="en-US" sz="2268"/>
              </a:p>
            </p:txBody>
          </p:sp>
          <p:sp>
            <p:nvSpPr>
              <p:cNvPr id="2824" name="Freeform 2823">
                <a:extLst>
                  <a:ext uri="{FF2B5EF4-FFF2-40B4-BE49-F238E27FC236}">
                    <a16:creationId xmlns:a16="http://schemas.microsoft.com/office/drawing/2014/main" id="{8846BE4B-DE5E-8865-808C-D47180B23732}"/>
                  </a:ext>
                </a:extLst>
              </p:cNvPr>
              <p:cNvSpPr/>
              <p:nvPr/>
            </p:nvSpPr>
            <p:spPr>
              <a:xfrm>
                <a:off x="2334243" y="4897588"/>
                <a:ext cx="70050" cy="61712"/>
              </a:xfrm>
              <a:custGeom>
                <a:avLst/>
                <a:gdLst>
                  <a:gd name="csX0" fmla="*/ 70050 w 70050"/>
                  <a:gd name="csY0" fmla="*/ 61713 h 61712"/>
                  <a:gd name="csX1" fmla="*/ 35025 w 70050"/>
                  <a:gd name="csY1" fmla="*/ 0 h 61712"/>
                  <a:gd name="csX2" fmla="*/ 0 w 70050"/>
                  <a:gd name="csY2" fmla="*/ 61713 h 61712"/>
                </a:gdLst>
                <a:ahLst/>
                <a:cxnLst>
                  <a:cxn ang="0">
                    <a:pos x="csX0" y="csY0"/>
                  </a:cxn>
                  <a:cxn ang="0">
                    <a:pos x="csX1" y="csY1"/>
                  </a:cxn>
                  <a:cxn ang="0">
                    <a:pos x="csX2" y="csY2"/>
                  </a:cxn>
                </a:cxnLst>
                <a:rect l="l" t="t" r="r" b="b"/>
                <a:pathLst>
                  <a:path w="70050" h="61712">
                    <a:moveTo>
                      <a:pt x="70050" y="61713"/>
                    </a:moveTo>
                    <a:lnTo>
                      <a:pt x="35025" y="0"/>
                    </a:lnTo>
                    <a:lnTo>
                      <a:pt x="0" y="61713"/>
                    </a:lnTo>
                  </a:path>
                </a:pathLst>
              </a:custGeom>
              <a:noFill/>
              <a:ln w="13212" cap="flat">
                <a:solidFill>
                  <a:srgbClr val="000000"/>
                </a:solidFill>
                <a:prstDash val="solid"/>
                <a:round/>
              </a:ln>
            </p:spPr>
            <p:txBody>
              <a:bodyPr/>
              <a:lstStyle/>
              <a:p>
                <a:pPr algn="ctr"/>
                <a:endParaRPr lang="en-US" sz="2268"/>
              </a:p>
            </p:txBody>
          </p:sp>
          <p:sp>
            <p:nvSpPr>
              <p:cNvPr id="2825" name="TextBox 2824">
                <a:extLst>
                  <a:ext uri="{FF2B5EF4-FFF2-40B4-BE49-F238E27FC236}">
                    <a16:creationId xmlns:a16="http://schemas.microsoft.com/office/drawing/2014/main" id="{F3A0228B-15D5-FA7D-3394-39480277ABAA}"/>
                  </a:ext>
                </a:extLst>
              </p:cNvPr>
              <p:cNvSpPr txBox="1"/>
              <p:nvPr/>
            </p:nvSpPr>
            <p:spPr>
              <a:xfrm>
                <a:off x="2268578" y="5205975"/>
                <a:ext cx="461779"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10.67x</a:t>
                </a:r>
              </a:p>
            </p:txBody>
          </p:sp>
          <p:sp>
            <p:nvSpPr>
              <p:cNvPr id="2857" name="Freeform 2856">
                <a:extLst>
                  <a:ext uri="{FF2B5EF4-FFF2-40B4-BE49-F238E27FC236}">
                    <a16:creationId xmlns:a16="http://schemas.microsoft.com/office/drawing/2014/main" id="{2B2CB989-02B0-8F53-F3BA-D5A62E8826B3}"/>
                  </a:ext>
                </a:extLst>
              </p:cNvPr>
              <p:cNvSpPr/>
              <p:nvPr/>
            </p:nvSpPr>
            <p:spPr>
              <a:xfrm>
                <a:off x="1681142" y="5248006"/>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58" name="Freeform 2857">
                <a:extLst>
                  <a:ext uri="{FF2B5EF4-FFF2-40B4-BE49-F238E27FC236}">
                    <a16:creationId xmlns:a16="http://schemas.microsoft.com/office/drawing/2014/main" id="{15C778BD-4436-21D7-DCFF-1E850F460215}"/>
                  </a:ext>
                </a:extLst>
              </p:cNvPr>
              <p:cNvSpPr/>
              <p:nvPr/>
            </p:nvSpPr>
            <p:spPr>
              <a:xfrm>
                <a:off x="1930897" y="4706291"/>
                <a:ext cx="82921" cy="72899"/>
              </a:xfrm>
              <a:custGeom>
                <a:avLst/>
                <a:gdLst>
                  <a:gd name="csX0" fmla="*/ 41461 w 82921"/>
                  <a:gd name="csY0" fmla="*/ 0 h 72899"/>
                  <a:gd name="csX1" fmla="*/ 82922 w 82921"/>
                  <a:gd name="csY1" fmla="*/ 72899 h 72899"/>
                  <a:gd name="csX2" fmla="*/ 0 w 82921"/>
                  <a:gd name="csY2" fmla="*/ 72899 h 72899"/>
                </a:gdLst>
                <a:ahLst/>
                <a:cxnLst>
                  <a:cxn ang="0">
                    <a:pos x="csX0" y="csY0"/>
                  </a:cxn>
                  <a:cxn ang="0">
                    <a:pos x="csX1" y="csY1"/>
                  </a:cxn>
                  <a:cxn ang="0">
                    <a:pos x="csX2" y="csY2"/>
                  </a:cxn>
                </a:cxnLst>
                <a:rect l="l" t="t" r="r" b="b"/>
                <a:pathLst>
                  <a:path w="82921" h="72899">
                    <a:moveTo>
                      <a:pt x="41461" y="0"/>
                    </a:moveTo>
                    <a:lnTo>
                      <a:pt x="82922"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59" name="Freeform 2858">
                <a:extLst>
                  <a:ext uri="{FF2B5EF4-FFF2-40B4-BE49-F238E27FC236}">
                    <a16:creationId xmlns:a16="http://schemas.microsoft.com/office/drawing/2014/main" id="{1FCF2540-CE4E-5C39-7A48-15B65D7F3652}"/>
                  </a:ext>
                </a:extLst>
              </p:cNvPr>
              <p:cNvSpPr/>
              <p:nvPr/>
            </p:nvSpPr>
            <p:spPr>
              <a:xfrm>
                <a:off x="1182621" y="5248006"/>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60" name="Freeform 2859">
                <a:extLst>
                  <a:ext uri="{FF2B5EF4-FFF2-40B4-BE49-F238E27FC236}">
                    <a16:creationId xmlns:a16="http://schemas.microsoft.com/office/drawing/2014/main" id="{7FFBA27E-75F1-F756-FC91-81CFF8CBDAD7}"/>
                  </a:ext>
                </a:extLst>
              </p:cNvPr>
              <p:cNvSpPr/>
              <p:nvPr/>
            </p:nvSpPr>
            <p:spPr>
              <a:xfrm>
                <a:off x="1408614" y="5693822"/>
                <a:ext cx="83045" cy="73024"/>
              </a:xfrm>
              <a:custGeom>
                <a:avLst/>
                <a:gdLst>
                  <a:gd name="csX0" fmla="*/ 41585 w 83045"/>
                  <a:gd name="csY0" fmla="*/ 0 h 73024"/>
                  <a:gd name="csX1" fmla="*/ 83045 w 83045"/>
                  <a:gd name="csY1" fmla="*/ 73025 h 73024"/>
                  <a:gd name="csX2" fmla="*/ 0 w 83045"/>
                  <a:gd name="csY2" fmla="*/ 73025 h 73024"/>
                </a:gdLst>
                <a:ahLst/>
                <a:cxnLst>
                  <a:cxn ang="0">
                    <a:pos x="csX0" y="csY0"/>
                  </a:cxn>
                  <a:cxn ang="0">
                    <a:pos x="csX1" y="csY1"/>
                  </a:cxn>
                  <a:cxn ang="0">
                    <a:pos x="csX2" y="csY2"/>
                  </a:cxn>
                </a:cxnLst>
                <a:rect l="l" t="t" r="r" b="b"/>
                <a:pathLst>
                  <a:path w="83045" h="73024">
                    <a:moveTo>
                      <a:pt x="41585" y="0"/>
                    </a:moveTo>
                    <a:lnTo>
                      <a:pt x="83045" y="73025"/>
                    </a:lnTo>
                    <a:lnTo>
                      <a:pt x="0" y="73025"/>
                    </a:lnTo>
                    <a:close/>
                  </a:path>
                </a:pathLst>
              </a:custGeom>
              <a:solidFill>
                <a:srgbClr val="00BFC4"/>
              </a:solidFill>
              <a:ln w="8767" cap="rnd">
                <a:noFill/>
                <a:prstDash val="solid"/>
                <a:round/>
              </a:ln>
            </p:spPr>
            <p:txBody>
              <a:bodyPr/>
              <a:lstStyle/>
              <a:p>
                <a:pPr algn="ctr"/>
                <a:endParaRPr lang="en-US" sz="2268"/>
              </a:p>
            </p:txBody>
          </p:sp>
          <p:sp>
            <p:nvSpPr>
              <p:cNvPr id="2861" name="Freeform 2860">
                <a:extLst>
                  <a:ext uri="{FF2B5EF4-FFF2-40B4-BE49-F238E27FC236}">
                    <a16:creationId xmlns:a16="http://schemas.microsoft.com/office/drawing/2014/main" id="{33904BE2-E1A4-C53E-EA4A-A38DCA5CC773}"/>
                  </a:ext>
                </a:extLst>
              </p:cNvPr>
              <p:cNvSpPr/>
              <p:nvPr/>
            </p:nvSpPr>
            <p:spPr>
              <a:xfrm>
                <a:off x="1179899" y="4697618"/>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62" name="Freeform 2861">
                <a:extLst>
                  <a:ext uri="{FF2B5EF4-FFF2-40B4-BE49-F238E27FC236}">
                    <a16:creationId xmlns:a16="http://schemas.microsoft.com/office/drawing/2014/main" id="{B9BF1B88-EBDA-4C8B-748C-BC5CCDF388F4}"/>
                  </a:ext>
                </a:extLst>
              </p:cNvPr>
              <p:cNvSpPr/>
              <p:nvPr/>
            </p:nvSpPr>
            <p:spPr>
              <a:xfrm>
                <a:off x="1428787" y="5438172"/>
                <a:ext cx="82921" cy="72899"/>
              </a:xfrm>
              <a:custGeom>
                <a:avLst/>
                <a:gdLst>
                  <a:gd name="csX0" fmla="*/ 41461 w 82921"/>
                  <a:gd name="csY0" fmla="*/ 0 h 72899"/>
                  <a:gd name="csX1" fmla="*/ 82922 w 82921"/>
                  <a:gd name="csY1" fmla="*/ 72899 h 72899"/>
                  <a:gd name="csX2" fmla="*/ 0 w 82921"/>
                  <a:gd name="csY2" fmla="*/ 72899 h 72899"/>
                </a:gdLst>
                <a:ahLst/>
                <a:cxnLst>
                  <a:cxn ang="0">
                    <a:pos x="csX0" y="csY0"/>
                  </a:cxn>
                  <a:cxn ang="0">
                    <a:pos x="csX1" y="csY1"/>
                  </a:cxn>
                  <a:cxn ang="0">
                    <a:pos x="csX2" y="csY2"/>
                  </a:cxn>
                </a:cxnLst>
                <a:rect l="l" t="t" r="r" b="b"/>
                <a:pathLst>
                  <a:path w="82921" h="72899">
                    <a:moveTo>
                      <a:pt x="41461" y="0"/>
                    </a:moveTo>
                    <a:lnTo>
                      <a:pt x="82922"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63" name="Freeform 2862">
                <a:extLst>
                  <a:ext uri="{FF2B5EF4-FFF2-40B4-BE49-F238E27FC236}">
                    <a16:creationId xmlns:a16="http://schemas.microsoft.com/office/drawing/2014/main" id="{F38D3D33-1DB9-E6A6-BA6A-989A5827ECCC}"/>
                  </a:ext>
                </a:extLst>
              </p:cNvPr>
              <p:cNvSpPr/>
              <p:nvPr/>
            </p:nvSpPr>
            <p:spPr>
              <a:xfrm>
                <a:off x="630759" y="4923731"/>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64" name="Freeform 2863">
                <a:extLst>
                  <a:ext uri="{FF2B5EF4-FFF2-40B4-BE49-F238E27FC236}">
                    <a16:creationId xmlns:a16="http://schemas.microsoft.com/office/drawing/2014/main" id="{35A6ED89-1ADB-CEBE-FA15-3E7FAF547C12}"/>
                  </a:ext>
                </a:extLst>
              </p:cNvPr>
              <p:cNvSpPr/>
              <p:nvPr/>
            </p:nvSpPr>
            <p:spPr>
              <a:xfrm>
                <a:off x="898212" y="4626605"/>
                <a:ext cx="82921" cy="72899"/>
              </a:xfrm>
              <a:custGeom>
                <a:avLst/>
                <a:gdLst>
                  <a:gd name="csX0" fmla="*/ 41461 w 82921"/>
                  <a:gd name="csY0" fmla="*/ 0 h 72899"/>
                  <a:gd name="csX1" fmla="*/ 82922 w 82921"/>
                  <a:gd name="csY1" fmla="*/ 72899 h 72899"/>
                  <a:gd name="csX2" fmla="*/ 0 w 82921"/>
                  <a:gd name="csY2" fmla="*/ 72899 h 72899"/>
                </a:gdLst>
                <a:ahLst/>
                <a:cxnLst>
                  <a:cxn ang="0">
                    <a:pos x="csX0" y="csY0"/>
                  </a:cxn>
                  <a:cxn ang="0">
                    <a:pos x="csX1" y="csY1"/>
                  </a:cxn>
                  <a:cxn ang="0">
                    <a:pos x="csX2" y="csY2"/>
                  </a:cxn>
                </a:cxnLst>
                <a:rect l="l" t="t" r="r" b="b"/>
                <a:pathLst>
                  <a:path w="82921" h="72899">
                    <a:moveTo>
                      <a:pt x="41461" y="0"/>
                    </a:moveTo>
                    <a:lnTo>
                      <a:pt x="82922"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65" name="Freeform 2864">
                <a:extLst>
                  <a:ext uri="{FF2B5EF4-FFF2-40B4-BE49-F238E27FC236}">
                    <a16:creationId xmlns:a16="http://schemas.microsoft.com/office/drawing/2014/main" id="{88ADED40-7960-B4D1-CC24-3DF0234DD49C}"/>
                  </a:ext>
                </a:extLst>
              </p:cNvPr>
              <p:cNvSpPr/>
              <p:nvPr/>
            </p:nvSpPr>
            <p:spPr>
              <a:xfrm>
                <a:off x="650437" y="5118296"/>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66" name="Freeform 2865">
                <a:extLst>
                  <a:ext uri="{FF2B5EF4-FFF2-40B4-BE49-F238E27FC236}">
                    <a16:creationId xmlns:a16="http://schemas.microsoft.com/office/drawing/2014/main" id="{313F20A1-FDB3-C228-39DA-6BC30FF0EADD}"/>
                  </a:ext>
                </a:extLst>
              </p:cNvPr>
              <p:cNvSpPr/>
              <p:nvPr/>
            </p:nvSpPr>
            <p:spPr>
              <a:xfrm>
                <a:off x="890291" y="4830471"/>
                <a:ext cx="82921" cy="72899"/>
              </a:xfrm>
              <a:custGeom>
                <a:avLst/>
                <a:gdLst>
                  <a:gd name="csX0" fmla="*/ 41461 w 82921"/>
                  <a:gd name="csY0" fmla="*/ 0 h 72899"/>
                  <a:gd name="csX1" fmla="*/ 82922 w 82921"/>
                  <a:gd name="csY1" fmla="*/ 72899 h 72899"/>
                  <a:gd name="csX2" fmla="*/ 0 w 82921"/>
                  <a:gd name="csY2" fmla="*/ 72899 h 72899"/>
                </a:gdLst>
                <a:ahLst/>
                <a:cxnLst>
                  <a:cxn ang="0">
                    <a:pos x="csX0" y="csY0"/>
                  </a:cxn>
                  <a:cxn ang="0">
                    <a:pos x="csX1" y="csY1"/>
                  </a:cxn>
                  <a:cxn ang="0">
                    <a:pos x="csX2" y="csY2"/>
                  </a:cxn>
                </a:cxnLst>
                <a:rect l="l" t="t" r="r" b="b"/>
                <a:pathLst>
                  <a:path w="82921" h="72899">
                    <a:moveTo>
                      <a:pt x="41461" y="0"/>
                    </a:moveTo>
                    <a:lnTo>
                      <a:pt x="82922"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67" name="Freeform 2866">
                <a:extLst>
                  <a:ext uri="{FF2B5EF4-FFF2-40B4-BE49-F238E27FC236}">
                    <a16:creationId xmlns:a16="http://schemas.microsoft.com/office/drawing/2014/main" id="{81B00817-692D-CF7E-79F2-9D8E032C2CA4}"/>
                  </a:ext>
                </a:extLst>
              </p:cNvPr>
              <p:cNvSpPr/>
              <p:nvPr/>
            </p:nvSpPr>
            <p:spPr>
              <a:xfrm>
                <a:off x="654150" y="5277669"/>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68" name="Freeform 2867">
                <a:extLst>
                  <a:ext uri="{FF2B5EF4-FFF2-40B4-BE49-F238E27FC236}">
                    <a16:creationId xmlns:a16="http://schemas.microsoft.com/office/drawing/2014/main" id="{DC2B166E-F250-2D98-6308-3E38DD813AA7}"/>
                  </a:ext>
                </a:extLst>
              </p:cNvPr>
              <p:cNvSpPr/>
              <p:nvPr/>
            </p:nvSpPr>
            <p:spPr>
              <a:xfrm>
                <a:off x="896851" y="4634020"/>
                <a:ext cx="83045" cy="72899"/>
              </a:xfrm>
              <a:custGeom>
                <a:avLst/>
                <a:gdLst>
                  <a:gd name="csX0" fmla="*/ 41461 w 83045"/>
                  <a:gd name="csY0" fmla="*/ 0 h 72899"/>
                  <a:gd name="csX1" fmla="*/ 83045 w 83045"/>
                  <a:gd name="csY1" fmla="*/ 72899 h 72899"/>
                  <a:gd name="csX2" fmla="*/ 0 w 83045"/>
                  <a:gd name="csY2" fmla="*/ 72899 h 72899"/>
                </a:gdLst>
                <a:ahLst/>
                <a:cxnLst>
                  <a:cxn ang="0">
                    <a:pos x="csX0" y="csY0"/>
                  </a:cxn>
                  <a:cxn ang="0">
                    <a:pos x="csX1" y="csY1"/>
                  </a:cxn>
                  <a:cxn ang="0">
                    <a:pos x="csX2" y="csY2"/>
                  </a:cxn>
                </a:cxnLst>
                <a:rect l="l" t="t" r="r" b="b"/>
                <a:pathLst>
                  <a:path w="83045" h="72899">
                    <a:moveTo>
                      <a:pt x="41461" y="0"/>
                    </a:moveTo>
                    <a:lnTo>
                      <a:pt x="83045"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69" name="Freeform 2868">
                <a:extLst>
                  <a:ext uri="{FF2B5EF4-FFF2-40B4-BE49-F238E27FC236}">
                    <a16:creationId xmlns:a16="http://schemas.microsoft.com/office/drawing/2014/main" id="{23A1ADA6-18E0-64FB-FBF5-3BAA49010C7B}"/>
                  </a:ext>
                </a:extLst>
              </p:cNvPr>
              <p:cNvSpPr/>
              <p:nvPr/>
            </p:nvSpPr>
            <p:spPr>
              <a:xfrm>
                <a:off x="662071" y="5462933"/>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70" name="Freeform 2869">
                <a:extLst>
                  <a:ext uri="{FF2B5EF4-FFF2-40B4-BE49-F238E27FC236}">
                    <a16:creationId xmlns:a16="http://schemas.microsoft.com/office/drawing/2014/main" id="{F36A73E9-94A9-618E-9CC3-8B283B5A9669}"/>
                  </a:ext>
                </a:extLst>
              </p:cNvPr>
              <p:cNvSpPr/>
              <p:nvPr/>
            </p:nvSpPr>
            <p:spPr>
              <a:xfrm>
                <a:off x="887692" y="5150975"/>
                <a:ext cx="83045" cy="72899"/>
              </a:xfrm>
              <a:custGeom>
                <a:avLst/>
                <a:gdLst>
                  <a:gd name="csX0" fmla="*/ 41461 w 83045"/>
                  <a:gd name="csY0" fmla="*/ 0 h 72899"/>
                  <a:gd name="csX1" fmla="*/ 83045 w 83045"/>
                  <a:gd name="csY1" fmla="*/ 72899 h 72899"/>
                  <a:gd name="csX2" fmla="*/ 0 w 83045"/>
                  <a:gd name="csY2" fmla="*/ 72899 h 72899"/>
                </a:gdLst>
                <a:ahLst/>
                <a:cxnLst>
                  <a:cxn ang="0">
                    <a:pos x="csX0" y="csY0"/>
                  </a:cxn>
                  <a:cxn ang="0">
                    <a:pos x="csX1" y="csY1"/>
                  </a:cxn>
                  <a:cxn ang="0">
                    <a:pos x="csX2" y="csY2"/>
                  </a:cxn>
                </a:cxnLst>
                <a:rect l="l" t="t" r="r" b="b"/>
                <a:pathLst>
                  <a:path w="83045" h="72899">
                    <a:moveTo>
                      <a:pt x="41461" y="0"/>
                    </a:moveTo>
                    <a:lnTo>
                      <a:pt x="83045"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71" name="Freeform 2870">
                <a:extLst>
                  <a:ext uri="{FF2B5EF4-FFF2-40B4-BE49-F238E27FC236}">
                    <a16:creationId xmlns:a16="http://schemas.microsoft.com/office/drawing/2014/main" id="{767E3D3D-BC72-8F81-CFFC-E9C8F1B32F8E}"/>
                  </a:ext>
                </a:extLst>
              </p:cNvPr>
              <p:cNvSpPr/>
              <p:nvPr/>
            </p:nvSpPr>
            <p:spPr>
              <a:xfrm>
                <a:off x="646106" y="5555565"/>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72" name="Freeform 2871">
                <a:extLst>
                  <a:ext uri="{FF2B5EF4-FFF2-40B4-BE49-F238E27FC236}">
                    <a16:creationId xmlns:a16="http://schemas.microsoft.com/office/drawing/2014/main" id="{9FA8D0EB-470B-957A-65A0-776314A8D513}"/>
                  </a:ext>
                </a:extLst>
              </p:cNvPr>
              <p:cNvSpPr/>
              <p:nvPr/>
            </p:nvSpPr>
            <p:spPr>
              <a:xfrm>
                <a:off x="880019" y="4798923"/>
                <a:ext cx="83045" cy="72899"/>
              </a:xfrm>
              <a:custGeom>
                <a:avLst/>
                <a:gdLst>
                  <a:gd name="csX0" fmla="*/ 41585 w 83045"/>
                  <a:gd name="csY0" fmla="*/ 0 h 72899"/>
                  <a:gd name="csX1" fmla="*/ 83045 w 83045"/>
                  <a:gd name="csY1" fmla="*/ 72899 h 72899"/>
                  <a:gd name="csX2" fmla="*/ 0 w 83045"/>
                  <a:gd name="csY2" fmla="*/ 72899 h 72899"/>
                </a:gdLst>
                <a:ahLst/>
                <a:cxnLst>
                  <a:cxn ang="0">
                    <a:pos x="csX0" y="csY0"/>
                  </a:cxn>
                  <a:cxn ang="0">
                    <a:pos x="csX1" y="csY1"/>
                  </a:cxn>
                  <a:cxn ang="0">
                    <a:pos x="csX2" y="csY2"/>
                  </a:cxn>
                </a:cxnLst>
                <a:rect l="l" t="t" r="r" b="b"/>
                <a:pathLst>
                  <a:path w="83045" h="72899">
                    <a:moveTo>
                      <a:pt x="41585" y="0"/>
                    </a:moveTo>
                    <a:lnTo>
                      <a:pt x="83045"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73" name="Freeform 2872">
                <a:extLst>
                  <a:ext uri="{FF2B5EF4-FFF2-40B4-BE49-F238E27FC236}">
                    <a16:creationId xmlns:a16="http://schemas.microsoft.com/office/drawing/2014/main" id="{5DDDAC18-F381-ACB0-B036-82C6D8984FEB}"/>
                  </a:ext>
                </a:extLst>
              </p:cNvPr>
              <p:cNvSpPr/>
              <p:nvPr/>
            </p:nvSpPr>
            <p:spPr>
              <a:xfrm>
                <a:off x="1184478" y="4836629"/>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74" name="Freeform 2873">
                <a:extLst>
                  <a:ext uri="{FF2B5EF4-FFF2-40B4-BE49-F238E27FC236}">
                    <a16:creationId xmlns:a16="http://schemas.microsoft.com/office/drawing/2014/main" id="{AD10FBA0-A901-7D99-7947-58733FFA14F1}"/>
                  </a:ext>
                </a:extLst>
              </p:cNvPr>
              <p:cNvSpPr/>
              <p:nvPr/>
            </p:nvSpPr>
            <p:spPr>
              <a:xfrm>
                <a:off x="1417896" y="5738315"/>
                <a:ext cx="82921" cy="72899"/>
              </a:xfrm>
              <a:custGeom>
                <a:avLst/>
                <a:gdLst>
                  <a:gd name="csX0" fmla="*/ 41461 w 82921"/>
                  <a:gd name="csY0" fmla="*/ 0 h 72899"/>
                  <a:gd name="csX1" fmla="*/ 82922 w 82921"/>
                  <a:gd name="csY1" fmla="*/ 72899 h 72899"/>
                  <a:gd name="csX2" fmla="*/ 0 w 82921"/>
                  <a:gd name="csY2" fmla="*/ 72899 h 72899"/>
                </a:gdLst>
                <a:ahLst/>
                <a:cxnLst>
                  <a:cxn ang="0">
                    <a:pos x="csX0" y="csY0"/>
                  </a:cxn>
                  <a:cxn ang="0">
                    <a:pos x="csX1" y="csY1"/>
                  </a:cxn>
                  <a:cxn ang="0">
                    <a:pos x="csX2" y="csY2"/>
                  </a:cxn>
                </a:cxnLst>
                <a:rect l="l" t="t" r="r" b="b"/>
                <a:pathLst>
                  <a:path w="82921" h="72899">
                    <a:moveTo>
                      <a:pt x="41461" y="0"/>
                    </a:moveTo>
                    <a:lnTo>
                      <a:pt x="82922"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75" name="Freeform 2874">
                <a:extLst>
                  <a:ext uri="{FF2B5EF4-FFF2-40B4-BE49-F238E27FC236}">
                    <a16:creationId xmlns:a16="http://schemas.microsoft.com/office/drawing/2014/main" id="{5ADD5D87-BDA9-ABB9-086E-A8C96ED79C95}"/>
                  </a:ext>
                </a:extLst>
              </p:cNvPr>
              <p:cNvSpPr/>
              <p:nvPr/>
            </p:nvSpPr>
            <p:spPr>
              <a:xfrm>
                <a:off x="666651" y="4808852"/>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76" name="Freeform 2875">
                <a:extLst>
                  <a:ext uri="{FF2B5EF4-FFF2-40B4-BE49-F238E27FC236}">
                    <a16:creationId xmlns:a16="http://schemas.microsoft.com/office/drawing/2014/main" id="{EA530D24-5711-FA01-AC8F-512F1BC2AEA6}"/>
                  </a:ext>
                </a:extLst>
              </p:cNvPr>
              <p:cNvSpPr/>
              <p:nvPr/>
            </p:nvSpPr>
            <p:spPr>
              <a:xfrm>
                <a:off x="904648" y="4674743"/>
                <a:ext cx="82921" cy="73024"/>
              </a:xfrm>
              <a:custGeom>
                <a:avLst/>
                <a:gdLst>
                  <a:gd name="csX0" fmla="*/ 41461 w 82921"/>
                  <a:gd name="csY0" fmla="*/ 0 h 73024"/>
                  <a:gd name="csX1" fmla="*/ 82922 w 82921"/>
                  <a:gd name="csY1" fmla="*/ 73025 h 73024"/>
                  <a:gd name="csX2" fmla="*/ 0 w 82921"/>
                  <a:gd name="csY2" fmla="*/ 73025 h 73024"/>
                </a:gdLst>
                <a:ahLst/>
                <a:cxnLst>
                  <a:cxn ang="0">
                    <a:pos x="csX0" y="csY0"/>
                  </a:cxn>
                  <a:cxn ang="0">
                    <a:pos x="csX1" y="csY1"/>
                  </a:cxn>
                  <a:cxn ang="0">
                    <a:pos x="csX2" y="csY2"/>
                  </a:cxn>
                </a:cxnLst>
                <a:rect l="l" t="t" r="r" b="b"/>
                <a:pathLst>
                  <a:path w="82921" h="73024">
                    <a:moveTo>
                      <a:pt x="41461" y="0"/>
                    </a:moveTo>
                    <a:lnTo>
                      <a:pt x="82922" y="73025"/>
                    </a:lnTo>
                    <a:lnTo>
                      <a:pt x="0" y="73025"/>
                    </a:lnTo>
                    <a:close/>
                  </a:path>
                </a:pathLst>
              </a:custGeom>
              <a:solidFill>
                <a:srgbClr val="00BFC4"/>
              </a:solidFill>
              <a:ln w="8767" cap="rnd">
                <a:noFill/>
                <a:prstDash val="solid"/>
                <a:round/>
              </a:ln>
            </p:spPr>
            <p:txBody>
              <a:bodyPr/>
              <a:lstStyle/>
              <a:p>
                <a:pPr algn="ctr"/>
                <a:endParaRPr lang="en-US" sz="2268"/>
              </a:p>
            </p:txBody>
          </p:sp>
          <p:sp>
            <p:nvSpPr>
              <p:cNvPr id="2877" name="Freeform 2876">
                <a:extLst>
                  <a:ext uri="{FF2B5EF4-FFF2-40B4-BE49-F238E27FC236}">
                    <a16:creationId xmlns:a16="http://schemas.microsoft.com/office/drawing/2014/main" id="{0355018E-ED07-1000-2C49-0ADFF0294FEE}"/>
                  </a:ext>
                </a:extLst>
              </p:cNvPr>
              <p:cNvSpPr/>
              <p:nvPr/>
            </p:nvSpPr>
            <p:spPr>
              <a:xfrm>
                <a:off x="1689929" y="5166435"/>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78" name="Freeform 2877">
                <a:extLst>
                  <a:ext uri="{FF2B5EF4-FFF2-40B4-BE49-F238E27FC236}">
                    <a16:creationId xmlns:a16="http://schemas.microsoft.com/office/drawing/2014/main" id="{582433FC-3E43-325D-102A-B1652B147BF8}"/>
                  </a:ext>
                </a:extLst>
              </p:cNvPr>
              <p:cNvSpPr/>
              <p:nvPr/>
            </p:nvSpPr>
            <p:spPr>
              <a:xfrm>
                <a:off x="1927926" y="4754429"/>
                <a:ext cx="83045" cy="73024"/>
              </a:xfrm>
              <a:custGeom>
                <a:avLst/>
                <a:gdLst>
                  <a:gd name="csX0" fmla="*/ 41585 w 83045"/>
                  <a:gd name="csY0" fmla="*/ 0 h 73024"/>
                  <a:gd name="csX1" fmla="*/ 83045 w 83045"/>
                  <a:gd name="csY1" fmla="*/ 73025 h 73024"/>
                  <a:gd name="csX2" fmla="*/ 0 w 83045"/>
                  <a:gd name="csY2" fmla="*/ 73025 h 73024"/>
                </a:gdLst>
                <a:ahLst/>
                <a:cxnLst>
                  <a:cxn ang="0">
                    <a:pos x="csX0" y="csY0"/>
                  </a:cxn>
                  <a:cxn ang="0">
                    <a:pos x="csX1" y="csY1"/>
                  </a:cxn>
                  <a:cxn ang="0">
                    <a:pos x="csX2" y="csY2"/>
                  </a:cxn>
                </a:cxnLst>
                <a:rect l="l" t="t" r="r" b="b"/>
                <a:pathLst>
                  <a:path w="83045" h="73024">
                    <a:moveTo>
                      <a:pt x="41585" y="0"/>
                    </a:moveTo>
                    <a:lnTo>
                      <a:pt x="83045" y="73025"/>
                    </a:lnTo>
                    <a:lnTo>
                      <a:pt x="0" y="73025"/>
                    </a:lnTo>
                    <a:close/>
                  </a:path>
                </a:pathLst>
              </a:custGeom>
              <a:solidFill>
                <a:srgbClr val="00BFC4"/>
              </a:solidFill>
              <a:ln w="8767" cap="rnd">
                <a:noFill/>
                <a:prstDash val="solid"/>
                <a:round/>
              </a:ln>
            </p:spPr>
            <p:txBody>
              <a:bodyPr/>
              <a:lstStyle/>
              <a:p>
                <a:pPr algn="ctr"/>
                <a:endParaRPr lang="en-US" sz="2268"/>
              </a:p>
            </p:txBody>
          </p:sp>
          <p:sp>
            <p:nvSpPr>
              <p:cNvPr id="2879" name="Freeform 2878">
                <a:extLst>
                  <a:ext uri="{FF2B5EF4-FFF2-40B4-BE49-F238E27FC236}">
                    <a16:creationId xmlns:a16="http://schemas.microsoft.com/office/drawing/2014/main" id="{A7950A7C-F324-7CE5-84EF-9DA4614E539B}"/>
                  </a:ext>
                </a:extLst>
              </p:cNvPr>
              <p:cNvSpPr/>
              <p:nvPr/>
            </p:nvSpPr>
            <p:spPr>
              <a:xfrm>
                <a:off x="1148339" y="4693973"/>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80" name="Freeform 2879">
                <a:extLst>
                  <a:ext uri="{FF2B5EF4-FFF2-40B4-BE49-F238E27FC236}">
                    <a16:creationId xmlns:a16="http://schemas.microsoft.com/office/drawing/2014/main" id="{E7238387-DC8F-5CFB-2CEB-D3A06CB7D199}"/>
                  </a:ext>
                </a:extLst>
              </p:cNvPr>
              <p:cNvSpPr/>
              <p:nvPr/>
            </p:nvSpPr>
            <p:spPr>
              <a:xfrm>
                <a:off x="1407500" y="4797038"/>
                <a:ext cx="82921" cy="73024"/>
              </a:xfrm>
              <a:custGeom>
                <a:avLst/>
                <a:gdLst>
                  <a:gd name="csX0" fmla="*/ 41461 w 82921"/>
                  <a:gd name="csY0" fmla="*/ 0 h 73024"/>
                  <a:gd name="csX1" fmla="*/ 82922 w 82921"/>
                  <a:gd name="csY1" fmla="*/ 73025 h 73024"/>
                  <a:gd name="csX2" fmla="*/ 0 w 82921"/>
                  <a:gd name="csY2" fmla="*/ 73025 h 73024"/>
                </a:gdLst>
                <a:ahLst/>
                <a:cxnLst>
                  <a:cxn ang="0">
                    <a:pos x="csX0" y="csY0"/>
                  </a:cxn>
                  <a:cxn ang="0">
                    <a:pos x="csX1" y="csY1"/>
                  </a:cxn>
                  <a:cxn ang="0">
                    <a:pos x="csX2" y="csY2"/>
                  </a:cxn>
                </a:cxnLst>
                <a:rect l="l" t="t" r="r" b="b"/>
                <a:pathLst>
                  <a:path w="82921" h="73024">
                    <a:moveTo>
                      <a:pt x="41461" y="0"/>
                    </a:moveTo>
                    <a:lnTo>
                      <a:pt x="82922" y="73025"/>
                    </a:lnTo>
                    <a:lnTo>
                      <a:pt x="0" y="73025"/>
                    </a:lnTo>
                    <a:close/>
                  </a:path>
                </a:pathLst>
              </a:custGeom>
              <a:solidFill>
                <a:srgbClr val="00BFC4"/>
              </a:solidFill>
              <a:ln w="8767" cap="rnd">
                <a:noFill/>
                <a:prstDash val="solid"/>
                <a:round/>
              </a:ln>
            </p:spPr>
            <p:txBody>
              <a:bodyPr/>
              <a:lstStyle/>
              <a:p>
                <a:pPr algn="ctr"/>
                <a:endParaRPr lang="en-US" sz="2268"/>
              </a:p>
            </p:txBody>
          </p:sp>
          <p:sp>
            <p:nvSpPr>
              <p:cNvPr id="2881" name="Freeform 2880">
                <a:extLst>
                  <a:ext uri="{FF2B5EF4-FFF2-40B4-BE49-F238E27FC236}">
                    <a16:creationId xmlns:a16="http://schemas.microsoft.com/office/drawing/2014/main" id="{B6366271-F4E3-BDD6-0D07-392BD088BD30}"/>
                  </a:ext>
                </a:extLst>
              </p:cNvPr>
              <p:cNvSpPr/>
              <p:nvPr/>
            </p:nvSpPr>
            <p:spPr>
              <a:xfrm>
                <a:off x="1150567" y="5049671"/>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82" name="Freeform 2881">
                <a:extLst>
                  <a:ext uri="{FF2B5EF4-FFF2-40B4-BE49-F238E27FC236}">
                    <a16:creationId xmlns:a16="http://schemas.microsoft.com/office/drawing/2014/main" id="{9CB872C5-C77D-1C1D-0446-F6073C003840}"/>
                  </a:ext>
                </a:extLst>
              </p:cNvPr>
              <p:cNvSpPr/>
              <p:nvPr/>
            </p:nvSpPr>
            <p:spPr>
              <a:xfrm>
                <a:off x="1403416" y="5738315"/>
                <a:ext cx="82921" cy="72899"/>
              </a:xfrm>
              <a:custGeom>
                <a:avLst/>
                <a:gdLst>
                  <a:gd name="csX0" fmla="*/ 41461 w 82921"/>
                  <a:gd name="csY0" fmla="*/ 0 h 72899"/>
                  <a:gd name="csX1" fmla="*/ 82922 w 82921"/>
                  <a:gd name="csY1" fmla="*/ 72899 h 72899"/>
                  <a:gd name="csX2" fmla="*/ 0 w 82921"/>
                  <a:gd name="csY2" fmla="*/ 72899 h 72899"/>
                </a:gdLst>
                <a:ahLst/>
                <a:cxnLst>
                  <a:cxn ang="0">
                    <a:pos x="csX0" y="csY0"/>
                  </a:cxn>
                  <a:cxn ang="0">
                    <a:pos x="csX1" y="csY1"/>
                  </a:cxn>
                  <a:cxn ang="0">
                    <a:pos x="csX2" y="csY2"/>
                  </a:cxn>
                </a:cxnLst>
                <a:rect l="l" t="t" r="r" b="b"/>
                <a:pathLst>
                  <a:path w="82921" h="72899">
                    <a:moveTo>
                      <a:pt x="41461" y="0"/>
                    </a:moveTo>
                    <a:lnTo>
                      <a:pt x="82922"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83" name="Freeform 2882">
                <a:extLst>
                  <a:ext uri="{FF2B5EF4-FFF2-40B4-BE49-F238E27FC236}">
                    <a16:creationId xmlns:a16="http://schemas.microsoft.com/office/drawing/2014/main" id="{CB22E512-80A8-E4BF-6C29-79CA46470611}"/>
                  </a:ext>
                </a:extLst>
              </p:cNvPr>
              <p:cNvSpPr/>
              <p:nvPr/>
            </p:nvSpPr>
            <p:spPr>
              <a:xfrm>
                <a:off x="2215182" y="5672329"/>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84" name="Freeform 2883">
                <a:extLst>
                  <a:ext uri="{FF2B5EF4-FFF2-40B4-BE49-F238E27FC236}">
                    <a16:creationId xmlns:a16="http://schemas.microsoft.com/office/drawing/2014/main" id="{6CFEE757-95F3-BD4C-E59F-87EF9ECD0492}"/>
                  </a:ext>
                </a:extLst>
              </p:cNvPr>
              <p:cNvSpPr/>
              <p:nvPr/>
            </p:nvSpPr>
            <p:spPr>
              <a:xfrm>
                <a:off x="2454417" y="4848947"/>
                <a:ext cx="82921" cy="72899"/>
              </a:xfrm>
              <a:custGeom>
                <a:avLst/>
                <a:gdLst>
                  <a:gd name="csX0" fmla="*/ 41461 w 82921"/>
                  <a:gd name="csY0" fmla="*/ 0 h 72899"/>
                  <a:gd name="csX1" fmla="*/ 82922 w 82921"/>
                  <a:gd name="csY1" fmla="*/ 72899 h 72899"/>
                  <a:gd name="csX2" fmla="*/ 0 w 82921"/>
                  <a:gd name="csY2" fmla="*/ 72899 h 72899"/>
                </a:gdLst>
                <a:ahLst/>
                <a:cxnLst>
                  <a:cxn ang="0">
                    <a:pos x="csX0" y="csY0"/>
                  </a:cxn>
                  <a:cxn ang="0">
                    <a:pos x="csX1" y="csY1"/>
                  </a:cxn>
                  <a:cxn ang="0">
                    <a:pos x="csX2" y="csY2"/>
                  </a:cxn>
                </a:cxnLst>
                <a:rect l="l" t="t" r="r" b="b"/>
                <a:pathLst>
                  <a:path w="82921" h="72899">
                    <a:moveTo>
                      <a:pt x="41461" y="0"/>
                    </a:moveTo>
                    <a:lnTo>
                      <a:pt x="82922"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85" name="Freeform 2884">
                <a:extLst>
                  <a:ext uri="{FF2B5EF4-FFF2-40B4-BE49-F238E27FC236}">
                    <a16:creationId xmlns:a16="http://schemas.microsoft.com/office/drawing/2014/main" id="{413B5B51-42FA-E0A4-6B97-235AA2A1DD05}"/>
                  </a:ext>
                </a:extLst>
              </p:cNvPr>
              <p:cNvSpPr/>
              <p:nvPr/>
            </p:nvSpPr>
            <p:spPr>
              <a:xfrm>
                <a:off x="1176804" y="4888539"/>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86" name="Freeform 2885">
                <a:extLst>
                  <a:ext uri="{FF2B5EF4-FFF2-40B4-BE49-F238E27FC236}">
                    <a16:creationId xmlns:a16="http://schemas.microsoft.com/office/drawing/2014/main" id="{E088B68D-1238-EF8A-D2C2-6D11B24263BE}"/>
                  </a:ext>
                </a:extLst>
              </p:cNvPr>
              <p:cNvSpPr/>
              <p:nvPr/>
            </p:nvSpPr>
            <p:spPr>
              <a:xfrm>
                <a:off x="1434481" y="5230661"/>
                <a:ext cx="82921" cy="72899"/>
              </a:xfrm>
              <a:custGeom>
                <a:avLst/>
                <a:gdLst>
                  <a:gd name="csX0" fmla="*/ 41461 w 82921"/>
                  <a:gd name="csY0" fmla="*/ 0 h 72899"/>
                  <a:gd name="csX1" fmla="*/ 82922 w 82921"/>
                  <a:gd name="csY1" fmla="*/ 72899 h 72899"/>
                  <a:gd name="csX2" fmla="*/ 0 w 82921"/>
                  <a:gd name="csY2" fmla="*/ 72899 h 72899"/>
                </a:gdLst>
                <a:ahLst/>
                <a:cxnLst>
                  <a:cxn ang="0">
                    <a:pos x="csX0" y="csY0"/>
                  </a:cxn>
                  <a:cxn ang="0">
                    <a:pos x="csX1" y="csY1"/>
                  </a:cxn>
                  <a:cxn ang="0">
                    <a:pos x="csX2" y="csY2"/>
                  </a:cxn>
                </a:cxnLst>
                <a:rect l="l" t="t" r="r" b="b"/>
                <a:pathLst>
                  <a:path w="82921" h="72899">
                    <a:moveTo>
                      <a:pt x="41461" y="0"/>
                    </a:moveTo>
                    <a:lnTo>
                      <a:pt x="82922" y="72899"/>
                    </a:lnTo>
                    <a:lnTo>
                      <a:pt x="0" y="72899"/>
                    </a:lnTo>
                    <a:close/>
                  </a:path>
                </a:pathLst>
              </a:custGeom>
              <a:solidFill>
                <a:srgbClr val="00BFC4"/>
              </a:solidFill>
              <a:ln w="8767" cap="rnd">
                <a:noFill/>
                <a:prstDash val="solid"/>
                <a:round/>
              </a:ln>
            </p:spPr>
            <p:txBody>
              <a:bodyPr/>
              <a:lstStyle/>
              <a:p>
                <a:pPr algn="ctr"/>
                <a:endParaRPr lang="en-US" sz="2268"/>
              </a:p>
            </p:txBody>
          </p:sp>
          <p:sp>
            <p:nvSpPr>
              <p:cNvPr id="2887" name="Freeform 2886">
                <a:extLst>
                  <a:ext uri="{FF2B5EF4-FFF2-40B4-BE49-F238E27FC236}">
                    <a16:creationId xmlns:a16="http://schemas.microsoft.com/office/drawing/2014/main" id="{6719D2EF-2EEF-80E6-BC74-FA608B66FD3E}"/>
                  </a:ext>
                </a:extLst>
              </p:cNvPr>
              <p:cNvSpPr/>
              <p:nvPr/>
            </p:nvSpPr>
            <p:spPr>
              <a:xfrm>
                <a:off x="1158859" y="4677257"/>
                <a:ext cx="61634" cy="62592"/>
              </a:xfrm>
              <a:custGeom>
                <a:avLst/>
                <a:gdLst>
                  <a:gd name="csX0" fmla="*/ 61634 w 61634"/>
                  <a:gd name="csY0" fmla="*/ 31296 h 62592"/>
                  <a:gd name="csX1" fmla="*/ 30817 w 61634"/>
                  <a:gd name="csY1" fmla="*/ 62593 h 62592"/>
                  <a:gd name="csX2" fmla="*/ 0 w 61634"/>
                  <a:gd name="csY2" fmla="*/ 31296 h 62592"/>
                  <a:gd name="csX3" fmla="*/ 30817 w 61634"/>
                  <a:gd name="csY3" fmla="*/ 0 h 62592"/>
                  <a:gd name="csX4" fmla="*/ 61634 w 61634"/>
                  <a:gd name="csY4" fmla="*/ 31296 h 62592"/>
                </a:gdLst>
                <a:ahLst/>
                <a:cxnLst>
                  <a:cxn ang="0">
                    <a:pos x="csX0" y="csY0"/>
                  </a:cxn>
                  <a:cxn ang="0">
                    <a:pos x="csX1" y="csY1"/>
                  </a:cxn>
                  <a:cxn ang="0">
                    <a:pos x="csX2" y="csY2"/>
                  </a:cxn>
                  <a:cxn ang="0">
                    <a:pos x="csX3" y="csY3"/>
                  </a:cxn>
                  <a:cxn ang="0">
                    <a:pos x="csX4" y="csY4"/>
                  </a:cxn>
                </a:cxnLst>
                <a:rect l="l" t="t" r="r" b="b"/>
                <a:pathLst>
                  <a:path w="61634" h="62592">
                    <a:moveTo>
                      <a:pt x="61634" y="31296"/>
                    </a:moveTo>
                    <a:cubicBezTo>
                      <a:pt x="61634" y="48581"/>
                      <a:pt x="47837" y="62593"/>
                      <a:pt x="30817" y="62593"/>
                    </a:cubicBezTo>
                    <a:cubicBezTo>
                      <a:pt x="13797" y="62593"/>
                      <a:pt x="0" y="48581"/>
                      <a:pt x="0" y="31296"/>
                    </a:cubicBezTo>
                    <a:cubicBezTo>
                      <a:pt x="0" y="14012"/>
                      <a:pt x="13797" y="0"/>
                      <a:pt x="30817" y="0"/>
                    </a:cubicBezTo>
                    <a:cubicBezTo>
                      <a:pt x="47837" y="0"/>
                      <a:pt x="61634" y="14012"/>
                      <a:pt x="61634" y="31296"/>
                    </a:cubicBezTo>
                    <a:close/>
                  </a:path>
                </a:pathLst>
              </a:custGeom>
              <a:solidFill>
                <a:srgbClr val="F8766D"/>
              </a:solidFill>
              <a:ln w="8767" cap="rnd">
                <a:noFill/>
                <a:prstDash val="solid"/>
                <a:round/>
              </a:ln>
            </p:spPr>
            <p:txBody>
              <a:bodyPr/>
              <a:lstStyle/>
              <a:p>
                <a:pPr algn="ctr"/>
                <a:endParaRPr lang="en-US" sz="2268"/>
              </a:p>
            </p:txBody>
          </p:sp>
          <p:sp>
            <p:nvSpPr>
              <p:cNvPr id="2888" name="Freeform 2887">
                <a:extLst>
                  <a:ext uri="{FF2B5EF4-FFF2-40B4-BE49-F238E27FC236}">
                    <a16:creationId xmlns:a16="http://schemas.microsoft.com/office/drawing/2014/main" id="{2F654BF3-9F7C-3181-2039-F5FA813FB971}"/>
                  </a:ext>
                </a:extLst>
              </p:cNvPr>
              <p:cNvSpPr/>
              <p:nvPr/>
            </p:nvSpPr>
            <p:spPr>
              <a:xfrm>
                <a:off x="1398589" y="4645081"/>
                <a:ext cx="82921" cy="73024"/>
              </a:xfrm>
              <a:custGeom>
                <a:avLst/>
                <a:gdLst>
                  <a:gd name="csX0" fmla="*/ 41461 w 82921"/>
                  <a:gd name="csY0" fmla="*/ 0 h 73024"/>
                  <a:gd name="csX1" fmla="*/ 82922 w 82921"/>
                  <a:gd name="csY1" fmla="*/ 73025 h 73024"/>
                  <a:gd name="csX2" fmla="*/ 0 w 82921"/>
                  <a:gd name="csY2" fmla="*/ 73025 h 73024"/>
                </a:gdLst>
                <a:ahLst/>
                <a:cxnLst>
                  <a:cxn ang="0">
                    <a:pos x="csX0" y="csY0"/>
                  </a:cxn>
                  <a:cxn ang="0">
                    <a:pos x="csX1" y="csY1"/>
                  </a:cxn>
                  <a:cxn ang="0">
                    <a:pos x="csX2" y="csY2"/>
                  </a:cxn>
                </a:cxnLst>
                <a:rect l="l" t="t" r="r" b="b"/>
                <a:pathLst>
                  <a:path w="82921" h="73024">
                    <a:moveTo>
                      <a:pt x="41461" y="0"/>
                    </a:moveTo>
                    <a:lnTo>
                      <a:pt x="82922" y="73025"/>
                    </a:lnTo>
                    <a:lnTo>
                      <a:pt x="0" y="73025"/>
                    </a:lnTo>
                    <a:close/>
                  </a:path>
                </a:pathLst>
              </a:custGeom>
              <a:solidFill>
                <a:srgbClr val="00BFC4"/>
              </a:solidFill>
              <a:ln w="8767" cap="rnd">
                <a:noFill/>
                <a:prstDash val="solid"/>
                <a:round/>
              </a:ln>
            </p:spPr>
            <p:txBody>
              <a:bodyPr/>
              <a:lstStyle/>
              <a:p>
                <a:pPr algn="ctr"/>
                <a:endParaRPr lang="en-US" sz="2268"/>
              </a:p>
            </p:txBody>
          </p:sp>
          <p:sp>
            <p:nvSpPr>
              <p:cNvPr id="2889" name="TextBox 2888">
                <a:extLst>
                  <a:ext uri="{FF2B5EF4-FFF2-40B4-BE49-F238E27FC236}">
                    <a16:creationId xmlns:a16="http://schemas.microsoft.com/office/drawing/2014/main" id="{04E3D2EB-D723-7CAF-044F-B74449374314}"/>
                  </a:ext>
                </a:extLst>
              </p:cNvPr>
              <p:cNvSpPr txBox="1"/>
              <p:nvPr/>
            </p:nvSpPr>
            <p:spPr>
              <a:xfrm>
                <a:off x="2069252" y="4459583"/>
                <a:ext cx="33963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  </a:t>
                </a:r>
              </a:p>
            </p:txBody>
          </p:sp>
          <p:sp>
            <p:nvSpPr>
              <p:cNvPr id="2890" name="TextBox 2889">
                <a:extLst>
                  <a:ext uri="{FF2B5EF4-FFF2-40B4-BE49-F238E27FC236}">
                    <a16:creationId xmlns:a16="http://schemas.microsoft.com/office/drawing/2014/main" id="{4A6C7EC7-3748-08D2-B7BF-4330B42A3111}"/>
                  </a:ext>
                </a:extLst>
              </p:cNvPr>
              <p:cNvSpPr txBox="1"/>
              <p:nvPr/>
            </p:nvSpPr>
            <p:spPr>
              <a:xfrm>
                <a:off x="1288180" y="4459583"/>
                <a:ext cx="33963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  </a:t>
                </a:r>
              </a:p>
            </p:txBody>
          </p:sp>
          <p:sp>
            <p:nvSpPr>
              <p:cNvPr id="2891" name="TextBox 2890">
                <a:extLst>
                  <a:ext uri="{FF2B5EF4-FFF2-40B4-BE49-F238E27FC236}">
                    <a16:creationId xmlns:a16="http://schemas.microsoft.com/office/drawing/2014/main" id="{C56B7407-1A2E-6AFD-CF15-8B603192997F}"/>
                  </a:ext>
                </a:extLst>
              </p:cNvPr>
              <p:cNvSpPr txBox="1"/>
              <p:nvPr/>
            </p:nvSpPr>
            <p:spPr>
              <a:xfrm>
                <a:off x="1523132" y="4459583"/>
                <a:ext cx="39052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abc</a:t>
                </a:r>
              </a:p>
            </p:txBody>
          </p:sp>
          <p:sp>
            <p:nvSpPr>
              <p:cNvPr id="2892" name="TextBox 2891">
                <a:extLst>
                  <a:ext uri="{FF2B5EF4-FFF2-40B4-BE49-F238E27FC236}">
                    <a16:creationId xmlns:a16="http://schemas.microsoft.com/office/drawing/2014/main" id="{19B74178-C0CF-6A63-4B39-7D5CA8A6B989}"/>
                  </a:ext>
                </a:extLst>
              </p:cNvPr>
              <p:cNvSpPr txBox="1"/>
              <p:nvPr/>
            </p:nvSpPr>
            <p:spPr>
              <a:xfrm>
                <a:off x="492687" y="4459583"/>
                <a:ext cx="3684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 </a:t>
                </a:r>
              </a:p>
            </p:txBody>
          </p:sp>
          <p:sp>
            <p:nvSpPr>
              <p:cNvPr id="2893" name="TextBox 2892">
                <a:extLst>
                  <a:ext uri="{FF2B5EF4-FFF2-40B4-BE49-F238E27FC236}">
                    <a16:creationId xmlns:a16="http://schemas.microsoft.com/office/drawing/2014/main" id="{E3790D5A-3588-6849-DCF0-657834A16E58}"/>
                  </a:ext>
                </a:extLst>
              </p:cNvPr>
              <p:cNvSpPr txBox="1"/>
              <p:nvPr/>
            </p:nvSpPr>
            <p:spPr>
              <a:xfrm>
                <a:off x="1016753" y="4459583"/>
                <a:ext cx="36168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t>
                </a:r>
                <a:r>
                  <a:rPr lang="en-US" sz="756" err="1">
                    <a:ln/>
                    <a:solidFill>
                      <a:srgbClr val="000000"/>
                    </a:solidFill>
                    <a:latin typeface="Arial"/>
                    <a:cs typeface="Arial"/>
                    <a:sym typeface="Arial"/>
                    <a:rtl val="0"/>
                  </a:rPr>
                  <a:t>bc</a:t>
                </a:r>
                <a:endParaRPr lang="en-US" sz="756">
                  <a:ln/>
                  <a:solidFill>
                    <a:srgbClr val="000000"/>
                  </a:solidFill>
                  <a:latin typeface="Arial"/>
                  <a:cs typeface="Arial"/>
                  <a:sym typeface="Arial"/>
                  <a:rtl val="0"/>
                </a:endParaRPr>
              </a:p>
            </p:txBody>
          </p:sp>
          <p:sp>
            <p:nvSpPr>
              <p:cNvPr id="2894" name="TextBox 2893">
                <a:extLst>
                  <a:ext uri="{FF2B5EF4-FFF2-40B4-BE49-F238E27FC236}">
                    <a16:creationId xmlns:a16="http://schemas.microsoft.com/office/drawing/2014/main" id="{4B062D8E-364E-A577-838B-A17A5C3DC8F7}"/>
                  </a:ext>
                </a:extLst>
              </p:cNvPr>
              <p:cNvSpPr txBox="1"/>
              <p:nvPr/>
            </p:nvSpPr>
            <p:spPr>
              <a:xfrm>
                <a:off x="2304204" y="4459583"/>
                <a:ext cx="39052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abc</a:t>
                </a:r>
              </a:p>
            </p:txBody>
          </p:sp>
          <p:sp>
            <p:nvSpPr>
              <p:cNvPr id="2895" name="TextBox 2894">
                <a:extLst>
                  <a:ext uri="{FF2B5EF4-FFF2-40B4-BE49-F238E27FC236}">
                    <a16:creationId xmlns:a16="http://schemas.microsoft.com/office/drawing/2014/main" id="{6F9FCACB-DFFD-2846-7613-46A4C2125229}"/>
                  </a:ext>
                </a:extLst>
              </p:cNvPr>
              <p:cNvSpPr txBox="1"/>
              <p:nvPr/>
            </p:nvSpPr>
            <p:spPr>
              <a:xfrm>
                <a:off x="770898" y="4459583"/>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c</a:t>
                </a:r>
              </a:p>
            </p:txBody>
          </p:sp>
          <p:sp>
            <p:nvSpPr>
              <p:cNvPr id="2896" name="TextBox 2895">
                <a:extLst>
                  <a:ext uri="{FF2B5EF4-FFF2-40B4-BE49-F238E27FC236}">
                    <a16:creationId xmlns:a16="http://schemas.microsoft.com/office/drawing/2014/main" id="{933BEB18-01C3-FC54-EABC-85758E4035AB}"/>
                  </a:ext>
                </a:extLst>
              </p:cNvPr>
              <p:cNvSpPr txBox="1"/>
              <p:nvPr/>
            </p:nvSpPr>
            <p:spPr>
              <a:xfrm>
                <a:off x="1797826" y="4459583"/>
                <a:ext cx="36168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bc</a:t>
                </a:r>
              </a:p>
            </p:txBody>
          </p:sp>
          <p:sp>
            <p:nvSpPr>
              <p:cNvPr id="2897" name="Freeform 2896">
                <a:extLst>
                  <a:ext uri="{FF2B5EF4-FFF2-40B4-BE49-F238E27FC236}">
                    <a16:creationId xmlns:a16="http://schemas.microsoft.com/office/drawing/2014/main" id="{ADDC030B-C6CC-A8F2-4D34-18BCF095A4BD}"/>
                  </a:ext>
                </a:extLst>
              </p:cNvPr>
              <p:cNvSpPr/>
              <p:nvPr/>
            </p:nvSpPr>
            <p:spPr>
              <a:xfrm>
                <a:off x="520733" y="4502928"/>
                <a:ext cx="2134923" cy="1345113"/>
              </a:xfrm>
              <a:custGeom>
                <a:avLst/>
                <a:gdLst>
                  <a:gd name="csX0" fmla="*/ 0 w 2134923"/>
                  <a:gd name="csY0" fmla="*/ 0 h 1345113"/>
                  <a:gd name="csX1" fmla="*/ 2134924 w 2134923"/>
                  <a:gd name="csY1" fmla="*/ 0 h 1345113"/>
                  <a:gd name="csX2" fmla="*/ 2134924 w 2134923"/>
                  <a:gd name="csY2" fmla="*/ 1345114 h 1345113"/>
                  <a:gd name="csX3" fmla="*/ 0 w 2134923"/>
                  <a:gd name="csY3" fmla="*/ 1345114 h 1345113"/>
                </a:gdLst>
                <a:ahLst/>
                <a:cxnLst>
                  <a:cxn ang="0">
                    <a:pos x="csX0" y="csY0"/>
                  </a:cxn>
                  <a:cxn ang="0">
                    <a:pos x="csX1" y="csY1"/>
                  </a:cxn>
                  <a:cxn ang="0">
                    <a:pos x="csX2" y="csY2"/>
                  </a:cxn>
                  <a:cxn ang="0">
                    <a:pos x="csX3" y="csY3"/>
                  </a:cxn>
                </a:cxnLst>
                <a:rect l="l" t="t" r="r" b="b"/>
                <a:pathLst>
                  <a:path w="2134923" h="1345113">
                    <a:moveTo>
                      <a:pt x="0" y="0"/>
                    </a:moveTo>
                    <a:lnTo>
                      <a:pt x="2134924" y="0"/>
                    </a:lnTo>
                    <a:lnTo>
                      <a:pt x="2134924" y="1345114"/>
                    </a:lnTo>
                    <a:lnTo>
                      <a:pt x="0" y="1345114"/>
                    </a:lnTo>
                    <a:close/>
                  </a:path>
                </a:pathLst>
              </a:custGeom>
              <a:noFill/>
              <a:ln w="13212" cap="rnd">
                <a:solidFill>
                  <a:srgbClr val="333333"/>
                </a:solidFill>
                <a:prstDash val="solid"/>
                <a:round/>
              </a:ln>
            </p:spPr>
            <p:txBody>
              <a:bodyPr/>
              <a:lstStyle/>
              <a:p>
                <a:pPr algn="ctr"/>
                <a:endParaRPr lang="en-US" sz="2268"/>
              </a:p>
            </p:txBody>
          </p:sp>
        </p:grpSp>
        <p:grpSp>
          <p:nvGrpSpPr>
            <p:cNvPr id="2898" name="Graphic 53">
              <a:extLst>
                <a:ext uri="{FF2B5EF4-FFF2-40B4-BE49-F238E27FC236}">
                  <a16:creationId xmlns:a16="http://schemas.microsoft.com/office/drawing/2014/main" id="{09E2EE83-7603-27D2-7AD4-BE958511C633}"/>
                </a:ext>
              </a:extLst>
            </p:cNvPr>
            <p:cNvGrpSpPr/>
            <p:nvPr/>
          </p:nvGrpSpPr>
          <p:grpSpPr>
            <a:xfrm>
              <a:off x="174447" y="4568989"/>
              <a:ext cx="2512650" cy="1657672"/>
              <a:chOff x="174447" y="4568989"/>
              <a:chExt cx="2512650" cy="1657672"/>
            </a:xfrm>
          </p:grpSpPr>
          <p:sp>
            <p:nvSpPr>
              <p:cNvPr id="2899" name="TextBox 2898">
                <a:extLst>
                  <a:ext uri="{FF2B5EF4-FFF2-40B4-BE49-F238E27FC236}">
                    <a16:creationId xmlns:a16="http://schemas.microsoft.com/office/drawing/2014/main" id="{3F0A100B-CD40-A1E0-911B-51C9CEF4A934}"/>
                  </a:ext>
                </a:extLst>
              </p:cNvPr>
              <p:cNvSpPr txBox="1"/>
              <p:nvPr/>
            </p:nvSpPr>
            <p:spPr>
              <a:xfrm>
                <a:off x="299482" y="5680700"/>
                <a:ext cx="25990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0</a:t>
                </a:r>
              </a:p>
            </p:txBody>
          </p:sp>
          <p:sp>
            <p:nvSpPr>
              <p:cNvPr id="2900" name="TextBox 2899">
                <a:extLst>
                  <a:ext uri="{FF2B5EF4-FFF2-40B4-BE49-F238E27FC236}">
                    <a16:creationId xmlns:a16="http://schemas.microsoft.com/office/drawing/2014/main" id="{D31DE12D-E65C-016F-E9DA-E53704B63E99}"/>
                  </a:ext>
                </a:extLst>
              </p:cNvPr>
              <p:cNvSpPr txBox="1"/>
              <p:nvPr/>
            </p:nvSpPr>
            <p:spPr>
              <a:xfrm>
                <a:off x="174447" y="5310172"/>
                <a:ext cx="38883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200</a:t>
                </a:r>
              </a:p>
            </p:txBody>
          </p:sp>
          <p:sp>
            <p:nvSpPr>
              <p:cNvPr id="2901" name="TextBox 2900">
                <a:extLst>
                  <a:ext uri="{FF2B5EF4-FFF2-40B4-BE49-F238E27FC236}">
                    <a16:creationId xmlns:a16="http://schemas.microsoft.com/office/drawing/2014/main" id="{F43379E0-4542-9D07-292F-C8AD8C366918}"/>
                  </a:ext>
                </a:extLst>
              </p:cNvPr>
              <p:cNvSpPr txBox="1"/>
              <p:nvPr/>
            </p:nvSpPr>
            <p:spPr>
              <a:xfrm>
                <a:off x="174447" y="4939518"/>
                <a:ext cx="38883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400</a:t>
                </a:r>
              </a:p>
            </p:txBody>
          </p:sp>
          <p:sp>
            <p:nvSpPr>
              <p:cNvPr id="2902" name="TextBox 2901">
                <a:extLst>
                  <a:ext uri="{FF2B5EF4-FFF2-40B4-BE49-F238E27FC236}">
                    <a16:creationId xmlns:a16="http://schemas.microsoft.com/office/drawing/2014/main" id="{7B89D6DF-8794-F41C-6674-E1577DB3C503}"/>
                  </a:ext>
                </a:extLst>
              </p:cNvPr>
              <p:cNvSpPr txBox="1"/>
              <p:nvPr/>
            </p:nvSpPr>
            <p:spPr>
              <a:xfrm>
                <a:off x="174447" y="4568989"/>
                <a:ext cx="38883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600</a:t>
                </a:r>
              </a:p>
            </p:txBody>
          </p:sp>
          <p:sp>
            <p:nvSpPr>
              <p:cNvPr id="2903" name="Freeform 2902">
                <a:extLst>
                  <a:ext uri="{FF2B5EF4-FFF2-40B4-BE49-F238E27FC236}">
                    <a16:creationId xmlns:a16="http://schemas.microsoft.com/office/drawing/2014/main" id="{B096FD74-5CAA-23DE-2971-0EB7A4E1D892}"/>
                  </a:ext>
                </a:extLst>
              </p:cNvPr>
              <p:cNvSpPr/>
              <p:nvPr/>
            </p:nvSpPr>
            <p:spPr>
              <a:xfrm>
                <a:off x="486822" y="5786957"/>
                <a:ext cx="33911" cy="12568"/>
              </a:xfrm>
              <a:custGeom>
                <a:avLst/>
                <a:gdLst>
                  <a:gd name="csX0" fmla="*/ 0 w 33911"/>
                  <a:gd name="csY0" fmla="*/ 0 h 12568"/>
                  <a:gd name="csX1" fmla="*/ 33911 w 33911"/>
                  <a:gd name="csY1" fmla="*/ 0 h 12568"/>
                </a:gdLst>
                <a:ahLst/>
                <a:cxnLst>
                  <a:cxn ang="0">
                    <a:pos x="csX0" y="csY0"/>
                  </a:cxn>
                  <a:cxn ang="0">
                    <a:pos x="csX1" y="csY1"/>
                  </a:cxn>
                </a:cxnLst>
                <a:rect l="l" t="t" r="r" b="b"/>
                <a:pathLst>
                  <a:path w="33911" h="12568">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904" name="Freeform 2903">
                <a:extLst>
                  <a:ext uri="{FF2B5EF4-FFF2-40B4-BE49-F238E27FC236}">
                    <a16:creationId xmlns:a16="http://schemas.microsoft.com/office/drawing/2014/main" id="{BFCF3D6E-EE5F-740F-CD6E-07D3DB97F073}"/>
                  </a:ext>
                </a:extLst>
              </p:cNvPr>
              <p:cNvSpPr/>
              <p:nvPr/>
            </p:nvSpPr>
            <p:spPr>
              <a:xfrm>
                <a:off x="486822" y="5416428"/>
                <a:ext cx="33911" cy="12568"/>
              </a:xfrm>
              <a:custGeom>
                <a:avLst/>
                <a:gdLst>
                  <a:gd name="csX0" fmla="*/ 0 w 33911"/>
                  <a:gd name="csY0" fmla="*/ 0 h 12568"/>
                  <a:gd name="csX1" fmla="*/ 33911 w 33911"/>
                  <a:gd name="csY1" fmla="*/ 0 h 12568"/>
                </a:gdLst>
                <a:ahLst/>
                <a:cxnLst>
                  <a:cxn ang="0">
                    <a:pos x="csX0" y="csY0"/>
                  </a:cxn>
                  <a:cxn ang="0">
                    <a:pos x="csX1" y="csY1"/>
                  </a:cxn>
                </a:cxnLst>
                <a:rect l="l" t="t" r="r" b="b"/>
                <a:pathLst>
                  <a:path w="33911" h="12568">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905" name="Freeform 2904">
                <a:extLst>
                  <a:ext uri="{FF2B5EF4-FFF2-40B4-BE49-F238E27FC236}">
                    <a16:creationId xmlns:a16="http://schemas.microsoft.com/office/drawing/2014/main" id="{FDC1D3A1-B23C-88A3-8F3D-E892D3CC67AB}"/>
                  </a:ext>
                </a:extLst>
              </p:cNvPr>
              <p:cNvSpPr/>
              <p:nvPr/>
            </p:nvSpPr>
            <p:spPr>
              <a:xfrm>
                <a:off x="486822" y="5045774"/>
                <a:ext cx="33911" cy="12568"/>
              </a:xfrm>
              <a:custGeom>
                <a:avLst/>
                <a:gdLst>
                  <a:gd name="csX0" fmla="*/ 0 w 33911"/>
                  <a:gd name="csY0" fmla="*/ 0 h 12568"/>
                  <a:gd name="csX1" fmla="*/ 33911 w 33911"/>
                  <a:gd name="csY1" fmla="*/ 0 h 12568"/>
                </a:gdLst>
                <a:ahLst/>
                <a:cxnLst>
                  <a:cxn ang="0">
                    <a:pos x="csX0" y="csY0"/>
                  </a:cxn>
                  <a:cxn ang="0">
                    <a:pos x="csX1" y="csY1"/>
                  </a:cxn>
                </a:cxnLst>
                <a:rect l="l" t="t" r="r" b="b"/>
                <a:pathLst>
                  <a:path w="33911" h="12568">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906" name="Freeform 2905">
                <a:extLst>
                  <a:ext uri="{FF2B5EF4-FFF2-40B4-BE49-F238E27FC236}">
                    <a16:creationId xmlns:a16="http://schemas.microsoft.com/office/drawing/2014/main" id="{12F7A887-F58E-26F6-CED4-2987F02D1A99}"/>
                  </a:ext>
                </a:extLst>
              </p:cNvPr>
              <p:cNvSpPr/>
              <p:nvPr/>
            </p:nvSpPr>
            <p:spPr>
              <a:xfrm>
                <a:off x="486822" y="4675246"/>
                <a:ext cx="33911" cy="12568"/>
              </a:xfrm>
              <a:custGeom>
                <a:avLst/>
                <a:gdLst>
                  <a:gd name="csX0" fmla="*/ 0 w 33911"/>
                  <a:gd name="csY0" fmla="*/ 0 h 12568"/>
                  <a:gd name="csX1" fmla="*/ 33911 w 33911"/>
                  <a:gd name="csY1" fmla="*/ 0 h 12568"/>
                </a:gdLst>
                <a:ahLst/>
                <a:cxnLst>
                  <a:cxn ang="0">
                    <a:pos x="csX0" y="csY0"/>
                  </a:cxn>
                  <a:cxn ang="0">
                    <a:pos x="csX1" y="csY1"/>
                  </a:cxn>
                </a:cxnLst>
                <a:rect l="l" t="t" r="r" b="b"/>
                <a:pathLst>
                  <a:path w="33911" h="12568">
                    <a:moveTo>
                      <a:pt x="0" y="0"/>
                    </a:moveTo>
                    <a:lnTo>
                      <a:pt x="33911" y="0"/>
                    </a:lnTo>
                  </a:path>
                </a:pathLst>
              </a:custGeom>
              <a:noFill/>
              <a:ln w="13212" cap="flat">
                <a:solidFill>
                  <a:srgbClr val="333333"/>
                </a:solidFill>
                <a:prstDash val="solid"/>
                <a:round/>
              </a:ln>
            </p:spPr>
            <p:txBody>
              <a:bodyPr/>
              <a:lstStyle/>
              <a:p>
                <a:pPr algn="ctr"/>
                <a:endParaRPr lang="en-US" sz="2268"/>
              </a:p>
            </p:txBody>
          </p:sp>
          <p:sp>
            <p:nvSpPr>
              <p:cNvPr id="2907" name="Freeform 2906">
                <a:extLst>
                  <a:ext uri="{FF2B5EF4-FFF2-40B4-BE49-F238E27FC236}">
                    <a16:creationId xmlns:a16="http://schemas.microsoft.com/office/drawing/2014/main" id="{07FDB9E0-816C-8456-FFAF-FDDCC8D20DED}"/>
                  </a:ext>
                </a:extLst>
              </p:cNvPr>
              <p:cNvSpPr/>
              <p:nvPr/>
            </p:nvSpPr>
            <p:spPr>
              <a:xfrm>
                <a:off x="676923" y="5848041"/>
                <a:ext cx="12376" cy="34438"/>
              </a:xfrm>
              <a:custGeom>
                <a:avLst/>
                <a:gdLst>
                  <a:gd name="csX0" fmla="*/ 0 w 12376"/>
                  <a:gd name="csY0" fmla="*/ 34439 h 34438"/>
                  <a:gd name="csX1" fmla="*/ 0 w 12376"/>
                  <a:gd name="csY1" fmla="*/ 0 h 34438"/>
                </a:gdLst>
                <a:ahLst/>
                <a:cxnLst>
                  <a:cxn ang="0">
                    <a:pos x="csX0" y="csY0"/>
                  </a:cxn>
                  <a:cxn ang="0">
                    <a:pos x="csX1" y="csY1"/>
                  </a:cxn>
                </a:cxnLst>
                <a:rect l="l" t="t" r="r" b="b"/>
                <a:pathLst>
                  <a:path w="12376" h="34438">
                    <a:moveTo>
                      <a:pt x="0" y="34439"/>
                    </a:moveTo>
                    <a:lnTo>
                      <a:pt x="0" y="0"/>
                    </a:lnTo>
                  </a:path>
                </a:pathLst>
              </a:custGeom>
              <a:noFill/>
              <a:ln w="13212" cap="flat">
                <a:solidFill>
                  <a:srgbClr val="333333"/>
                </a:solidFill>
                <a:prstDash val="solid"/>
                <a:round/>
              </a:ln>
            </p:spPr>
            <p:txBody>
              <a:bodyPr/>
              <a:lstStyle/>
              <a:p>
                <a:pPr algn="ctr"/>
                <a:endParaRPr lang="en-US" sz="2268"/>
              </a:p>
            </p:txBody>
          </p:sp>
          <p:sp>
            <p:nvSpPr>
              <p:cNvPr id="2908" name="Freeform 2907">
                <a:extLst>
                  <a:ext uri="{FF2B5EF4-FFF2-40B4-BE49-F238E27FC236}">
                    <a16:creationId xmlns:a16="http://schemas.microsoft.com/office/drawing/2014/main" id="{86033FA2-C7B3-72C0-62CF-4CF498B643D2}"/>
                  </a:ext>
                </a:extLst>
              </p:cNvPr>
              <p:cNvSpPr/>
              <p:nvPr/>
            </p:nvSpPr>
            <p:spPr>
              <a:xfrm>
                <a:off x="937322" y="5848041"/>
                <a:ext cx="12376" cy="34438"/>
              </a:xfrm>
              <a:custGeom>
                <a:avLst/>
                <a:gdLst>
                  <a:gd name="csX0" fmla="*/ 0 w 12376"/>
                  <a:gd name="csY0" fmla="*/ 34439 h 34438"/>
                  <a:gd name="csX1" fmla="*/ 0 w 12376"/>
                  <a:gd name="csY1" fmla="*/ 0 h 34438"/>
                </a:gdLst>
                <a:ahLst/>
                <a:cxnLst>
                  <a:cxn ang="0">
                    <a:pos x="csX0" y="csY0"/>
                  </a:cxn>
                  <a:cxn ang="0">
                    <a:pos x="csX1" y="csY1"/>
                  </a:cxn>
                </a:cxnLst>
                <a:rect l="l" t="t" r="r" b="b"/>
                <a:pathLst>
                  <a:path w="12376" h="34438">
                    <a:moveTo>
                      <a:pt x="0" y="34439"/>
                    </a:moveTo>
                    <a:lnTo>
                      <a:pt x="0" y="0"/>
                    </a:lnTo>
                  </a:path>
                </a:pathLst>
              </a:custGeom>
              <a:noFill/>
              <a:ln w="13212" cap="flat">
                <a:solidFill>
                  <a:srgbClr val="333333"/>
                </a:solidFill>
                <a:prstDash val="solid"/>
                <a:round/>
              </a:ln>
            </p:spPr>
            <p:txBody>
              <a:bodyPr/>
              <a:lstStyle/>
              <a:p>
                <a:pPr algn="ctr"/>
                <a:endParaRPr lang="en-US" sz="2268"/>
              </a:p>
            </p:txBody>
          </p:sp>
          <p:sp>
            <p:nvSpPr>
              <p:cNvPr id="2909" name="Freeform 2908">
                <a:extLst>
                  <a:ext uri="{FF2B5EF4-FFF2-40B4-BE49-F238E27FC236}">
                    <a16:creationId xmlns:a16="http://schemas.microsoft.com/office/drawing/2014/main" id="{E470E035-6135-B59E-E69B-449738FEB1C8}"/>
                  </a:ext>
                </a:extLst>
              </p:cNvPr>
              <p:cNvSpPr/>
              <p:nvPr/>
            </p:nvSpPr>
            <p:spPr>
              <a:xfrm>
                <a:off x="1197597" y="5848041"/>
                <a:ext cx="12376" cy="34438"/>
              </a:xfrm>
              <a:custGeom>
                <a:avLst/>
                <a:gdLst>
                  <a:gd name="csX0" fmla="*/ 0 w 12376"/>
                  <a:gd name="csY0" fmla="*/ 34439 h 34438"/>
                  <a:gd name="csX1" fmla="*/ 0 w 12376"/>
                  <a:gd name="csY1" fmla="*/ 0 h 34438"/>
                </a:gdLst>
                <a:ahLst/>
                <a:cxnLst>
                  <a:cxn ang="0">
                    <a:pos x="csX0" y="csY0"/>
                  </a:cxn>
                  <a:cxn ang="0">
                    <a:pos x="csX1" y="csY1"/>
                  </a:cxn>
                </a:cxnLst>
                <a:rect l="l" t="t" r="r" b="b"/>
                <a:pathLst>
                  <a:path w="12376" h="34438">
                    <a:moveTo>
                      <a:pt x="0" y="34439"/>
                    </a:moveTo>
                    <a:lnTo>
                      <a:pt x="0" y="0"/>
                    </a:lnTo>
                  </a:path>
                </a:pathLst>
              </a:custGeom>
              <a:noFill/>
              <a:ln w="13212" cap="flat">
                <a:solidFill>
                  <a:srgbClr val="333333"/>
                </a:solidFill>
                <a:prstDash val="solid"/>
                <a:round/>
              </a:ln>
            </p:spPr>
            <p:txBody>
              <a:bodyPr/>
              <a:lstStyle/>
              <a:p>
                <a:pPr algn="ctr"/>
                <a:endParaRPr lang="en-US" sz="2268"/>
              </a:p>
            </p:txBody>
          </p:sp>
          <p:sp>
            <p:nvSpPr>
              <p:cNvPr id="2910" name="Freeform 2909">
                <a:extLst>
                  <a:ext uri="{FF2B5EF4-FFF2-40B4-BE49-F238E27FC236}">
                    <a16:creationId xmlns:a16="http://schemas.microsoft.com/office/drawing/2014/main" id="{2B22BE2F-2595-2B8D-2B58-E6AC48541E65}"/>
                  </a:ext>
                </a:extLst>
              </p:cNvPr>
              <p:cNvSpPr/>
              <p:nvPr/>
            </p:nvSpPr>
            <p:spPr>
              <a:xfrm>
                <a:off x="1457996" y="5848041"/>
                <a:ext cx="12376" cy="34438"/>
              </a:xfrm>
              <a:custGeom>
                <a:avLst/>
                <a:gdLst>
                  <a:gd name="csX0" fmla="*/ 0 w 12376"/>
                  <a:gd name="csY0" fmla="*/ 34439 h 34438"/>
                  <a:gd name="csX1" fmla="*/ 0 w 12376"/>
                  <a:gd name="csY1" fmla="*/ 0 h 34438"/>
                </a:gdLst>
                <a:ahLst/>
                <a:cxnLst>
                  <a:cxn ang="0">
                    <a:pos x="csX0" y="csY0"/>
                  </a:cxn>
                  <a:cxn ang="0">
                    <a:pos x="csX1" y="csY1"/>
                  </a:cxn>
                </a:cxnLst>
                <a:rect l="l" t="t" r="r" b="b"/>
                <a:pathLst>
                  <a:path w="12376" h="34438">
                    <a:moveTo>
                      <a:pt x="0" y="34439"/>
                    </a:moveTo>
                    <a:lnTo>
                      <a:pt x="0" y="0"/>
                    </a:lnTo>
                  </a:path>
                </a:pathLst>
              </a:custGeom>
              <a:noFill/>
              <a:ln w="13212" cap="flat">
                <a:solidFill>
                  <a:srgbClr val="333333"/>
                </a:solidFill>
                <a:prstDash val="solid"/>
                <a:round/>
              </a:ln>
            </p:spPr>
            <p:txBody>
              <a:bodyPr/>
              <a:lstStyle/>
              <a:p>
                <a:pPr algn="ctr"/>
                <a:endParaRPr lang="en-US" sz="2268"/>
              </a:p>
            </p:txBody>
          </p:sp>
          <p:sp>
            <p:nvSpPr>
              <p:cNvPr id="2911" name="Freeform 2910">
                <a:extLst>
                  <a:ext uri="{FF2B5EF4-FFF2-40B4-BE49-F238E27FC236}">
                    <a16:creationId xmlns:a16="http://schemas.microsoft.com/office/drawing/2014/main" id="{C0ABD4F2-62FD-1C04-5F0E-7D8E5A0D7874}"/>
                  </a:ext>
                </a:extLst>
              </p:cNvPr>
              <p:cNvSpPr/>
              <p:nvPr/>
            </p:nvSpPr>
            <p:spPr>
              <a:xfrm>
                <a:off x="1718394" y="5848041"/>
                <a:ext cx="12376" cy="34438"/>
              </a:xfrm>
              <a:custGeom>
                <a:avLst/>
                <a:gdLst>
                  <a:gd name="csX0" fmla="*/ 0 w 12376"/>
                  <a:gd name="csY0" fmla="*/ 34439 h 34438"/>
                  <a:gd name="csX1" fmla="*/ 0 w 12376"/>
                  <a:gd name="csY1" fmla="*/ 0 h 34438"/>
                </a:gdLst>
                <a:ahLst/>
                <a:cxnLst>
                  <a:cxn ang="0">
                    <a:pos x="csX0" y="csY0"/>
                  </a:cxn>
                  <a:cxn ang="0">
                    <a:pos x="csX1" y="csY1"/>
                  </a:cxn>
                </a:cxnLst>
                <a:rect l="l" t="t" r="r" b="b"/>
                <a:pathLst>
                  <a:path w="12376" h="34438">
                    <a:moveTo>
                      <a:pt x="0" y="34439"/>
                    </a:moveTo>
                    <a:lnTo>
                      <a:pt x="0" y="0"/>
                    </a:lnTo>
                  </a:path>
                </a:pathLst>
              </a:custGeom>
              <a:noFill/>
              <a:ln w="13212" cap="flat">
                <a:solidFill>
                  <a:srgbClr val="333333"/>
                </a:solidFill>
                <a:prstDash val="solid"/>
                <a:round/>
              </a:ln>
            </p:spPr>
            <p:txBody>
              <a:bodyPr/>
              <a:lstStyle/>
              <a:p>
                <a:pPr algn="ctr"/>
                <a:endParaRPr lang="en-US" sz="2268"/>
              </a:p>
            </p:txBody>
          </p:sp>
          <p:sp>
            <p:nvSpPr>
              <p:cNvPr id="2912" name="Freeform 2911">
                <a:extLst>
                  <a:ext uri="{FF2B5EF4-FFF2-40B4-BE49-F238E27FC236}">
                    <a16:creationId xmlns:a16="http://schemas.microsoft.com/office/drawing/2014/main" id="{DF851978-1D85-7DEB-B163-3DBE94107602}"/>
                  </a:ext>
                </a:extLst>
              </p:cNvPr>
              <p:cNvSpPr/>
              <p:nvPr/>
            </p:nvSpPr>
            <p:spPr>
              <a:xfrm>
                <a:off x="1978670" y="5848041"/>
                <a:ext cx="12376" cy="34438"/>
              </a:xfrm>
              <a:custGeom>
                <a:avLst/>
                <a:gdLst>
                  <a:gd name="csX0" fmla="*/ 0 w 12376"/>
                  <a:gd name="csY0" fmla="*/ 34439 h 34438"/>
                  <a:gd name="csX1" fmla="*/ 0 w 12376"/>
                  <a:gd name="csY1" fmla="*/ 0 h 34438"/>
                </a:gdLst>
                <a:ahLst/>
                <a:cxnLst>
                  <a:cxn ang="0">
                    <a:pos x="csX0" y="csY0"/>
                  </a:cxn>
                  <a:cxn ang="0">
                    <a:pos x="csX1" y="csY1"/>
                  </a:cxn>
                </a:cxnLst>
                <a:rect l="l" t="t" r="r" b="b"/>
                <a:pathLst>
                  <a:path w="12376" h="34438">
                    <a:moveTo>
                      <a:pt x="0" y="34439"/>
                    </a:moveTo>
                    <a:lnTo>
                      <a:pt x="0" y="0"/>
                    </a:lnTo>
                  </a:path>
                </a:pathLst>
              </a:custGeom>
              <a:noFill/>
              <a:ln w="13212" cap="flat">
                <a:solidFill>
                  <a:srgbClr val="333333"/>
                </a:solidFill>
                <a:prstDash val="solid"/>
                <a:round/>
              </a:ln>
            </p:spPr>
            <p:txBody>
              <a:bodyPr/>
              <a:lstStyle/>
              <a:p>
                <a:pPr algn="ctr"/>
                <a:endParaRPr lang="en-US" sz="2268"/>
              </a:p>
            </p:txBody>
          </p:sp>
          <p:sp>
            <p:nvSpPr>
              <p:cNvPr id="2913" name="Freeform 2912">
                <a:extLst>
                  <a:ext uri="{FF2B5EF4-FFF2-40B4-BE49-F238E27FC236}">
                    <a16:creationId xmlns:a16="http://schemas.microsoft.com/office/drawing/2014/main" id="{ACFFADE9-0C02-8B50-D241-CE8C38F67CE8}"/>
                  </a:ext>
                </a:extLst>
              </p:cNvPr>
              <p:cNvSpPr/>
              <p:nvPr/>
            </p:nvSpPr>
            <p:spPr>
              <a:xfrm>
                <a:off x="2239068" y="5848041"/>
                <a:ext cx="12376" cy="34438"/>
              </a:xfrm>
              <a:custGeom>
                <a:avLst/>
                <a:gdLst>
                  <a:gd name="csX0" fmla="*/ 0 w 12376"/>
                  <a:gd name="csY0" fmla="*/ 34439 h 34438"/>
                  <a:gd name="csX1" fmla="*/ 0 w 12376"/>
                  <a:gd name="csY1" fmla="*/ 0 h 34438"/>
                </a:gdLst>
                <a:ahLst/>
                <a:cxnLst>
                  <a:cxn ang="0">
                    <a:pos x="csX0" y="csY0"/>
                  </a:cxn>
                  <a:cxn ang="0">
                    <a:pos x="csX1" y="csY1"/>
                  </a:cxn>
                </a:cxnLst>
                <a:rect l="l" t="t" r="r" b="b"/>
                <a:pathLst>
                  <a:path w="12376" h="34438">
                    <a:moveTo>
                      <a:pt x="0" y="34439"/>
                    </a:moveTo>
                    <a:lnTo>
                      <a:pt x="0" y="0"/>
                    </a:lnTo>
                  </a:path>
                </a:pathLst>
              </a:custGeom>
              <a:noFill/>
              <a:ln w="13212" cap="flat">
                <a:solidFill>
                  <a:srgbClr val="333333"/>
                </a:solidFill>
                <a:prstDash val="solid"/>
                <a:round/>
              </a:ln>
            </p:spPr>
            <p:txBody>
              <a:bodyPr/>
              <a:lstStyle/>
              <a:p>
                <a:pPr algn="ctr"/>
                <a:endParaRPr lang="en-US" sz="2268"/>
              </a:p>
            </p:txBody>
          </p:sp>
          <p:sp>
            <p:nvSpPr>
              <p:cNvPr id="2914" name="Freeform 2913">
                <a:extLst>
                  <a:ext uri="{FF2B5EF4-FFF2-40B4-BE49-F238E27FC236}">
                    <a16:creationId xmlns:a16="http://schemas.microsoft.com/office/drawing/2014/main" id="{5F539D03-7EFC-E1E0-BE16-8BFEB93B539E}"/>
                  </a:ext>
                </a:extLst>
              </p:cNvPr>
              <p:cNvSpPr/>
              <p:nvPr/>
            </p:nvSpPr>
            <p:spPr>
              <a:xfrm>
                <a:off x="2499467" y="5848041"/>
                <a:ext cx="12376" cy="34438"/>
              </a:xfrm>
              <a:custGeom>
                <a:avLst/>
                <a:gdLst>
                  <a:gd name="csX0" fmla="*/ 0 w 12376"/>
                  <a:gd name="csY0" fmla="*/ 34439 h 34438"/>
                  <a:gd name="csX1" fmla="*/ 0 w 12376"/>
                  <a:gd name="csY1" fmla="*/ 0 h 34438"/>
                </a:gdLst>
                <a:ahLst/>
                <a:cxnLst>
                  <a:cxn ang="0">
                    <a:pos x="csX0" y="csY0"/>
                  </a:cxn>
                  <a:cxn ang="0">
                    <a:pos x="csX1" y="csY1"/>
                  </a:cxn>
                </a:cxnLst>
                <a:rect l="l" t="t" r="r" b="b"/>
                <a:pathLst>
                  <a:path w="12376" h="34438">
                    <a:moveTo>
                      <a:pt x="0" y="34439"/>
                    </a:moveTo>
                    <a:lnTo>
                      <a:pt x="0" y="0"/>
                    </a:lnTo>
                  </a:path>
                </a:pathLst>
              </a:custGeom>
              <a:noFill/>
              <a:ln w="13212" cap="flat">
                <a:solidFill>
                  <a:srgbClr val="333333"/>
                </a:solidFill>
                <a:prstDash val="solid"/>
                <a:round/>
              </a:ln>
            </p:spPr>
            <p:txBody>
              <a:bodyPr/>
              <a:lstStyle/>
              <a:p>
                <a:pPr algn="ctr"/>
                <a:endParaRPr lang="en-US" sz="2268"/>
              </a:p>
            </p:txBody>
          </p:sp>
          <p:sp>
            <p:nvSpPr>
              <p:cNvPr id="2915" name="TextBox 2914">
                <a:extLst>
                  <a:ext uri="{FF2B5EF4-FFF2-40B4-BE49-F238E27FC236}">
                    <a16:creationId xmlns:a16="http://schemas.microsoft.com/office/drawing/2014/main" id="{479F413F-88BF-1E30-01B5-B24E0CCEBD10}"/>
                  </a:ext>
                </a:extLst>
              </p:cNvPr>
              <p:cNvSpPr txBox="1"/>
              <p:nvPr/>
            </p:nvSpPr>
            <p:spPr>
              <a:xfrm>
                <a:off x="543579" y="5843466"/>
                <a:ext cx="266685"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F</a:t>
                </a:r>
              </a:p>
            </p:txBody>
          </p:sp>
          <p:sp>
            <p:nvSpPr>
              <p:cNvPr id="2916" name="TextBox 2915">
                <a:extLst>
                  <a:ext uri="{FF2B5EF4-FFF2-40B4-BE49-F238E27FC236}">
                    <a16:creationId xmlns:a16="http://schemas.microsoft.com/office/drawing/2014/main" id="{AD26BC2B-4303-5B04-E70C-34F364E60C0B}"/>
                  </a:ext>
                </a:extLst>
              </p:cNvPr>
              <p:cNvSpPr txBox="1"/>
              <p:nvPr/>
            </p:nvSpPr>
            <p:spPr>
              <a:xfrm>
                <a:off x="791256" y="5843466"/>
                <a:ext cx="29213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M</a:t>
                </a:r>
              </a:p>
            </p:txBody>
          </p:sp>
          <p:sp>
            <p:nvSpPr>
              <p:cNvPr id="2917" name="TextBox 2916">
                <a:extLst>
                  <a:ext uri="{FF2B5EF4-FFF2-40B4-BE49-F238E27FC236}">
                    <a16:creationId xmlns:a16="http://schemas.microsoft.com/office/drawing/2014/main" id="{2C32F4FC-A9E9-2108-9E8C-900F0F639FB3}"/>
                  </a:ext>
                </a:extLst>
              </p:cNvPr>
              <p:cNvSpPr txBox="1"/>
              <p:nvPr/>
            </p:nvSpPr>
            <p:spPr>
              <a:xfrm>
                <a:off x="1083765" y="5843466"/>
                <a:ext cx="227666"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I</a:t>
                </a:r>
              </a:p>
            </p:txBody>
          </p:sp>
          <p:sp>
            <p:nvSpPr>
              <p:cNvPr id="2918" name="TextBox 2917">
                <a:extLst>
                  <a:ext uri="{FF2B5EF4-FFF2-40B4-BE49-F238E27FC236}">
                    <a16:creationId xmlns:a16="http://schemas.microsoft.com/office/drawing/2014/main" id="{79C2F5D3-E340-4286-33FE-7B82E5397E71}"/>
                  </a:ext>
                </a:extLst>
              </p:cNvPr>
              <p:cNvSpPr txBox="1"/>
              <p:nvPr/>
            </p:nvSpPr>
            <p:spPr>
              <a:xfrm>
                <a:off x="1305993" y="5843466"/>
                <a:ext cx="304007"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IP</a:t>
                </a:r>
              </a:p>
            </p:txBody>
          </p:sp>
          <p:sp>
            <p:nvSpPr>
              <p:cNvPr id="2919" name="TextBox 2918">
                <a:extLst>
                  <a:ext uri="{FF2B5EF4-FFF2-40B4-BE49-F238E27FC236}">
                    <a16:creationId xmlns:a16="http://schemas.microsoft.com/office/drawing/2014/main" id="{1FBD8C34-23B1-08EC-4291-DA34C7066B2A}"/>
                  </a:ext>
                </a:extLst>
              </p:cNvPr>
              <p:cNvSpPr txBox="1"/>
              <p:nvPr/>
            </p:nvSpPr>
            <p:spPr>
              <a:xfrm>
                <a:off x="1572328" y="5843466"/>
                <a:ext cx="29213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LI</a:t>
                </a:r>
              </a:p>
            </p:txBody>
          </p:sp>
          <p:sp>
            <p:nvSpPr>
              <p:cNvPr id="2920" name="TextBox 2919">
                <a:extLst>
                  <a:ext uri="{FF2B5EF4-FFF2-40B4-BE49-F238E27FC236}">
                    <a16:creationId xmlns:a16="http://schemas.microsoft.com/office/drawing/2014/main" id="{2686D6F3-1870-0FB3-5A65-6A0229EA257F}"/>
                  </a:ext>
                </a:extLst>
              </p:cNvPr>
              <p:cNvSpPr txBox="1"/>
              <p:nvPr/>
            </p:nvSpPr>
            <p:spPr>
              <a:xfrm>
                <a:off x="1794432" y="5843466"/>
                <a:ext cx="36847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LIP</a:t>
                </a:r>
              </a:p>
            </p:txBody>
          </p:sp>
          <p:sp>
            <p:nvSpPr>
              <p:cNvPr id="2921" name="TextBox 2920">
                <a:extLst>
                  <a:ext uri="{FF2B5EF4-FFF2-40B4-BE49-F238E27FC236}">
                    <a16:creationId xmlns:a16="http://schemas.microsoft.com/office/drawing/2014/main" id="{B262B082-8C4B-1D3F-15C9-B6E5E4ED640F}"/>
                  </a:ext>
                </a:extLst>
              </p:cNvPr>
              <p:cNvSpPr txBox="1"/>
              <p:nvPr/>
            </p:nvSpPr>
            <p:spPr>
              <a:xfrm>
                <a:off x="2064162" y="5843466"/>
                <a:ext cx="34981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NF</a:t>
                </a:r>
              </a:p>
            </p:txBody>
          </p:sp>
          <p:sp>
            <p:nvSpPr>
              <p:cNvPr id="2922" name="TextBox 2921">
                <a:extLst>
                  <a:ext uri="{FF2B5EF4-FFF2-40B4-BE49-F238E27FC236}">
                    <a16:creationId xmlns:a16="http://schemas.microsoft.com/office/drawing/2014/main" id="{3A078C94-560A-06CF-AB45-50DEBDF0C1AA}"/>
                  </a:ext>
                </a:extLst>
              </p:cNvPr>
              <p:cNvSpPr txBox="1"/>
              <p:nvPr/>
            </p:nvSpPr>
            <p:spPr>
              <a:xfrm>
                <a:off x="2311839" y="5843466"/>
                <a:ext cx="375258"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NM</a:t>
                </a:r>
              </a:p>
            </p:txBody>
          </p:sp>
          <p:sp>
            <p:nvSpPr>
              <p:cNvPr id="2923" name="TextBox 2922">
                <a:extLst>
                  <a:ext uri="{FF2B5EF4-FFF2-40B4-BE49-F238E27FC236}">
                    <a16:creationId xmlns:a16="http://schemas.microsoft.com/office/drawing/2014/main" id="{51809183-43A7-101D-1C33-27298FA1C2AC}"/>
                  </a:ext>
                </a:extLst>
              </p:cNvPr>
              <p:cNvSpPr txBox="1"/>
              <p:nvPr/>
            </p:nvSpPr>
            <p:spPr>
              <a:xfrm>
                <a:off x="1308957" y="5975042"/>
                <a:ext cx="5584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Phase</a:t>
                </a:r>
              </a:p>
            </p:txBody>
          </p:sp>
        </p:grpSp>
      </p:grpSp>
      <p:pic>
        <p:nvPicPr>
          <p:cNvPr id="56" name="Graphic 55">
            <a:extLst>
              <a:ext uri="{FF2B5EF4-FFF2-40B4-BE49-F238E27FC236}">
                <a16:creationId xmlns:a16="http://schemas.microsoft.com/office/drawing/2014/main" id="{48F1C2E9-112E-E5DA-F108-20803CE98FF8}"/>
              </a:ext>
            </a:extLst>
          </p:cNvPr>
          <p:cNvPicPr>
            <a:picLocks noChangeAspect="1"/>
          </p:cNvPicPr>
          <p:nvPr/>
        </p:nvPicPr>
        <p:blipFill>
          <a:blip>
            <a:extLst>
              <a:ext uri="{96DAC541-7B7A-43D3-8B79-37D633B846F1}">
                <asvg:svgBlip xmlns:asvg="http://schemas.microsoft.com/office/drawing/2016/SVG/main" r:embed="rId3"/>
              </a:ext>
            </a:extLst>
          </a:blip>
          <a:srcRect l="64053" t="21771" r="6855" b="67280"/>
          <a:stretch>
            <a:fillRect/>
          </a:stretch>
        </p:blipFill>
        <p:spPr>
          <a:xfrm>
            <a:off x="905095" y="2532376"/>
            <a:ext cx="1036696" cy="226397"/>
          </a:xfrm>
          <a:prstGeom prst="rect">
            <a:avLst/>
          </a:prstGeom>
        </p:spPr>
      </p:pic>
      <p:pic>
        <p:nvPicPr>
          <p:cNvPr id="57" name="Graphic 56">
            <a:extLst>
              <a:ext uri="{FF2B5EF4-FFF2-40B4-BE49-F238E27FC236}">
                <a16:creationId xmlns:a16="http://schemas.microsoft.com/office/drawing/2014/main" id="{6DB3A5E4-509C-F202-DB95-4AC774CFEF59}"/>
              </a:ext>
            </a:extLst>
          </p:cNvPr>
          <p:cNvPicPr>
            <a:picLocks noChangeAspect="1"/>
          </p:cNvPicPr>
          <p:nvPr/>
        </p:nvPicPr>
        <p:blipFill>
          <a:blip>
            <a:extLst>
              <a:ext uri="{96DAC541-7B7A-43D3-8B79-37D633B846F1}">
                <asvg:svgBlip xmlns:asvg="http://schemas.microsoft.com/office/drawing/2016/SVG/main" r:embed="rId3"/>
              </a:ext>
            </a:extLst>
          </a:blip>
          <a:srcRect l="67855" t="34725" b="54938"/>
          <a:stretch>
            <a:fillRect/>
          </a:stretch>
        </p:blipFill>
        <p:spPr>
          <a:xfrm>
            <a:off x="497139" y="2734693"/>
            <a:ext cx="1145462" cy="213766"/>
          </a:xfrm>
          <a:prstGeom prst="rect">
            <a:avLst/>
          </a:prstGeom>
        </p:spPr>
      </p:pic>
      <p:pic>
        <p:nvPicPr>
          <p:cNvPr id="58" name="Graphic 57">
            <a:extLst>
              <a:ext uri="{FF2B5EF4-FFF2-40B4-BE49-F238E27FC236}">
                <a16:creationId xmlns:a16="http://schemas.microsoft.com/office/drawing/2014/main" id="{79A565D6-151E-0B24-3492-9EB46CE60FF7}"/>
              </a:ext>
            </a:extLst>
          </p:cNvPr>
          <p:cNvPicPr>
            <a:picLocks noChangeAspect="1"/>
          </p:cNvPicPr>
          <p:nvPr/>
        </p:nvPicPr>
        <p:blipFill>
          <a:blip>
            <a:extLst>
              <a:ext uri="{96DAC541-7B7A-43D3-8B79-37D633B846F1}">
                <asvg:svgBlip xmlns:asvg="http://schemas.microsoft.com/office/drawing/2016/SVG/main" r:embed="rId3"/>
              </a:ext>
            </a:extLst>
          </a:blip>
          <a:srcRect l="67553" t="47870" r="3489" b="43886"/>
          <a:stretch>
            <a:fillRect/>
          </a:stretch>
        </p:blipFill>
        <p:spPr>
          <a:xfrm>
            <a:off x="1486437" y="2758773"/>
            <a:ext cx="1031904" cy="170489"/>
          </a:xfrm>
          <a:prstGeom prst="rect">
            <a:avLst/>
          </a:prstGeom>
        </p:spPr>
      </p:pic>
      <p:sp>
        <p:nvSpPr>
          <p:cNvPr id="68" name="TextBox 67">
            <a:extLst>
              <a:ext uri="{FF2B5EF4-FFF2-40B4-BE49-F238E27FC236}">
                <a16:creationId xmlns:a16="http://schemas.microsoft.com/office/drawing/2014/main" id="{727971EC-CD4E-C6D1-670F-FCF827668ED4}"/>
              </a:ext>
            </a:extLst>
          </p:cNvPr>
          <p:cNvSpPr txBox="1"/>
          <p:nvPr/>
        </p:nvSpPr>
        <p:spPr>
          <a:xfrm>
            <a:off x="4693306" y="2547265"/>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D</a:t>
            </a:r>
            <a:endParaRPr lang="en-US" sz="4536" dirty="0">
              <a:latin typeface="Arial" panose="020B0604020202020204" pitchFamily="34" charset="0"/>
              <a:cs typeface="Arial" panose="020B0604020202020204" pitchFamily="34" charset="0"/>
            </a:endParaRPr>
          </a:p>
        </p:txBody>
      </p:sp>
      <p:grpSp>
        <p:nvGrpSpPr>
          <p:cNvPr id="78" name="Group 77">
            <a:extLst>
              <a:ext uri="{FF2B5EF4-FFF2-40B4-BE49-F238E27FC236}">
                <a16:creationId xmlns:a16="http://schemas.microsoft.com/office/drawing/2014/main" id="{A0655493-4CA9-A5F2-C819-2949224A6B4F}"/>
              </a:ext>
            </a:extLst>
          </p:cNvPr>
          <p:cNvGrpSpPr/>
          <p:nvPr/>
        </p:nvGrpSpPr>
        <p:grpSpPr>
          <a:xfrm>
            <a:off x="4898434" y="2532754"/>
            <a:ext cx="1500605" cy="4710059"/>
            <a:chOff x="5262093" y="2691428"/>
            <a:chExt cx="1588097" cy="4984678"/>
          </a:xfrm>
        </p:grpSpPr>
        <p:grpSp>
          <p:nvGrpSpPr>
            <p:cNvPr id="65" name="Group 64">
              <a:extLst>
                <a:ext uri="{FF2B5EF4-FFF2-40B4-BE49-F238E27FC236}">
                  <a16:creationId xmlns:a16="http://schemas.microsoft.com/office/drawing/2014/main" id="{CDA74729-6677-10DE-DF88-AA9B766B1EC1}"/>
                </a:ext>
              </a:extLst>
            </p:cNvPr>
            <p:cNvGrpSpPr/>
            <p:nvPr/>
          </p:nvGrpSpPr>
          <p:grpSpPr>
            <a:xfrm>
              <a:off x="5262093" y="2691428"/>
              <a:ext cx="1588097" cy="1337883"/>
              <a:chOff x="5706446" y="1985335"/>
              <a:chExt cx="1870275" cy="1575597"/>
            </a:xfrm>
          </p:grpSpPr>
          <p:pic>
            <p:nvPicPr>
              <p:cNvPr id="66" name="Picture 65" descr="A close-up of a purple cell&#10;&#10;AI-generated content may be incorrect.">
                <a:extLst>
                  <a:ext uri="{FF2B5EF4-FFF2-40B4-BE49-F238E27FC236}">
                    <a16:creationId xmlns:a16="http://schemas.microsoft.com/office/drawing/2014/main" id="{686448C9-15AC-FD39-23AD-5F419E59E4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flipH="1">
                <a:off x="5817612" y="2244596"/>
                <a:ext cx="1759109" cy="1316336"/>
              </a:xfrm>
              <a:prstGeom prst="rect">
                <a:avLst/>
              </a:prstGeom>
            </p:spPr>
          </p:pic>
          <p:sp>
            <p:nvSpPr>
              <p:cNvPr id="67" name="TextBox 66">
                <a:extLst>
                  <a:ext uri="{FF2B5EF4-FFF2-40B4-BE49-F238E27FC236}">
                    <a16:creationId xmlns:a16="http://schemas.microsoft.com/office/drawing/2014/main" id="{2EC3CDAF-D3E3-8277-FA8A-565936D8CE17}"/>
                  </a:ext>
                </a:extLst>
              </p:cNvPr>
              <p:cNvSpPr txBox="1"/>
              <p:nvPr/>
            </p:nvSpPr>
            <p:spPr>
              <a:xfrm>
                <a:off x="5706446" y="1985335"/>
                <a:ext cx="635732" cy="332928"/>
              </a:xfrm>
              <a:prstGeom prst="rect">
                <a:avLst/>
              </a:prstGeom>
              <a:noFill/>
            </p:spPr>
            <p:txBody>
              <a:bodyPr wrap="none" rtlCol="0">
                <a:spAutoFit/>
              </a:bodyPr>
              <a:lstStyle/>
              <a:p>
                <a:r>
                  <a:rPr lang="en-US" sz="1136" b="1" dirty="0">
                    <a:ln w="0">
                      <a:noFill/>
                    </a:ln>
                    <a:latin typeface="Arial" panose="020B0604020202020204" pitchFamily="34" charset="0"/>
                    <a:cs typeface="Arial" panose="020B0604020202020204" pitchFamily="34" charset="0"/>
                  </a:rPr>
                  <a:t>Male</a:t>
                </a:r>
              </a:p>
            </p:txBody>
          </p:sp>
        </p:grpSp>
        <p:grpSp>
          <p:nvGrpSpPr>
            <p:cNvPr id="77" name="Group 76">
              <a:extLst>
                <a:ext uri="{FF2B5EF4-FFF2-40B4-BE49-F238E27FC236}">
                  <a16:creationId xmlns:a16="http://schemas.microsoft.com/office/drawing/2014/main" id="{FCB0B7FD-D530-7DDF-530E-0C008C319EBD}"/>
                </a:ext>
              </a:extLst>
            </p:cNvPr>
            <p:cNvGrpSpPr/>
            <p:nvPr/>
          </p:nvGrpSpPr>
          <p:grpSpPr>
            <a:xfrm>
              <a:off x="5262093" y="3946476"/>
              <a:ext cx="1588097" cy="1315031"/>
              <a:chOff x="5255415" y="3710017"/>
              <a:chExt cx="1588097" cy="1315031"/>
            </a:xfrm>
          </p:grpSpPr>
          <p:pic>
            <p:nvPicPr>
              <p:cNvPr id="69" name="Picture 68" descr="A close-up of a microscope&#10;&#10;AI-generated content may be incorrect.">
                <a:extLst>
                  <a:ext uri="{FF2B5EF4-FFF2-40B4-BE49-F238E27FC236}">
                    <a16:creationId xmlns:a16="http://schemas.microsoft.com/office/drawing/2014/main" id="{EF92DDC0-61B6-9483-B5F3-1BF86BFCA885}"/>
                  </a:ext>
                </a:extLst>
              </p:cNvPr>
              <p:cNvPicPr>
                <a:picLocks/>
              </p:cNvPicPr>
              <p:nvPr/>
            </p:nvPicPr>
            <p:blipFill>
              <a:blip r:embed="rId5"/>
              <a:stretch>
                <a:fillRect/>
              </a:stretch>
            </p:blipFill>
            <p:spPr>
              <a:xfrm rot="10800000">
                <a:off x="5336953" y="3919247"/>
                <a:ext cx="1506559" cy="1105801"/>
              </a:xfrm>
              <a:prstGeom prst="rect">
                <a:avLst/>
              </a:prstGeom>
            </p:spPr>
          </p:pic>
          <p:sp>
            <p:nvSpPr>
              <p:cNvPr id="70" name="TextBox 69">
                <a:extLst>
                  <a:ext uri="{FF2B5EF4-FFF2-40B4-BE49-F238E27FC236}">
                    <a16:creationId xmlns:a16="http://schemas.microsoft.com/office/drawing/2014/main" id="{C61E6A82-BCAC-6180-CEBE-251564395C1E}"/>
                  </a:ext>
                </a:extLst>
              </p:cNvPr>
              <p:cNvSpPr txBox="1"/>
              <p:nvPr/>
            </p:nvSpPr>
            <p:spPr>
              <a:xfrm>
                <a:off x="5255415" y="3710017"/>
                <a:ext cx="1114917" cy="282699"/>
              </a:xfrm>
              <a:prstGeom prst="rect">
                <a:avLst/>
              </a:prstGeom>
              <a:noFill/>
            </p:spPr>
            <p:txBody>
              <a:bodyPr wrap="none" rtlCol="0">
                <a:spAutoFit/>
              </a:bodyPr>
              <a:lstStyle/>
              <a:p>
                <a:r>
                  <a:rPr lang="en-US" sz="1136" b="1" dirty="0">
                    <a:ln w="0">
                      <a:noFill/>
                    </a:ln>
                    <a:latin typeface="Arial" panose="020B0604020202020204" pitchFamily="34" charset="0"/>
                    <a:cs typeface="Arial" panose="020B0604020202020204" pitchFamily="34" charset="0"/>
                  </a:rPr>
                  <a:t>Intermediate</a:t>
                </a:r>
              </a:p>
            </p:txBody>
          </p:sp>
        </p:grpSp>
        <p:grpSp>
          <p:nvGrpSpPr>
            <p:cNvPr id="76" name="Group 75">
              <a:extLst>
                <a:ext uri="{FF2B5EF4-FFF2-40B4-BE49-F238E27FC236}">
                  <a16:creationId xmlns:a16="http://schemas.microsoft.com/office/drawing/2014/main" id="{5453A0E5-129E-E4DC-5DE2-108B37A85CED}"/>
                </a:ext>
              </a:extLst>
            </p:cNvPr>
            <p:cNvGrpSpPr/>
            <p:nvPr/>
          </p:nvGrpSpPr>
          <p:grpSpPr>
            <a:xfrm>
              <a:off x="5262093" y="5178686"/>
              <a:ext cx="1588097" cy="1284085"/>
              <a:chOff x="5254639" y="5071856"/>
              <a:chExt cx="1588097" cy="1284085"/>
            </a:xfrm>
          </p:grpSpPr>
          <p:pic>
            <p:nvPicPr>
              <p:cNvPr id="71" name="Picture 46" descr="A picture containing purple&#10;&#10;Description automatically generated">
                <a:extLst>
                  <a:ext uri="{FF2B5EF4-FFF2-40B4-BE49-F238E27FC236}">
                    <a16:creationId xmlns:a16="http://schemas.microsoft.com/office/drawing/2014/main" id="{BD4FF7D6-69A6-48A8-CA55-3C86E8C80826}"/>
                  </a:ext>
                </a:extLst>
              </p:cNvPr>
              <p:cNvPicPr>
                <a:picLocks noChangeArrowheads="1"/>
              </p:cNvPicPr>
              <p:nvPr/>
            </p:nvPicPr>
            <p:blipFill rotWithShape="1">
              <a:blip r:embed="rId6">
                <a:extLst>
                  <a:ext uri="{28A0092B-C50C-407E-A947-70E740481C1C}">
                    <a14:useLocalDpi xmlns:a14="http://schemas.microsoft.com/office/drawing/2010/main" val="0"/>
                  </a:ext>
                </a:extLst>
              </a:blip>
              <a:srcRect l="-2883" r="772"/>
              <a:stretch/>
            </p:blipFill>
            <p:spPr bwMode="auto">
              <a:xfrm>
                <a:off x="5369423" y="5282505"/>
                <a:ext cx="1473313" cy="10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TextBox 71">
                <a:extLst>
                  <a:ext uri="{FF2B5EF4-FFF2-40B4-BE49-F238E27FC236}">
                    <a16:creationId xmlns:a16="http://schemas.microsoft.com/office/drawing/2014/main" id="{60D1C48D-1362-B366-85ED-BDC407BDB03D}"/>
                  </a:ext>
                </a:extLst>
              </p:cNvPr>
              <p:cNvSpPr txBox="1"/>
              <p:nvPr/>
            </p:nvSpPr>
            <p:spPr>
              <a:xfrm>
                <a:off x="5254639" y="5071856"/>
                <a:ext cx="1476265" cy="282699"/>
              </a:xfrm>
              <a:prstGeom prst="rect">
                <a:avLst/>
              </a:prstGeom>
              <a:noFill/>
            </p:spPr>
            <p:txBody>
              <a:bodyPr wrap="none" rtlCol="0">
                <a:spAutoFit/>
              </a:bodyPr>
              <a:lstStyle/>
              <a:p>
                <a:r>
                  <a:rPr lang="en-US" sz="1136" b="1" dirty="0">
                    <a:ln w="0">
                      <a:noFill/>
                    </a:ln>
                    <a:latin typeface="Arial" panose="020B0604020202020204" pitchFamily="34" charset="0"/>
                    <a:cs typeface="Arial" panose="020B0604020202020204" pitchFamily="34" charset="0"/>
                  </a:rPr>
                  <a:t>Late Intermediate</a:t>
                </a:r>
              </a:p>
            </p:txBody>
          </p:sp>
        </p:grpSp>
        <p:grpSp>
          <p:nvGrpSpPr>
            <p:cNvPr id="75" name="Group 74">
              <a:extLst>
                <a:ext uri="{FF2B5EF4-FFF2-40B4-BE49-F238E27FC236}">
                  <a16:creationId xmlns:a16="http://schemas.microsoft.com/office/drawing/2014/main" id="{E79EDFD4-2AB3-8749-453D-78C2DAFA0D19}"/>
                </a:ext>
              </a:extLst>
            </p:cNvPr>
            <p:cNvGrpSpPr/>
            <p:nvPr/>
          </p:nvGrpSpPr>
          <p:grpSpPr>
            <a:xfrm>
              <a:off x="5262093" y="6379949"/>
              <a:ext cx="1588097" cy="1296157"/>
              <a:chOff x="5262093" y="6379949"/>
              <a:chExt cx="1588097" cy="1296157"/>
            </a:xfrm>
          </p:grpSpPr>
          <p:pic>
            <p:nvPicPr>
              <p:cNvPr id="73" name="Google Shape;143;p21" descr="A picture containing purple, plant, close&#10;&#10;Description automatically generated">
                <a:extLst>
                  <a:ext uri="{FF2B5EF4-FFF2-40B4-BE49-F238E27FC236}">
                    <a16:creationId xmlns:a16="http://schemas.microsoft.com/office/drawing/2014/main" id="{02F187F0-7EE9-6607-7AD2-8155762CDA80}"/>
                  </a:ext>
                </a:extLst>
              </p:cNvPr>
              <p:cNvPicPr preferRelativeResize="0">
                <a:picLocks/>
              </p:cNvPicPr>
              <p:nvPr/>
            </p:nvPicPr>
            <p:blipFill rotWithShape="1">
              <a:blip r:embed="rId7">
                <a:alphaModFix/>
              </a:blip>
              <a:srcRect l="-791" r="109"/>
              <a:stretch/>
            </p:blipFill>
            <p:spPr>
              <a:xfrm>
                <a:off x="5414852" y="6591433"/>
                <a:ext cx="1435338" cy="1084673"/>
              </a:xfrm>
              <a:prstGeom prst="rect">
                <a:avLst/>
              </a:prstGeom>
              <a:noFill/>
              <a:ln>
                <a:noFill/>
              </a:ln>
            </p:spPr>
          </p:pic>
          <p:sp>
            <p:nvSpPr>
              <p:cNvPr id="74" name="TextBox 73">
                <a:extLst>
                  <a:ext uri="{FF2B5EF4-FFF2-40B4-BE49-F238E27FC236}">
                    <a16:creationId xmlns:a16="http://schemas.microsoft.com/office/drawing/2014/main" id="{A62801E3-9F93-DE10-9704-0D788EAC47E6}"/>
                  </a:ext>
                </a:extLst>
              </p:cNvPr>
              <p:cNvSpPr txBox="1"/>
              <p:nvPr/>
            </p:nvSpPr>
            <p:spPr>
              <a:xfrm>
                <a:off x="5262093" y="6379949"/>
                <a:ext cx="729819" cy="282699"/>
              </a:xfrm>
              <a:prstGeom prst="rect">
                <a:avLst/>
              </a:prstGeom>
              <a:noFill/>
            </p:spPr>
            <p:txBody>
              <a:bodyPr wrap="none" rtlCol="0">
                <a:spAutoFit/>
              </a:bodyPr>
              <a:lstStyle/>
              <a:p>
                <a:r>
                  <a:rPr lang="en-US" sz="1136" b="1" dirty="0">
                    <a:ln w="0">
                      <a:noFill/>
                    </a:ln>
                    <a:latin typeface="Arial" panose="020B0604020202020204" pitchFamily="34" charset="0"/>
                    <a:cs typeface="Arial" panose="020B0604020202020204" pitchFamily="34" charset="0"/>
                  </a:rPr>
                  <a:t>Female</a:t>
                </a:r>
              </a:p>
            </p:txBody>
          </p:sp>
        </p:grpSp>
      </p:grpSp>
      <p:sp>
        <p:nvSpPr>
          <p:cNvPr id="117" name="TextBox 116">
            <a:extLst>
              <a:ext uri="{FF2B5EF4-FFF2-40B4-BE49-F238E27FC236}">
                <a16:creationId xmlns:a16="http://schemas.microsoft.com/office/drawing/2014/main" id="{866112DC-5FBC-DDED-C701-B93826E6B4F6}"/>
              </a:ext>
            </a:extLst>
          </p:cNvPr>
          <p:cNvSpPr txBox="1"/>
          <p:nvPr/>
        </p:nvSpPr>
        <p:spPr>
          <a:xfrm>
            <a:off x="1970324" y="2098845"/>
            <a:ext cx="1734857" cy="252249"/>
          </a:xfrm>
          <a:prstGeom prst="rect">
            <a:avLst/>
          </a:prstGeom>
          <a:noFill/>
        </p:spPr>
        <p:txBody>
          <a:bodyPr wrap="square" rtlCol="0">
            <a:spAutoFit/>
          </a:bodyPr>
          <a:lstStyle/>
          <a:p>
            <a:r>
              <a:rPr lang="en-US" sz="1039">
                <a:latin typeface="Arial" panose="020B0604020202020204" pitchFamily="34" charset="0"/>
                <a:cs typeface="Arial" panose="020B0604020202020204" pitchFamily="34" charset="0"/>
              </a:rPr>
              <a:t>Sex Change Progression</a:t>
            </a:r>
          </a:p>
        </p:txBody>
      </p:sp>
      <p:grpSp>
        <p:nvGrpSpPr>
          <p:cNvPr id="122" name="Group 121">
            <a:extLst>
              <a:ext uri="{FF2B5EF4-FFF2-40B4-BE49-F238E27FC236}">
                <a16:creationId xmlns:a16="http://schemas.microsoft.com/office/drawing/2014/main" id="{F1A6914F-1061-3EA1-2A16-522395A11A51}"/>
              </a:ext>
            </a:extLst>
          </p:cNvPr>
          <p:cNvGrpSpPr/>
          <p:nvPr/>
        </p:nvGrpSpPr>
        <p:grpSpPr>
          <a:xfrm>
            <a:off x="405991" y="95117"/>
            <a:ext cx="6000229" cy="2234372"/>
            <a:chOff x="429663" y="-10995"/>
            <a:chExt cx="6350071" cy="2364646"/>
          </a:xfrm>
        </p:grpSpPr>
        <p:sp>
          <p:nvSpPr>
            <p:cNvPr id="11" name="Freeform 10">
              <a:extLst>
                <a:ext uri="{FF2B5EF4-FFF2-40B4-BE49-F238E27FC236}">
                  <a16:creationId xmlns:a16="http://schemas.microsoft.com/office/drawing/2014/main" id="{135B598A-90A1-6660-6108-264E35E6F11D}"/>
                </a:ext>
              </a:extLst>
            </p:cNvPr>
            <p:cNvSpPr/>
            <p:nvPr/>
          </p:nvSpPr>
          <p:spPr>
            <a:xfrm>
              <a:off x="1016466" y="252560"/>
              <a:ext cx="3873119" cy="1120394"/>
            </a:xfrm>
            <a:custGeom>
              <a:avLst/>
              <a:gdLst>
                <a:gd name="csX0" fmla="*/ 0 w 3873119"/>
                <a:gd name="csY0" fmla="*/ 1120394 h 1120394"/>
                <a:gd name="csX1" fmla="*/ 38735 w 3873119"/>
                <a:gd name="csY1" fmla="*/ 1109218 h 1120394"/>
                <a:gd name="csX2" fmla="*/ 77470 w 3873119"/>
                <a:gd name="csY2" fmla="*/ 1098042 h 1120394"/>
                <a:gd name="csX3" fmla="*/ 116205 w 3873119"/>
                <a:gd name="csY3" fmla="*/ 1086739 h 1120394"/>
                <a:gd name="csX4" fmla="*/ 154940 w 3873119"/>
                <a:gd name="csY4" fmla="*/ 1075563 h 1120394"/>
                <a:gd name="csX5" fmla="*/ 193675 w 3873119"/>
                <a:gd name="csY5" fmla="*/ 1064387 h 1120394"/>
                <a:gd name="csX6" fmla="*/ 232410 w 3873119"/>
                <a:gd name="csY6" fmla="*/ 1053211 h 1120394"/>
                <a:gd name="csX7" fmla="*/ 271145 w 3873119"/>
                <a:gd name="csY7" fmla="*/ 1041908 h 1120394"/>
                <a:gd name="csX8" fmla="*/ 309880 w 3873119"/>
                <a:gd name="csY8" fmla="*/ 1030732 h 1120394"/>
                <a:gd name="csX9" fmla="*/ 348615 w 3873119"/>
                <a:gd name="csY9" fmla="*/ 1019556 h 1120394"/>
                <a:gd name="csX10" fmla="*/ 387350 w 3873119"/>
                <a:gd name="csY10" fmla="*/ 1008380 h 1120394"/>
                <a:gd name="csX11" fmla="*/ 426085 w 3873119"/>
                <a:gd name="csY11" fmla="*/ 997204 h 1120394"/>
                <a:gd name="csX12" fmla="*/ 464820 w 3873119"/>
                <a:gd name="csY12" fmla="*/ 985901 h 1120394"/>
                <a:gd name="csX13" fmla="*/ 503555 w 3873119"/>
                <a:gd name="csY13" fmla="*/ 974725 h 1120394"/>
                <a:gd name="csX14" fmla="*/ 542290 w 3873119"/>
                <a:gd name="csY14" fmla="*/ 963549 h 1120394"/>
                <a:gd name="csX15" fmla="*/ 581025 w 3873119"/>
                <a:gd name="csY15" fmla="*/ 952373 h 1120394"/>
                <a:gd name="csX16" fmla="*/ 619760 w 3873119"/>
                <a:gd name="csY16" fmla="*/ 941070 h 1120394"/>
                <a:gd name="csX17" fmla="*/ 658495 w 3873119"/>
                <a:gd name="csY17" fmla="*/ 929894 h 1120394"/>
                <a:gd name="csX18" fmla="*/ 697230 w 3873119"/>
                <a:gd name="csY18" fmla="*/ 918718 h 1120394"/>
                <a:gd name="csX19" fmla="*/ 735965 w 3873119"/>
                <a:gd name="csY19" fmla="*/ 907542 h 1120394"/>
                <a:gd name="csX20" fmla="*/ 774700 w 3873119"/>
                <a:gd name="csY20" fmla="*/ 896366 h 1120394"/>
                <a:gd name="csX21" fmla="*/ 813435 w 3873119"/>
                <a:gd name="csY21" fmla="*/ 885063 h 1120394"/>
                <a:gd name="csX22" fmla="*/ 852170 w 3873119"/>
                <a:gd name="csY22" fmla="*/ 873887 h 1120394"/>
                <a:gd name="csX23" fmla="*/ 890905 w 3873119"/>
                <a:gd name="csY23" fmla="*/ 862711 h 1120394"/>
                <a:gd name="csX24" fmla="*/ 929513 w 3873119"/>
                <a:gd name="csY24" fmla="*/ 851535 h 1120394"/>
                <a:gd name="csX25" fmla="*/ 968248 w 3873119"/>
                <a:gd name="csY25" fmla="*/ 840232 h 1120394"/>
                <a:gd name="csX26" fmla="*/ 1006983 w 3873119"/>
                <a:gd name="csY26" fmla="*/ 829056 h 1120394"/>
                <a:gd name="csX27" fmla="*/ 1045718 w 3873119"/>
                <a:gd name="csY27" fmla="*/ 817880 h 1120394"/>
                <a:gd name="csX28" fmla="*/ 1084453 w 3873119"/>
                <a:gd name="csY28" fmla="*/ 806704 h 1120394"/>
                <a:gd name="csX29" fmla="*/ 1123188 w 3873119"/>
                <a:gd name="csY29" fmla="*/ 795528 h 1120394"/>
                <a:gd name="csX30" fmla="*/ 1161923 w 3873119"/>
                <a:gd name="csY30" fmla="*/ 784225 h 1120394"/>
                <a:gd name="csX31" fmla="*/ 1200658 w 3873119"/>
                <a:gd name="csY31" fmla="*/ 773049 h 1120394"/>
                <a:gd name="csX32" fmla="*/ 1239393 w 3873119"/>
                <a:gd name="csY32" fmla="*/ 761873 h 1120394"/>
                <a:gd name="csX33" fmla="*/ 1278128 w 3873119"/>
                <a:gd name="csY33" fmla="*/ 750697 h 1120394"/>
                <a:gd name="csX34" fmla="*/ 1316863 w 3873119"/>
                <a:gd name="csY34" fmla="*/ 739521 h 1120394"/>
                <a:gd name="csX35" fmla="*/ 1355598 w 3873119"/>
                <a:gd name="csY35" fmla="*/ 728218 h 1120394"/>
                <a:gd name="csX36" fmla="*/ 1394333 w 3873119"/>
                <a:gd name="csY36" fmla="*/ 717042 h 1120394"/>
                <a:gd name="csX37" fmla="*/ 1433068 w 3873119"/>
                <a:gd name="csY37" fmla="*/ 705866 h 1120394"/>
                <a:gd name="csX38" fmla="*/ 1471803 w 3873119"/>
                <a:gd name="csY38" fmla="*/ 694690 h 1120394"/>
                <a:gd name="csX39" fmla="*/ 1510538 w 3873119"/>
                <a:gd name="csY39" fmla="*/ 683387 h 1120394"/>
                <a:gd name="csX40" fmla="*/ 1549273 w 3873119"/>
                <a:gd name="csY40" fmla="*/ 672211 h 1120394"/>
                <a:gd name="csX41" fmla="*/ 1588008 w 3873119"/>
                <a:gd name="csY41" fmla="*/ 661035 h 1120394"/>
                <a:gd name="csX42" fmla="*/ 1626743 w 3873119"/>
                <a:gd name="csY42" fmla="*/ 649859 h 1120394"/>
                <a:gd name="csX43" fmla="*/ 1665478 w 3873119"/>
                <a:gd name="csY43" fmla="*/ 638683 h 1120394"/>
                <a:gd name="csX44" fmla="*/ 1704213 w 3873119"/>
                <a:gd name="csY44" fmla="*/ 627380 h 1120394"/>
                <a:gd name="csX45" fmla="*/ 1742948 w 3873119"/>
                <a:gd name="csY45" fmla="*/ 616204 h 1120394"/>
                <a:gd name="csX46" fmla="*/ 1781683 w 3873119"/>
                <a:gd name="csY46" fmla="*/ 605028 h 1120394"/>
                <a:gd name="csX47" fmla="*/ 1820418 w 3873119"/>
                <a:gd name="csY47" fmla="*/ 593852 h 1120394"/>
                <a:gd name="csX48" fmla="*/ 1859153 w 3873119"/>
                <a:gd name="csY48" fmla="*/ 582549 h 1120394"/>
                <a:gd name="csX49" fmla="*/ 1897888 w 3873119"/>
                <a:gd name="csY49" fmla="*/ 571373 h 1120394"/>
                <a:gd name="csX50" fmla="*/ 1936496 w 3873119"/>
                <a:gd name="csY50" fmla="*/ 560197 h 1120394"/>
                <a:gd name="csX51" fmla="*/ 1975231 w 3873119"/>
                <a:gd name="csY51" fmla="*/ 549021 h 1120394"/>
                <a:gd name="csX52" fmla="*/ 2013966 w 3873119"/>
                <a:gd name="csY52" fmla="*/ 537845 h 1120394"/>
                <a:gd name="csX53" fmla="*/ 2052701 w 3873119"/>
                <a:gd name="csY53" fmla="*/ 526542 h 1120394"/>
                <a:gd name="csX54" fmla="*/ 2091436 w 3873119"/>
                <a:gd name="csY54" fmla="*/ 515366 h 1120394"/>
                <a:gd name="csX55" fmla="*/ 2130171 w 3873119"/>
                <a:gd name="csY55" fmla="*/ 504190 h 1120394"/>
                <a:gd name="csX56" fmla="*/ 2168906 w 3873119"/>
                <a:gd name="csY56" fmla="*/ 493014 h 1120394"/>
                <a:gd name="csX57" fmla="*/ 2207641 w 3873119"/>
                <a:gd name="csY57" fmla="*/ 481711 h 1120394"/>
                <a:gd name="csX58" fmla="*/ 2246376 w 3873119"/>
                <a:gd name="csY58" fmla="*/ 470535 h 1120394"/>
                <a:gd name="csX59" fmla="*/ 2285111 w 3873119"/>
                <a:gd name="csY59" fmla="*/ 459359 h 1120394"/>
                <a:gd name="csX60" fmla="*/ 2323846 w 3873119"/>
                <a:gd name="csY60" fmla="*/ 448183 h 1120394"/>
                <a:gd name="csX61" fmla="*/ 2362581 w 3873119"/>
                <a:gd name="csY61" fmla="*/ 437007 h 1120394"/>
                <a:gd name="csX62" fmla="*/ 2401316 w 3873119"/>
                <a:gd name="csY62" fmla="*/ 425704 h 1120394"/>
                <a:gd name="csX63" fmla="*/ 2440051 w 3873119"/>
                <a:gd name="csY63" fmla="*/ 414528 h 1120394"/>
                <a:gd name="csX64" fmla="*/ 2478786 w 3873119"/>
                <a:gd name="csY64" fmla="*/ 403352 h 1120394"/>
                <a:gd name="csX65" fmla="*/ 2517521 w 3873119"/>
                <a:gd name="csY65" fmla="*/ 392176 h 1120394"/>
                <a:gd name="csX66" fmla="*/ 2556256 w 3873119"/>
                <a:gd name="csY66" fmla="*/ 380873 h 1120394"/>
                <a:gd name="csX67" fmla="*/ 2594991 w 3873119"/>
                <a:gd name="csY67" fmla="*/ 369697 h 1120394"/>
                <a:gd name="csX68" fmla="*/ 2633726 w 3873119"/>
                <a:gd name="csY68" fmla="*/ 358521 h 1120394"/>
                <a:gd name="csX69" fmla="*/ 2672461 w 3873119"/>
                <a:gd name="csY69" fmla="*/ 347345 h 1120394"/>
                <a:gd name="csX70" fmla="*/ 2711196 w 3873119"/>
                <a:gd name="csY70" fmla="*/ 336169 h 1120394"/>
                <a:gd name="csX71" fmla="*/ 2749931 w 3873119"/>
                <a:gd name="csY71" fmla="*/ 324866 h 1120394"/>
                <a:gd name="csX72" fmla="*/ 2788666 w 3873119"/>
                <a:gd name="csY72" fmla="*/ 313690 h 1120394"/>
                <a:gd name="csX73" fmla="*/ 2827401 w 3873119"/>
                <a:gd name="csY73" fmla="*/ 302514 h 1120394"/>
                <a:gd name="csX74" fmla="*/ 2866136 w 3873119"/>
                <a:gd name="csY74" fmla="*/ 291338 h 1120394"/>
                <a:gd name="csX75" fmla="*/ 2904744 w 3873119"/>
                <a:gd name="csY75" fmla="*/ 280162 h 1120394"/>
                <a:gd name="csX76" fmla="*/ 2943479 w 3873119"/>
                <a:gd name="csY76" fmla="*/ 268859 h 1120394"/>
                <a:gd name="csX77" fmla="*/ 2982214 w 3873119"/>
                <a:gd name="csY77" fmla="*/ 257683 h 1120394"/>
                <a:gd name="csX78" fmla="*/ 3020949 w 3873119"/>
                <a:gd name="csY78" fmla="*/ 246507 h 1120394"/>
                <a:gd name="csX79" fmla="*/ 3059684 w 3873119"/>
                <a:gd name="csY79" fmla="*/ 235331 h 1120394"/>
                <a:gd name="csX80" fmla="*/ 3098419 w 3873119"/>
                <a:gd name="csY80" fmla="*/ 224028 h 1120394"/>
                <a:gd name="csX81" fmla="*/ 3137154 w 3873119"/>
                <a:gd name="csY81" fmla="*/ 212852 h 1120394"/>
                <a:gd name="csX82" fmla="*/ 3175889 w 3873119"/>
                <a:gd name="csY82" fmla="*/ 201676 h 1120394"/>
                <a:gd name="csX83" fmla="*/ 3214624 w 3873119"/>
                <a:gd name="csY83" fmla="*/ 190500 h 1120394"/>
                <a:gd name="csX84" fmla="*/ 3253359 w 3873119"/>
                <a:gd name="csY84" fmla="*/ 179324 h 1120394"/>
                <a:gd name="csX85" fmla="*/ 3292094 w 3873119"/>
                <a:gd name="csY85" fmla="*/ 168021 h 1120394"/>
                <a:gd name="csX86" fmla="*/ 3330829 w 3873119"/>
                <a:gd name="csY86" fmla="*/ 156845 h 1120394"/>
                <a:gd name="csX87" fmla="*/ 3369564 w 3873119"/>
                <a:gd name="csY87" fmla="*/ 145669 h 1120394"/>
                <a:gd name="csX88" fmla="*/ 3408299 w 3873119"/>
                <a:gd name="csY88" fmla="*/ 134493 h 1120394"/>
                <a:gd name="csX89" fmla="*/ 3447034 w 3873119"/>
                <a:gd name="csY89" fmla="*/ 123190 h 1120394"/>
                <a:gd name="csX90" fmla="*/ 3485769 w 3873119"/>
                <a:gd name="csY90" fmla="*/ 112014 h 1120394"/>
                <a:gd name="csX91" fmla="*/ 3524504 w 3873119"/>
                <a:gd name="csY91" fmla="*/ 100838 h 1120394"/>
                <a:gd name="csX92" fmla="*/ 3563239 w 3873119"/>
                <a:gd name="csY92" fmla="*/ 89662 h 1120394"/>
                <a:gd name="csX93" fmla="*/ 3601974 w 3873119"/>
                <a:gd name="csY93" fmla="*/ 78486 h 1120394"/>
                <a:gd name="csX94" fmla="*/ 3640709 w 3873119"/>
                <a:gd name="csY94" fmla="*/ 67183 h 1120394"/>
                <a:gd name="csX95" fmla="*/ 3679444 w 3873119"/>
                <a:gd name="csY95" fmla="*/ 56007 h 1120394"/>
                <a:gd name="csX96" fmla="*/ 3718179 w 3873119"/>
                <a:gd name="csY96" fmla="*/ 44831 h 1120394"/>
                <a:gd name="csX97" fmla="*/ 3756914 w 3873119"/>
                <a:gd name="csY97" fmla="*/ 33655 h 1120394"/>
                <a:gd name="csX98" fmla="*/ 3795649 w 3873119"/>
                <a:gd name="csY98" fmla="*/ 22352 h 1120394"/>
                <a:gd name="csX99" fmla="*/ 3834384 w 3873119"/>
                <a:gd name="csY99" fmla="*/ 11176 h 1120394"/>
                <a:gd name="csX100" fmla="*/ 3873119 w 3873119"/>
                <a:gd name="csY100" fmla="*/ 0 h 11203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3873119" h="1120394">
                  <a:moveTo>
                    <a:pt x="0" y="1120394"/>
                  </a:moveTo>
                  <a:lnTo>
                    <a:pt x="38735" y="1109218"/>
                  </a:lnTo>
                  <a:lnTo>
                    <a:pt x="77470" y="1098042"/>
                  </a:lnTo>
                  <a:lnTo>
                    <a:pt x="116205" y="1086739"/>
                  </a:lnTo>
                  <a:lnTo>
                    <a:pt x="154940" y="1075563"/>
                  </a:lnTo>
                  <a:lnTo>
                    <a:pt x="193675" y="1064387"/>
                  </a:lnTo>
                  <a:lnTo>
                    <a:pt x="232410" y="1053211"/>
                  </a:lnTo>
                  <a:lnTo>
                    <a:pt x="271145" y="1041908"/>
                  </a:lnTo>
                  <a:lnTo>
                    <a:pt x="309880" y="1030732"/>
                  </a:lnTo>
                  <a:lnTo>
                    <a:pt x="348615" y="1019556"/>
                  </a:lnTo>
                  <a:lnTo>
                    <a:pt x="387350" y="1008380"/>
                  </a:lnTo>
                  <a:lnTo>
                    <a:pt x="426085" y="997204"/>
                  </a:lnTo>
                  <a:lnTo>
                    <a:pt x="464820" y="985901"/>
                  </a:lnTo>
                  <a:lnTo>
                    <a:pt x="503555" y="974725"/>
                  </a:lnTo>
                  <a:lnTo>
                    <a:pt x="542290" y="963549"/>
                  </a:lnTo>
                  <a:lnTo>
                    <a:pt x="581025" y="952373"/>
                  </a:lnTo>
                  <a:lnTo>
                    <a:pt x="619760" y="941070"/>
                  </a:lnTo>
                  <a:lnTo>
                    <a:pt x="658495" y="929894"/>
                  </a:lnTo>
                  <a:lnTo>
                    <a:pt x="697230" y="918718"/>
                  </a:lnTo>
                  <a:lnTo>
                    <a:pt x="735965" y="907542"/>
                  </a:lnTo>
                  <a:lnTo>
                    <a:pt x="774700" y="896366"/>
                  </a:lnTo>
                  <a:lnTo>
                    <a:pt x="813435" y="885063"/>
                  </a:lnTo>
                  <a:lnTo>
                    <a:pt x="852170" y="873887"/>
                  </a:lnTo>
                  <a:lnTo>
                    <a:pt x="890905" y="862711"/>
                  </a:lnTo>
                  <a:lnTo>
                    <a:pt x="929513" y="851535"/>
                  </a:lnTo>
                  <a:lnTo>
                    <a:pt x="968248" y="840232"/>
                  </a:lnTo>
                  <a:lnTo>
                    <a:pt x="1006983" y="829056"/>
                  </a:lnTo>
                  <a:lnTo>
                    <a:pt x="1045718" y="817880"/>
                  </a:lnTo>
                  <a:lnTo>
                    <a:pt x="1084453" y="806704"/>
                  </a:lnTo>
                  <a:lnTo>
                    <a:pt x="1123188" y="795528"/>
                  </a:lnTo>
                  <a:lnTo>
                    <a:pt x="1161923" y="784225"/>
                  </a:lnTo>
                  <a:lnTo>
                    <a:pt x="1200658" y="773049"/>
                  </a:lnTo>
                  <a:lnTo>
                    <a:pt x="1239393" y="761873"/>
                  </a:lnTo>
                  <a:lnTo>
                    <a:pt x="1278128" y="750697"/>
                  </a:lnTo>
                  <a:lnTo>
                    <a:pt x="1316863" y="739521"/>
                  </a:lnTo>
                  <a:lnTo>
                    <a:pt x="1355598" y="728218"/>
                  </a:lnTo>
                  <a:lnTo>
                    <a:pt x="1394333" y="717042"/>
                  </a:lnTo>
                  <a:lnTo>
                    <a:pt x="1433068" y="705866"/>
                  </a:lnTo>
                  <a:lnTo>
                    <a:pt x="1471803" y="694690"/>
                  </a:lnTo>
                  <a:lnTo>
                    <a:pt x="1510538" y="683387"/>
                  </a:lnTo>
                  <a:lnTo>
                    <a:pt x="1549273" y="672211"/>
                  </a:lnTo>
                  <a:lnTo>
                    <a:pt x="1588008" y="661035"/>
                  </a:lnTo>
                  <a:lnTo>
                    <a:pt x="1626743" y="649859"/>
                  </a:lnTo>
                  <a:lnTo>
                    <a:pt x="1665478" y="638683"/>
                  </a:lnTo>
                  <a:lnTo>
                    <a:pt x="1704213" y="627380"/>
                  </a:lnTo>
                  <a:lnTo>
                    <a:pt x="1742948" y="616204"/>
                  </a:lnTo>
                  <a:lnTo>
                    <a:pt x="1781683" y="605028"/>
                  </a:lnTo>
                  <a:lnTo>
                    <a:pt x="1820418" y="593852"/>
                  </a:lnTo>
                  <a:lnTo>
                    <a:pt x="1859153" y="582549"/>
                  </a:lnTo>
                  <a:lnTo>
                    <a:pt x="1897888" y="571373"/>
                  </a:lnTo>
                  <a:lnTo>
                    <a:pt x="1936496" y="560197"/>
                  </a:lnTo>
                  <a:lnTo>
                    <a:pt x="1975231" y="549021"/>
                  </a:lnTo>
                  <a:lnTo>
                    <a:pt x="2013966" y="537845"/>
                  </a:lnTo>
                  <a:lnTo>
                    <a:pt x="2052701" y="526542"/>
                  </a:lnTo>
                  <a:lnTo>
                    <a:pt x="2091436" y="515366"/>
                  </a:lnTo>
                  <a:lnTo>
                    <a:pt x="2130171" y="504190"/>
                  </a:lnTo>
                  <a:lnTo>
                    <a:pt x="2168906" y="493014"/>
                  </a:lnTo>
                  <a:lnTo>
                    <a:pt x="2207641" y="481711"/>
                  </a:lnTo>
                  <a:lnTo>
                    <a:pt x="2246376" y="470535"/>
                  </a:lnTo>
                  <a:lnTo>
                    <a:pt x="2285111" y="459359"/>
                  </a:lnTo>
                  <a:lnTo>
                    <a:pt x="2323846" y="448183"/>
                  </a:lnTo>
                  <a:lnTo>
                    <a:pt x="2362581" y="437007"/>
                  </a:lnTo>
                  <a:lnTo>
                    <a:pt x="2401316" y="425704"/>
                  </a:lnTo>
                  <a:lnTo>
                    <a:pt x="2440051" y="414528"/>
                  </a:lnTo>
                  <a:lnTo>
                    <a:pt x="2478786" y="403352"/>
                  </a:lnTo>
                  <a:lnTo>
                    <a:pt x="2517521" y="392176"/>
                  </a:lnTo>
                  <a:lnTo>
                    <a:pt x="2556256" y="380873"/>
                  </a:lnTo>
                  <a:lnTo>
                    <a:pt x="2594991" y="369697"/>
                  </a:lnTo>
                  <a:lnTo>
                    <a:pt x="2633726" y="358521"/>
                  </a:lnTo>
                  <a:lnTo>
                    <a:pt x="2672461" y="347345"/>
                  </a:lnTo>
                  <a:lnTo>
                    <a:pt x="2711196" y="336169"/>
                  </a:lnTo>
                  <a:lnTo>
                    <a:pt x="2749931" y="324866"/>
                  </a:lnTo>
                  <a:lnTo>
                    <a:pt x="2788666" y="313690"/>
                  </a:lnTo>
                  <a:lnTo>
                    <a:pt x="2827401" y="302514"/>
                  </a:lnTo>
                  <a:lnTo>
                    <a:pt x="2866136" y="291338"/>
                  </a:lnTo>
                  <a:lnTo>
                    <a:pt x="2904744" y="280162"/>
                  </a:lnTo>
                  <a:lnTo>
                    <a:pt x="2943479" y="268859"/>
                  </a:lnTo>
                  <a:lnTo>
                    <a:pt x="2982214" y="257683"/>
                  </a:lnTo>
                  <a:lnTo>
                    <a:pt x="3020949" y="246507"/>
                  </a:lnTo>
                  <a:lnTo>
                    <a:pt x="3059684" y="235331"/>
                  </a:lnTo>
                  <a:lnTo>
                    <a:pt x="3098419" y="224028"/>
                  </a:lnTo>
                  <a:lnTo>
                    <a:pt x="3137154" y="212852"/>
                  </a:lnTo>
                  <a:lnTo>
                    <a:pt x="3175889" y="201676"/>
                  </a:lnTo>
                  <a:lnTo>
                    <a:pt x="3214624" y="190500"/>
                  </a:lnTo>
                  <a:lnTo>
                    <a:pt x="3253359" y="179324"/>
                  </a:lnTo>
                  <a:lnTo>
                    <a:pt x="3292094" y="168021"/>
                  </a:lnTo>
                  <a:lnTo>
                    <a:pt x="3330829" y="156845"/>
                  </a:lnTo>
                  <a:lnTo>
                    <a:pt x="3369564" y="145669"/>
                  </a:lnTo>
                  <a:lnTo>
                    <a:pt x="3408299" y="134493"/>
                  </a:lnTo>
                  <a:lnTo>
                    <a:pt x="3447034" y="123190"/>
                  </a:lnTo>
                  <a:lnTo>
                    <a:pt x="3485769" y="112014"/>
                  </a:lnTo>
                  <a:lnTo>
                    <a:pt x="3524504" y="100838"/>
                  </a:lnTo>
                  <a:lnTo>
                    <a:pt x="3563239" y="89662"/>
                  </a:lnTo>
                  <a:lnTo>
                    <a:pt x="3601974" y="78486"/>
                  </a:lnTo>
                  <a:lnTo>
                    <a:pt x="3640709" y="67183"/>
                  </a:lnTo>
                  <a:lnTo>
                    <a:pt x="3679444" y="56007"/>
                  </a:lnTo>
                  <a:lnTo>
                    <a:pt x="3718179" y="44831"/>
                  </a:lnTo>
                  <a:lnTo>
                    <a:pt x="3756914" y="33655"/>
                  </a:lnTo>
                  <a:lnTo>
                    <a:pt x="3795649" y="22352"/>
                  </a:lnTo>
                  <a:lnTo>
                    <a:pt x="3834384" y="11176"/>
                  </a:lnTo>
                  <a:lnTo>
                    <a:pt x="3873119" y="0"/>
                  </a:lnTo>
                </a:path>
              </a:pathLst>
            </a:custGeom>
            <a:noFill/>
            <a:ln w="54173" cap="flat">
              <a:solidFill>
                <a:srgbClr val="7BAFDE"/>
              </a:solidFill>
              <a:prstDash val="solid"/>
              <a:round/>
            </a:ln>
          </p:spPr>
          <p:txBody>
            <a:bodyPr/>
            <a:lstStyle/>
            <a:p>
              <a:pPr algn="ctr"/>
              <a:endParaRPr lang="en-US" sz="3024"/>
            </a:p>
          </p:txBody>
        </p:sp>
        <p:sp>
          <p:nvSpPr>
            <p:cNvPr id="12" name="Freeform 11">
              <a:extLst>
                <a:ext uri="{FF2B5EF4-FFF2-40B4-BE49-F238E27FC236}">
                  <a16:creationId xmlns:a16="http://schemas.microsoft.com/office/drawing/2014/main" id="{7598706F-A1F4-BD7D-A2FC-5CBB265B6A83}"/>
                </a:ext>
              </a:extLst>
            </p:cNvPr>
            <p:cNvSpPr/>
            <p:nvPr/>
          </p:nvSpPr>
          <p:spPr>
            <a:xfrm>
              <a:off x="1016466" y="252560"/>
              <a:ext cx="3873119" cy="1120394"/>
            </a:xfrm>
            <a:custGeom>
              <a:avLst/>
              <a:gdLst>
                <a:gd name="csX0" fmla="*/ 0 w 3873119"/>
                <a:gd name="csY0" fmla="*/ 0 h 1120394"/>
                <a:gd name="csX1" fmla="*/ 38735 w 3873119"/>
                <a:gd name="csY1" fmla="*/ 51689 h 1120394"/>
                <a:gd name="csX2" fmla="*/ 77470 w 3873119"/>
                <a:gd name="csY2" fmla="*/ 98552 h 1120394"/>
                <a:gd name="csX3" fmla="*/ 116205 w 3873119"/>
                <a:gd name="csY3" fmla="*/ 141605 h 1120394"/>
                <a:gd name="csX4" fmla="*/ 154940 w 3873119"/>
                <a:gd name="csY4" fmla="*/ 181229 h 1120394"/>
                <a:gd name="csX5" fmla="*/ 193675 w 3873119"/>
                <a:gd name="csY5" fmla="*/ 217932 h 1120394"/>
                <a:gd name="csX6" fmla="*/ 232410 w 3873119"/>
                <a:gd name="csY6" fmla="*/ 252222 h 1120394"/>
                <a:gd name="csX7" fmla="*/ 271145 w 3873119"/>
                <a:gd name="csY7" fmla="*/ 284353 h 1120394"/>
                <a:gd name="csX8" fmla="*/ 309880 w 3873119"/>
                <a:gd name="csY8" fmla="*/ 314579 h 1120394"/>
                <a:gd name="csX9" fmla="*/ 348615 w 3873119"/>
                <a:gd name="csY9" fmla="*/ 343154 h 1120394"/>
                <a:gd name="csX10" fmla="*/ 387350 w 3873119"/>
                <a:gd name="csY10" fmla="*/ 370205 h 1120394"/>
                <a:gd name="csX11" fmla="*/ 426085 w 3873119"/>
                <a:gd name="csY11" fmla="*/ 395859 h 1120394"/>
                <a:gd name="csX12" fmla="*/ 464820 w 3873119"/>
                <a:gd name="csY12" fmla="*/ 420243 h 1120394"/>
                <a:gd name="csX13" fmla="*/ 503555 w 3873119"/>
                <a:gd name="csY13" fmla="*/ 443611 h 1120394"/>
                <a:gd name="csX14" fmla="*/ 542290 w 3873119"/>
                <a:gd name="csY14" fmla="*/ 465836 h 1120394"/>
                <a:gd name="csX15" fmla="*/ 581025 w 3873119"/>
                <a:gd name="csY15" fmla="*/ 487172 h 1120394"/>
                <a:gd name="csX16" fmla="*/ 619760 w 3873119"/>
                <a:gd name="csY16" fmla="*/ 507746 h 1120394"/>
                <a:gd name="csX17" fmla="*/ 658495 w 3873119"/>
                <a:gd name="csY17" fmla="*/ 527431 h 1120394"/>
                <a:gd name="csX18" fmla="*/ 697230 w 3873119"/>
                <a:gd name="csY18" fmla="*/ 546354 h 1120394"/>
                <a:gd name="csX19" fmla="*/ 735965 w 3873119"/>
                <a:gd name="csY19" fmla="*/ 564769 h 1120394"/>
                <a:gd name="csX20" fmla="*/ 774700 w 3873119"/>
                <a:gd name="csY20" fmla="*/ 582422 h 1120394"/>
                <a:gd name="csX21" fmla="*/ 813435 w 3873119"/>
                <a:gd name="csY21" fmla="*/ 599440 h 1120394"/>
                <a:gd name="csX22" fmla="*/ 852170 w 3873119"/>
                <a:gd name="csY22" fmla="*/ 615950 h 1120394"/>
                <a:gd name="csX23" fmla="*/ 890905 w 3873119"/>
                <a:gd name="csY23" fmla="*/ 631952 h 1120394"/>
                <a:gd name="csX24" fmla="*/ 929513 w 3873119"/>
                <a:gd name="csY24" fmla="*/ 647446 h 1120394"/>
                <a:gd name="csX25" fmla="*/ 968248 w 3873119"/>
                <a:gd name="csY25" fmla="*/ 662559 h 1120394"/>
                <a:gd name="csX26" fmla="*/ 1006983 w 3873119"/>
                <a:gd name="csY26" fmla="*/ 677164 h 1120394"/>
                <a:gd name="csX27" fmla="*/ 1045718 w 3873119"/>
                <a:gd name="csY27" fmla="*/ 691388 h 1120394"/>
                <a:gd name="csX28" fmla="*/ 1084453 w 3873119"/>
                <a:gd name="csY28" fmla="*/ 705231 h 1120394"/>
                <a:gd name="csX29" fmla="*/ 1123188 w 3873119"/>
                <a:gd name="csY29" fmla="*/ 718693 h 1120394"/>
                <a:gd name="csX30" fmla="*/ 1161923 w 3873119"/>
                <a:gd name="csY30" fmla="*/ 731774 h 1120394"/>
                <a:gd name="csX31" fmla="*/ 1200658 w 3873119"/>
                <a:gd name="csY31" fmla="*/ 744601 h 1120394"/>
                <a:gd name="csX32" fmla="*/ 1239393 w 3873119"/>
                <a:gd name="csY32" fmla="*/ 757047 h 1120394"/>
                <a:gd name="csX33" fmla="*/ 1278128 w 3873119"/>
                <a:gd name="csY33" fmla="*/ 769239 h 1120394"/>
                <a:gd name="csX34" fmla="*/ 1316863 w 3873119"/>
                <a:gd name="csY34" fmla="*/ 781050 h 1120394"/>
                <a:gd name="csX35" fmla="*/ 1355598 w 3873119"/>
                <a:gd name="csY35" fmla="*/ 792734 h 1120394"/>
                <a:gd name="csX36" fmla="*/ 1394333 w 3873119"/>
                <a:gd name="csY36" fmla="*/ 804037 h 1120394"/>
                <a:gd name="csX37" fmla="*/ 1433068 w 3873119"/>
                <a:gd name="csY37" fmla="*/ 815213 h 1120394"/>
                <a:gd name="csX38" fmla="*/ 1471803 w 3873119"/>
                <a:gd name="csY38" fmla="*/ 826135 h 1120394"/>
                <a:gd name="csX39" fmla="*/ 1510538 w 3873119"/>
                <a:gd name="csY39" fmla="*/ 836676 h 1120394"/>
                <a:gd name="csX40" fmla="*/ 1549273 w 3873119"/>
                <a:gd name="csY40" fmla="*/ 847217 h 1120394"/>
                <a:gd name="csX41" fmla="*/ 1588008 w 3873119"/>
                <a:gd name="csY41" fmla="*/ 857377 h 1120394"/>
                <a:gd name="csX42" fmla="*/ 1626743 w 3873119"/>
                <a:gd name="csY42" fmla="*/ 867410 h 1120394"/>
                <a:gd name="csX43" fmla="*/ 1665478 w 3873119"/>
                <a:gd name="csY43" fmla="*/ 877189 h 1120394"/>
                <a:gd name="csX44" fmla="*/ 1704213 w 3873119"/>
                <a:gd name="csY44" fmla="*/ 886841 h 1120394"/>
                <a:gd name="csX45" fmla="*/ 1742948 w 3873119"/>
                <a:gd name="csY45" fmla="*/ 896366 h 1120394"/>
                <a:gd name="csX46" fmla="*/ 1781683 w 3873119"/>
                <a:gd name="csY46" fmla="*/ 905637 h 1120394"/>
                <a:gd name="csX47" fmla="*/ 1820418 w 3873119"/>
                <a:gd name="csY47" fmla="*/ 914781 h 1120394"/>
                <a:gd name="csX48" fmla="*/ 1859153 w 3873119"/>
                <a:gd name="csY48" fmla="*/ 923798 h 1120394"/>
                <a:gd name="csX49" fmla="*/ 1897888 w 3873119"/>
                <a:gd name="csY49" fmla="*/ 932561 h 1120394"/>
                <a:gd name="csX50" fmla="*/ 1936496 w 3873119"/>
                <a:gd name="csY50" fmla="*/ 941197 h 1120394"/>
                <a:gd name="csX51" fmla="*/ 1975231 w 3873119"/>
                <a:gd name="csY51" fmla="*/ 949706 h 1120394"/>
                <a:gd name="csX52" fmla="*/ 2013966 w 3873119"/>
                <a:gd name="csY52" fmla="*/ 958088 h 1120394"/>
                <a:gd name="csX53" fmla="*/ 2052701 w 3873119"/>
                <a:gd name="csY53" fmla="*/ 966343 h 1120394"/>
                <a:gd name="csX54" fmla="*/ 2091436 w 3873119"/>
                <a:gd name="csY54" fmla="*/ 974471 h 1120394"/>
                <a:gd name="csX55" fmla="*/ 2130171 w 3873119"/>
                <a:gd name="csY55" fmla="*/ 982472 h 1120394"/>
                <a:gd name="csX56" fmla="*/ 2168906 w 3873119"/>
                <a:gd name="csY56" fmla="*/ 990346 h 1120394"/>
                <a:gd name="csX57" fmla="*/ 2207641 w 3873119"/>
                <a:gd name="csY57" fmla="*/ 998093 h 1120394"/>
                <a:gd name="csX58" fmla="*/ 2246376 w 3873119"/>
                <a:gd name="csY58" fmla="*/ 1005713 h 1120394"/>
                <a:gd name="csX59" fmla="*/ 2285111 w 3873119"/>
                <a:gd name="csY59" fmla="*/ 1013206 h 1120394"/>
                <a:gd name="csX60" fmla="*/ 2323846 w 3873119"/>
                <a:gd name="csY60" fmla="*/ 1020572 h 1120394"/>
                <a:gd name="csX61" fmla="*/ 2362581 w 3873119"/>
                <a:gd name="csY61" fmla="*/ 1027938 h 1120394"/>
                <a:gd name="csX62" fmla="*/ 2401316 w 3873119"/>
                <a:gd name="csY62" fmla="*/ 1035050 h 1120394"/>
                <a:gd name="csX63" fmla="*/ 2440051 w 3873119"/>
                <a:gd name="csY63" fmla="*/ 1042162 h 1120394"/>
                <a:gd name="csX64" fmla="*/ 2478786 w 3873119"/>
                <a:gd name="csY64" fmla="*/ 1049147 h 1120394"/>
                <a:gd name="csX65" fmla="*/ 2517521 w 3873119"/>
                <a:gd name="csY65" fmla="*/ 1056005 h 1120394"/>
                <a:gd name="csX66" fmla="*/ 2556256 w 3873119"/>
                <a:gd name="csY66" fmla="*/ 1062863 h 1120394"/>
                <a:gd name="csX67" fmla="*/ 2594991 w 3873119"/>
                <a:gd name="csY67" fmla="*/ 1069594 h 1120394"/>
                <a:gd name="csX68" fmla="*/ 2633726 w 3873119"/>
                <a:gd name="csY68" fmla="*/ 1076198 h 1120394"/>
                <a:gd name="csX69" fmla="*/ 2672461 w 3873119"/>
                <a:gd name="csY69" fmla="*/ 1082802 h 1120394"/>
                <a:gd name="csX70" fmla="*/ 2711196 w 3873119"/>
                <a:gd name="csY70" fmla="*/ 1089279 h 1120394"/>
                <a:gd name="csX71" fmla="*/ 2749931 w 3873119"/>
                <a:gd name="csY71" fmla="*/ 1095629 h 1120394"/>
                <a:gd name="csX72" fmla="*/ 2788666 w 3873119"/>
                <a:gd name="csY72" fmla="*/ 1101979 h 1120394"/>
                <a:gd name="csX73" fmla="*/ 2827401 w 3873119"/>
                <a:gd name="csY73" fmla="*/ 1108202 h 1120394"/>
                <a:gd name="csX74" fmla="*/ 2866136 w 3873119"/>
                <a:gd name="csY74" fmla="*/ 1114298 h 1120394"/>
                <a:gd name="csX75" fmla="*/ 2904744 w 3873119"/>
                <a:gd name="csY75" fmla="*/ 1120394 h 1120394"/>
                <a:gd name="csX76" fmla="*/ 2943479 w 3873119"/>
                <a:gd name="csY76" fmla="*/ 1120394 h 1120394"/>
                <a:gd name="csX77" fmla="*/ 2982214 w 3873119"/>
                <a:gd name="csY77" fmla="*/ 1120394 h 1120394"/>
                <a:gd name="csX78" fmla="*/ 3020949 w 3873119"/>
                <a:gd name="csY78" fmla="*/ 1120394 h 1120394"/>
                <a:gd name="csX79" fmla="*/ 3059684 w 3873119"/>
                <a:gd name="csY79" fmla="*/ 1120394 h 1120394"/>
                <a:gd name="csX80" fmla="*/ 3098419 w 3873119"/>
                <a:gd name="csY80" fmla="*/ 1120394 h 1120394"/>
                <a:gd name="csX81" fmla="*/ 3137154 w 3873119"/>
                <a:gd name="csY81" fmla="*/ 1120394 h 1120394"/>
                <a:gd name="csX82" fmla="*/ 3175889 w 3873119"/>
                <a:gd name="csY82" fmla="*/ 1120394 h 1120394"/>
                <a:gd name="csX83" fmla="*/ 3214624 w 3873119"/>
                <a:gd name="csY83" fmla="*/ 1120394 h 1120394"/>
                <a:gd name="csX84" fmla="*/ 3253359 w 3873119"/>
                <a:gd name="csY84" fmla="*/ 1120394 h 1120394"/>
                <a:gd name="csX85" fmla="*/ 3292094 w 3873119"/>
                <a:gd name="csY85" fmla="*/ 1120394 h 1120394"/>
                <a:gd name="csX86" fmla="*/ 3330829 w 3873119"/>
                <a:gd name="csY86" fmla="*/ 1120394 h 1120394"/>
                <a:gd name="csX87" fmla="*/ 3369564 w 3873119"/>
                <a:gd name="csY87" fmla="*/ 1120394 h 1120394"/>
                <a:gd name="csX88" fmla="*/ 3408299 w 3873119"/>
                <a:gd name="csY88" fmla="*/ 1120394 h 1120394"/>
                <a:gd name="csX89" fmla="*/ 3447034 w 3873119"/>
                <a:gd name="csY89" fmla="*/ 1120394 h 1120394"/>
                <a:gd name="csX90" fmla="*/ 3485769 w 3873119"/>
                <a:gd name="csY90" fmla="*/ 1120394 h 1120394"/>
                <a:gd name="csX91" fmla="*/ 3524504 w 3873119"/>
                <a:gd name="csY91" fmla="*/ 1120394 h 1120394"/>
                <a:gd name="csX92" fmla="*/ 3563239 w 3873119"/>
                <a:gd name="csY92" fmla="*/ 1120394 h 1120394"/>
                <a:gd name="csX93" fmla="*/ 3601974 w 3873119"/>
                <a:gd name="csY93" fmla="*/ 1120394 h 1120394"/>
                <a:gd name="csX94" fmla="*/ 3640709 w 3873119"/>
                <a:gd name="csY94" fmla="*/ 1120394 h 1120394"/>
                <a:gd name="csX95" fmla="*/ 3679444 w 3873119"/>
                <a:gd name="csY95" fmla="*/ 1120394 h 1120394"/>
                <a:gd name="csX96" fmla="*/ 3718179 w 3873119"/>
                <a:gd name="csY96" fmla="*/ 1120394 h 1120394"/>
                <a:gd name="csX97" fmla="*/ 3756914 w 3873119"/>
                <a:gd name="csY97" fmla="*/ 1120394 h 1120394"/>
                <a:gd name="csX98" fmla="*/ 3795649 w 3873119"/>
                <a:gd name="csY98" fmla="*/ 1120394 h 1120394"/>
                <a:gd name="csX99" fmla="*/ 3834384 w 3873119"/>
                <a:gd name="csY99" fmla="*/ 1120394 h 1120394"/>
                <a:gd name="csX100" fmla="*/ 3873119 w 3873119"/>
                <a:gd name="csY100" fmla="*/ 1120394 h 11203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3873119" h="1120394">
                  <a:moveTo>
                    <a:pt x="0" y="0"/>
                  </a:moveTo>
                  <a:lnTo>
                    <a:pt x="38735" y="51689"/>
                  </a:lnTo>
                  <a:lnTo>
                    <a:pt x="77470" y="98552"/>
                  </a:lnTo>
                  <a:lnTo>
                    <a:pt x="116205" y="141605"/>
                  </a:lnTo>
                  <a:lnTo>
                    <a:pt x="154940" y="181229"/>
                  </a:lnTo>
                  <a:lnTo>
                    <a:pt x="193675" y="217932"/>
                  </a:lnTo>
                  <a:lnTo>
                    <a:pt x="232410" y="252222"/>
                  </a:lnTo>
                  <a:lnTo>
                    <a:pt x="271145" y="284353"/>
                  </a:lnTo>
                  <a:lnTo>
                    <a:pt x="309880" y="314579"/>
                  </a:lnTo>
                  <a:lnTo>
                    <a:pt x="348615" y="343154"/>
                  </a:lnTo>
                  <a:lnTo>
                    <a:pt x="387350" y="370205"/>
                  </a:lnTo>
                  <a:lnTo>
                    <a:pt x="426085" y="395859"/>
                  </a:lnTo>
                  <a:lnTo>
                    <a:pt x="464820" y="420243"/>
                  </a:lnTo>
                  <a:lnTo>
                    <a:pt x="503555" y="443611"/>
                  </a:lnTo>
                  <a:lnTo>
                    <a:pt x="542290" y="465836"/>
                  </a:lnTo>
                  <a:lnTo>
                    <a:pt x="581025" y="487172"/>
                  </a:lnTo>
                  <a:lnTo>
                    <a:pt x="619760" y="507746"/>
                  </a:lnTo>
                  <a:lnTo>
                    <a:pt x="658495" y="527431"/>
                  </a:lnTo>
                  <a:lnTo>
                    <a:pt x="697230" y="546354"/>
                  </a:lnTo>
                  <a:lnTo>
                    <a:pt x="735965" y="564769"/>
                  </a:lnTo>
                  <a:lnTo>
                    <a:pt x="774700" y="582422"/>
                  </a:lnTo>
                  <a:lnTo>
                    <a:pt x="813435" y="599440"/>
                  </a:lnTo>
                  <a:lnTo>
                    <a:pt x="852170" y="615950"/>
                  </a:lnTo>
                  <a:lnTo>
                    <a:pt x="890905" y="631952"/>
                  </a:lnTo>
                  <a:lnTo>
                    <a:pt x="929513" y="647446"/>
                  </a:lnTo>
                  <a:lnTo>
                    <a:pt x="968248" y="662559"/>
                  </a:lnTo>
                  <a:lnTo>
                    <a:pt x="1006983" y="677164"/>
                  </a:lnTo>
                  <a:lnTo>
                    <a:pt x="1045718" y="691388"/>
                  </a:lnTo>
                  <a:lnTo>
                    <a:pt x="1084453" y="705231"/>
                  </a:lnTo>
                  <a:lnTo>
                    <a:pt x="1123188" y="718693"/>
                  </a:lnTo>
                  <a:lnTo>
                    <a:pt x="1161923" y="731774"/>
                  </a:lnTo>
                  <a:lnTo>
                    <a:pt x="1200658" y="744601"/>
                  </a:lnTo>
                  <a:lnTo>
                    <a:pt x="1239393" y="757047"/>
                  </a:lnTo>
                  <a:lnTo>
                    <a:pt x="1278128" y="769239"/>
                  </a:lnTo>
                  <a:lnTo>
                    <a:pt x="1316863" y="781050"/>
                  </a:lnTo>
                  <a:lnTo>
                    <a:pt x="1355598" y="792734"/>
                  </a:lnTo>
                  <a:lnTo>
                    <a:pt x="1394333" y="804037"/>
                  </a:lnTo>
                  <a:lnTo>
                    <a:pt x="1433068" y="815213"/>
                  </a:lnTo>
                  <a:lnTo>
                    <a:pt x="1471803" y="826135"/>
                  </a:lnTo>
                  <a:lnTo>
                    <a:pt x="1510538" y="836676"/>
                  </a:lnTo>
                  <a:lnTo>
                    <a:pt x="1549273" y="847217"/>
                  </a:lnTo>
                  <a:lnTo>
                    <a:pt x="1588008" y="857377"/>
                  </a:lnTo>
                  <a:lnTo>
                    <a:pt x="1626743" y="867410"/>
                  </a:lnTo>
                  <a:lnTo>
                    <a:pt x="1665478" y="877189"/>
                  </a:lnTo>
                  <a:lnTo>
                    <a:pt x="1704213" y="886841"/>
                  </a:lnTo>
                  <a:lnTo>
                    <a:pt x="1742948" y="896366"/>
                  </a:lnTo>
                  <a:lnTo>
                    <a:pt x="1781683" y="905637"/>
                  </a:lnTo>
                  <a:lnTo>
                    <a:pt x="1820418" y="914781"/>
                  </a:lnTo>
                  <a:lnTo>
                    <a:pt x="1859153" y="923798"/>
                  </a:lnTo>
                  <a:lnTo>
                    <a:pt x="1897888" y="932561"/>
                  </a:lnTo>
                  <a:lnTo>
                    <a:pt x="1936496" y="941197"/>
                  </a:lnTo>
                  <a:lnTo>
                    <a:pt x="1975231" y="949706"/>
                  </a:lnTo>
                  <a:lnTo>
                    <a:pt x="2013966" y="958088"/>
                  </a:lnTo>
                  <a:lnTo>
                    <a:pt x="2052701" y="966343"/>
                  </a:lnTo>
                  <a:lnTo>
                    <a:pt x="2091436" y="974471"/>
                  </a:lnTo>
                  <a:lnTo>
                    <a:pt x="2130171" y="982472"/>
                  </a:lnTo>
                  <a:lnTo>
                    <a:pt x="2168906" y="990346"/>
                  </a:lnTo>
                  <a:lnTo>
                    <a:pt x="2207641" y="998093"/>
                  </a:lnTo>
                  <a:lnTo>
                    <a:pt x="2246376" y="1005713"/>
                  </a:lnTo>
                  <a:lnTo>
                    <a:pt x="2285111" y="1013206"/>
                  </a:lnTo>
                  <a:lnTo>
                    <a:pt x="2323846" y="1020572"/>
                  </a:lnTo>
                  <a:lnTo>
                    <a:pt x="2362581" y="1027938"/>
                  </a:lnTo>
                  <a:lnTo>
                    <a:pt x="2401316" y="1035050"/>
                  </a:lnTo>
                  <a:lnTo>
                    <a:pt x="2440051" y="1042162"/>
                  </a:lnTo>
                  <a:lnTo>
                    <a:pt x="2478786" y="1049147"/>
                  </a:lnTo>
                  <a:lnTo>
                    <a:pt x="2517521" y="1056005"/>
                  </a:lnTo>
                  <a:lnTo>
                    <a:pt x="2556256" y="1062863"/>
                  </a:lnTo>
                  <a:lnTo>
                    <a:pt x="2594991" y="1069594"/>
                  </a:lnTo>
                  <a:lnTo>
                    <a:pt x="2633726" y="1076198"/>
                  </a:lnTo>
                  <a:lnTo>
                    <a:pt x="2672461" y="1082802"/>
                  </a:lnTo>
                  <a:lnTo>
                    <a:pt x="2711196" y="1089279"/>
                  </a:lnTo>
                  <a:lnTo>
                    <a:pt x="2749931" y="1095629"/>
                  </a:lnTo>
                  <a:lnTo>
                    <a:pt x="2788666" y="1101979"/>
                  </a:lnTo>
                  <a:lnTo>
                    <a:pt x="2827401" y="1108202"/>
                  </a:lnTo>
                  <a:lnTo>
                    <a:pt x="2866136" y="1114298"/>
                  </a:lnTo>
                  <a:lnTo>
                    <a:pt x="2904744" y="1120394"/>
                  </a:lnTo>
                  <a:lnTo>
                    <a:pt x="2943479" y="1120394"/>
                  </a:lnTo>
                  <a:lnTo>
                    <a:pt x="2982214" y="1120394"/>
                  </a:lnTo>
                  <a:lnTo>
                    <a:pt x="3020949" y="1120394"/>
                  </a:lnTo>
                  <a:lnTo>
                    <a:pt x="3059684" y="1120394"/>
                  </a:lnTo>
                  <a:lnTo>
                    <a:pt x="3098419" y="1120394"/>
                  </a:lnTo>
                  <a:lnTo>
                    <a:pt x="3137154" y="1120394"/>
                  </a:lnTo>
                  <a:lnTo>
                    <a:pt x="3175889" y="1120394"/>
                  </a:lnTo>
                  <a:lnTo>
                    <a:pt x="3214624" y="1120394"/>
                  </a:lnTo>
                  <a:lnTo>
                    <a:pt x="3253359" y="1120394"/>
                  </a:lnTo>
                  <a:lnTo>
                    <a:pt x="3292094" y="1120394"/>
                  </a:lnTo>
                  <a:lnTo>
                    <a:pt x="3330829" y="1120394"/>
                  </a:lnTo>
                  <a:lnTo>
                    <a:pt x="3369564" y="1120394"/>
                  </a:lnTo>
                  <a:lnTo>
                    <a:pt x="3408299" y="1120394"/>
                  </a:lnTo>
                  <a:lnTo>
                    <a:pt x="3447034" y="1120394"/>
                  </a:lnTo>
                  <a:lnTo>
                    <a:pt x="3485769" y="1120394"/>
                  </a:lnTo>
                  <a:lnTo>
                    <a:pt x="3524504" y="1120394"/>
                  </a:lnTo>
                  <a:lnTo>
                    <a:pt x="3563239" y="1120394"/>
                  </a:lnTo>
                  <a:lnTo>
                    <a:pt x="3601974" y="1120394"/>
                  </a:lnTo>
                  <a:lnTo>
                    <a:pt x="3640709" y="1120394"/>
                  </a:lnTo>
                  <a:lnTo>
                    <a:pt x="3679444" y="1120394"/>
                  </a:lnTo>
                  <a:lnTo>
                    <a:pt x="3718179" y="1120394"/>
                  </a:lnTo>
                  <a:lnTo>
                    <a:pt x="3756914" y="1120394"/>
                  </a:lnTo>
                  <a:lnTo>
                    <a:pt x="3795649" y="1120394"/>
                  </a:lnTo>
                  <a:lnTo>
                    <a:pt x="3834384" y="1120394"/>
                  </a:lnTo>
                  <a:lnTo>
                    <a:pt x="3873119" y="1120394"/>
                  </a:lnTo>
                </a:path>
              </a:pathLst>
            </a:custGeom>
            <a:noFill/>
            <a:ln w="54173" cap="flat">
              <a:solidFill>
                <a:srgbClr val="EE8026"/>
              </a:solidFill>
              <a:prstDash val="solid"/>
              <a:round/>
            </a:ln>
          </p:spPr>
          <p:txBody>
            <a:bodyPr/>
            <a:lstStyle/>
            <a:p>
              <a:pPr algn="ctr"/>
              <a:endParaRPr lang="en-US" sz="3024"/>
            </a:p>
          </p:txBody>
        </p:sp>
        <p:sp>
          <p:nvSpPr>
            <p:cNvPr id="13" name="Freeform 12">
              <a:extLst>
                <a:ext uri="{FF2B5EF4-FFF2-40B4-BE49-F238E27FC236}">
                  <a16:creationId xmlns:a16="http://schemas.microsoft.com/office/drawing/2014/main" id="{12049DEA-27FB-C853-CB23-5FC684806C05}"/>
                </a:ext>
              </a:extLst>
            </p:cNvPr>
            <p:cNvSpPr/>
            <p:nvPr/>
          </p:nvSpPr>
          <p:spPr>
            <a:xfrm>
              <a:off x="1016466" y="252560"/>
              <a:ext cx="3873119" cy="1120394"/>
            </a:xfrm>
            <a:custGeom>
              <a:avLst/>
              <a:gdLst>
                <a:gd name="csX0" fmla="*/ 0 w 3873119"/>
                <a:gd name="csY0" fmla="*/ 1120394 h 1120394"/>
                <a:gd name="csX1" fmla="*/ 38735 w 3873119"/>
                <a:gd name="csY1" fmla="*/ 572516 h 1120394"/>
                <a:gd name="csX2" fmla="*/ 77470 w 3873119"/>
                <a:gd name="csY2" fmla="*/ 486918 h 1120394"/>
                <a:gd name="csX3" fmla="*/ 116205 w 3873119"/>
                <a:gd name="csY3" fmla="*/ 436626 h 1120394"/>
                <a:gd name="csX4" fmla="*/ 154940 w 3873119"/>
                <a:gd name="csY4" fmla="*/ 400939 h 1120394"/>
                <a:gd name="csX5" fmla="*/ 193675 w 3873119"/>
                <a:gd name="csY5" fmla="*/ 373126 h 1120394"/>
                <a:gd name="csX6" fmla="*/ 232410 w 3873119"/>
                <a:gd name="csY6" fmla="*/ 350520 h 1120394"/>
                <a:gd name="csX7" fmla="*/ 271145 w 3873119"/>
                <a:gd name="csY7" fmla="*/ 331343 h 1120394"/>
                <a:gd name="csX8" fmla="*/ 309880 w 3873119"/>
                <a:gd name="csY8" fmla="*/ 314706 h 1120394"/>
                <a:gd name="csX9" fmla="*/ 348615 w 3873119"/>
                <a:gd name="csY9" fmla="*/ 299974 h 1120394"/>
                <a:gd name="csX10" fmla="*/ 387350 w 3873119"/>
                <a:gd name="csY10" fmla="*/ 286893 h 1120394"/>
                <a:gd name="csX11" fmla="*/ 426085 w 3873119"/>
                <a:gd name="csY11" fmla="*/ 275082 h 1120394"/>
                <a:gd name="csX12" fmla="*/ 464820 w 3873119"/>
                <a:gd name="csY12" fmla="*/ 264160 h 1120394"/>
                <a:gd name="csX13" fmla="*/ 503555 w 3873119"/>
                <a:gd name="csY13" fmla="*/ 254254 h 1120394"/>
                <a:gd name="csX14" fmla="*/ 542290 w 3873119"/>
                <a:gd name="csY14" fmla="*/ 244983 h 1120394"/>
                <a:gd name="csX15" fmla="*/ 581025 w 3873119"/>
                <a:gd name="csY15" fmla="*/ 236474 h 1120394"/>
                <a:gd name="csX16" fmla="*/ 619760 w 3873119"/>
                <a:gd name="csY16" fmla="*/ 228346 h 1120394"/>
                <a:gd name="csX17" fmla="*/ 658495 w 3873119"/>
                <a:gd name="csY17" fmla="*/ 220853 h 1120394"/>
                <a:gd name="csX18" fmla="*/ 697230 w 3873119"/>
                <a:gd name="csY18" fmla="*/ 213741 h 1120394"/>
                <a:gd name="csX19" fmla="*/ 735965 w 3873119"/>
                <a:gd name="csY19" fmla="*/ 207010 h 1120394"/>
                <a:gd name="csX20" fmla="*/ 774700 w 3873119"/>
                <a:gd name="csY20" fmla="*/ 200533 h 1120394"/>
                <a:gd name="csX21" fmla="*/ 813435 w 3873119"/>
                <a:gd name="csY21" fmla="*/ 194564 h 1120394"/>
                <a:gd name="csX22" fmla="*/ 852170 w 3873119"/>
                <a:gd name="csY22" fmla="*/ 188722 h 1120394"/>
                <a:gd name="csX23" fmla="*/ 890905 w 3873119"/>
                <a:gd name="csY23" fmla="*/ 183134 h 1120394"/>
                <a:gd name="csX24" fmla="*/ 929513 w 3873119"/>
                <a:gd name="csY24" fmla="*/ 177927 h 1120394"/>
                <a:gd name="csX25" fmla="*/ 968248 w 3873119"/>
                <a:gd name="csY25" fmla="*/ 172720 h 1120394"/>
                <a:gd name="csX26" fmla="*/ 1006983 w 3873119"/>
                <a:gd name="csY26" fmla="*/ 167894 h 1120394"/>
                <a:gd name="csX27" fmla="*/ 1045718 w 3873119"/>
                <a:gd name="csY27" fmla="*/ 163195 h 1120394"/>
                <a:gd name="csX28" fmla="*/ 1084453 w 3873119"/>
                <a:gd name="csY28" fmla="*/ 158623 h 1120394"/>
                <a:gd name="csX29" fmla="*/ 1123188 w 3873119"/>
                <a:gd name="csY29" fmla="*/ 154305 h 1120394"/>
                <a:gd name="csX30" fmla="*/ 1161923 w 3873119"/>
                <a:gd name="csY30" fmla="*/ 150114 h 1120394"/>
                <a:gd name="csX31" fmla="*/ 1200658 w 3873119"/>
                <a:gd name="csY31" fmla="*/ 145923 h 1120394"/>
                <a:gd name="csX32" fmla="*/ 1239393 w 3873119"/>
                <a:gd name="csY32" fmla="*/ 141986 h 1120394"/>
                <a:gd name="csX33" fmla="*/ 1278128 w 3873119"/>
                <a:gd name="csY33" fmla="*/ 138176 h 1120394"/>
                <a:gd name="csX34" fmla="*/ 1316863 w 3873119"/>
                <a:gd name="csY34" fmla="*/ 134493 h 1120394"/>
                <a:gd name="csX35" fmla="*/ 1355598 w 3873119"/>
                <a:gd name="csY35" fmla="*/ 130810 h 1120394"/>
                <a:gd name="csX36" fmla="*/ 1394333 w 3873119"/>
                <a:gd name="csY36" fmla="*/ 127381 h 1120394"/>
                <a:gd name="csX37" fmla="*/ 1433068 w 3873119"/>
                <a:gd name="csY37" fmla="*/ 123952 h 1120394"/>
                <a:gd name="csX38" fmla="*/ 1471803 w 3873119"/>
                <a:gd name="csY38" fmla="*/ 120650 h 1120394"/>
                <a:gd name="csX39" fmla="*/ 1510538 w 3873119"/>
                <a:gd name="csY39" fmla="*/ 117348 h 1120394"/>
                <a:gd name="csX40" fmla="*/ 1549273 w 3873119"/>
                <a:gd name="csY40" fmla="*/ 114173 h 1120394"/>
                <a:gd name="csX41" fmla="*/ 1588008 w 3873119"/>
                <a:gd name="csY41" fmla="*/ 111125 h 1120394"/>
                <a:gd name="csX42" fmla="*/ 1626743 w 3873119"/>
                <a:gd name="csY42" fmla="*/ 108077 h 1120394"/>
                <a:gd name="csX43" fmla="*/ 1665478 w 3873119"/>
                <a:gd name="csY43" fmla="*/ 105156 h 1120394"/>
                <a:gd name="csX44" fmla="*/ 1704213 w 3873119"/>
                <a:gd name="csY44" fmla="*/ 102362 h 1120394"/>
                <a:gd name="csX45" fmla="*/ 1742948 w 3873119"/>
                <a:gd name="csY45" fmla="*/ 99568 h 1120394"/>
                <a:gd name="csX46" fmla="*/ 1781683 w 3873119"/>
                <a:gd name="csY46" fmla="*/ 96774 h 1120394"/>
                <a:gd name="csX47" fmla="*/ 1820418 w 3873119"/>
                <a:gd name="csY47" fmla="*/ 94107 h 1120394"/>
                <a:gd name="csX48" fmla="*/ 1859153 w 3873119"/>
                <a:gd name="csY48" fmla="*/ 91440 h 1120394"/>
                <a:gd name="csX49" fmla="*/ 1897888 w 3873119"/>
                <a:gd name="csY49" fmla="*/ 88900 h 1120394"/>
                <a:gd name="csX50" fmla="*/ 1936496 w 3873119"/>
                <a:gd name="csY50" fmla="*/ 86360 h 1120394"/>
                <a:gd name="csX51" fmla="*/ 1975231 w 3873119"/>
                <a:gd name="csY51" fmla="*/ 83947 h 1120394"/>
                <a:gd name="csX52" fmla="*/ 2013966 w 3873119"/>
                <a:gd name="csY52" fmla="*/ 81534 h 1120394"/>
                <a:gd name="csX53" fmla="*/ 2052701 w 3873119"/>
                <a:gd name="csY53" fmla="*/ 79121 h 1120394"/>
                <a:gd name="csX54" fmla="*/ 2091436 w 3873119"/>
                <a:gd name="csY54" fmla="*/ 76835 h 1120394"/>
                <a:gd name="csX55" fmla="*/ 2130171 w 3873119"/>
                <a:gd name="csY55" fmla="*/ 74549 h 1120394"/>
                <a:gd name="csX56" fmla="*/ 2168906 w 3873119"/>
                <a:gd name="csY56" fmla="*/ 72263 h 1120394"/>
                <a:gd name="csX57" fmla="*/ 2207641 w 3873119"/>
                <a:gd name="csY57" fmla="*/ 70104 h 1120394"/>
                <a:gd name="csX58" fmla="*/ 2246376 w 3873119"/>
                <a:gd name="csY58" fmla="*/ 67945 h 1120394"/>
                <a:gd name="csX59" fmla="*/ 2285111 w 3873119"/>
                <a:gd name="csY59" fmla="*/ 65786 h 1120394"/>
                <a:gd name="csX60" fmla="*/ 2323846 w 3873119"/>
                <a:gd name="csY60" fmla="*/ 63627 h 1120394"/>
                <a:gd name="csX61" fmla="*/ 2362581 w 3873119"/>
                <a:gd name="csY61" fmla="*/ 61595 h 1120394"/>
                <a:gd name="csX62" fmla="*/ 2401316 w 3873119"/>
                <a:gd name="csY62" fmla="*/ 59563 h 1120394"/>
                <a:gd name="csX63" fmla="*/ 2440051 w 3873119"/>
                <a:gd name="csY63" fmla="*/ 57658 h 1120394"/>
                <a:gd name="csX64" fmla="*/ 2478786 w 3873119"/>
                <a:gd name="csY64" fmla="*/ 55626 h 1120394"/>
                <a:gd name="csX65" fmla="*/ 2517521 w 3873119"/>
                <a:gd name="csY65" fmla="*/ 53721 h 1120394"/>
                <a:gd name="csX66" fmla="*/ 2556256 w 3873119"/>
                <a:gd name="csY66" fmla="*/ 51816 h 1120394"/>
                <a:gd name="csX67" fmla="*/ 2594991 w 3873119"/>
                <a:gd name="csY67" fmla="*/ 49911 h 1120394"/>
                <a:gd name="csX68" fmla="*/ 2633726 w 3873119"/>
                <a:gd name="csY68" fmla="*/ 48133 h 1120394"/>
                <a:gd name="csX69" fmla="*/ 2672461 w 3873119"/>
                <a:gd name="csY69" fmla="*/ 46228 h 1120394"/>
                <a:gd name="csX70" fmla="*/ 2711196 w 3873119"/>
                <a:gd name="csY70" fmla="*/ 44450 h 1120394"/>
                <a:gd name="csX71" fmla="*/ 2749931 w 3873119"/>
                <a:gd name="csY71" fmla="*/ 42672 h 1120394"/>
                <a:gd name="csX72" fmla="*/ 2788666 w 3873119"/>
                <a:gd name="csY72" fmla="*/ 40894 h 1120394"/>
                <a:gd name="csX73" fmla="*/ 2827401 w 3873119"/>
                <a:gd name="csY73" fmla="*/ 39243 h 1120394"/>
                <a:gd name="csX74" fmla="*/ 2866136 w 3873119"/>
                <a:gd name="csY74" fmla="*/ 37592 h 1120394"/>
                <a:gd name="csX75" fmla="*/ 2904744 w 3873119"/>
                <a:gd name="csY75" fmla="*/ 35814 h 1120394"/>
                <a:gd name="csX76" fmla="*/ 2943479 w 3873119"/>
                <a:gd name="csY76" fmla="*/ 34163 h 1120394"/>
                <a:gd name="csX77" fmla="*/ 2982214 w 3873119"/>
                <a:gd name="csY77" fmla="*/ 32639 h 1120394"/>
                <a:gd name="csX78" fmla="*/ 3020949 w 3873119"/>
                <a:gd name="csY78" fmla="*/ 30988 h 1120394"/>
                <a:gd name="csX79" fmla="*/ 3059684 w 3873119"/>
                <a:gd name="csY79" fmla="*/ 29337 h 1120394"/>
                <a:gd name="csX80" fmla="*/ 3098419 w 3873119"/>
                <a:gd name="csY80" fmla="*/ 27813 h 1120394"/>
                <a:gd name="csX81" fmla="*/ 3137154 w 3873119"/>
                <a:gd name="csY81" fmla="*/ 26289 h 1120394"/>
                <a:gd name="csX82" fmla="*/ 3175889 w 3873119"/>
                <a:gd name="csY82" fmla="*/ 24765 h 1120394"/>
                <a:gd name="csX83" fmla="*/ 3214624 w 3873119"/>
                <a:gd name="csY83" fmla="*/ 23241 h 1120394"/>
                <a:gd name="csX84" fmla="*/ 3253359 w 3873119"/>
                <a:gd name="csY84" fmla="*/ 21717 h 1120394"/>
                <a:gd name="csX85" fmla="*/ 3292094 w 3873119"/>
                <a:gd name="csY85" fmla="*/ 20320 h 1120394"/>
                <a:gd name="csX86" fmla="*/ 3330829 w 3873119"/>
                <a:gd name="csY86" fmla="*/ 18796 h 1120394"/>
                <a:gd name="csX87" fmla="*/ 3369564 w 3873119"/>
                <a:gd name="csY87" fmla="*/ 17399 h 1120394"/>
                <a:gd name="csX88" fmla="*/ 3408299 w 3873119"/>
                <a:gd name="csY88" fmla="*/ 16002 h 1120394"/>
                <a:gd name="csX89" fmla="*/ 3447034 w 3873119"/>
                <a:gd name="csY89" fmla="*/ 14478 h 1120394"/>
                <a:gd name="csX90" fmla="*/ 3485769 w 3873119"/>
                <a:gd name="csY90" fmla="*/ 13081 h 1120394"/>
                <a:gd name="csX91" fmla="*/ 3524504 w 3873119"/>
                <a:gd name="csY91" fmla="*/ 11811 h 1120394"/>
                <a:gd name="csX92" fmla="*/ 3563239 w 3873119"/>
                <a:gd name="csY92" fmla="*/ 10414 h 1120394"/>
                <a:gd name="csX93" fmla="*/ 3601974 w 3873119"/>
                <a:gd name="csY93" fmla="*/ 9017 h 1120394"/>
                <a:gd name="csX94" fmla="*/ 3640709 w 3873119"/>
                <a:gd name="csY94" fmla="*/ 7747 h 1120394"/>
                <a:gd name="csX95" fmla="*/ 3679444 w 3873119"/>
                <a:gd name="csY95" fmla="*/ 6350 h 1120394"/>
                <a:gd name="csX96" fmla="*/ 3718179 w 3873119"/>
                <a:gd name="csY96" fmla="*/ 5080 h 1120394"/>
                <a:gd name="csX97" fmla="*/ 3756914 w 3873119"/>
                <a:gd name="csY97" fmla="*/ 3810 h 1120394"/>
                <a:gd name="csX98" fmla="*/ 3795649 w 3873119"/>
                <a:gd name="csY98" fmla="*/ 2540 h 1120394"/>
                <a:gd name="csX99" fmla="*/ 3834384 w 3873119"/>
                <a:gd name="csY99" fmla="*/ 1270 h 1120394"/>
                <a:gd name="csX100" fmla="*/ 3873119 w 3873119"/>
                <a:gd name="csY100" fmla="*/ 0 h 11203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3873119" h="1120394">
                  <a:moveTo>
                    <a:pt x="0" y="1120394"/>
                  </a:moveTo>
                  <a:lnTo>
                    <a:pt x="38735" y="572516"/>
                  </a:lnTo>
                  <a:lnTo>
                    <a:pt x="77470" y="486918"/>
                  </a:lnTo>
                  <a:lnTo>
                    <a:pt x="116205" y="436626"/>
                  </a:lnTo>
                  <a:lnTo>
                    <a:pt x="154940" y="400939"/>
                  </a:lnTo>
                  <a:lnTo>
                    <a:pt x="193675" y="373126"/>
                  </a:lnTo>
                  <a:lnTo>
                    <a:pt x="232410" y="350520"/>
                  </a:lnTo>
                  <a:lnTo>
                    <a:pt x="271145" y="331343"/>
                  </a:lnTo>
                  <a:lnTo>
                    <a:pt x="309880" y="314706"/>
                  </a:lnTo>
                  <a:lnTo>
                    <a:pt x="348615" y="299974"/>
                  </a:lnTo>
                  <a:lnTo>
                    <a:pt x="387350" y="286893"/>
                  </a:lnTo>
                  <a:lnTo>
                    <a:pt x="426085" y="275082"/>
                  </a:lnTo>
                  <a:lnTo>
                    <a:pt x="464820" y="264160"/>
                  </a:lnTo>
                  <a:lnTo>
                    <a:pt x="503555" y="254254"/>
                  </a:lnTo>
                  <a:lnTo>
                    <a:pt x="542290" y="244983"/>
                  </a:lnTo>
                  <a:lnTo>
                    <a:pt x="581025" y="236474"/>
                  </a:lnTo>
                  <a:lnTo>
                    <a:pt x="619760" y="228346"/>
                  </a:lnTo>
                  <a:lnTo>
                    <a:pt x="658495" y="220853"/>
                  </a:lnTo>
                  <a:lnTo>
                    <a:pt x="697230" y="213741"/>
                  </a:lnTo>
                  <a:lnTo>
                    <a:pt x="735965" y="207010"/>
                  </a:lnTo>
                  <a:lnTo>
                    <a:pt x="774700" y="200533"/>
                  </a:lnTo>
                  <a:lnTo>
                    <a:pt x="813435" y="194564"/>
                  </a:lnTo>
                  <a:lnTo>
                    <a:pt x="852170" y="188722"/>
                  </a:lnTo>
                  <a:lnTo>
                    <a:pt x="890905" y="183134"/>
                  </a:lnTo>
                  <a:lnTo>
                    <a:pt x="929513" y="177927"/>
                  </a:lnTo>
                  <a:lnTo>
                    <a:pt x="968248" y="172720"/>
                  </a:lnTo>
                  <a:lnTo>
                    <a:pt x="1006983" y="167894"/>
                  </a:lnTo>
                  <a:lnTo>
                    <a:pt x="1045718" y="163195"/>
                  </a:lnTo>
                  <a:lnTo>
                    <a:pt x="1084453" y="158623"/>
                  </a:lnTo>
                  <a:lnTo>
                    <a:pt x="1123188" y="154305"/>
                  </a:lnTo>
                  <a:lnTo>
                    <a:pt x="1161923" y="150114"/>
                  </a:lnTo>
                  <a:lnTo>
                    <a:pt x="1200658" y="145923"/>
                  </a:lnTo>
                  <a:lnTo>
                    <a:pt x="1239393" y="141986"/>
                  </a:lnTo>
                  <a:lnTo>
                    <a:pt x="1278128" y="138176"/>
                  </a:lnTo>
                  <a:lnTo>
                    <a:pt x="1316863" y="134493"/>
                  </a:lnTo>
                  <a:lnTo>
                    <a:pt x="1355598" y="130810"/>
                  </a:lnTo>
                  <a:lnTo>
                    <a:pt x="1394333" y="127381"/>
                  </a:lnTo>
                  <a:lnTo>
                    <a:pt x="1433068" y="123952"/>
                  </a:lnTo>
                  <a:lnTo>
                    <a:pt x="1471803" y="120650"/>
                  </a:lnTo>
                  <a:lnTo>
                    <a:pt x="1510538" y="117348"/>
                  </a:lnTo>
                  <a:lnTo>
                    <a:pt x="1549273" y="114173"/>
                  </a:lnTo>
                  <a:lnTo>
                    <a:pt x="1588008" y="111125"/>
                  </a:lnTo>
                  <a:lnTo>
                    <a:pt x="1626743" y="108077"/>
                  </a:lnTo>
                  <a:lnTo>
                    <a:pt x="1665478" y="105156"/>
                  </a:lnTo>
                  <a:lnTo>
                    <a:pt x="1704213" y="102362"/>
                  </a:lnTo>
                  <a:lnTo>
                    <a:pt x="1742948" y="99568"/>
                  </a:lnTo>
                  <a:lnTo>
                    <a:pt x="1781683" y="96774"/>
                  </a:lnTo>
                  <a:lnTo>
                    <a:pt x="1820418" y="94107"/>
                  </a:lnTo>
                  <a:lnTo>
                    <a:pt x="1859153" y="91440"/>
                  </a:lnTo>
                  <a:lnTo>
                    <a:pt x="1897888" y="88900"/>
                  </a:lnTo>
                  <a:lnTo>
                    <a:pt x="1936496" y="86360"/>
                  </a:lnTo>
                  <a:lnTo>
                    <a:pt x="1975231" y="83947"/>
                  </a:lnTo>
                  <a:lnTo>
                    <a:pt x="2013966" y="81534"/>
                  </a:lnTo>
                  <a:lnTo>
                    <a:pt x="2052701" y="79121"/>
                  </a:lnTo>
                  <a:lnTo>
                    <a:pt x="2091436" y="76835"/>
                  </a:lnTo>
                  <a:lnTo>
                    <a:pt x="2130171" y="74549"/>
                  </a:lnTo>
                  <a:lnTo>
                    <a:pt x="2168906" y="72263"/>
                  </a:lnTo>
                  <a:lnTo>
                    <a:pt x="2207641" y="70104"/>
                  </a:lnTo>
                  <a:lnTo>
                    <a:pt x="2246376" y="67945"/>
                  </a:lnTo>
                  <a:lnTo>
                    <a:pt x="2285111" y="65786"/>
                  </a:lnTo>
                  <a:lnTo>
                    <a:pt x="2323846" y="63627"/>
                  </a:lnTo>
                  <a:lnTo>
                    <a:pt x="2362581" y="61595"/>
                  </a:lnTo>
                  <a:lnTo>
                    <a:pt x="2401316" y="59563"/>
                  </a:lnTo>
                  <a:lnTo>
                    <a:pt x="2440051" y="57658"/>
                  </a:lnTo>
                  <a:lnTo>
                    <a:pt x="2478786" y="55626"/>
                  </a:lnTo>
                  <a:lnTo>
                    <a:pt x="2517521" y="53721"/>
                  </a:lnTo>
                  <a:lnTo>
                    <a:pt x="2556256" y="51816"/>
                  </a:lnTo>
                  <a:lnTo>
                    <a:pt x="2594991" y="49911"/>
                  </a:lnTo>
                  <a:lnTo>
                    <a:pt x="2633726" y="48133"/>
                  </a:lnTo>
                  <a:lnTo>
                    <a:pt x="2672461" y="46228"/>
                  </a:lnTo>
                  <a:lnTo>
                    <a:pt x="2711196" y="44450"/>
                  </a:lnTo>
                  <a:lnTo>
                    <a:pt x="2749931" y="42672"/>
                  </a:lnTo>
                  <a:lnTo>
                    <a:pt x="2788666" y="40894"/>
                  </a:lnTo>
                  <a:lnTo>
                    <a:pt x="2827401" y="39243"/>
                  </a:lnTo>
                  <a:lnTo>
                    <a:pt x="2866136" y="37592"/>
                  </a:lnTo>
                  <a:lnTo>
                    <a:pt x="2904744" y="35814"/>
                  </a:lnTo>
                  <a:lnTo>
                    <a:pt x="2943479" y="34163"/>
                  </a:lnTo>
                  <a:lnTo>
                    <a:pt x="2982214" y="32639"/>
                  </a:lnTo>
                  <a:lnTo>
                    <a:pt x="3020949" y="30988"/>
                  </a:lnTo>
                  <a:lnTo>
                    <a:pt x="3059684" y="29337"/>
                  </a:lnTo>
                  <a:lnTo>
                    <a:pt x="3098419" y="27813"/>
                  </a:lnTo>
                  <a:lnTo>
                    <a:pt x="3137154" y="26289"/>
                  </a:lnTo>
                  <a:lnTo>
                    <a:pt x="3175889" y="24765"/>
                  </a:lnTo>
                  <a:lnTo>
                    <a:pt x="3214624" y="23241"/>
                  </a:lnTo>
                  <a:lnTo>
                    <a:pt x="3253359" y="21717"/>
                  </a:lnTo>
                  <a:lnTo>
                    <a:pt x="3292094" y="20320"/>
                  </a:lnTo>
                  <a:lnTo>
                    <a:pt x="3330829" y="18796"/>
                  </a:lnTo>
                  <a:lnTo>
                    <a:pt x="3369564" y="17399"/>
                  </a:lnTo>
                  <a:lnTo>
                    <a:pt x="3408299" y="16002"/>
                  </a:lnTo>
                  <a:lnTo>
                    <a:pt x="3447034" y="14478"/>
                  </a:lnTo>
                  <a:lnTo>
                    <a:pt x="3485769" y="13081"/>
                  </a:lnTo>
                  <a:lnTo>
                    <a:pt x="3524504" y="11811"/>
                  </a:lnTo>
                  <a:lnTo>
                    <a:pt x="3563239" y="10414"/>
                  </a:lnTo>
                  <a:lnTo>
                    <a:pt x="3601974" y="9017"/>
                  </a:lnTo>
                  <a:lnTo>
                    <a:pt x="3640709" y="7747"/>
                  </a:lnTo>
                  <a:lnTo>
                    <a:pt x="3679444" y="6350"/>
                  </a:lnTo>
                  <a:lnTo>
                    <a:pt x="3718179" y="5080"/>
                  </a:lnTo>
                  <a:lnTo>
                    <a:pt x="3756914" y="3810"/>
                  </a:lnTo>
                  <a:lnTo>
                    <a:pt x="3795649" y="2540"/>
                  </a:lnTo>
                  <a:lnTo>
                    <a:pt x="3834384" y="1270"/>
                  </a:lnTo>
                  <a:lnTo>
                    <a:pt x="3873119" y="0"/>
                  </a:lnTo>
                </a:path>
              </a:pathLst>
            </a:custGeom>
            <a:noFill/>
            <a:ln w="54173" cap="flat">
              <a:solidFill>
                <a:srgbClr val="1965B0"/>
              </a:solidFill>
              <a:prstDash val="solid"/>
              <a:round/>
            </a:ln>
          </p:spPr>
          <p:txBody>
            <a:bodyPr/>
            <a:lstStyle/>
            <a:p>
              <a:pPr algn="ctr"/>
              <a:endParaRPr lang="en-US" sz="3024"/>
            </a:p>
          </p:txBody>
        </p:sp>
        <p:sp>
          <p:nvSpPr>
            <p:cNvPr id="14" name="Freeform 13">
              <a:extLst>
                <a:ext uri="{FF2B5EF4-FFF2-40B4-BE49-F238E27FC236}">
                  <a16:creationId xmlns:a16="http://schemas.microsoft.com/office/drawing/2014/main" id="{26831B42-4AB3-01E0-E625-A316F53E5ABB}"/>
                </a:ext>
              </a:extLst>
            </p:cNvPr>
            <p:cNvSpPr/>
            <p:nvPr/>
          </p:nvSpPr>
          <p:spPr>
            <a:xfrm>
              <a:off x="1016466" y="252560"/>
              <a:ext cx="3873119" cy="1120394"/>
            </a:xfrm>
            <a:custGeom>
              <a:avLst/>
              <a:gdLst>
                <a:gd name="csX0" fmla="*/ 0 w 3873119"/>
                <a:gd name="csY0" fmla="*/ 0 h 1120394"/>
                <a:gd name="csX1" fmla="*/ 38735 w 3873119"/>
                <a:gd name="csY1" fmla="*/ 0 h 1120394"/>
                <a:gd name="csX2" fmla="*/ 77470 w 3873119"/>
                <a:gd name="csY2" fmla="*/ 0 h 1120394"/>
                <a:gd name="csX3" fmla="*/ 116205 w 3873119"/>
                <a:gd name="csY3" fmla="*/ 0 h 1120394"/>
                <a:gd name="csX4" fmla="*/ 154940 w 3873119"/>
                <a:gd name="csY4" fmla="*/ 0 h 1120394"/>
                <a:gd name="csX5" fmla="*/ 193675 w 3873119"/>
                <a:gd name="csY5" fmla="*/ 0 h 1120394"/>
                <a:gd name="csX6" fmla="*/ 232410 w 3873119"/>
                <a:gd name="csY6" fmla="*/ 0 h 1120394"/>
                <a:gd name="csX7" fmla="*/ 271145 w 3873119"/>
                <a:gd name="csY7" fmla="*/ 0 h 1120394"/>
                <a:gd name="csX8" fmla="*/ 309880 w 3873119"/>
                <a:gd name="csY8" fmla="*/ 0 h 1120394"/>
                <a:gd name="csX9" fmla="*/ 348615 w 3873119"/>
                <a:gd name="csY9" fmla="*/ 0 h 1120394"/>
                <a:gd name="csX10" fmla="*/ 387350 w 3873119"/>
                <a:gd name="csY10" fmla="*/ 0 h 1120394"/>
                <a:gd name="csX11" fmla="*/ 426085 w 3873119"/>
                <a:gd name="csY11" fmla="*/ 0 h 1120394"/>
                <a:gd name="csX12" fmla="*/ 464820 w 3873119"/>
                <a:gd name="csY12" fmla="*/ 0 h 1120394"/>
                <a:gd name="csX13" fmla="*/ 503555 w 3873119"/>
                <a:gd name="csY13" fmla="*/ 0 h 1120394"/>
                <a:gd name="csX14" fmla="*/ 542290 w 3873119"/>
                <a:gd name="csY14" fmla="*/ 0 h 1120394"/>
                <a:gd name="csX15" fmla="*/ 581025 w 3873119"/>
                <a:gd name="csY15" fmla="*/ 0 h 1120394"/>
                <a:gd name="csX16" fmla="*/ 619760 w 3873119"/>
                <a:gd name="csY16" fmla="*/ 0 h 1120394"/>
                <a:gd name="csX17" fmla="*/ 658495 w 3873119"/>
                <a:gd name="csY17" fmla="*/ 0 h 1120394"/>
                <a:gd name="csX18" fmla="*/ 697230 w 3873119"/>
                <a:gd name="csY18" fmla="*/ 0 h 1120394"/>
                <a:gd name="csX19" fmla="*/ 735965 w 3873119"/>
                <a:gd name="csY19" fmla="*/ 0 h 1120394"/>
                <a:gd name="csX20" fmla="*/ 774700 w 3873119"/>
                <a:gd name="csY20" fmla="*/ 0 h 1120394"/>
                <a:gd name="csX21" fmla="*/ 813435 w 3873119"/>
                <a:gd name="csY21" fmla="*/ 0 h 1120394"/>
                <a:gd name="csX22" fmla="*/ 852170 w 3873119"/>
                <a:gd name="csY22" fmla="*/ 0 h 1120394"/>
                <a:gd name="csX23" fmla="*/ 890905 w 3873119"/>
                <a:gd name="csY23" fmla="*/ 0 h 1120394"/>
                <a:gd name="csX24" fmla="*/ 929513 w 3873119"/>
                <a:gd name="csY24" fmla="*/ 0 h 1120394"/>
                <a:gd name="csX25" fmla="*/ 968248 w 3873119"/>
                <a:gd name="csY25" fmla="*/ 0 h 1120394"/>
                <a:gd name="csX26" fmla="*/ 1006983 w 3873119"/>
                <a:gd name="csY26" fmla="*/ 0 h 1120394"/>
                <a:gd name="csX27" fmla="*/ 1045718 w 3873119"/>
                <a:gd name="csY27" fmla="*/ 0 h 1120394"/>
                <a:gd name="csX28" fmla="*/ 1084453 w 3873119"/>
                <a:gd name="csY28" fmla="*/ 0 h 1120394"/>
                <a:gd name="csX29" fmla="*/ 1123188 w 3873119"/>
                <a:gd name="csY29" fmla="*/ 0 h 1120394"/>
                <a:gd name="csX30" fmla="*/ 1161923 w 3873119"/>
                <a:gd name="csY30" fmla="*/ 0 h 1120394"/>
                <a:gd name="csX31" fmla="*/ 1200658 w 3873119"/>
                <a:gd name="csY31" fmla="*/ 0 h 1120394"/>
                <a:gd name="csX32" fmla="*/ 1239393 w 3873119"/>
                <a:gd name="csY32" fmla="*/ 0 h 1120394"/>
                <a:gd name="csX33" fmla="*/ 1278128 w 3873119"/>
                <a:gd name="csY33" fmla="*/ 127 h 1120394"/>
                <a:gd name="csX34" fmla="*/ 1316863 w 3873119"/>
                <a:gd name="csY34" fmla="*/ 127 h 1120394"/>
                <a:gd name="csX35" fmla="*/ 1355598 w 3873119"/>
                <a:gd name="csY35" fmla="*/ 127 h 1120394"/>
                <a:gd name="csX36" fmla="*/ 1394333 w 3873119"/>
                <a:gd name="csY36" fmla="*/ 254 h 1120394"/>
                <a:gd name="csX37" fmla="*/ 1433068 w 3873119"/>
                <a:gd name="csY37" fmla="*/ 254 h 1120394"/>
                <a:gd name="csX38" fmla="*/ 1471803 w 3873119"/>
                <a:gd name="csY38" fmla="*/ 381 h 1120394"/>
                <a:gd name="csX39" fmla="*/ 1510538 w 3873119"/>
                <a:gd name="csY39" fmla="*/ 508 h 1120394"/>
                <a:gd name="csX40" fmla="*/ 1549273 w 3873119"/>
                <a:gd name="csY40" fmla="*/ 635 h 1120394"/>
                <a:gd name="csX41" fmla="*/ 1588008 w 3873119"/>
                <a:gd name="csY41" fmla="*/ 889 h 1120394"/>
                <a:gd name="csX42" fmla="*/ 1626743 w 3873119"/>
                <a:gd name="csY42" fmla="*/ 1143 h 1120394"/>
                <a:gd name="csX43" fmla="*/ 1665478 w 3873119"/>
                <a:gd name="csY43" fmla="*/ 1524 h 1120394"/>
                <a:gd name="csX44" fmla="*/ 1704213 w 3873119"/>
                <a:gd name="csY44" fmla="*/ 2032 h 1120394"/>
                <a:gd name="csX45" fmla="*/ 1742948 w 3873119"/>
                <a:gd name="csY45" fmla="*/ 2794 h 1120394"/>
                <a:gd name="csX46" fmla="*/ 1781683 w 3873119"/>
                <a:gd name="csY46" fmla="*/ 3683 h 1120394"/>
                <a:gd name="csX47" fmla="*/ 1820418 w 3873119"/>
                <a:gd name="csY47" fmla="*/ 5080 h 1120394"/>
                <a:gd name="csX48" fmla="*/ 1859153 w 3873119"/>
                <a:gd name="csY48" fmla="*/ 6858 h 1120394"/>
                <a:gd name="csX49" fmla="*/ 1897888 w 3873119"/>
                <a:gd name="csY49" fmla="*/ 9144 h 1120394"/>
                <a:gd name="csX50" fmla="*/ 1936496 w 3873119"/>
                <a:gd name="csY50" fmla="*/ 12319 h 1120394"/>
                <a:gd name="csX51" fmla="*/ 1975231 w 3873119"/>
                <a:gd name="csY51" fmla="*/ 16510 h 1120394"/>
                <a:gd name="csX52" fmla="*/ 2013966 w 3873119"/>
                <a:gd name="csY52" fmla="*/ 22225 h 1120394"/>
                <a:gd name="csX53" fmla="*/ 2052701 w 3873119"/>
                <a:gd name="csY53" fmla="*/ 29845 h 1120394"/>
                <a:gd name="csX54" fmla="*/ 2091436 w 3873119"/>
                <a:gd name="csY54" fmla="*/ 39878 h 1120394"/>
                <a:gd name="csX55" fmla="*/ 2130171 w 3873119"/>
                <a:gd name="csY55" fmla="*/ 53086 h 1120394"/>
                <a:gd name="csX56" fmla="*/ 2168906 w 3873119"/>
                <a:gd name="csY56" fmla="*/ 70612 h 1120394"/>
                <a:gd name="csX57" fmla="*/ 2207641 w 3873119"/>
                <a:gd name="csY57" fmla="*/ 93218 h 1120394"/>
                <a:gd name="csX58" fmla="*/ 2246376 w 3873119"/>
                <a:gd name="csY58" fmla="*/ 122174 h 1120394"/>
                <a:gd name="csX59" fmla="*/ 2285111 w 3873119"/>
                <a:gd name="csY59" fmla="*/ 158877 h 1120394"/>
                <a:gd name="csX60" fmla="*/ 2323846 w 3873119"/>
                <a:gd name="csY60" fmla="*/ 204343 h 1120394"/>
                <a:gd name="csX61" fmla="*/ 2362581 w 3873119"/>
                <a:gd name="csY61" fmla="*/ 259334 h 1120394"/>
                <a:gd name="csX62" fmla="*/ 2401316 w 3873119"/>
                <a:gd name="csY62" fmla="*/ 323850 h 1120394"/>
                <a:gd name="csX63" fmla="*/ 2440051 w 3873119"/>
                <a:gd name="csY63" fmla="*/ 397002 h 1120394"/>
                <a:gd name="csX64" fmla="*/ 2478786 w 3873119"/>
                <a:gd name="csY64" fmla="*/ 476758 h 1120394"/>
                <a:gd name="csX65" fmla="*/ 2517521 w 3873119"/>
                <a:gd name="csY65" fmla="*/ 560197 h 1120394"/>
                <a:gd name="csX66" fmla="*/ 2556256 w 3873119"/>
                <a:gd name="csY66" fmla="*/ 643636 h 1120394"/>
                <a:gd name="csX67" fmla="*/ 2594991 w 3873119"/>
                <a:gd name="csY67" fmla="*/ 723392 h 1120394"/>
                <a:gd name="csX68" fmla="*/ 2633726 w 3873119"/>
                <a:gd name="csY68" fmla="*/ 796544 h 1120394"/>
                <a:gd name="csX69" fmla="*/ 2672461 w 3873119"/>
                <a:gd name="csY69" fmla="*/ 861060 h 1120394"/>
                <a:gd name="csX70" fmla="*/ 2711196 w 3873119"/>
                <a:gd name="csY70" fmla="*/ 916051 h 1120394"/>
                <a:gd name="csX71" fmla="*/ 2749931 w 3873119"/>
                <a:gd name="csY71" fmla="*/ 961517 h 1120394"/>
                <a:gd name="csX72" fmla="*/ 2788666 w 3873119"/>
                <a:gd name="csY72" fmla="*/ 998220 h 1120394"/>
                <a:gd name="csX73" fmla="*/ 2827401 w 3873119"/>
                <a:gd name="csY73" fmla="*/ 1027176 h 1120394"/>
                <a:gd name="csX74" fmla="*/ 2866136 w 3873119"/>
                <a:gd name="csY74" fmla="*/ 1049782 h 1120394"/>
                <a:gd name="csX75" fmla="*/ 2904744 w 3873119"/>
                <a:gd name="csY75" fmla="*/ 1067308 h 1120394"/>
                <a:gd name="csX76" fmla="*/ 2943479 w 3873119"/>
                <a:gd name="csY76" fmla="*/ 1080516 h 1120394"/>
                <a:gd name="csX77" fmla="*/ 2982214 w 3873119"/>
                <a:gd name="csY77" fmla="*/ 1090549 h 1120394"/>
                <a:gd name="csX78" fmla="*/ 3020949 w 3873119"/>
                <a:gd name="csY78" fmla="*/ 1098169 h 1120394"/>
                <a:gd name="csX79" fmla="*/ 3059684 w 3873119"/>
                <a:gd name="csY79" fmla="*/ 1103884 h 1120394"/>
                <a:gd name="csX80" fmla="*/ 3098419 w 3873119"/>
                <a:gd name="csY80" fmla="*/ 1108075 h 1120394"/>
                <a:gd name="csX81" fmla="*/ 3137154 w 3873119"/>
                <a:gd name="csY81" fmla="*/ 1111250 h 1120394"/>
                <a:gd name="csX82" fmla="*/ 3175889 w 3873119"/>
                <a:gd name="csY82" fmla="*/ 1113536 h 1120394"/>
                <a:gd name="csX83" fmla="*/ 3214624 w 3873119"/>
                <a:gd name="csY83" fmla="*/ 1115314 h 1120394"/>
                <a:gd name="csX84" fmla="*/ 3253359 w 3873119"/>
                <a:gd name="csY84" fmla="*/ 1116711 h 1120394"/>
                <a:gd name="csX85" fmla="*/ 3292094 w 3873119"/>
                <a:gd name="csY85" fmla="*/ 1117600 h 1120394"/>
                <a:gd name="csX86" fmla="*/ 3330829 w 3873119"/>
                <a:gd name="csY86" fmla="*/ 1118362 h 1120394"/>
                <a:gd name="csX87" fmla="*/ 3369564 w 3873119"/>
                <a:gd name="csY87" fmla="*/ 1118870 h 1120394"/>
                <a:gd name="csX88" fmla="*/ 3408299 w 3873119"/>
                <a:gd name="csY88" fmla="*/ 1119251 h 1120394"/>
                <a:gd name="csX89" fmla="*/ 3447034 w 3873119"/>
                <a:gd name="csY89" fmla="*/ 1119505 h 1120394"/>
                <a:gd name="csX90" fmla="*/ 3485769 w 3873119"/>
                <a:gd name="csY90" fmla="*/ 1119759 h 1120394"/>
                <a:gd name="csX91" fmla="*/ 3524504 w 3873119"/>
                <a:gd name="csY91" fmla="*/ 1119886 h 1120394"/>
                <a:gd name="csX92" fmla="*/ 3563239 w 3873119"/>
                <a:gd name="csY92" fmla="*/ 1120013 h 1120394"/>
                <a:gd name="csX93" fmla="*/ 3601974 w 3873119"/>
                <a:gd name="csY93" fmla="*/ 1120140 h 1120394"/>
                <a:gd name="csX94" fmla="*/ 3640709 w 3873119"/>
                <a:gd name="csY94" fmla="*/ 1120140 h 1120394"/>
                <a:gd name="csX95" fmla="*/ 3679444 w 3873119"/>
                <a:gd name="csY95" fmla="*/ 1120267 h 1120394"/>
                <a:gd name="csX96" fmla="*/ 3718179 w 3873119"/>
                <a:gd name="csY96" fmla="*/ 1120267 h 1120394"/>
                <a:gd name="csX97" fmla="*/ 3756914 w 3873119"/>
                <a:gd name="csY97" fmla="*/ 1120267 h 1120394"/>
                <a:gd name="csX98" fmla="*/ 3795649 w 3873119"/>
                <a:gd name="csY98" fmla="*/ 1120394 h 1120394"/>
                <a:gd name="csX99" fmla="*/ 3834384 w 3873119"/>
                <a:gd name="csY99" fmla="*/ 1120394 h 1120394"/>
                <a:gd name="csX100" fmla="*/ 3873119 w 3873119"/>
                <a:gd name="csY100" fmla="*/ 1120394 h 11203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3873119" h="1120394">
                  <a:moveTo>
                    <a:pt x="0" y="0"/>
                  </a:moveTo>
                  <a:lnTo>
                    <a:pt x="38735" y="0"/>
                  </a:lnTo>
                  <a:lnTo>
                    <a:pt x="77470" y="0"/>
                  </a:lnTo>
                  <a:lnTo>
                    <a:pt x="116205" y="0"/>
                  </a:lnTo>
                  <a:lnTo>
                    <a:pt x="154940" y="0"/>
                  </a:lnTo>
                  <a:lnTo>
                    <a:pt x="193675" y="0"/>
                  </a:lnTo>
                  <a:lnTo>
                    <a:pt x="232410" y="0"/>
                  </a:lnTo>
                  <a:lnTo>
                    <a:pt x="271145" y="0"/>
                  </a:lnTo>
                  <a:lnTo>
                    <a:pt x="309880" y="0"/>
                  </a:lnTo>
                  <a:lnTo>
                    <a:pt x="348615" y="0"/>
                  </a:lnTo>
                  <a:lnTo>
                    <a:pt x="387350" y="0"/>
                  </a:lnTo>
                  <a:lnTo>
                    <a:pt x="426085" y="0"/>
                  </a:lnTo>
                  <a:lnTo>
                    <a:pt x="464820" y="0"/>
                  </a:lnTo>
                  <a:lnTo>
                    <a:pt x="503555" y="0"/>
                  </a:lnTo>
                  <a:lnTo>
                    <a:pt x="542290" y="0"/>
                  </a:lnTo>
                  <a:lnTo>
                    <a:pt x="581025" y="0"/>
                  </a:lnTo>
                  <a:lnTo>
                    <a:pt x="619760" y="0"/>
                  </a:lnTo>
                  <a:lnTo>
                    <a:pt x="658495" y="0"/>
                  </a:lnTo>
                  <a:lnTo>
                    <a:pt x="697230" y="0"/>
                  </a:lnTo>
                  <a:lnTo>
                    <a:pt x="735965" y="0"/>
                  </a:lnTo>
                  <a:lnTo>
                    <a:pt x="774700" y="0"/>
                  </a:lnTo>
                  <a:lnTo>
                    <a:pt x="813435" y="0"/>
                  </a:lnTo>
                  <a:lnTo>
                    <a:pt x="852170" y="0"/>
                  </a:lnTo>
                  <a:lnTo>
                    <a:pt x="890905" y="0"/>
                  </a:lnTo>
                  <a:lnTo>
                    <a:pt x="929513" y="0"/>
                  </a:lnTo>
                  <a:lnTo>
                    <a:pt x="968248" y="0"/>
                  </a:lnTo>
                  <a:lnTo>
                    <a:pt x="1006983" y="0"/>
                  </a:lnTo>
                  <a:lnTo>
                    <a:pt x="1045718" y="0"/>
                  </a:lnTo>
                  <a:lnTo>
                    <a:pt x="1084453" y="0"/>
                  </a:lnTo>
                  <a:lnTo>
                    <a:pt x="1123188" y="0"/>
                  </a:lnTo>
                  <a:lnTo>
                    <a:pt x="1161923" y="0"/>
                  </a:lnTo>
                  <a:lnTo>
                    <a:pt x="1200658" y="0"/>
                  </a:lnTo>
                  <a:lnTo>
                    <a:pt x="1239393" y="0"/>
                  </a:lnTo>
                  <a:lnTo>
                    <a:pt x="1278128" y="127"/>
                  </a:lnTo>
                  <a:lnTo>
                    <a:pt x="1316863" y="127"/>
                  </a:lnTo>
                  <a:lnTo>
                    <a:pt x="1355598" y="127"/>
                  </a:lnTo>
                  <a:lnTo>
                    <a:pt x="1394333" y="254"/>
                  </a:lnTo>
                  <a:lnTo>
                    <a:pt x="1433068" y="254"/>
                  </a:lnTo>
                  <a:lnTo>
                    <a:pt x="1471803" y="381"/>
                  </a:lnTo>
                  <a:lnTo>
                    <a:pt x="1510538" y="508"/>
                  </a:lnTo>
                  <a:lnTo>
                    <a:pt x="1549273" y="635"/>
                  </a:lnTo>
                  <a:lnTo>
                    <a:pt x="1588008" y="889"/>
                  </a:lnTo>
                  <a:lnTo>
                    <a:pt x="1626743" y="1143"/>
                  </a:lnTo>
                  <a:lnTo>
                    <a:pt x="1665478" y="1524"/>
                  </a:lnTo>
                  <a:lnTo>
                    <a:pt x="1704213" y="2032"/>
                  </a:lnTo>
                  <a:lnTo>
                    <a:pt x="1742948" y="2794"/>
                  </a:lnTo>
                  <a:lnTo>
                    <a:pt x="1781683" y="3683"/>
                  </a:lnTo>
                  <a:lnTo>
                    <a:pt x="1820418" y="5080"/>
                  </a:lnTo>
                  <a:lnTo>
                    <a:pt x="1859153" y="6858"/>
                  </a:lnTo>
                  <a:lnTo>
                    <a:pt x="1897888" y="9144"/>
                  </a:lnTo>
                  <a:lnTo>
                    <a:pt x="1936496" y="12319"/>
                  </a:lnTo>
                  <a:lnTo>
                    <a:pt x="1975231" y="16510"/>
                  </a:lnTo>
                  <a:lnTo>
                    <a:pt x="2013966" y="22225"/>
                  </a:lnTo>
                  <a:lnTo>
                    <a:pt x="2052701" y="29845"/>
                  </a:lnTo>
                  <a:lnTo>
                    <a:pt x="2091436" y="39878"/>
                  </a:lnTo>
                  <a:lnTo>
                    <a:pt x="2130171" y="53086"/>
                  </a:lnTo>
                  <a:lnTo>
                    <a:pt x="2168906" y="70612"/>
                  </a:lnTo>
                  <a:lnTo>
                    <a:pt x="2207641" y="93218"/>
                  </a:lnTo>
                  <a:lnTo>
                    <a:pt x="2246376" y="122174"/>
                  </a:lnTo>
                  <a:lnTo>
                    <a:pt x="2285111" y="158877"/>
                  </a:lnTo>
                  <a:lnTo>
                    <a:pt x="2323846" y="204343"/>
                  </a:lnTo>
                  <a:lnTo>
                    <a:pt x="2362581" y="259334"/>
                  </a:lnTo>
                  <a:lnTo>
                    <a:pt x="2401316" y="323850"/>
                  </a:lnTo>
                  <a:lnTo>
                    <a:pt x="2440051" y="397002"/>
                  </a:lnTo>
                  <a:lnTo>
                    <a:pt x="2478786" y="476758"/>
                  </a:lnTo>
                  <a:lnTo>
                    <a:pt x="2517521" y="560197"/>
                  </a:lnTo>
                  <a:lnTo>
                    <a:pt x="2556256" y="643636"/>
                  </a:lnTo>
                  <a:lnTo>
                    <a:pt x="2594991" y="723392"/>
                  </a:lnTo>
                  <a:lnTo>
                    <a:pt x="2633726" y="796544"/>
                  </a:lnTo>
                  <a:lnTo>
                    <a:pt x="2672461" y="861060"/>
                  </a:lnTo>
                  <a:lnTo>
                    <a:pt x="2711196" y="916051"/>
                  </a:lnTo>
                  <a:lnTo>
                    <a:pt x="2749931" y="961517"/>
                  </a:lnTo>
                  <a:lnTo>
                    <a:pt x="2788666" y="998220"/>
                  </a:lnTo>
                  <a:lnTo>
                    <a:pt x="2827401" y="1027176"/>
                  </a:lnTo>
                  <a:lnTo>
                    <a:pt x="2866136" y="1049782"/>
                  </a:lnTo>
                  <a:lnTo>
                    <a:pt x="2904744" y="1067308"/>
                  </a:lnTo>
                  <a:lnTo>
                    <a:pt x="2943479" y="1080516"/>
                  </a:lnTo>
                  <a:lnTo>
                    <a:pt x="2982214" y="1090549"/>
                  </a:lnTo>
                  <a:lnTo>
                    <a:pt x="3020949" y="1098169"/>
                  </a:lnTo>
                  <a:lnTo>
                    <a:pt x="3059684" y="1103884"/>
                  </a:lnTo>
                  <a:lnTo>
                    <a:pt x="3098419" y="1108075"/>
                  </a:lnTo>
                  <a:lnTo>
                    <a:pt x="3137154" y="1111250"/>
                  </a:lnTo>
                  <a:lnTo>
                    <a:pt x="3175889" y="1113536"/>
                  </a:lnTo>
                  <a:lnTo>
                    <a:pt x="3214624" y="1115314"/>
                  </a:lnTo>
                  <a:lnTo>
                    <a:pt x="3253359" y="1116711"/>
                  </a:lnTo>
                  <a:lnTo>
                    <a:pt x="3292094" y="1117600"/>
                  </a:lnTo>
                  <a:lnTo>
                    <a:pt x="3330829" y="1118362"/>
                  </a:lnTo>
                  <a:lnTo>
                    <a:pt x="3369564" y="1118870"/>
                  </a:lnTo>
                  <a:lnTo>
                    <a:pt x="3408299" y="1119251"/>
                  </a:lnTo>
                  <a:lnTo>
                    <a:pt x="3447034" y="1119505"/>
                  </a:lnTo>
                  <a:lnTo>
                    <a:pt x="3485769" y="1119759"/>
                  </a:lnTo>
                  <a:lnTo>
                    <a:pt x="3524504" y="1119886"/>
                  </a:lnTo>
                  <a:lnTo>
                    <a:pt x="3563239" y="1120013"/>
                  </a:lnTo>
                  <a:lnTo>
                    <a:pt x="3601974" y="1120140"/>
                  </a:lnTo>
                  <a:lnTo>
                    <a:pt x="3640709" y="1120140"/>
                  </a:lnTo>
                  <a:lnTo>
                    <a:pt x="3679444" y="1120267"/>
                  </a:lnTo>
                  <a:lnTo>
                    <a:pt x="3718179" y="1120267"/>
                  </a:lnTo>
                  <a:lnTo>
                    <a:pt x="3756914" y="1120267"/>
                  </a:lnTo>
                  <a:lnTo>
                    <a:pt x="3795649" y="1120394"/>
                  </a:lnTo>
                  <a:lnTo>
                    <a:pt x="3834384" y="1120394"/>
                  </a:lnTo>
                  <a:lnTo>
                    <a:pt x="3873119" y="1120394"/>
                  </a:lnTo>
                </a:path>
              </a:pathLst>
            </a:custGeom>
            <a:noFill/>
            <a:ln w="54173" cap="flat">
              <a:solidFill>
                <a:srgbClr val="F7F056"/>
              </a:solidFill>
              <a:prstDash val="solid"/>
              <a:round/>
            </a:ln>
          </p:spPr>
          <p:txBody>
            <a:bodyPr/>
            <a:lstStyle/>
            <a:p>
              <a:pPr algn="ctr"/>
              <a:endParaRPr lang="en-US" sz="3024"/>
            </a:p>
          </p:txBody>
        </p:sp>
        <p:sp>
          <p:nvSpPr>
            <p:cNvPr id="15" name="Freeform 14">
              <a:extLst>
                <a:ext uri="{FF2B5EF4-FFF2-40B4-BE49-F238E27FC236}">
                  <a16:creationId xmlns:a16="http://schemas.microsoft.com/office/drawing/2014/main" id="{5F0259E3-82CA-CFE8-0B5D-18FF3E08395D}"/>
                </a:ext>
              </a:extLst>
            </p:cNvPr>
            <p:cNvSpPr/>
            <p:nvPr/>
          </p:nvSpPr>
          <p:spPr>
            <a:xfrm>
              <a:off x="1016466" y="252560"/>
              <a:ext cx="3873119" cy="1120394"/>
            </a:xfrm>
            <a:custGeom>
              <a:avLst/>
              <a:gdLst>
                <a:gd name="csX0" fmla="*/ 0 w 3873119"/>
                <a:gd name="csY0" fmla="*/ 0 h 1120394"/>
                <a:gd name="csX1" fmla="*/ 38735 w 3873119"/>
                <a:gd name="csY1" fmla="*/ 0 h 1120394"/>
                <a:gd name="csX2" fmla="*/ 77470 w 3873119"/>
                <a:gd name="csY2" fmla="*/ 0 h 1120394"/>
                <a:gd name="csX3" fmla="*/ 116205 w 3873119"/>
                <a:gd name="csY3" fmla="*/ 0 h 1120394"/>
                <a:gd name="csX4" fmla="*/ 154940 w 3873119"/>
                <a:gd name="csY4" fmla="*/ 0 h 1120394"/>
                <a:gd name="csX5" fmla="*/ 193675 w 3873119"/>
                <a:gd name="csY5" fmla="*/ 0 h 1120394"/>
                <a:gd name="csX6" fmla="*/ 232410 w 3873119"/>
                <a:gd name="csY6" fmla="*/ 0 h 1120394"/>
                <a:gd name="csX7" fmla="*/ 271145 w 3873119"/>
                <a:gd name="csY7" fmla="*/ 0 h 1120394"/>
                <a:gd name="csX8" fmla="*/ 309880 w 3873119"/>
                <a:gd name="csY8" fmla="*/ 0 h 1120394"/>
                <a:gd name="csX9" fmla="*/ 348615 w 3873119"/>
                <a:gd name="csY9" fmla="*/ 0 h 1120394"/>
                <a:gd name="csX10" fmla="*/ 387350 w 3873119"/>
                <a:gd name="csY10" fmla="*/ 0 h 1120394"/>
                <a:gd name="csX11" fmla="*/ 426085 w 3873119"/>
                <a:gd name="csY11" fmla="*/ 0 h 1120394"/>
                <a:gd name="csX12" fmla="*/ 464820 w 3873119"/>
                <a:gd name="csY12" fmla="*/ 0 h 1120394"/>
                <a:gd name="csX13" fmla="*/ 503555 w 3873119"/>
                <a:gd name="csY13" fmla="*/ 0 h 1120394"/>
                <a:gd name="csX14" fmla="*/ 542290 w 3873119"/>
                <a:gd name="csY14" fmla="*/ 0 h 1120394"/>
                <a:gd name="csX15" fmla="*/ 581025 w 3873119"/>
                <a:gd name="csY15" fmla="*/ 0 h 1120394"/>
                <a:gd name="csX16" fmla="*/ 619760 w 3873119"/>
                <a:gd name="csY16" fmla="*/ 0 h 1120394"/>
                <a:gd name="csX17" fmla="*/ 658495 w 3873119"/>
                <a:gd name="csY17" fmla="*/ 0 h 1120394"/>
                <a:gd name="csX18" fmla="*/ 697230 w 3873119"/>
                <a:gd name="csY18" fmla="*/ 0 h 1120394"/>
                <a:gd name="csX19" fmla="*/ 735965 w 3873119"/>
                <a:gd name="csY19" fmla="*/ 0 h 1120394"/>
                <a:gd name="csX20" fmla="*/ 774700 w 3873119"/>
                <a:gd name="csY20" fmla="*/ 0 h 1120394"/>
                <a:gd name="csX21" fmla="*/ 813435 w 3873119"/>
                <a:gd name="csY21" fmla="*/ 0 h 1120394"/>
                <a:gd name="csX22" fmla="*/ 852170 w 3873119"/>
                <a:gd name="csY22" fmla="*/ 0 h 1120394"/>
                <a:gd name="csX23" fmla="*/ 890905 w 3873119"/>
                <a:gd name="csY23" fmla="*/ 0 h 1120394"/>
                <a:gd name="csX24" fmla="*/ 929513 w 3873119"/>
                <a:gd name="csY24" fmla="*/ 0 h 1120394"/>
                <a:gd name="csX25" fmla="*/ 968248 w 3873119"/>
                <a:gd name="csY25" fmla="*/ 0 h 1120394"/>
                <a:gd name="csX26" fmla="*/ 1006983 w 3873119"/>
                <a:gd name="csY26" fmla="*/ 0 h 1120394"/>
                <a:gd name="csX27" fmla="*/ 1045718 w 3873119"/>
                <a:gd name="csY27" fmla="*/ 0 h 1120394"/>
                <a:gd name="csX28" fmla="*/ 1084453 w 3873119"/>
                <a:gd name="csY28" fmla="*/ 0 h 1120394"/>
                <a:gd name="csX29" fmla="*/ 1123188 w 3873119"/>
                <a:gd name="csY29" fmla="*/ 0 h 1120394"/>
                <a:gd name="csX30" fmla="*/ 1161923 w 3873119"/>
                <a:gd name="csY30" fmla="*/ 0 h 1120394"/>
                <a:gd name="csX31" fmla="*/ 1200658 w 3873119"/>
                <a:gd name="csY31" fmla="*/ 0 h 1120394"/>
                <a:gd name="csX32" fmla="*/ 1239393 w 3873119"/>
                <a:gd name="csY32" fmla="*/ 0 h 1120394"/>
                <a:gd name="csX33" fmla="*/ 1278128 w 3873119"/>
                <a:gd name="csY33" fmla="*/ 127 h 1120394"/>
                <a:gd name="csX34" fmla="*/ 1316863 w 3873119"/>
                <a:gd name="csY34" fmla="*/ 127 h 1120394"/>
                <a:gd name="csX35" fmla="*/ 1355598 w 3873119"/>
                <a:gd name="csY35" fmla="*/ 127 h 1120394"/>
                <a:gd name="csX36" fmla="*/ 1394333 w 3873119"/>
                <a:gd name="csY36" fmla="*/ 254 h 1120394"/>
                <a:gd name="csX37" fmla="*/ 1433068 w 3873119"/>
                <a:gd name="csY37" fmla="*/ 254 h 1120394"/>
                <a:gd name="csX38" fmla="*/ 1471803 w 3873119"/>
                <a:gd name="csY38" fmla="*/ 381 h 1120394"/>
                <a:gd name="csX39" fmla="*/ 1510538 w 3873119"/>
                <a:gd name="csY39" fmla="*/ 508 h 1120394"/>
                <a:gd name="csX40" fmla="*/ 1549273 w 3873119"/>
                <a:gd name="csY40" fmla="*/ 635 h 1120394"/>
                <a:gd name="csX41" fmla="*/ 1588008 w 3873119"/>
                <a:gd name="csY41" fmla="*/ 889 h 1120394"/>
                <a:gd name="csX42" fmla="*/ 1626743 w 3873119"/>
                <a:gd name="csY42" fmla="*/ 1143 h 1120394"/>
                <a:gd name="csX43" fmla="*/ 1665478 w 3873119"/>
                <a:gd name="csY43" fmla="*/ 1524 h 1120394"/>
                <a:gd name="csX44" fmla="*/ 1704213 w 3873119"/>
                <a:gd name="csY44" fmla="*/ 2032 h 1120394"/>
                <a:gd name="csX45" fmla="*/ 1742948 w 3873119"/>
                <a:gd name="csY45" fmla="*/ 2794 h 1120394"/>
                <a:gd name="csX46" fmla="*/ 1781683 w 3873119"/>
                <a:gd name="csY46" fmla="*/ 3683 h 1120394"/>
                <a:gd name="csX47" fmla="*/ 1820418 w 3873119"/>
                <a:gd name="csY47" fmla="*/ 5080 h 1120394"/>
                <a:gd name="csX48" fmla="*/ 1859153 w 3873119"/>
                <a:gd name="csY48" fmla="*/ 6858 h 1120394"/>
                <a:gd name="csX49" fmla="*/ 1897888 w 3873119"/>
                <a:gd name="csY49" fmla="*/ 9144 h 1120394"/>
                <a:gd name="csX50" fmla="*/ 1936496 w 3873119"/>
                <a:gd name="csY50" fmla="*/ 12319 h 1120394"/>
                <a:gd name="csX51" fmla="*/ 1975231 w 3873119"/>
                <a:gd name="csY51" fmla="*/ 16510 h 1120394"/>
                <a:gd name="csX52" fmla="*/ 2013966 w 3873119"/>
                <a:gd name="csY52" fmla="*/ 22225 h 1120394"/>
                <a:gd name="csX53" fmla="*/ 2052701 w 3873119"/>
                <a:gd name="csY53" fmla="*/ 29845 h 1120394"/>
                <a:gd name="csX54" fmla="*/ 2091436 w 3873119"/>
                <a:gd name="csY54" fmla="*/ 39878 h 1120394"/>
                <a:gd name="csX55" fmla="*/ 2130171 w 3873119"/>
                <a:gd name="csY55" fmla="*/ 53086 h 1120394"/>
                <a:gd name="csX56" fmla="*/ 2168906 w 3873119"/>
                <a:gd name="csY56" fmla="*/ 70612 h 1120394"/>
                <a:gd name="csX57" fmla="*/ 2207641 w 3873119"/>
                <a:gd name="csY57" fmla="*/ 93218 h 1120394"/>
                <a:gd name="csX58" fmla="*/ 2246376 w 3873119"/>
                <a:gd name="csY58" fmla="*/ 122174 h 1120394"/>
                <a:gd name="csX59" fmla="*/ 2285111 w 3873119"/>
                <a:gd name="csY59" fmla="*/ 158877 h 1120394"/>
                <a:gd name="csX60" fmla="*/ 2323846 w 3873119"/>
                <a:gd name="csY60" fmla="*/ 204343 h 1120394"/>
                <a:gd name="csX61" fmla="*/ 2362581 w 3873119"/>
                <a:gd name="csY61" fmla="*/ 259334 h 1120394"/>
                <a:gd name="csX62" fmla="*/ 2401316 w 3873119"/>
                <a:gd name="csY62" fmla="*/ 323850 h 1120394"/>
                <a:gd name="csX63" fmla="*/ 2440051 w 3873119"/>
                <a:gd name="csY63" fmla="*/ 397002 h 1120394"/>
                <a:gd name="csX64" fmla="*/ 2478786 w 3873119"/>
                <a:gd name="csY64" fmla="*/ 476758 h 1120394"/>
                <a:gd name="csX65" fmla="*/ 2517521 w 3873119"/>
                <a:gd name="csY65" fmla="*/ 560197 h 1120394"/>
                <a:gd name="csX66" fmla="*/ 2556256 w 3873119"/>
                <a:gd name="csY66" fmla="*/ 643636 h 1120394"/>
                <a:gd name="csX67" fmla="*/ 2594991 w 3873119"/>
                <a:gd name="csY67" fmla="*/ 723392 h 1120394"/>
                <a:gd name="csX68" fmla="*/ 2633726 w 3873119"/>
                <a:gd name="csY68" fmla="*/ 796544 h 1120394"/>
                <a:gd name="csX69" fmla="*/ 2672461 w 3873119"/>
                <a:gd name="csY69" fmla="*/ 861060 h 1120394"/>
                <a:gd name="csX70" fmla="*/ 2711196 w 3873119"/>
                <a:gd name="csY70" fmla="*/ 916051 h 1120394"/>
                <a:gd name="csX71" fmla="*/ 2749931 w 3873119"/>
                <a:gd name="csY71" fmla="*/ 961517 h 1120394"/>
                <a:gd name="csX72" fmla="*/ 2788666 w 3873119"/>
                <a:gd name="csY72" fmla="*/ 998220 h 1120394"/>
                <a:gd name="csX73" fmla="*/ 2827401 w 3873119"/>
                <a:gd name="csY73" fmla="*/ 1027176 h 1120394"/>
                <a:gd name="csX74" fmla="*/ 2866136 w 3873119"/>
                <a:gd name="csY74" fmla="*/ 1049782 h 1120394"/>
                <a:gd name="csX75" fmla="*/ 2904744 w 3873119"/>
                <a:gd name="csY75" fmla="*/ 1067308 h 1120394"/>
                <a:gd name="csX76" fmla="*/ 2943479 w 3873119"/>
                <a:gd name="csY76" fmla="*/ 1080516 h 1120394"/>
                <a:gd name="csX77" fmla="*/ 2982214 w 3873119"/>
                <a:gd name="csY77" fmla="*/ 1090549 h 1120394"/>
                <a:gd name="csX78" fmla="*/ 3020949 w 3873119"/>
                <a:gd name="csY78" fmla="*/ 1098169 h 1120394"/>
                <a:gd name="csX79" fmla="*/ 3059684 w 3873119"/>
                <a:gd name="csY79" fmla="*/ 1103884 h 1120394"/>
                <a:gd name="csX80" fmla="*/ 3098419 w 3873119"/>
                <a:gd name="csY80" fmla="*/ 1108075 h 1120394"/>
                <a:gd name="csX81" fmla="*/ 3137154 w 3873119"/>
                <a:gd name="csY81" fmla="*/ 1111250 h 1120394"/>
                <a:gd name="csX82" fmla="*/ 3175889 w 3873119"/>
                <a:gd name="csY82" fmla="*/ 1113536 h 1120394"/>
                <a:gd name="csX83" fmla="*/ 3214624 w 3873119"/>
                <a:gd name="csY83" fmla="*/ 1115314 h 1120394"/>
                <a:gd name="csX84" fmla="*/ 3253359 w 3873119"/>
                <a:gd name="csY84" fmla="*/ 1116711 h 1120394"/>
                <a:gd name="csX85" fmla="*/ 3292094 w 3873119"/>
                <a:gd name="csY85" fmla="*/ 1117600 h 1120394"/>
                <a:gd name="csX86" fmla="*/ 3330829 w 3873119"/>
                <a:gd name="csY86" fmla="*/ 1118362 h 1120394"/>
                <a:gd name="csX87" fmla="*/ 3369564 w 3873119"/>
                <a:gd name="csY87" fmla="*/ 1118870 h 1120394"/>
                <a:gd name="csX88" fmla="*/ 3408299 w 3873119"/>
                <a:gd name="csY88" fmla="*/ 1119251 h 1120394"/>
                <a:gd name="csX89" fmla="*/ 3447034 w 3873119"/>
                <a:gd name="csY89" fmla="*/ 1119505 h 1120394"/>
                <a:gd name="csX90" fmla="*/ 3485769 w 3873119"/>
                <a:gd name="csY90" fmla="*/ 1119759 h 1120394"/>
                <a:gd name="csX91" fmla="*/ 3524504 w 3873119"/>
                <a:gd name="csY91" fmla="*/ 1119886 h 1120394"/>
                <a:gd name="csX92" fmla="*/ 3563239 w 3873119"/>
                <a:gd name="csY92" fmla="*/ 1120013 h 1120394"/>
                <a:gd name="csX93" fmla="*/ 3601974 w 3873119"/>
                <a:gd name="csY93" fmla="*/ 1120140 h 1120394"/>
                <a:gd name="csX94" fmla="*/ 3640709 w 3873119"/>
                <a:gd name="csY94" fmla="*/ 1120140 h 1120394"/>
                <a:gd name="csX95" fmla="*/ 3679444 w 3873119"/>
                <a:gd name="csY95" fmla="*/ 1120267 h 1120394"/>
                <a:gd name="csX96" fmla="*/ 3718179 w 3873119"/>
                <a:gd name="csY96" fmla="*/ 1120267 h 1120394"/>
                <a:gd name="csX97" fmla="*/ 3756914 w 3873119"/>
                <a:gd name="csY97" fmla="*/ 1120267 h 1120394"/>
                <a:gd name="csX98" fmla="*/ 3795649 w 3873119"/>
                <a:gd name="csY98" fmla="*/ 1120394 h 1120394"/>
                <a:gd name="csX99" fmla="*/ 3834384 w 3873119"/>
                <a:gd name="csY99" fmla="*/ 1120394 h 1120394"/>
                <a:gd name="csX100" fmla="*/ 3873119 w 3873119"/>
                <a:gd name="csY100" fmla="*/ 1120394 h 11203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3873119" h="1120394">
                  <a:moveTo>
                    <a:pt x="0" y="0"/>
                  </a:moveTo>
                  <a:lnTo>
                    <a:pt x="38735" y="0"/>
                  </a:lnTo>
                  <a:lnTo>
                    <a:pt x="77470" y="0"/>
                  </a:lnTo>
                  <a:lnTo>
                    <a:pt x="116205" y="0"/>
                  </a:lnTo>
                  <a:lnTo>
                    <a:pt x="154940" y="0"/>
                  </a:lnTo>
                  <a:lnTo>
                    <a:pt x="193675" y="0"/>
                  </a:lnTo>
                  <a:lnTo>
                    <a:pt x="232410" y="0"/>
                  </a:lnTo>
                  <a:lnTo>
                    <a:pt x="271145" y="0"/>
                  </a:lnTo>
                  <a:lnTo>
                    <a:pt x="309880" y="0"/>
                  </a:lnTo>
                  <a:lnTo>
                    <a:pt x="348615" y="0"/>
                  </a:lnTo>
                  <a:lnTo>
                    <a:pt x="387350" y="0"/>
                  </a:lnTo>
                  <a:lnTo>
                    <a:pt x="426085" y="0"/>
                  </a:lnTo>
                  <a:lnTo>
                    <a:pt x="464820" y="0"/>
                  </a:lnTo>
                  <a:lnTo>
                    <a:pt x="503555" y="0"/>
                  </a:lnTo>
                  <a:lnTo>
                    <a:pt x="542290" y="0"/>
                  </a:lnTo>
                  <a:lnTo>
                    <a:pt x="581025" y="0"/>
                  </a:lnTo>
                  <a:lnTo>
                    <a:pt x="619760" y="0"/>
                  </a:lnTo>
                  <a:lnTo>
                    <a:pt x="658495" y="0"/>
                  </a:lnTo>
                  <a:lnTo>
                    <a:pt x="697230" y="0"/>
                  </a:lnTo>
                  <a:lnTo>
                    <a:pt x="735965" y="0"/>
                  </a:lnTo>
                  <a:lnTo>
                    <a:pt x="774700" y="0"/>
                  </a:lnTo>
                  <a:lnTo>
                    <a:pt x="813435" y="0"/>
                  </a:lnTo>
                  <a:lnTo>
                    <a:pt x="852170" y="0"/>
                  </a:lnTo>
                  <a:lnTo>
                    <a:pt x="890905" y="0"/>
                  </a:lnTo>
                  <a:lnTo>
                    <a:pt x="929513" y="0"/>
                  </a:lnTo>
                  <a:lnTo>
                    <a:pt x="968248" y="0"/>
                  </a:lnTo>
                  <a:lnTo>
                    <a:pt x="1006983" y="0"/>
                  </a:lnTo>
                  <a:lnTo>
                    <a:pt x="1045718" y="0"/>
                  </a:lnTo>
                  <a:lnTo>
                    <a:pt x="1084453" y="0"/>
                  </a:lnTo>
                  <a:lnTo>
                    <a:pt x="1123188" y="0"/>
                  </a:lnTo>
                  <a:lnTo>
                    <a:pt x="1161923" y="0"/>
                  </a:lnTo>
                  <a:lnTo>
                    <a:pt x="1200658" y="0"/>
                  </a:lnTo>
                  <a:lnTo>
                    <a:pt x="1239393" y="0"/>
                  </a:lnTo>
                  <a:lnTo>
                    <a:pt x="1278128" y="127"/>
                  </a:lnTo>
                  <a:lnTo>
                    <a:pt x="1316863" y="127"/>
                  </a:lnTo>
                  <a:lnTo>
                    <a:pt x="1355598" y="127"/>
                  </a:lnTo>
                  <a:lnTo>
                    <a:pt x="1394333" y="254"/>
                  </a:lnTo>
                  <a:lnTo>
                    <a:pt x="1433068" y="254"/>
                  </a:lnTo>
                  <a:lnTo>
                    <a:pt x="1471803" y="381"/>
                  </a:lnTo>
                  <a:lnTo>
                    <a:pt x="1510538" y="508"/>
                  </a:lnTo>
                  <a:lnTo>
                    <a:pt x="1549273" y="635"/>
                  </a:lnTo>
                  <a:lnTo>
                    <a:pt x="1588008" y="889"/>
                  </a:lnTo>
                  <a:lnTo>
                    <a:pt x="1626743" y="1143"/>
                  </a:lnTo>
                  <a:lnTo>
                    <a:pt x="1665478" y="1524"/>
                  </a:lnTo>
                  <a:lnTo>
                    <a:pt x="1704213" y="2032"/>
                  </a:lnTo>
                  <a:lnTo>
                    <a:pt x="1742948" y="2794"/>
                  </a:lnTo>
                  <a:lnTo>
                    <a:pt x="1781683" y="3683"/>
                  </a:lnTo>
                  <a:lnTo>
                    <a:pt x="1820418" y="5080"/>
                  </a:lnTo>
                  <a:lnTo>
                    <a:pt x="1859153" y="6858"/>
                  </a:lnTo>
                  <a:lnTo>
                    <a:pt x="1897888" y="9144"/>
                  </a:lnTo>
                  <a:lnTo>
                    <a:pt x="1936496" y="12319"/>
                  </a:lnTo>
                  <a:lnTo>
                    <a:pt x="1975231" y="16510"/>
                  </a:lnTo>
                  <a:lnTo>
                    <a:pt x="2013966" y="22225"/>
                  </a:lnTo>
                  <a:lnTo>
                    <a:pt x="2052701" y="29845"/>
                  </a:lnTo>
                  <a:lnTo>
                    <a:pt x="2091436" y="39878"/>
                  </a:lnTo>
                  <a:lnTo>
                    <a:pt x="2130171" y="53086"/>
                  </a:lnTo>
                  <a:lnTo>
                    <a:pt x="2168906" y="70612"/>
                  </a:lnTo>
                  <a:lnTo>
                    <a:pt x="2207641" y="93218"/>
                  </a:lnTo>
                  <a:lnTo>
                    <a:pt x="2246376" y="122174"/>
                  </a:lnTo>
                  <a:lnTo>
                    <a:pt x="2285111" y="158877"/>
                  </a:lnTo>
                  <a:lnTo>
                    <a:pt x="2323846" y="204343"/>
                  </a:lnTo>
                  <a:lnTo>
                    <a:pt x="2362581" y="259334"/>
                  </a:lnTo>
                  <a:lnTo>
                    <a:pt x="2401316" y="323850"/>
                  </a:lnTo>
                  <a:lnTo>
                    <a:pt x="2440051" y="397002"/>
                  </a:lnTo>
                  <a:lnTo>
                    <a:pt x="2478786" y="476758"/>
                  </a:lnTo>
                  <a:lnTo>
                    <a:pt x="2517521" y="560197"/>
                  </a:lnTo>
                  <a:lnTo>
                    <a:pt x="2556256" y="643636"/>
                  </a:lnTo>
                  <a:lnTo>
                    <a:pt x="2594991" y="723392"/>
                  </a:lnTo>
                  <a:lnTo>
                    <a:pt x="2633726" y="796544"/>
                  </a:lnTo>
                  <a:lnTo>
                    <a:pt x="2672461" y="861060"/>
                  </a:lnTo>
                  <a:lnTo>
                    <a:pt x="2711196" y="916051"/>
                  </a:lnTo>
                  <a:lnTo>
                    <a:pt x="2749931" y="961517"/>
                  </a:lnTo>
                  <a:lnTo>
                    <a:pt x="2788666" y="998220"/>
                  </a:lnTo>
                  <a:lnTo>
                    <a:pt x="2827401" y="1027176"/>
                  </a:lnTo>
                  <a:lnTo>
                    <a:pt x="2866136" y="1049782"/>
                  </a:lnTo>
                  <a:lnTo>
                    <a:pt x="2904744" y="1067308"/>
                  </a:lnTo>
                  <a:lnTo>
                    <a:pt x="2943479" y="1080516"/>
                  </a:lnTo>
                  <a:lnTo>
                    <a:pt x="2982214" y="1090549"/>
                  </a:lnTo>
                  <a:lnTo>
                    <a:pt x="3020949" y="1098169"/>
                  </a:lnTo>
                  <a:lnTo>
                    <a:pt x="3059684" y="1103884"/>
                  </a:lnTo>
                  <a:lnTo>
                    <a:pt x="3098419" y="1108075"/>
                  </a:lnTo>
                  <a:lnTo>
                    <a:pt x="3137154" y="1111250"/>
                  </a:lnTo>
                  <a:lnTo>
                    <a:pt x="3175889" y="1113536"/>
                  </a:lnTo>
                  <a:lnTo>
                    <a:pt x="3214624" y="1115314"/>
                  </a:lnTo>
                  <a:lnTo>
                    <a:pt x="3253359" y="1116711"/>
                  </a:lnTo>
                  <a:lnTo>
                    <a:pt x="3292094" y="1117600"/>
                  </a:lnTo>
                  <a:lnTo>
                    <a:pt x="3330829" y="1118362"/>
                  </a:lnTo>
                  <a:lnTo>
                    <a:pt x="3369564" y="1118870"/>
                  </a:lnTo>
                  <a:lnTo>
                    <a:pt x="3408299" y="1119251"/>
                  </a:lnTo>
                  <a:lnTo>
                    <a:pt x="3447034" y="1119505"/>
                  </a:lnTo>
                  <a:lnTo>
                    <a:pt x="3485769" y="1119759"/>
                  </a:lnTo>
                  <a:lnTo>
                    <a:pt x="3524504" y="1119886"/>
                  </a:lnTo>
                  <a:lnTo>
                    <a:pt x="3563239" y="1120013"/>
                  </a:lnTo>
                  <a:lnTo>
                    <a:pt x="3601974" y="1120140"/>
                  </a:lnTo>
                  <a:lnTo>
                    <a:pt x="3640709" y="1120140"/>
                  </a:lnTo>
                  <a:lnTo>
                    <a:pt x="3679444" y="1120267"/>
                  </a:lnTo>
                  <a:lnTo>
                    <a:pt x="3718179" y="1120267"/>
                  </a:lnTo>
                  <a:lnTo>
                    <a:pt x="3756914" y="1120267"/>
                  </a:lnTo>
                  <a:lnTo>
                    <a:pt x="3795649" y="1120394"/>
                  </a:lnTo>
                  <a:lnTo>
                    <a:pt x="3834384" y="1120394"/>
                  </a:lnTo>
                  <a:lnTo>
                    <a:pt x="3873119" y="1120394"/>
                  </a:lnTo>
                </a:path>
              </a:pathLst>
            </a:custGeom>
            <a:noFill/>
            <a:ln w="54173" cap="flat">
              <a:solidFill>
                <a:srgbClr val="882E72"/>
              </a:solidFill>
              <a:custDash>
                <a:ds d="1707000" sp="1707000"/>
              </a:custDash>
              <a:round/>
            </a:ln>
          </p:spPr>
          <p:txBody>
            <a:bodyPr/>
            <a:lstStyle/>
            <a:p>
              <a:pPr algn="ctr"/>
              <a:endParaRPr lang="en-US" sz="3024"/>
            </a:p>
          </p:txBody>
        </p:sp>
        <p:sp>
          <p:nvSpPr>
            <p:cNvPr id="16" name="Freeform 15">
              <a:extLst>
                <a:ext uri="{FF2B5EF4-FFF2-40B4-BE49-F238E27FC236}">
                  <a16:creationId xmlns:a16="http://schemas.microsoft.com/office/drawing/2014/main" id="{25803A8F-6DEB-133C-972B-B652A685ACA4}"/>
                </a:ext>
              </a:extLst>
            </p:cNvPr>
            <p:cNvSpPr/>
            <p:nvPr/>
          </p:nvSpPr>
          <p:spPr>
            <a:xfrm>
              <a:off x="1016466" y="280500"/>
              <a:ext cx="3873119" cy="1092454"/>
            </a:xfrm>
            <a:custGeom>
              <a:avLst/>
              <a:gdLst>
                <a:gd name="csX0" fmla="*/ 0 w 3873119"/>
                <a:gd name="csY0" fmla="*/ 1092454 h 1092454"/>
                <a:gd name="csX1" fmla="*/ 38735 w 3873119"/>
                <a:gd name="csY1" fmla="*/ 1092327 h 1092454"/>
                <a:gd name="csX2" fmla="*/ 77470 w 3873119"/>
                <a:gd name="csY2" fmla="*/ 1092073 h 1092454"/>
                <a:gd name="csX3" fmla="*/ 116205 w 3873119"/>
                <a:gd name="csY3" fmla="*/ 1091565 h 1092454"/>
                <a:gd name="csX4" fmla="*/ 154940 w 3873119"/>
                <a:gd name="csY4" fmla="*/ 1090803 h 1092454"/>
                <a:gd name="csX5" fmla="*/ 193675 w 3873119"/>
                <a:gd name="csY5" fmla="*/ 1089914 h 1092454"/>
                <a:gd name="csX6" fmla="*/ 232410 w 3873119"/>
                <a:gd name="csY6" fmla="*/ 1088898 h 1092454"/>
                <a:gd name="csX7" fmla="*/ 271145 w 3873119"/>
                <a:gd name="csY7" fmla="*/ 1087628 h 1092454"/>
                <a:gd name="csX8" fmla="*/ 309880 w 3873119"/>
                <a:gd name="csY8" fmla="*/ 1086104 h 1092454"/>
                <a:gd name="csX9" fmla="*/ 348615 w 3873119"/>
                <a:gd name="csY9" fmla="*/ 1084326 h 1092454"/>
                <a:gd name="csX10" fmla="*/ 387350 w 3873119"/>
                <a:gd name="csY10" fmla="*/ 1082548 h 1092454"/>
                <a:gd name="csX11" fmla="*/ 426085 w 3873119"/>
                <a:gd name="csY11" fmla="*/ 1080389 h 1092454"/>
                <a:gd name="csX12" fmla="*/ 464820 w 3873119"/>
                <a:gd name="csY12" fmla="*/ 1078103 h 1092454"/>
                <a:gd name="csX13" fmla="*/ 503555 w 3873119"/>
                <a:gd name="csY13" fmla="*/ 1075563 h 1092454"/>
                <a:gd name="csX14" fmla="*/ 542290 w 3873119"/>
                <a:gd name="csY14" fmla="*/ 1072896 h 1092454"/>
                <a:gd name="csX15" fmla="*/ 581025 w 3873119"/>
                <a:gd name="csY15" fmla="*/ 1070102 h 1092454"/>
                <a:gd name="csX16" fmla="*/ 619760 w 3873119"/>
                <a:gd name="csY16" fmla="*/ 1066927 h 1092454"/>
                <a:gd name="csX17" fmla="*/ 658495 w 3873119"/>
                <a:gd name="csY17" fmla="*/ 1063625 h 1092454"/>
                <a:gd name="csX18" fmla="*/ 697230 w 3873119"/>
                <a:gd name="csY18" fmla="*/ 1060196 h 1092454"/>
                <a:gd name="csX19" fmla="*/ 735965 w 3873119"/>
                <a:gd name="csY19" fmla="*/ 1056513 h 1092454"/>
                <a:gd name="csX20" fmla="*/ 774700 w 3873119"/>
                <a:gd name="csY20" fmla="*/ 1052576 h 1092454"/>
                <a:gd name="csX21" fmla="*/ 813435 w 3873119"/>
                <a:gd name="csY21" fmla="*/ 1048512 h 1092454"/>
                <a:gd name="csX22" fmla="*/ 852170 w 3873119"/>
                <a:gd name="csY22" fmla="*/ 1044194 h 1092454"/>
                <a:gd name="csX23" fmla="*/ 890905 w 3873119"/>
                <a:gd name="csY23" fmla="*/ 1039749 h 1092454"/>
                <a:gd name="csX24" fmla="*/ 929513 w 3873119"/>
                <a:gd name="csY24" fmla="*/ 1035050 h 1092454"/>
                <a:gd name="csX25" fmla="*/ 968248 w 3873119"/>
                <a:gd name="csY25" fmla="*/ 1030224 h 1092454"/>
                <a:gd name="csX26" fmla="*/ 1006983 w 3873119"/>
                <a:gd name="csY26" fmla="*/ 1025144 h 1092454"/>
                <a:gd name="csX27" fmla="*/ 1045718 w 3873119"/>
                <a:gd name="csY27" fmla="*/ 1019810 h 1092454"/>
                <a:gd name="csX28" fmla="*/ 1084453 w 3873119"/>
                <a:gd name="csY28" fmla="*/ 1014349 h 1092454"/>
                <a:gd name="csX29" fmla="*/ 1123188 w 3873119"/>
                <a:gd name="csY29" fmla="*/ 1008634 h 1092454"/>
                <a:gd name="csX30" fmla="*/ 1161923 w 3873119"/>
                <a:gd name="csY30" fmla="*/ 1002792 h 1092454"/>
                <a:gd name="csX31" fmla="*/ 1200658 w 3873119"/>
                <a:gd name="csY31" fmla="*/ 996696 h 1092454"/>
                <a:gd name="csX32" fmla="*/ 1239393 w 3873119"/>
                <a:gd name="csY32" fmla="*/ 990473 h 1092454"/>
                <a:gd name="csX33" fmla="*/ 1278128 w 3873119"/>
                <a:gd name="csY33" fmla="*/ 983996 h 1092454"/>
                <a:gd name="csX34" fmla="*/ 1316863 w 3873119"/>
                <a:gd name="csY34" fmla="*/ 977265 h 1092454"/>
                <a:gd name="csX35" fmla="*/ 1355598 w 3873119"/>
                <a:gd name="csY35" fmla="*/ 970407 h 1092454"/>
                <a:gd name="csX36" fmla="*/ 1394333 w 3873119"/>
                <a:gd name="csY36" fmla="*/ 963422 h 1092454"/>
                <a:gd name="csX37" fmla="*/ 1433068 w 3873119"/>
                <a:gd name="csY37" fmla="*/ 956056 h 1092454"/>
                <a:gd name="csX38" fmla="*/ 1471803 w 3873119"/>
                <a:gd name="csY38" fmla="*/ 948690 h 1092454"/>
                <a:gd name="csX39" fmla="*/ 1510538 w 3873119"/>
                <a:gd name="csY39" fmla="*/ 940943 h 1092454"/>
                <a:gd name="csX40" fmla="*/ 1549273 w 3873119"/>
                <a:gd name="csY40" fmla="*/ 933069 h 1092454"/>
                <a:gd name="csX41" fmla="*/ 1588008 w 3873119"/>
                <a:gd name="csY41" fmla="*/ 925068 h 1092454"/>
                <a:gd name="csX42" fmla="*/ 1626743 w 3873119"/>
                <a:gd name="csY42" fmla="*/ 916813 h 1092454"/>
                <a:gd name="csX43" fmla="*/ 1665478 w 3873119"/>
                <a:gd name="csY43" fmla="*/ 908304 h 1092454"/>
                <a:gd name="csX44" fmla="*/ 1704213 w 3873119"/>
                <a:gd name="csY44" fmla="*/ 899668 h 1092454"/>
                <a:gd name="csX45" fmla="*/ 1742948 w 3873119"/>
                <a:gd name="csY45" fmla="*/ 890778 h 1092454"/>
                <a:gd name="csX46" fmla="*/ 1781683 w 3873119"/>
                <a:gd name="csY46" fmla="*/ 881761 h 1092454"/>
                <a:gd name="csX47" fmla="*/ 1820418 w 3873119"/>
                <a:gd name="csY47" fmla="*/ 872490 h 1092454"/>
                <a:gd name="csX48" fmla="*/ 1859153 w 3873119"/>
                <a:gd name="csY48" fmla="*/ 862965 h 1092454"/>
                <a:gd name="csX49" fmla="*/ 1897888 w 3873119"/>
                <a:gd name="csY49" fmla="*/ 853313 h 1092454"/>
                <a:gd name="csX50" fmla="*/ 1936496 w 3873119"/>
                <a:gd name="csY50" fmla="*/ 843534 h 1092454"/>
                <a:gd name="csX51" fmla="*/ 1975231 w 3873119"/>
                <a:gd name="csY51" fmla="*/ 833374 h 1092454"/>
                <a:gd name="csX52" fmla="*/ 2013966 w 3873119"/>
                <a:gd name="csY52" fmla="*/ 823214 h 1092454"/>
                <a:gd name="csX53" fmla="*/ 2052701 w 3873119"/>
                <a:gd name="csY53" fmla="*/ 812673 h 1092454"/>
                <a:gd name="csX54" fmla="*/ 2091436 w 3873119"/>
                <a:gd name="csY54" fmla="*/ 802005 h 1092454"/>
                <a:gd name="csX55" fmla="*/ 2130171 w 3873119"/>
                <a:gd name="csY55" fmla="*/ 791210 h 1092454"/>
                <a:gd name="csX56" fmla="*/ 2168906 w 3873119"/>
                <a:gd name="csY56" fmla="*/ 780161 h 1092454"/>
                <a:gd name="csX57" fmla="*/ 2207641 w 3873119"/>
                <a:gd name="csY57" fmla="*/ 768858 h 1092454"/>
                <a:gd name="csX58" fmla="*/ 2246376 w 3873119"/>
                <a:gd name="csY58" fmla="*/ 757428 h 1092454"/>
                <a:gd name="csX59" fmla="*/ 2285111 w 3873119"/>
                <a:gd name="csY59" fmla="*/ 745744 h 1092454"/>
                <a:gd name="csX60" fmla="*/ 2323846 w 3873119"/>
                <a:gd name="csY60" fmla="*/ 733933 h 1092454"/>
                <a:gd name="csX61" fmla="*/ 2362581 w 3873119"/>
                <a:gd name="csY61" fmla="*/ 721868 h 1092454"/>
                <a:gd name="csX62" fmla="*/ 2401316 w 3873119"/>
                <a:gd name="csY62" fmla="*/ 709676 h 1092454"/>
                <a:gd name="csX63" fmla="*/ 2440051 w 3873119"/>
                <a:gd name="csY63" fmla="*/ 697230 h 1092454"/>
                <a:gd name="csX64" fmla="*/ 2478786 w 3873119"/>
                <a:gd name="csY64" fmla="*/ 684530 h 1092454"/>
                <a:gd name="csX65" fmla="*/ 2517521 w 3873119"/>
                <a:gd name="csY65" fmla="*/ 671703 h 1092454"/>
                <a:gd name="csX66" fmla="*/ 2556256 w 3873119"/>
                <a:gd name="csY66" fmla="*/ 658622 h 1092454"/>
                <a:gd name="csX67" fmla="*/ 2594991 w 3873119"/>
                <a:gd name="csY67" fmla="*/ 645414 h 1092454"/>
                <a:gd name="csX68" fmla="*/ 2633726 w 3873119"/>
                <a:gd name="csY68" fmla="*/ 631952 h 1092454"/>
                <a:gd name="csX69" fmla="*/ 2672461 w 3873119"/>
                <a:gd name="csY69" fmla="*/ 618363 h 1092454"/>
                <a:gd name="csX70" fmla="*/ 2711196 w 3873119"/>
                <a:gd name="csY70" fmla="*/ 604520 h 1092454"/>
                <a:gd name="csX71" fmla="*/ 2749931 w 3873119"/>
                <a:gd name="csY71" fmla="*/ 590423 h 1092454"/>
                <a:gd name="csX72" fmla="*/ 2788666 w 3873119"/>
                <a:gd name="csY72" fmla="*/ 576199 h 1092454"/>
                <a:gd name="csX73" fmla="*/ 2827401 w 3873119"/>
                <a:gd name="csY73" fmla="*/ 561721 h 1092454"/>
                <a:gd name="csX74" fmla="*/ 2866136 w 3873119"/>
                <a:gd name="csY74" fmla="*/ 547116 h 1092454"/>
                <a:gd name="csX75" fmla="*/ 2904744 w 3873119"/>
                <a:gd name="csY75" fmla="*/ 532257 h 1092454"/>
                <a:gd name="csX76" fmla="*/ 2943479 w 3873119"/>
                <a:gd name="csY76" fmla="*/ 468884 h 1092454"/>
                <a:gd name="csX77" fmla="*/ 2982214 w 3873119"/>
                <a:gd name="csY77" fmla="*/ 412750 h 1092454"/>
                <a:gd name="csX78" fmla="*/ 3020949 w 3873119"/>
                <a:gd name="csY78" fmla="*/ 362839 h 1092454"/>
                <a:gd name="csX79" fmla="*/ 3059684 w 3873119"/>
                <a:gd name="csY79" fmla="*/ 318643 h 1092454"/>
                <a:gd name="csX80" fmla="*/ 3098419 w 3873119"/>
                <a:gd name="csY80" fmla="*/ 279527 h 1092454"/>
                <a:gd name="csX81" fmla="*/ 3137154 w 3873119"/>
                <a:gd name="csY81" fmla="*/ 244729 h 1092454"/>
                <a:gd name="csX82" fmla="*/ 3175889 w 3873119"/>
                <a:gd name="csY82" fmla="*/ 213868 h 1092454"/>
                <a:gd name="csX83" fmla="*/ 3214624 w 3873119"/>
                <a:gd name="csY83" fmla="*/ 186563 h 1092454"/>
                <a:gd name="csX84" fmla="*/ 3253359 w 3873119"/>
                <a:gd name="csY84" fmla="*/ 162306 h 1092454"/>
                <a:gd name="csX85" fmla="*/ 3292094 w 3873119"/>
                <a:gd name="csY85" fmla="*/ 140843 h 1092454"/>
                <a:gd name="csX86" fmla="*/ 3330829 w 3873119"/>
                <a:gd name="csY86" fmla="*/ 121666 h 1092454"/>
                <a:gd name="csX87" fmla="*/ 3369564 w 3873119"/>
                <a:gd name="csY87" fmla="*/ 104775 h 1092454"/>
                <a:gd name="csX88" fmla="*/ 3408299 w 3873119"/>
                <a:gd name="csY88" fmla="*/ 89789 h 1092454"/>
                <a:gd name="csX89" fmla="*/ 3447034 w 3873119"/>
                <a:gd name="csY89" fmla="*/ 76454 h 1092454"/>
                <a:gd name="csX90" fmla="*/ 3485769 w 3873119"/>
                <a:gd name="csY90" fmla="*/ 64643 h 1092454"/>
                <a:gd name="csX91" fmla="*/ 3524504 w 3873119"/>
                <a:gd name="csY91" fmla="*/ 54229 h 1092454"/>
                <a:gd name="csX92" fmla="*/ 3563239 w 3873119"/>
                <a:gd name="csY92" fmla="*/ 44958 h 1092454"/>
                <a:gd name="csX93" fmla="*/ 3601974 w 3873119"/>
                <a:gd name="csY93" fmla="*/ 36703 h 1092454"/>
                <a:gd name="csX94" fmla="*/ 3640709 w 3873119"/>
                <a:gd name="csY94" fmla="*/ 29337 h 1092454"/>
                <a:gd name="csX95" fmla="*/ 3679444 w 3873119"/>
                <a:gd name="csY95" fmla="*/ 22860 h 1092454"/>
                <a:gd name="csX96" fmla="*/ 3718179 w 3873119"/>
                <a:gd name="csY96" fmla="*/ 17145 h 1092454"/>
                <a:gd name="csX97" fmla="*/ 3756914 w 3873119"/>
                <a:gd name="csY97" fmla="*/ 12065 h 1092454"/>
                <a:gd name="csX98" fmla="*/ 3795649 w 3873119"/>
                <a:gd name="csY98" fmla="*/ 7493 h 1092454"/>
                <a:gd name="csX99" fmla="*/ 3834384 w 3873119"/>
                <a:gd name="csY99" fmla="*/ 3556 h 1092454"/>
                <a:gd name="csX100" fmla="*/ 3873119 w 3873119"/>
                <a:gd name="csY100" fmla="*/ 0 h 1092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3873119" h="1092454">
                  <a:moveTo>
                    <a:pt x="0" y="1092454"/>
                  </a:moveTo>
                  <a:lnTo>
                    <a:pt x="38735" y="1092327"/>
                  </a:lnTo>
                  <a:lnTo>
                    <a:pt x="77470" y="1092073"/>
                  </a:lnTo>
                  <a:lnTo>
                    <a:pt x="116205" y="1091565"/>
                  </a:lnTo>
                  <a:lnTo>
                    <a:pt x="154940" y="1090803"/>
                  </a:lnTo>
                  <a:lnTo>
                    <a:pt x="193675" y="1089914"/>
                  </a:lnTo>
                  <a:lnTo>
                    <a:pt x="232410" y="1088898"/>
                  </a:lnTo>
                  <a:lnTo>
                    <a:pt x="271145" y="1087628"/>
                  </a:lnTo>
                  <a:lnTo>
                    <a:pt x="309880" y="1086104"/>
                  </a:lnTo>
                  <a:lnTo>
                    <a:pt x="348615" y="1084326"/>
                  </a:lnTo>
                  <a:lnTo>
                    <a:pt x="387350" y="1082548"/>
                  </a:lnTo>
                  <a:lnTo>
                    <a:pt x="426085" y="1080389"/>
                  </a:lnTo>
                  <a:lnTo>
                    <a:pt x="464820" y="1078103"/>
                  </a:lnTo>
                  <a:lnTo>
                    <a:pt x="503555" y="1075563"/>
                  </a:lnTo>
                  <a:lnTo>
                    <a:pt x="542290" y="1072896"/>
                  </a:lnTo>
                  <a:lnTo>
                    <a:pt x="581025" y="1070102"/>
                  </a:lnTo>
                  <a:lnTo>
                    <a:pt x="619760" y="1066927"/>
                  </a:lnTo>
                  <a:lnTo>
                    <a:pt x="658495" y="1063625"/>
                  </a:lnTo>
                  <a:lnTo>
                    <a:pt x="697230" y="1060196"/>
                  </a:lnTo>
                  <a:lnTo>
                    <a:pt x="735965" y="1056513"/>
                  </a:lnTo>
                  <a:lnTo>
                    <a:pt x="774700" y="1052576"/>
                  </a:lnTo>
                  <a:lnTo>
                    <a:pt x="813435" y="1048512"/>
                  </a:lnTo>
                  <a:lnTo>
                    <a:pt x="852170" y="1044194"/>
                  </a:lnTo>
                  <a:lnTo>
                    <a:pt x="890905" y="1039749"/>
                  </a:lnTo>
                  <a:lnTo>
                    <a:pt x="929513" y="1035050"/>
                  </a:lnTo>
                  <a:lnTo>
                    <a:pt x="968248" y="1030224"/>
                  </a:lnTo>
                  <a:lnTo>
                    <a:pt x="1006983" y="1025144"/>
                  </a:lnTo>
                  <a:lnTo>
                    <a:pt x="1045718" y="1019810"/>
                  </a:lnTo>
                  <a:lnTo>
                    <a:pt x="1084453" y="1014349"/>
                  </a:lnTo>
                  <a:lnTo>
                    <a:pt x="1123188" y="1008634"/>
                  </a:lnTo>
                  <a:lnTo>
                    <a:pt x="1161923" y="1002792"/>
                  </a:lnTo>
                  <a:lnTo>
                    <a:pt x="1200658" y="996696"/>
                  </a:lnTo>
                  <a:lnTo>
                    <a:pt x="1239393" y="990473"/>
                  </a:lnTo>
                  <a:lnTo>
                    <a:pt x="1278128" y="983996"/>
                  </a:lnTo>
                  <a:lnTo>
                    <a:pt x="1316863" y="977265"/>
                  </a:lnTo>
                  <a:lnTo>
                    <a:pt x="1355598" y="970407"/>
                  </a:lnTo>
                  <a:lnTo>
                    <a:pt x="1394333" y="963422"/>
                  </a:lnTo>
                  <a:lnTo>
                    <a:pt x="1433068" y="956056"/>
                  </a:lnTo>
                  <a:lnTo>
                    <a:pt x="1471803" y="948690"/>
                  </a:lnTo>
                  <a:lnTo>
                    <a:pt x="1510538" y="940943"/>
                  </a:lnTo>
                  <a:lnTo>
                    <a:pt x="1549273" y="933069"/>
                  </a:lnTo>
                  <a:lnTo>
                    <a:pt x="1588008" y="925068"/>
                  </a:lnTo>
                  <a:lnTo>
                    <a:pt x="1626743" y="916813"/>
                  </a:lnTo>
                  <a:lnTo>
                    <a:pt x="1665478" y="908304"/>
                  </a:lnTo>
                  <a:lnTo>
                    <a:pt x="1704213" y="899668"/>
                  </a:lnTo>
                  <a:lnTo>
                    <a:pt x="1742948" y="890778"/>
                  </a:lnTo>
                  <a:lnTo>
                    <a:pt x="1781683" y="881761"/>
                  </a:lnTo>
                  <a:lnTo>
                    <a:pt x="1820418" y="872490"/>
                  </a:lnTo>
                  <a:lnTo>
                    <a:pt x="1859153" y="862965"/>
                  </a:lnTo>
                  <a:lnTo>
                    <a:pt x="1897888" y="853313"/>
                  </a:lnTo>
                  <a:lnTo>
                    <a:pt x="1936496" y="843534"/>
                  </a:lnTo>
                  <a:lnTo>
                    <a:pt x="1975231" y="833374"/>
                  </a:lnTo>
                  <a:lnTo>
                    <a:pt x="2013966" y="823214"/>
                  </a:lnTo>
                  <a:lnTo>
                    <a:pt x="2052701" y="812673"/>
                  </a:lnTo>
                  <a:lnTo>
                    <a:pt x="2091436" y="802005"/>
                  </a:lnTo>
                  <a:lnTo>
                    <a:pt x="2130171" y="791210"/>
                  </a:lnTo>
                  <a:lnTo>
                    <a:pt x="2168906" y="780161"/>
                  </a:lnTo>
                  <a:lnTo>
                    <a:pt x="2207641" y="768858"/>
                  </a:lnTo>
                  <a:lnTo>
                    <a:pt x="2246376" y="757428"/>
                  </a:lnTo>
                  <a:lnTo>
                    <a:pt x="2285111" y="745744"/>
                  </a:lnTo>
                  <a:lnTo>
                    <a:pt x="2323846" y="733933"/>
                  </a:lnTo>
                  <a:lnTo>
                    <a:pt x="2362581" y="721868"/>
                  </a:lnTo>
                  <a:lnTo>
                    <a:pt x="2401316" y="709676"/>
                  </a:lnTo>
                  <a:lnTo>
                    <a:pt x="2440051" y="697230"/>
                  </a:lnTo>
                  <a:lnTo>
                    <a:pt x="2478786" y="684530"/>
                  </a:lnTo>
                  <a:lnTo>
                    <a:pt x="2517521" y="671703"/>
                  </a:lnTo>
                  <a:lnTo>
                    <a:pt x="2556256" y="658622"/>
                  </a:lnTo>
                  <a:lnTo>
                    <a:pt x="2594991" y="645414"/>
                  </a:lnTo>
                  <a:lnTo>
                    <a:pt x="2633726" y="631952"/>
                  </a:lnTo>
                  <a:lnTo>
                    <a:pt x="2672461" y="618363"/>
                  </a:lnTo>
                  <a:lnTo>
                    <a:pt x="2711196" y="604520"/>
                  </a:lnTo>
                  <a:lnTo>
                    <a:pt x="2749931" y="590423"/>
                  </a:lnTo>
                  <a:lnTo>
                    <a:pt x="2788666" y="576199"/>
                  </a:lnTo>
                  <a:lnTo>
                    <a:pt x="2827401" y="561721"/>
                  </a:lnTo>
                  <a:lnTo>
                    <a:pt x="2866136" y="547116"/>
                  </a:lnTo>
                  <a:lnTo>
                    <a:pt x="2904744" y="532257"/>
                  </a:lnTo>
                  <a:lnTo>
                    <a:pt x="2943479" y="468884"/>
                  </a:lnTo>
                  <a:lnTo>
                    <a:pt x="2982214" y="412750"/>
                  </a:lnTo>
                  <a:lnTo>
                    <a:pt x="3020949" y="362839"/>
                  </a:lnTo>
                  <a:lnTo>
                    <a:pt x="3059684" y="318643"/>
                  </a:lnTo>
                  <a:lnTo>
                    <a:pt x="3098419" y="279527"/>
                  </a:lnTo>
                  <a:lnTo>
                    <a:pt x="3137154" y="244729"/>
                  </a:lnTo>
                  <a:lnTo>
                    <a:pt x="3175889" y="213868"/>
                  </a:lnTo>
                  <a:lnTo>
                    <a:pt x="3214624" y="186563"/>
                  </a:lnTo>
                  <a:lnTo>
                    <a:pt x="3253359" y="162306"/>
                  </a:lnTo>
                  <a:lnTo>
                    <a:pt x="3292094" y="140843"/>
                  </a:lnTo>
                  <a:lnTo>
                    <a:pt x="3330829" y="121666"/>
                  </a:lnTo>
                  <a:lnTo>
                    <a:pt x="3369564" y="104775"/>
                  </a:lnTo>
                  <a:lnTo>
                    <a:pt x="3408299" y="89789"/>
                  </a:lnTo>
                  <a:lnTo>
                    <a:pt x="3447034" y="76454"/>
                  </a:lnTo>
                  <a:lnTo>
                    <a:pt x="3485769" y="64643"/>
                  </a:lnTo>
                  <a:lnTo>
                    <a:pt x="3524504" y="54229"/>
                  </a:lnTo>
                  <a:lnTo>
                    <a:pt x="3563239" y="44958"/>
                  </a:lnTo>
                  <a:lnTo>
                    <a:pt x="3601974" y="36703"/>
                  </a:lnTo>
                  <a:lnTo>
                    <a:pt x="3640709" y="29337"/>
                  </a:lnTo>
                  <a:lnTo>
                    <a:pt x="3679444" y="22860"/>
                  </a:lnTo>
                  <a:lnTo>
                    <a:pt x="3718179" y="17145"/>
                  </a:lnTo>
                  <a:lnTo>
                    <a:pt x="3756914" y="12065"/>
                  </a:lnTo>
                  <a:lnTo>
                    <a:pt x="3795649" y="7493"/>
                  </a:lnTo>
                  <a:lnTo>
                    <a:pt x="3834384" y="3556"/>
                  </a:lnTo>
                  <a:lnTo>
                    <a:pt x="3873119" y="0"/>
                  </a:lnTo>
                </a:path>
              </a:pathLst>
            </a:custGeom>
            <a:noFill/>
            <a:ln w="54173" cap="flat">
              <a:solidFill>
                <a:srgbClr val="000000"/>
              </a:solidFill>
              <a:prstDash val="solid"/>
              <a:round/>
            </a:ln>
          </p:spPr>
          <p:txBody>
            <a:bodyPr/>
            <a:lstStyle/>
            <a:p>
              <a:pPr algn="ctr"/>
              <a:endParaRPr lang="en-US" sz="3024"/>
            </a:p>
          </p:txBody>
        </p:sp>
        <p:sp>
          <p:nvSpPr>
            <p:cNvPr id="17" name="Freeform 16">
              <a:extLst>
                <a:ext uri="{FF2B5EF4-FFF2-40B4-BE49-F238E27FC236}">
                  <a16:creationId xmlns:a16="http://schemas.microsoft.com/office/drawing/2014/main" id="{E17D1911-A54B-6E29-3142-AA58A6246840}"/>
                </a:ext>
              </a:extLst>
            </p:cNvPr>
            <p:cNvSpPr/>
            <p:nvPr/>
          </p:nvSpPr>
          <p:spPr>
            <a:xfrm>
              <a:off x="1016466" y="253194"/>
              <a:ext cx="3873119" cy="1119759"/>
            </a:xfrm>
            <a:custGeom>
              <a:avLst/>
              <a:gdLst>
                <a:gd name="csX0" fmla="*/ 0 w 3873119"/>
                <a:gd name="csY0" fmla="*/ 1119759 h 1119759"/>
                <a:gd name="csX1" fmla="*/ 38735 w 3873119"/>
                <a:gd name="csY1" fmla="*/ 1119759 h 1119759"/>
                <a:gd name="csX2" fmla="*/ 77470 w 3873119"/>
                <a:gd name="csY2" fmla="*/ 1119759 h 1119759"/>
                <a:gd name="csX3" fmla="*/ 116205 w 3873119"/>
                <a:gd name="csY3" fmla="*/ 1119759 h 1119759"/>
                <a:gd name="csX4" fmla="*/ 154940 w 3873119"/>
                <a:gd name="csY4" fmla="*/ 1119759 h 1119759"/>
                <a:gd name="csX5" fmla="*/ 193675 w 3873119"/>
                <a:gd name="csY5" fmla="*/ 1119759 h 1119759"/>
                <a:gd name="csX6" fmla="*/ 232410 w 3873119"/>
                <a:gd name="csY6" fmla="*/ 1119759 h 1119759"/>
                <a:gd name="csX7" fmla="*/ 271145 w 3873119"/>
                <a:gd name="csY7" fmla="*/ 1119759 h 1119759"/>
                <a:gd name="csX8" fmla="*/ 309880 w 3873119"/>
                <a:gd name="csY8" fmla="*/ 1119759 h 1119759"/>
                <a:gd name="csX9" fmla="*/ 348615 w 3873119"/>
                <a:gd name="csY9" fmla="*/ 1119759 h 1119759"/>
                <a:gd name="csX10" fmla="*/ 387350 w 3873119"/>
                <a:gd name="csY10" fmla="*/ 1119759 h 1119759"/>
                <a:gd name="csX11" fmla="*/ 426085 w 3873119"/>
                <a:gd name="csY11" fmla="*/ 1119759 h 1119759"/>
                <a:gd name="csX12" fmla="*/ 464820 w 3873119"/>
                <a:gd name="csY12" fmla="*/ 1119759 h 1119759"/>
                <a:gd name="csX13" fmla="*/ 503555 w 3873119"/>
                <a:gd name="csY13" fmla="*/ 1119759 h 1119759"/>
                <a:gd name="csX14" fmla="*/ 542290 w 3873119"/>
                <a:gd name="csY14" fmla="*/ 1119759 h 1119759"/>
                <a:gd name="csX15" fmla="*/ 581025 w 3873119"/>
                <a:gd name="csY15" fmla="*/ 1119759 h 1119759"/>
                <a:gd name="csX16" fmla="*/ 619760 w 3873119"/>
                <a:gd name="csY16" fmla="*/ 1119759 h 1119759"/>
                <a:gd name="csX17" fmla="*/ 658495 w 3873119"/>
                <a:gd name="csY17" fmla="*/ 1119759 h 1119759"/>
                <a:gd name="csX18" fmla="*/ 697230 w 3873119"/>
                <a:gd name="csY18" fmla="*/ 1119759 h 1119759"/>
                <a:gd name="csX19" fmla="*/ 735965 w 3873119"/>
                <a:gd name="csY19" fmla="*/ 1119759 h 1119759"/>
                <a:gd name="csX20" fmla="*/ 774700 w 3873119"/>
                <a:gd name="csY20" fmla="*/ 1119759 h 1119759"/>
                <a:gd name="csX21" fmla="*/ 813435 w 3873119"/>
                <a:gd name="csY21" fmla="*/ 1119759 h 1119759"/>
                <a:gd name="csX22" fmla="*/ 852170 w 3873119"/>
                <a:gd name="csY22" fmla="*/ 1119759 h 1119759"/>
                <a:gd name="csX23" fmla="*/ 890905 w 3873119"/>
                <a:gd name="csY23" fmla="*/ 1119759 h 1119759"/>
                <a:gd name="csX24" fmla="*/ 929513 w 3873119"/>
                <a:gd name="csY24" fmla="*/ 1119759 h 1119759"/>
                <a:gd name="csX25" fmla="*/ 968248 w 3873119"/>
                <a:gd name="csY25" fmla="*/ 1119759 h 1119759"/>
                <a:gd name="csX26" fmla="*/ 1006983 w 3873119"/>
                <a:gd name="csY26" fmla="*/ 1119759 h 1119759"/>
                <a:gd name="csX27" fmla="*/ 1045718 w 3873119"/>
                <a:gd name="csY27" fmla="*/ 1119759 h 1119759"/>
                <a:gd name="csX28" fmla="*/ 1084453 w 3873119"/>
                <a:gd name="csY28" fmla="*/ 1119759 h 1119759"/>
                <a:gd name="csX29" fmla="*/ 1123188 w 3873119"/>
                <a:gd name="csY29" fmla="*/ 1119759 h 1119759"/>
                <a:gd name="csX30" fmla="*/ 1161923 w 3873119"/>
                <a:gd name="csY30" fmla="*/ 1119759 h 1119759"/>
                <a:gd name="csX31" fmla="*/ 1200658 w 3873119"/>
                <a:gd name="csY31" fmla="*/ 1119759 h 1119759"/>
                <a:gd name="csX32" fmla="*/ 1239393 w 3873119"/>
                <a:gd name="csY32" fmla="*/ 1119759 h 1119759"/>
                <a:gd name="csX33" fmla="*/ 1278128 w 3873119"/>
                <a:gd name="csY33" fmla="*/ 1119759 h 1119759"/>
                <a:gd name="csX34" fmla="*/ 1316863 w 3873119"/>
                <a:gd name="csY34" fmla="*/ 1119759 h 1119759"/>
                <a:gd name="csX35" fmla="*/ 1355598 w 3873119"/>
                <a:gd name="csY35" fmla="*/ 1119759 h 1119759"/>
                <a:gd name="csX36" fmla="*/ 1394333 w 3873119"/>
                <a:gd name="csY36" fmla="*/ 1119759 h 1119759"/>
                <a:gd name="csX37" fmla="*/ 1433068 w 3873119"/>
                <a:gd name="csY37" fmla="*/ 1119759 h 1119759"/>
                <a:gd name="csX38" fmla="*/ 1471803 w 3873119"/>
                <a:gd name="csY38" fmla="*/ 1119759 h 1119759"/>
                <a:gd name="csX39" fmla="*/ 1510538 w 3873119"/>
                <a:gd name="csY39" fmla="*/ 1119759 h 1119759"/>
                <a:gd name="csX40" fmla="*/ 1549273 w 3873119"/>
                <a:gd name="csY40" fmla="*/ 1119759 h 1119759"/>
                <a:gd name="csX41" fmla="*/ 1588008 w 3873119"/>
                <a:gd name="csY41" fmla="*/ 1119759 h 1119759"/>
                <a:gd name="csX42" fmla="*/ 1626743 w 3873119"/>
                <a:gd name="csY42" fmla="*/ 1119759 h 1119759"/>
                <a:gd name="csX43" fmla="*/ 1665478 w 3873119"/>
                <a:gd name="csY43" fmla="*/ 1119632 h 1119759"/>
                <a:gd name="csX44" fmla="*/ 1704213 w 3873119"/>
                <a:gd name="csY44" fmla="*/ 1119632 h 1119759"/>
                <a:gd name="csX45" fmla="*/ 1742948 w 3873119"/>
                <a:gd name="csY45" fmla="*/ 1119632 h 1119759"/>
                <a:gd name="csX46" fmla="*/ 1781683 w 3873119"/>
                <a:gd name="csY46" fmla="*/ 1119505 h 1119759"/>
                <a:gd name="csX47" fmla="*/ 1820418 w 3873119"/>
                <a:gd name="csY47" fmla="*/ 1119505 h 1119759"/>
                <a:gd name="csX48" fmla="*/ 1859153 w 3873119"/>
                <a:gd name="csY48" fmla="*/ 1119378 h 1119759"/>
                <a:gd name="csX49" fmla="*/ 1897888 w 3873119"/>
                <a:gd name="csY49" fmla="*/ 1119251 h 1119759"/>
                <a:gd name="csX50" fmla="*/ 1936496 w 3873119"/>
                <a:gd name="csY50" fmla="*/ 1119124 h 1119759"/>
                <a:gd name="csX51" fmla="*/ 1975231 w 3873119"/>
                <a:gd name="csY51" fmla="*/ 1118870 h 1119759"/>
                <a:gd name="csX52" fmla="*/ 2013966 w 3873119"/>
                <a:gd name="csY52" fmla="*/ 1118616 h 1119759"/>
                <a:gd name="csX53" fmla="*/ 2052701 w 3873119"/>
                <a:gd name="csY53" fmla="*/ 1118235 h 1119759"/>
                <a:gd name="csX54" fmla="*/ 2091436 w 3873119"/>
                <a:gd name="csY54" fmla="*/ 1117727 h 1119759"/>
                <a:gd name="csX55" fmla="*/ 2130171 w 3873119"/>
                <a:gd name="csY55" fmla="*/ 1116965 h 1119759"/>
                <a:gd name="csX56" fmla="*/ 2168906 w 3873119"/>
                <a:gd name="csY56" fmla="*/ 1116076 h 1119759"/>
                <a:gd name="csX57" fmla="*/ 2207641 w 3873119"/>
                <a:gd name="csY57" fmla="*/ 1114679 h 1119759"/>
                <a:gd name="csX58" fmla="*/ 2246376 w 3873119"/>
                <a:gd name="csY58" fmla="*/ 1112901 h 1119759"/>
                <a:gd name="csX59" fmla="*/ 2285111 w 3873119"/>
                <a:gd name="csY59" fmla="*/ 1110615 h 1119759"/>
                <a:gd name="csX60" fmla="*/ 2323846 w 3873119"/>
                <a:gd name="csY60" fmla="*/ 1107440 h 1119759"/>
                <a:gd name="csX61" fmla="*/ 2362581 w 3873119"/>
                <a:gd name="csY61" fmla="*/ 1103249 h 1119759"/>
                <a:gd name="csX62" fmla="*/ 2401316 w 3873119"/>
                <a:gd name="csY62" fmla="*/ 1097534 h 1119759"/>
                <a:gd name="csX63" fmla="*/ 2440051 w 3873119"/>
                <a:gd name="csY63" fmla="*/ 1089914 h 1119759"/>
                <a:gd name="csX64" fmla="*/ 2478786 w 3873119"/>
                <a:gd name="csY64" fmla="*/ 1079881 h 1119759"/>
                <a:gd name="csX65" fmla="*/ 2517521 w 3873119"/>
                <a:gd name="csY65" fmla="*/ 1066673 h 1119759"/>
                <a:gd name="csX66" fmla="*/ 2556256 w 3873119"/>
                <a:gd name="csY66" fmla="*/ 1049147 h 1119759"/>
                <a:gd name="csX67" fmla="*/ 2594991 w 3873119"/>
                <a:gd name="csY67" fmla="*/ 1026541 h 1119759"/>
                <a:gd name="csX68" fmla="*/ 2633726 w 3873119"/>
                <a:gd name="csY68" fmla="*/ 997585 h 1119759"/>
                <a:gd name="csX69" fmla="*/ 2672461 w 3873119"/>
                <a:gd name="csY69" fmla="*/ 960882 h 1119759"/>
                <a:gd name="csX70" fmla="*/ 2711196 w 3873119"/>
                <a:gd name="csY70" fmla="*/ 915416 h 1119759"/>
                <a:gd name="csX71" fmla="*/ 2749931 w 3873119"/>
                <a:gd name="csY71" fmla="*/ 860425 h 1119759"/>
                <a:gd name="csX72" fmla="*/ 2788666 w 3873119"/>
                <a:gd name="csY72" fmla="*/ 795909 h 1119759"/>
                <a:gd name="csX73" fmla="*/ 2827401 w 3873119"/>
                <a:gd name="csY73" fmla="*/ 722757 h 1119759"/>
                <a:gd name="csX74" fmla="*/ 2866136 w 3873119"/>
                <a:gd name="csY74" fmla="*/ 643001 h 1119759"/>
                <a:gd name="csX75" fmla="*/ 2904744 w 3873119"/>
                <a:gd name="csY75" fmla="*/ 559562 h 1119759"/>
                <a:gd name="csX76" fmla="*/ 2943479 w 3873119"/>
                <a:gd name="csY76" fmla="*/ 476123 h 1119759"/>
                <a:gd name="csX77" fmla="*/ 2982214 w 3873119"/>
                <a:gd name="csY77" fmla="*/ 396367 h 1119759"/>
                <a:gd name="csX78" fmla="*/ 3020949 w 3873119"/>
                <a:gd name="csY78" fmla="*/ 323215 h 1119759"/>
                <a:gd name="csX79" fmla="*/ 3059684 w 3873119"/>
                <a:gd name="csY79" fmla="*/ 258699 h 1119759"/>
                <a:gd name="csX80" fmla="*/ 3098419 w 3873119"/>
                <a:gd name="csY80" fmla="*/ 203708 h 1119759"/>
                <a:gd name="csX81" fmla="*/ 3137154 w 3873119"/>
                <a:gd name="csY81" fmla="*/ 158242 h 1119759"/>
                <a:gd name="csX82" fmla="*/ 3175889 w 3873119"/>
                <a:gd name="csY82" fmla="*/ 121539 h 1119759"/>
                <a:gd name="csX83" fmla="*/ 3214624 w 3873119"/>
                <a:gd name="csY83" fmla="*/ 92583 h 1119759"/>
                <a:gd name="csX84" fmla="*/ 3253359 w 3873119"/>
                <a:gd name="csY84" fmla="*/ 69977 h 1119759"/>
                <a:gd name="csX85" fmla="*/ 3292094 w 3873119"/>
                <a:gd name="csY85" fmla="*/ 52451 h 1119759"/>
                <a:gd name="csX86" fmla="*/ 3330829 w 3873119"/>
                <a:gd name="csY86" fmla="*/ 39243 h 1119759"/>
                <a:gd name="csX87" fmla="*/ 3369564 w 3873119"/>
                <a:gd name="csY87" fmla="*/ 29210 h 1119759"/>
                <a:gd name="csX88" fmla="*/ 3408299 w 3873119"/>
                <a:gd name="csY88" fmla="*/ 21590 h 1119759"/>
                <a:gd name="csX89" fmla="*/ 3447034 w 3873119"/>
                <a:gd name="csY89" fmla="*/ 15875 h 1119759"/>
                <a:gd name="csX90" fmla="*/ 3485769 w 3873119"/>
                <a:gd name="csY90" fmla="*/ 11684 h 1119759"/>
                <a:gd name="csX91" fmla="*/ 3524504 w 3873119"/>
                <a:gd name="csY91" fmla="*/ 8509 h 1119759"/>
                <a:gd name="csX92" fmla="*/ 3563239 w 3873119"/>
                <a:gd name="csY92" fmla="*/ 6223 h 1119759"/>
                <a:gd name="csX93" fmla="*/ 3601974 w 3873119"/>
                <a:gd name="csY93" fmla="*/ 4445 h 1119759"/>
                <a:gd name="csX94" fmla="*/ 3640709 w 3873119"/>
                <a:gd name="csY94" fmla="*/ 3048 h 1119759"/>
                <a:gd name="csX95" fmla="*/ 3679444 w 3873119"/>
                <a:gd name="csY95" fmla="*/ 2159 h 1119759"/>
                <a:gd name="csX96" fmla="*/ 3718179 w 3873119"/>
                <a:gd name="csY96" fmla="*/ 1397 h 1119759"/>
                <a:gd name="csX97" fmla="*/ 3756914 w 3873119"/>
                <a:gd name="csY97" fmla="*/ 889 h 1119759"/>
                <a:gd name="csX98" fmla="*/ 3795649 w 3873119"/>
                <a:gd name="csY98" fmla="*/ 508 h 1119759"/>
                <a:gd name="csX99" fmla="*/ 3834384 w 3873119"/>
                <a:gd name="csY99" fmla="*/ 254 h 1119759"/>
                <a:gd name="csX100" fmla="*/ 3873119 w 3873119"/>
                <a:gd name="csY100" fmla="*/ 0 h 11197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3873119" h="1119759">
                  <a:moveTo>
                    <a:pt x="0" y="1119759"/>
                  </a:moveTo>
                  <a:lnTo>
                    <a:pt x="38735" y="1119759"/>
                  </a:lnTo>
                  <a:lnTo>
                    <a:pt x="77470" y="1119759"/>
                  </a:lnTo>
                  <a:lnTo>
                    <a:pt x="116205" y="1119759"/>
                  </a:lnTo>
                  <a:lnTo>
                    <a:pt x="154940" y="1119759"/>
                  </a:lnTo>
                  <a:lnTo>
                    <a:pt x="193675" y="1119759"/>
                  </a:lnTo>
                  <a:lnTo>
                    <a:pt x="232410" y="1119759"/>
                  </a:lnTo>
                  <a:lnTo>
                    <a:pt x="271145" y="1119759"/>
                  </a:lnTo>
                  <a:lnTo>
                    <a:pt x="309880" y="1119759"/>
                  </a:lnTo>
                  <a:lnTo>
                    <a:pt x="348615" y="1119759"/>
                  </a:lnTo>
                  <a:lnTo>
                    <a:pt x="387350" y="1119759"/>
                  </a:lnTo>
                  <a:lnTo>
                    <a:pt x="426085" y="1119759"/>
                  </a:lnTo>
                  <a:lnTo>
                    <a:pt x="464820" y="1119759"/>
                  </a:lnTo>
                  <a:lnTo>
                    <a:pt x="503555" y="1119759"/>
                  </a:lnTo>
                  <a:lnTo>
                    <a:pt x="542290" y="1119759"/>
                  </a:lnTo>
                  <a:lnTo>
                    <a:pt x="581025" y="1119759"/>
                  </a:lnTo>
                  <a:lnTo>
                    <a:pt x="619760" y="1119759"/>
                  </a:lnTo>
                  <a:lnTo>
                    <a:pt x="658495" y="1119759"/>
                  </a:lnTo>
                  <a:lnTo>
                    <a:pt x="697230" y="1119759"/>
                  </a:lnTo>
                  <a:lnTo>
                    <a:pt x="735965" y="1119759"/>
                  </a:lnTo>
                  <a:lnTo>
                    <a:pt x="774700" y="1119759"/>
                  </a:lnTo>
                  <a:lnTo>
                    <a:pt x="813435" y="1119759"/>
                  </a:lnTo>
                  <a:lnTo>
                    <a:pt x="852170" y="1119759"/>
                  </a:lnTo>
                  <a:lnTo>
                    <a:pt x="890905" y="1119759"/>
                  </a:lnTo>
                  <a:lnTo>
                    <a:pt x="929513" y="1119759"/>
                  </a:lnTo>
                  <a:lnTo>
                    <a:pt x="968248" y="1119759"/>
                  </a:lnTo>
                  <a:lnTo>
                    <a:pt x="1006983" y="1119759"/>
                  </a:lnTo>
                  <a:lnTo>
                    <a:pt x="1045718" y="1119759"/>
                  </a:lnTo>
                  <a:lnTo>
                    <a:pt x="1084453" y="1119759"/>
                  </a:lnTo>
                  <a:lnTo>
                    <a:pt x="1123188" y="1119759"/>
                  </a:lnTo>
                  <a:lnTo>
                    <a:pt x="1161923" y="1119759"/>
                  </a:lnTo>
                  <a:lnTo>
                    <a:pt x="1200658" y="1119759"/>
                  </a:lnTo>
                  <a:lnTo>
                    <a:pt x="1239393" y="1119759"/>
                  </a:lnTo>
                  <a:lnTo>
                    <a:pt x="1278128" y="1119759"/>
                  </a:lnTo>
                  <a:lnTo>
                    <a:pt x="1316863" y="1119759"/>
                  </a:lnTo>
                  <a:lnTo>
                    <a:pt x="1355598" y="1119759"/>
                  </a:lnTo>
                  <a:lnTo>
                    <a:pt x="1394333" y="1119759"/>
                  </a:lnTo>
                  <a:lnTo>
                    <a:pt x="1433068" y="1119759"/>
                  </a:lnTo>
                  <a:lnTo>
                    <a:pt x="1471803" y="1119759"/>
                  </a:lnTo>
                  <a:lnTo>
                    <a:pt x="1510538" y="1119759"/>
                  </a:lnTo>
                  <a:lnTo>
                    <a:pt x="1549273" y="1119759"/>
                  </a:lnTo>
                  <a:lnTo>
                    <a:pt x="1588008" y="1119759"/>
                  </a:lnTo>
                  <a:lnTo>
                    <a:pt x="1626743" y="1119759"/>
                  </a:lnTo>
                  <a:lnTo>
                    <a:pt x="1665478" y="1119632"/>
                  </a:lnTo>
                  <a:lnTo>
                    <a:pt x="1704213" y="1119632"/>
                  </a:lnTo>
                  <a:lnTo>
                    <a:pt x="1742948" y="1119632"/>
                  </a:lnTo>
                  <a:lnTo>
                    <a:pt x="1781683" y="1119505"/>
                  </a:lnTo>
                  <a:lnTo>
                    <a:pt x="1820418" y="1119505"/>
                  </a:lnTo>
                  <a:lnTo>
                    <a:pt x="1859153" y="1119378"/>
                  </a:lnTo>
                  <a:lnTo>
                    <a:pt x="1897888" y="1119251"/>
                  </a:lnTo>
                  <a:lnTo>
                    <a:pt x="1936496" y="1119124"/>
                  </a:lnTo>
                  <a:lnTo>
                    <a:pt x="1975231" y="1118870"/>
                  </a:lnTo>
                  <a:lnTo>
                    <a:pt x="2013966" y="1118616"/>
                  </a:lnTo>
                  <a:lnTo>
                    <a:pt x="2052701" y="1118235"/>
                  </a:lnTo>
                  <a:lnTo>
                    <a:pt x="2091436" y="1117727"/>
                  </a:lnTo>
                  <a:lnTo>
                    <a:pt x="2130171" y="1116965"/>
                  </a:lnTo>
                  <a:lnTo>
                    <a:pt x="2168906" y="1116076"/>
                  </a:lnTo>
                  <a:lnTo>
                    <a:pt x="2207641" y="1114679"/>
                  </a:lnTo>
                  <a:lnTo>
                    <a:pt x="2246376" y="1112901"/>
                  </a:lnTo>
                  <a:lnTo>
                    <a:pt x="2285111" y="1110615"/>
                  </a:lnTo>
                  <a:lnTo>
                    <a:pt x="2323846" y="1107440"/>
                  </a:lnTo>
                  <a:lnTo>
                    <a:pt x="2362581" y="1103249"/>
                  </a:lnTo>
                  <a:lnTo>
                    <a:pt x="2401316" y="1097534"/>
                  </a:lnTo>
                  <a:lnTo>
                    <a:pt x="2440051" y="1089914"/>
                  </a:lnTo>
                  <a:lnTo>
                    <a:pt x="2478786" y="1079881"/>
                  </a:lnTo>
                  <a:lnTo>
                    <a:pt x="2517521" y="1066673"/>
                  </a:lnTo>
                  <a:lnTo>
                    <a:pt x="2556256" y="1049147"/>
                  </a:lnTo>
                  <a:lnTo>
                    <a:pt x="2594991" y="1026541"/>
                  </a:lnTo>
                  <a:lnTo>
                    <a:pt x="2633726" y="997585"/>
                  </a:lnTo>
                  <a:lnTo>
                    <a:pt x="2672461" y="960882"/>
                  </a:lnTo>
                  <a:lnTo>
                    <a:pt x="2711196" y="915416"/>
                  </a:lnTo>
                  <a:lnTo>
                    <a:pt x="2749931" y="860425"/>
                  </a:lnTo>
                  <a:lnTo>
                    <a:pt x="2788666" y="795909"/>
                  </a:lnTo>
                  <a:lnTo>
                    <a:pt x="2827401" y="722757"/>
                  </a:lnTo>
                  <a:lnTo>
                    <a:pt x="2866136" y="643001"/>
                  </a:lnTo>
                  <a:lnTo>
                    <a:pt x="2904744" y="559562"/>
                  </a:lnTo>
                  <a:lnTo>
                    <a:pt x="2943479" y="476123"/>
                  </a:lnTo>
                  <a:lnTo>
                    <a:pt x="2982214" y="396367"/>
                  </a:lnTo>
                  <a:lnTo>
                    <a:pt x="3020949" y="323215"/>
                  </a:lnTo>
                  <a:lnTo>
                    <a:pt x="3059684" y="258699"/>
                  </a:lnTo>
                  <a:lnTo>
                    <a:pt x="3098419" y="203708"/>
                  </a:lnTo>
                  <a:lnTo>
                    <a:pt x="3137154" y="158242"/>
                  </a:lnTo>
                  <a:lnTo>
                    <a:pt x="3175889" y="121539"/>
                  </a:lnTo>
                  <a:lnTo>
                    <a:pt x="3214624" y="92583"/>
                  </a:lnTo>
                  <a:lnTo>
                    <a:pt x="3253359" y="69977"/>
                  </a:lnTo>
                  <a:lnTo>
                    <a:pt x="3292094" y="52451"/>
                  </a:lnTo>
                  <a:lnTo>
                    <a:pt x="3330829" y="39243"/>
                  </a:lnTo>
                  <a:lnTo>
                    <a:pt x="3369564" y="29210"/>
                  </a:lnTo>
                  <a:lnTo>
                    <a:pt x="3408299" y="21590"/>
                  </a:lnTo>
                  <a:lnTo>
                    <a:pt x="3447034" y="15875"/>
                  </a:lnTo>
                  <a:lnTo>
                    <a:pt x="3485769" y="11684"/>
                  </a:lnTo>
                  <a:lnTo>
                    <a:pt x="3524504" y="8509"/>
                  </a:lnTo>
                  <a:lnTo>
                    <a:pt x="3563239" y="6223"/>
                  </a:lnTo>
                  <a:lnTo>
                    <a:pt x="3601974" y="4445"/>
                  </a:lnTo>
                  <a:lnTo>
                    <a:pt x="3640709" y="3048"/>
                  </a:lnTo>
                  <a:lnTo>
                    <a:pt x="3679444" y="2159"/>
                  </a:lnTo>
                  <a:lnTo>
                    <a:pt x="3718179" y="1397"/>
                  </a:lnTo>
                  <a:lnTo>
                    <a:pt x="3756914" y="889"/>
                  </a:lnTo>
                  <a:lnTo>
                    <a:pt x="3795649" y="508"/>
                  </a:lnTo>
                  <a:lnTo>
                    <a:pt x="3834384" y="254"/>
                  </a:lnTo>
                  <a:lnTo>
                    <a:pt x="3873119" y="0"/>
                  </a:lnTo>
                </a:path>
              </a:pathLst>
            </a:custGeom>
            <a:noFill/>
            <a:ln w="54173" cap="flat">
              <a:solidFill>
                <a:srgbClr val="4EB265"/>
              </a:solidFill>
              <a:prstDash val="solid"/>
              <a:round/>
            </a:ln>
          </p:spPr>
          <p:txBody>
            <a:bodyPr/>
            <a:lstStyle/>
            <a:p>
              <a:pPr algn="ctr"/>
              <a:endParaRPr lang="en-US" sz="3024"/>
            </a:p>
          </p:txBody>
        </p:sp>
        <p:sp>
          <p:nvSpPr>
            <p:cNvPr id="18" name="Freeform 17">
              <a:extLst>
                <a:ext uri="{FF2B5EF4-FFF2-40B4-BE49-F238E27FC236}">
                  <a16:creationId xmlns:a16="http://schemas.microsoft.com/office/drawing/2014/main" id="{8BDBDED3-7DDA-0B14-F4E4-B533D04D2E30}"/>
                </a:ext>
              </a:extLst>
            </p:cNvPr>
            <p:cNvSpPr/>
            <p:nvPr/>
          </p:nvSpPr>
          <p:spPr>
            <a:xfrm>
              <a:off x="3921211" y="252560"/>
              <a:ext cx="968375" cy="1120394"/>
            </a:xfrm>
            <a:custGeom>
              <a:avLst/>
              <a:gdLst>
                <a:gd name="csX0" fmla="*/ 0 w 968375"/>
                <a:gd name="csY0" fmla="*/ 1120394 h 1120394"/>
                <a:gd name="csX1" fmla="*/ 38735 w 968375"/>
                <a:gd name="csY1" fmla="*/ 1075563 h 1120394"/>
                <a:gd name="csX2" fmla="*/ 77470 w 968375"/>
                <a:gd name="csY2" fmla="*/ 1030732 h 1120394"/>
                <a:gd name="csX3" fmla="*/ 116205 w 968375"/>
                <a:gd name="csY3" fmla="*/ 985901 h 1120394"/>
                <a:gd name="csX4" fmla="*/ 154940 w 968375"/>
                <a:gd name="csY4" fmla="*/ 941070 h 1120394"/>
                <a:gd name="csX5" fmla="*/ 193675 w 968375"/>
                <a:gd name="csY5" fmla="*/ 896366 h 1120394"/>
                <a:gd name="csX6" fmla="*/ 232410 w 968375"/>
                <a:gd name="csY6" fmla="*/ 851535 h 1120394"/>
                <a:gd name="csX7" fmla="*/ 271145 w 968375"/>
                <a:gd name="csY7" fmla="*/ 806704 h 1120394"/>
                <a:gd name="csX8" fmla="*/ 309880 w 968375"/>
                <a:gd name="csY8" fmla="*/ 761873 h 1120394"/>
                <a:gd name="csX9" fmla="*/ 348615 w 968375"/>
                <a:gd name="csY9" fmla="*/ 717042 h 1120394"/>
                <a:gd name="csX10" fmla="*/ 387350 w 968375"/>
                <a:gd name="csY10" fmla="*/ 672211 h 1120394"/>
                <a:gd name="csX11" fmla="*/ 426085 w 968375"/>
                <a:gd name="csY11" fmla="*/ 627380 h 1120394"/>
                <a:gd name="csX12" fmla="*/ 464820 w 968375"/>
                <a:gd name="csY12" fmla="*/ 582549 h 1120394"/>
                <a:gd name="csX13" fmla="*/ 503555 w 968375"/>
                <a:gd name="csY13" fmla="*/ 537845 h 1120394"/>
                <a:gd name="csX14" fmla="*/ 542290 w 968375"/>
                <a:gd name="csY14" fmla="*/ 493014 h 1120394"/>
                <a:gd name="csX15" fmla="*/ 581025 w 968375"/>
                <a:gd name="csY15" fmla="*/ 448183 h 1120394"/>
                <a:gd name="csX16" fmla="*/ 619760 w 968375"/>
                <a:gd name="csY16" fmla="*/ 403352 h 1120394"/>
                <a:gd name="csX17" fmla="*/ 658495 w 968375"/>
                <a:gd name="csY17" fmla="*/ 358521 h 1120394"/>
                <a:gd name="csX18" fmla="*/ 697230 w 968375"/>
                <a:gd name="csY18" fmla="*/ 313690 h 1120394"/>
                <a:gd name="csX19" fmla="*/ 735965 w 968375"/>
                <a:gd name="csY19" fmla="*/ 268859 h 1120394"/>
                <a:gd name="csX20" fmla="*/ 774700 w 968375"/>
                <a:gd name="csY20" fmla="*/ 224028 h 1120394"/>
                <a:gd name="csX21" fmla="*/ 813435 w 968375"/>
                <a:gd name="csY21" fmla="*/ 179324 h 1120394"/>
                <a:gd name="csX22" fmla="*/ 852170 w 968375"/>
                <a:gd name="csY22" fmla="*/ 134493 h 1120394"/>
                <a:gd name="csX23" fmla="*/ 890905 w 968375"/>
                <a:gd name="csY23" fmla="*/ 89662 h 1120394"/>
                <a:gd name="csX24" fmla="*/ 929640 w 968375"/>
                <a:gd name="csY24" fmla="*/ 44831 h 1120394"/>
                <a:gd name="csX25" fmla="*/ 968375 w 968375"/>
                <a:gd name="csY25" fmla="*/ 0 h 11203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968375" h="1120394">
                  <a:moveTo>
                    <a:pt x="0" y="1120394"/>
                  </a:moveTo>
                  <a:lnTo>
                    <a:pt x="38735" y="1075563"/>
                  </a:lnTo>
                  <a:lnTo>
                    <a:pt x="77470" y="1030732"/>
                  </a:lnTo>
                  <a:lnTo>
                    <a:pt x="116205" y="985901"/>
                  </a:lnTo>
                  <a:lnTo>
                    <a:pt x="154940" y="941070"/>
                  </a:lnTo>
                  <a:lnTo>
                    <a:pt x="193675" y="896366"/>
                  </a:lnTo>
                  <a:lnTo>
                    <a:pt x="232410" y="851535"/>
                  </a:lnTo>
                  <a:lnTo>
                    <a:pt x="271145" y="806704"/>
                  </a:lnTo>
                  <a:lnTo>
                    <a:pt x="309880" y="761873"/>
                  </a:lnTo>
                  <a:lnTo>
                    <a:pt x="348615" y="717042"/>
                  </a:lnTo>
                  <a:lnTo>
                    <a:pt x="387350" y="672211"/>
                  </a:lnTo>
                  <a:lnTo>
                    <a:pt x="426085" y="627380"/>
                  </a:lnTo>
                  <a:lnTo>
                    <a:pt x="464820" y="582549"/>
                  </a:lnTo>
                  <a:lnTo>
                    <a:pt x="503555" y="537845"/>
                  </a:lnTo>
                  <a:lnTo>
                    <a:pt x="542290" y="493014"/>
                  </a:lnTo>
                  <a:lnTo>
                    <a:pt x="581025" y="448183"/>
                  </a:lnTo>
                  <a:lnTo>
                    <a:pt x="619760" y="403352"/>
                  </a:lnTo>
                  <a:lnTo>
                    <a:pt x="658495" y="358521"/>
                  </a:lnTo>
                  <a:lnTo>
                    <a:pt x="697230" y="313690"/>
                  </a:lnTo>
                  <a:lnTo>
                    <a:pt x="735965" y="268859"/>
                  </a:lnTo>
                  <a:lnTo>
                    <a:pt x="774700" y="224028"/>
                  </a:lnTo>
                  <a:lnTo>
                    <a:pt x="813435" y="179324"/>
                  </a:lnTo>
                  <a:lnTo>
                    <a:pt x="852170" y="134493"/>
                  </a:lnTo>
                  <a:lnTo>
                    <a:pt x="890905" y="89662"/>
                  </a:lnTo>
                  <a:lnTo>
                    <a:pt x="929640" y="44831"/>
                  </a:lnTo>
                  <a:lnTo>
                    <a:pt x="968375" y="0"/>
                  </a:lnTo>
                </a:path>
              </a:pathLst>
            </a:custGeom>
            <a:noFill/>
            <a:ln w="54173" cap="flat">
              <a:solidFill>
                <a:srgbClr val="DC050C"/>
              </a:solidFill>
              <a:prstDash val="solid"/>
              <a:round/>
            </a:ln>
          </p:spPr>
          <p:txBody>
            <a:bodyPr/>
            <a:lstStyle/>
            <a:p>
              <a:pPr algn="ctr"/>
              <a:endParaRPr lang="en-US" sz="3024"/>
            </a:p>
          </p:txBody>
        </p:sp>
        <p:sp>
          <p:nvSpPr>
            <p:cNvPr id="20" name="Freeform 19">
              <a:extLst>
                <a:ext uri="{FF2B5EF4-FFF2-40B4-BE49-F238E27FC236}">
                  <a16:creationId xmlns:a16="http://schemas.microsoft.com/office/drawing/2014/main" id="{27363CF3-654E-494C-84A8-512AD595E531}"/>
                </a:ext>
              </a:extLst>
            </p:cNvPr>
            <p:cNvSpPr/>
            <p:nvPr/>
          </p:nvSpPr>
          <p:spPr>
            <a:xfrm>
              <a:off x="822919" y="196553"/>
              <a:ext cx="12700" cy="1232407"/>
            </a:xfrm>
            <a:custGeom>
              <a:avLst/>
              <a:gdLst>
                <a:gd name="csX0" fmla="*/ 0 w 12700"/>
                <a:gd name="csY0" fmla="*/ 1232408 h 1232407"/>
                <a:gd name="csX1" fmla="*/ 0 w 12700"/>
                <a:gd name="csY1" fmla="*/ 0 h 1232407"/>
              </a:gdLst>
              <a:ahLst/>
              <a:cxnLst>
                <a:cxn ang="0">
                  <a:pos x="csX0" y="csY0"/>
                </a:cxn>
                <a:cxn ang="0">
                  <a:pos x="csX1" y="csY1"/>
                </a:cxn>
              </a:cxnLst>
              <a:rect l="l" t="t" r="r" b="b"/>
              <a:pathLst>
                <a:path w="12700" h="1232407">
                  <a:moveTo>
                    <a:pt x="0" y="1232408"/>
                  </a:moveTo>
                  <a:lnTo>
                    <a:pt x="0" y="0"/>
                  </a:lnTo>
                </a:path>
              </a:pathLst>
            </a:custGeom>
            <a:noFill/>
            <a:ln w="13575" cap="sq">
              <a:solidFill>
                <a:srgbClr val="000000"/>
              </a:solidFill>
              <a:prstDash val="solid"/>
              <a:round/>
            </a:ln>
          </p:spPr>
          <p:txBody>
            <a:bodyPr/>
            <a:lstStyle/>
            <a:p>
              <a:pPr algn="ctr"/>
              <a:endParaRPr lang="en-US" sz="3024"/>
            </a:p>
          </p:txBody>
        </p:sp>
        <p:sp>
          <p:nvSpPr>
            <p:cNvPr id="21" name="TextBox 20">
              <a:extLst>
                <a:ext uri="{FF2B5EF4-FFF2-40B4-BE49-F238E27FC236}">
                  <a16:creationId xmlns:a16="http://schemas.microsoft.com/office/drawing/2014/main" id="{0055D1F4-EB67-6876-538C-B1650C7377D4}"/>
                </a:ext>
              </a:extLst>
            </p:cNvPr>
            <p:cNvSpPr txBox="1"/>
            <p:nvPr/>
          </p:nvSpPr>
          <p:spPr>
            <a:xfrm>
              <a:off x="463850" y="1266065"/>
              <a:ext cx="412580"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Min</a:t>
              </a:r>
            </a:p>
          </p:txBody>
        </p:sp>
        <p:sp>
          <p:nvSpPr>
            <p:cNvPr id="22" name="TextBox 21">
              <a:extLst>
                <a:ext uri="{FF2B5EF4-FFF2-40B4-BE49-F238E27FC236}">
                  <a16:creationId xmlns:a16="http://schemas.microsoft.com/office/drawing/2014/main" id="{C461AF83-9705-2639-DCDF-A493276E22BB}"/>
                </a:ext>
              </a:extLst>
            </p:cNvPr>
            <p:cNvSpPr txBox="1"/>
            <p:nvPr/>
          </p:nvSpPr>
          <p:spPr>
            <a:xfrm>
              <a:off x="429663" y="145671"/>
              <a:ext cx="449902"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Max</a:t>
              </a:r>
            </a:p>
          </p:txBody>
        </p:sp>
        <p:sp>
          <p:nvSpPr>
            <p:cNvPr id="23" name="Freeform 22">
              <a:extLst>
                <a:ext uri="{FF2B5EF4-FFF2-40B4-BE49-F238E27FC236}">
                  <a16:creationId xmlns:a16="http://schemas.microsoft.com/office/drawing/2014/main" id="{3E2F439A-A163-57E8-3795-8644BB4AFE64}"/>
                </a:ext>
              </a:extLst>
            </p:cNvPr>
            <p:cNvSpPr/>
            <p:nvPr/>
          </p:nvSpPr>
          <p:spPr>
            <a:xfrm>
              <a:off x="788120" y="137295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75" cap="flat">
              <a:solidFill>
                <a:srgbClr val="000000"/>
              </a:solidFill>
              <a:prstDash val="solid"/>
              <a:round/>
            </a:ln>
          </p:spPr>
          <p:txBody>
            <a:bodyPr/>
            <a:lstStyle/>
            <a:p>
              <a:pPr algn="ctr"/>
              <a:endParaRPr lang="en-US" sz="3024"/>
            </a:p>
          </p:txBody>
        </p:sp>
        <p:sp>
          <p:nvSpPr>
            <p:cNvPr id="24" name="Freeform 23">
              <a:extLst>
                <a:ext uri="{FF2B5EF4-FFF2-40B4-BE49-F238E27FC236}">
                  <a16:creationId xmlns:a16="http://schemas.microsoft.com/office/drawing/2014/main" id="{7CD42AF6-DFF8-BA5C-DD9C-23E1560489E7}"/>
                </a:ext>
              </a:extLst>
            </p:cNvPr>
            <p:cNvSpPr/>
            <p:nvPr/>
          </p:nvSpPr>
          <p:spPr>
            <a:xfrm>
              <a:off x="788120" y="25256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75" cap="flat">
              <a:solidFill>
                <a:srgbClr val="000000"/>
              </a:solidFill>
              <a:prstDash val="solid"/>
              <a:round/>
            </a:ln>
          </p:spPr>
          <p:txBody>
            <a:bodyPr/>
            <a:lstStyle/>
            <a:p>
              <a:pPr algn="ctr"/>
              <a:endParaRPr lang="en-US" sz="3024"/>
            </a:p>
          </p:txBody>
        </p:sp>
        <p:sp>
          <p:nvSpPr>
            <p:cNvPr id="25" name="Freeform 24">
              <a:extLst>
                <a:ext uri="{FF2B5EF4-FFF2-40B4-BE49-F238E27FC236}">
                  <a16:creationId xmlns:a16="http://schemas.microsoft.com/office/drawing/2014/main" id="{E439FBE2-BF25-A050-C014-78D6FCFCD5CF}"/>
                </a:ext>
              </a:extLst>
            </p:cNvPr>
            <p:cNvSpPr/>
            <p:nvPr/>
          </p:nvSpPr>
          <p:spPr>
            <a:xfrm>
              <a:off x="822919" y="1428960"/>
              <a:ext cx="4260214" cy="12700"/>
            </a:xfrm>
            <a:custGeom>
              <a:avLst/>
              <a:gdLst>
                <a:gd name="csX0" fmla="*/ 0 w 4260214"/>
                <a:gd name="csY0" fmla="*/ 0 h 12700"/>
                <a:gd name="csX1" fmla="*/ 4260215 w 4260214"/>
                <a:gd name="csY1" fmla="*/ 0 h 12700"/>
              </a:gdLst>
              <a:ahLst/>
              <a:cxnLst>
                <a:cxn ang="0">
                  <a:pos x="csX0" y="csY0"/>
                </a:cxn>
                <a:cxn ang="0">
                  <a:pos x="csX1" y="csY1"/>
                </a:cxn>
              </a:cxnLst>
              <a:rect l="l" t="t" r="r" b="b"/>
              <a:pathLst>
                <a:path w="4260214" h="12700">
                  <a:moveTo>
                    <a:pt x="0" y="0"/>
                  </a:moveTo>
                  <a:lnTo>
                    <a:pt x="4260215" y="0"/>
                  </a:lnTo>
                </a:path>
              </a:pathLst>
            </a:custGeom>
            <a:noFill/>
            <a:ln w="13575" cap="sq">
              <a:solidFill>
                <a:srgbClr val="000000"/>
              </a:solidFill>
              <a:prstDash val="solid"/>
              <a:round/>
            </a:ln>
          </p:spPr>
          <p:txBody>
            <a:bodyPr/>
            <a:lstStyle/>
            <a:p>
              <a:pPr algn="ctr"/>
              <a:endParaRPr lang="en-US" sz="3024"/>
            </a:p>
          </p:txBody>
        </p:sp>
        <p:sp>
          <p:nvSpPr>
            <p:cNvPr id="27" name="TextBox 26">
              <a:extLst>
                <a:ext uri="{FF2B5EF4-FFF2-40B4-BE49-F238E27FC236}">
                  <a16:creationId xmlns:a16="http://schemas.microsoft.com/office/drawing/2014/main" id="{6FF4FA59-347E-1A8A-BFE6-21449D3EE101}"/>
                </a:ext>
              </a:extLst>
            </p:cNvPr>
            <p:cNvSpPr txBox="1"/>
            <p:nvPr/>
          </p:nvSpPr>
          <p:spPr>
            <a:xfrm>
              <a:off x="5386519" y="-10995"/>
              <a:ext cx="1328172" cy="266956"/>
            </a:xfrm>
            <a:prstGeom prst="rect">
              <a:avLst/>
            </a:prstGeom>
            <a:noFill/>
          </p:spPr>
          <p:txBody>
            <a:bodyPr wrap="square" rtlCol="0">
              <a:spAutoFit/>
            </a:bodyPr>
            <a:lstStyle/>
            <a:p>
              <a:pPr algn="ctr"/>
              <a:r>
                <a:rPr lang="en-US" sz="1039" dirty="0">
                  <a:ln/>
                  <a:solidFill>
                    <a:srgbClr val="000000"/>
                  </a:solidFill>
                  <a:latin typeface="Arial"/>
                  <a:cs typeface="Arial"/>
                  <a:sym typeface="Arial"/>
                  <a:rtl val="0"/>
                </a:rPr>
                <a:t>Parameter</a:t>
              </a:r>
            </a:p>
          </p:txBody>
        </p:sp>
        <p:grpSp>
          <p:nvGrpSpPr>
            <p:cNvPr id="94" name="Group 93">
              <a:extLst>
                <a:ext uri="{FF2B5EF4-FFF2-40B4-BE49-F238E27FC236}">
                  <a16:creationId xmlns:a16="http://schemas.microsoft.com/office/drawing/2014/main" id="{AC0F87AF-A08F-857F-8332-9A6C679C611C}"/>
                </a:ext>
              </a:extLst>
            </p:cNvPr>
            <p:cNvGrpSpPr/>
            <p:nvPr/>
          </p:nvGrpSpPr>
          <p:grpSpPr>
            <a:xfrm>
              <a:off x="5386518" y="140143"/>
              <a:ext cx="629197" cy="259288"/>
              <a:chOff x="5313893" y="37340"/>
              <a:chExt cx="629197" cy="259288"/>
            </a:xfrm>
          </p:grpSpPr>
          <p:sp>
            <p:nvSpPr>
              <p:cNvPr id="29" name="Freeform 28">
                <a:extLst>
                  <a:ext uri="{FF2B5EF4-FFF2-40B4-BE49-F238E27FC236}">
                    <a16:creationId xmlns:a16="http://schemas.microsoft.com/office/drawing/2014/main" id="{51FD6D79-4946-5BAB-FFCA-CB84DF3F606C}"/>
                  </a:ext>
                </a:extLst>
              </p:cNvPr>
              <p:cNvSpPr/>
              <p:nvPr/>
            </p:nvSpPr>
            <p:spPr>
              <a:xfrm>
                <a:off x="5313893" y="157948"/>
                <a:ext cx="175513" cy="12700"/>
              </a:xfrm>
              <a:custGeom>
                <a:avLst/>
                <a:gdLst>
                  <a:gd name="csX0" fmla="*/ 0 w 175513"/>
                  <a:gd name="csY0" fmla="*/ 0 h 12700"/>
                  <a:gd name="csX1" fmla="*/ 175514 w 175513"/>
                  <a:gd name="csY1" fmla="*/ 0 h 12700"/>
                </a:gdLst>
                <a:ahLst/>
                <a:cxnLst>
                  <a:cxn ang="0">
                    <a:pos x="csX0" y="csY0"/>
                  </a:cxn>
                  <a:cxn ang="0">
                    <a:pos x="csX1" y="csY1"/>
                  </a:cxn>
                </a:cxnLst>
                <a:rect l="l" t="t" r="r" b="b"/>
                <a:pathLst>
                  <a:path w="175513" h="12700">
                    <a:moveTo>
                      <a:pt x="0" y="0"/>
                    </a:moveTo>
                    <a:lnTo>
                      <a:pt x="175514" y="0"/>
                    </a:lnTo>
                  </a:path>
                </a:pathLst>
              </a:custGeom>
              <a:ln w="54173" cap="flat">
                <a:solidFill>
                  <a:srgbClr val="882E72"/>
                </a:solidFill>
                <a:custDash>
                  <a:ds d="1707000" sp="1707000"/>
                </a:custDash>
                <a:round/>
              </a:ln>
            </p:spPr>
            <p:txBody>
              <a:bodyPr/>
              <a:lstStyle/>
              <a:p>
                <a:pPr algn="ctr"/>
                <a:endParaRPr lang="en-US" sz="3024"/>
              </a:p>
            </p:txBody>
          </p:sp>
          <p:sp>
            <p:nvSpPr>
              <p:cNvPr id="44" name="TextBox 43">
                <a:extLst>
                  <a:ext uri="{FF2B5EF4-FFF2-40B4-BE49-F238E27FC236}">
                    <a16:creationId xmlns:a16="http://schemas.microsoft.com/office/drawing/2014/main" id="{FFEB9F9E-1232-0120-CF89-7DA92AC94B71}"/>
                  </a:ext>
                </a:extLst>
              </p:cNvPr>
              <p:cNvSpPr txBox="1"/>
              <p:nvPr/>
            </p:nvSpPr>
            <p:spPr>
              <a:xfrm>
                <a:off x="5427024" y="37340"/>
                <a:ext cx="516066"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11KT</a:t>
                </a:r>
              </a:p>
            </p:txBody>
          </p:sp>
        </p:grpSp>
        <p:grpSp>
          <p:nvGrpSpPr>
            <p:cNvPr id="96" name="Group 95">
              <a:extLst>
                <a:ext uri="{FF2B5EF4-FFF2-40B4-BE49-F238E27FC236}">
                  <a16:creationId xmlns:a16="http://schemas.microsoft.com/office/drawing/2014/main" id="{C9977F35-8F41-44BC-E817-0CCC5DBE9DE5}"/>
                </a:ext>
              </a:extLst>
            </p:cNvPr>
            <p:cNvGrpSpPr/>
            <p:nvPr/>
          </p:nvGrpSpPr>
          <p:grpSpPr>
            <a:xfrm>
              <a:off x="5386518" y="306562"/>
              <a:ext cx="1393216" cy="1257803"/>
              <a:chOff x="5386518" y="306562"/>
              <a:chExt cx="1393216" cy="1257803"/>
            </a:xfrm>
          </p:grpSpPr>
          <p:grpSp>
            <p:nvGrpSpPr>
              <p:cNvPr id="92" name="Group 91">
                <a:extLst>
                  <a:ext uri="{FF2B5EF4-FFF2-40B4-BE49-F238E27FC236}">
                    <a16:creationId xmlns:a16="http://schemas.microsoft.com/office/drawing/2014/main" id="{C263B774-0D22-65D5-FB0C-2DD4FF16AAA9}"/>
                  </a:ext>
                </a:extLst>
              </p:cNvPr>
              <p:cNvGrpSpPr/>
              <p:nvPr/>
            </p:nvGrpSpPr>
            <p:grpSpPr>
              <a:xfrm>
                <a:off x="5386518" y="805819"/>
                <a:ext cx="974558" cy="259288"/>
                <a:chOff x="5313893" y="476252"/>
                <a:chExt cx="974558" cy="259288"/>
              </a:xfrm>
            </p:grpSpPr>
            <p:sp>
              <p:nvSpPr>
                <p:cNvPr id="33" name="Freeform 32">
                  <a:extLst>
                    <a:ext uri="{FF2B5EF4-FFF2-40B4-BE49-F238E27FC236}">
                      <a16:creationId xmlns:a16="http://schemas.microsoft.com/office/drawing/2014/main" id="{E7D63484-6983-FD74-44CA-9436B4E43D5E}"/>
                    </a:ext>
                  </a:extLst>
                </p:cNvPr>
                <p:cNvSpPr/>
                <p:nvPr/>
              </p:nvSpPr>
              <p:spPr>
                <a:xfrm>
                  <a:off x="5313893" y="596860"/>
                  <a:ext cx="175513" cy="12700"/>
                </a:xfrm>
                <a:custGeom>
                  <a:avLst/>
                  <a:gdLst>
                    <a:gd name="csX0" fmla="*/ 0 w 175513"/>
                    <a:gd name="csY0" fmla="*/ 0 h 12700"/>
                    <a:gd name="csX1" fmla="*/ 175514 w 175513"/>
                    <a:gd name="csY1" fmla="*/ 0 h 12700"/>
                  </a:gdLst>
                  <a:ahLst/>
                  <a:cxnLst>
                    <a:cxn ang="0">
                      <a:pos x="csX0" y="csY0"/>
                    </a:cxn>
                    <a:cxn ang="0">
                      <a:pos x="csX1" y="csY1"/>
                    </a:cxn>
                  </a:cxnLst>
                  <a:rect l="l" t="t" r="r" b="b"/>
                  <a:pathLst>
                    <a:path w="175513" h="12700">
                      <a:moveTo>
                        <a:pt x="0" y="0"/>
                      </a:moveTo>
                      <a:lnTo>
                        <a:pt x="175514" y="0"/>
                      </a:lnTo>
                    </a:path>
                  </a:pathLst>
                </a:custGeom>
                <a:ln w="54173" cap="flat">
                  <a:solidFill>
                    <a:srgbClr val="7BAFDE"/>
                  </a:solidFill>
                  <a:prstDash val="solid"/>
                  <a:round/>
                </a:ln>
              </p:spPr>
              <p:txBody>
                <a:bodyPr/>
                <a:lstStyle/>
                <a:p>
                  <a:pPr algn="ctr"/>
                  <a:endParaRPr lang="en-US" sz="3024"/>
                </a:p>
              </p:txBody>
            </p:sp>
            <p:sp>
              <p:nvSpPr>
                <p:cNvPr id="46" name="TextBox 45">
                  <a:extLst>
                    <a:ext uri="{FF2B5EF4-FFF2-40B4-BE49-F238E27FC236}">
                      <a16:creationId xmlns:a16="http://schemas.microsoft.com/office/drawing/2014/main" id="{B6071C6E-BC62-59DE-4471-CA7DDBDF8E21}"/>
                    </a:ext>
                  </a:extLst>
                </p:cNvPr>
                <p:cNvSpPr txBox="1"/>
                <p:nvPr/>
              </p:nvSpPr>
              <p:spPr>
                <a:xfrm>
                  <a:off x="5426307" y="476252"/>
                  <a:ext cx="862144"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Body Mass</a:t>
                  </a:r>
                </a:p>
              </p:txBody>
            </p:sp>
          </p:grpSp>
          <p:grpSp>
            <p:nvGrpSpPr>
              <p:cNvPr id="93" name="Group 92">
                <a:extLst>
                  <a:ext uri="{FF2B5EF4-FFF2-40B4-BE49-F238E27FC236}">
                    <a16:creationId xmlns:a16="http://schemas.microsoft.com/office/drawing/2014/main" id="{FE0A8F3F-6F63-D944-D41F-FA7CD4EE09B4}"/>
                  </a:ext>
                </a:extLst>
              </p:cNvPr>
              <p:cNvGrpSpPr/>
              <p:nvPr/>
            </p:nvGrpSpPr>
            <p:grpSpPr>
              <a:xfrm>
                <a:off x="5386518" y="1138657"/>
                <a:ext cx="982761" cy="259288"/>
                <a:chOff x="5313893" y="256796"/>
                <a:chExt cx="982761" cy="259288"/>
              </a:xfrm>
            </p:grpSpPr>
            <p:sp>
              <p:nvSpPr>
                <p:cNvPr id="31" name="Freeform 30">
                  <a:extLst>
                    <a:ext uri="{FF2B5EF4-FFF2-40B4-BE49-F238E27FC236}">
                      <a16:creationId xmlns:a16="http://schemas.microsoft.com/office/drawing/2014/main" id="{3F5AB06B-F48B-2A74-DD5F-689BE4F69C9B}"/>
                    </a:ext>
                  </a:extLst>
                </p:cNvPr>
                <p:cNvSpPr/>
                <p:nvPr/>
              </p:nvSpPr>
              <p:spPr>
                <a:xfrm>
                  <a:off x="5313893" y="377404"/>
                  <a:ext cx="175513" cy="12700"/>
                </a:xfrm>
                <a:custGeom>
                  <a:avLst/>
                  <a:gdLst>
                    <a:gd name="csX0" fmla="*/ 0 w 175513"/>
                    <a:gd name="csY0" fmla="*/ 0 h 12700"/>
                    <a:gd name="csX1" fmla="*/ 175514 w 175513"/>
                    <a:gd name="csY1" fmla="*/ 0 h 12700"/>
                  </a:gdLst>
                  <a:ahLst/>
                  <a:cxnLst>
                    <a:cxn ang="0">
                      <a:pos x="csX0" y="csY0"/>
                    </a:cxn>
                    <a:cxn ang="0">
                      <a:pos x="csX1" y="csY1"/>
                    </a:cxn>
                  </a:cxnLst>
                  <a:rect l="l" t="t" r="r" b="b"/>
                  <a:pathLst>
                    <a:path w="175513" h="12700">
                      <a:moveTo>
                        <a:pt x="0" y="0"/>
                      </a:moveTo>
                      <a:lnTo>
                        <a:pt x="175514" y="0"/>
                      </a:lnTo>
                    </a:path>
                  </a:pathLst>
                </a:custGeom>
                <a:ln w="54173" cap="flat">
                  <a:solidFill>
                    <a:srgbClr val="1965B0"/>
                  </a:solidFill>
                  <a:prstDash val="solid"/>
                  <a:round/>
                </a:ln>
              </p:spPr>
              <p:txBody>
                <a:bodyPr/>
                <a:lstStyle/>
                <a:p>
                  <a:pPr algn="ctr"/>
                  <a:endParaRPr lang="en-US" sz="3024"/>
                </a:p>
              </p:txBody>
            </p:sp>
            <p:sp>
              <p:nvSpPr>
                <p:cNvPr id="45" name="TextBox 44">
                  <a:extLst>
                    <a:ext uri="{FF2B5EF4-FFF2-40B4-BE49-F238E27FC236}">
                      <a16:creationId xmlns:a16="http://schemas.microsoft.com/office/drawing/2014/main" id="{21B51B49-099C-CC74-1629-752DC163EE82}"/>
                    </a:ext>
                  </a:extLst>
                </p:cNvPr>
                <p:cNvSpPr txBox="1"/>
                <p:nvPr/>
              </p:nvSpPr>
              <p:spPr>
                <a:xfrm>
                  <a:off x="5427723" y="256796"/>
                  <a:ext cx="868931"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Aggression</a:t>
                  </a:r>
                </a:p>
              </p:txBody>
            </p:sp>
          </p:grpSp>
          <p:grpSp>
            <p:nvGrpSpPr>
              <p:cNvPr id="91" name="Group 90">
                <a:extLst>
                  <a:ext uri="{FF2B5EF4-FFF2-40B4-BE49-F238E27FC236}">
                    <a16:creationId xmlns:a16="http://schemas.microsoft.com/office/drawing/2014/main" id="{244C8D2A-8EFC-3870-F600-E91BEA98E66A}"/>
                  </a:ext>
                </a:extLst>
              </p:cNvPr>
              <p:cNvGrpSpPr/>
              <p:nvPr/>
            </p:nvGrpSpPr>
            <p:grpSpPr>
              <a:xfrm>
                <a:off x="5386518" y="306562"/>
                <a:ext cx="472612" cy="259288"/>
                <a:chOff x="5313893" y="695708"/>
                <a:chExt cx="472612" cy="259288"/>
              </a:xfrm>
            </p:grpSpPr>
            <p:sp>
              <p:nvSpPr>
                <p:cNvPr id="35" name="Freeform 34">
                  <a:extLst>
                    <a:ext uri="{FF2B5EF4-FFF2-40B4-BE49-F238E27FC236}">
                      <a16:creationId xmlns:a16="http://schemas.microsoft.com/office/drawing/2014/main" id="{DE61CF23-68E7-66D8-29F9-44D435E71A02}"/>
                    </a:ext>
                  </a:extLst>
                </p:cNvPr>
                <p:cNvSpPr/>
                <p:nvPr/>
              </p:nvSpPr>
              <p:spPr>
                <a:xfrm>
                  <a:off x="5313893" y="816316"/>
                  <a:ext cx="175513" cy="12700"/>
                </a:xfrm>
                <a:custGeom>
                  <a:avLst/>
                  <a:gdLst>
                    <a:gd name="csX0" fmla="*/ 0 w 175513"/>
                    <a:gd name="csY0" fmla="*/ 0 h 12700"/>
                    <a:gd name="csX1" fmla="*/ 175514 w 175513"/>
                    <a:gd name="csY1" fmla="*/ 0 h 12700"/>
                  </a:gdLst>
                  <a:ahLst/>
                  <a:cxnLst>
                    <a:cxn ang="0">
                      <a:pos x="csX0" y="csY0"/>
                    </a:cxn>
                    <a:cxn ang="0">
                      <a:pos x="csX1" y="csY1"/>
                    </a:cxn>
                  </a:cxnLst>
                  <a:rect l="l" t="t" r="r" b="b"/>
                  <a:pathLst>
                    <a:path w="175513" h="12700">
                      <a:moveTo>
                        <a:pt x="0" y="0"/>
                      </a:moveTo>
                      <a:lnTo>
                        <a:pt x="175514" y="0"/>
                      </a:lnTo>
                    </a:path>
                  </a:pathLst>
                </a:custGeom>
                <a:ln w="54173" cap="flat">
                  <a:solidFill>
                    <a:srgbClr val="4EB265"/>
                  </a:solidFill>
                  <a:prstDash val="solid"/>
                  <a:round/>
                </a:ln>
              </p:spPr>
              <p:txBody>
                <a:bodyPr/>
                <a:lstStyle/>
                <a:p>
                  <a:pPr algn="ctr"/>
                  <a:endParaRPr lang="en-US" sz="3024"/>
                </a:p>
              </p:txBody>
            </p:sp>
            <p:sp>
              <p:nvSpPr>
                <p:cNvPr id="47" name="TextBox 46">
                  <a:extLst>
                    <a:ext uri="{FF2B5EF4-FFF2-40B4-BE49-F238E27FC236}">
                      <a16:creationId xmlns:a16="http://schemas.microsoft.com/office/drawing/2014/main" id="{6B208E89-03A5-C42D-733F-1E37C0A071A7}"/>
                    </a:ext>
                  </a:extLst>
                </p:cNvPr>
                <p:cNvSpPr txBox="1"/>
                <p:nvPr/>
              </p:nvSpPr>
              <p:spPr>
                <a:xfrm>
                  <a:off x="5426514" y="695708"/>
                  <a:ext cx="359991"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E2</a:t>
                  </a:r>
                </a:p>
              </p:txBody>
            </p:sp>
          </p:grpSp>
          <p:grpSp>
            <p:nvGrpSpPr>
              <p:cNvPr id="90" name="Group 89">
                <a:extLst>
                  <a:ext uri="{FF2B5EF4-FFF2-40B4-BE49-F238E27FC236}">
                    <a16:creationId xmlns:a16="http://schemas.microsoft.com/office/drawing/2014/main" id="{0747D77C-D1F9-B90E-3A95-8E258F9F65D5}"/>
                  </a:ext>
                </a:extLst>
              </p:cNvPr>
              <p:cNvGrpSpPr/>
              <p:nvPr/>
            </p:nvGrpSpPr>
            <p:grpSpPr>
              <a:xfrm>
                <a:off x="5386518" y="972238"/>
                <a:ext cx="1140145" cy="259288"/>
                <a:chOff x="5313893" y="913744"/>
                <a:chExt cx="1140145" cy="259288"/>
              </a:xfrm>
            </p:grpSpPr>
            <p:sp>
              <p:nvSpPr>
                <p:cNvPr id="37" name="Freeform 36">
                  <a:extLst>
                    <a:ext uri="{FF2B5EF4-FFF2-40B4-BE49-F238E27FC236}">
                      <a16:creationId xmlns:a16="http://schemas.microsoft.com/office/drawing/2014/main" id="{567DAA29-93B0-3767-2983-90B846D0C94F}"/>
                    </a:ext>
                  </a:extLst>
                </p:cNvPr>
                <p:cNvSpPr/>
                <p:nvPr/>
              </p:nvSpPr>
              <p:spPr>
                <a:xfrm>
                  <a:off x="5313893" y="1034352"/>
                  <a:ext cx="175513" cy="12700"/>
                </a:xfrm>
                <a:custGeom>
                  <a:avLst/>
                  <a:gdLst>
                    <a:gd name="csX0" fmla="*/ 0 w 175513"/>
                    <a:gd name="csY0" fmla="*/ 0 h 12700"/>
                    <a:gd name="csX1" fmla="*/ 175514 w 175513"/>
                    <a:gd name="csY1" fmla="*/ 0 h 12700"/>
                  </a:gdLst>
                  <a:ahLst/>
                  <a:cxnLst>
                    <a:cxn ang="0">
                      <a:pos x="csX0" y="csY0"/>
                    </a:cxn>
                    <a:cxn ang="0">
                      <a:pos x="csX1" y="csY1"/>
                    </a:cxn>
                  </a:cxnLst>
                  <a:rect l="l" t="t" r="r" b="b"/>
                  <a:pathLst>
                    <a:path w="175513" h="12700">
                      <a:moveTo>
                        <a:pt x="0" y="0"/>
                      </a:moveTo>
                      <a:lnTo>
                        <a:pt x="175514" y="0"/>
                      </a:lnTo>
                    </a:path>
                  </a:pathLst>
                </a:custGeom>
                <a:ln w="54173" cap="flat">
                  <a:solidFill>
                    <a:srgbClr val="000000"/>
                  </a:solidFill>
                  <a:prstDash val="solid"/>
                  <a:round/>
                </a:ln>
              </p:spPr>
              <p:txBody>
                <a:bodyPr/>
                <a:lstStyle/>
                <a:p>
                  <a:pPr algn="ctr"/>
                  <a:endParaRPr lang="en-US" sz="3024"/>
                </a:p>
              </p:txBody>
            </p:sp>
            <p:sp>
              <p:nvSpPr>
                <p:cNvPr id="48" name="TextBox 47">
                  <a:extLst>
                    <a:ext uri="{FF2B5EF4-FFF2-40B4-BE49-F238E27FC236}">
                      <a16:creationId xmlns:a16="http://schemas.microsoft.com/office/drawing/2014/main" id="{3405C01B-E907-0663-A1DC-F8968C99EBED}"/>
                    </a:ext>
                  </a:extLst>
                </p:cNvPr>
                <p:cNvSpPr txBox="1"/>
                <p:nvPr/>
              </p:nvSpPr>
              <p:spPr>
                <a:xfrm>
                  <a:off x="5429033" y="913744"/>
                  <a:ext cx="1025005"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Neurogenesis</a:t>
                  </a:r>
                </a:p>
              </p:txBody>
            </p:sp>
          </p:grpSp>
          <p:grpSp>
            <p:nvGrpSpPr>
              <p:cNvPr id="89" name="Group 88">
                <a:extLst>
                  <a:ext uri="{FF2B5EF4-FFF2-40B4-BE49-F238E27FC236}">
                    <a16:creationId xmlns:a16="http://schemas.microsoft.com/office/drawing/2014/main" id="{D37CF27F-E9C1-668B-79AE-1B091D92F835}"/>
                  </a:ext>
                </a:extLst>
              </p:cNvPr>
              <p:cNvGrpSpPr/>
              <p:nvPr/>
            </p:nvGrpSpPr>
            <p:grpSpPr>
              <a:xfrm>
                <a:off x="5386518" y="1305077"/>
                <a:ext cx="1138496" cy="259288"/>
                <a:chOff x="5313893" y="1133200"/>
                <a:chExt cx="1138496" cy="259288"/>
              </a:xfrm>
            </p:grpSpPr>
            <p:sp>
              <p:nvSpPr>
                <p:cNvPr id="39" name="Freeform 38">
                  <a:extLst>
                    <a:ext uri="{FF2B5EF4-FFF2-40B4-BE49-F238E27FC236}">
                      <a16:creationId xmlns:a16="http://schemas.microsoft.com/office/drawing/2014/main" id="{D91D9D5C-361B-D413-7E88-6A68E264D3D8}"/>
                    </a:ext>
                  </a:extLst>
                </p:cNvPr>
                <p:cNvSpPr/>
                <p:nvPr/>
              </p:nvSpPr>
              <p:spPr>
                <a:xfrm>
                  <a:off x="5313893" y="1241509"/>
                  <a:ext cx="175513" cy="12700"/>
                </a:xfrm>
                <a:custGeom>
                  <a:avLst/>
                  <a:gdLst>
                    <a:gd name="csX0" fmla="*/ 0 w 175513"/>
                    <a:gd name="csY0" fmla="*/ 0 h 12700"/>
                    <a:gd name="csX1" fmla="*/ 175514 w 175513"/>
                    <a:gd name="csY1" fmla="*/ 0 h 12700"/>
                  </a:gdLst>
                  <a:ahLst/>
                  <a:cxnLst>
                    <a:cxn ang="0">
                      <a:pos x="csX0" y="csY0"/>
                    </a:cxn>
                    <a:cxn ang="0">
                      <a:pos x="csX1" y="csY1"/>
                    </a:cxn>
                  </a:cxnLst>
                  <a:rect l="l" t="t" r="r" b="b"/>
                  <a:pathLst>
                    <a:path w="175513" h="12700">
                      <a:moveTo>
                        <a:pt x="0" y="0"/>
                      </a:moveTo>
                      <a:lnTo>
                        <a:pt x="175514" y="0"/>
                      </a:lnTo>
                    </a:path>
                  </a:pathLst>
                </a:custGeom>
                <a:ln w="54173" cap="flat">
                  <a:solidFill>
                    <a:srgbClr val="F7F056"/>
                  </a:solidFill>
                  <a:prstDash val="solid"/>
                  <a:round/>
                </a:ln>
              </p:spPr>
              <p:txBody>
                <a:bodyPr/>
                <a:lstStyle/>
                <a:p>
                  <a:pPr algn="ctr"/>
                  <a:endParaRPr lang="en-US" sz="3024"/>
                </a:p>
              </p:txBody>
            </p:sp>
            <p:sp>
              <p:nvSpPr>
                <p:cNvPr id="49" name="TextBox 48">
                  <a:extLst>
                    <a:ext uri="{FF2B5EF4-FFF2-40B4-BE49-F238E27FC236}">
                      <a16:creationId xmlns:a16="http://schemas.microsoft.com/office/drawing/2014/main" id="{826CE489-1A83-AA68-7A69-24B1D9BF33C6}"/>
                    </a:ext>
                  </a:extLst>
                </p:cNvPr>
                <p:cNvSpPr txBox="1"/>
                <p:nvPr/>
              </p:nvSpPr>
              <p:spPr>
                <a:xfrm>
                  <a:off x="5429081" y="1133200"/>
                  <a:ext cx="1023308"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Parental Care</a:t>
                  </a:r>
                </a:p>
              </p:txBody>
            </p:sp>
          </p:grpSp>
          <p:grpSp>
            <p:nvGrpSpPr>
              <p:cNvPr id="88" name="Group 87">
                <a:extLst>
                  <a:ext uri="{FF2B5EF4-FFF2-40B4-BE49-F238E27FC236}">
                    <a16:creationId xmlns:a16="http://schemas.microsoft.com/office/drawing/2014/main" id="{236B5541-D23E-4C85-084B-6AEFFF3BAD97}"/>
                  </a:ext>
                </a:extLst>
              </p:cNvPr>
              <p:cNvGrpSpPr/>
              <p:nvPr/>
            </p:nvGrpSpPr>
            <p:grpSpPr>
              <a:xfrm>
                <a:off x="5386518" y="472981"/>
                <a:ext cx="1393216" cy="259288"/>
                <a:chOff x="5313893" y="1354076"/>
                <a:chExt cx="1393216" cy="259288"/>
              </a:xfrm>
            </p:grpSpPr>
            <p:sp>
              <p:nvSpPr>
                <p:cNvPr id="41" name="Freeform 40">
                  <a:extLst>
                    <a:ext uri="{FF2B5EF4-FFF2-40B4-BE49-F238E27FC236}">
                      <a16:creationId xmlns:a16="http://schemas.microsoft.com/office/drawing/2014/main" id="{07352461-6EF2-8444-A635-3A89C9222820}"/>
                    </a:ext>
                  </a:extLst>
                </p:cNvPr>
                <p:cNvSpPr/>
                <p:nvPr/>
              </p:nvSpPr>
              <p:spPr>
                <a:xfrm>
                  <a:off x="5313893" y="1474684"/>
                  <a:ext cx="175513" cy="12700"/>
                </a:xfrm>
                <a:custGeom>
                  <a:avLst/>
                  <a:gdLst>
                    <a:gd name="csX0" fmla="*/ 0 w 175513"/>
                    <a:gd name="csY0" fmla="*/ 0 h 12700"/>
                    <a:gd name="csX1" fmla="*/ 175514 w 175513"/>
                    <a:gd name="csY1" fmla="*/ 0 h 12700"/>
                  </a:gdLst>
                  <a:ahLst/>
                  <a:cxnLst>
                    <a:cxn ang="0">
                      <a:pos x="csX0" y="csY0"/>
                    </a:cxn>
                    <a:cxn ang="0">
                      <a:pos x="csX1" y="csY1"/>
                    </a:cxn>
                  </a:cxnLst>
                  <a:rect l="l" t="t" r="r" b="b"/>
                  <a:pathLst>
                    <a:path w="175513" h="12700">
                      <a:moveTo>
                        <a:pt x="0" y="0"/>
                      </a:moveTo>
                      <a:lnTo>
                        <a:pt x="175514" y="0"/>
                      </a:lnTo>
                    </a:path>
                  </a:pathLst>
                </a:custGeom>
                <a:ln w="54173" cap="flat">
                  <a:solidFill>
                    <a:srgbClr val="EE8026"/>
                  </a:solidFill>
                  <a:prstDash val="solid"/>
                  <a:round/>
                </a:ln>
              </p:spPr>
              <p:txBody>
                <a:bodyPr/>
                <a:lstStyle/>
                <a:p>
                  <a:pPr algn="ctr"/>
                  <a:endParaRPr lang="en-US" sz="3024"/>
                </a:p>
              </p:txBody>
            </p:sp>
            <p:sp>
              <p:nvSpPr>
                <p:cNvPr id="50" name="TextBox 49">
                  <a:extLst>
                    <a:ext uri="{FF2B5EF4-FFF2-40B4-BE49-F238E27FC236}">
                      <a16:creationId xmlns:a16="http://schemas.microsoft.com/office/drawing/2014/main" id="{A2D99567-D604-7778-BA97-18ED336238E8}"/>
                    </a:ext>
                  </a:extLst>
                </p:cNvPr>
                <p:cNvSpPr txBox="1"/>
                <p:nvPr/>
              </p:nvSpPr>
              <p:spPr>
                <a:xfrm>
                  <a:off x="5427635" y="1354076"/>
                  <a:ext cx="1279474"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Percent Testicular</a:t>
                  </a:r>
                </a:p>
              </p:txBody>
            </p:sp>
          </p:grpSp>
          <p:grpSp>
            <p:nvGrpSpPr>
              <p:cNvPr id="87" name="Group 86">
                <a:extLst>
                  <a:ext uri="{FF2B5EF4-FFF2-40B4-BE49-F238E27FC236}">
                    <a16:creationId xmlns:a16="http://schemas.microsoft.com/office/drawing/2014/main" id="{B0411D80-95C8-A544-0894-EA1BFCC108AB}"/>
                  </a:ext>
                </a:extLst>
              </p:cNvPr>
              <p:cNvGrpSpPr/>
              <p:nvPr/>
            </p:nvGrpSpPr>
            <p:grpSpPr>
              <a:xfrm>
                <a:off x="5386518" y="639400"/>
                <a:ext cx="1141843" cy="259288"/>
                <a:chOff x="5313893" y="1573532"/>
                <a:chExt cx="1141843" cy="259288"/>
              </a:xfrm>
            </p:grpSpPr>
            <p:sp>
              <p:nvSpPr>
                <p:cNvPr id="43" name="Freeform 42">
                  <a:extLst>
                    <a:ext uri="{FF2B5EF4-FFF2-40B4-BE49-F238E27FC236}">
                      <a16:creationId xmlns:a16="http://schemas.microsoft.com/office/drawing/2014/main" id="{6F80D2DA-4D66-5A89-3A3F-26653195F9B6}"/>
                    </a:ext>
                  </a:extLst>
                </p:cNvPr>
                <p:cNvSpPr/>
                <p:nvPr/>
              </p:nvSpPr>
              <p:spPr>
                <a:xfrm>
                  <a:off x="5313893" y="1694140"/>
                  <a:ext cx="175513" cy="12700"/>
                </a:xfrm>
                <a:custGeom>
                  <a:avLst/>
                  <a:gdLst>
                    <a:gd name="csX0" fmla="*/ 0 w 175513"/>
                    <a:gd name="csY0" fmla="*/ 0 h 12700"/>
                    <a:gd name="csX1" fmla="*/ 175514 w 175513"/>
                    <a:gd name="csY1" fmla="*/ 0 h 12700"/>
                  </a:gdLst>
                  <a:ahLst/>
                  <a:cxnLst>
                    <a:cxn ang="0">
                      <a:pos x="csX0" y="csY0"/>
                    </a:cxn>
                    <a:cxn ang="0">
                      <a:pos x="csX1" y="csY1"/>
                    </a:cxn>
                  </a:cxnLst>
                  <a:rect l="l" t="t" r="r" b="b"/>
                  <a:pathLst>
                    <a:path w="175513" h="12700">
                      <a:moveTo>
                        <a:pt x="0" y="0"/>
                      </a:moveTo>
                      <a:lnTo>
                        <a:pt x="175514" y="0"/>
                      </a:lnTo>
                    </a:path>
                  </a:pathLst>
                </a:custGeom>
                <a:ln w="54173" cap="flat">
                  <a:solidFill>
                    <a:srgbClr val="DC050C"/>
                  </a:solidFill>
                  <a:prstDash val="solid"/>
                  <a:round/>
                </a:ln>
              </p:spPr>
              <p:txBody>
                <a:bodyPr/>
                <a:lstStyle/>
                <a:p>
                  <a:pPr algn="ctr"/>
                  <a:endParaRPr lang="en-US" sz="3024"/>
                </a:p>
              </p:txBody>
            </p:sp>
            <p:sp>
              <p:nvSpPr>
                <p:cNvPr id="51" name="TextBox 50">
                  <a:extLst>
                    <a:ext uri="{FF2B5EF4-FFF2-40B4-BE49-F238E27FC236}">
                      <a16:creationId xmlns:a16="http://schemas.microsoft.com/office/drawing/2014/main" id="{504616A8-60A3-1A51-6F1E-03BB1BD763CB}"/>
                    </a:ext>
                  </a:extLst>
                </p:cNvPr>
                <p:cNvSpPr txBox="1"/>
                <p:nvPr/>
              </p:nvSpPr>
              <p:spPr>
                <a:xfrm>
                  <a:off x="5427338" y="1573532"/>
                  <a:ext cx="1028398"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Vitellogenesis</a:t>
                  </a:r>
                </a:p>
              </p:txBody>
            </p:sp>
          </p:grpSp>
        </p:grpSp>
        <p:grpSp>
          <p:nvGrpSpPr>
            <p:cNvPr id="97" name="Group 96">
              <a:extLst>
                <a:ext uri="{FF2B5EF4-FFF2-40B4-BE49-F238E27FC236}">
                  <a16:creationId xmlns:a16="http://schemas.microsoft.com/office/drawing/2014/main" id="{8C74A315-A005-1BE5-404F-2513A5DE5B92}"/>
                </a:ext>
              </a:extLst>
            </p:cNvPr>
            <p:cNvGrpSpPr/>
            <p:nvPr/>
          </p:nvGrpSpPr>
          <p:grpSpPr>
            <a:xfrm>
              <a:off x="559489" y="1387147"/>
              <a:ext cx="931234" cy="708829"/>
              <a:chOff x="644402" y="2700563"/>
              <a:chExt cx="1119034" cy="851775"/>
            </a:xfrm>
          </p:grpSpPr>
          <p:pic>
            <p:nvPicPr>
              <p:cNvPr id="98" name="Picture 2" descr="Clownfish - Free vector clipart images on creazilla.com">
                <a:extLst>
                  <a:ext uri="{FF2B5EF4-FFF2-40B4-BE49-F238E27FC236}">
                    <a16:creationId xmlns:a16="http://schemas.microsoft.com/office/drawing/2014/main" id="{6940514C-D416-A09A-E180-94EDD79C34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1064891" y="3196935"/>
                <a:ext cx="680196" cy="355403"/>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Clownfish - Free vector clipart images on creazilla.com">
                <a:extLst>
                  <a:ext uri="{FF2B5EF4-FFF2-40B4-BE49-F238E27FC236}">
                    <a16:creationId xmlns:a16="http://schemas.microsoft.com/office/drawing/2014/main" id="{DD98B451-DDE7-FF5E-F351-1A3AABF520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644402" y="2951191"/>
                <a:ext cx="741320" cy="387340"/>
              </a:xfrm>
              <a:prstGeom prst="rect">
                <a:avLst/>
              </a:prstGeom>
              <a:noFill/>
              <a:extLst>
                <a:ext uri="{909E8E84-426E-40DD-AFC4-6F175D3DCCD1}">
                  <a14:hiddenFill xmlns:a14="http://schemas.microsoft.com/office/drawing/2010/main">
                    <a:solidFill>
                      <a:srgbClr val="FFFFFF"/>
                    </a:solidFill>
                  </a14:hiddenFill>
                </a:ext>
              </a:extLst>
            </p:spPr>
          </p:pic>
          <p:sp>
            <p:nvSpPr>
              <p:cNvPr id="100" name="TextBox 99">
                <a:extLst>
                  <a:ext uri="{FF2B5EF4-FFF2-40B4-BE49-F238E27FC236}">
                    <a16:creationId xmlns:a16="http://schemas.microsoft.com/office/drawing/2014/main" id="{7498EEE4-8853-D4E5-A259-42EE82D8D3C9}"/>
                  </a:ext>
                </a:extLst>
              </p:cNvPr>
              <p:cNvSpPr txBox="1"/>
              <p:nvPr/>
            </p:nvSpPr>
            <p:spPr>
              <a:xfrm>
                <a:off x="1250706" y="2876417"/>
                <a:ext cx="512730" cy="450282"/>
              </a:xfrm>
              <a:prstGeom prst="rect">
                <a:avLst/>
              </a:prstGeom>
              <a:noFill/>
            </p:spPr>
            <p:txBody>
              <a:bodyPr wrap="square">
                <a:spAutoFit/>
              </a:bodyPr>
              <a:lstStyle/>
              <a:p>
                <a:r>
                  <a:rPr lang="en-US" sz="1701">
                    <a:latin typeface="Google Sans"/>
                  </a:rPr>
                  <a:t>♂</a:t>
                </a:r>
                <a:endParaRPr lang="en-US" sz="1701"/>
              </a:p>
            </p:txBody>
          </p:sp>
          <p:sp>
            <p:nvSpPr>
              <p:cNvPr id="101" name="TextBox 100">
                <a:extLst>
                  <a:ext uri="{FF2B5EF4-FFF2-40B4-BE49-F238E27FC236}">
                    <a16:creationId xmlns:a16="http://schemas.microsoft.com/office/drawing/2014/main" id="{5AA4857F-74E6-B325-55F5-5AA8C7D97D8B}"/>
                  </a:ext>
                </a:extLst>
              </p:cNvPr>
              <p:cNvSpPr txBox="1"/>
              <p:nvPr/>
            </p:nvSpPr>
            <p:spPr>
              <a:xfrm>
                <a:off x="752736" y="2700563"/>
                <a:ext cx="512730" cy="450282"/>
              </a:xfrm>
              <a:prstGeom prst="rect">
                <a:avLst/>
              </a:prstGeom>
              <a:noFill/>
            </p:spPr>
            <p:txBody>
              <a:bodyPr wrap="square">
                <a:spAutoFit/>
              </a:bodyPr>
              <a:lstStyle/>
              <a:p>
                <a:r>
                  <a:rPr lang="en-US" sz="1701">
                    <a:latin typeface="Google Sans"/>
                  </a:rPr>
                  <a:t>♂</a:t>
                </a:r>
                <a:endParaRPr lang="en-US" sz="1701"/>
              </a:p>
            </p:txBody>
          </p:sp>
        </p:grpSp>
        <p:grpSp>
          <p:nvGrpSpPr>
            <p:cNvPr id="102" name="Group 101">
              <a:extLst>
                <a:ext uri="{FF2B5EF4-FFF2-40B4-BE49-F238E27FC236}">
                  <a16:creationId xmlns:a16="http://schemas.microsoft.com/office/drawing/2014/main" id="{E3C31398-B839-0E52-D6AB-2359AA87BCED}"/>
                </a:ext>
              </a:extLst>
            </p:cNvPr>
            <p:cNvGrpSpPr/>
            <p:nvPr/>
          </p:nvGrpSpPr>
          <p:grpSpPr>
            <a:xfrm>
              <a:off x="1917642" y="1354941"/>
              <a:ext cx="1065501" cy="741035"/>
              <a:chOff x="2983240" y="3023252"/>
              <a:chExt cx="1280377" cy="890475"/>
            </a:xfrm>
          </p:grpSpPr>
          <p:pic>
            <p:nvPicPr>
              <p:cNvPr id="103" name="Picture 2" descr="Clownfish - Free vector clipart images on creazilla.com">
                <a:extLst>
                  <a:ext uri="{FF2B5EF4-FFF2-40B4-BE49-F238E27FC236}">
                    <a16:creationId xmlns:a16="http://schemas.microsoft.com/office/drawing/2014/main" id="{1B1F6B9D-EBE4-108F-5997-3BD3891AC1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3403729" y="3560174"/>
                <a:ext cx="676656" cy="353553"/>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 descr="Clownfish - Free vector clipart images on creazilla.com">
                <a:extLst>
                  <a:ext uri="{FF2B5EF4-FFF2-40B4-BE49-F238E27FC236}">
                    <a16:creationId xmlns:a16="http://schemas.microsoft.com/office/drawing/2014/main" id="{896D9084-4483-0C52-8D8C-60E5ECC42F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2983240" y="3294296"/>
                <a:ext cx="840979" cy="439412"/>
              </a:xfrm>
              <a:prstGeom prst="rect">
                <a:avLst/>
              </a:prstGeom>
              <a:noFill/>
              <a:extLst>
                <a:ext uri="{909E8E84-426E-40DD-AFC4-6F175D3DCCD1}">
                  <a14:hiddenFill xmlns:a14="http://schemas.microsoft.com/office/drawing/2010/main">
                    <a:solidFill>
                      <a:srgbClr val="FFFFFF"/>
                    </a:solidFill>
                  </a14:hiddenFill>
                </a:ext>
              </a:extLst>
            </p:spPr>
          </p:pic>
          <p:sp>
            <p:nvSpPr>
              <p:cNvPr id="105" name="TextBox 104">
                <a:extLst>
                  <a:ext uri="{FF2B5EF4-FFF2-40B4-BE49-F238E27FC236}">
                    <a16:creationId xmlns:a16="http://schemas.microsoft.com/office/drawing/2014/main" id="{BA81C7AE-C8E8-9A07-32B1-0ED20936F944}"/>
                  </a:ext>
                </a:extLst>
              </p:cNvPr>
              <p:cNvSpPr txBox="1"/>
              <p:nvPr/>
            </p:nvSpPr>
            <p:spPr>
              <a:xfrm>
                <a:off x="3750888" y="3272222"/>
                <a:ext cx="512729" cy="450281"/>
              </a:xfrm>
              <a:prstGeom prst="rect">
                <a:avLst/>
              </a:prstGeom>
              <a:noFill/>
            </p:spPr>
            <p:txBody>
              <a:bodyPr wrap="square">
                <a:spAutoFit/>
              </a:bodyPr>
              <a:lstStyle/>
              <a:p>
                <a:pPr algn="ctr"/>
                <a:r>
                  <a:rPr lang="en-US" sz="1701">
                    <a:latin typeface="Times New Roman" panose="02020603050405020304" pitchFamily="18" charset="0"/>
                    <a:cs typeface="Times New Roman" panose="02020603050405020304" pitchFamily="18" charset="0"/>
                  </a:rPr>
                  <a:t>IP</a:t>
                </a:r>
              </a:p>
            </p:txBody>
          </p:sp>
          <p:sp>
            <p:nvSpPr>
              <p:cNvPr id="106" name="TextBox 105">
                <a:extLst>
                  <a:ext uri="{FF2B5EF4-FFF2-40B4-BE49-F238E27FC236}">
                    <a16:creationId xmlns:a16="http://schemas.microsoft.com/office/drawing/2014/main" id="{28320551-D0B6-F02F-F12E-332097480B81}"/>
                  </a:ext>
                </a:extLst>
              </p:cNvPr>
              <p:cNvSpPr txBox="1"/>
              <p:nvPr/>
            </p:nvSpPr>
            <p:spPr>
              <a:xfrm>
                <a:off x="3151640" y="3023252"/>
                <a:ext cx="512729" cy="450281"/>
              </a:xfrm>
              <a:prstGeom prst="rect">
                <a:avLst/>
              </a:prstGeom>
              <a:noFill/>
            </p:spPr>
            <p:txBody>
              <a:bodyPr wrap="square">
                <a:spAutoFit/>
              </a:bodyPr>
              <a:lstStyle/>
              <a:p>
                <a:pPr algn="ctr"/>
                <a:r>
                  <a:rPr lang="en-US" sz="1701">
                    <a:latin typeface="Times New Roman" panose="02020603050405020304" pitchFamily="18" charset="0"/>
                    <a:cs typeface="Times New Roman" panose="02020603050405020304" pitchFamily="18" charset="0"/>
                  </a:rPr>
                  <a:t>I</a:t>
                </a:r>
              </a:p>
            </p:txBody>
          </p:sp>
        </p:grpSp>
        <p:grpSp>
          <p:nvGrpSpPr>
            <p:cNvPr id="107" name="Group 106">
              <a:extLst>
                <a:ext uri="{FF2B5EF4-FFF2-40B4-BE49-F238E27FC236}">
                  <a16:creationId xmlns:a16="http://schemas.microsoft.com/office/drawing/2014/main" id="{DB082C3E-69B2-CE88-0963-5523A0870E89}"/>
                </a:ext>
              </a:extLst>
            </p:cNvPr>
            <p:cNvGrpSpPr/>
            <p:nvPr/>
          </p:nvGrpSpPr>
          <p:grpSpPr>
            <a:xfrm>
              <a:off x="4437983" y="1380035"/>
              <a:ext cx="1194195" cy="760331"/>
              <a:chOff x="5686366" y="-998406"/>
              <a:chExt cx="1435026" cy="913663"/>
            </a:xfrm>
          </p:grpSpPr>
          <p:pic>
            <p:nvPicPr>
              <p:cNvPr id="108" name="Picture 2" descr="Clownfish - Free vector clipart images on creazilla.com">
                <a:extLst>
                  <a:ext uri="{FF2B5EF4-FFF2-40B4-BE49-F238E27FC236}">
                    <a16:creationId xmlns:a16="http://schemas.microsoft.com/office/drawing/2014/main" id="{E8C9A362-038D-2E5D-240B-8FB2727C5E7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6444736" y="-438296"/>
                <a:ext cx="676656" cy="353553"/>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 descr="Clownfish - Free vector clipart images on creazilla.com">
                <a:extLst>
                  <a:ext uri="{FF2B5EF4-FFF2-40B4-BE49-F238E27FC236}">
                    <a16:creationId xmlns:a16="http://schemas.microsoft.com/office/drawing/2014/main" id="{13E98F7C-64F3-98A1-076B-8A304E7D282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5686366" y="-751515"/>
                <a:ext cx="1050028" cy="548640"/>
              </a:xfrm>
              <a:prstGeom prst="rect">
                <a:avLst/>
              </a:prstGeom>
              <a:noFill/>
              <a:extLst>
                <a:ext uri="{909E8E84-426E-40DD-AFC4-6F175D3DCCD1}">
                  <a14:hiddenFill xmlns:a14="http://schemas.microsoft.com/office/drawing/2010/main">
                    <a:solidFill>
                      <a:srgbClr val="FFFFFF"/>
                    </a:solidFill>
                  </a14:hiddenFill>
                </a:ext>
              </a:extLst>
            </p:spPr>
          </p:pic>
          <p:sp>
            <p:nvSpPr>
              <p:cNvPr id="110" name="TextBox 109">
                <a:extLst>
                  <a:ext uri="{FF2B5EF4-FFF2-40B4-BE49-F238E27FC236}">
                    <a16:creationId xmlns:a16="http://schemas.microsoft.com/office/drawing/2014/main" id="{1B4786D0-B3AE-9399-695E-A6AFB7C86314}"/>
                  </a:ext>
                </a:extLst>
              </p:cNvPr>
              <p:cNvSpPr txBox="1"/>
              <p:nvPr/>
            </p:nvSpPr>
            <p:spPr>
              <a:xfrm>
                <a:off x="6608661" y="-755482"/>
                <a:ext cx="512731" cy="450281"/>
              </a:xfrm>
              <a:prstGeom prst="rect">
                <a:avLst/>
              </a:prstGeom>
              <a:noFill/>
            </p:spPr>
            <p:txBody>
              <a:bodyPr wrap="square">
                <a:spAutoFit/>
              </a:bodyPr>
              <a:lstStyle/>
              <a:p>
                <a:r>
                  <a:rPr lang="en-US" sz="1701">
                    <a:latin typeface="Google Sans"/>
                  </a:rPr>
                  <a:t>♂</a:t>
                </a:r>
                <a:endParaRPr lang="en-US" sz="1701"/>
              </a:p>
            </p:txBody>
          </p:sp>
          <p:sp>
            <p:nvSpPr>
              <p:cNvPr id="111" name="TextBox 110">
                <a:extLst>
                  <a:ext uri="{FF2B5EF4-FFF2-40B4-BE49-F238E27FC236}">
                    <a16:creationId xmlns:a16="http://schemas.microsoft.com/office/drawing/2014/main" id="{1CE3ECAB-4ED3-72DD-087D-B053BAD1BE0F}"/>
                  </a:ext>
                </a:extLst>
              </p:cNvPr>
              <p:cNvSpPr txBox="1"/>
              <p:nvPr/>
            </p:nvSpPr>
            <p:spPr>
              <a:xfrm>
                <a:off x="5978876" y="-998406"/>
                <a:ext cx="512731" cy="450281"/>
              </a:xfrm>
              <a:prstGeom prst="rect">
                <a:avLst/>
              </a:prstGeom>
              <a:noFill/>
            </p:spPr>
            <p:txBody>
              <a:bodyPr wrap="square">
                <a:spAutoFit/>
              </a:bodyPr>
              <a:lstStyle/>
              <a:p>
                <a:r>
                  <a:rPr lang="en-US" sz="1701"/>
                  <a:t>♀</a:t>
                </a:r>
              </a:p>
            </p:txBody>
          </p:sp>
        </p:grpSp>
        <p:grpSp>
          <p:nvGrpSpPr>
            <p:cNvPr id="112" name="Group 111">
              <a:extLst>
                <a:ext uri="{FF2B5EF4-FFF2-40B4-BE49-F238E27FC236}">
                  <a16:creationId xmlns:a16="http://schemas.microsoft.com/office/drawing/2014/main" id="{2DAAC207-93A2-A7BE-2245-E87DD3B94BE4}"/>
                </a:ext>
              </a:extLst>
            </p:cNvPr>
            <p:cNvGrpSpPr/>
            <p:nvPr/>
          </p:nvGrpSpPr>
          <p:grpSpPr>
            <a:xfrm>
              <a:off x="3316401" y="1338559"/>
              <a:ext cx="1233704" cy="766295"/>
              <a:chOff x="3848150" y="221266"/>
              <a:chExt cx="1482503" cy="920830"/>
            </a:xfrm>
          </p:grpSpPr>
          <p:pic>
            <p:nvPicPr>
              <p:cNvPr id="113" name="Picture 2" descr="Clownfish - Free vector clipart images on creazilla.com">
                <a:extLst>
                  <a:ext uri="{FF2B5EF4-FFF2-40B4-BE49-F238E27FC236}">
                    <a16:creationId xmlns:a16="http://schemas.microsoft.com/office/drawing/2014/main" id="{6803B303-798A-3006-7D0D-791D2B881A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4268639" y="788543"/>
                <a:ext cx="676656" cy="353553"/>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 descr="Clownfish - Free vector clipart images on creazilla.com">
                <a:extLst>
                  <a:ext uri="{FF2B5EF4-FFF2-40B4-BE49-F238E27FC236}">
                    <a16:creationId xmlns:a16="http://schemas.microsoft.com/office/drawing/2014/main" id="{2824C3F2-2D6E-8FC6-5467-E052AFFCE5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3848150" y="522665"/>
                <a:ext cx="840979" cy="439412"/>
              </a:xfrm>
              <a:prstGeom prst="rect">
                <a:avLst/>
              </a:prstGeom>
              <a:noFill/>
              <a:extLst>
                <a:ext uri="{909E8E84-426E-40DD-AFC4-6F175D3DCCD1}">
                  <a14:hiddenFill xmlns:a14="http://schemas.microsoft.com/office/drawing/2010/main">
                    <a:solidFill>
                      <a:srgbClr val="FFFFFF"/>
                    </a:solidFill>
                  </a14:hiddenFill>
                </a:ext>
              </a:extLst>
            </p:spPr>
          </p:pic>
          <p:sp>
            <p:nvSpPr>
              <p:cNvPr id="115" name="TextBox 114">
                <a:extLst>
                  <a:ext uri="{FF2B5EF4-FFF2-40B4-BE49-F238E27FC236}">
                    <a16:creationId xmlns:a16="http://schemas.microsoft.com/office/drawing/2014/main" id="{5C44446A-282E-CF1E-C88D-2F16873A1AF7}"/>
                  </a:ext>
                </a:extLst>
              </p:cNvPr>
              <p:cNvSpPr txBox="1"/>
              <p:nvPr/>
            </p:nvSpPr>
            <p:spPr>
              <a:xfrm>
                <a:off x="4565918" y="464166"/>
                <a:ext cx="764735" cy="450282"/>
              </a:xfrm>
              <a:prstGeom prst="rect">
                <a:avLst/>
              </a:prstGeom>
              <a:noFill/>
            </p:spPr>
            <p:txBody>
              <a:bodyPr wrap="square">
                <a:spAutoFit/>
              </a:bodyPr>
              <a:lstStyle/>
              <a:p>
                <a:pPr algn="ctr"/>
                <a:r>
                  <a:rPr lang="en-US" sz="1701">
                    <a:latin typeface="Times New Roman" panose="02020603050405020304" pitchFamily="18" charset="0"/>
                    <a:cs typeface="Times New Roman" panose="02020603050405020304" pitchFamily="18" charset="0"/>
                  </a:rPr>
                  <a:t>LIP</a:t>
                </a:r>
              </a:p>
            </p:txBody>
          </p:sp>
          <p:sp>
            <p:nvSpPr>
              <p:cNvPr id="116" name="TextBox 115">
                <a:extLst>
                  <a:ext uri="{FF2B5EF4-FFF2-40B4-BE49-F238E27FC236}">
                    <a16:creationId xmlns:a16="http://schemas.microsoft.com/office/drawing/2014/main" id="{6D629627-9E6F-7E7B-4B8F-AD9D33684203}"/>
                  </a:ext>
                </a:extLst>
              </p:cNvPr>
              <p:cNvSpPr txBox="1"/>
              <p:nvPr/>
            </p:nvSpPr>
            <p:spPr>
              <a:xfrm>
                <a:off x="3895134" y="221266"/>
                <a:ext cx="605303" cy="450282"/>
              </a:xfrm>
              <a:prstGeom prst="rect">
                <a:avLst/>
              </a:prstGeom>
              <a:noFill/>
            </p:spPr>
            <p:txBody>
              <a:bodyPr wrap="square">
                <a:spAutoFit/>
              </a:bodyPr>
              <a:lstStyle/>
              <a:p>
                <a:pPr algn="ctr"/>
                <a:r>
                  <a:rPr lang="en-US" sz="1701">
                    <a:latin typeface="Times New Roman" panose="02020603050405020304" pitchFamily="18" charset="0"/>
                    <a:cs typeface="Times New Roman" panose="02020603050405020304" pitchFamily="18" charset="0"/>
                  </a:rPr>
                  <a:t>LI</a:t>
                </a:r>
              </a:p>
            </p:txBody>
          </p:sp>
        </p:grpSp>
        <p:cxnSp>
          <p:nvCxnSpPr>
            <p:cNvPr id="118" name="Straight Arrow Connector 117">
              <a:extLst>
                <a:ext uri="{FF2B5EF4-FFF2-40B4-BE49-F238E27FC236}">
                  <a16:creationId xmlns:a16="http://schemas.microsoft.com/office/drawing/2014/main" id="{82C09DA2-01EF-40B5-098D-6FBEBC5EE086}"/>
                </a:ext>
              </a:extLst>
            </p:cNvPr>
            <p:cNvCxnSpPr>
              <a:cxnSpLocks/>
            </p:cNvCxnSpPr>
            <p:nvPr/>
          </p:nvCxnSpPr>
          <p:spPr>
            <a:xfrm>
              <a:off x="2055006" y="2353651"/>
              <a:ext cx="1996386" cy="0"/>
            </a:xfrm>
            <a:prstGeom prst="straightConnector1">
              <a:avLst/>
            </a:prstGeom>
            <a:ln w="5397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3" name="TextBox 122">
            <a:extLst>
              <a:ext uri="{FF2B5EF4-FFF2-40B4-BE49-F238E27FC236}">
                <a16:creationId xmlns:a16="http://schemas.microsoft.com/office/drawing/2014/main" id="{0C547993-109B-E36A-DB4D-2245C70C7E15}"/>
              </a:ext>
            </a:extLst>
          </p:cNvPr>
          <p:cNvSpPr txBox="1"/>
          <p:nvPr/>
        </p:nvSpPr>
        <p:spPr>
          <a:xfrm>
            <a:off x="2850476" y="2547265"/>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C</a:t>
            </a:r>
            <a:endParaRPr lang="en-US" sz="4536" dirty="0">
              <a:latin typeface="Arial" panose="020B0604020202020204" pitchFamily="34" charset="0"/>
              <a:cs typeface="Arial" panose="020B0604020202020204" pitchFamily="34" charset="0"/>
            </a:endParaRPr>
          </a:p>
        </p:txBody>
      </p:sp>
      <p:sp>
        <p:nvSpPr>
          <p:cNvPr id="124" name="TextBox 123">
            <a:extLst>
              <a:ext uri="{FF2B5EF4-FFF2-40B4-BE49-F238E27FC236}">
                <a16:creationId xmlns:a16="http://schemas.microsoft.com/office/drawing/2014/main" id="{4BA0D787-9D78-CD85-051B-8974AA848DBA}"/>
              </a:ext>
            </a:extLst>
          </p:cNvPr>
          <p:cNvSpPr txBox="1"/>
          <p:nvPr/>
        </p:nvSpPr>
        <p:spPr>
          <a:xfrm>
            <a:off x="-1954" y="2547265"/>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B</a:t>
            </a:r>
            <a:endParaRPr lang="en-US" sz="4536" dirty="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4F698A02-9682-5920-2E5C-8FC57940FAE7}"/>
              </a:ext>
            </a:extLst>
          </p:cNvPr>
          <p:cNvSpPr txBox="1"/>
          <p:nvPr/>
        </p:nvSpPr>
        <p:spPr>
          <a:xfrm>
            <a:off x="-7255" y="175982"/>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A</a:t>
            </a:r>
            <a:endParaRPr lang="en-US" sz="4536" dirty="0">
              <a:latin typeface="Arial" panose="020B0604020202020204" pitchFamily="34" charset="0"/>
              <a:cs typeface="Arial" panose="020B0604020202020204" pitchFamily="34" charset="0"/>
            </a:endParaRPr>
          </a:p>
        </p:txBody>
      </p:sp>
      <p:pic>
        <p:nvPicPr>
          <p:cNvPr id="1021" name="Graphic 1020">
            <a:extLst>
              <a:ext uri="{FF2B5EF4-FFF2-40B4-BE49-F238E27FC236}">
                <a16:creationId xmlns:a16="http://schemas.microsoft.com/office/drawing/2014/main" id="{FCA465F9-3817-2221-F518-E2E32F26E586}"/>
              </a:ext>
            </a:extLst>
          </p:cNvPr>
          <p:cNvPicPr>
            <a:picLocks/>
          </p:cNvPicPr>
          <p:nvPr/>
        </p:nvPicPr>
        <p:blipFill>
          <a:blip>
            <a:extLst>
              <a:ext uri="{96DAC541-7B7A-43D3-8B79-37D633B846F1}">
                <asvg:svgBlip xmlns:asvg="http://schemas.microsoft.com/office/drawing/2016/SVG/main" r:embed="rId9"/>
              </a:ext>
            </a:extLst>
          </a:blip>
          <a:srcRect b="97052"/>
          <a:stretch>
            <a:fillRect/>
          </a:stretch>
        </p:blipFill>
        <p:spPr>
          <a:xfrm>
            <a:off x="3203250" y="5610385"/>
            <a:ext cx="1609033" cy="153501"/>
          </a:xfrm>
          <a:prstGeom prst="rect">
            <a:avLst/>
          </a:prstGeom>
        </p:spPr>
      </p:pic>
      <p:grpSp>
        <p:nvGrpSpPr>
          <p:cNvPr id="3168" name="Group 3167">
            <a:extLst>
              <a:ext uri="{FF2B5EF4-FFF2-40B4-BE49-F238E27FC236}">
                <a16:creationId xmlns:a16="http://schemas.microsoft.com/office/drawing/2014/main" id="{95E833E3-2EDC-D0CB-6706-502B5177B9F4}"/>
              </a:ext>
            </a:extLst>
          </p:cNvPr>
          <p:cNvGrpSpPr/>
          <p:nvPr/>
        </p:nvGrpSpPr>
        <p:grpSpPr>
          <a:xfrm>
            <a:off x="2611334" y="2910711"/>
            <a:ext cx="2274673" cy="4290909"/>
            <a:chOff x="2788415" y="2968761"/>
            <a:chExt cx="2407297" cy="4541089"/>
          </a:xfrm>
        </p:grpSpPr>
        <p:grpSp>
          <p:nvGrpSpPr>
            <p:cNvPr id="939" name="Graphic 60">
              <a:extLst>
                <a:ext uri="{FF2B5EF4-FFF2-40B4-BE49-F238E27FC236}">
                  <a16:creationId xmlns:a16="http://schemas.microsoft.com/office/drawing/2014/main" id="{F1A3CEB3-EDC2-29C3-A54E-489021D3C0A6}"/>
                </a:ext>
              </a:extLst>
            </p:cNvPr>
            <p:cNvGrpSpPr/>
            <p:nvPr/>
          </p:nvGrpSpPr>
          <p:grpSpPr>
            <a:xfrm>
              <a:off x="2863991" y="2968761"/>
              <a:ext cx="2331721" cy="1826537"/>
              <a:chOff x="2863991" y="2968761"/>
              <a:chExt cx="2331721" cy="1826537"/>
            </a:xfrm>
          </p:grpSpPr>
          <p:sp>
            <p:nvSpPr>
              <p:cNvPr id="940" name="Freeform 939">
                <a:extLst>
                  <a:ext uri="{FF2B5EF4-FFF2-40B4-BE49-F238E27FC236}">
                    <a16:creationId xmlns:a16="http://schemas.microsoft.com/office/drawing/2014/main" id="{8D14DC00-8378-9B34-CAAF-990347CC9DC8}"/>
                  </a:ext>
                </a:extLst>
              </p:cNvPr>
              <p:cNvSpPr/>
              <p:nvPr/>
            </p:nvSpPr>
            <p:spPr>
              <a:xfrm>
                <a:off x="2863991" y="2975642"/>
                <a:ext cx="2331721" cy="1819656"/>
              </a:xfrm>
              <a:custGeom>
                <a:avLst/>
                <a:gdLst>
                  <a:gd name="csX0" fmla="*/ 0 w 2331721"/>
                  <a:gd name="csY0" fmla="*/ 0 h 1819656"/>
                  <a:gd name="csX1" fmla="*/ 2331721 w 2331721"/>
                  <a:gd name="csY1" fmla="*/ 0 h 1819656"/>
                  <a:gd name="csX2" fmla="*/ 2331721 w 2331721"/>
                  <a:gd name="csY2" fmla="*/ 1819656 h 1819656"/>
                  <a:gd name="csX3" fmla="*/ 0 w 2331721"/>
                  <a:gd name="csY3" fmla="*/ 1819656 h 1819656"/>
                </a:gdLst>
                <a:ahLst/>
                <a:cxnLst>
                  <a:cxn ang="0">
                    <a:pos x="csX0" y="csY0"/>
                  </a:cxn>
                  <a:cxn ang="0">
                    <a:pos x="csX1" y="csY1"/>
                  </a:cxn>
                  <a:cxn ang="0">
                    <a:pos x="csX2" y="csY2"/>
                  </a:cxn>
                  <a:cxn ang="0">
                    <a:pos x="csX3" y="csY3"/>
                  </a:cxn>
                </a:cxnLst>
                <a:rect l="l" t="t" r="r" b="b"/>
                <a:pathLst>
                  <a:path w="2331721" h="1819656">
                    <a:moveTo>
                      <a:pt x="0" y="0"/>
                    </a:moveTo>
                    <a:lnTo>
                      <a:pt x="2331721" y="0"/>
                    </a:lnTo>
                    <a:lnTo>
                      <a:pt x="2331721" y="1819656"/>
                    </a:lnTo>
                    <a:lnTo>
                      <a:pt x="0" y="1819656"/>
                    </a:lnTo>
                    <a:close/>
                  </a:path>
                </a:pathLst>
              </a:custGeom>
              <a:solidFill>
                <a:srgbClr val="FFFFFF"/>
              </a:solidFill>
              <a:ln w="12912" cap="rnd">
                <a:noFill/>
                <a:prstDash val="solid"/>
                <a:round/>
              </a:ln>
            </p:spPr>
            <p:txBody>
              <a:bodyPr/>
              <a:lstStyle/>
              <a:p>
                <a:endParaRPr lang="en-US" sz="2268"/>
              </a:p>
            </p:txBody>
          </p:sp>
          <p:sp>
            <p:nvSpPr>
              <p:cNvPr id="941" name="Freeform 940">
                <a:extLst>
                  <a:ext uri="{FF2B5EF4-FFF2-40B4-BE49-F238E27FC236}">
                    <a16:creationId xmlns:a16="http://schemas.microsoft.com/office/drawing/2014/main" id="{7892DEE8-D650-6199-546E-186C853C214B}"/>
                  </a:ext>
                </a:extLst>
              </p:cNvPr>
              <p:cNvSpPr/>
              <p:nvPr/>
            </p:nvSpPr>
            <p:spPr>
              <a:xfrm>
                <a:off x="2863991" y="2975642"/>
                <a:ext cx="2331721" cy="1819656"/>
              </a:xfrm>
              <a:custGeom>
                <a:avLst/>
                <a:gdLst>
                  <a:gd name="csX0" fmla="*/ 0 w 2331721"/>
                  <a:gd name="csY0" fmla="*/ 0 h 1819656"/>
                  <a:gd name="csX1" fmla="*/ 2331721 w 2331721"/>
                  <a:gd name="csY1" fmla="*/ 0 h 1819656"/>
                  <a:gd name="csX2" fmla="*/ 2331721 w 2331721"/>
                  <a:gd name="csY2" fmla="*/ 1819656 h 1819656"/>
                  <a:gd name="csX3" fmla="*/ 0 w 2331721"/>
                  <a:gd name="csY3" fmla="*/ 1819656 h 1819656"/>
                </a:gdLst>
                <a:ahLst/>
                <a:cxnLst>
                  <a:cxn ang="0">
                    <a:pos x="csX0" y="csY0"/>
                  </a:cxn>
                  <a:cxn ang="0">
                    <a:pos x="csX1" y="csY1"/>
                  </a:cxn>
                  <a:cxn ang="0">
                    <a:pos x="csX2" y="csY2"/>
                  </a:cxn>
                  <a:cxn ang="0">
                    <a:pos x="csX3" y="csY3"/>
                  </a:cxn>
                </a:cxnLst>
                <a:rect l="l" t="t" r="r" b="b"/>
                <a:pathLst>
                  <a:path w="2331721" h="1819656">
                    <a:moveTo>
                      <a:pt x="0" y="0"/>
                    </a:moveTo>
                    <a:lnTo>
                      <a:pt x="2331721" y="0"/>
                    </a:lnTo>
                    <a:lnTo>
                      <a:pt x="2331721" y="1819656"/>
                    </a:lnTo>
                    <a:lnTo>
                      <a:pt x="0" y="1819656"/>
                    </a:lnTo>
                    <a:close/>
                  </a:path>
                </a:pathLst>
              </a:custGeom>
              <a:solidFill>
                <a:srgbClr val="FFFFFF"/>
              </a:solidFill>
              <a:ln w="13815" cap="rnd">
                <a:solidFill>
                  <a:srgbClr val="FFFFFF"/>
                </a:solidFill>
                <a:prstDash val="solid"/>
                <a:round/>
              </a:ln>
            </p:spPr>
            <p:txBody>
              <a:bodyPr/>
              <a:lstStyle/>
              <a:p>
                <a:endParaRPr lang="en-US" sz="2268"/>
              </a:p>
            </p:txBody>
          </p:sp>
          <p:grpSp>
            <p:nvGrpSpPr>
              <p:cNvPr id="942" name="Graphic 60">
                <a:extLst>
                  <a:ext uri="{FF2B5EF4-FFF2-40B4-BE49-F238E27FC236}">
                    <a16:creationId xmlns:a16="http://schemas.microsoft.com/office/drawing/2014/main" id="{DF773C84-03DC-29BF-9601-2B394E437C6C}"/>
                  </a:ext>
                </a:extLst>
              </p:cNvPr>
              <p:cNvGrpSpPr/>
              <p:nvPr/>
            </p:nvGrpSpPr>
            <p:grpSpPr>
              <a:xfrm>
                <a:off x="3378278" y="3001557"/>
                <a:ext cx="1746575" cy="1395691"/>
                <a:chOff x="3378278" y="3001557"/>
                <a:chExt cx="1746575" cy="1395691"/>
              </a:xfrm>
            </p:grpSpPr>
            <p:sp>
              <p:nvSpPr>
                <p:cNvPr id="943" name="Freeform 942">
                  <a:extLst>
                    <a:ext uri="{FF2B5EF4-FFF2-40B4-BE49-F238E27FC236}">
                      <a16:creationId xmlns:a16="http://schemas.microsoft.com/office/drawing/2014/main" id="{0F461144-2252-D8CC-44D6-FBA151E4628F}"/>
                    </a:ext>
                  </a:extLst>
                </p:cNvPr>
                <p:cNvSpPr/>
                <p:nvPr/>
              </p:nvSpPr>
              <p:spPr>
                <a:xfrm>
                  <a:off x="3394587" y="3044890"/>
                  <a:ext cx="1730266" cy="1352358"/>
                </a:xfrm>
                <a:custGeom>
                  <a:avLst/>
                  <a:gdLst>
                    <a:gd name="csX0" fmla="*/ 0 w 1730266"/>
                    <a:gd name="csY0" fmla="*/ 0 h 1352358"/>
                    <a:gd name="csX1" fmla="*/ 1730267 w 1730266"/>
                    <a:gd name="csY1" fmla="*/ 0 h 1352358"/>
                    <a:gd name="csX2" fmla="*/ 1730267 w 1730266"/>
                    <a:gd name="csY2" fmla="*/ 1352358 h 1352358"/>
                    <a:gd name="csX3" fmla="*/ 0 w 1730266"/>
                    <a:gd name="csY3" fmla="*/ 1352358 h 1352358"/>
                  </a:gdLst>
                  <a:ahLst/>
                  <a:cxnLst>
                    <a:cxn ang="0">
                      <a:pos x="csX0" y="csY0"/>
                    </a:cxn>
                    <a:cxn ang="0">
                      <a:pos x="csX1" y="csY1"/>
                    </a:cxn>
                    <a:cxn ang="0">
                      <a:pos x="csX2" y="csY2"/>
                    </a:cxn>
                    <a:cxn ang="0">
                      <a:pos x="csX3" y="csY3"/>
                    </a:cxn>
                  </a:cxnLst>
                  <a:rect l="l" t="t" r="r" b="b"/>
                  <a:pathLst>
                    <a:path w="1730266" h="1352358">
                      <a:moveTo>
                        <a:pt x="0" y="0"/>
                      </a:moveTo>
                      <a:lnTo>
                        <a:pt x="1730267" y="0"/>
                      </a:lnTo>
                      <a:lnTo>
                        <a:pt x="1730267" y="1352358"/>
                      </a:lnTo>
                      <a:lnTo>
                        <a:pt x="0" y="1352358"/>
                      </a:lnTo>
                      <a:close/>
                    </a:path>
                  </a:pathLst>
                </a:custGeom>
                <a:solidFill>
                  <a:srgbClr val="FFFFFF"/>
                </a:solidFill>
                <a:ln w="27502" cap="rnd">
                  <a:solidFill>
                    <a:srgbClr val="000000"/>
                  </a:solidFill>
                  <a:prstDash val="solid"/>
                  <a:round/>
                </a:ln>
              </p:spPr>
              <p:txBody>
                <a:bodyPr/>
                <a:lstStyle/>
                <a:p>
                  <a:endParaRPr lang="en-US" sz="2268"/>
                </a:p>
              </p:txBody>
            </p:sp>
            <p:sp>
              <p:nvSpPr>
                <p:cNvPr id="944" name="Freeform 943">
                  <a:extLst>
                    <a:ext uri="{FF2B5EF4-FFF2-40B4-BE49-F238E27FC236}">
                      <a16:creationId xmlns:a16="http://schemas.microsoft.com/office/drawing/2014/main" id="{B9B71667-409A-182E-2C83-8F1094A8E249}"/>
                    </a:ext>
                  </a:extLst>
                </p:cNvPr>
                <p:cNvSpPr/>
                <p:nvPr/>
              </p:nvSpPr>
              <p:spPr>
                <a:xfrm>
                  <a:off x="3715457" y="3954970"/>
                  <a:ext cx="251178" cy="12636"/>
                </a:xfrm>
                <a:custGeom>
                  <a:avLst/>
                  <a:gdLst>
                    <a:gd name="csX0" fmla="*/ 0 w 251178"/>
                    <a:gd name="csY0" fmla="*/ 0 h 12636"/>
                    <a:gd name="csX1" fmla="*/ 251178 w 251178"/>
                    <a:gd name="csY1" fmla="*/ 0 h 12636"/>
                  </a:gdLst>
                  <a:ahLst/>
                  <a:cxnLst>
                    <a:cxn ang="0">
                      <a:pos x="csX0" y="csY0"/>
                    </a:cxn>
                    <a:cxn ang="0">
                      <a:pos x="csX1" y="csY1"/>
                    </a:cxn>
                  </a:cxnLst>
                  <a:rect l="l" t="t" r="r" b="b"/>
                  <a:pathLst>
                    <a:path w="251178" h="12636">
                      <a:moveTo>
                        <a:pt x="0" y="0"/>
                      </a:moveTo>
                      <a:lnTo>
                        <a:pt x="251178" y="0"/>
                      </a:lnTo>
                    </a:path>
                  </a:pathLst>
                </a:custGeom>
                <a:ln w="34474" cap="flat">
                  <a:solidFill>
                    <a:srgbClr val="000000"/>
                  </a:solidFill>
                  <a:prstDash val="solid"/>
                  <a:miter/>
                </a:ln>
              </p:spPr>
              <p:txBody>
                <a:bodyPr/>
                <a:lstStyle/>
                <a:p>
                  <a:endParaRPr lang="en-US" sz="2268"/>
                </a:p>
              </p:txBody>
            </p:sp>
            <p:sp>
              <p:nvSpPr>
                <p:cNvPr id="945" name="Freeform 944">
                  <a:extLst>
                    <a:ext uri="{FF2B5EF4-FFF2-40B4-BE49-F238E27FC236}">
                      <a16:creationId xmlns:a16="http://schemas.microsoft.com/office/drawing/2014/main" id="{84FAFD95-CC67-9236-F586-19F8D9A2B531}"/>
                    </a:ext>
                  </a:extLst>
                </p:cNvPr>
                <p:cNvSpPr/>
                <p:nvPr/>
              </p:nvSpPr>
              <p:spPr>
                <a:xfrm>
                  <a:off x="3994487" y="4079187"/>
                  <a:ext cx="251178" cy="12636"/>
                </a:xfrm>
                <a:custGeom>
                  <a:avLst/>
                  <a:gdLst>
                    <a:gd name="csX0" fmla="*/ 0 w 251178"/>
                    <a:gd name="csY0" fmla="*/ 0 h 12636"/>
                    <a:gd name="csX1" fmla="*/ 251178 w 251178"/>
                    <a:gd name="csY1" fmla="*/ 0 h 12636"/>
                  </a:gdLst>
                  <a:ahLst/>
                  <a:cxnLst>
                    <a:cxn ang="0">
                      <a:pos x="csX0" y="csY0"/>
                    </a:cxn>
                    <a:cxn ang="0">
                      <a:pos x="csX1" y="csY1"/>
                    </a:cxn>
                  </a:cxnLst>
                  <a:rect l="l" t="t" r="r" b="b"/>
                  <a:pathLst>
                    <a:path w="251178" h="12636">
                      <a:moveTo>
                        <a:pt x="0" y="0"/>
                      </a:moveTo>
                      <a:lnTo>
                        <a:pt x="251178" y="0"/>
                      </a:lnTo>
                    </a:path>
                  </a:pathLst>
                </a:custGeom>
                <a:ln w="34474" cap="flat">
                  <a:solidFill>
                    <a:srgbClr val="000000"/>
                  </a:solidFill>
                  <a:prstDash val="solid"/>
                  <a:miter/>
                </a:ln>
              </p:spPr>
              <p:txBody>
                <a:bodyPr/>
                <a:lstStyle/>
                <a:p>
                  <a:endParaRPr lang="en-US" sz="2268"/>
                </a:p>
              </p:txBody>
            </p:sp>
            <p:sp>
              <p:nvSpPr>
                <p:cNvPr id="946" name="Freeform 945">
                  <a:extLst>
                    <a:ext uri="{FF2B5EF4-FFF2-40B4-BE49-F238E27FC236}">
                      <a16:creationId xmlns:a16="http://schemas.microsoft.com/office/drawing/2014/main" id="{27837DC2-10FA-5779-AA66-77BB060135DA}"/>
                    </a:ext>
                  </a:extLst>
                </p:cNvPr>
                <p:cNvSpPr/>
                <p:nvPr/>
              </p:nvSpPr>
              <p:spPr>
                <a:xfrm>
                  <a:off x="4273645" y="4335834"/>
                  <a:ext cx="251048" cy="12636"/>
                </a:xfrm>
                <a:custGeom>
                  <a:avLst/>
                  <a:gdLst>
                    <a:gd name="csX0" fmla="*/ 0 w 251048"/>
                    <a:gd name="csY0" fmla="*/ 0 h 12636"/>
                    <a:gd name="csX1" fmla="*/ 251049 w 251048"/>
                    <a:gd name="csY1" fmla="*/ 0 h 12636"/>
                  </a:gdLst>
                  <a:ahLst/>
                  <a:cxnLst>
                    <a:cxn ang="0">
                      <a:pos x="csX0" y="csY0"/>
                    </a:cxn>
                    <a:cxn ang="0">
                      <a:pos x="csX1" y="csY1"/>
                    </a:cxn>
                  </a:cxnLst>
                  <a:rect l="l" t="t" r="r" b="b"/>
                  <a:pathLst>
                    <a:path w="251048" h="12636">
                      <a:moveTo>
                        <a:pt x="0" y="0"/>
                      </a:moveTo>
                      <a:lnTo>
                        <a:pt x="251049" y="0"/>
                      </a:lnTo>
                    </a:path>
                  </a:pathLst>
                </a:custGeom>
                <a:ln w="34474" cap="flat">
                  <a:solidFill>
                    <a:srgbClr val="000000"/>
                  </a:solidFill>
                  <a:prstDash val="solid"/>
                  <a:miter/>
                </a:ln>
              </p:spPr>
              <p:txBody>
                <a:bodyPr/>
                <a:lstStyle/>
                <a:p>
                  <a:endParaRPr lang="en-US" sz="2268"/>
                </a:p>
              </p:txBody>
            </p:sp>
            <p:sp>
              <p:nvSpPr>
                <p:cNvPr id="947" name="Freeform 946">
                  <a:extLst>
                    <a:ext uri="{FF2B5EF4-FFF2-40B4-BE49-F238E27FC236}">
                      <a16:creationId xmlns:a16="http://schemas.microsoft.com/office/drawing/2014/main" id="{28039F5E-517D-8382-9772-967A9BA68804}"/>
                    </a:ext>
                  </a:extLst>
                </p:cNvPr>
                <p:cNvSpPr/>
                <p:nvPr/>
              </p:nvSpPr>
              <p:spPr>
                <a:xfrm>
                  <a:off x="4552675" y="3616186"/>
                  <a:ext cx="251178" cy="12636"/>
                </a:xfrm>
                <a:custGeom>
                  <a:avLst/>
                  <a:gdLst>
                    <a:gd name="csX0" fmla="*/ 0 w 251178"/>
                    <a:gd name="csY0" fmla="*/ 0 h 12636"/>
                    <a:gd name="csX1" fmla="*/ 251178 w 251178"/>
                    <a:gd name="csY1" fmla="*/ 0 h 12636"/>
                  </a:gdLst>
                  <a:ahLst/>
                  <a:cxnLst>
                    <a:cxn ang="0">
                      <a:pos x="csX0" y="csY0"/>
                    </a:cxn>
                    <a:cxn ang="0">
                      <a:pos x="csX1" y="csY1"/>
                    </a:cxn>
                  </a:cxnLst>
                  <a:rect l="l" t="t" r="r" b="b"/>
                  <a:pathLst>
                    <a:path w="251178" h="12636">
                      <a:moveTo>
                        <a:pt x="0" y="0"/>
                      </a:moveTo>
                      <a:lnTo>
                        <a:pt x="251178" y="0"/>
                      </a:lnTo>
                    </a:path>
                  </a:pathLst>
                </a:custGeom>
                <a:ln w="34474" cap="flat">
                  <a:solidFill>
                    <a:srgbClr val="000000"/>
                  </a:solidFill>
                  <a:prstDash val="solid"/>
                  <a:miter/>
                </a:ln>
              </p:spPr>
              <p:txBody>
                <a:bodyPr/>
                <a:lstStyle/>
                <a:p>
                  <a:endParaRPr lang="en-US" sz="2268"/>
                </a:p>
              </p:txBody>
            </p:sp>
            <p:sp>
              <p:nvSpPr>
                <p:cNvPr id="948" name="Freeform 947">
                  <a:extLst>
                    <a:ext uri="{FF2B5EF4-FFF2-40B4-BE49-F238E27FC236}">
                      <a16:creationId xmlns:a16="http://schemas.microsoft.com/office/drawing/2014/main" id="{566B41D4-3ADA-C533-6FD0-8E48D3B1BA44}"/>
                    </a:ext>
                  </a:extLst>
                </p:cNvPr>
                <p:cNvSpPr/>
                <p:nvPr/>
              </p:nvSpPr>
              <p:spPr>
                <a:xfrm>
                  <a:off x="3436428" y="3289785"/>
                  <a:ext cx="251178" cy="12636"/>
                </a:xfrm>
                <a:custGeom>
                  <a:avLst/>
                  <a:gdLst>
                    <a:gd name="csX0" fmla="*/ 0 w 251178"/>
                    <a:gd name="csY0" fmla="*/ 0 h 12636"/>
                    <a:gd name="csX1" fmla="*/ 251178 w 251178"/>
                    <a:gd name="csY1" fmla="*/ 0 h 12636"/>
                  </a:gdLst>
                  <a:ahLst/>
                  <a:cxnLst>
                    <a:cxn ang="0">
                      <a:pos x="csX0" y="csY0"/>
                    </a:cxn>
                    <a:cxn ang="0">
                      <a:pos x="csX1" y="csY1"/>
                    </a:cxn>
                  </a:cxnLst>
                  <a:rect l="l" t="t" r="r" b="b"/>
                  <a:pathLst>
                    <a:path w="251178" h="12636">
                      <a:moveTo>
                        <a:pt x="0" y="0"/>
                      </a:moveTo>
                      <a:lnTo>
                        <a:pt x="251178" y="0"/>
                      </a:lnTo>
                    </a:path>
                  </a:pathLst>
                </a:custGeom>
                <a:ln w="34474" cap="flat">
                  <a:solidFill>
                    <a:srgbClr val="000000"/>
                  </a:solidFill>
                  <a:prstDash val="solid"/>
                  <a:miter/>
                </a:ln>
              </p:spPr>
              <p:txBody>
                <a:bodyPr/>
                <a:lstStyle/>
                <a:p>
                  <a:endParaRPr lang="en-US" sz="2268"/>
                </a:p>
              </p:txBody>
            </p:sp>
            <p:sp>
              <p:nvSpPr>
                <p:cNvPr id="949" name="Freeform 948">
                  <a:extLst>
                    <a:ext uri="{FF2B5EF4-FFF2-40B4-BE49-F238E27FC236}">
                      <a16:creationId xmlns:a16="http://schemas.microsoft.com/office/drawing/2014/main" id="{7F1BD57C-A501-5BDD-8EE9-DEE51DD1EEED}"/>
                    </a:ext>
                  </a:extLst>
                </p:cNvPr>
                <p:cNvSpPr/>
                <p:nvPr/>
              </p:nvSpPr>
              <p:spPr>
                <a:xfrm>
                  <a:off x="3506121" y="3263375"/>
                  <a:ext cx="111663" cy="12636"/>
                </a:xfrm>
                <a:custGeom>
                  <a:avLst/>
                  <a:gdLst>
                    <a:gd name="csX0" fmla="*/ 0 w 111663"/>
                    <a:gd name="csY0" fmla="*/ 0 h 12636"/>
                    <a:gd name="csX1" fmla="*/ 111664 w 111663"/>
                    <a:gd name="csY1" fmla="*/ 0 h 12636"/>
                  </a:gdLst>
                  <a:ahLst/>
                  <a:cxnLst>
                    <a:cxn ang="0">
                      <a:pos x="csX0" y="csY0"/>
                    </a:cxn>
                    <a:cxn ang="0">
                      <a:pos x="csX1" y="csY1"/>
                    </a:cxn>
                  </a:cxnLst>
                  <a:rect l="l" t="t" r="r" b="b"/>
                  <a:pathLst>
                    <a:path w="111663" h="12636">
                      <a:moveTo>
                        <a:pt x="0" y="0"/>
                      </a:moveTo>
                      <a:lnTo>
                        <a:pt x="111664" y="0"/>
                      </a:lnTo>
                    </a:path>
                  </a:pathLst>
                </a:custGeom>
                <a:noFill/>
                <a:ln w="13815" cap="flat">
                  <a:solidFill>
                    <a:srgbClr val="000000"/>
                  </a:solidFill>
                  <a:prstDash val="solid"/>
                  <a:round/>
                </a:ln>
              </p:spPr>
              <p:txBody>
                <a:bodyPr/>
                <a:lstStyle/>
                <a:p>
                  <a:endParaRPr lang="en-US" sz="2268"/>
                </a:p>
              </p:txBody>
            </p:sp>
            <p:sp>
              <p:nvSpPr>
                <p:cNvPr id="950" name="Freeform 949">
                  <a:extLst>
                    <a:ext uri="{FF2B5EF4-FFF2-40B4-BE49-F238E27FC236}">
                      <a16:creationId xmlns:a16="http://schemas.microsoft.com/office/drawing/2014/main" id="{889816D3-D478-E820-4317-2221272DF607}"/>
                    </a:ext>
                  </a:extLst>
                </p:cNvPr>
                <p:cNvSpPr/>
                <p:nvPr/>
              </p:nvSpPr>
              <p:spPr>
                <a:xfrm>
                  <a:off x="3561952" y="3263375"/>
                  <a:ext cx="12954" cy="52946"/>
                </a:xfrm>
                <a:custGeom>
                  <a:avLst/>
                  <a:gdLst>
                    <a:gd name="csX0" fmla="*/ 0 w 12954"/>
                    <a:gd name="csY0" fmla="*/ 0 h 52946"/>
                    <a:gd name="csX1" fmla="*/ 0 w 12954"/>
                    <a:gd name="csY1" fmla="*/ 52947 h 52946"/>
                  </a:gdLst>
                  <a:ahLst/>
                  <a:cxnLst>
                    <a:cxn ang="0">
                      <a:pos x="csX0" y="csY0"/>
                    </a:cxn>
                    <a:cxn ang="0">
                      <a:pos x="csX1" y="csY1"/>
                    </a:cxn>
                  </a:cxnLst>
                  <a:rect l="l" t="t" r="r" b="b"/>
                  <a:pathLst>
                    <a:path w="12954" h="52946">
                      <a:moveTo>
                        <a:pt x="0" y="0"/>
                      </a:moveTo>
                      <a:lnTo>
                        <a:pt x="0" y="52947"/>
                      </a:lnTo>
                    </a:path>
                  </a:pathLst>
                </a:custGeom>
                <a:noFill/>
                <a:ln w="13815" cap="flat">
                  <a:solidFill>
                    <a:srgbClr val="000000"/>
                  </a:solidFill>
                  <a:prstDash val="solid"/>
                  <a:round/>
                </a:ln>
              </p:spPr>
              <p:txBody>
                <a:bodyPr/>
                <a:lstStyle/>
                <a:p>
                  <a:endParaRPr lang="en-US" sz="2268"/>
                </a:p>
              </p:txBody>
            </p:sp>
            <p:sp>
              <p:nvSpPr>
                <p:cNvPr id="951" name="Freeform 950">
                  <a:extLst>
                    <a:ext uri="{FF2B5EF4-FFF2-40B4-BE49-F238E27FC236}">
                      <a16:creationId xmlns:a16="http://schemas.microsoft.com/office/drawing/2014/main" id="{5D8B3772-F550-CF47-F60D-EDD345266DA6}"/>
                    </a:ext>
                  </a:extLst>
                </p:cNvPr>
                <p:cNvSpPr/>
                <p:nvPr/>
              </p:nvSpPr>
              <p:spPr>
                <a:xfrm>
                  <a:off x="3506121" y="3316322"/>
                  <a:ext cx="111663" cy="12636"/>
                </a:xfrm>
                <a:custGeom>
                  <a:avLst/>
                  <a:gdLst>
                    <a:gd name="csX0" fmla="*/ 0 w 111663"/>
                    <a:gd name="csY0" fmla="*/ 0 h 12636"/>
                    <a:gd name="csX1" fmla="*/ 111664 w 111663"/>
                    <a:gd name="csY1" fmla="*/ 0 h 12636"/>
                  </a:gdLst>
                  <a:ahLst/>
                  <a:cxnLst>
                    <a:cxn ang="0">
                      <a:pos x="csX0" y="csY0"/>
                    </a:cxn>
                    <a:cxn ang="0">
                      <a:pos x="csX1" y="csY1"/>
                    </a:cxn>
                  </a:cxnLst>
                  <a:rect l="l" t="t" r="r" b="b"/>
                  <a:pathLst>
                    <a:path w="111663" h="12636">
                      <a:moveTo>
                        <a:pt x="0" y="0"/>
                      </a:moveTo>
                      <a:lnTo>
                        <a:pt x="111664" y="0"/>
                      </a:lnTo>
                    </a:path>
                  </a:pathLst>
                </a:custGeom>
                <a:noFill/>
                <a:ln w="13815" cap="flat">
                  <a:solidFill>
                    <a:srgbClr val="000000"/>
                  </a:solidFill>
                  <a:prstDash val="solid"/>
                  <a:round/>
                </a:ln>
              </p:spPr>
              <p:txBody>
                <a:bodyPr/>
                <a:lstStyle/>
                <a:p>
                  <a:endParaRPr lang="en-US" sz="2268"/>
                </a:p>
              </p:txBody>
            </p:sp>
            <p:sp>
              <p:nvSpPr>
                <p:cNvPr id="952" name="Freeform 951">
                  <a:extLst>
                    <a:ext uri="{FF2B5EF4-FFF2-40B4-BE49-F238E27FC236}">
                      <a16:creationId xmlns:a16="http://schemas.microsoft.com/office/drawing/2014/main" id="{0DB378FA-4AC9-0859-3559-8A47EEC96591}"/>
                    </a:ext>
                  </a:extLst>
                </p:cNvPr>
                <p:cNvSpPr/>
                <p:nvPr/>
              </p:nvSpPr>
              <p:spPr>
                <a:xfrm>
                  <a:off x="3785279" y="3887744"/>
                  <a:ext cx="111533" cy="12636"/>
                </a:xfrm>
                <a:custGeom>
                  <a:avLst/>
                  <a:gdLst>
                    <a:gd name="csX0" fmla="*/ 0 w 111533"/>
                    <a:gd name="csY0" fmla="*/ 0 h 12636"/>
                    <a:gd name="csX1" fmla="*/ 111534 w 111533"/>
                    <a:gd name="csY1" fmla="*/ 0 h 12636"/>
                  </a:gdLst>
                  <a:ahLst/>
                  <a:cxnLst>
                    <a:cxn ang="0">
                      <a:pos x="csX0" y="csY0"/>
                    </a:cxn>
                    <a:cxn ang="0">
                      <a:pos x="csX1" y="csY1"/>
                    </a:cxn>
                  </a:cxnLst>
                  <a:rect l="l" t="t" r="r" b="b"/>
                  <a:pathLst>
                    <a:path w="111533" h="12636">
                      <a:moveTo>
                        <a:pt x="0" y="0"/>
                      </a:moveTo>
                      <a:lnTo>
                        <a:pt x="111534" y="0"/>
                      </a:lnTo>
                    </a:path>
                  </a:pathLst>
                </a:custGeom>
                <a:noFill/>
                <a:ln w="13815" cap="flat">
                  <a:solidFill>
                    <a:srgbClr val="000000"/>
                  </a:solidFill>
                  <a:prstDash val="solid"/>
                  <a:round/>
                </a:ln>
              </p:spPr>
              <p:txBody>
                <a:bodyPr/>
                <a:lstStyle/>
                <a:p>
                  <a:endParaRPr lang="en-US" sz="2268"/>
                </a:p>
              </p:txBody>
            </p:sp>
            <p:sp>
              <p:nvSpPr>
                <p:cNvPr id="953" name="Freeform 952">
                  <a:extLst>
                    <a:ext uri="{FF2B5EF4-FFF2-40B4-BE49-F238E27FC236}">
                      <a16:creationId xmlns:a16="http://schemas.microsoft.com/office/drawing/2014/main" id="{2BF1D744-5BC2-9A1B-B77F-30EEF18C8EBC}"/>
                    </a:ext>
                  </a:extLst>
                </p:cNvPr>
                <p:cNvSpPr/>
                <p:nvPr/>
              </p:nvSpPr>
              <p:spPr>
                <a:xfrm>
                  <a:off x="3840982" y="3887744"/>
                  <a:ext cx="12954" cy="134578"/>
                </a:xfrm>
                <a:custGeom>
                  <a:avLst/>
                  <a:gdLst>
                    <a:gd name="csX0" fmla="*/ 0 w 12954"/>
                    <a:gd name="csY0" fmla="*/ 0 h 134578"/>
                    <a:gd name="csX1" fmla="*/ 0 w 12954"/>
                    <a:gd name="csY1" fmla="*/ 134579 h 134578"/>
                  </a:gdLst>
                  <a:ahLst/>
                  <a:cxnLst>
                    <a:cxn ang="0">
                      <a:pos x="csX0" y="csY0"/>
                    </a:cxn>
                    <a:cxn ang="0">
                      <a:pos x="csX1" y="csY1"/>
                    </a:cxn>
                  </a:cxnLst>
                  <a:rect l="l" t="t" r="r" b="b"/>
                  <a:pathLst>
                    <a:path w="12954" h="134578">
                      <a:moveTo>
                        <a:pt x="0" y="0"/>
                      </a:moveTo>
                      <a:lnTo>
                        <a:pt x="0" y="134579"/>
                      </a:lnTo>
                    </a:path>
                  </a:pathLst>
                </a:custGeom>
                <a:noFill/>
                <a:ln w="13815" cap="flat">
                  <a:solidFill>
                    <a:srgbClr val="000000"/>
                  </a:solidFill>
                  <a:prstDash val="solid"/>
                  <a:round/>
                </a:ln>
              </p:spPr>
              <p:txBody>
                <a:bodyPr/>
                <a:lstStyle/>
                <a:p>
                  <a:endParaRPr lang="en-US" sz="2268"/>
                </a:p>
              </p:txBody>
            </p:sp>
            <p:sp>
              <p:nvSpPr>
                <p:cNvPr id="954" name="Freeform 953">
                  <a:extLst>
                    <a:ext uri="{FF2B5EF4-FFF2-40B4-BE49-F238E27FC236}">
                      <a16:creationId xmlns:a16="http://schemas.microsoft.com/office/drawing/2014/main" id="{01A4C287-C12B-5614-F9CB-7ECA6A3217AE}"/>
                    </a:ext>
                  </a:extLst>
                </p:cNvPr>
                <p:cNvSpPr/>
                <p:nvPr/>
              </p:nvSpPr>
              <p:spPr>
                <a:xfrm>
                  <a:off x="3785279" y="4022323"/>
                  <a:ext cx="111533" cy="12636"/>
                </a:xfrm>
                <a:custGeom>
                  <a:avLst/>
                  <a:gdLst>
                    <a:gd name="csX0" fmla="*/ 0 w 111533"/>
                    <a:gd name="csY0" fmla="*/ 0 h 12636"/>
                    <a:gd name="csX1" fmla="*/ 111534 w 111533"/>
                    <a:gd name="csY1" fmla="*/ 0 h 12636"/>
                  </a:gdLst>
                  <a:ahLst/>
                  <a:cxnLst>
                    <a:cxn ang="0">
                      <a:pos x="csX0" y="csY0"/>
                    </a:cxn>
                    <a:cxn ang="0">
                      <a:pos x="csX1" y="csY1"/>
                    </a:cxn>
                  </a:cxnLst>
                  <a:rect l="l" t="t" r="r" b="b"/>
                  <a:pathLst>
                    <a:path w="111533" h="12636">
                      <a:moveTo>
                        <a:pt x="0" y="0"/>
                      </a:moveTo>
                      <a:lnTo>
                        <a:pt x="111534" y="0"/>
                      </a:lnTo>
                    </a:path>
                  </a:pathLst>
                </a:custGeom>
                <a:noFill/>
                <a:ln w="13815" cap="flat">
                  <a:solidFill>
                    <a:srgbClr val="000000"/>
                  </a:solidFill>
                  <a:prstDash val="solid"/>
                  <a:round/>
                </a:ln>
              </p:spPr>
              <p:txBody>
                <a:bodyPr/>
                <a:lstStyle/>
                <a:p>
                  <a:endParaRPr lang="en-US" sz="2268"/>
                </a:p>
              </p:txBody>
            </p:sp>
            <p:sp>
              <p:nvSpPr>
                <p:cNvPr id="955" name="Freeform 954">
                  <a:extLst>
                    <a:ext uri="{FF2B5EF4-FFF2-40B4-BE49-F238E27FC236}">
                      <a16:creationId xmlns:a16="http://schemas.microsoft.com/office/drawing/2014/main" id="{CB7574CE-FBBF-F9B6-7CC6-26E48EF17A0A}"/>
                    </a:ext>
                  </a:extLst>
                </p:cNvPr>
                <p:cNvSpPr/>
                <p:nvPr/>
              </p:nvSpPr>
              <p:spPr>
                <a:xfrm>
                  <a:off x="4064309" y="3997555"/>
                  <a:ext cx="111663" cy="12636"/>
                </a:xfrm>
                <a:custGeom>
                  <a:avLst/>
                  <a:gdLst>
                    <a:gd name="csX0" fmla="*/ 0 w 111663"/>
                    <a:gd name="csY0" fmla="*/ 0 h 12636"/>
                    <a:gd name="csX1" fmla="*/ 111663 w 111663"/>
                    <a:gd name="csY1" fmla="*/ 0 h 12636"/>
                  </a:gdLst>
                  <a:ahLst/>
                  <a:cxnLst>
                    <a:cxn ang="0">
                      <a:pos x="csX0" y="csY0"/>
                    </a:cxn>
                    <a:cxn ang="0">
                      <a:pos x="csX1" y="csY1"/>
                    </a:cxn>
                  </a:cxnLst>
                  <a:rect l="l" t="t" r="r" b="b"/>
                  <a:pathLst>
                    <a:path w="111663" h="12636">
                      <a:moveTo>
                        <a:pt x="0" y="0"/>
                      </a:moveTo>
                      <a:lnTo>
                        <a:pt x="111663" y="0"/>
                      </a:lnTo>
                    </a:path>
                  </a:pathLst>
                </a:custGeom>
                <a:noFill/>
                <a:ln w="13815" cap="flat">
                  <a:solidFill>
                    <a:srgbClr val="000000"/>
                  </a:solidFill>
                  <a:prstDash val="solid"/>
                  <a:round/>
                </a:ln>
              </p:spPr>
              <p:txBody>
                <a:bodyPr/>
                <a:lstStyle/>
                <a:p>
                  <a:endParaRPr lang="en-US" sz="2268"/>
                </a:p>
              </p:txBody>
            </p:sp>
            <p:sp>
              <p:nvSpPr>
                <p:cNvPr id="956" name="Freeform 955">
                  <a:extLst>
                    <a:ext uri="{FF2B5EF4-FFF2-40B4-BE49-F238E27FC236}">
                      <a16:creationId xmlns:a16="http://schemas.microsoft.com/office/drawing/2014/main" id="{2EB98809-3D94-588A-3849-0734058221F9}"/>
                    </a:ext>
                  </a:extLst>
                </p:cNvPr>
                <p:cNvSpPr/>
                <p:nvPr/>
              </p:nvSpPr>
              <p:spPr>
                <a:xfrm>
                  <a:off x="4120140" y="3997555"/>
                  <a:ext cx="12954" cy="163263"/>
                </a:xfrm>
                <a:custGeom>
                  <a:avLst/>
                  <a:gdLst>
                    <a:gd name="csX0" fmla="*/ 0 w 12954"/>
                    <a:gd name="csY0" fmla="*/ 0 h 163263"/>
                    <a:gd name="csX1" fmla="*/ 0 w 12954"/>
                    <a:gd name="csY1" fmla="*/ 163264 h 163263"/>
                  </a:gdLst>
                  <a:ahLst/>
                  <a:cxnLst>
                    <a:cxn ang="0">
                      <a:pos x="csX0" y="csY0"/>
                    </a:cxn>
                    <a:cxn ang="0">
                      <a:pos x="csX1" y="csY1"/>
                    </a:cxn>
                  </a:cxnLst>
                  <a:rect l="l" t="t" r="r" b="b"/>
                  <a:pathLst>
                    <a:path w="12954" h="163263">
                      <a:moveTo>
                        <a:pt x="0" y="0"/>
                      </a:moveTo>
                      <a:lnTo>
                        <a:pt x="0" y="163264"/>
                      </a:lnTo>
                    </a:path>
                  </a:pathLst>
                </a:custGeom>
                <a:noFill/>
                <a:ln w="13815" cap="flat">
                  <a:solidFill>
                    <a:srgbClr val="000000"/>
                  </a:solidFill>
                  <a:prstDash val="solid"/>
                  <a:round/>
                </a:ln>
              </p:spPr>
              <p:txBody>
                <a:bodyPr/>
                <a:lstStyle/>
                <a:p>
                  <a:endParaRPr lang="en-US" sz="2268"/>
                </a:p>
              </p:txBody>
            </p:sp>
            <p:sp>
              <p:nvSpPr>
                <p:cNvPr id="957" name="Freeform 956">
                  <a:extLst>
                    <a:ext uri="{FF2B5EF4-FFF2-40B4-BE49-F238E27FC236}">
                      <a16:creationId xmlns:a16="http://schemas.microsoft.com/office/drawing/2014/main" id="{4DBC8726-043A-A31E-1F8F-839392EA48D3}"/>
                    </a:ext>
                  </a:extLst>
                </p:cNvPr>
                <p:cNvSpPr/>
                <p:nvPr/>
              </p:nvSpPr>
              <p:spPr>
                <a:xfrm>
                  <a:off x="4064309" y="4160819"/>
                  <a:ext cx="111663" cy="12636"/>
                </a:xfrm>
                <a:custGeom>
                  <a:avLst/>
                  <a:gdLst>
                    <a:gd name="csX0" fmla="*/ 0 w 111663"/>
                    <a:gd name="csY0" fmla="*/ 0 h 12636"/>
                    <a:gd name="csX1" fmla="*/ 111663 w 111663"/>
                    <a:gd name="csY1" fmla="*/ 0 h 12636"/>
                  </a:gdLst>
                  <a:ahLst/>
                  <a:cxnLst>
                    <a:cxn ang="0">
                      <a:pos x="csX0" y="csY0"/>
                    </a:cxn>
                    <a:cxn ang="0">
                      <a:pos x="csX1" y="csY1"/>
                    </a:cxn>
                  </a:cxnLst>
                  <a:rect l="l" t="t" r="r" b="b"/>
                  <a:pathLst>
                    <a:path w="111663" h="12636">
                      <a:moveTo>
                        <a:pt x="0" y="0"/>
                      </a:moveTo>
                      <a:lnTo>
                        <a:pt x="111663" y="0"/>
                      </a:lnTo>
                    </a:path>
                  </a:pathLst>
                </a:custGeom>
                <a:noFill/>
                <a:ln w="13815" cap="flat">
                  <a:solidFill>
                    <a:srgbClr val="000000"/>
                  </a:solidFill>
                  <a:prstDash val="solid"/>
                  <a:round/>
                </a:ln>
              </p:spPr>
              <p:txBody>
                <a:bodyPr/>
                <a:lstStyle/>
                <a:p>
                  <a:endParaRPr lang="en-US" sz="2268"/>
                </a:p>
              </p:txBody>
            </p:sp>
            <p:sp>
              <p:nvSpPr>
                <p:cNvPr id="958" name="Freeform 957">
                  <a:extLst>
                    <a:ext uri="{FF2B5EF4-FFF2-40B4-BE49-F238E27FC236}">
                      <a16:creationId xmlns:a16="http://schemas.microsoft.com/office/drawing/2014/main" id="{9EDBA43A-3616-C4EE-53E0-2522A6606B69}"/>
                    </a:ext>
                  </a:extLst>
                </p:cNvPr>
                <p:cNvSpPr/>
                <p:nvPr/>
              </p:nvSpPr>
              <p:spPr>
                <a:xfrm>
                  <a:off x="4343338" y="4335834"/>
                  <a:ext cx="111663" cy="12636"/>
                </a:xfrm>
                <a:custGeom>
                  <a:avLst/>
                  <a:gdLst>
                    <a:gd name="csX0" fmla="*/ 0 w 111663"/>
                    <a:gd name="csY0" fmla="*/ 0 h 12636"/>
                    <a:gd name="csX1" fmla="*/ 111664 w 111663"/>
                    <a:gd name="csY1" fmla="*/ 0 h 12636"/>
                  </a:gdLst>
                  <a:ahLst/>
                  <a:cxnLst>
                    <a:cxn ang="0">
                      <a:pos x="csX0" y="csY0"/>
                    </a:cxn>
                    <a:cxn ang="0">
                      <a:pos x="csX1" y="csY1"/>
                    </a:cxn>
                  </a:cxnLst>
                  <a:rect l="l" t="t" r="r" b="b"/>
                  <a:pathLst>
                    <a:path w="111663" h="12636">
                      <a:moveTo>
                        <a:pt x="0" y="0"/>
                      </a:moveTo>
                      <a:lnTo>
                        <a:pt x="111664" y="0"/>
                      </a:lnTo>
                    </a:path>
                  </a:pathLst>
                </a:custGeom>
                <a:noFill/>
                <a:ln w="13815" cap="flat">
                  <a:solidFill>
                    <a:srgbClr val="000000"/>
                  </a:solidFill>
                  <a:prstDash val="solid"/>
                  <a:round/>
                </a:ln>
              </p:spPr>
              <p:txBody>
                <a:bodyPr/>
                <a:lstStyle/>
                <a:p>
                  <a:endParaRPr lang="en-US" sz="2268"/>
                </a:p>
              </p:txBody>
            </p:sp>
            <p:sp>
              <p:nvSpPr>
                <p:cNvPr id="959" name="Freeform 958">
                  <a:extLst>
                    <a:ext uri="{FF2B5EF4-FFF2-40B4-BE49-F238E27FC236}">
                      <a16:creationId xmlns:a16="http://schemas.microsoft.com/office/drawing/2014/main" id="{1C33B139-D087-DE5B-8D98-9183E5C245F8}"/>
                    </a:ext>
                  </a:extLst>
                </p:cNvPr>
                <p:cNvSpPr/>
                <p:nvPr/>
              </p:nvSpPr>
              <p:spPr>
                <a:xfrm>
                  <a:off x="4399170" y="4335834"/>
                  <a:ext cx="12954" cy="12636"/>
                </a:xfrm>
                <a:custGeom>
                  <a:avLst/>
                  <a:gdLst>
                    <a:gd name="csX0" fmla="*/ 0 w 12954"/>
                    <a:gd name="csY0" fmla="*/ 0 h 12636"/>
                    <a:gd name="csX1" fmla="*/ 0 w 12954"/>
                    <a:gd name="csY1" fmla="*/ 0 h 12636"/>
                  </a:gdLst>
                  <a:ahLst/>
                  <a:cxnLst>
                    <a:cxn ang="0">
                      <a:pos x="csX0" y="csY0"/>
                    </a:cxn>
                    <a:cxn ang="0">
                      <a:pos x="csX1" y="csY1"/>
                    </a:cxn>
                  </a:cxnLst>
                  <a:rect l="l" t="t" r="r" b="b"/>
                  <a:pathLst>
                    <a:path w="12954" h="12636">
                      <a:moveTo>
                        <a:pt x="0" y="0"/>
                      </a:moveTo>
                      <a:lnTo>
                        <a:pt x="0" y="0"/>
                      </a:lnTo>
                    </a:path>
                  </a:pathLst>
                </a:custGeom>
                <a:noFill/>
                <a:ln w="13815" cap="flat">
                  <a:solidFill>
                    <a:srgbClr val="000000"/>
                  </a:solidFill>
                  <a:prstDash val="solid"/>
                  <a:round/>
                </a:ln>
              </p:spPr>
              <p:txBody>
                <a:bodyPr/>
                <a:lstStyle/>
                <a:p>
                  <a:endParaRPr lang="en-US" sz="2268"/>
                </a:p>
              </p:txBody>
            </p:sp>
            <p:sp>
              <p:nvSpPr>
                <p:cNvPr id="960" name="Freeform 959">
                  <a:extLst>
                    <a:ext uri="{FF2B5EF4-FFF2-40B4-BE49-F238E27FC236}">
                      <a16:creationId xmlns:a16="http://schemas.microsoft.com/office/drawing/2014/main" id="{8B38183D-FBEE-70C5-05BA-340958E9CAE1}"/>
                    </a:ext>
                  </a:extLst>
                </p:cNvPr>
                <p:cNvSpPr/>
                <p:nvPr/>
              </p:nvSpPr>
              <p:spPr>
                <a:xfrm>
                  <a:off x="4343338" y="4335834"/>
                  <a:ext cx="111663" cy="12636"/>
                </a:xfrm>
                <a:custGeom>
                  <a:avLst/>
                  <a:gdLst>
                    <a:gd name="csX0" fmla="*/ 0 w 111663"/>
                    <a:gd name="csY0" fmla="*/ 0 h 12636"/>
                    <a:gd name="csX1" fmla="*/ 111664 w 111663"/>
                    <a:gd name="csY1" fmla="*/ 0 h 12636"/>
                  </a:gdLst>
                  <a:ahLst/>
                  <a:cxnLst>
                    <a:cxn ang="0">
                      <a:pos x="csX0" y="csY0"/>
                    </a:cxn>
                    <a:cxn ang="0">
                      <a:pos x="csX1" y="csY1"/>
                    </a:cxn>
                  </a:cxnLst>
                  <a:rect l="l" t="t" r="r" b="b"/>
                  <a:pathLst>
                    <a:path w="111663" h="12636">
                      <a:moveTo>
                        <a:pt x="0" y="0"/>
                      </a:moveTo>
                      <a:lnTo>
                        <a:pt x="111664" y="0"/>
                      </a:lnTo>
                    </a:path>
                  </a:pathLst>
                </a:custGeom>
                <a:noFill/>
                <a:ln w="13815" cap="flat">
                  <a:solidFill>
                    <a:srgbClr val="000000"/>
                  </a:solidFill>
                  <a:prstDash val="solid"/>
                  <a:round/>
                </a:ln>
              </p:spPr>
              <p:txBody>
                <a:bodyPr/>
                <a:lstStyle/>
                <a:p>
                  <a:endParaRPr lang="en-US" sz="2268"/>
                </a:p>
              </p:txBody>
            </p:sp>
            <p:sp>
              <p:nvSpPr>
                <p:cNvPr id="961" name="Freeform 960">
                  <a:extLst>
                    <a:ext uri="{FF2B5EF4-FFF2-40B4-BE49-F238E27FC236}">
                      <a16:creationId xmlns:a16="http://schemas.microsoft.com/office/drawing/2014/main" id="{8E108BEF-79A7-A69F-53D5-36762BF4B1F6}"/>
                    </a:ext>
                  </a:extLst>
                </p:cNvPr>
                <p:cNvSpPr/>
                <p:nvPr/>
              </p:nvSpPr>
              <p:spPr>
                <a:xfrm>
                  <a:off x="4622367" y="3483629"/>
                  <a:ext cx="111663" cy="12636"/>
                </a:xfrm>
                <a:custGeom>
                  <a:avLst/>
                  <a:gdLst>
                    <a:gd name="csX0" fmla="*/ 0 w 111663"/>
                    <a:gd name="csY0" fmla="*/ 0 h 12636"/>
                    <a:gd name="csX1" fmla="*/ 111663 w 111663"/>
                    <a:gd name="csY1" fmla="*/ 0 h 12636"/>
                  </a:gdLst>
                  <a:ahLst/>
                  <a:cxnLst>
                    <a:cxn ang="0">
                      <a:pos x="csX0" y="csY0"/>
                    </a:cxn>
                    <a:cxn ang="0">
                      <a:pos x="csX1" y="csY1"/>
                    </a:cxn>
                  </a:cxnLst>
                  <a:rect l="l" t="t" r="r" b="b"/>
                  <a:pathLst>
                    <a:path w="111663" h="12636">
                      <a:moveTo>
                        <a:pt x="0" y="0"/>
                      </a:moveTo>
                      <a:lnTo>
                        <a:pt x="111663" y="0"/>
                      </a:lnTo>
                    </a:path>
                  </a:pathLst>
                </a:custGeom>
                <a:noFill/>
                <a:ln w="13815" cap="flat">
                  <a:solidFill>
                    <a:srgbClr val="000000"/>
                  </a:solidFill>
                  <a:prstDash val="solid"/>
                  <a:round/>
                </a:ln>
              </p:spPr>
              <p:txBody>
                <a:bodyPr/>
                <a:lstStyle/>
                <a:p>
                  <a:endParaRPr lang="en-US" sz="2268"/>
                </a:p>
              </p:txBody>
            </p:sp>
            <p:sp>
              <p:nvSpPr>
                <p:cNvPr id="962" name="Freeform 961">
                  <a:extLst>
                    <a:ext uri="{FF2B5EF4-FFF2-40B4-BE49-F238E27FC236}">
                      <a16:creationId xmlns:a16="http://schemas.microsoft.com/office/drawing/2014/main" id="{8041C4FA-829C-E022-9B79-193D8DA3D815}"/>
                    </a:ext>
                  </a:extLst>
                </p:cNvPr>
                <p:cNvSpPr/>
                <p:nvPr/>
              </p:nvSpPr>
              <p:spPr>
                <a:xfrm>
                  <a:off x="4678199" y="3483629"/>
                  <a:ext cx="12954" cy="264987"/>
                </a:xfrm>
                <a:custGeom>
                  <a:avLst/>
                  <a:gdLst>
                    <a:gd name="csX0" fmla="*/ 0 w 12954"/>
                    <a:gd name="csY0" fmla="*/ 0 h 264987"/>
                    <a:gd name="csX1" fmla="*/ 0 w 12954"/>
                    <a:gd name="csY1" fmla="*/ 264987 h 264987"/>
                  </a:gdLst>
                  <a:ahLst/>
                  <a:cxnLst>
                    <a:cxn ang="0">
                      <a:pos x="csX0" y="csY0"/>
                    </a:cxn>
                    <a:cxn ang="0">
                      <a:pos x="csX1" y="csY1"/>
                    </a:cxn>
                  </a:cxnLst>
                  <a:rect l="l" t="t" r="r" b="b"/>
                  <a:pathLst>
                    <a:path w="12954" h="264987">
                      <a:moveTo>
                        <a:pt x="0" y="0"/>
                      </a:moveTo>
                      <a:lnTo>
                        <a:pt x="0" y="264987"/>
                      </a:lnTo>
                    </a:path>
                  </a:pathLst>
                </a:custGeom>
                <a:noFill/>
                <a:ln w="13815" cap="flat">
                  <a:solidFill>
                    <a:srgbClr val="000000"/>
                  </a:solidFill>
                  <a:prstDash val="solid"/>
                  <a:round/>
                </a:ln>
              </p:spPr>
              <p:txBody>
                <a:bodyPr/>
                <a:lstStyle/>
                <a:p>
                  <a:endParaRPr lang="en-US" sz="2268"/>
                </a:p>
              </p:txBody>
            </p:sp>
            <p:sp>
              <p:nvSpPr>
                <p:cNvPr id="963" name="Freeform 962">
                  <a:extLst>
                    <a:ext uri="{FF2B5EF4-FFF2-40B4-BE49-F238E27FC236}">
                      <a16:creationId xmlns:a16="http://schemas.microsoft.com/office/drawing/2014/main" id="{FDA803AD-B6F2-A059-4B49-C93B6AF3F9FF}"/>
                    </a:ext>
                  </a:extLst>
                </p:cNvPr>
                <p:cNvSpPr/>
                <p:nvPr/>
              </p:nvSpPr>
              <p:spPr>
                <a:xfrm>
                  <a:off x="4622367" y="3748616"/>
                  <a:ext cx="111663" cy="12636"/>
                </a:xfrm>
                <a:custGeom>
                  <a:avLst/>
                  <a:gdLst>
                    <a:gd name="csX0" fmla="*/ 0 w 111663"/>
                    <a:gd name="csY0" fmla="*/ 0 h 12636"/>
                    <a:gd name="csX1" fmla="*/ 111663 w 111663"/>
                    <a:gd name="csY1" fmla="*/ 0 h 12636"/>
                  </a:gdLst>
                  <a:ahLst/>
                  <a:cxnLst>
                    <a:cxn ang="0">
                      <a:pos x="csX0" y="csY0"/>
                    </a:cxn>
                    <a:cxn ang="0">
                      <a:pos x="csX1" y="csY1"/>
                    </a:cxn>
                  </a:cxnLst>
                  <a:rect l="l" t="t" r="r" b="b"/>
                  <a:pathLst>
                    <a:path w="111663" h="12636">
                      <a:moveTo>
                        <a:pt x="0" y="0"/>
                      </a:moveTo>
                      <a:lnTo>
                        <a:pt x="111663" y="0"/>
                      </a:lnTo>
                    </a:path>
                  </a:pathLst>
                </a:custGeom>
                <a:noFill/>
                <a:ln w="13815" cap="flat">
                  <a:solidFill>
                    <a:srgbClr val="000000"/>
                  </a:solidFill>
                  <a:prstDash val="solid"/>
                  <a:round/>
                </a:ln>
              </p:spPr>
              <p:txBody>
                <a:bodyPr/>
                <a:lstStyle/>
                <a:p>
                  <a:endParaRPr lang="en-US" sz="2268"/>
                </a:p>
              </p:txBody>
            </p:sp>
            <p:sp>
              <p:nvSpPr>
                <p:cNvPr id="964" name="Freeform 963">
                  <a:extLst>
                    <a:ext uri="{FF2B5EF4-FFF2-40B4-BE49-F238E27FC236}">
                      <a16:creationId xmlns:a16="http://schemas.microsoft.com/office/drawing/2014/main" id="{5C9163A7-C8C3-D4DB-EA37-379C15810A13}"/>
                    </a:ext>
                  </a:extLst>
                </p:cNvPr>
                <p:cNvSpPr/>
                <p:nvPr/>
              </p:nvSpPr>
              <p:spPr>
                <a:xfrm>
                  <a:off x="4370153" y="4304369"/>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65" name="Freeform 964">
                  <a:extLst>
                    <a:ext uri="{FF2B5EF4-FFF2-40B4-BE49-F238E27FC236}">
                      <a16:creationId xmlns:a16="http://schemas.microsoft.com/office/drawing/2014/main" id="{7E8F40B5-80BA-916F-60A0-00F9CBAD4D5C}"/>
                    </a:ext>
                  </a:extLst>
                </p:cNvPr>
                <p:cNvSpPr/>
                <p:nvPr/>
              </p:nvSpPr>
              <p:spPr>
                <a:xfrm>
                  <a:off x="4647498" y="3717151"/>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66" name="Freeform 965">
                  <a:extLst>
                    <a:ext uri="{FF2B5EF4-FFF2-40B4-BE49-F238E27FC236}">
                      <a16:creationId xmlns:a16="http://schemas.microsoft.com/office/drawing/2014/main" id="{2A513970-0A3A-F523-9EBB-FB142C9D6A1D}"/>
                    </a:ext>
                  </a:extLst>
                </p:cNvPr>
                <p:cNvSpPr/>
                <p:nvPr/>
              </p:nvSpPr>
              <p:spPr>
                <a:xfrm>
                  <a:off x="3793311" y="3914281"/>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67" name="Freeform 966">
                  <a:extLst>
                    <a:ext uri="{FF2B5EF4-FFF2-40B4-BE49-F238E27FC236}">
                      <a16:creationId xmlns:a16="http://schemas.microsoft.com/office/drawing/2014/main" id="{2614EABD-2273-A5B6-25DB-B52344AC033A}"/>
                    </a:ext>
                  </a:extLst>
                </p:cNvPr>
                <p:cNvSpPr/>
                <p:nvPr/>
              </p:nvSpPr>
              <p:spPr>
                <a:xfrm>
                  <a:off x="4071045" y="4210733"/>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3"/>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68" name="Freeform 967">
                  <a:extLst>
                    <a:ext uri="{FF2B5EF4-FFF2-40B4-BE49-F238E27FC236}">
                      <a16:creationId xmlns:a16="http://schemas.microsoft.com/office/drawing/2014/main" id="{1A22496B-21BB-C87C-ADA8-26E9D6B7993B}"/>
                    </a:ext>
                  </a:extLst>
                </p:cNvPr>
                <p:cNvSpPr/>
                <p:nvPr/>
              </p:nvSpPr>
              <p:spPr>
                <a:xfrm>
                  <a:off x="3819478" y="3983908"/>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69" name="Freeform 968">
                  <a:extLst>
                    <a:ext uri="{FF2B5EF4-FFF2-40B4-BE49-F238E27FC236}">
                      <a16:creationId xmlns:a16="http://schemas.microsoft.com/office/drawing/2014/main" id="{DFF3E5D7-7095-E10A-B1E2-095A2BE66ACC}"/>
                    </a:ext>
                  </a:extLst>
                </p:cNvPr>
                <p:cNvSpPr/>
                <p:nvPr/>
              </p:nvSpPr>
              <p:spPr>
                <a:xfrm>
                  <a:off x="4066511" y="4102691"/>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0" name="Freeform 969">
                  <a:extLst>
                    <a:ext uri="{FF2B5EF4-FFF2-40B4-BE49-F238E27FC236}">
                      <a16:creationId xmlns:a16="http://schemas.microsoft.com/office/drawing/2014/main" id="{9F4F732E-5D68-B8B3-D2FD-C569312244D2}"/>
                    </a:ext>
                  </a:extLst>
                </p:cNvPr>
                <p:cNvSpPr/>
                <p:nvPr/>
              </p:nvSpPr>
              <p:spPr>
                <a:xfrm>
                  <a:off x="3548480" y="3186671"/>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1" name="Freeform 970">
                  <a:extLst>
                    <a:ext uri="{FF2B5EF4-FFF2-40B4-BE49-F238E27FC236}">
                      <a16:creationId xmlns:a16="http://schemas.microsoft.com/office/drawing/2014/main" id="{8CD737A9-9EF4-3DA7-CCC6-6A2DC9180063}"/>
                    </a:ext>
                  </a:extLst>
                </p:cNvPr>
                <p:cNvSpPr/>
                <p:nvPr/>
              </p:nvSpPr>
              <p:spPr>
                <a:xfrm>
                  <a:off x="3523479" y="3322008"/>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2" name="Freeform 971">
                  <a:extLst>
                    <a:ext uri="{FF2B5EF4-FFF2-40B4-BE49-F238E27FC236}">
                      <a16:creationId xmlns:a16="http://schemas.microsoft.com/office/drawing/2014/main" id="{8239956D-DF04-CB6E-98A2-E4FE83316ABD}"/>
                    </a:ext>
                  </a:extLst>
                </p:cNvPr>
                <p:cNvSpPr/>
                <p:nvPr/>
              </p:nvSpPr>
              <p:spPr>
                <a:xfrm>
                  <a:off x="3538765" y="3239492"/>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3" name="Freeform 972">
                  <a:extLst>
                    <a:ext uri="{FF2B5EF4-FFF2-40B4-BE49-F238E27FC236}">
                      <a16:creationId xmlns:a16="http://schemas.microsoft.com/office/drawing/2014/main" id="{32D24627-9E54-5228-4448-E4CE0CB1E50B}"/>
                    </a:ext>
                  </a:extLst>
                </p:cNvPr>
                <p:cNvSpPr/>
                <p:nvPr/>
              </p:nvSpPr>
              <p:spPr>
                <a:xfrm>
                  <a:off x="3508323" y="3234058"/>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4" name="Freeform 973">
                  <a:extLst>
                    <a:ext uri="{FF2B5EF4-FFF2-40B4-BE49-F238E27FC236}">
                      <a16:creationId xmlns:a16="http://schemas.microsoft.com/office/drawing/2014/main" id="{DB6F4AD0-782A-A70C-1865-61CD63BE16AE}"/>
                    </a:ext>
                  </a:extLst>
                </p:cNvPr>
                <p:cNvSpPr/>
                <p:nvPr/>
              </p:nvSpPr>
              <p:spPr>
                <a:xfrm>
                  <a:off x="3527236" y="3353094"/>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5" name="Freeform 974">
                  <a:extLst>
                    <a:ext uri="{FF2B5EF4-FFF2-40B4-BE49-F238E27FC236}">
                      <a16:creationId xmlns:a16="http://schemas.microsoft.com/office/drawing/2014/main" id="{FCF99CC1-FB68-4B26-5114-25AFA549320C}"/>
                    </a:ext>
                  </a:extLst>
                </p:cNvPr>
                <p:cNvSpPr/>
                <p:nvPr/>
              </p:nvSpPr>
              <p:spPr>
                <a:xfrm>
                  <a:off x="3797715" y="4046079"/>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6" name="Freeform 975">
                  <a:extLst>
                    <a:ext uri="{FF2B5EF4-FFF2-40B4-BE49-F238E27FC236}">
                      <a16:creationId xmlns:a16="http://schemas.microsoft.com/office/drawing/2014/main" id="{93F0AB84-EBE8-C524-E0AD-44AE231454B2}"/>
                    </a:ext>
                  </a:extLst>
                </p:cNvPr>
                <p:cNvSpPr/>
                <p:nvPr/>
              </p:nvSpPr>
              <p:spPr>
                <a:xfrm>
                  <a:off x="4072858" y="4136304"/>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7" name="Freeform 976">
                  <a:extLst>
                    <a:ext uri="{FF2B5EF4-FFF2-40B4-BE49-F238E27FC236}">
                      <a16:creationId xmlns:a16="http://schemas.microsoft.com/office/drawing/2014/main" id="{973BE7D0-DDAA-BB6D-7C66-3508C1ACE8B7}"/>
                    </a:ext>
                  </a:extLst>
                </p:cNvPr>
                <p:cNvSpPr/>
                <p:nvPr/>
              </p:nvSpPr>
              <p:spPr>
                <a:xfrm>
                  <a:off x="3535267" y="3214850"/>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8" name="Freeform 977">
                  <a:extLst>
                    <a:ext uri="{FF2B5EF4-FFF2-40B4-BE49-F238E27FC236}">
                      <a16:creationId xmlns:a16="http://schemas.microsoft.com/office/drawing/2014/main" id="{3A186119-45B3-354E-101D-AA6EECC4FE83}"/>
                    </a:ext>
                  </a:extLst>
                </p:cNvPr>
                <p:cNvSpPr/>
                <p:nvPr/>
              </p:nvSpPr>
              <p:spPr>
                <a:xfrm>
                  <a:off x="4346317" y="4304369"/>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79" name="Freeform 978">
                  <a:extLst>
                    <a:ext uri="{FF2B5EF4-FFF2-40B4-BE49-F238E27FC236}">
                      <a16:creationId xmlns:a16="http://schemas.microsoft.com/office/drawing/2014/main" id="{5970F30A-51FE-331E-C97B-8A1FC1F2D9C9}"/>
                    </a:ext>
                  </a:extLst>
                </p:cNvPr>
                <p:cNvSpPr/>
                <p:nvPr/>
              </p:nvSpPr>
              <p:spPr>
                <a:xfrm>
                  <a:off x="4631824" y="3452164"/>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69"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0" name="Freeform 979">
                  <a:extLst>
                    <a:ext uri="{FF2B5EF4-FFF2-40B4-BE49-F238E27FC236}">
                      <a16:creationId xmlns:a16="http://schemas.microsoft.com/office/drawing/2014/main" id="{10FAEB9F-00DA-3FAC-2FAD-F01A2F657F9A}"/>
                    </a:ext>
                  </a:extLst>
                </p:cNvPr>
                <p:cNvSpPr/>
                <p:nvPr/>
              </p:nvSpPr>
              <p:spPr>
                <a:xfrm>
                  <a:off x="3794218" y="4106103"/>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1" name="Freeform 980">
                  <a:extLst>
                    <a:ext uri="{FF2B5EF4-FFF2-40B4-BE49-F238E27FC236}">
                      <a16:creationId xmlns:a16="http://schemas.microsoft.com/office/drawing/2014/main" id="{CE120121-36D6-C90D-9699-948155AC92A9}"/>
                    </a:ext>
                  </a:extLst>
                </p:cNvPr>
                <p:cNvSpPr/>
                <p:nvPr/>
              </p:nvSpPr>
              <p:spPr>
                <a:xfrm>
                  <a:off x="4079983" y="4088664"/>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2" name="Freeform 981">
                  <a:extLst>
                    <a:ext uri="{FF2B5EF4-FFF2-40B4-BE49-F238E27FC236}">
                      <a16:creationId xmlns:a16="http://schemas.microsoft.com/office/drawing/2014/main" id="{94A20998-7AAC-F64E-4F26-933872250863}"/>
                    </a:ext>
                  </a:extLst>
                </p:cNvPr>
                <p:cNvSpPr/>
                <p:nvPr/>
              </p:nvSpPr>
              <p:spPr>
                <a:xfrm>
                  <a:off x="3817405" y="3748363"/>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3" name="Freeform 982">
                  <a:extLst>
                    <a:ext uri="{FF2B5EF4-FFF2-40B4-BE49-F238E27FC236}">
                      <a16:creationId xmlns:a16="http://schemas.microsoft.com/office/drawing/2014/main" id="{67408E16-F1DF-0EC7-8085-F15B0690DA70}"/>
                    </a:ext>
                  </a:extLst>
                </p:cNvPr>
                <p:cNvSpPr/>
                <p:nvPr/>
              </p:nvSpPr>
              <p:spPr>
                <a:xfrm>
                  <a:off x="4075190" y="4074259"/>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4" name="Freeform 983">
                  <a:extLst>
                    <a:ext uri="{FF2B5EF4-FFF2-40B4-BE49-F238E27FC236}">
                      <a16:creationId xmlns:a16="http://schemas.microsoft.com/office/drawing/2014/main" id="{EBEE4545-A222-A542-3892-36D1334BFB13}"/>
                    </a:ext>
                  </a:extLst>
                </p:cNvPr>
                <p:cNvSpPr/>
                <p:nvPr/>
              </p:nvSpPr>
              <p:spPr>
                <a:xfrm>
                  <a:off x="4905024" y="3406420"/>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3"/>
                        <a:pt x="50070" y="62930"/>
                        <a:pt x="32255" y="62930"/>
                      </a:cubicBezTo>
                      <a:cubicBezTo>
                        <a:pt x="14441" y="62930"/>
                        <a:pt x="0" y="48843"/>
                        <a:pt x="0" y="31465"/>
                      </a:cubicBezTo>
                      <a:cubicBezTo>
                        <a:pt x="0" y="14087"/>
                        <a:pt x="14441" y="0"/>
                        <a:pt x="32255" y="0"/>
                      </a:cubicBezTo>
                      <a:cubicBezTo>
                        <a:pt x="50069"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5" name="Freeform 984">
                  <a:extLst>
                    <a:ext uri="{FF2B5EF4-FFF2-40B4-BE49-F238E27FC236}">
                      <a16:creationId xmlns:a16="http://schemas.microsoft.com/office/drawing/2014/main" id="{79FE4326-6687-FA28-CD47-A8F888C72B80}"/>
                    </a:ext>
                  </a:extLst>
                </p:cNvPr>
                <p:cNvSpPr/>
                <p:nvPr/>
              </p:nvSpPr>
              <p:spPr>
                <a:xfrm>
                  <a:off x="3814685" y="3619724"/>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6" name="Freeform 985">
                  <a:extLst>
                    <a:ext uri="{FF2B5EF4-FFF2-40B4-BE49-F238E27FC236}">
                      <a16:creationId xmlns:a16="http://schemas.microsoft.com/office/drawing/2014/main" id="{CF869457-0906-FA43-A451-57DE5563F1B2}"/>
                    </a:ext>
                  </a:extLst>
                </p:cNvPr>
                <p:cNvSpPr/>
                <p:nvPr/>
              </p:nvSpPr>
              <p:spPr>
                <a:xfrm>
                  <a:off x="4106409" y="4152605"/>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7" name="Freeform 986">
                  <a:extLst>
                    <a:ext uri="{FF2B5EF4-FFF2-40B4-BE49-F238E27FC236}">
                      <a16:creationId xmlns:a16="http://schemas.microsoft.com/office/drawing/2014/main" id="{0FA6613E-2C94-466C-95BA-07BBFEF97855}"/>
                    </a:ext>
                  </a:extLst>
                </p:cNvPr>
                <p:cNvSpPr/>
                <p:nvPr/>
              </p:nvSpPr>
              <p:spPr>
                <a:xfrm>
                  <a:off x="3826991" y="4046332"/>
                  <a:ext cx="64510" cy="62929"/>
                </a:xfrm>
                <a:custGeom>
                  <a:avLst/>
                  <a:gdLst>
                    <a:gd name="csX0" fmla="*/ 64511 w 64510"/>
                    <a:gd name="csY0" fmla="*/ 31465 h 62929"/>
                    <a:gd name="csX1" fmla="*/ 32255 w 64510"/>
                    <a:gd name="csY1" fmla="*/ 62930 h 62929"/>
                    <a:gd name="csX2" fmla="*/ 0 w 64510"/>
                    <a:gd name="csY2" fmla="*/ 31465 h 62929"/>
                    <a:gd name="csX3" fmla="*/ 32255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3"/>
                        <a:pt x="50070" y="62930"/>
                        <a:pt x="32255" y="62930"/>
                      </a:cubicBezTo>
                      <a:cubicBezTo>
                        <a:pt x="14441" y="62930"/>
                        <a:pt x="0" y="48842"/>
                        <a:pt x="0" y="31465"/>
                      </a:cubicBezTo>
                      <a:cubicBezTo>
                        <a:pt x="0" y="14087"/>
                        <a:pt x="14441" y="0"/>
                        <a:pt x="32255"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8" name="Freeform 987">
                  <a:extLst>
                    <a:ext uri="{FF2B5EF4-FFF2-40B4-BE49-F238E27FC236}">
                      <a16:creationId xmlns:a16="http://schemas.microsoft.com/office/drawing/2014/main" id="{291E42F6-CD70-5E4F-F70B-901258351A4A}"/>
                    </a:ext>
                  </a:extLst>
                </p:cNvPr>
                <p:cNvSpPr/>
                <p:nvPr/>
              </p:nvSpPr>
              <p:spPr>
                <a:xfrm>
                  <a:off x="4103818" y="3568799"/>
                  <a:ext cx="64510" cy="62929"/>
                </a:xfrm>
                <a:custGeom>
                  <a:avLst/>
                  <a:gdLst>
                    <a:gd name="csX0" fmla="*/ 64511 w 64510"/>
                    <a:gd name="csY0" fmla="*/ 31465 h 62929"/>
                    <a:gd name="csX1" fmla="*/ 32256 w 64510"/>
                    <a:gd name="csY1" fmla="*/ 62930 h 62929"/>
                    <a:gd name="csX2" fmla="*/ 0 w 64510"/>
                    <a:gd name="csY2" fmla="*/ 31465 h 62929"/>
                    <a:gd name="csX3" fmla="*/ 32256 w 64510"/>
                    <a:gd name="csY3" fmla="*/ 0 h 62929"/>
                    <a:gd name="csX4" fmla="*/ 64511 w 64510"/>
                    <a:gd name="csY4" fmla="*/ 31465 h 62929"/>
                  </a:gdLst>
                  <a:ahLst/>
                  <a:cxnLst>
                    <a:cxn ang="0">
                      <a:pos x="csX0" y="csY0"/>
                    </a:cxn>
                    <a:cxn ang="0">
                      <a:pos x="csX1" y="csY1"/>
                    </a:cxn>
                    <a:cxn ang="0">
                      <a:pos x="csX2" y="csY2"/>
                    </a:cxn>
                    <a:cxn ang="0">
                      <a:pos x="csX3" y="csY3"/>
                    </a:cxn>
                    <a:cxn ang="0">
                      <a:pos x="csX4" y="csY4"/>
                    </a:cxn>
                  </a:cxnLst>
                  <a:rect l="l" t="t" r="r" b="b"/>
                  <a:pathLst>
                    <a:path w="64510" h="62929">
                      <a:moveTo>
                        <a:pt x="64511" y="31465"/>
                      </a:moveTo>
                      <a:cubicBezTo>
                        <a:pt x="64511" y="48842"/>
                        <a:pt x="50070" y="62930"/>
                        <a:pt x="32256" y="62930"/>
                      </a:cubicBezTo>
                      <a:cubicBezTo>
                        <a:pt x="14441" y="62930"/>
                        <a:pt x="0" y="48842"/>
                        <a:pt x="0" y="31465"/>
                      </a:cubicBezTo>
                      <a:cubicBezTo>
                        <a:pt x="0" y="14087"/>
                        <a:pt x="14441" y="0"/>
                        <a:pt x="32256" y="0"/>
                      </a:cubicBezTo>
                      <a:cubicBezTo>
                        <a:pt x="50070" y="0"/>
                        <a:pt x="64511" y="14087"/>
                        <a:pt x="64511" y="31465"/>
                      </a:cubicBezTo>
                      <a:close/>
                    </a:path>
                  </a:pathLst>
                </a:custGeom>
                <a:noFill/>
                <a:ln w="9167" cap="rnd">
                  <a:solidFill>
                    <a:srgbClr val="000000"/>
                  </a:solidFill>
                  <a:prstDash val="solid"/>
                  <a:round/>
                </a:ln>
              </p:spPr>
              <p:txBody>
                <a:bodyPr/>
                <a:lstStyle/>
                <a:p>
                  <a:endParaRPr lang="en-US" sz="2268"/>
                </a:p>
              </p:txBody>
            </p:sp>
            <p:sp>
              <p:nvSpPr>
                <p:cNvPr id="989" name="TextBox 988">
                  <a:extLst>
                    <a:ext uri="{FF2B5EF4-FFF2-40B4-BE49-F238E27FC236}">
                      <a16:creationId xmlns:a16="http://schemas.microsoft.com/office/drawing/2014/main" id="{06DA1FB6-882F-FF8C-0EBA-059FEA9C66F7}"/>
                    </a:ext>
                  </a:extLst>
                </p:cNvPr>
                <p:cNvSpPr txBox="1"/>
                <p:nvPr/>
              </p:nvSpPr>
              <p:spPr>
                <a:xfrm>
                  <a:off x="4215495" y="3001557"/>
                  <a:ext cx="388830"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a   </a:t>
                  </a:r>
                </a:p>
              </p:txBody>
            </p:sp>
            <p:sp>
              <p:nvSpPr>
                <p:cNvPr id="990" name="TextBox 989">
                  <a:extLst>
                    <a:ext uri="{FF2B5EF4-FFF2-40B4-BE49-F238E27FC236}">
                      <a16:creationId xmlns:a16="http://schemas.microsoft.com/office/drawing/2014/main" id="{A14BA7A2-A7B5-5DD9-5722-CF527B8DE49C}"/>
                    </a:ext>
                  </a:extLst>
                </p:cNvPr>
                <p:cNvSpPr txBox="1"/>
                <p:nvPr/>
              </p:nvSpPr>
              <p:spPr>
                <a:xfrm>
                  <a:off x="3921071" y="3001557"/>
                  <a:ext cx="421063"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ab  </a:t>
                  </a:r>
                </a:p>
              </p:txBody>
            </p:sp>
            <p:sp>
              <p:nvSpPr>
                <p:cNvPr id="991" name="TextBox 990">
                  <a:extLst>
                    <a:ext uri="{FF2B5EF4-FFF2-40B4-BE49-F238E27FC236}">
                      <a16:creationId xmlns:a16="http://schemas.microsoft.com/office/drawing/2014/main" id="{FA1B44B7-DB1F-E8ED-29FF-DD58F8F914B2}"/>
                    </a:ext>
                  </a:extLst>
                </p:cNvPr>
                <p:cNvSpPr txBox="1"/>
                <p:nvPr/>
              </p:nvSpPr>
              <p:spPr>
                <a:xfrm>
                  <a:off x="3657307" y="3001557"/>
                  <a:ext cx="388830"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b  </a:t>
                  </a:r>
                </a:p>
              </p:txBody>
            </p:sp>
            <p:sp>
              <p:nvSpPr>
                <p:cNvPr id="992" name="TextBox 991">
                  <a:extLst>
                    <a:ext uri="{FF2B5EF4-FFF2-40B4-BE49-F238E27FC236}">
                      <a16:creationId xmlns:a16="http://schemas.microsoft.com/office/drawing/2014/main" id="{26F23697-CD44-BB5A-9A6C-90384ABED056}"/>
                    </a:ext>
                  </a:extLst>
                </p:cNvPr>
                <p:cNvSpPr txBox="1"/>
                <p:nvPr/>
              </p:nvSpPr>
              <p:spPr>
                <a:xfrm>
                  <a:off x="4497631" y="3001557"/>
                  <a:ext cx="349812"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c </a:t>
                  </a:r>
                </a:p>
              </p:txBody>
            </p:sp>
            <p:sp>
              <p:nvSpPr>
                <p:cNvPr id="993" name="TextBox 992">
                  <a:extLst>
                    <a:ext uri="{FF2B5EF4-FFF2-40B4-BE49-F238E27FC236}">
                      <a16:creationId xmlns:a16="http://schemas.microsoft.com/office/drawing/2014/main" id="{49559DCB-032D-6E78-C6D8-7C5088010F90}"/>
                    </a:ext>
                  </a:extLst>
                </p:cNvPr>
                <p:cNvSpPr txBox="1"/>
                <p:nvPr/>
              </p:nvSpPr>
              <p:spPr>
                <a:xfrm>
                  <a:off x="4761265" y="3001557"/>
                  <a:ext cx="349812"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cd</a:t>
                  </a:r>
                </a:p>
              </p:txBody>
            </p:sp>
            <p:sp>
              <p:nvSpPr>
                <p:cNvPr id="994" name="TextBox 993">
                  <a:extLst>
                    <a:ext uri="{FF2B5EF4-FFF2-40B4-BE49-F238E27FC236}">
                      <a16:creationId xmlns:a16="http://schemas.microsoft.com/office/drawing/2014/main" id="{0CEF2034-B7CE-A3FF-92DD-5DDDFF8F7137}"/>
                    </a:ext>
                  </a:extLst>
                </p:cNvPr>
                <p:cNvSpPr txBox="1"/>
                <p:nvPr/>
              </p:nvSpPr>
              <p:spPr>
                <a:xfrm>
                  <a:off x="3378278" y="3001557"/>
                  <a:ext cx="324364"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d</a:t>
                  </a:r>
                </a:p>
              </p:txBody>
            </p:sp>
            <p:sp>
              <p:nvSpPr>
                <p:cNvPr id="995" name="Freeform 994">
                  <a:extLst>
                    <a:ext uri="{FF2B5EF4-FFF2-40B4-BE49-F238E27FC236}">
                      <a16:creationId xmlns:a16="http://schemas.microsoft.com/office/drawing/2014/main" id="{C6DF3D1C-CD7F-A6D8-06D3-5173697CAD34}"/>
                    </a:ext>
                  </a:extLst>
                </p:cNvPr>
                <p:cNvSpPr/>
                <p:nvPr/>
              </p:nvSpPr>
              <p:spPr>
                <a:xfrm>
                  <a:off x="3394587" y="3044890"/>
                  <a:ext cx="1730266" cy="1352358"/>
                </a:xfrm>
                <a:custGeom>
                  <a:avLst/>
                  <a:gdLst>
                    <a:gd name="csX0" fmla="*/ 0 w 1730266"/>
                    <a:gd name="csY0" fmla="*/ 0 h 1352358"/>
                    <a:gd name="csX1" fmla="*/ 1730267 w 1730266"/>
                    <a:gd name="csY1" fmla="*/ 0 h 1352358"/>
                    <a:gd name="csX2" fmla="*/ 1730267 w 1730266"/>
                    <a:gd name="csY2" fmla="*/ 1352358 h 1352358"/>
                    <a:gd name="csX3" fmla="*/ 0 w 1730266"/>
                    <a:gd name="csY3" fmla="*/ 1352358 h 1352358"/>
                  </a:gdLst>
                  <a:ahLst/>
                  <a:cxnLst>
                    <a:cxn ang="0">
                      <a:pos x="csX0" y="csY0"/>
                    </a:cxn>
                    <a:cxn ang="0">
                      <a:pos x="csX1" y="csY1"/>
                    </a:cxn>
                    <a:cxn ang="0">
                      <a:pos x="csX2" y="csY2"/>
                    </a:cxn>
                    <a:cxn ang="0">
                      <a:pos x="csX3" y="csY3"/>
                    </a:cxn>
                  </a:cxnLst>
                  <a:rect l="l" t="t" r="r" b="b"/>
                  <a:pathLst>
                    <a:path w="1730266" h="1352358">
                      <a:moveTo>
                        <a:pt x="0" y="0"/>
                      </a:moveTo>
                      <a:lnTo>
                        <a:pt x="1730267" y="0"/>
                      </a:lnTo>
                      <a:lnTo>
                        <a:pt x="1730267" y="1352358"/>
                      </a:lnTo>
                      <a:lnTo>
                        <a:pt x="0" y="1352358"/>
                      </a:lnTo>
                      <a:close/>
                    </a:path>
                  </a:pathLst>
                </a:custGeom>
                <a:noFill/>
                <a:ln w="13815" cap="rnd">
                  <a:solidFill>
                    <a:srgbClr val="333333"/>
                  </a:solidFill>
                  <a:prstDash val="solid"/>
                  <a:round/>
                </a:ln>
              </p:spPr>
              <p:txBody>
                <a:bodyPr/>
                <a:lstStyle/>
                <a:p>
                  <a:endParaRPr lang="en-US" sz="2268"/>
                </a:p>
              </p:txBody>
            </p:sp>
          </p:grpSp>
          <p:grpSp>
            <p:nvGrpSpPr>
              <p:cNvPr id="996" name="Graphic 60">
                <a:extLst>
                  <a:ext uri="{FF2B5EF4-FFF2-40B4-BE49-F238E27FC236}">
                    <a16:creationId xmlns:a16="http://schemas.microsoft.com/office/drawing/2014/main" id="{BA38BCC2-BAF1-516F-9C0E-5398EA78D5CE}"/>
                  </a:ext>
                </a:extLst>
              </p:cNvPr>
              <p:cNvGrpSpPr/>
              <p:nvPr/>
            </p:nvGrpSpPr>
            <p:grpSpPr>
              <a:xfrm>
                <a:off x="3010996" y="2968761"/>
                <a:ext cx="2141409" cy="1808036"/>
                <a:chOff x="3010996" y="2968761"/>
                <a:chExt cx="2141409" cy="1808036"/>
              </a:xfrm>
            </p:grpSpPr>
            <p:sp>
              <p:nvSpPr>
                <p:cNvPr id="997" name="TextBox 996">
                  <a:extLst>
                    <a:ext uri="{FF2B5EF4-FFF2-40B4-BE49-F238E27FC236}">
                      <a16:creationId xmlns:a16="http://schemas.microsoft.com/office/drawing/2014/main" id="{3784E747-A5FB-2CEE-A7FE-BD4125ABD804}"/>
                    </a:ext>
                  </a:extLst>
                </p:cNvPr>
                <p:cNvSpPr txBox="1"/>
                <p:nvPr/>
              </p:nvSpPr>
              <p:spPr>
                <a:xfrm>
                  <a:off x="3074395" y="4229252"/>
                  <a:ext cx="361686"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0%</a:t>
                  </a:r>
                </a:p>
              </p:txBody>
            </p:sp>
            <p:sp>
              <p:nvSpPr>
                <p:cNvPr id="998" name="TextBox 997">
                  <a:extLst>
                    <a:ext uri="{FF2B5EF4-FFF2-40B4-BE49-F238E27FC236}">
                      <a16:creationId xmlns:a16="http://schemas.microsoft.com/office/drawing/2014/main" id="{9109B3F5-E3E0-BDD8-654D-279480204ABE}"/>
                    </a:ext>
                  </a:extLst>
                </p:cNvPr>
                <p:cNvSpPr txBox="1"/>
                <p:nvPr/>
              </p:nvSpPr>
              <p:spPr>
                <a:xfrm>
                  <a:off x="3010996" y="3914097"/>
                  <a:ext cx="42615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20%</a:t>
                  </a:r>
                </a:p>
              </p:txBody>
            </p:sp>
            <p:sp>
              <p:nvSpPr>
                <p:cNvPr id="999" name="TextBox 998">
                  <a:extLst>
                    <a:ext uri="{FF2B5EF4-FFF2-40B4-BE49-F238E27FC236}">
                      <a16:creationId xmlns:a16="http://schemas.microsoft.com/office/drawing/2014/main" id="{645C0296-9241-F8AC-BFCE-89651ACEF53C}"/>
                    </a:ext>
                  </a:extLst>
                </p:cNvPr>
                <p:cNvSpPr txBox="1"/>
                <p:nvPr/>
              </p:nvSpPr>
              <p:spPr>
                <a:xfrm>
                  <a:off x="3010996" y="3598943"/>
                  <a:ext cx="42615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40%</a:t>
                  </a:r>
                </a:p>
              </p:txBody>
            </p:sp>
            <p:sp>
              <p:nvSpPr>
                <p:cNvPr id="1000" name="TextBox 999">
                  <a:extLst>
                    <a:ext uri="{FF2B5EF4-FFF2-40B4-BE49-F238E27FC236}">
                      <a16:creationId xmlns:a16="http://schemas.microsoft.com/office/drawing/2014/main" id="{7BCEDE8D-BD15-C1A6-C9F2-54F779B75098}"/>
                    </a:ext>
                  </a:extLst>
                </p:cNvPr>
                <p:cNvSpPr txBox="1"/>
                <p:nvPr/>
              </p:nvSpPr>
              <p:spPr>
                <a:xfrm>
                  <a:off x="3010996" y="3283915"/>
                  <a:ext cx="42615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60%</a:t>
                  </a:r>
                </a:p>
              </p:txBody>
            </p:sp>
            <p:sp>
              <p:nvSpPr>
                <p:cNvPr id="1001" name="TextBox 1000">
                  <a:extLst>
                    <a:ext uri="{FF2B5EF4-FFF2-40B4-BE49-F238E27FC236}">
                      <a16:creationId xmlns:a16="http://schemas.microsoft.com/office/drawing/2014/main" id="{79BBCAB9-247E-6E15-5600-696F61AC23D8}"/>
                    </a:ext>
                  </a:extLst>
                </p:cNvPr>
                <p:cNvSpPr txBox="1"/>
                <p:nvPr/>
              </p:nvSpPr>
              <p:spPr>
                <a:xfrm>
                  <a:off x="3010996" y="2968761"/>
                  <a:ext cx="42615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80%</a:t>
                  </a:r>
                </a:p>
              </p:txBody>
            </p:sp>
            <p:sp>
              <p:nvSpPr>
                <p:cNvPr id="1002" name="Freeform 1001">
                  <a:extLst>
                    <a:ext uri="{FF2B5EF4-FFF2-40B4-BE49-F238E27FC236}">
                      <a16:creationId xmlns:a16="http://schemas.microsoft.com/office/drawing/2014/main" id="{468E9FAD-0316-242E-4D85-2606137697B6}"/>
                    </a:ext>
                  </a:extLst>
                </p:cNvPr>
                <p:cNvSpPr/>
                <p:nvPr/>
              </p:nvSpPr>
              <p:spPr>
                <a:xfrm>
                  <a:off x="3359093" y="4335834"/>
                  <a:ext cx="35493" cy="12636"/>
                </a:xfrm>
                <a:custGeom>
                  <a:avLst/>
                  <a:gdLst>
                    <a:gd name="csX0" fmla="*/ 0 w 35493"/>
                    <a:gd name="csY0" fmla="*/ 0 h 12636"/>
                    <a:gd name="csX1" fmla="*/ 35494 w 35493"/>
                    <a:gd name="csY1" fmla="*/ 0 h 12636"/>
                  </a:gdLst>
                  <a:ahLst/>
                  <a:cxnLst>
                    <a:cxn ang="0">
                      <a:pos x="csX0" y="csY0"/>
                    </a:cxn>
                    <a:cxn ang="0">
                      <a:pos x="csX1" y="csY1"/>
                    </a:cxn>
                  </a:cxnLst>
                  <a:rect l="l" t="t" r="r" b="b"/>
                  <a:pathLst>
                    <a:path w="35493" h="12636">
                      <a:moveTo>
                        <a:pt x="0" y="0"/>
                      </a:moveTo>
                      <a:lnTo>
                        <a:pt x="35494" y="0"/>
                      </a:lnTo>
                    </a:path>
                  </a:pathLst>
                </a:custGeom>
                <a:noFill/>
                <a:ln w="13815" cap="flat">
                  <a:solidFill>
                    <a:srgbClr val="333333"/>
                  </a:solidFill>
                  <a:prstDash val="solid"/>
                  <a:round/>
                </a:ln>
              </p:spPr>
              <p:txBody>
                <a:bodyPr/>
                <a:lstStyle/>
                <a:p>
                  <a:endParaRPr lang="en-US" sz="2268"/>
                </a:p>
              </p:txBody>
            </p:sp>
            <p:sp>
              <p:nvSpPr>
                <p:cNvPr id="1003" name="Freeform 1002">
                  <a:extLst>
                    <a:ext uri="{FF2B5EF4-FFF2-40B4-BE49-F238E27FC236}">
                      <a16:creationId xmlns:a16="http://schemas.microsoft.com/office/drawing/2014/main" id="{1CED3033-CD49-8ADE-D063-550011CDE9AA}"/>
                    </a:ext>
                  </a:extLst>
                </p:cNvPr>
                <p:cNvSpPr/>
                <p:nvPr/>
              </p:nvSpPr>
              <p:spPr>
                <a:xfrm>
                  <a:off x="3359093" y="4020680"/>
                  <a:ext cx="35493" cy="12636"/>
                </a:xfrm>
                <a:custGeom>
                  <a:avLst/>
                  <a:gdLst>
                    <a:gd name="csX0" fmla="*/ 0 w 35493"/>
                    <a:gd name="csY0" fmla="*/ 0 h 12636"/>
                    <a:gd name="csX1" fmla="*/ 35494 w 35493"/>
                    <a:gd name="csY1" fmla="*/ 0 h 12636"/>
                  </a:gdLst>
                  <a:ahLst/>
                  <a:cxnLst>
                    <a:cxn ang="0">
                      <a:pos x="csX0" y="csY0"/>
                    </a:cxn>
                    <a:cxn ang="0">
                      <a:pos x="csX1" y="csY1"/>
                    </a:cxn>
                  </a:cxnLst>
                  <a:rect l="l" t="t" r="r" b="b"/>
                  <a:pathLst>
                    <a:path w="35493" h="12636">
                      <a:moveTo>
                        <a:pt x="0" y="0"/>
                      </a:moveTo>
                      <a:lnTo>
                        <a:pt x="35494" y="0"/>
                      </a:lnTo>
                    </a:path>
                  </a:pathLst>
                </a:custGeom>
                <a:noFill/>
                <a:ln w="13815" cap="flat">
                  <a:solidFill>
                    <a:srgbClr val="333333"/>
                  </a:solidFill>
                  <a:prstDash val="solid"/>
                  <a:round/>
                </a:ln>
              </p:spPr>
              <p:txBody>
                <a:bodyPr/>
                <a:lstStyle/>
                <a:p>
                  <a:endParaRPr lang="en-US" sz="2268"/>
                </a:p>
              </p:txBody>
            </p:sp>
            <p:sp>
              <p:nvSpPr>
                <p:cNvPr id="1004" name="Freeform 1003">
                  <a:extLst>
                    <a:ext uri="{FF2B5EF4-FFF2-40B4-BE49-F238E27FC236}">
                      <a16:creationId xmlns:a16="http://schemas.microsoft.com/office/drawing/2014/main" id="{C35519DA-17C5-3664-7183-0E224E4B6642}"/>
                    </a:ext>
                  </a:extLst>
                </p:cNvPr>
                <p:cNvSpPr/>
                <p:nvPr/>
              </p:nvSpPr>
              <p:spPr>
                <a:xfrm>
                  <a:off x="3359093" y="3705526"/>
                  <a:ext cx="35493" cy="12636"/>
                </a:xfrm>
                <a:custGeom>
                  <a:avLst/>
                  <a:gdLst>
                    <a:gd name="csX0" fmla="*/ 0 w 35493"/>
                    <a:gd name="csY0" fmla="*/ 0 h 12636"/>
                    <a:gd name="csX1" fmla="*/ 35494 w 35493"/>
                    <a:gd name="csY1" fmla="*/ 0 h 12636"/>
                  </a:gdLst>
                  <a:ahLst/>
                  <a:cxnLst>
                    <a:cxn ang="0">
                      <a:pos x="csX0" y="csY0"/>
                    </a:cxn>
                    <a:cxn ang="0">
                      <a:pos x="csX1" y="csY1"/>
                    </a:cxn>
                  </a:cxnLst>
                  <a:rect l="l" t="t" r="r" b="b"/>
                  <a:pathLst>
                    <a:path w="35493" h="12636">
                      <a:moveTo>
                        <a:pt x="0" y="0"/>
                      </a:moveTo>
                      <a:lnTo>
                        <a:pt x="35494" y="0"/>
                      </a:lnTo>
                    </a:path>
                  </a:pathLst>
                </a:custGeom>
                <a:noFill/>
                <a:ln w="13815" cap="flat">
                  <a:solidFill>
                    <a:srgbClr val="333333"/>
                  </a:solidFill>
                  <a:prstDash val="solid"/>
                  <a:round/>
                </a:ln>
              </p:spPr>
              <p:txBody>
                <a:bodyPr/>
                <a:lstStyle/>
                <a:p>
                  <a:endParaRPr lang="en-US" sz="2268"/>
                </a:p>
              </p:txBody>
            </p:sp>
            <p:sp>
              <p:nvSpPr>
                <p:cNvPr id="1005" name="Freeform 1004">
                  <a:extLst>
                    <a:ext uri="{FF2B5EF4-FFF2-40B4-BE49-F238E27FC236}">
                      <a16:creationId xmlns:a16="http://schemas.microsoft.com/office/drawing/2014/main" id="{27913FC0-E0ED-6CCD-1BB2-3401DF387D5D}"/>
                    </a:ext>
                  </a:extLst>
                </p:cNvPr>
                <p:cNvSpPr/>
                <p:nvPr/>
              </p:nvSpPr>
              <p:spPr>
                <a:xfrm>
                  <a:off x="3359093" y="3390498"/>
                  <a:ext cx="35493" cy="12636"/>
                </a:xfrm>
                <a:custGeom>
                  <a:avLst/>
                  <a:gdLst>
                    <a:gd name="csX0" fmla="*/ 0 w 35493"/>
                    <a:gd name="csY0" fmla="*/ 0 h 12636"/>
                    <a:gd name="csX1" fmla="*/ 35494 w 35493"/>
                    <a:gd name="csY1" fmla="*/ 0 h 12636"/>
                  </a:gdLst>
                  <a:ahLst/>
                  <a:cxnLst>
                    <a:cxn ang="0">
                      <a:pos x="csX0" y="csY0"/>
                    </a:cxn>
                    <a:cxn ang="0">
                      <a:pos x="csX1" y="csY1"/>
                    </a:cxn>
                  </a:cxnLst>
                  <a:rect l="l" t="t" r="r" b="b"/>
                  <a:pathLst>
                    <a:path w="35493" h="12636">
                      <a:moveTo>
                        <a:pt x="0" y="0"/>
                      </a:moveTo>
                      <a:lnTo>
                        <a:pt x="35494" y="0"/>
                      </a:lnTo>
                    </a:path>
                  </a:pathLst>
                </a:custGeom>
                <a:noFill/>
                <a:ln w="13815" cap="flat">
                  <a:solidFill>
                    <a:srgbClr val="333333"/>
                  </a:solidFill>
                  <a:prstDash val="solid"/>
                  <a:round/>
                </a:ln>
              </p:spPr>
              <p:txBody>
                <a:bodyPr/>
                <a:lstStyle/>
                <a:p>
                  <a:endParaRPr lang="en-US" sz="2268"/>
                </a:p>
              </p:txBody>
            </p:sp>
            <p:sp>
              <p:nvSpPr>
                <p:cNvPr id="1006" name="Freeform 1005">
                  <a:extLst>
                    <a:ext uri="{FF2B5EF4-FFF2-40B4-BE49-F238E27FC236}">
                      <a16:creationId xmlns:a16="http://schemas.microsoft.com/office/drawing/2014/main" id="{83F5BB70-8BD0-A225-8559-5561A0CA02B1}"/>
                    </a:ext>
                  </a:extLst>
                </p:cNvPr>
                <p:cNvSpPr/>
                <p:nvPr/>
              </p:nvSpPr>
              <p:spPr>
                <a:xfrm>
                  <a:off x="3359093" y="3075343"/>
                  <a:ext cx="35493" cy="12636"/>
                </a:xfrm>
                <a:custGeom>
                  <a:avLst/>
                  <a:gdLst>
                    <a:gd name="csX0" fmla="*/ 0 w 35493"/>
                    <a:gd name="csY0" fmla="*/ 0 h 12636"/>
                    <a:gd name="csX1" fmla="*/ 35494 w 35493"/>
                    <a:gd name="csY1" fmla="*/ 0 h 12636"/>
                  </a:gdLst>
                  <a:ahLst/>
                  <a:cxnLst>
                    <a:cxn ang="0">
                      <a:pos x="csX0" y="csY0"/>
                    </a:cxn>
                    <a:cxn ang="0">
                      <a:pos x="csX1" y="csY1"/>
                    </a:cxn>
                  </a:cxnLst>
                  <a:rect l="l" t="t" r="r" b="b"/>
                  <a:pathLst>
                    <a:path w="35493" h="12636">
                      <a:moveTo>
                        <a:pt x="0" y="0"/>
                      </a:moveTo>
                      <a:lnTo>
                        <a:pt x="35494" y="0"/>
                      </a:lnTo>
                    </a:path>
                  </a:pathLst>
                </a:custGeom>
                <a:noFill/>
                <a:ln w="13815" cap="flat">
                  <a:solidFill>
                    <a:srgbClr val="333333"/>
                  </a:solidFill>
                  <a:prstDash val="solid"/>
                  <a:round/>
                </a:ln>
              </p:spPr>
              <p:txBody>
                <a:bodyPr/>
                <a:lstStyle/>
                <a:p>
                  <a:endParaRPr lang="en-US" sz="2268"/>
                </a:p>
              </p:txBody>
            </p:sp>
            <p:sp>
              <p:nvSpPr>
                <p:cNvPr id="1007" name="Freeform 1006">
                  <a:extLst>
                    <a:ext uri="{FF2B5EF4-FFF2-40B4-BE49-F238E27FC236}">
                      <a16:creationId xmlns:a16="http://schemas.microsoft.com/office/drawing/2014/main" id="{2C9CB1F1-F05A-F54B-87E1-498E0AA68621}"/>
                    </a:ext>
                  </a:extLst>
                </p:cNvPr>
                <p:cNvSpPr/>
                <p:nvPr/>
              </p:nvSpPr>
              <p:spPr>
                <a:xfrm>
                  <a:off x="3561952" y="4397248"/>
                  <a:ext cx="12954" cy="34623"/>
                </a:xfrm>
                <a:custGeom>
                  <a:avLst/>
                  <a:gdLst>
                    <a:gd name="csX0" fmla="*/ 0 w 12954"/>
                    <a:gd name="csY0" fmla="*/ 34624 h 34623"/>
                    <a:gd name="csX1" fmla="*/ 0 w 12954"/>
                    <a:gd name="csY1" fmla="*/ 0 h 34623"/>
                  </a:gdLst>
                  <a:ahLst/>
                  <a:cxnLst>
                    <a:cxn ang="0">
                      <a:pos x="csX0" y="csY0"/>
                    </a:cxn>
                    <a:cxn ang="0">
                      <a:pos x="csX1" y="csY1"/>
                    </a:cxn>
                  </a:cxnLst>
                  <a:rect l="l" t="t" r="r" b="b"/>
                  <a:pathLst>
                    <a:path w="12954" h="34623">
                      <a:moveTo>
                        <a:pt x="0" y="34624"/>
                      </a:moveTo>
                      <a:lnTo>
                        <a:pt x="0" y="0"/>
                      </a:lnTo>
                    </a:path>
                  </a:pathLst>
                </a:custGeom>
                <a:noFill/>
                <a:ln w="13815" cap="flat">
                  <a:solidFill>
                    <a:srgbClr val="333333"/>
                  </a:solidFill>
                  <a:prstDash val="solid"/>
                  <a:round/>
                </a:ln>
              </p:spPr>
              <p:txBody>
                <a:bodyPr/>
                <a:lstStyle/>
                <a:p>
                  <a:endParaRPr lang="en-US" sz="2268"/>
                </a:p>
              </p:txBody>
            </p:sp>
            <p:sp>
              <p:nvSpPr>
                <p:cNvPr id="1008" name="Freeform 1007">
                  <a:extLst>
                    <a:ext uri="{FF2B5EF4-FFF2-40B4-BE49-F238E27FC236}">
                      <a16:creationId xmlns:a16="http://schemas.microsoft.com/office/drawing/2014/main" id="{FC5CD53A-F40F-E3E3-B48D-6C83E1225E3F}"/>
                    </a:ext>
                  </a:extLst>
                </p:cNvPr>
                <p:cNvSpPr/>
                <p:nvPr/>
              </p:nvSpPr>
              <p:spPr>
                <a:xfrm>
                  <a:off x="3840982" y="4397248"/>
                  <a:ext cx="12954" cy="34623"/>
                </a:xfrm>
                <a:custGeom>
                  <a:avLst/>
                  <a:gdLst>
                    <a:gd name="csX0" fmla="*/ 0 w 12954"/>
                    <a:gd name="csY0" fmla="*/ 34624 h 34623"/>
                    <a:gd name="csX1" fmla="*/ 0 w 12954"/>
                    <a:gd name="csY1" fmla="*/ 0 h 34623"/>
                  </a:gdLst>
                  <a:ahLst/>
                  <a:cxnLst>
                    <a:cxn ang="0">
                      <a:pos x="csX0" y="csY0"/>
                    </a:cxn>
                    <a:cxn ang="0">
                      <a:pos x="csX1" y="csY1"/>
                    </a:cxn>
                  </a:cxnLst>
                  <a:rect l="l" t="t" r="r" b="b"/>
                  <a:pathLst>
                    <a:path w="12954" h="34623">
                      <a:moveTo>
                        <a:pt x="0" y="34624"/>
                      </a:moveTo>
                      <a:lnTo>
                        <a:pt x="0" y="0"/>
                      </a:lnTo>
                    </a:path>
                  </a:pathLst>
                </a:custGeom>
                <a:noFill/>
                <a:ln w="13815" cap="flat">
                  <a:solidFill>
                    <a:srgbClr val="333333"/>
                  </a:solidFill>
                  <a:prstDash val="solid"/>
                  <a:round/>
                </a:ln>
              </p:spPr>
              <p:txBody>
                <a:bodyPr/>
                <a:lstStyle/>
                <a:p>
                  <a:endParaRPr lang="en-US" sz="2268"/>
                </a:p>
              </p:txBody>
            </p:sp>
            <p:sp>
              <p:nvSpPr>
                <p:cNvPr id="1009" name="Freeform 1008">
                  <a:extLst>
                    <a:ext uri="{FF2B5EF4-FFF2-40B4-BE49-F238E27FC236}">
                      <a16:creationId xmlns:a16="http://schemas.microsoft.com/office/drawing/2014/main" id="{A28418B9-EA02-394A-B497-A1954EEA7194}"/>
                    </a:ext>
                  </a:extLst>
                </p:cNvPr>
                <p:cNvSpPr/>
                <p:nvPr/>
              </p:nvSpPr>
              <p:spPr>
                <a:xfrm>
                  <a:off x="4120140" y="4397248"/>
                  <a:ext cx="12954" cy="34623"/>
                </a:xfrm>
                <a:custGeom>
                  <a:avLst/>
                  <a:gdLst>
                    <a:gd name="csX0" fmla="*/ 0 w 12954"/>
                    <a:gd name="csY0" fmla="*/ 34624 h 34623"/>
                    <a:gd name="csX1" fmla="*/ 0 w 12954"/>
                    <a:gd name="csY1" fmla="*/ 0 h 34623"/>
                  </a:gdLst>
                  <a:ahLst/>
                  <a:cxnLst>
                    <a:cxn ang="0">
                      <a:pos x="csX0" y="csY0"/>
                    </a:cxn>
                    <a:cxn ang="0">
                      <a:pos x="csX1" y="csY1"/>
                    </a:cxn>
                  </a:cxnLst>
                  <a:rect l="l" t="t" r="r" b="b"/>
                  <a:pathLst>
                    <a:path w="12954" h="34623">
                      <a:moveTo>
                        <a:pt x="0" y="34624"/>
                      </a:moveTo>
                      <a:lnTo>
                        <a:pt x="0" y="0"/>
                      </a:lnTo>
                    </a:path>
                  </a:pathLst>
                </a:custGeom>
                <a:noFill/>
                <a:ln w="13815" cap="flat">
                  <a:solidFill>
                    <a:srgbClr val="333333"/>
                  </a:solidFill>
                  <a:prstDash val="solid"/>
                  <a:round/>
                </a:ln>
              </p:spPr>
              <p:txBody>
                <a:bodyPr/>
                <a:lstStyle/>
                <a:p>
                  <a:endParaRPr lang="en-US" sz="2268"/>
                </a:p>
              </p:txBody>
            </p:sp>
            <p:sp>
              <p:nvSpPr>
                <p:cNvPr id="1010" name="Freeform 1009">
                  <a:extLst>
                    <a:ext uri="{FF2B5EF4-FFF2-40B4-BE49-F238E27FC236}">
                      <a16:creationId xmlns:a16="http://schemas.microsoft.com/office/drawing/2014/main" id="{89BA1D53-D854-C202-5519-B10EBED89649}"/>
                    </a:ext>
                  </a:extLst>
                </p:cNvPr>
                <p:cNvSpPr/>
                <p:nvPr/>
              </p:nvSpPr>
              <p:spPr>
                <a:xfrm>
                  <a:off x="4399170" y="4397248"/>
                  <a:ext cx="12954" cy="34623"/>
                </a:xfrm>
                <a:custGeom>
                  <a:avLst/>
                  <a:gdLst>
                    <a:gd name="csX0" fmla="*/ 0 w 12954"/>
                    <a:gd name="csY0" fmla="*/ 34624 h 34623"/>
                    <a:gd name="csX1" fmla="*/ 0 w 12954"/>
                    <a:gd name="csY1" fmla="*/ 0 h 34623"/>
                  </a:gdLst>
                  <a:ahLst/>
                  <a:cxnLst>
                    <a:cxn ang="0">
                      <a:pos x="csX0" y="csY0"/>
                    </a:cxn>
                    <a:cxn ang="0">
                      <a:pos x="csX1" y="csY1"/>
                    </a:cxn>
                  </a:cxnLst>
                  <a:rect l="l" t="t" r="r" b="b"/>
                  <a:pathLst>
                    <a:path w="12954" h="34623">
                      <a:moveTo>
                        <a:pt x="0" y="34624"/>
                      </a:moveTo>
                      <a:lnTo>
                        <a:pt x="0" y="0"/>
                      </a:lnTo>
                    </a:path>
                  </a:pathLst>
                </a:custGeom>
                <a:noFill/>
                <a:ln w="13815" cap="flat">
                  <a:solidFill>
                    <a:srgbClr val="333333"/>
                  </a:solidFill>
                  <a:prstDash val="solid"/>
                  <a:round/>
                </a:ln>
              </p:spPr>
              <p:txBody>
                <a:bodyPr/>
                <a:lstStyle/>
                <a:p>
                  <a:endParaRPr lang="en-US" sz="2268"/>
                </a:p>
              </p:txBody>
            </p:sp>
            <p:sp>
              <p:nvSpPr>
                <p:cNvPr id="1011" name="Freeform 1010">
                  <a:extLst>
                    <a:ext uri="{FF2B5EF4-FFF2-40B4-BE49-F238E27FC236}">
                      <a16:creationId xmlns:a16="http://schemas.microsoft.com/office/drawing/2014/main" id="{CE46150A-8752-D603-AE4B-DE6FE45F158D}"/>
                    </a:ext>
                  </a:extLst>
                </p:cNvPr>
                <p:cNvSpPr/>
                <p:nvPr/>
              </p:nvSpPr>
              <p:spPr>
                <a:xfrm>
                  <a:off x="4678199" y="4397248"/>
                  <a:ext cx="12954" cy="34623"/>
                </a:xfrm>
                <a:custGeom>
                  <a:avLst/>
                  <a:gdLst>
                    <a:gd name="csX0" fmla="*/ 0 w 12954"/>
                    <a:gd name="csY0" fmla="*/ 34624 h 34623"/>
                    <a:gd name="csX1" fmla="*/ 0 w 12954"/>
                    <a:gd name="csY1" fmla="*/ 0 h 34623"/>
                  </a:gdLst>
                  <a:ahLst/>
                  <a:cxnLst>
                    <a:cxn ang="0">
                      <a:pos x="csX0" y="csY0"/>
                    </a:cxn>
                    <a:cxn ang="0">
                      <a:pos x="csX1" y="csY1"/>
                    </a:cxn>
                  </a:cxnLst>
                  <a:rect l="l" t="t" r="r" b="b"/>
                  <a:pathLst>
                    <a:path w="12954" h="34623">
                      <a:moveTo>
                        <a:pt x="0" y="34624"/>
                      </a:moveTo>
                      <a:lnTo>
                        <a:pt x="0" y="0"/>
                      </a:lnTo>
                    </a:path>
                  </a:pathLst>
                </a:custGeom>
                <a:noFill/>
                <a:ln w="13815" cap="flat">
                  <a:solidFill>
                    <a:srgbClr val="333333"/>
                  </a:solidFill>
                  <a:prstDash val="solid"/>
                  <a:round/>
                </a:ln>
              </p:spPr>
              <p:txBody>
                <a:bodyPr/>
                <a:lstStyle/>
                <a:p>
                  <a:endParaRPr lang="en-US" sz="2268"/>
                </a:p>
              </p:txBody>
            </p:sp>
            <p:sp>
              <p:nvSpPr>
                <p:cNvPr id="1012" name="Freeform 1011">
                  <a:extLst>
                    <a:ext uri="{FF2B5EF4-FFF2-40B4-BE49-F238E27FC236}">
                      <a16:creationId xmlns:a16="http://schemas.microsoft.com/office/drawing/2014/main" id="{AD63C469-5C2A-0609-6ABB-B3EF8A59A42A}"/>
                    </a:ext>
                  </a:extLst>
                </p:cNvPr>
                <p:cNvSpPr/>
                <p:nvPr/>
              </p:nvSpPr>
              <p:spPr>
                <a:xfrm>
                  <a:off x="4957228" y="4397248"/>
                  <a:ext cx="12954" cy="34623"/>
                </a:xfrm>
                <a:custGeom>
                  <a:avLst/>
                  <a:gdLst>
                    <a:gd name="csX0" fmla="*/ 0 w 12954"/>
                    <a:gd name="csY0" fmla="*/ 34624 h 34623"/>
                    <a:gd name="csX1" fmla="*/ 0 w 12954"/>
                    <a:gd name="csY1" fmla="*/ 0 h 34623"/>
                  </a:gdLst>
                  <a:ahLst/>
                  <a:cxnLst>
                    <a:cxn ang="0">
                      <a:pos x="csX0" y="csY0"/>
                    </a:cxn>
                    <a:cxn ang="0">
                      <a:pos x="csX1" y="csY1"/>
                    </a:cxn>
                  </a:cxnLst>
                  <a:rect l="l" t="t" r="r" b="b"/>
                  <a:pathLst>
                    <a:path w="12954" h="34623">
                      <a:moveTo>
                        <a:pt x="0" y="34624"/>
                      </a:moveTo>
                      <a:lnTo>
                        <a:pt x="0" y="0"/>
                      </a:lnTo>
                    </a:path>
                  </a:pathLst>
                </a:custGeom>
                <a:noFill/>
                <a:ln w="13815" cap="flat">
                  <a:solidFill>
                    <a:srgbClr val="333333"/>
                  </a:solidFill>
                  <a:prstDash val="solid"/>
                  <a:round/>
                </a:ln>
              </p:spPr>
              <p:txBody>
                <a:bodyPr/>
                <a:lstStyle/>
                <a:p>
                  <a:endParaRPr lang="en-US" sz="2268"/>
                </a:p>
              </p:txBody>
            </p:sp>
            <p:sp>
              <p:nvSpPr>
                <p:cNvPr id="1013" name="TextBox 1012">
                  <a:extLst>
                    <a:ext uri="{FF2B5EF4-FFF2-40B4-BE49-F238E27FC236}">
                      <a16:creationId xmlns:a16="http://schemas.microsoft.com/office/drawing/2014/main" id="{44785B40-CF0B-9868-4F86-DD67BA261D7E}"/>
                    </a:ext>
                  </a:extLst>
                </p:cNvPr>
                <p:cNvSpPr txBox="1"/>
                <p:nvPr/>
              </p:nvSpPr>
              <p:spPr>
                <a:xfrm>
                  <a:off x="3423033" y="4392894"/>
                  <a:ext cx="29213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M</a:t>
                  </a:r>
                </a:p>
              </p:txBody>
            </p:sp>
            <p:sp>
              <p:nvSpPr>
                <p:cNvPr id="1014" name="TextBox 1013">
                  <a:extLst>
                    <a:ext uri="{FF2B5EF4-FFF2-40B4-BE49-F238E27FC236}">
                      <a16:creationId xmlns:a16="http://schemas.microsoft.com/office/drawing/2014/main" id="{E2F9D48D-FEF4-2674-89E3-E59184E3B861}"/>
                    </a:ext>
                  </a:extLst>
                </p:cNvPr>
                <p:cNvSpPr txBox="1"/>
                <p:nvPr/>
              </p:nvSpPr>
              <p:spPr>
                <a:xfrm>
                  <a:off x="3733706" y="4392894"/>
                  <a:ext cx="227666"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I</a:t>
                  </a:r>
                </a:p>
              </p:txBody>
            </p:sp>
            <p:sp>
              <p:nvSpPr>
                <p:cNvPr id="1015" name="TextBox 1014">
                  <a:extLst>
                    <a:ext uri="{FF2B5EF4-FFF2-40B4-BE49-F238E27FC236}">
                      <a16:creationId xmlns:a16="http://schemas.microsoft.com/office/drawing/2014/main" id="{6C044BCB-3369-11DA-77BD-49DC30699295}"/>
                    </a:ext>
                  </a:extLst>
                </p:cNvPr>
                <p:cNvSpPr txBox="1"/>
                <p:nvPr/>
              </p:nvSpPr>
              <p:spPr>
                <a:xfrm>
                  <a:off x="3974848" y="4392894"/>
                  <a:ext cx="304006"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IP</a:t>
                  </a:r>
                </a:p>
              </p:txBody>
            </p:sp>
            <p:sp>
              <p:nvSpPr>
                <p:cNvPr id="1016" name="TextBox 1015">
                  <a:extLst>
                    <a:ext uri="{FF2B5EF4-FFF2-40B4-BE49-F238E27FC236}">
                      <a16:creationId xmlns:a16="http://schemas.microsoft.com/office/drawing/2014/main" id="{3EB6B5F0-ED97-30B3-A65D-A86143F9DE3F}"/>
                    </a:ext>
                  </a:extLst>
                </p:cNvPr>
                <p:cNvSpPr txBox="1"/>
                <p:nvPr/>
              </p:nvSpPr>
              <p:spPr>
                <a:xfrm>
                  <a:off x="4260195" y="4392894"/>
                  <a:ext cx="29213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LI</a:t>
                  </a:r>
                </a:p>
              </p:txBody>
            </p:sp>
            <p:sp>
              <p:nvSpPr>
                <p:cNvPr id="1017" name="TextBox 1016">
                  <a:extLst>
                    <a:ext uri="{FF2B5EF4-FFF2-40B4-BE49-F238E27FC236}">
                      <a16:creationId xmlns:a16="http://schemas.microsoft.com/office/drawing/2014/main" id="{7A3497F3-6451-9163-CB90-45477E0281CB}"/>
                    </a:ext>
                  </a:extLst>
                </p:cNvPr>
                <p:cNvSpPr txBox="1"/>
                <p:nvPr/>
              </p:nvSpPr>
              <p:spPr>
                <a:xfrm>
                  <a:off x="4501207" y="4392894"/>
                  <a:ext cx="36847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LIP</a:t>
                  </a:r>
                </a:p>
              </p:txBody>
            </p:sp>
            <p:sp>
              <p:nvSpPr>
                <p:cNvPr id="1018" name="TextBox 1017">
                  <a:extLst>
                    <a:ext uri="{FF2B5EF4-FFF2-40B4-BE49-F238E27FC236}">
                      <a16:creationId xmlns:a16="http://schemas.microsoft.com/office/drawing/2014/main" id="{66B8D767-66C2-AA46-A3CD-10331C9EAE06}"/>
                    </a:ext>
                  </a:extLst>
                </p:cNvPr>
                <p:cNvSpPr txBox="1"/>
                <p:nvPr/>
              </p:nvSpPr>
              <p:spPr>
                <a:xfrm>
                  <a:off x="4777147" y="4392894"/>
                  <a:ext cx="37525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NM</a:t>
                  </a:r>
                </a:p>
              </p:txBody>
            </p:sp>
            <p:sp>
              <p:nvSpPr>
                <p:cNvPr id="1019" name="TextBox 1018">
                  <a:extLst>
                    <a:ext uri="{FF2B5EF4-FFF2-40B4-BE49-F238E27FC236}">
                      <a16:creationId xmlns:a16="http://schemas.microsoft.com/office/drawing/2014/main" id="{DEE3C9CE-D5C2-6A3F-43B4-CF055C1376AF}"/>
                    </a:ext>
                  </a:extLst>
                </p:cNvPr>
                <p:cNvSpPr txBox="1"/>
                <p:nvPr/>
              </p:nvSpPr>
              <p:spPr>
                <a:xfrm>
                  <a:off x="3966198" y="4525178"/>
                  <a:ext cx="558477"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Phase</a:t>
                  </a:r>
                </a:p>
              </p:txBody>
            </p:sp>
          </p:grpSp>
        </p:grpSp>
        <p:grpSp>
          <p:nvGrpSpPr>
            <p:cNvPr id="857" name="Graphic 61">
              <a:extLst>
                <a:ext uri="{FF2B5EF4-FFF2-40B4-BE49-F238E27FC236}">
                  <a16:creationId xmlns:a16="http://schemas.microsoft.com/office/drawing/2014/main" id="{356430CD-B407-7E12-0B9D-3804454DC421}"/>
                </a:ext>
              </a:extLst>
            </p:cNvPr>
            <p:cNvGrpSpPr/>
            <p:nvPr/>
          </p:nvGrpSpPr>
          <p:grpSpPr>
            <a:xfrm>
              <a:off x="2788415" y="4372762"/>
              <a:ext cx="2398685" cy="1858505"/>
              <a:chOff x="2788415" y="4372762"/>
              <a:chExt cx="2398685" cy="1858505"/>
            </a:xfrm>
          </p:grpSpPr>
          <p:sp>
            <p:nvSpPr>
              <p:cNvPr id="858" name="Freeform 857">
                <a:extLst>
                  <a:ext uri="{FF2B5EF4-FFF2-40B4-BE49-F238E27FC236}">
                    <a16:creationId xmlns:a16="http://schemas.microsoft.com/office/drawing/2014/main" id="{33D0AB97-6233-B768-E621-F5E2BEBFDC2A}"/>
                  </a:ext>
                </a:extLst>
              </p:cNvPr>
              <p:cNvSpPr/>
              <p:nvPr/>
            </p:nvSpPr>
            <p:spPr>
              <a:xfrm>
                <a:off x="2788415" y="4411611"/>
                <a:ext cx="2398685" cy="1819656"/>
              </a:xfrm>
              <a:custGeom>
                <a:avLst/>
                <a:gdLst>
                  <a:gd name="csX0" fmla="*/ 0 w 2398685"/>
                  <a:gd name="csY0" fmla="*/ 0 h 1819656"/>
                  <a:gd name="csX1" fmla="*/ 2398685 w 2398685"/>
                  <a:gd name="csY1" fmla="*/ 0 h 1819656"/>
                  <a:gd name="csX2" fmla="*/ 2398685 w 2398685"/>
                  <a:gd name="csY2" fmla="*/ 1819656 h 1819656"/>
                  <a:gd name="csX3" fmla="*/ 0 w 2398685"/>
                  <a:gd name="csY3" fmla="*/ 1819656 h 1819656"/>
                </a:gdLst>
                <a:ahLst/>
                <a:cxnLst>
                  <a:cxn ang="0">
                    <a:pos x="csX0" y="csY0"/>
                  </a:cxn>
                  <a:cxn ang="0">
                    <a:pos x="csX1" y="csY1"/>
                  </a:cxn>
                  <a:cxn ang="0">
                    <a:pos x="csX2" y="csY2"/>
                  </a:cxn>
                  <a:cxn ang="0">
                    <a:pos x="csX3" y="csY3"/>
                  </a:cxn>
                </a:cxnLst>
                <a:rect l="l" t="t" r="r" b="b"/>
                <a:pathLst>
                  <a:path w="2398685" h="1819656">
                    <a:moveTo>
                      <a:pt x="0" y="0"/>
                    </a:moveTo>
                    <a:lnTo>
                      <a:pt x="2398685" y="0"/>
                    </a:lnTo>
                    <a:lnTo>
                      <a:pt x="2398685" y="1819656"/>
                    </a:lnTo>
                    <a:lnTo>
                      <a:pt x="0" y="1819656"/>
                    </a:lnTo>
                    <a:close/>
                  </a:path>
                </a:pathLst>
              </a:custGeom>
              <a:solidFill>
                <a:srgbClr val="FFFFFF"/>
              </a:solidFill>
              <a:ln w="13282" cap="rnd">
                <a:noFill/>
                <a:prstDash val="solid"/>
                <a:round/>
              </a:ln>
            </p:spPr>
            <p:txBody>
              <a:bodyPr/>
              <a:lstStyle/>
              <a:p>
                <a:endParaRPr lang="en-US" sz="2268"/>
              </a:p>
            </p:txBody>
          </p:sp>
          <p:grpSp>
            <p:nvGrpSpPr>
              <p:cNvPr id="860" name="Graphic 61">
                <a:extLst>
                  <a:ext uri="{FF2B5EF4-FFF2-40B4-BE49-F238E27FC236}">
                    <a16:creationId xmlns:a16="http://schemas.microsoft.com/office/drawing/2014/main" id="{EE232CA8-3C36-EB51-8140-5D79402B1C77}"/>
                  </a:ext>
                </a:extLst>
              </p:cNvPr>
              <p:cNvGrpSpPr/>
              <p:nvPr/>
            </p:nvGrpSpPr>
            <p:grpSpPr>
              <a:xfrm>
                <a:off x="3394808" y="4424639"/>
                <a:ext cx="1755835" cy="1395691"/>
                <a:chOff x="3394808" y="4424639"/>
                <a:chExt cx="1755835" cy="1395691"/>
              </a:xfrm>
            </p:grpSpPr>
            <p:sp>
              <p:nvSpPr>
                <p:cNvPr id="861" name="Freeform 860">
                  <a:extLst>
                    <a:ext uri="{FF2B5EF4-FFF2-40B4-BE49-F238E27FC236}">
                      <a16:creationId xmlns:a16="http://schemas.microsoft.com/office/drawing/2014/main" id="{C8BC3755-AC53-C0BF-7A6C-94B38DCA367C}"/>
                    </a:ext>
                  </a:extLst>
                </p:cNvPr>
                <p:cNvSpPr/>
                <p:nvPr/>
              </p:nvSpPr>
              <p:spPr>
                <a:xfrm>
                  <a:off x="3399413" y="4467972"/>
                  <a:ext cx="1729700" cy="1352358"/>
                </a:xfrm>
                <a:custGeom>
                  <a:avLst/>
                  <a:gdLst>
                    <a:gd name="csX0" fmla="*/ 0 w 1714659"/>
                    <a:gd name="csY0" fmla="*/ 0 h 1352358"/>
                    <a:gd name="csX1" fmla="*/ 1714660 w 1714659"/>
                    <a:gd name="csY1" fmla="*/ 0 h 1352358"/>
                    <a:gd name="csX2" fmla="*/ 1714660 w 1714659"/>
                    <a:gd name="csY2" fmla="*/ 1352358 h 1352358"/>
                    <a:gd name="csX3" fmla="*/ 0 w 1714659"/>
                    <a:gd name="csY3" fmla="*/ 1352358 h 1352358"/>
                  </a:gdLst>
                  <a:ahLst/>
                  <a:cxnLst>
                    <a:cxn ang="0">
                      <a:pos x="csX0" y="csY0"/>
                    </a:cxn>
                    <a:cxn ang="0">
                      <a:pos x="csX1" y="csY1"/>
                    </a:cxn>
                    <a:cxn ang="0">
                      <a:pos x="csX2" y="csY2"/>
                    </a:cxn>
                    <a:cxn ang="0">
                      <a:pos x="csX3" y="csY3"/>
                    </a:cxn>
                  </a:cxnLst>
                  <a:rect l="l" t="t" r="r" b="b"/>
                  <a:pathLst>
                    <a:path w="1714659" h="1352358">
                      <a:moveTo>
                        <a:pt x="0" y="0"/>
                      </a:moveTo>
                      <a:lnTo>
                        <a:pt x="1714660" y="0"/>
                      </a:lnTo>
                      <a:lnTo>
                        <a:pt x="1714660" y="1352358"/>
                      </a:lnTo>
                      <a:lnTo>
                        <a:pt x="0" y="1352358"/>
                      </a:lnTo>
                      <a:close/>
                    </a:path>
                  </a:pathLst>
                </a:custGeom>
                <a:solidFill>
                  <a:srgbClr val="FFFFFF"/>
                </a:solidFill>
                <a:ln w="28291" cap="rnd">
                  <a:solidFill>
                    <a:srgbClr val="000000"/>
                  </a:solidFill>
                  <a:prstDash val="solid"/>
                  <a:round/>
                </a:ln>
              </p:spPr>
              <p:txBody>
                <a:bodyPr/>
                <a:lstStyle/>
                <a:p>
                  <a:endParaRPr lang="en-US" sz="2268"/>
                </a:p>
              </p:txBody>
            </p:sp>
            <p:sp>
              <p:nvSpPr>
                <p:cNvPr id="862" name="Freeform 861">
                  <a:extLst>
                    <a:ext uri="{FF2B5EF4-FFF2-40B4-BE49-F238E27FC236}">
                      <a16:creationId xmlns:a16="http://schemas.microsoft.com/office/drawing/2014/main" id="{410C41CD-7D3F-D9A2-1486-6479E14611DD}"/>
                    </a:ext>
                  </a:extLst>
                </p:cNvPr>
                <p:cNvSpPr/>
                <p:nvPr/>
              </p:nvSpPr>
              <p:spPr>
                <a:xfrm>
                  <a:off x="3717372" y="5013868"/>
                  <a:ext cx="248930" cy="12636"/>
                </a:xfrm>
                <a:custGeom>
                  <a:avLst/>
                  <a:gdLst>
                    <a:gd name="csX0" fmla="*/ 0 w 248930"/>
                    <a:gd name="csY0" fmla="*/ 0 h 12636"/>
                    <a:gd name="csX1" fmla="*/ 248930 w 248930"/>
                    <a:gd name="csY1" fmla="*/ 0 h 12636"/>
                  </a:gdLst>
                  <a:ahLst/>
                  <a:cxnLst>
                    <a:cxn ang="0">
                      <a:pos x="csX0" y="csY0"/>
                    </a:cxn>
                    <a:cxn ang="0">
                      <a:pos x="csX1" y="csY1"/>
                    </a:cxn>
                  </a:cxnLst>
                  <a:rect l="l" t="t" r="r" b="b"/>
                  <a:pathLst>
                    <a:path w="248930" h="12636">
                      <a:moveTo>
                        <a:pt x="0" y="0"/>
                      </a:moveTo>
                      <a:lnTo>
                        <a:pt x="248930" y="0"/>
                      </a:lnTo>
                    </a:path>
                  </a:pathLst>
                </a:custGeom>
                <a:ln w="35463" cap="flat">
                  <a:solidFill>
                    <a:srgbClr val="000000"/>
                  </a:solidFill>
                  <a:prstDash val="solid"/>
                  <a:miter/>
                </a:ln>
              </p:spPr>
              <p:txBody>
                <a:bodyPr/>
                <a:lstStyle/>
                <a:p>
                  <a:endParaRPr lang="en-US" sz="2268"/>
                </a:p>
              </p:txBody>
            </p:sp>
            <p:sp>
              <p:nvSpPr>
                <p:cNvPr id="863" name="Freeform 862">
                  <a:extLst>
                    <a:ext uri="{FF2B5EF4-FFF2-40B4-BE49-F238E27FC236}">
                      <a16:creationId xmlns:a16="http://schemas.microsoft.com/office/drawing/2014/main" id="{27F1D751-3A9F-2032-2245-0625E00A8680}"/>
                    </a:ext>
                  </a:extLst>
                </p:cNvPr>
                <p:cNvSpPr/>
                <p:nvPr/>
              </p:nvSpPr>
              <p:spPr>
                <a:xfrm>
                  <a:off x="3994020" y="4902288"/>
                  <a:ext cx="248930" cy="12636"/>
                </a:xfrm>
                <a:custGeom>
                  <a:avLst/>
                  <a:gdLst>
                    <a:gd name="csX0" fmla="*/ 0 w 248930"/>
                    <a:gd name="csY0" fmla="*/ 0 h 12636"/>
                    <a:gd name="csX1" fmla="*/ 248930 w 248930"/>
                    <a:gd name="csY1" fmla="*/ 0 h 12636"/>
                  </a:gdLst>
                  <a:ahLst/>
                  <a:cxnLst>
                    <a:cxn ang="0">
                      <a:pos x="csX0" y="csY0"/>
                    </a:cxn>
                    <a:cxn ang="0">
                      <a:pos x="csX1" y="csY1"/>
                    </a:cxn>
                  </a:cxnLst>
                  <a:rect l="l" t="t" r="r" b="b"/>
                  <a:pathLst>
                    <a:path w="248930" h="12636">
                      <a:moveTo>
                        <a:pt x="0" y="0"/>
                      </a:moveTo>
                      <a:lnTo>
                        <a:pt x="248930" y="0"/>
                      </a:lnTo>
                    </a:path>
                  </a:pathLst>
                </a:custGeom>
                <a:ln w="35463" cap="flat">
                  <a:solidFill>
                    <a:srgbClr val="000000"/>
                  </a:solidFill>
                  <a:prstDash val="solid"/>
                  <a:miter/>
                </a:ln>
              </p:spPr>
              <p:txBody>
                <a:bodyPr/>
                <a:lstStyle/>
                <a:p>
                  <a:endParaRPr lang="en-US" sz="2268"/>
                </a:p>
              </p:txBody>
            </p:sp>
            <p:sp>
              <p:nvSpPr>
                <p:cNvPr id="864" name="Freeform 863">
                  <a:extLst>
                    <a:ext uri="{FF2B5EF4-FFF2-40B4-BE49-F238E27FC236}">
                      <a16:creationId xmlns:a16="http://schemas.microsoft.com/office/drawing/2014/main" id="{FCF014A1-A631-EB65-B3A7-853635A49EFD}"/>
                    </a:ext>
                  </a:extLst>
                </p:cNvPr>
                <p:cNvSpPr/>
                <p:nvPr/>
              </p:nvSpPr>
              <p:spPr>
                <a:xfrm>
                  <a:off x="4270535" y="5393469"/>
                  <a:ext cx="248930" cy="12636"/>
                </a:xfrm>
                <a:custGeom>
                  <a:avLst/>
                  <a:gdLst>
                    <a:gd name="csX0" fmla="*/ 0 w 248930"/>
                    <a:gd name="csY0" fmla="*/ 0 h 12636"/>
                    <a:gd name="csX1" fmla="*/ 248930 w 248930"/>
                    <a:gd name="csY1" fmla="*/ 0 h 12636"/>
                  </a:gdLst>
                  <a:ahLst/>
                  <a:cxnLst>
                    <a:cxn ang="0">
                      <a:pos x="csX0" y="csY0"/>
                    </a:cxn>
                    <a:cxn ang="0">
                      <a:pos x="csX1" y="csY1"/>
                    </a:cxn>
                  </a:cxnLst>
                  <a:rect l="l" t="t" r="r" b="b"/>
                  <a:pathLst>
                    <a:path w="248930" h="12636">
                      <a:moveTo>
                        <a:pt x="0" y="0"/>
                      </a:moveTo>
                      <a:lnTo>
                        <a:pt x="248930" y="0"/>
                      </a:lnTo>
                    </a:path>
                  </a:pathLst>
                </a:custGeom>
                <a:ln w="35463" cap="flat">
                  <a:solidFill>
                    <a:srgbClr val="000000"/>
                  </a:solidFill>
                  <a:prstDash val="solid"/>
                  <a:miter/>
                </a:ln>
              </p:spPr>
              <p:txBody>
                <a:bodyPr/>
                <a:lstStyle/>
                <a:p>
                  <a:endParaRPr lang="en-US" sz="2268"/>
                </a:p>
              </p:txBody>
            </p:sp>
            <p:sp>
              <p:nvSpPr>
                <p:cNvPr id="865" name="Freeform 864">
                  <a:extLst>
                    <a:ext uri="{FF2B5EF4-FFF2-40B4-BE49-F238E27FC236}">
                      <a16:creationId xmlns:a16="http://schemas.microsoft.com/office/drawing/2014/main" id="{1FC22B03-733C-1A1B-EC59-B651FA850AA1}"/>
                    </a:ext>
                  </a:extLst>
                </p:cNvPr>
                <p:cNvSpPr/>
                <p:nvPr/>
              </p:nvSpPr>
              <p:spPr>
                <a:xfrm>
                  <a:off x="4547050" y="5316007"/>
                  <a:ext cx="248930" cy="12636"/>
                </a:xfrm>
                <a:custGeom>
                  <a:avLst/>
                  <a:gdLst>
                    <a:gd name="csX0" fmla="*/ 0 w 248930"/>
                    <a:gd name="csY0" fmla="*/ 0 h 12636"/>
                    <a:gd name="csX1" fmla="*/ 248930 w 248930"/>
                    <a:gd name="csY1" fmla="*/ 0 h 12636"/>
                  </a:gdLst>
                  <a:ahLst/>
                  <a:cxnLst>
                    <a:cxn ang="0">
                      <a:pos x="csX0" y="csY0"/>
                    </a:cxn>
                    <a:cxn ang="0">
                      <a:pos x="csX1" y="csY1"/>
                    </a:cxn>
                  </a:cxnLst>
                  <a:rect l="l" t="t" r="r" b="b"/>
                  <a:pathLst>
                    <a:path w="248930" h="12636">
                      <a:moveTo>
                        <a:pt x="0" y="0"/>
                      </a:moveTo>
                      <a:lnTo>
                        <a:pt x="248930" y="0"/>
                      </a:lnTo>
                    </a:path>
                  </a:pathLst>
                </a:custGeom>
                <a:ln w="35463" cap="flat">
                  <a:solidFill>
                    <a:srgbClr val="000000"/>
                  </a:solidFill>
                  <a:prstDash val="solid"/>
                  <a:miter/>
                </a:ln>
              </p:spPr>
              <p:txBody>
                <a:bodyPr/>
                <a:lstStyle/>
                <a:p>
                  <a:endParaRPr lang="en-US" sz="2268"/>
                </a:p>
              </p:txBody>
            </p:sp>
            <p:sp>
              <p:nvSpPr>
                <p:cNvPr id="866" name="Freeform 865">
                  <a:extLst>
                    <a:ext uri="{FF2B5EF4-FFF2-40B4-BE49-F238E27FC236}">
                      <a16:creationId xmlns:a16="http://schemas.microsoft.com/office/drawing/2014/main" id="{4C7A2EDC-E08A-2E20-7B8F-190624E2CDC7}"/>
                    </a:ext>
                  </a:extLst>
                </p:cNvPr>
                <p:cNvSpPr/>
                <p:nvPr/>
              </p:nvSpPr>
              <p:spPr>
                <a:xfrm>
                  <a:off x="3440857" y="5671093"/>
                  <a:ext cx="248930" cy="12636"/>
                </a:xfrm>
                <a:custGeom>
                  <a:avLst/>
                  <a:gdLst>
                    <a:gd name="csX0" fmla="*/ 0 w 248930"/>
                    <a:gd name="csY0" fmla="*/ 0 h 12636"/>
                    <a:gd name="csX1" fmla="*/ 248930 w 248930"/>
                    <a:gd name="csY1" fmla="*/ 0 h 12636"/>
                  </a:gdLst>
                  <a:ahLst/>
                  <a:cxnLst>
                    <a:cxn ang="0">
                      <a:pos x="csX0" y="csY0"/>
                    </a:cxn>
                    <a:cxn ang="0">
                      <a:pos x="csX1" y="csY1"/>
                    </a:cxn>
                  </a:cxnLst>
                  <a:rect l="l" t="t" r="r" b="b"/>
                  <a:pathLst>
                    <a:path w="248930" h="12636">
                      <a:moveTo>
                        <a:pt x="0" y="0"/>
                      </a:moveTo>
                      <a:lnTo>
                        <a:pt x="248930" y="0"/>
                      </a:lnTo>
                    </a:path>
                  </a:pathLst>
                </a:custGeom>
                <a:ln w="35463" cap="flat">
                  <a:solidFill>
                    <a:srgbClr val="000000"/>
                  </a:solidFill>
                  <a:prstDash val="solid"/>
                  <a:miter/>
                </a:ln>
              </p:spPr>
              <p:txBody>
                <a:bodyPr/>
                <a:lstStyle/>
                <a:p>
                  <a:endParaRPr lang="en-US" sz="2268"/>
                </a:p>
              </p:txBody>
            </p:sp>
            <p:sp>
              <p:nvSpPr>
                <p:cNvPr id="867" name="Freeform 866">
                  <a:extLst>
                    <a:ext uri="{FF2B5EF4-FFF2-40B4-BE49-F238E27FC236}">
                      <a16:creationId xmlns:a16="http://schemas.microsoft.com/office/drawing/2014/main" id="{F1FA764F-810F-4372-E18E-CCE12F3DB8B8}"/>
                    </a:ext>
                  </a:extLst>
                </p:cNvPr>
                <p:cNvSpPr/>
                <p:nvPr/>
              </p:nvSpPr>
              <p:spPr>
                <a:xfrm>
                  <a:off x="3510019" y="5642787"/>
                  <a:ext cx="110606" cy="12636"/>
                </a:xfrm>
                <a:custGeom>
                  <a:avLst/>
                  <a:gdLst>
                    <a:gd name="csX0" fmla="*/ 0 w 110606"/>
                    <a:gd name="csY0" fmla="*/ 0 h 12636"/>
                    <a:gd name="csX1" fmla="*/ 110606 w 110606"/>
                    <a:gd name="csY1" fmla="*/ 0 h 12636"/>
                  </a:gdLst>
                  <a:ahLst/>
                  <a:cxnLst>
                    <a:cxn ang="0">
                      <a:pos x="csX0" y="csY0"/>
                    </a:cxn>
                    <a:cxn ang="0">
                      <a:pos x="csX1" y="csY1"/>
                    </a:cxn>
                  </a:cxnLst>
                  <a:rect l="l" t="t" r="r" b="b"/>
                  <a:pathLst>
                    <a:path w="110606"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68" name="Freeform 867">
                  <a:extLst>
                    <a:ext uri="{FF2B5EF4-FFF2-40B4-BE49-F238E27FC236}">
                      <a16:creationId xmlns:a16="http://schemas.microsoft.com/office/drawing/2014/main" id="{259B1405-4B37-002D-4283-859AAF2C8B72}"/>
                    </a:ext>
                  </a:extLst>
                </p:cNvPr>
                <p:cNvSpPr/>
                <p:nvPr/>
              </p:nvSpPr>
              <p:spPr>
                <a:xfrm>
                  <a:off x="3565322" y="5642787"/>
                  <a:ext cx="13326" cy="56611"/>
                </a:xfrm>
                <a:custGeom>
                  <a:avLst/>
                  <a:gdLst>
                    <a:gd name="csX0" fmla="*/ 0 w 13326"/>
                    <a:gd name="csY0" fmla="*/ 0 h 56611"/>
                    <a:gd name="csX1" fmla="*/ 0 w 13326"/>
                    <a:gd name="csY1" fmla="*/ 56612 h 56611"/>
                  </a:gdLst>
                  <a:ahLst/>
                  <a:cxnLst>
                    <a:cxn ang="0">
                      <a:pos x="csX0" y="csY0"/>
                    </a:cxn>
                    <a:cxn ang="0">
                      <a:pos x="csX1" y="csY1"/>
                    </a:cxn>
                  </a:cxnLst>
                  <a:rect l="l" t="t" r="r" b="b"/>
                  <a:pathLst>
                    <a:path w="13326" h="56611">
                      <a:moveTo>
                        <a:pt x="0" y="0"/>
                      </a:moveTo>
                      <a:lnTo>
                        <a:pt x="0" y="56612"/>
                      </a:lnTo>
                    </a:path>
                  </a:pathLst>
                </a:custGeom>
                <a:noFill/>
                <a:ln w="14212" cap="flat">
                  <a:solidFill>
                    <a:srgbClr val="000000"/>
                  </a:solidFill>
                  <a:prstDash val="solid"/>
                  <a:round/>
                </a:ln>
              </p:spPr>
              <p:txBody>
                <a:bodyPr/>
                <a:lstStyle/>
                <a:p>
                  <a:endParaRPr lang="en-US" sz="2268"/>
                </a:p>
              </p:txBody>
            </p:sp>
            <p:sp>
              <p:nvSpPr>
                <p:cNvPr id="869" name="Freeform 868">
                  <a:extLst>
                    <a:ext uri="{FF2B5EF4-FFF2-40B4-BE49-F238E27FC236}">
                      <a16:creationId xmlns:a16="http://schemas.microsoft.com/office/drawing/2014/main" id="{867B649B-9F11-E863-9142-2BA1DC3EAD5A}"/>
                    </a:ext>
                  </a:extLst>
                </p:cNvPr>
                <p:cNvSpPr/>
                <p:nvPr/>
              </p:nvSpPr>
              <p:spPr>
                <a:xfrm>
                  <a:off x="3510019" y="5699398"/>
                  <a:ext cx="110606" cy="12636"/>
                </a:xfrm>
                <a:custGeom>
                  <a:avLst/>
                  <a:gdLst>
                    <a:gd name="csX0" fmla="*/ 0 w 110606"/>
                    <a:gd name="csY0" fmla="*/ 0 h 12636"/>
                    <a:gd name="csX1" fmla="*/ 110606 w 110606"/>
                    <a:gd name="csY1" fmla="*/ 0 h 12636"/>
                  </a:gdLst>
                  <a:ahLst/>
                  <a:cxnLst>
                    <a:cxn ang="0">
                      <a:pos x="csX0" y="csY0"/>
                    </a:cxn>
                    <a:cxn ang="0">
                      <a:pos x="csX1" y="csY1"/>
                    </a:cxn>
                  </a:cxnLst>
                  <a:rect l="l" t="t" r="r" b="b"/>
                  <a:pathLst>
                    <a:path w="110606"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70" name="Freeform 869">
                  <a:extLst>
                    <a:ext uri="{FF2B5EF4-FFF2-40B4-BE49-F238E27FC236}">
                      <a16:creationId xmlns:a16="http://schemas.microsoft.com/office/drawing/2014/main" id="{423F42A1-64E4-B6CC-4B2C-9FAC46218A38}"/>
                    </a:ext>
                  </a:extLst>
                </p:cNvPr>
                <p:cNvSpPr/>
                <p:nvPr/>
              </p:nvSpPr>
              <p:spPr>
                <a:xfrm>
                  <a:off x="3786534" y="4959405"/>
                  <a:ext cx="110605" cy="12636"/>
                </a:xfrm>
                <a:custGeom>
                  <a:avLst/>
                  <a:gdLst>
                    <a:gd name="csX0" fmla="*/ 0 w 110605"/>
                    <a:gd name="csY0" fmla="*/ 0 h 12636"/>
                    <a:gd name="csX1" fmla="*/ 110606 w 110605"/>
                    <a:gd name="csY1" fmla="*/ 0 h 12636"/>
                  </a:gdLst>
                  <a:ahLst/>
                  <a:cxnLst>
                    <a:cxn ang="0">
                      <a:pos x="csX0" y="csY0"/>
                    </a:cxn>
                    <a:cxn ang="0">
                      <a:pos x="csX1" y="csY1"/>
                    </a:cxn>
                  </a:cxnLst>
                  <a:rect l="l" t="t" r="r" b="b"/>
                  <a:pathLst>
                    <a:path w="110605"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71" name="Freeform 870">
                  <a:extLst>
                    <a:ext uri="{FF2B5EF4-FFF2-40B4-BE49-F238E27FC236}">
                      <a16:creationId xmlns:a16="http://schemas.microsoft.com/office/drawing/2014/main" id="{602B0487-4E03-590A-0C2B-70DEAD8A090A}"/>
                    </a:ext>
                  </a:extLst>
                </p:cNvPr>
                <p:cNvSpPr/>
                <p:nvPr/>
              </p:nvSpPr>
              <p:spPr>
                <a:xfrm>
                  <a:off x="3841837" y="4959405"/>
                  <a:ext cx="13326" cy="109053"/>
                </a:xfrm>
                <a:custGeom>
                  <a:avLst/>
                  <a:gdLst>
                    <a:gd name="csX0" fmla="*/ 0 w 13326"/>
                    <a:gd name="csY0" fmla="*/ 0 h 109053"/>
                    <a:gd name="csX1" fmla="*/ 0 w 13326"/>
                    <a:gd name="csY1" fmla="*/ 109053 h 109053"/>
                  </a:gdLst>
                  <a:ahLst/>
                  <a:cxnLst>
                    <a:cxn ang="0">
                      <a:pos x="csX0" y="csY0"/>
                    </a:cxn>
                    <a:cxn ang="0">
                      <a:pos x="csX1" y="csY1"/>
                    </a:cxn>
                  </a:cxnLst>
                  <a:rect l="l" t="t" r="r" b="b"/>
                  <a:pathLst>
                    <a:path w="13326" h="109053">
                      <a:moveTo>
                        <a:pt x="0" y="0"/>
                      </a:moveTo>
                      <a:lnTo>
                        <a:pt x="0" y="109053"/>
                      </a:lnTo>
                    </a:path>
                  </a:pathLst>
                </a:custGeom>
                <a:noFill/>
                <a:ln w="14212" cap="flat">
                  <a:solidFill>
                    <a:srgbClr val="000000"/>
                  </a:solidFill>
                  <a:prstDash val="solid"/>
                  <a:round/>
                </a:ln>
              </p:spPr>
              <p:txBody>
                <a:bodyPr/>
                <a:lstStyle/>
                <a:p>
                  <a:endParaRPr lang="en-US" sz="2268"/>
                </a:p>
              </p:txBody>
            </p:sp>
            <p:sp>
              <p:nvSpPr>
                <p:cNvPr id="872" name="Freeform 871">
                  <a:extLst>
                    <a:ext uri="{FF2B5EF4-FFF2-40B4-BE49-F238E27FC236}">
                      <a16:creationId xmlns:a16="http://schemas.microsoft.com/office/drawing/2014/main" id="{6E07C4BC-EA3C-6F90-ED96-C58F28AA3FBC}"/>
                    </a:ext>
                  </a:extLst>
                </p:cNvPr>
                <p:cNvSpPr/>
                <p:nvPr/>
              </p:nvSpPr>
              <p:spPr>
                <a:xfrm>
                  <a:off x="3786534" y="5068458"/>
                  <a:ext cx="110605" cy="12636"/>
                </a:xfrm>
                <a:custGeom>
                  <a:avLst/>
                  <a:gdLst>
                    <a:gd name="csX0" fmla="*/ 0 w 110605"/>
                    <a:gd name="csY0" fmla="*/ 0 h 12636"/>
                    <a:gd name="csX1" fmla="*/ 110606 w 110605"/>
                    <a:gd name="csY1" fmla="*/ 0 h 12636"/>
                  </a:gdLst>
                  <a:ahLst/>
                  <a:cxnLst>
                    <a:cxn ang="0">
                      <a:pos x="csX0" y="csY0"/>
                    </a:cxn>
                    <a:cxn ang="0">
                      <a:pos x="csX1" y="csY1"/>
                    </a:cxn>
                  </a:cxnLst>
                  <a:rect l="l" t="t" r="r" b="b"/>
                  <a:pathLst>
                    <a:path w="110605"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73" name="Freeform 872">
                  <a:extLst>
                    <a:ext uri="{FF2B5EF4-FFF2-40B4-BE49-F238E27FC236}">
                      <a16:creationId xmlns:a16="http://schemas.microsoft.com/office/drawing/2014/main" id="{66D96F4C-4175-DFA1-094C-DAA002D85B26}"/>
                    </a:ext>
                  </a:extLst>
                </p:cNvPr>
                <p:cNvSpPr/>
                <p:nvPr/>
              </p:nvSpPr>
              <p:spPr>
                <a:xfrm>
                  <a:off x="4063182" y="4823942"/>
                  <a:ext cx="110605" cy="12636"/>
                </a:xfrm>
                <a:custGeom>
                  <a:avLst/>
                  <a:gdLst>
                    <a:gd name="csX0" fmla="*/ 0 w 110605"/>
                    <a:gd name="csY0" fmla="*/ 0 h 12636"/>
                    <a:gd name="csX1" fmla="*/ 110606 w 110605"/>
                    <a:gd name="csY1" fmla="*/ 0 h 12636"/>
                  </a:gdLst>
                  <a:ahLst/>
                  <a:cxnLst>
                    <a:cxn ang="0">
                      <a:pos x="csX0" y="csY0"/>
                    </a:cxn>
                    <a:cxn ang="0">
                      <a:pos x="csX1" y="csY1"/>
                    </a:cxn>
                  </a:cxnLst>
                  <a:rect l="l" t="t" r="r" b="b"/>
                  <a:pathLst>
                    <a:path w="110605"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74" name="Freeform 873">
                  <a:extLst>
                    <a:ext uri="{FF2B5EF4-FFF2-40B4-BE49-F238E27FC236}">
                      <a16:creationId xmlns:a16="http://schemas.microsoft.com/office/drawing/2014/main" id="{614B5B74-1409-8DA3-6289-33A306DD34BF}"/>
                    </a:ext>
                  </a:extLst>
                </p:cNvPr>
                <p:cNvSpPr/>
                <p:nvPr/>
              </p:nvSpPr>
              <p:spPr>
                <a:xfrm>
                  <a:off x="4118485" y="4823942"/>
                  <a:ext cx="13326" cy="156692"/>
                </a:xfrm>
                <a:custGeom>
                  <a:avLst/>
                  <a:gdLst>
                    <a:gd name="csX0" fmla="*/ 0 w 13326"/>
                    <a:gd name="csY0" fmla="*/ 0 h 156692"/>
                    <a:gd name="csX1" fmla="*/ 0 w 13326"/>
                    <a:gd name="csY1" fmla="*/ 156693 h 156692"/>
                  </a:gdLst>
                  <a:ahLst/>
                  <a:cxnLst>
                    <a:cxn ang="0">
                      <a:pos x="csX0" y="csY0"/>
                    </a:cxn>
                    <a:cxn ang="0">
                      <a:pos x="csX1" y="csY1"/>
                    </a:cxn>
                  </a:cxnLst>
                  <a:rect l="l" t="t" r="r" b="b"/>
                  <a:pathLst>
                    <a:path w="13326" h="156692">
                      <a:moveTo>
                        <a:pt x="0" y="0"/>
                      </a:moveTo>
                      <a:lnTo>
                        <a:pt x="0" y="156693"/>
                      </a:lnTo>
                    </a:path>
                  </a:pathLst>
                </a:custGeom>
                <a:noFill/>
                <a:ln w="14212" cap="flat">
                  <a:solidFill>
                    <a:srgbClr val="000000"/>
                  </a:solidFill>
                  <a:prstDash val="solid"/>
                  <a:round/>
                </a:ln>
              </p:spPr>
              <p:txBody>
                <a:bodyPr/>
                <a:lstStyle/>
                <a:p>
                  <a:endParaRPr lang="en-US" sz="2268"/>
                </a:p>
              </p:txBody>
            </p:sp>
            <p:sp>
              <p:nvSpPr>
                <p:cNvPr id="875" name="Freeform 874">
                  <a:extLst>
                    <a:ext uri="{FF2B5EF4-FFF2-40B4-BE49-F238E27FC236}">
                      <a16:creationId xmlns:a16="http://schemas.microsoft.com/office/drawing/2014/main" id="{4FFB687E-EBC3-52EB-0951-3BA0E17E51C4}"/>
                    </a:ext>
                  </a:extLst>
                </p:cNvPr>
                <p:cNvSpPr/>
                <p:nvPr/>
              </p:nvSpPr>
              <p:spPr>
                <a:xfrm>
                  <a:off x="4063182" y="4980634"/>
                  <a:ext cx="110605" cy="12636"/>
                </a:xfrm>
                <a:custGeom>
                  <a:avLst/>
                  <a:gdLst>
                    <a:gd name="csX0" fmla="*/ 0 w 110605"/>
                    <a:gd name="csY0" fmla="*/ 0 h 12636"/>
                    <a:gd name="csX1" fmla="*/ 110606 w 110605"/>
                    <a:gd name="csY1" fmla="*/ 0 h 12636"/>
                  </a:gdLst>
                  <a:ahLst/>
                  <a:cxnLst>
                    <a:cxn ang="0">
                      <a:pos x="csX0" y="csY0"/>
                    </a:cxn>
                    <a:cxn ang="0">
                      <a:pos x="csX1" y="csY1"/>
                    </a:cxn>
                  </a:cxnLst>
                  <a:rect l="l" t="t" r="r" b="b"/>
                  <a:pathLst>
                    <a:path w="110605"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76" name="Freeform 875">
                  <a:extLst>
                    <a:ext uri="{FF2B5EF4-FFF2-40B4-BE49-F238E27FC236}">
                      <a16:creationId xmlns:a16="http://schemas.microsoft.com/office/drawing/2014/main" id="{EB0D9D62-D1F0-DA4C-F753-77756713DD5B}"/>
                    </a:ext>
                  </a:extLst>
                </p:cNvPr>
                <p:cNvSpPr/>
                <p:nvPr/>
              </p:nvSpPr>
              <p:spPr>
                <a:xfrm>
                  <a:off x="4339697" y="5387909"/>
                  <a:ext cx="110605" cy="12636"/>
                </a:xfrm>
                <a:custGeom>
                  <a:avLst/>
                  <a:gdLst>
                    <a:gd name="csX0" fmla="*/ 0 w 110605"/>
                    <a:gd name="csY0" fmla="*/ 0 h 12636"/>
                    <a:gd name="csX1" fmla="*/ 110606 w 110605"/>
                    <a:gd name="csY1" fmla="*/ 0 h 12636"/>
                  </a:gdLst>
                  <a:ahLst/>
                  <a:cxnLst>
                    <a:cxn ang="0">
                      <a:pos x="csX0" y="csY0"/>
                    </a:cxn>
                    <a:cxn ang="0">
                      <a:pos x="csX1" y="csY1"/>
                    </a:cxn>
                  </a:cxnLst>
                  <a:rect l="l" t="t" r="r" b="b"/>
                  <a:pathLst>
                    <a:path w="110605"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77" name="Freeform 876">
                  <a:extLst>
                    <a:ext uri="{FF2B5EF4-FFF2-40B4-BE49-F238E27FC236}">
                      <a16:creationId xmlns:a16="http://schemas.microsoft.com/office/drawing/2014/main" id="{F51502F3-044D-B885-4F79-1E0330975CB7}"/>
                    </a:ext>
                  </a:extLst>
                </p:cNvPr>
                <p:cNvSpPr/>
                <p:nvPr/>
              </p:nvSpPr>
              <p:spPr>
                <a:xfrm>
                  <a:off x="4395000" y="5387909"/>
                  <a:ext cx="13326" cy="11246"/>
                </a:xfrm>
                <a:custGeom>
                  <a:avLst/>
                  <a:gdLst>
                    <a:gd name="csX0" fmla="*/ 0 w 13326"/>
                    <a:gd name="csY0" fmla="*/ 0 h 11246"/>
                    <a:gd name="csX1" fmla="*/ 0 w 13326"/>
                    <a:gd name="csY1" fmla="*/ 11246 h 11246"/>
                  </a:gdLst>
                  <a:ahLst/>
                  <a:cxnLst>
                    <a:cxn ang="0">
                      <a:pos x="csX0" y="csY0"/>
                    </a:cxn>
                    <a:cxn ang="0">
                      <a:pos x="csX1" y="csY1"/>
                    </a:cxn>
                  </a:cxnLst>
                  <a:rect l="l" t="t" r="r" b="b"/>
                  <a:pathLst>
                    <a:path w="13326" h="11246">
                      <a:moveTo>
                        <a:pt x="0" y="0"/>
                      </a:moveTo>
                      <a:lnTo>
                        <a:pt x="0" y="11246"/>
                      </a:lnTo>
                    </a:path>
                  </a:pathLst>
                </a:custGeom>
                <a:noFill/>
                <a:ln w="14212" cap="flat">
                  <a:solidFill>
                    <a:srgbClr val="000000"/>
                  </a:solidFill>
                  <a:prstDash val="solid"/>
                  <a:round/>
                </a:ln>
              </p:spPr>
              <p:txBody>
                <a:bodyPr/>
                <a:lstStyle/>
                <a:p>
                  <a:endParaRPr lang="en-US" sz="2268"/>
                </a:p>
              </p:txBody>
            </p:sp>
            <p:sp>
              <p:nvSpPr>
                <p:cNvPr id="878" name="Freeform 877">
                  <a:extLst>
                    <a:ext uri="{FF2B5EF4-FFF2-40B4-BE49-F238E27FC236}">
                      <a16:creationId xmlns:a16="http://schemas.microsoft.com/office/drawing/2014/main" id="{7AC1F9DD-9D9F-1360-9BDB-1937E0B75577}"/>
                    </a:ext>
                  </a:extLst>
                </p:cNvPr>
                <p:cNvSpPr/>
                <p:nvPr/>
              </p:nvSpPr>
              <p:spPr>
                <a:xfrm>
                  <a:off x="4339697" y="5399155"/>
                  <a:ext cx="110605" cy="12636"/>
                </a:xfrm>
                <a:custGeom>
                  <a:avLst/>
                  <a:gdLst>
                    <a:gd name="csX0" fmla="*/ 0 w 110605"/>
                    <a:gd name="csY0" fmla="*/ 0 h 12636"/>
                    <a:gd name="csX1" fmla="*/ 110606 w 110605"/>
                    <a:gd name="csY1" fmla="*/ 0 h 12636"/>
                  </a:gdLst>
                  <a:ahLst/>
                  <a:cxnLst>
                    <a:cxn ang="0">
                      <a:pos x="csX0" y="csY0"/>
                    </a:cxn>
                    <a:cxn ang="0">
                      <a:pos x="csX1" y="csY1"/>
                    </a:cxn>
                  </a:cxnLst>
                  <a:rect l="l" t="t" r="r" b="b"/>
                  <a:pathLst>
                    <a:path w="110605"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79" name="Freeform 878">
                  <a:extLst>
                    <a:ext uri="{FF2B5EF4-FFF2-40B4-BE49-F238E27FC236}">
                      <a16:creationId xmlns:a16="http://schemas.microsoft.com/office/drawing/2014/main" id="{93658214-0F9F-4991-0CAD-C0669C0C5A41}"/>
                    </a:ext>
                  </a:extLst>
                </p:cNvPr>
                <p:cNvSpPr/>
                <p:nvPr/>
              </p:nvSpPr>
              <p:spPr>
                <a:xfrm>
                  <a:off x="4616213" y="5176247"/>
                  <a:ext cx="110606" cy="12636"/>
                </a:xfrm>
                <a:custGeom>
                  <a:avLst/>
                  <a:gdLst>
                    <a:gd name="csX0" fmla="*/ 0 w 110606"/>
                    <a:gd name="csY0" fmla="*/ 0 h 12636"/>
                    <a:gd name="csX1" fmla="*/ 110606 w 110606"/>
                    <a:gd name="csY1" fmla="*/ 0 h 12636"/>
                  </a:gdLst>
                  <a:ahLst/>
                  <a:cxnLst>
                    <a:cxn ang="0">
                      <a:pos x="csX0" y="csY0"/>
                    </a:cxn>
                    <a:cxn ang="0">
                      <a:pos x="csX1" y="csY1"/>
                    </a:cxn>
                  </a:cxnLst>
                  <a:rect l="l" t="t" r="r" b="b"/>
                  <a:pathLst>
                    <a:path w="110606"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80" name="Freeform 879">
                  <a:extLst>
                    <a:ext uri="{FF2B5EF4-FFF2-40B4-BE49-F238E27FC236}">
                      <a16:creationId xmlns:a16="http://schemas.microsoft.com/office/drawing/2014/main" id="{FD6E910A-5D1B-D0B9-B76A-BB4548E43B96}"/>
                    </a:ext>
                  </a:extLst>
                </p:cNvPr>
                <p:cNvSpPr/>
                <p:nvPr/>
              </p:nvSpPr>
              <p:spPr>
                <a:xfrm>
                  <a:off x="4671515" y="5176247"/>
                  <a:ext cx="13326" cy="279519"/>
                </a:xfrm>
                <a:custGeom>
                  <a:avLst/>
                  <a:gdLst>
                    <a:gd name="csX0" fmla="*/ 0 w 13326"/>
                    <a:gd name="csY0" fmla="*/ 0 h 279519"/>
                    <a:gd name="csX1" fmla="*/ 0 w 13326"/>
                    <a:gd name="csY1" fmla="*/ 279519 h 279519"/>
                  </a:gdLst>
                  <a:ahLst/>
                  <a:cxnLst>
                    <a:cxn ang="0">
                      <a:pos x="csX0" y="csY0"/>
                    </a:cxn>
                    <a:cxn ang="0">
                      <a:pos x="csX1" y="csY1"/>
                    </a:cxn>
                  </a:cxnLst>
                  <a:rect l="l" t="t" r="r" b="b"/>
                  <a:pathLst>
                    <a:path w="13326" h="279519">
                      <a:moveTo>
                        <a:pt x="0" y="0"/>
                      </a:moveTo>
                      <a:lnTo>
                        <a:pt x="0" y="279519"/>
                      </a:lnTo>
                    </a:path>
                  </a:pathLst>
                </a:custGeom>
                <a:noFill/>
                <a:ln w="14212" cap="flat">
                  <a:solidFill>
                    <a:srgbClr val="000000"/>
                  </a:solidFill>
                  <a:prstDash val="solid"/>
                  <a:round/>
                </a:ln>
              </p:spPr>
              <p:txBody>
                <a:bodyPr/>
                <a:lstStyle/>
                <a:p>
                  <a:endParaRPr lang="en-US" sz="2268"/>
                </a:p>
              </p:txBody>
            </p:sp>
            <p:sp>
              <p:nvSpPr>
                <p:cNvPr id="881" name="Freeform 880">
                  <a:extLst>
                    <a:ext uri="{FF2B5EF4-FFF2-40B4-BE49-F238E27FC236}">
                      <a16:creationId xmlns:a16="http://schemas.microsoft.com/office/drawing/2014/main" id="{9D796DAA-0D13-27F5-1F07-0A4FEFBA0193}"/>
                    </a:ext>
                  </a:extLst>
                </p:cNvPr>
                <p:cNvSpPr/>
                <p:nvPr/>
              </p:nvSpPr>
              <p:spPr>
                <a:xfrm>
                  <a:off x="4616213" y="5455767"/>
                  <a:ext cx="110606" cy="12636"/>
                </a:xfrm>
                <a:custGeom>
                  <a:avLst/>
                  <a:gdLst>
                    <a:gd name="csX0" fmla="*/ 0 w 110606"/>
                    <a:gd name="csY0" fmla="*/ 0 h 12636"/>
                    <a:gd name="csX1" fmla="*/ 110606 w 110606"/>
                    <a:gd name="csY1" fmla="*/ 0 h 12636"/>
                  </a:gdLst>
                  <a:ahLst/>
                  <a:cxnLst>
                    <a:cxn ang="0">
                      <a:pos x="csX0" y="csY0"/>
                    </a:cxn>
                    <a:cxn ang="0">
                      <a:pos x="csX1" y="csY1"/>
                    </a:cxn>
                  </a:cxnLst>
                  <a:rect l="l" t="t" r="r" b="b"/>
                  <a:pathLst>
                    <a:path w="110606" h="12636">
                      <a:moveTo>
                        <a:pt x="0" y="0"/>
                      </a:moveTo>
                      <a:lnTo>
                        <a:pt x="110606" y="0"/>
                      </a:lnTo>
                    </a:path>
                  </a:pathLst>
                </a:custGeom>
                <a:noFill/>
                <a:ln w="14212" cap="flat">
                  <a:solidFill>
                    <a:srgbClr val="000000"/>
                  </a:solidFill>
                  <a:prstDash val="solid"/>
                  <a:round/>
                </a:ln>
              </p:spPr>
              <p:txBody>
                <a:bodyPr/>
                <a:lstStyle/>
                <a:p>
                  <a:endParaRPr lang="en-US" sz="2268"/>
                </a:p>
              </p:txBody>
            </p:sp>
            <p:sp>
              <p:nvSpPr>
                <p:cNvPr id="882" name="Freeform 881">
                  <a:extLst>
                    <a:ext uri="{FF2B5EF4-FFF2-40B4-BE49-F238E27FC236}">
                      <a16:creationId xmlns:a16="http://schemas.microsoft.com/office/drawing/2014/main" id="{254A136B-EF40-E098-F5B7-1E3F22F7293C}"/>
                    </a:ext>
                  </a:extLst>
                </p:cNvPr>
                <p:cNvSpPr/>
                <p:nvPr/>
              </p:nvSpPr>
              <p:spPr>
                <a:xfrm>
                  <a:off x="4359420" y="5367690"/>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83" name="Freeform 882">
                  <a:extLst>
                    <a:ext uri="{FF2B5EF4-FFF2-40B4-BE49-F238E27FC236}">
                      <a16:creationId xmlns:a16="http://schemas.microsoft.com/office/drawing/2014/main" id="{1A94B729-8941-410F-31F0-71FEE6336FF1}"/>
                    </a:ext>
                  </a:extLst>
                </p:cNvPr>
                <p:cNvSpPr/>
                <p:nvPr/>
              </p:nvSpPr>
              <p:spPr>
                <a:xfrm>
                  <a:off x="4657656" y="5144782"/>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7"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84" name="Freeform 883">
                  <a:extLst>
                    <a:ext uri="{FF2B5EF4-FFF2-40B4-BE49-F238E27FC236}">
                      <a16:creationId xmlns:a16="http://schemas.microsoft.com/office/drawing/2014/main" id="{35E2B95B-36A9-9204-9C21-85C6EE66A09A}"/>
                    </a:ext>
                  </a:extLst>
                </p:cNvPr>
                <p:cNvSpPr/>
                <p:nvPr/>
              </p:nvSpPr>
              <p:spPr>
                <a:xfrm>
                  <a:off x="3809055" y="4985310"/>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85" name="Freeform 884">
                  <a:extLst>
                    <a:ext uri="{FF2B5EF4-FFF2-40B4-BE49-F238E27FC236}">
                      <a16:creationId xmlns:a16="http://schemas.microsoft.com/office/drawing/2014/main" id="{74A013F2-C090-8F53-08AE-02A15C9BA46D}"/>
                    </a:ext>
                  </a:extLst>
                </p:cNvPr>
                <p:cNvSpPr/>
                <p:nvPr/>
              </p:nvSpPr>
              <p:spPr>
                <a:xfrm>
                  <a:off x="4094498" y="4643998"/>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86" name="Freeform 885">
                  <a:extLst>
                    <a:ext uri="{FF2B5EF4-FFF2-40B4-BE49-F238E27FC236}">
                      <a16:creationId xmlns:a16="http://schemas.microsoft.com/office/drawing/2014/main" id="{8F5F871A-EF48-A9E7-CD3E-7A761947006D}"/>
                    </a:ext>
                  </a:extLst>
                </p:cNvPr>
                <p:cNvSpPr/>
                <p:nvPr/>
              </p:nvSpPr>
              <p:spPr>
                <a:xfrm>
                  <a:off x="3787334" y="4971789"/>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87" name="Freeform 886">
                  <a:extLst>
                    <a:ext uri="{FF2B5EF4-FFF2-40B4-BE49-F238E27FC236}">
                      <a16:creationId xmlns:a16="http://schemas.microsoft.com/office/drawing/2014/main" id="{13FFD490-2E5C-77D8-026F-AC0F7A8B74FC}"/>
                    </a:ext>
                  </a:extLst>
                </p:cNvPr>
                <p:cNvSpPr/>
                <p:nvPr/>
              </p:nvSpPr>
              <p:spPr>
                <a:xfrm>
                  <a:off x="4086503" y="4815475"/>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3"/>
                        <a:pt x="51508" y="62930"/>
                        <a:pt x="33182" y="62930"/>
                      </a:cubicBezTo>
                      <a:cubicBezTo>
                        <a:pt x="14856" y="62930"/>
                        <a:pt x="0" y="48843"/>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88" name="Freeform 887">
                  <a:extLst>
                    <a:ext uri="{FF2B5EF4-FFF2-40B4-BE49-F238E27FC236}">
                      <a16:creationId xmlns:a16="http://schemas.microsoft.com/office/drawing/2014/main" id="{3B6F4A70-C4D2-96DA-44E1-580851069259}"/>
                    </a:ext>
                  </a:extLst>
                </p:cNvPr>
                <p:cNvSpPr/>
                <p:nvPr/>
              </p:nvSpPr>
              <p:spPr>
                <a:xfrm>
                  <a:off x="3531207" y="5727451"/>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89" name="Freeform 888">
                  <a:extLst>
                    <a:ext uri="{FF2B5EF4-FFF2-40B4-BE49-F238E27FC236}">
                      <a16:creationId xmlns:a16="http://schemas.microsoft.com/office/drawing/2014/main" id="{C609D9A8-2475-32F6-F2B2-40F5CBEFBFE1}"/>
                    </a:ext>
                  </a:extLst>
                </p:cNvPr>
                <p:cNvSpPr/>
                <p:nvPr/>
              </p:nvSpPr>
              <p:spPr>
                <a:xfrm>
                  <a:off x="3537337" y="5582511"/>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0" name="Freeform 889">
                  <a:extLst>
                    <a:ext uri="{FF2B5EF4-FFF2-40B4-BE49-F238E27FC236}">
                      <a16:creationId xmlns:a16="http://schemas.microsoft.com/office/drawing/2014/main" id="{888EB686-8C91-5AB6-B903-10650392F242}"/>
                    </a:ext>
                  </a:extLst>
                </p:cNvPr>
                <p:cNvSpPr/>
                <p:nvPr/>
              </p:nvSpPr>
              <p:spPr>
                <a:xfrm>
                  <a:off x="3521479" y="5644809"/>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1" name="Freeform 890">
                  <a:extLst>
                    <a:ext uri="{FF2B5EF4-FFF2-40B4-BE49-F238E27FC236}">
                      <a16:creationId xmlns:a16="http://schemas.microsoft.com/office/drawing/2014/main" id="{E2691DF4-24DB-30DB-82E1-55DE50FBD6EA}"/>
                    </a:ext>
                  </a:extLst>
                </p:cNvPr>
                <p:cNvSpPr/>
                <p:nvPr/>
              </p:nvSpPr>
              <p:spPr>
                <a:xfrm>
                  <a:off x="3536671" y="5645061"/>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3"/>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2" name="Freeform 891">
                  <a:extLst>
                    <a:ext uri="{FF2B5EF4-FFF2-40B4-BE49-F238E27FC236}">
                      <a16:creationId xmlns:a16="http://schemas.microsoft.com/office/drawing/2014/main" id="{27AE5FD7-7981-7D93-5A15-B04DF62F4115}"/>
                    </a:ext>
                  </a:extLst>
                </p:cNvPr>
                <p:cNvSpPr/>
                <p:nvPr/>
              </p:nvSpPr>
              <p:spPr>
                <a:xfrm>
                  <a:off x="3521080" y="5540937"/>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3" name="Freeform 892">
                  <a:extLst>
                    <a:ext uri="{FF2B5EF4-FFF2-40B4-BE49-F238E27FC236}">
                      <a16:creationId xmlns:a16="http://schemas.microsoft.com/office/drawing/2014/main" id="{18E87E3E-A29A-C74B-F0C3-7985ECA4A91D}"/>
                    </a:ext>
                  </a:extLst>
                </p:cNvPr>
                <p:cNvSpPr/>
                <p:nvPr/>
              </p:nvSpPr>
              <p:spPr>
                <a:xfrm>
                  <a:off x="3786534" y="4849847"/>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4" name="Freeform 893">
                  <a:extLst>
                    <a:ext uri="{FF2B5EF4-FFF2-40B4-BE49-F238E27FC236}">
                      <a16:creationId xmlns:a16="http://schemas.microsoft.com/office/drawing/2014/main" id="{CAA1B3BA-B98A-F297-5A6E-FE56AB4F8BA1}"/>
                    </a:ext>
                  </a:extLst>
                </p:cNvPr>
                <p:cNvSpPr/>
                <p:nvPr/>
              </p:nvSpPr>
              <p:spPr>
                <a:xfrm>
                  <a:off x="4092500" y="4897486"/>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5" name="Freeform 894">
                  <a:extLst>
                    <a:ext uri="{FF2B5EF4-FFF2-40B4-BE49-F238E27FC236}">
                      <a16:creationId xmlns:a16="http://schemas.microsoft.com/office/drawing/2014/main" id="{9E3A49F7-43ED-B17C-F830-55DAD5F720DB}"/>
                    </a:ext>
                  </a:extLst>
                </p:cNvPr>
                <p:cNvSpPr/>
                <p:nvPr/>
              </p:nvSpPr>
              <p:spPr>
                <a:xfrm>
                  <a:off x="3523611" y="5696745"/>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6" name="Freeform 895">
                  <a:extLst>
                    <a:ext uri="{FF2B5EF4-FFF2-40B4-BE49-F238E27FC236}">
                      <a16:creationId xmlns:a16="http://schemas.microsoft.com/office/drawing/2014/main" id="{9FF82A49-6D07-86DB-6F7D-8B2153BFFBC9}"/>
                    </a:ext>
                  </a:extLst>
                </p:cNvPr>
                <p:cNvSpPr/>
                <p:nvPr/>
              </p:nvSpPr>
              <p:spPr>
                <a:xfrm>
                  <a:off x="4364884" y="5356444"/>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7" name="Freeform 896">
                  <a:extLst>
                    <a:ext uri="{FF2B5EF4-FFF2-40B4-BE49-F238E27FC236}">
                      <a16:creationId xmlns:a16="http://schemas.microsoft.com/office/drawing/2014/main" id="{B807EC44-C6C2-F845-6D2B-C5CB06E2E679}"/>
                    </a:ext>
                  </a:extLst>
                </p:cNvPr>
                <p:cNvSpPr/>
                <p:nvPr/>
              </p:nvSpPr>
              <p:spPr>
                <a:xfrm>
                  <a:off x="4654591" y="5424302"/>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3"/>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8" name="Freeform 897">
                  <a:extLst>
                    <a:ext uri="{FF2B5EF4-FFF2-40B4-BE49-F238E27FC236}">
                      <a16:creationId xmlns:a16="http://schemas.microsoft.com/office/drawing/2014/main" id="{919216CB-18E0-C008-C5B1-BD03484170CE}"/>
                    </a:ext>
                  </a:extLst>
                </p:cNvPr>
                <p:cNvSpPr/>
                <p:nvPr/>
              </p:nvSpPr>
              <p:spPr>
                <a:xfrm>
                  <a:off x="3805990" y="4855786"/>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899" name="Freeform 898">
                  <a:extLst>
                    <a:ext uri="{FF2B5EF4-FFF2-40B4-BE49-F238E27FC236}">
                      <a16:creationId xmlns:a16="http://schemas.microsoft.com/office/drawing/2014/main" id="{673BAC69-398A-776D-102E-062613234DC9}"/>
                    </a:ext>
                  </a:extLst>
                </p:cNvPr>
                <p:cNvSpPr/>
                <p:nvPr/>
              </p:nvSpPr>
              <p:spPr>
                <a:xfrm>
                  <a:off x="4080240" y="4847698"/>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900" name="Freeform 899">
                  <a:extLst>
                    <a:ext uri="{FF2B5EF4-FFF2-40B4-BE49-F238E27FC236}">
                      <a16:creationId xmlns:a16="http://schemas.microsoft.com/office/drawing/2014/main" id="{05FF2852-03B4-975D-4789-3B7A71435C63}"/>
                    </a:ext>
                  </a:extLst>
                </p:cNvPr>
                <p:cNvSpPr/>
                <p:nvPr/>
              </p:nvSpPr>
              <p:spPr>
                <a:xfrm>
                  <a:off x="3822914" y="5085896"/>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901" name="Freeform 900">
                  <a:extLst>
                    <a:ext uri="{FF2B5EF4-FFF2-40B4-BE49-F238E27FC236}">
                      <a16:creationId xmlns:a16="http://schemas.microsoft.com/office/drawing/2014/main" id="{6DDC4B03-45E5-9389-DDB6-189106C707D7}"/>
                    </a:ext>
                  </a:extLst>
                </p:cNvPr>
                <p:cNvSpPr/>
                <p:nvPr/>
              </p:nvSpPr>
              <p:spPr>
                <a:xfrm>
                  <a:off x="4067313" y="4852247"/>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902" name="Freeform 901">
                  <a:extLst>
                    <a:ext uri="{FF2B5EF4-FFF2-40B4-BE49-F238E27FC236}">
                      <a16:creationId xmlns:a16="http://schemas.microsoft.com/office/drawing/2014/main" id="{391B8EEB-404D-0A5F-E14F-EE4D32BC3899}"/>
                    </a:ext>
                  </a:extLst>
                </p:cNvPr>
                <p:cNvSpPr/>
                <p:nvPr/>
              </p:nvSpPr>
              <p:spPr>
                <a:xfrm>
                  <a:off x="4900190" y="5478133"/>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3"/>
                        <a:pt x="51508" y="62930"/>
                        <a:pt x="33182" y="62930"/>
                      </a:cubicBezTo>
                      <a:cubicBezTo>
                        <a:pt x="14856" y="62930"/>
                        <a:pt x="0" y="48842"/>
                        <a:pt x="0" y="31465"/>
                      </a:cubicBezTo>
                      <a:cubicBezTo>
                        <a:pt x="0" y="14087"/>
                        <a:pt x="14856" y="0"/>
                        <a:pt x="33182" y="0"/>
                      </a:cubicBezTo>
                      <a:cubicBezTo>
                        <a:pt x="51507" y="0"/>
                        <a:pt x="66364" y="14087"/>
                        <a:pt x="66364" y="31465"/>
                      </a:cubicBezTo>
                      <a:close/>
                    </a:path>
                  </a:pathLst>
                </a:custGeom>
                <a:noFill/>
                <a:ln w="9430" cap="rnd">
                  <a:solidFill>
                    <a:srgbClr val="000000"/>
                  </a:solidFill>
                  <a:prstDash val="solid"/>
                  <a:round/>
                </a:ln>
              </p:spPr>
              <p:txBody>
                <a:bodyPr/>
                <a:lstStyle/>
                <a:p>
                  <a:endParaRPr lang="en-US" sz="2268"/>
                </a:p>
              </p:txBody>
            </p:sp>
            <p:sp>
              <p:nvSpPr>
                <p:cNvPr id="903" name="Freeform 902">
                  <a:extLst>
                    <a:ext uri="{FF2B5EF4-FFF2-40B4-BE49-F238E27FC236}">
                      <a16:creationId xmlns:a16="http://schemas.microsoft.com/office/drawing/2014/main" id="{82069B9A-74E7-0354-68FE-3DC276A100DE}"/>
                    </a:ext>
                  </a:extLst>
                </p:cNvPr>
                <p:cNvSpPr/>
                <p:nvPr/>
              </p:nvSpPr>
              <p:spPr>
                <a:xfrm>
                  <a:off x="3799327" y="5247517"/>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3"/>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904" name="Freeform 903">
                  <a:extLst>
                    <a:ext uri="{FF2B5EF4-FFF2-40B4-BE49-F238E27FC236}">
                      <a16:creationId xmlns:a16="http://schemas.microsoft.com/office/drawing/2014/main" id="{5FFA8CA6-39E8-5B85-BAE9-9DA02C667C13}"/>
                    </a:ext>
                  </a:extLst>
                </p:cNvPr>
                <p:cNvSpPr/>
                <p:nvPr/>
              </p:nvSpPr>
              <p:spPr>
                <a:xfrm>
                  <a:off x="4063449" y="4739151"/>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905" name="Freeform 904">
                  <a:extLst>
                    <a:ext uri="{FF2B5EF4-FFF2-40B4-BE49-F238E27FC236}">
                      <a16:creationId xmlns:a16="http://schemas.microsoft.com/office/drawing/2014/main" id="{4FE77BFF-722F-1569-A5AB-D1B0AA0162D9}"/>
                    </a:ext>
                  </a:extLst>
                </p:cNvPr>
                <p:cNvSpPr/>
                <p:nvPr/>
              </p:nvSpPr>
              <p:spPr>
                <a:xfrm>
                  <a:off x="3820249" y="4881059"/>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2"/>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906" name="Freeform 905">
                  <a:extLst>
                    <a:ext uri="{FF2B5EF4-FFF2-40B4-BE49-F238E27FC236}">
                      <a16:creationId xmlns:a16="http://schemas.microsoft.com/office/drawing/2014/main" id="{012B88F8-F34D-528C-4A99-37A204EA45B2}"/>
                    </a:ext>
                  </a:extLst>
                </p:cNvPr>
                <p:cNvSpPr/>
                <p:nvPr/>
              </p:nvSpPr>
              <p:spPr>
                <a:xfrm>
                  <a:off x="4093566" y="5299832"/>
                  <a:ext cx="66363" cy="62929"/>
                </a:xfrm>
                <a:custGeom>
                  <a:avLst/>
                  <a:gdLst>
                    <a:gd name="csX0" fmla="*/ 66364 w 66363"/>
                    <a:gd name="csY0" fmla="*/ 31465 h 62929"/>
                    <a:gd name="csX1" fmla="*/ 33182 w 66363"/>
                    <a:gd name="csY1" fmla="*/ 62930 h 62929"/>
                    <a:gd name="csX2" fmla="*/ 0 w 66363"/>
                    <a:gd name="csY2" fmla="*/ 31465 h 62929"/>
                    <a:gd name="csX3" fmla="*/ 33182 w 66363"/>
                    <a:gd name="csY3" fmla="*/ 0 h 62929"/>
                    <a:gd name="csX4" fmla="*/ 66364 w 66363"/>
                    <a:gd name="csY4" fmla="*/ 31465 h 62929"/>
                  </a:gdLst>
                  <a:ahLst/>
                  <a:cxnLst>
                    <a:cxn ang="0">
                      <a:pos x="csX0" y="csY0"/>
                    </a:cxn>
                    <a:cxn ang="0">
                      <a:pos x="csX1" y="csY1"/>
                    </a:cxn>
                    <a:cxn ang="0">
                      <a:pos x="csX2" y="csY2"/>
                    </a:cxn>
                    <a:cxn ang="0">
                      <a:pos x="csX3" y="csY3"/>
                    </a:cxn>
                    <a:cxn ang="0">
                      <a:pos x="csX4" y="csY4"/>
                    </a:cxn>
                  </a:cxnLst>
                  <a:rect l="l" t="t" r="r" b="b"/>
                  <a:pathLst>
                    <a:path w="66363" h="62929">
                      <a:moveTo>
                        <a:pt x="66364" y="31465"/>
                      </a:moveTo>
                      <a:cubicBezTo>
                        <a:pt x="66364" y="48843"/>
                        <a:pt x="51508" y="62930"/>
                        <a:pt x="33182" y="62930"/>
                      </a:cubicBezTo>
                      <a:cubicBezTo>
                        <a:pt x="14856" y="62930"/>
                        <a:pt x="0" y="48842"/>
                        <a:pt x="0" y="31465"/>
                      </a:cubicBezTo>
                      <a:cubicBezTo>
                        <a:pt x="0" y="14087"/>
                        <a:pt x="14856" y="0"/>
                        <a:pt x="33182" y="0"/>
                      </a:cubicBezTo>
                      <a:cubicBezTo>
                        <a:pt x="51508" y="0"/>
                        <a:pt x="66364" y="14087"/>
                        <a:pt x="66364" y="31465"/>
                      </a:cubicBezTo>
                      <a:close/>
                    </a:path>
                  </a:pathLst>
                </a:custGeom>
                <a:noFill/>
                <a:ln w="9430" cap="rnd">
                  <a:solidFill>
                    <a:srgbClr val="000000"/>
                  </a:solidFill>
                  <a:prstDash val="solid"/>
                  <a:round/>
                </a:ln>
              </p:spPr>
              <p:txBody>
                <a:bodyPr/>
                <a:lstStyle/>
                <a:p>
                  <a:endParaRPr lang="en-US" sz="2268"/>
                </a:p>
              </p:txBody>
            </p:sp>
            <p:sp>
              <p:nvSpPr>
                <p:cNvPr id="907" name="TextBox 906">
                  <a:extLst>
                    <a:ext uri="{FF2B5EF4-FFF2-40B4-BE49-F238E27FC236}">
                      <a16:creationId xmlns:a16="http://schemas.microsoft.com/office/drawing/2014/main" id="{EFAE7FC1-20C4-2087-1F3F-1D6BF04320BF}"/>
                    </a:ext>
                  </a:extLst>
                </p:cNvPr>
                <p:cNvSpPr txBox="1"/>
                <p:nvPr/>
              </p:nvSpPr>
              <p:spPr>
                <a:xfrm>
                  <a:off x="3394808" y="4424639"/>
                  <a:ext cx="356598"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a  </a:t>
                  </a:r>
                </a:p>
              </p:txBody>
            </p:sp>
            <p:sp>
              <p:nvSpPr>
                <p:cNvPr id="908" name="TextBox 907">
                  <a:extLst>
                    <a:ext uri="{FF2B5EF4-FFF2-40B4-BE49-F238E27FC236}">
                      <a16:creationId xmlns:a16="http://schemas.microsoft.com/office/drawing/2014/main" id="{77A2CBAF-A7BE-4752-4D57-B895D5554C94}"/>
                    </a:ext>
                  </a:extLst>
                </p:cNvPr>
                <p:cNvSpPr txBox="1"/>
                <p:nvPr/>
              </p:nvSpPr>
              <p:spPr>
                <a:xfrm>
                  <a:off x="4761813" y="4424639"/>
                  <a:ext cx="388830"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ab </a:t>
                  </a:r>
                </a:p>
              </p:txBody>
            </p:sp>
            <p:sp>
              <p:nvSpPr>
                <p:cNvPr id="909" name="TextBox 908">
                  <a:extLst>
                    <a:ext uri="{FF2B5EF4-FFF2-40B4-BE49-F238E27FC236}">
                      <a16:creationId xmlns:a16="http://schemas.microsoft.com/office/drawing/2014/main" id="{275626BD-78B3-AA92-F543-10B74027B193}"/>
                    </a:ext>
                  </a:extLst>
                </p:cNvPr>
                <p:cNvSpPr txBox="1"/>
                <p:nvPr/>
              </p:nvSpPr>
              <p:spPr>
                <a:xfrm>
                  <a:off x="4224486" y="4424639"/>
                  <a:ext cx="324364"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b </a:t>
                  </a:r>
                </a:p>
              </p:txBody>
            </p:sp>
            <p:sp>
              <p:nvSpPr>
                <p:cNvPr id="910" name="TextBox 909">
                  <a:extLst>
                    <a:ext uri="{FF2B5EF4-FFF2-40B4-BE49-F238E27FC236}">
                      <a16:creationId xmlns:a16="http://schemas.microsoft.com/office/drawing/2014/main" id="{239DDEA6-B7DA-7930-1A8D-4872B4E8C43A}"/>
                    </a:ext>
                  </a:extLst>
                </p:cNvPr>
                <p:cNvSpPr txBox="1"/>
                <p:nvPr/>
              </p:nvSpPr>
              <p:spPr>
                <a:xfrm>
                  <a:off x="4501002" y="4424639"/>
                  <a:ext cx="324364"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b </a:t>
                  </a:r>
                </a:p>
              </p:txBody>
            </p:sp>
            <p:sp>
              <p:nvSpPr>
                <p:cNvPr id="911" name="TextBox 910">
                  <a:extLst>
                    <a:ext uri="{FF2B5EF4-FFF2-40B4-BE49-F238E27FC236}">
                      <a16:creationId xmlns:a16="http://schemas.microsoft.com/office/drawing/2014/main" id="{4F0921B3-866C-F648-4056-4634ADA6B9B5}"/>
                    </a:ext>
                  </a:extLst>
                </p:cNvPr>
                <p:cNvSpPr txBox="1"/>
                <p:nvPr/>
              </p:nvSpPr>
              <p:spPr>
                <a:xfrm>
                  <a:off x="3674518" y="4424639"/>
                  <a:ext cx="285347"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c</a:t>
                  </a:r>
                </a:p>
              </p:txBody>
            </p:sp>
            <p:sp>
              <p:nvSpPr>
                <p:cNvPr id="912" name="TextBox 911">
                  <a:extLst>
                    <a:ext uri="{FF2B5EF4-FFF2-40B4-BE49-F238E27FC236}">
                      <a16:creationId xmlns:a16="http://schemas.microsoft.com/office/drawing/2014/main" id="{2D1524F5-440C-87E2-D882-4E654CF2EDAC}"/>
                    </a:ext>
                  </a:extLst>
                </p:cNvPr>
                <p:cNvSpPr txBox="1"/>
                <p:nvPr/>
              </p:nvSpPr>
              <p:spPr>
                <a:xfrm>
                  <a:off x="3951167" y="4424639"/>
                  <a:ext cx="285347" cy="236148"/>
                </a:xfrm>
                <a:prstGeom prst="rect">
                  <a:avLst/>
                </a:prstGeom>
                <a:noFill/>
              </p:spPr>
              <p:txBody>
                <a:bodyPr wrap="none" rtlCol="0">
                  <a:spAutoFit/>
                </a:bodyPr>
                <a:lstStyle/>
                <a:p>
                  <a:pPr algn="l"/>
                  <a:r>
                    <a:rPr lang="en-US" sz="850">
                      <a:ln/>
                      <a:solidFill>
                        <a:srgbClr val="000000"/>
                      </a:solidFill>
                      <a:latin typeface="Arial"/>
                      <a:cs typeface="Arial"/>
                      <a:sym typeface="Arial"/>
                      <a:rtl val="0"/>
                    </a:rPr>
                    <a:t> c</a:t>
                  </a:r>
                </a:p>
              </p:txBody>
            </p:sp>
            <p:sp>
              <p:nvSpPr>
                <p:cNvPr id="913" name="Freeform 912">
                  <a:extLst>
                    <a:ext uri="{FF2B5EF4-FFF2-40B4-BE49-F238E27FC236}">
                      <a16:creationId xmlns:a16="http://schemas.microsoft.com/office/drawing/2014/main" id="{1EEC9330-50D8-B9C7-AD2D-C6FECF1F0281}"/>
                    </a:ext>
                  </a:extLst>
                </p:cNvPr>
                <p:cNvSpPr/>
                <p:nvPr/>
              </p:nvSpPr>
              <p:spPr>
                <a:xfrm>
                  <a:off x="3399413" y="4467972"/>
                  <a:ext cx="1714659" cy="1352358"/>
                </a:xfrm>
                <a:custGeom>
                  <a:avLst/>
                  <a:gdLst>
                    <a:gd name="csX0" fmla="*/ 0 w 1714659"/>
                    <a:gd name="csY0" fmla="*/ 0 h 1352358"/>
                    <a:gd name="csX1" fmla="*/ 1714660 w 1714659"/>
                    <a:gd name="csY1" fmla="*/ 0 h 1352358"/>
                    <a:gd name="csX2" fmla="*/ 1714660 w 1714659"/>
                    <a:gd name="csY2" fmla="*/ 1352358 h 1352358"/>
                    <a:gd name="csX3" fmla="*/ 0 w 1714659"/>
                    <a:gd name="csY3" fmla="*/ 1352358 h 1352358"/>
                  </a:gdLst>
                  <a:ahLst/>
                  <a:cxnLst>
                    <a:cxn ang="0">
                      <a:pos x="csX0" y="csY0"/>
                    </a:cxn>
                    <a:cxn ang="0">
                      <a:pos x="csX1" y="csY1"/>
                    </a:cxn>
                    <a:cxn ang="0">
                      <a:pos x="csX2" y="csY2"/>
                    </a:cxn>
                    <a:cxn ang="0">
                      <a:pos x="csX3" y="csY3"/>
                    </a:cxn>
                  </a:cxnLst>
                  <a:rect l="l" t="t" r="r" b="b"/>
                  <a:pathLst>
                    <a:path w="1714659" h="1352358">
                      <a:moveTo>
                        <a:pt x="0" y="0"/>
                      </a:moveTo>
                      <a:lnTo>
                        <a:pt x="1714660" y="0"/>
                      </a:lnTo>
                      <a:lnTo>
                        <a:pt x="1714660" y="1352358"/>
                      </a:lnTo>
                      <a:lnTo>
                        <a:pt x="0" y="1352358"/>
                      </a:lnTo>
                      <a:close/>
                    </a:path>
                  </a:pathLst>
                </a:custGeom>
                <a:noFill/>
                <a:ln w="14212" cap="rnd">
                  <a:solidFill>
                    <a:srgbClr val="333333"/>
                  </a:solidFill>
                  <a:prstDash val="solid"/>
                  <a:round/>
                </a:ln>
              </p:spPr>
              <p:txBody>
                <a:bodyPr/>
                <a:lstStyle/>
                <a:p>
                  <a:endParaRPr lang="en-US" sz="2268"/>
                </a:p>
              </p:txBody>
            </p:sp>
          </p:grpSp>
          <p:grpSp>
            <p:nvGrpSpPr>
              <p:cNvPr id="914" name="Graphic 61">
                <a:extLst>
                  <a:ext uri="{FF2B5EF4-FFF2-40B4-BE49-F238E27FC236}">
                    <a16:creationId xmlns:a16="http://schemas.microsoft.com/office/drawing/2014/main" id="{82BC604D-2D84-6E9D-6892-7FF2DA96A34A}"/>
                  </a:ext>
                </a:extLst>
              </p:cNvPr>
              <p:cNvGrpSpPr/>
              <p:nvPr/>
            </p:nvGrpSpPr>
            <p:grpSpPr>
              <a:xfrm>
                <a:off x="2942213" y="4372762"/>
                <a:ext cx="1573681" cy="1827117"/>
                <a:chOff x="2942213" y="4372762"/>
                <a:chExt cx="1573681" cy="1827117"/>
              </a:xfrm>
            </p:grpSpPr>
            <p:sp>
              <p:nvSpPr>
                <p:cNvPr id="915" name="TextBox 914">
                  <a:extLst>
                    <a:ext uri="{FF2B5EF4-FFF2-40B4-BE49-F238E27FC236}">
                      <a16:creationId xmlns:a16="http://schemas.microsoft.com/office/drawing/2014/main" id="{98BE866C-672C-3BBB-6856-9D8BB3870C8C}"/>
                    </a:ext>
                  </a:extLst>
                </p:cNvPr>
                <p:cNvSpPr txBox="1"/>
                <p:nvPr/>
              </p:nvSpPr>
              <p:spPr>
                <a:xfrm>
                  <a:off x="3007432" y="5697699"/>
                  <a:ext cx="42615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20%</a:t>
                  </a:r>
                </a:p>
              </p:txBody>
            </p:sp>
            <p:sp>
              <p:nvSpPr>
                <p:cNvPr id="916" name="TextBox 915">
                  <a:extLst>
                    <a:ext uri="{FF2B5EF4-FFF2-40B4-BE49-F238E27FC236}">
                      <a16:creationId xmlns:a16="http://schemas.microsoft.com/office/drawing/2014/main" id="{ED5AEC30-BAB4-204B-702D-7E5137172098}"/>
                    </a:ext>
                  </a:extLst>
                </p:cNvPr>
                <p:cNvSpPr txBox="1"/>
                <p:nvPr/>
              </p:nvSpPr>
              <p:spPr>
                <a:xfrm>
                  <a:off x="3007432" y="5366496"/>
                  <a:ext cx="42615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40%</a:t>
                  </a:r>
                </a:p>
              </p:txBody>
            </p:sp>
            <p:sp>
              <p:nvSpPr>
                <p:cNvPr id="917" name="TextBox 916">
                  <a:extLst>
                    <a:ext uri="{FF2B5EF4-FFF2-40B4-BE49-F238E27FC236}">
                      <a16:creationId xmlns:a16="http://schemas.microsoft.com/office/drawing/2014/main" id="{64DE0CBA-FEA0-53A9-F4B2-A78266BB3B26}"/>
                    </a:ext>
                  </a:extLst>
                </p:cNvPr>
                <p:cNvSpPr txBox="1"/>
                <p:nvPr/>
              </p:nvSpPr>
              <p:spPr>
                <a:xfrm>
                  <a:off x="3007432" y="5035293"/>
                  <a:ext cx="42615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60%</a:t>
                  </a:r>
                </a:p>
              </p:txBody>
            </p:sp>
            <p:sp>
              <p:nvSpPr>
                <p:cNvPr id="918" name="TextBox 917">
                  <a:extLst>
                    <a:ext uri="{FF2B5EF4-FFF2-40B4-BE49-F238E27FC236}">
                      <a16:creationId xmlns:a16="http://schemas.microsoft.com/office/drawing/2014/main" id="{4EDAFEE1-4E3F-F9E1-E825-3335188BA4B9}"/>
                    </a:ext>
                  </a:extLst>
                </p:cNvPr>
                <p:cNvSpPr txBox="1"/>
                <p:nvPr/>
              </p:nvSpPr>
              <p:spPr>
                <a:xfrm>
                  <a:off x="3007432" y="4704091"/>
                  <a:ext cx="42615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80%</a:t>
                  </a:r>
                </a:p>
              </p:txBody>
            </p:sp>
            <p:sp>
              <p:nvSpPr>
                <p:cNvPr id="919" name="TextBox 918">
                  <a:extLst>
                    <a:ext uri="{FF2B5EF4-FFF2-40B4-BE49-F238E27FC236}">
                      <a16:creationId xmlns:a16="http://schemas.microsoft.com/office/drawing/2014/main" id="{8751925E-CB42-3949-2253-9E7729A05052}"/>
                    </a:ext>
                  </a:extLst>
                </p:cNvPr>
                <p:cNvSpPr txBox="1"/>
                <p:nvPr/>
              </p:nvSpPr>
              <p:spPr>
                <a:xfrm>
                  <a:off x="2942213" y="4372762"/>
                  <a:ext cx="49061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100%</a:t>
                  </a:r>
                </a:p>
              </p:txBody>
            </p:sp>
            <p:sp>
              <p:nvSpPr>
                <p:cNvPr id="920" name="Freeform 919">
                  <a:extLst>
                    <a:ext uri="{FF2B5EF4-FFF2-40B4-BE49-F238E27FC236}">
                      <a16:creationId xmlns:a16="http://schemas.microsoft.com/office/drawing/2014/main" id="{BD34AC18-4207-6EF1-34F5-482DF57AD89E}"/>
                    </a:ext>
                  </a:extLst>
                </p:cNvPr>
                <p:cNvSpPr/>
                <p:nvPr/>
              </p:nvSpPr>
              <p:spPr>
                <a:xfrm>
                  <a:off x="3362900" y="5804281"/>
                  <a:ext cx="36513" cy="12636"/>
                </a:xfrm>
                <a:custGeom>
                  <a:avLst/>
                  <a:gdLst>
                    <a:gd name="csX0" fmla="*/ 0 w 36513"/>
                    <a:gd name="csY0" fmla="*/ 0 h 12636"/>
                    <a:gd name="csX1" fmla="*/ 36513 w 36513"/>
                    <a:gd name="csY1" fmla="*/ 0 h 12636"/>
                  </a:gdLst>
                  <a:ahLst/>
                  <a:cxnLst>
                    <a:cxn ang="0">
                      <a:pos x="csX0" y="csY0"/>
                    </a:cxn>
                    <a:cxn ang="0">
                      <a:pos x="csX1" y="csY1"/>
                    </a:cxn>
                  </a:cxnLst>
                  <a:rect l="l" t="t" r="r" b="b"/>
                  <a:pathLst>
                    <a:path w="36513" h="12636">
                      <a:moveTo>
                        <a:pt x="0" y="0"/>
                      </a:moveTo>
                      <a:lnTo>
                        <a:pt x="36513" y="0"/>
                      </a:lnTo>
                    </a:path>
                  </a:pathLst>
                </a:custGeom>
                <a:noFill/>
                <a:ln w="14212" cap="flat">
                  <a:solidFill>
                    <a:srgbClr val="333333"/>
                  </a:solidFill>
                  <a:prstDash val="solid"/>
                  <a:round/>
                </a:ln>
              </p:spPr>
              <p:txBody>
                <a:bodyPr/>
                <a:lstStyle/>
                <a:p>
                  <a:endParaRPr lang="en-US" sz="2268"/>
                </a:p>
              </p:txBody>
            </p:sp>
            <p:sp>
              <p:nvSpPr>
                <p:cNvPr id="921" name="Freeform 920">
                  <a:extLst>
                    <a:ext uri="{FF2B5EF4-FFF2-40B4-BE49-F238E27FC236}">
                      <a16:creationId xmlns:a16="http://schemas.microsoft.com/office/drawing/2014/main" id="{390F654F-646E-A314-EEFE-2304AFE97DC4}"/>
                    </a:ext>
                  </a:extLst>
                </p:cNvPr>
                <p:cNvSpPr/>
                <p:nvPr/>
              </p:nvSpPr>
              <p:spPr>
                <a:xfrm>
                  <a:off x="3362900" y="5473079"/>
                  <a:ext cx="36513" cy="12636"/>
                </a:xfrm>
                <a:custGeom>
                  <a:avLst/>
                  <a:gdLst>
                    <a:gd name="csX0" fmla="*/ 0 w 36513"/>
                    <a:gd name="csY0" fmla="*/ 0 h 12636"/>
                    <a:gd name="csX1" fmla="*/ 36513 w 36513"/>
                    <a:gd name="csY1" fmla="*/ 0 h 12636"/>
                  </a:gdLst>
                  <a:ahLst/>
                  <a:cxnLst>
                    <a:cxn ang="0">
                      <a:pos x="csX0" y="csY0"/>
                    </a:cxn>
                    <a:cxn ang="0">
                      <a:pos x="csX1" y="csY1"/>
                    </a:cxn>
                  </a:cxnLst>
                  <a:rect l="l" t="t" r="r" b="b"/>
                  <a:pathLst>
                    <a:path w="36513" h="12636">
                      <a:moveTo>
                        <a:pt x="0" y="0"/>
                      </a:moveTo>
                      <a:lnTo>
                        <a:pt x="36513" y="0"/>
                      </a:lnTo>
                    </a:path>
                  </a:pathLst>
                </a:custGeom>
                <a:noFill/>
                <a:ln w="14212" cap="flat">
                  <a:solidFill>
                    <a:srgbClr val="333333"/>
                  </a:solidFill>
                  <a:prstDash val="solid"/>
                  <a:round/>
                </a:ln>
              </p:spPr>
              <p:txBody>
                <a:bodyPr/>
                <a:lstStyle/>
                <a:p>
                  <a:endParaRPr lang="en-US" sz="2268"/>
                </a:p>
              </p:txBody>
            </p:sp>
            <p:sp>
              <p:nvSpPr>
                <p:cNvPr id="922" name="Freeform 921">
                  <a:extLst>
                    <a:ext uri="{FF2B5EF4-FFF2-40B4-BE49-F238E27FC236}">
                      <a16:creationId xmlns:a16="http://schemas.microsoft.com/office/drawing/2014/main" id="{4C510BCD-1510-ED14-4BCE-B6281B92135F}"/>
                    </a:ext>
                  </a:extLst>
                </p:cNvPr>
                <p:cNvSpPr/>
                <p:nvPr/>
              </p:nvSpPr>
              <p:spPr>
                <a:xfrm>
                  <a:off x="3362900" y="5141876"/>
                  <a:ext cx="36513" cy="12636"/>
                </a:xfrm>
                <a:custGeom>
                  <a:avLst/>
                  <a:gdLst>
                    <a:gd name="csX0" fmla="*/ 0 w 36513"/>
                    <a:gd name="csY0" fmla="*/ 0 h 12636"/>
                    <a:gd name="csX1" fmla="*/ 36513 w 36513"/>
                    <a:gd name="csY1" fmla="*/ 0 h 12636"/>
                  </a:gdLst>
                  <a:ahLst/>
                  <a:cxnLst>
                    <a:cxn ang="0">
                      <a:pos x="csX0" y="csY0"/>
                    </a:cxn>
                    <a:cxn ang="0">
                      <a:pos x="csX1" y="csY1"/>
                    </a:cxn>
                  </a:cxnLst>
                  <a:rect l="l" t="t" r="r" b="b"/>
                  <a:pathLst>
                    <a:path w="36513" h="12636">
                      <a:moveTo>
                        <a:pt x="0" y="0"/>
                      </a:moveTo>
                      <a:lnTo>
                        <a:pt x="36513" y="0"/>
                      </a:lnTo>
                    </a:path>
                  </a:pathLst>
                </a:custGeom>
                <a:noFill/>
                <a:ln w="14212" cap="flat">
                  <a:solidFill>
                    <a:srgbClr val="333333"/>
                  </a:solidFill>
                  <a:prstDash val="solid"/>
                  <a:round/>
                </a:ln>
              </p:spPr>
              <p:txBody>
                <a:bodyPr/>
                <a:lstStyle/>
                <a:p>
                  <a:endParaRPr lang="en-US" sz="2268"/>
                </a:p>
              </p:txBody>
            </p:sp>
            <p:sp>
              <p:nvSpPr>
                <p:cNvPr id="923" name="Freeform 922">
                  <a:extLst>
                    <a:ext uri="{FF2B5EF4-FFF2-40B4-BE49-F238E27FC236}">
                      <a16:creationId xmlns:a16="http://schemas.microsoft.com/office/drawing/2014/main" id="{AB760DF9-CE13-8735-F719-1E4E29C70B04}"/>
                    </a:ext>
                  </a:extLst>
                </p:cNvPr>
                <p:cNvSpPr/>
                <p:nvPr/>
              </p:nvSpPr>
              <p:spPr>
                <a:xfrm>
                  <a:off x="3362900" y="4810673"/>
                  <a:ext cx="36513" cy="12636"/>
                </a:xfrm>
                <a:custGeom>
                  <a:avLst/>
                  <a:gdLst>
                    <a:gd name="csX0" fmla="*/ 0 w 36513"/>
                    <a:gd name="csY0" fmla="*/ 0 h 12636"/>
                    <a:gd name="csX1" fmla="*/ 36513 w 36513"/>
                    <a:gd name="csY1" fmla="*/ 0 h 12636"/>
                  </a:gdLst>
                  <a:ahLst/>
                  <a:cxnLst>
                    <a:cxn ang="0">
                      <a:pos x="csX0" y="csY0"/>
                    </a:cxn>
                    <a:cxn ang="0">
                      <a:pos x="csX1" y="csY1"/>
                    </a:cxn>
                  </a:cxnLst>
                  <a:rect l="l" t="t" r="r" b="b"/>
                  <a:pathLst>
                    <a:path w="36513" h="12636">
                      <a:moveTo>
                        <a:pt x="0" y="0"/>
                      </a:moveTo>
                      <a:lnTo>
                        <a:pt x="36513" y="0"/>
                      </a:lnTo>
                    </a:path>
                  </a:pathLst>
                </a:custGeom>
                <a:noFill/>
                <a:ln w="14212" cap="flat">
                  <a:solidFill>
                    <a:srgbClr val="333333"/>
                  </a:solidFill>
                  <a:prstDash val="solid"/>
                  <a:round/>
                </a:ln>
              </p:spPr>
              <p:txBody>
                <a:bodyPr/>
                <a:lstStyle/>
                <a:p>
                  <a:endParaRPr lang="en-US" sz="2268"/>
                </a:p>
              </p:txBody>
            </p:sp>
            <p:sp>
              <p:nvSpPr>
                <p:cNvPr id="924" name="Freeform 923">
                  <a:extLst>
                    <a:ext uri="{FF2B5EF4-FFF2-40B4-BE49-F238E27FC236}">
                      <a16:creationId xmlns:a16="http://schemas.microsoft.com/office/drawing/2014/main" id="{AE853509-DFC2-8147-204F-0628DCB80E8F}"/>
                    </a:ext>
                  </a:extLst>
                </p:cNvPr>
                <p:cNvSpPr/>
                <p:nvPr/>
              </p:nvSpPr>
              <p:spPr>
                <a:xfrm>
                  <a:off x="3362900" y="4479344"/>
                  <a:ext cx="36513" cy="12636"/>
                </a:xfrm>
                <a:custGeom>
                  <a:avLst/>
                  <a:gdLst>
                    <a:gd name="csX0" fmla="*/ 0 w 36513"/>
                    <a:gd name="csY0" fmla="*/ 0 h 12636"/>
                    <a:gd name="csX1" fmla="*/ 36513 w 36513"/>
                    <a:gd name="csY1" fmla="*/ 0 h 12636"/>
                  </a:gdLst>
                  <a:ahLst/>
                  <a:cxnLst>
                    <a:cxn ang="0">
                      <a:pos x="csX0" y="csY0"/>
                    </a:cxn>
                    <a:cxn ang="0">
                      <a:pos x="csX1" y="csY1"/>
                    </a:cxn>
                  </a:cxnLst>
                  <a:rect l="l" t="t" r="r" b="b"/>
                  <a:pathLst>
                    <a:path w="36513" h="12636">
                      <a:moveTo>
                        <a:pt x="0" y="0"/>
                      </a:moveTo>
                      <a:lnTo>
                        <a:pt x="36513" y="0"/>
                      </a:lnTo>
                    </a:path>
                  </a:pathLst>
                </a:custGeom>
                <a:noFill/>
                <a:ln w="14212" cap="flat">
                  <a:solidFill>
                    <a:srgbClr val="333333"/>
                  </a:solidFill>
                  <a:prstDash val="solid"/>
                  <a:round/>
                </a:ln>
              </p:spPr>
              <p:txBody>
                <a:bodyPr/>
                <a:lstStyle/>
                <a:p>
                  <a:endParaRPr lang="en-US" sz="2268"/>
                </a:p>
              </p:txBody>
            </p:sp>
            <p:sp>
              <p:nvSpPr>
                <p:cNvPr id="937" name="TextBox 936">
                  <a:extLst>
                    <a:ext uri="{FF2B5EF4-FFF2-40B4-BE49-F238E27FC236}">
                      <a16:creationId xmlns:a16="http://schemas.microsoft.com/office/drawing/2014/main" id="{94EE8F93-2708-C7BA-83A1-C7FDEB719034}"/>
                    </a:ext>
                  </a:extLst>
                </p:cNvPr>
                <p:cNvSpPr txBox="1"/>
                <p:nvPr/>
              </p:nvSpPr>
              <p:spPr>
                <a:xfrm>
                  <a:off x="3957417" y="5948260"/>
                  <a:ext cx="558477"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Phase</a:t>
                  </a:r>
                </a:p>
              </p:txBody>
            </p:sp>
          </p:grpSp>
        </p:grpSp>
        <p:grpSp>
          <p:nvGrpSpPr>
            <p:cNvPr id="777" name="Graphic 62">
              <a:extLst>
                <a:ext uri="{FF2B5EF4-FFF2-40B4-BE49-F238E27FC236}">
                  <a16:creationId xmlns:a16="http://schemas.microsoft.com/office/drawing/2014/main" id="{5138B084-5E2F-AA49-CE33-DDB0CFC82D68}"/>
                </a:ext>
              </a:extLst>
            </p:cNvPr>
            <p:cNvGrpSpPr/>
            <p:nvPr/>
          </p:nvGrpSpPr>
          <p:grpSpPr>
            <a:xfrm>
              <a:off x="3032242" y="5882365"/>
              <a:ext cx="2121775" cy="1627485"/>
              <a:chOff x="3032242" y="5882365"/>
              <a:chExt cx="2121775" cy="1627485"/>
            </a:xfrm>
          </p:grpSpPr>
          <p:grpSp>
            <p:nvGrpSpPr>
              <p:cNvPr id="780" name="Graphic 62">
                <a:extLst>
                  <a:ext uri="{FF2B5EF4-FFF2-40B4-BE49-F238E27FC236}">
                    <a16:creationId xmlns:a16="http://schemas.microsoft.com/office/drawing/2014/main" id="{57A610F0-5B7E-49A3-B40A-B7C4F03AB6BE}"/>
                  </a:ext>
                </a:extLst>
              </p:cNvPr>
              <p:cNvGrpSpPr/>
              <p:nvPr/>
            </p:nvGrpSpPr>
            <p:grpSpPr>
              <a:xfrm>
                <a:off x="3381496" y="5882365"/>
                <a:ext cx="1745350" cy="1395691"/>
                <a:chOff x="3381496" y="5882365"/>
                <a:chExt cx="1745350" cy="1395691"/>
              </a:xfrm>
            </p:grpSpPr>
            <p:sp>
              <p:nvSpPr>
                <p:cNvPr id="781" name="Freeform 780">
                  <a:extLst>
                    <a:ext uri="{FF2B5EF4-FFF2-40B4-BE49-F238E27FC236}">
                      <a16:creationId xmlns:a16="http://schemas.microsoft.com/office/drawing/2014/main" id="{EA4CBE15-A3D8-7E0A-D147-E3D205BCFBB4}"/>
                    </a:ext>
                  </a:extLst>
                </p:cNvPr>
                <p:cNvSpPr/>
                <p:nvPr/>
              </p:nvSpPr>
              <p:spPr>
                <a:xfrm>
                  <a:off x="3381496" y="5925698"/>
                  <a:ext cx="1745350" cy="1352358"/>
                </a:xfrm>
                <a:custGeom>
                  <a:avLst/>
                  <a:gdLst>
                    <a:gd name="csX0" fmla="*/ 0 w 1745350"/>
                    <a:gd name="csY0" fmla="*/ 0 h 1352358"/>
                    <a:gd name="csX1" fmla="*/ 1745350 w 1745350"/>
                    <a:gd name="csY1" fmla="*/ 0 h 1352358"/>
                    <a:gd name="csX2" fmla="*/ 1745350 w 1745350"/>
                    <a:gd name="csY2" fmla="*/ 1352358 h 1352358"/>
                    <a:gd name="csX3" fmla="*/ 0 w 1745350"/>
                    <a:gd name="csY3" fmla="*/ 1352358 h 1352358"/>
                  </a:gdLst>
                  <a:ahLst/>
                  <a:cxnLst>
                    <a:cxn ang="0">
                      <a:pos x="csX0" y="csY0"/>
                    </a:cxn>
                    <a:cxn ang="0">
                      <a:pos x="csX1" y="csY1"/>
                    </a:cxn>
                    <a:cxn ang="0">
                      <a:pos x="csX2" y="csY2"/>
                    </a:cxn>
                    <a:cxn ang="0">
                      <a:pos x="csX3" y="csY3"/>
                    </a:cxn>
                  </a:cxnLst>
                  <a:rect l="l" t="t" r="r" b="b"/>
                  <a:pathLst>
                    <a:path w="1745350" h="1352358">
                      <a:moveTo>
                        <a:pt x="0" y="0"/>
                      </a:moveTo>
                      <a:lnTo>
                        <a:pt x="1745350" y="0"/>
                      </a:lnTo>
                      <a:lnTo>
                        <a:pt x="1745350" y="1352358"/>
                      </a:lnTo>
                      <a:lnTo>
                        <a:pt x="0" y="1352358"/>
                      </a:lnTo>
                      <a:close/>
                    </a:path>
                  </a:pathLst>
                </a:custGeom>
                <a:solidFill>
                  <a:srgbClr val="FFFFFF"/>
                </a:solidFill>
                <a:ln w="27276" cap="rnd">
                  <a:solidFill>
                    <a:srgbClr val="000000"/>
                  </a:solidFill>
                  <a:prstDash val="solid"/>
                  <a:round/>
                </a:ln>
              </p:spPr>
              <p:txBody>
                <a:bodyPr/>
                <a:lstStyle/>
                <a:p>
                  <a:endParaRPr lang="en-US" sz="2268"/>
                </a:p>
              </p:txBody>
            </p:sp>
            <p:sp>
              <p:nvSpPr>
                <p:cNvPr id="782" name="Freeform 781">
                  <a:extLst>
                    <a:ext uri="{FF2B5EF4-FFF2-40B4-BE49-F238E27FC236}">
                      <a16:creationId xmlns:a16="http://schemas.microsoft.com/office/drawing/2014/main" id="{1C478BA3-71C9-213C-FE3A-912253FB9582}"/>
                    </a:ext>
                  </a:extLst>
                </p:cNvPr>
                <p:cNvSpPr/>
                <p:nvPr/>
              </p:nvSpPr>
              <p:spPr>
                <a:xfrm>
                  <a:off x="3705213" y="6662785"/>
                  <a:ext cx="253404" cy="12636"/>
                </a:xfrm>
                <a:custGeom>
                  <a:avLst/>
                  <a:gdLst>
                    <a:gd name="csX0" fmla="*/ 0 w 253404"/>
                    <a:gd name="csY0" fmla="*/ 0 h 12636"/>
                    <a:gd name="csX1" fmla="*/ 253405 w 253404"/>
                    <a:gd name="csY1" fmla="*/ 0 h 12636"/>
                  </a:gdLst>
                  <a:ahLst/>
                  <a:cxnLst>
                    <a:cxn ang="0">
                      <a:pos x="csX0" y="csY0"/>
                    </a:cxn>
                    <a:cxn ang="0">
                      <a:pos x="csX1" y="csY1"/>
                    </a:cxn>
                  </a:cxnLst>
                  <a:rect l="l" t="t" r="r" b="b"/>
                  <a:pathLst>
                    <a:path w="253404" h="12636">
                      <a:moveTo>
                        <a:pt x="0" y="0"/>
                      </a:moveTo>
                      <a:lnTo>
                        <a:pt x="253405" y="0"/>
                      </a:lnTo>
                    </a:path>
                  </a:pathLst>
                </a:custGeom>
                <a:ln w="34192" cap="flat">
                  <a:solidFill>
                    <a:srgbClr val="000000"/>
                  </a:solidFill>
                  <a:prstDash val="solid"/>
                  <a:miter/>
                </a:ln>
              </p:spPr>
              <p:txBody>
                <a:bodyPr/>
                <a:lstStyle/>
                <a:p>
                  <a:endParaRPr lang="en-US" sz="2268"/>
                </a:p>
              </p:txBody>
            </p:sp>
            <p:sp>
              <p:nvSpPr>
                <p:cNvPr id="783" name="Freeform 782">
                  <a:extLst>
                    <a:ext uri="{FF2B5EF4-FFF2-40B4-BE49-F238E27FC236}">
                      <a16:creationId xmlns:a16="http://schemas.microsoft.com/office/drawing/2014/main" id="{79667FAB-4013-3BB7-0490-902E75510884}"/>
                    </a:ext>
                  </a:extLst>
                </p:cNvPr>
                <p:cNvSpPr/>
                <p:nvPr/>
              </p:nvSpPr>
              <p:spPr>
                <a:xfrm>
                  <a:off x="3986717" y="6791045"/>
                  <a:ext cx="253404" cy="12636"/>
                </a:xfrm>
                <a:custGeom>
                  <a:avLst/>
                  <a:gdLst>
                    <a:gd name="csX0" fmla="*/ 0 w 253404"/>
                    <a:gd name="csY0" fmla="*/ 0 h 12636"/>
                    <a:gd name="csX1" fmla="*/ 253405 w 253404"/>
                    <a:gd name="csY1" fmla="*/ 0 h 12636"/>
                  </a:gdLst>
                  <a:ahLst/>
                  <a:cxnLst>
                    <a:cxn ang="0">
                      <a:pos x="csX0" y="csY0"/>
                    </a:cxn>
                    <a:cxn ang="0">
                      <a:pos x="csX1" y="csY1"/>
                    </a:cxn>
                  </a:cxnLst>
                  <a:rect l="l" t="t" r="r" b="b"/>
                  <a:pathLst>
                    <a:path w="253404" h="12636">
                      <a:moveTo>
                        <a:pt x="0" y="0"/>
                      </a:moveTo>
                      <a:lnTo>
                        <a:pt x="253405" y="0"/>
                      </a:lnTo>
                    </a:path>
                  </a:pathLst>
                </a:custGeom>
                <a:ln w="34192" cap="flat">
                  <a:solidFill>
                    <a:srgbClr val="000000"/>
                  </a:solidFill>
                  <a:prstDash val="solid"/>
                  <a:miter/>
                </a:ln>
              </p:spPr>
              <p:txBody>
                <a:bodyPr/>
                <a:lstStyle/>
                <a:p>
                  <a:endParaRPr lang="en-US" sz="2268"/>
                </a:p>
              </p:txBody>
            </p:sp>
            <p:sp>
              <p:nvSpPr>
                <p:cNvPr id="784" name="Freeform 783">
                  <a:extLst>
                    <a:ext uri="{FF2B5EF4-FFF2-40B4-BE49-F238E27FC236}">
                      <a16:creationId xmlns:a16="http://schemas.microsoft.com/office/drawing/2014/main" id="{808EB3BF-D7C6-90FD-0506-F3EDEA7FA329}"/>
                    </a:ext>
                  </a:extLst>
                </p:cNvPr>
                <p:cNvSpPr/>
                <p:nvPr/>
              </p:nvSpPr>
              <p:spPr>
                <a:xfrm>
                  <a:off x="4268221" y="6211662"/>
                  <a:ext cx="253404" cy="12636"/>
                </a:xfrm>
                <a:custGeom>
                  <a:avLst/>
                  <a:gdLst>
                    <a:gd name="csX0" fmla="*/ 0 w 253404"/>
                    <a:gd name="csY0" fmla="*/ 0 h 12636"/>
                    <a:gd name="csX1" fmla="*/ 253405 w 253404"/>
                    <a:gd name="csY1" fmla="*/ 0 h 12636"/>
                  </a:gdLst>
                  <a:ahLst/>
                  <a:cxnLst>
                    <a:cxn ang="0">
                      <a:pos x="csX0" y="csY0"/>
                    </a:cxn>
                    <a:cxn ang="0">
                      <a:pos x="csX1" y="csY1"/>
                    </a:cxn>
                  </a:cxnLst>
                  <a:rect l="l" t="t" r="r" b="b"/>
                  <a:pathLst>
                    <a:path w="253404" h="12636">
                      <a:moveTo>
                        <a:pt x="0" y="0"/>
                      </a:moveTo>
                      <a:lnTo>
                        <a:pt x="253405" y="0"/>
                      </a:lnTo>
                    </a:path>
                  </a:pathLst>
                </a:custGeom>
                <a:ln w="34192" cap="flat">
                  <a:solidFill>
                    <a:srgbClr val="000000"/>
                  </a:solidFill>
                  <a:prstDash val="solid"/>
                  <a:miter/>
                </a:ln>
              </p:spPr>
              <p:txBody>
                <a:bodyPr/>
                <a:lstStyle/>
                <a:p>
                  <a:endParaRPr lang="en-US" sz="2268"/>
                </a:p>
              </p:txBody>
            </p:sp>
            <p:sp>
              <p:nvSpPr>
                <p:cNvPr id="785" name="Freeform 784">
                  <a:extLst>
                    <a:ext uri="{FF2B5EF4-FFF2-40B4-BE49-F238E27FC236}">
                      <a16:creationId xmlns:a16="http://schemas.microsoft.com/office/drawing/2014/main" id="{B808A333-AADA-CE02-5438-B0692A4F4F0F}"/>
                    </a:ext>
                  </a:extLst>
                </p:cNvPr>
                <p:cNvSpPr/>
                <p:nvPr/>
              </p:nvSpPr>
              <p:spPr>
                <a:xfrm>
                  <a:off x="4549725" y="6537683"/>
                  <a:ext cx="253404" cy="12636"/>
                </a:xfrm>
                <a:custGeom>
                  <a:avLst/>
                  <a:gdLst>
                    <a:gd name="csX0" fmla="*/ 0 w 253404"/>
                    <a:gd name="csY0" fmla="*/ 0 h 12636"/>
                    <a:gd name="csX1" fmla="*/ 253405 w 253404"/>
                    <a:gd name="csY1" fmla="*/ 0 h 12636"/>
                  </a:gdLst>
                  <a:ahLst/>
                  <a:cxnLst>
                    <a:cxn ang="0">
                      <a:pos x="csX0" y="csY0"/>
                    </a:cxn>
                    <a:cxn ang="0">
                      <a:pos x="csX1" y="csY1"/>
                    </a:cxn>
                  </a:cxnLst>
                  <a:rect l="l" t="t" r="r" b="b"/>
                  <a:pathLst>
                    <a:path w="253404" h="12636">
                      <a:moveTo>
                        <a:pt x="0" y="0"/>
                      </a:moveTo>
                      <a:lnTo>
                        <a:pt x="253405" y="0"/>
                      </a:lnTo>
                    </a:path>
                  </a:pathLst>
                </a:custGeom>
                <a:ln w="34192" cap="flat">
                  <a:solidFill>
                    <a:srgbClr val="000000"/>
                  </a:solidFill>
                  <a:prstDash val="solid"/>
                  <a:miter/>
                </a:ln>
              </p:spPr>
              <p:txBody>
                <a:bodyPr/>
                <a:lstStyle/>
                <a:p>
                  <a:endParaRPr lang="en-US" sz="2268"/>
                </a:p>
              </p:txBody>
            </p:sp>
            <p:sp>
              <p:nvSpPr>
                <p:cNvPr id="786" name="Freeform 785">
                  <a:extLst>
                    <a:ext uri="{FF2B5EF4-FFF2-40B4-BE49-F238E27FC236}">
                      <a16:creationId xmlns:a16="http://schemas.microsoft.com/office/drawing/2014/main" id="{BE83427E-EA15-0A34-643F-1C5BE52BDF7C}"/>
                    </a:ext>
                  </a:extLst>
                </p:cNvPr>
                <p:cNvSpPr/>
                <p:nvPr/>
              </p:nvSpPr>
              <p:spPr>
                <a:xfrm>
                  <a:off x="3423709" y="6231754"/>
                  <a:ext cx="253276" cy="12636"/>
                </a:xfrm>
                <a:custGeom>
                  <a:avLst/>
                  <a:gdLst>
                    <a:gd name="csX0" fmla="*/ 0 w 253276"/>
                    <a:gd name="csY0" fmla="*/ 0 h 12636"/>
                    <a:gd name="csX1" fmla="*/ 253277 w 253276"/>
                    <a:gd name="csY1" fmla="*/ 0 h 12636"/>
                  </a:gdLst>
                  <a:ahLst/>
                  <a:cxnLst>
                    <a:cxn ang="0">
                      <a:pos x="csX0" y="csY0"/>
                    </a:cxn>
                    <a:cxn ang="0">
                      <a:pos x="csX1" y="csY1"/>
                    </a:cxn>
                  </a:cxnLst>
                  <a:rect l="l" t="t" r="r" b="b"/>
                  <a:pathLst>
                    <a:path w="253276" h="12636">
                      <a:moveTo>
                        <a:pt x="0" y="0"/>
                      </a:moveTo>
                      <a:lnTo>
                        <a:pt x="253277" y="0"/>
                      </a:lnTo>
                    </a:path>
                  </a:pathLst>
                </a:custGeom>
                <a:ln w="34192" cap="flat">
                  <a:solidFill>
                    <a:srgbClr val="000000"/>
                  </a:solidFill>
                  <a:prstDash val="solid"/>
                  <a:miter/>
                </a:ln>
              </p:spPr>
              <p:txBody>
                <a:bodyPr/>
                <a:lstStyle/>
                <a:p>
                  <a:endParaRPr lang="en-US" sz="2268"/>
                </a:p>
              </p:txBody>
            </p:sp>
            <p:sp>
              <p:nvSpPr>
                <p:cNvPr id="787" name="Freeform 786">
                  <a:extLst>
                    <a:ext uri="{FF2B5EF4-FFF2-40B4-BE49-F238E27FC236}">
                      <a16:creationId xmlns:a16="http://schemas.microsoft.com/office/drawing/2014/main" id="{8DDC1148-D6AA-BFD7-3807-F30B0E2AA34D}"/>
                    </a:ext>
                  </a:extLst>
                </p:cNvPr>
                <p:cNvSpPr/>
                <p:nvPr/>
              </p:nvSpPr>
              <p:spPr>
                <a:xfrm>
                  <a:off x="3494021" y="6174889"/>
                  <a:ext cx="112652" cy="12636"/>
                </a:xfrm>
                <a:custGeom>
                  <a:avLst/>
                  <a:gdLst>
                    <a:gd name="csX0" fmla="*/ 0 w 112652"/>
                    <a:gd name="csY0" fmla="*/ 0 h 12636"/>
                    <a:gd name="csX1" fmla="*/ 112653 w 112652"/>
                    <a:gd name="csY1" fmla="*/ 0 h 12636"/>
                  </a:gdLst>
                  <a:ahLst/>
                  <a:cxnLst>
                    <a:cxn ang="0">
                      <a:pos x="csX0" y="csY0"/>
                    </a:cxn>
                    <a:cxn ang="0">
                      <a:pos x="csX1" y="csY1"/>
                    </a:cxn>
                  </a:cxnLst>
                  <a:rect l="l" t="t" r="r" b="b"/>
                  <a:pathLst>
                    <a:path w="112652" h="12636">
                      <a:moveTo>
                        <a:pt x="0" y="0"/>
                      </a:moveTo>
                      <a:lnTo>
                        <a:pt x="112653" y="0"/>
                      </a:lnTo>
                    </a:path>
                  </a:pathLst>
                </a:custGeom>
                <a:noFill/>
                <a:ln w="13702" cap="flat">
                  <a:solidFill>
                    <a:srgbClr val="000000"/>
                  </a:solidFill>
                  <a:prstDash val="solid"/>
                  <a:round/>
                </a:ln>
              </p:spPr>
              <p:txBody>
                <a:bodyPr/>
                <a:lstStyle/>
                <a:p>
                  <a:endParaRPr lang="en-US" sz="2268"/>
                </a:p>
              </p:txBody>
            </p:sp>
            <p:sp>
              <p:nvSpPr>
                <p:cNvPr id="788" name="Freeform 787">
                  <a:extLst>
                    <a:ext uri="{FF2B5EF4-FFF2-40B4-BE49-F238E27FC236}">
                      <a16:creationId xmlns:a16="http://schemas.microsoft.com/office/drawing/2014/main" id="{ADD205B6-DA58-F26C-85FD-E51C8CDAE222}"/>
                    </a:ext>
                  </a:extLst>
                </p:cNvPr>
                <p:cNvSpPr/>
                <p:nvPr/>
              </p:nvSpPr>
              <p:spPr>
                <a:xfrm>
                  <a:off x="3550347" y="6174889"/>
                  <a:ext cx="12830" cy="113602"/>
                </a:xfrm>
                <a:custGeom>
                  <a:avLst/>
                  <a:gdLst>
                    <a:gd name="csX0" fmla="*/ 0 w 12830"/>
                    <a:gd name="csY0" fmla="*/ 0 h 113602"/>
                    <a:gd name="csX1" fmla="*/ 0 w 12830"/>
                    <a:gd name="csY1" fmla="*/ 113602 h 113602"/>
                  </a:gdLst>
                  <a:ahLst/>
                  <a:cxnLst>
                    <a:cxn ang="0">
                      <a:pos x="csX0" y="csY0"/>
                    </a:cxn>
                    <a:cxn ang="0">
                      <a:pos x="csX1" y="csY1"/>
                    </a:cxn>
                  </a:cxnLst>
                  <a:rect l="l" t="t" r="r" b="b"/>
                  <a:pathLst>
                    <a:path w="12830" h="113602">
                      <a:moveTo>
                        <a:pt x="0" y="0"/>
                      </a:moveTo>
                      <a:lnTo>
                        <a:pt x="0" y="113602"/>
                      </a:lnTo>
                    </a:path>
                  </a:pathLst>
                </a:custGeom>
                <a:noFill/>
                <a:ln w="13702" cap="flat">
                  <a:solidFill>
                    <a:srgbClr val="000000"/>
                  </a:solidFill>
                  <a:prstDash val="solid"/>
                  <a:round/>
                </a:ln>
              </p:spPr>
              <p:txBody>
                <a:bodyPr/>
                <a:lstStyle/>
                <a:p>
                  <a:endParaRPr lang="en-US" sz="2268"/>
                </a:p>
              </p:txBody>
            </p:sp>
            <p:sp>
              <p:nvSpPr>
                <p:cNvPr id="789" name="Freeform 788">
                  <a:extLst>
                    <a:ext uri="{FF2B5EF4-FFF2-40B4-BE49-F238E27FC236}">
                      <a16:creationId xmlns:a16="http://schemas.microsoft.com/office/drawing/2014/main" id="{8C5A9CE7-9728-4243-36F1-BA61043F1D02}"/>
                    </a:ext>
                  </a:extLst>
                </p:cNvPr>
                <p:cNvSpPr/>
                <p:nvPr/>
              </p:nvSpPr>
              <p:spPr>
                <a:xfrm>
                  <a:off x="3494021" y="6288491"/>
                  <a:ext cx="112652" cy="12636"/>
                </a:xfrm>
                <a:custGeom>
                  <a:avLst/>
                  <a:gdLst>
                    <a:gd name="csX0" fmla="*/ 0 w 112652"/>
                    <a:gd name="csY0" fmla="*/ 0 h 12636"/>
                    <a:gd name="csX1" fmla="*/ 112653 w 112652"/>
                    <a:gd name="csY1" fmla="*/ 0 h 12636"/>
                  </a:gdLst>
                  <a:ahLst/>
                  <a:cxnLst>
                    <a:cxn ang="0">
                      <a:pos x="csX0" y="csY0"/>
                    </a:cxn>
                    <a:cxn ang="0">
                      <a:pos x="csX1" y="csY1"/>
                    </a:cxn>
                  </a:cxnLst>
                  <a:rect l="l" t="t" r="r" b="b"/>
                  <a:pathLst>
                    <a:path w="112652" h="12636">
                      <a:moveTo>
                        <a:pt x="0" y="0"/>
                      </a:moveTo>
                      <a:lnTo>
                        <a:pt x="112653" y="0"/>
                      </a:lnTo>
                    </a:path>
                  </a:pathLst>
                </a:custGeom>
                <a:noFill/>
                <a:ln w="13702" cap="flat">
                  <a:solidFill>
                    <a:srgbClr val="000000"/>
                  </a:solidFill>
                  <a:prstDash val="solid"/>
                  <a:round/>
                </a:ln>
              </p:spPr>
              <p:txBody>
                <a:bodyPr/>
                <a:lstStyle/>
                <a:p>
                  <a:endParaRPr lang="en-US" sz="2268"/>
                </a:p>
              </p:txBody>
            </p:sp>
            <p:sp>
              <p:nvSpPr>
                <p:cNvPr id="790" name="Freeform 789">
                  <a:extLst>
                    <a:ext uri="{FF2B5EF4-FFF2-40B4-BE49-F238E27FC236}">
                      <a16:creationId xmlns:a16="http://schemas.microsoft.com/office/drawing/2014/main" id="{4377B9A1-54C5-6037-ED10-CFDF2F762650}"/>
                    </a:ext>
                  </a:extLst>
                </p:cNvPr>
                <p:cNvSpPr/>
                <p:nvPr/>
              </p:nvSpPr>
              <p:spPr>
                <a:xfrm>
                  <a:off x="3775525" y="6595306"/>
                  <a:ext cx="112652" cy="12636"/>
                </a:xfrm>
                <a:custGeom>
                  <a:avLst/>
                  <a:gdLst>
                    <a:gd name="csX0" fmla="*/ 0 w 112652"/>
                    <a:gd name="csY0" fmla="*/ 0 h 12636"/>
                    <a:gd name="csX1" fmla="*/ 112653 w 112652"/>
                    <a:gd name="csY1" fmla="*/ 0 h 12636"/>
                  </a:gdLst>
                  <a:ahLst/>
                  <a:cxnLst>
                    <a:cxn ang="0">
                      <a:pos x="csX0" y="csY0"/>
                    </a:cxn>
                    <a:cxn ang="0">
                      <a:pos x="csX1" y="csY1"/>
                    </a:cxn>
                  </a:cxnLst>
                  <a:rect l="l" t="t" r="r" b="b"/>
                  <a:pathLst>
                    <a:path w="112652" h="12636">
                      <a:moveTo>
                        <a:pt x="0" y="0"/>
                      </a:moveTo>
                      <a:lnTo>
                        <a:pt x="112653" y="0"/>
                      </a:lnTo>
                    </a:path>
                  </a:pathLst>
                </a:custGeom>
                <a:noFill/>
                <a:ln w="13702" cap="flat">
                  <a:solidFill>
                    <a:srgbClr val="000000"/>
                  </a:solidFill>
                  <a:prstDash val="solid"/>
                  <a:round/>
                </a:ln>
              </p:spPr>
              <p:txBody>
                <a:bodyPr/>
                <a:lstStyle/>
                <a:p>
                  <a:endParaRPr lang="en-US" sz="2268"/>
                </a:p>
              </p:txBody>
            </p:sp>
            <p:sp>
              <p:nvSpPr>
                <p:cNvPr id="791" name="Freeform 790">
                  <a:extLst>
                    <a:ext uri="{FF2B5EF4-FFF2-40B4-BE49-F238E27FC236}">
                      <a16:creationId xmlns:a16="http://schemas.microsoft.com/office/drawing/2014/main" id="{3E7D2B9F-6586-74A4-0641-76319FC51A3C}"/>
                    </a:ext>
                  </a:extLst>
                </p:cNvPr>
                <p:cNvSpPr/>
                <p:nvPr/>
              </p:nvSpPr>
              <p:spPr>
                <a:xfrm>
                  <a:off x="3831851" y="6595306"/>
                  <a:ext cx="12830" cy="134957"/>
                </a:xfrm>
                <a:custGeom>
                  <a:avLst/>
                  <a:gdLst>
                    <a:gd name="csX0" fmla="*/ 0 w 12830"/>
                    <a:gd name="csY0" fmla="*/ 0 h 134957"/>
                    <a:gd name="csX1" fmla="*/ 0 w 12830"/>
                    <a:gd name="csY1" fmla="*/ 134958 h 134957"/>
                  </a:gdLst>
                  <a:ahLst/>
                  <a:cxnLst>
                    <a:cxn ang="0">
                      <a:pos x="csX0" y="csY0"/>
                    </a:cxn>
                    <a:cxn ang="0">
                      <a:pos x="csX1" y="csY1"/>
                    </a:cxn>
                  </a:cxnLst>
                  <a:rect l="l" t="t" r="r" b="b"/>
                  <a:pathLst>
                    <a:path w="12830" h="134957">
                      <a:moveTo>
                        <a:pt x="0" y="0"/>
                      </a:moveTo>
                      <a:lnTo>
                        <a:pt x="0" y="134958"/>
                      </a:lnTo>
                    </a:path>
                  </a:pathLst>
                </a:custGeom>
                <a:noFill/>
                <a:ln w="13702" cap="flat">
                  <a:solidFill>
                    <a:srgbClr val="000000"/>
                  </a:solidFill>
                  <a:prstDash val="solid"/>
                  <a:round/>
                </a:ln>
              </p:spPr>
              <p:txBody>
                <a:bodyPr/>
                <a:lstStyle/>
                <a:p>
                  <a:endParaRPr lang="en-US" sz="2268"/>
                </a:p>
              </p:txBody>
            </p:sp>
            <p:sp>
              <p:nvSpPr>
                <p:cNvPr id="792" name="Freeform 791">
                  <a:extLst>
                    <a:ext uri="{FF2B5EF4-FFF2-40B4-BE49-F238E27FC236}">
                      <a16:creationId xmlns:a16="http://schemas.microsoft.com/office/drawing/2014/main" id="{5314BC25-EB72-56C0-F75D-B16B1CC6AB97}"/>
                    </a:ext>
                  </a:extLst>
                </p:cNvPr>
                <p:cNvSpPr/>
                <p:nvPr/>
              </p:nvSpPr>
              <p:spPr>
                <a:xfrm>
                  <a:off x="3775525" y="6730263"/>
                  <a:ext cx="112652" cy="12636"/>
                </a:xfrm>
                <a:custGeom>
                  <a:avLst/>
                  <a:gdLst>
                    <a:gd name="csX0" fmla="*/ 0 w 112652"/>
                    <a:gd name="csY0" fmla="*/ 0 h 12636"/>
                    <a:gd name="csX1" fmla="*/ 112653 w 112652"/>
                    <a:gd name="csY1" fmla="*/ 0 h 12636"/>
                  </a:gdLst>
                  <a:ahLst/>
                  <a:cxnLst>
                    <a:cxn ang="0">
                      <a:pos x="csX0" y="csY0"/>
                    </a:cxn>
                    <a:cxn ang="0">
                      <a:pos x="csX1" y="csY1"/>
                    </a:cxn>
                  </a:cxnLst>
                  <a:rect l="l" t="t" r="r" b="b"/>
                  <a:pathLst>
                    <a:path w="112652" h="12636">
                      <a:moveTo>
                        <a:pt x="0" y="0"/>
                      </a:moveTo>
                      <a:lnTo>
                        <a:pt x="112653" y="0"/>
                      </a:lnTo>
                    </a:path>
                  </a:pathLst>
                </a:custGeom>
                <a:noFill/>
                <a:ln w="13702" cap="flat">
                  <a:solidFill>
                    <a:srgbClr val="000000"/>
                  </a:solidFill>
                  <a:prstDash val="solid"/>
                  <a:round/>
                </a:ln>
              </p:spPr>
              <p:txBody>
                <a:bodyPr/>
                <a:lstStyle/>
                <a:p>
                  <a:endParaRPr lang="en-US" sz="2268"/>
                </a:p>
              </p:txBody>
            </p:sp>
            <p:sp>
              <p:nvSpPr>
                <p:cNvPr id="793" name="Freeform 792">
                  <a:extLst>
                    <a:ext uri="{FF2B5EF4-FFF2-40B4-BE49-F238E27FC236}">
                      <a16:creationId xmlns:a16="http://schemas.microsoft.com/office/drawing/2014/main" id="{02EE7380-CB5E-A576-7328-82742FA68901}"/>
                    </a:ext>
                  </a:extLst>
                </p:cNvPr>
                <p:cNvSpPr/>
                <p:nvPr/>
              </p:nvSpPr>
              <p:spPr>
                <a:xfrm>
                  <a:off x="4057029" y="6688184"/>
                  <a:ext cx="112652" cy="12636"/>
                </a:xfrm>
                <a:custGeom>
                  <a:avLst/>
                  <a:gdLst>
                    <a:gd name="csX0" fmla="*/ 0 w 112652"/>
                    <a:gd name="csY0" fmla="*/ 0 h 12636"/>
                    <a:gd name="csX1" fmla="*/ 112653 w 112652"/>
                    <a:gd name="csY1" fmla="*/ 0 h 12636"/>
                  </a:gdLst>
                  <a:ahLst/>
                  <a:cxnLst>
                    <a:cxn ang="0">
                      <a:pos x="csX0" y="csY0"/>
                    </a:cxn>
                    <a:cxn ang="0">
                      <a:pos x="csX1" y="csY1"/>
                    </a:cxn>
                  </a:cxnLst>
                  <a:rect l="l" t="t" r="r" b="b"/>
                  <a:pathLst>
                    <a:path w="112652" h="12636">
                      <a:moveTo>
                        <a:pt x="0" y="0"/>
                      </a:moveTo>
                      <a:lnTo>
                        <a:pt x="112653" y="0"/>
                      </a:lnTo>
                    </a:path>
                  </a:pathLst>
                </a:custGeom>
                <a:noFill/>
                <a:ln w="13702" cap="flat">
                  <a:solidFill>
                    <a:srgbClr val="000000"/>
                  </a:solidFill>
                  <a:prstDash val="solid"/>
                  <a:round/>
                </a:ln>
              </p:spPr>
              <p:txBody>
                <a:bodyPr/>
                <a:lstStyle/>
                <a:p>
                  <a:endParaRPr lang="en-US" sz="2268"/>
                </a:p>
              </p:txBody>
            </p:sp>
            <p:sp>
              <p:nvSpPr>
                <p:cNvPr id="794" name="Freeform 793">
                  <a:extLst>
                    <a:ext uri="{FF2B5EF4-FFF2-40B4-BE49-F238E27FC236}">
                      <a16:creationId xmlns:a16="http://schemas.microsoft.com/office/drawing/2014/main" id="{646E02A0-1C32-93A7-44B8-0431833FD435}"/>
                    </a:ext>
                  </a:extLst>
                </p:cNvPr>
                <p:cNvSpPr/>
                <p:nvPr/>
              </p:nvSpPr>
              <p:spPr>
                <a:xfrm>
                  <a:off x="4113355" y="6688184"/>
                  <a:ext cx="12830" cy="205848"/>
                </a:xfrm>
                <a:custGeom>
                  <a:avLst/>
                  <a:gdLst>
                    <a:gd name="csX0" fmla="*/ 0 w 12830"/>
                    <a:gd name="csY0" fmla="*/ 0 h 205848"/>
                    <a:gd name="csX1" fmla="*/ 0 w 12830"/>
                    <a:gd name="csY1" fmla="*/ 205849 h 205848"/>
                  </a:gdLst>
                  <a:ahLst/>
                  <a:cxnLst>
                    <a:cxn ang="0">
                      <a:pos x="csX0" y="csY0"/>
                    </a:cxn>
                    <a:cxn ang="0">
                      <a:pos x="csX1" y="csY1"/>
                    </a:cxn>
                  </a:cxnLst>
                  <a:rect l="l" t="t" r="r" b="b"/>
                  <a:pathLst>
                    <a:path w="12830" h="205848">
                      <a:moveTo>
                        <a:pt x="0" y="0"/>
                      </a:moveTo>
                      <a:lnTo>
                        <a:pt x="0" y="205849"/>
                      </a:lnTo>
                    </a:path>
                  </a:pathLst>
                </a:custGeom>
                <a:noFill/>
                <a:ln w="13702" cap="flat">
                  <a:solidFill>
                    <a:srgbClr val="000000"/>
                  </a:solidFill>
                  <a:prstDash val="solid"/>
                  <a:round/>
                </a:ln>
              </p:spPr>
              <p:txBody>
                <a:bodyPr/>
                <a:lstStyle/>
                <a:p>
                  <a:endParaRPr lang="en-US" sz="2268"/>
                </a:p>
              </p:txBody>
            </p:sp>
            <p:sp>
              <p:nvSpPr>
                <p:cNvPr id="795" name="Freeform 794">
                  <a:extLst>
                    <a:ext uri="{FF2B5EF4-FFF2-40B4-BE49-F238E27FC236}">
                      <a16:creationId xmlns:a16="http://schemas.microsoft.com/office/drawing/2014/main" id="{FF58E74C-354B-E2CD-84AB-D23318883678}"/>
                    </a:ext>
                  </a:extLst>
                </p:cNvPr>
                <p:cNvSpPr/>
                <p:nvPr/>
              </p:nvSpPr>
              <p:spPr>
                <a:xfrm>
                  <a:off x="4057029" y="6894033"/>
                  <a:ext cx="112652" cy="12636"/>
                </a:xfrm>
                <a:custGeom>
                  <a:avLst/>
                  <a:gdLst>
                    <a:gd name="csX0" fmla="*/ 0 w 112652"/>
                    <a:gd name="csY0" fmla="*/ 0 h 12636"/>
                    <a:gd name="csX1" fmla="*/ 112653 w 112652"/>
                    <a:gd name="csY1" fmla="*/ 0 h 12636"/>
                  </a:gdLst>
                  <a:ahLst/>
                  <a:cxnLst>
                    <a:cxn ang="0">
                      <a:pos x="csX0" y="csY0"/>
                    </a:cxn>
                    <a:cxn ang="0">
                      <a:pos x="csX1" y="csY1"/>
                    </a:cxn>
                  </a:cxnLst>
                  <a:rect l="l" t="t" r="r" b="b"/>
                  <a:pathLst>
                    <a:path w="112652" h="12636">
                      <a:moveTo>
                        <a:pt x="0" y="0"/>
                      </a:moveTo>
                      <a:lnTo>
                        <a:pt x="112653" y="0"/>
                      </a:lnTo>
                    </a:path>
                  </a:pathLst>
                </a:custGeom>
                <a:noFill/>
                <a:ln w="13702" cap="flat">
                  <a:solidFill>
                    <a:srgbClr val="000000"/>
                  </a:solidFill>
                  <a:prstDash val="solid"/>
                  <a:round/>
                </a:ln>
              </p:spPr>
              <p:txBody>
                <a:bodyPr/>
                <a:lstStyle/>
                <a:p>
                  <a:endParaRPr lang="en-US" sz="2268"/>
                </a:p>
              </p:txBody>
            </p:sp>
            <p:sp>
              <p:nvSpPr>
                <p:cNvPr id="796" name="Freeform 795">
                  <a:extLst>
                    <a:ext uri="{FF2B5EF4-FFF2-40B4-BE49-F238E27FC236}">
                      <a16:creationId xmlns:a16="http://schemas.microsoft.com/office/drawing/2014/main" id="{CCF2DA14-91FC-3E36-5AC0-1411F8B05C7F}"/>
                    </a:ext>
                  </a:extLst>
                </p:cNvPr>
                <p:cNvSpPr/>
                <p:nvPr/>
              </p:nvSpPr>
              <p:spPr>
                <a:xfrm>
                  <a:off x="4338661" y="6075187"/>
                  <a:ext cx="112524" cy="12636"/>
                </a:xfrm>
                <a:custGeom>
                  <a:avLst/>
                  <a:gdLst>
                    <a:gd name="csX0" fmla="*/ 0 w 112524"/>
                    <a:gd name="csY0" fmla="*/ 0 h 12636"/>
                    <a:gd name="csX1" fmla="*/ 112525 w 112524"/>
                    <a:gd name="csY1" fmla="*/ 0 h 12636"/>
                  </a:gdLst>
                  <a:ahLst/>
                  <a:cxnLst>
                    <a:cxn ang="0">
                      <a:pos x="csX0" y="csY0"/>
                    </a:cxn>
                    <a:cxn ang="0">
                      <a:pos x="csX1" y="csY1"/>
                    </a:cxn>
                  </a:cxnLst>
                  <a:rect l="l" t="t" r="r" b="b"/>
                  <a:pathLst>
                    <a:path w="112524" h="12636">
                      <a:moveTo>
                        <a:pt x="0" y="0"/>
                      </a:moveTo>
                      <a:lnTo>
                        <a:pt x="112525" y="0"/>
                      </a:lnTo>
                    </a:path>
                  </a:pathLst>
                </a:custGeom>
                <a:noFill/>
                <a:ln w="13702" cap="flat">
                  <a:solidFill>
                    <a:srgbClr val="000000"/>
                  </a:solidFill>
                  <a:prstDash val="solid"/>
                  <a:round/>
                </a:ln>
              </p:spPr>
              <p:txBody>
                <a:bodyPr/>
                <a:lstStyle/>
                <a:p>
                  <a:endParaRPr lang="en-US" sz="2268"/>
                </a:p>
              </p:txBody>
            </p:sp>
            <p:sp>
              <p:nvSpPr>
                <p:cNvPr id="797" name="Freeform 796">
                  <a:extLst>
                    <a:ext uri="{FF2B5EF4-FFF2-40B4-BE49-F238E27FC236}">
                      <a16:creationId xmlns:a16="http://schemas.microsoft.com/office/drawing/2014/main" id="{3E5C370A-075D-C42A-97B8-2832C0F70179}"/>
                    </a:ext>
                  </a:extLst>
                </p:cNvPr>
                <p:cNvSpPr/>
                <p:nvPr/>
              </p:nvSpPr>
              <p:spPr>
                <a:xfrm>
                  <a:off x="4394859" y="6075187"/>
                  <a:ext cx="12830" cy="272948"/>
                </a:xfrm>
                <a:custGeom>
                  <a:avLst/>
                  <a:gdLst>
                    <a:gd name="csX0" fmla="*/ 0 w 12830"/>
                    <a:gd name="csY0" fmla="*/ 0 h 272948"/>
                    <a:gd name="csX1" fmla="*/ 0 w 12830"/>
                    <a:gd name="csY1" fmla="*/ 272948 h 272948"/>
                  </a:gdLst>
                  <a:ahLst/>
                  <a:cxnLst>
                    <a:cxn ang="0">
                      <a:pos x="csX0" y="csY0"/>
                    </a:cxn>
                    <a:cxn ang="0">
                      <a:pos x="csX1" y="csY1"/>
                    </a:cxn>
                  </a:cxnLst>
                  <a:rect l="l" t="t" r="r" b="b"/>
                  <a:pathLst>
                    <a:path w="12830" h="272948">
                      <a:moveTo>
                        <a:pt x="0" y="0"/>
                      </a:moveTo>
                      <a:lnTo>
                        <a:pt x="0" y="272948"/>
                      </a:lnTo>
                    </a:path>
                  </a:pathLst>
                </a:custGeom>
                <a:noFill/>
                <a:ln w="13702" cap="flat">
                  <a:solidFill>
                    <a:srgbClr val="000000"/>
                  </a:solidFill>
                  <a:prstDash val="solid"/>
                  <a:round/>
                </a:ln>
              </p:spPr>
              <p:txBody>
                <a:bodyPr/>
                <a:lstStyle/>
                <a:p>
                  <a:endParaRPr lang="en-US" sz="2268"/>
                </a:p>
              </p:txBody>
            </p:sp>
            <p:sp>
              <p:nvSpPr>
                <p:cNvPr id="798" name="Freeform 797">
                  <a:extLst>
                    <a:ext uri="{FF2B5EF4-FFF2-40B4-BE49-F238E27FC236}">
                      <a16:creationId xmlns:a16="http://schemas.microsoft.com/office/drawing/2014/main" id="{0C7089D3-EF35-E1AC-A5B6-DFEA5601D3E6}"/>
                    </a:ext>
                  </a:extLst>
                </p:cNvPr>
                <p:cNvSpPr/>
                <p:nvPr/>
              </p:nvSpPr>
              <p:spPr>
                <a:xfrm>
                  <a:off x="4338661" y="6348136"/>
                  <a:ext cx="112524" cy="12636"/>
                </a:xfrm>
                <a:custGeom>
                  <a:avLst/>
                  <a:gdLst>
                    <a:gd name="csX0" fmla="*/ 0 w 112524"/>
                    <a:gd name="csY0" fmla="*/ 0 h 12636"/>
                    <a:gd name="csX1" fmla="*/ 112525 w 112524"/>
                    <a:gd name="csY1" fmla="*/ 0 h 12636"/>
                  </a:gdLst>
                  <a:ahLst/>
                  <a:cxnLst>
                    <a:cxn ang="0">
                      <a:pos x="csX0" y="csY0"/>
                    </a:cxn>
                    <a:cxn ang="0">
                      <a:pos x="csX1" y="csY1"/>
                    </a:cxn>
                  </a:cxnLst>
                  <a:rect l="l" t="t" r="r" b="b"/>
                  <a:pathLst>
                    <a:path w="112524" h="12636">
                      <a:moveTo>
                        <a:pt x="0" y="0"/>
                      </a:moveTo>
                      <a:lnTo>
                        <a:pt x="112525" y="0"/>
                      </a:lnTo>
                    </a:path>
                  </a:pathLst>
                </a:custGeom>
                <a:noFill/>
                <a:ln w="13702" cap="flat">
                  <a:solidFill>
                    <a:srgbClr val="000000"/>
                  </a:solidFill>
                  <a:prstDash val="solid"/>
                  <a:round/>
                </a:ln>
              </p:spPr>
              <p:txBody>
                <a:bodyPr/>
                <a:lstStyle/>
                <a:p>
                  <a:endParaRPr lang="en-US" sz="2268"/>
                </a:p>
              </p:txBody>
            </p:sp>
            <p:sp>
              <p:nvSpPr>
                <p:cNvPr id="799" name="Freeform 798">
                  <a:extLst>
                    <a:ext uri="{FF2B5EF4-FFF2-40B4-BE49-F238E27FC236}">
                      <a16:creationId xmlns:a16="http://schemas.microsoft.com/office/drawing/2014/main" id="{A360BBB2-D334-EEEE-6B3E-511F87DFDFC3}"/>
                    </a:ext>
                  </a:extLst>
                </p:cNvPr>
                <p:cNvSpPr/>
                <p:nvPr/>
              </p:nvSpPr>
              <p:spPr>
                <a:xfrm>
                  <a:off x="4620165" y="6471721"/>
                  <a:ext cx="112524" cy="12636"/>
                </a:xfrm>
                <a:custGeom>
                  <a:avLst/>
                  <a:gdLst>
                    <a:gd name="csX0" fmla="*/ 0 w 112524"/>
                    <a:gd name="csY0" fmla="*/ 0 h 12636"/>
                    <a:gd name="csX1" fmla="*/ 112525 w 112524"/>
                    <a:gd name="csY1" fmla="*/ 0 h 12636"/>
                  </a:gdLst>
                  <a:ahLst/>
                  <a:cxnLst>
                    <a:cxn ang="0">
                      <a:pos x="csX0" y="csY0"/>
                    </a:cxn>
                    <a:cxn ang="0">
                      <a:pos x="csX1" y="csY1"/>
                    </a:cxn>
                  </a:cxnLst>
                  <a:rect l="l" t="t" r="r" b="b"/>
                  <a:pathLst>
                    <a:path w="112524" h="12636">
                      <a:moveTo>
                        <a:pt x="0" y="0"/>
                      </a:moveTo>
                      <a:lnTo>
                        <a:pt x="112525" y="0"/>
                      </a:lnTo>
                    </a:path>
                  </a:pathLst>
                </a:custGeom>
                <a:noFill/>
                <a:ln w="13702" cap="flat">
                  <a:solidFill>
                    <a:srgbClr val="000000"/>
                  </a:solidFill>
                  <a:prstDash val="solid"/>
                  <a:round/>
                </a:ln>
              </p:spPr>
              <p:txBody>
                <a:bodyPr/>
                <a:lstStyle/>
                <a:p>
                  <a:endParaRPr lang="en-US" sz="2268"/>
                </a:p>
              </p:txBody>
            </p:sp>
            <p:sp>
              <p:nvSpPr>
                <p:cNvPr id="800" name="Freeform 799">
                  <a:extLst>
                    <a:ext uri="{FF2B5EF4-FFF2-40B4-BE49-F238E27FC236}">
                      <a16:creationId xmlns:a16="http://schemas.microsoft.com/office/drawing/2014/main" id="{EB3ADD8A-D1FC-3FF3-0A7E-F60C3C993C58}"/>
                    </a:ext>
                  </a:extLst>
                </p:cNvPr>
                <p:cNvSpPr/>
                <p:nvPr/>
              </p:nvSpPr>
              <p:spPr>
                <a:xfrm>
                  <a:off x="4676363" y="6471721"/>
                  <a:ext cx="12830" cy="132051"/>
                </a:xfrm>
                <a:custGeom>
                  <a:avLst/>
                  <a:gdLst>
                    <a:gd name="csX0" fmla="*/ 0 w 12830"/>
                    <a:gd name="csY0" fmla="*/ 0 h 132051"/>
                    <a:gd name="csX1" fmla="*/ 0 w 12830"/>
                    <a:gd name="csY1" fmla="*/ 132051 h 132051"/>
                  </a:gdLst>
                  <a:ahLst/>
                  <a:cxnLst>
                    <a:cxn ang="0">
                      <a:pos x="csX0" y="csY0"/>
                    </a:cxn>
                    <a:cxn ang="0">
                      <a:pos x="csX1" y="csY1"/>
                    </a:cxn>
                  </a:cxnLst>
                  <a:rect l="l" t="t" r="r" b="b"/>
                  <a:pathLst>
                    <a:path w="12830" h="132051">
                      <a:moveTo>
                        <a:pt x="0" y="0"/>
                      </a:moveTo>
                      <a:lnTo>
                        <a:pt x="0" y="132051"/>
                      </a:lnTo>
                    </a:path>
                  </a:pathLst>
                </a:custGeom>
                <a:noFill/>
                <a:ln w="13702" cap="flat">
                  <a:solidFill>
                    <a:srgbClr val="000000"/>
                  </a:solidFill>
                  <a:prstDash val="solid"/>
                  <a:round/>
                </a:ln>
              </p:spPr>
              <p:txBody>
                <a:bodyPr/>
                <a:lstStyle/>
                <a:p>
                  <a:endParaRPr lang="en-US" sz="2268"/>
                </a:p>
              </p:txBody>
            </p:sp>
            <p:sp>
              <p:nvSpPr>
                <p:cNvPr id="801" name="Freeform 800">
                  <a:extLst>
                    <a:ext uri="{FF2B5EF4-FFF2-40B4-BE49-F238E27FC236}">
                      <a16:creationId xmlns:a16="http://schemas.microsoft.com/office/drawing/2014/main" id="{789020EB-0AF2-5AA4-9F1A-EC4CC4FF0B66}"/>
                    </a:ext>
                  </a:extLst>
                </p:cNvPr>
                <p:cNvSpPr/>
                <p:nvPr/>
              </p:nvSpPr>
              <p:spPr>
                <a:xfrm>
                  <a:off x="4620165" y="6603772"/>
                  <a:ext cx="112524" cy="12636"/>
                </a:xfrm>
                <a:custGeom>
                  <a:avLst/>
                  <a:gdLst>
                    <a:gd name="csX0" fmla="*/ 0 w 112524"/>
                    <a:gd name="csY0" fmla="*/ 0 h 12636"/>
                    <a:gd name="csX1" fmla="*/ 112525 w 112524"/>
                    <a:gd name="csY1" fmla="*/ 0 h 12636"/>
                  </a:gdLst>
                  <a:ahLst/>
                  <a:cxnLst>
                    <a:cxn ang="0">
                      <a:pos x="csX0" y="csY0"/>
                    </a:cxn>
                    <a:cxn ang="0">
                      <a:pos x="csX1" y="csY1"/>
                    </a:cxn>
                  </a:cxnLst>
                  <a:rect l="l" t="t" r="r" b="b"/>
                  <a:pathLst>
                    <a:path w="112524" h="12636">
                      <a:moveTo>
                        <a:pt x="0" y="0"/>
                      </a:moveTo>
                      <a:lnTo>
                        <a:pt x="112525" y="0"/>
                      </a:lnTo>
                    </a:path>
                  </a:pathLst>
                </a:custGeom>
                <a:noFill/>
                <a:ln w="13702" cap="flat">
                  <a:solidFill>
                    <a:srgbClr val="000000"/>
                  </a:solidFill>
                  <a:prstDash val="solid"/>
                  <a:round/>
                </a:ln>
              </p:spPr>
              <p:txBody>
                <a:bodyPr/>
                <a:lstStyle/>
                <a:p>
                  <a:endParaRPr lang="en-US" sz="2268"/>
                </a:p>
              </p:txBody>
            </p:sp>
            <p:sp>
              <p:nvSpPr>
                <p:cNvPr id="802" name="Freeform 801">
                  <a:extLst>
                    <a:ext uri="{FF2B5EF4-FFF2-40B4-BE49-F238E27FC236}">
                      <a16:creationId xmlns:a16="http://schemas.microsoft.com/office/drawing/2014/main" id="{C1B643F8-DD3E-8F8D-48B4-479F8FD476C8}"/>
                    </a:ext>
                  </a:extLst>
                </p:cNvPr>
                <p:cNvSpPr/>
                <p:nvPr/>
              </p:nvSpPr>
              <p:spPr>
                <a:xfrm>
                  <a:off x="4375100" y="6043722"/>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03" name="Freeform 802">
                  <a:extLst>
                    <a:ext uri="{FF2B5EF4-FFF2-40B4-BE49-F238E27FC236}">
                      <a16:creationId xmlns:a16="http://schemas.microsoft.com/office/drawing/2014/main" id="{ADA2F183-4D58-C524-C611-B3AEC78CD8D5}"/>
                    </a:ext>
                  </a:extLst>
                </p:cNvPr>
                <p:cNvSpPr/>
                <p:nvPr/>
              </p:nvSpPr>
              <p:spPr>
                <a:xfrm>
                  <a:off x="4658016" y="6572307"/>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04" name="Freeform 803">
                  <a:extLst>
                    <a:ext uri="{FF2B5EF4-FFF2-40B4-BE49-F238E27FC236}">
                      <a16:creationId xmlns:a16="http://schemas.microsoft.com/office/drawing/2014/main" id="{6F38EAFF-032D-797E-D56A-D5E576CEA409}"/>
                    </a:ext>
                  </a:extLst>
                </p:cNvPr>
                <p:cNvSpPr/>
                <p:nvPr/>
              </p:nvSpPr>
              <p:spPr>
                <a:xfrm>
                  <a:off x="3809269" y="6575845"/>
                  <a:ext cx="63896" cy="62929"/>
                </a:xfrm>
                <a:custGeom>
                  <a:avLst/>
                  <a:gdLst>
                    <a:gd name="csX0" fmla="*/ 63896 w 63896"/>
                    <a:gd name="csY0" fmla="*/ 31465 h 62929"/>
                    <a:gd name="csX1" fmla="*/ 31948 w 63896"/>
                    <a:gd name="csY1" fmla="*/ 62930 h 62929"/>
                    <a:gd name="csX2" fmla="*/ 0 w 63896"/>
                    <a:gd name="csY2" fmla="*/ 31465 h 62929"/>
                    <a:gd name="csX3" fmla="*/ 31948 w 63896"/>
                    <a:gd name="csY3" fmla="*/ 0 h 62929"/>
                    <a:gd name="csX4" fmla="*/ 63896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6" y="31465"/>
                      </a:moveTo>
                      <a:cubicBezTo>
                        <a:pt x="63896" y="48842"/>
                        <a:pt x="49593" y="62930"/>
                        <a:pt x="31948" y="62930"/>
                      </a:cubicBezTo>
                      <a:cubicBezTo>
                        <a:pt x="14304" y="62930"/>
                        <a:pt x="0" y="48842"/>
                        <a:pt x="0" y="31465"/>
                      </a:cubicBezTo>
                      <a:cubicBezTo>
                        <a:pt x="0" y="14087"/>
                        <a:pt x="14304" y="0"/>
                        <a:pt x="31948" y="0"/>
                      </a:cubicBezTo>
                      <a:cubicBezTo>
                        <a:pt x="49593" y="0"/>
                        <a:pt x="63896" y="14087"/>
                        <a:pt x="63896" y="31465"/>
                      </a:cubicBezTo>
                      <a:close/>
                    </a:path>
                  </a:pathLst>
                </a:custGeom>
                <a:noFill/>
                <a:ln w="9092" cap="rnd">
                  <a:solidFill>
                    <a:srgbClr val="000000"/>
                  </a:solidFill>
                  <a:prstDash val="solid"/>
                  <a:round/>
                </a:ln>
              </p:spPr>
              <p:txBody>
                <a:bodyPr/>
                <a:lstStyle/>
                <a:p>
                  <a:endParaRPr lang="en-US" sz="2268"/>
                </a:p>
              </p:txBody>
            </p:sp>
            <p:sp>
              <p:nvSpPr>
                <p:cNvPr id="805" name="Freeform 804">
                  <a:extLst>
                    <a:ext uri="{FF2B5EF4-FFF2-40B4-BE49-F238E27FC236}">
                      <a16:creationId xmlns:a16="http://schemas.microsoft.com/office/drawing/2014/main" id="{29A61E61-8F73-A4B2-4574-08CF37EC57B8}"/>
                    </a:ext>
                  </a:extLst>
                </p:cNvPr>
                <p:cNvSpPr/>
                <p:nvPr/>
              </p:nvSpPr>
              <p:spPr>
                <a:xfrm>
                  <a:off x="4080381" y="7185177"/>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06" name="Freeform 805">
                  <a:extLst>
                    <a:ext uri="{FF2B5EF4-FFF2-40B4-BE49-F238E27FC236}">
                      <a16:creationId xmlns:a16="http://schemas.microsoft.com/office/drawing/2014/main" id="{DBE725AD-BA6B-7F08-F4AF-1B027CB80FDA}"/>
                    </a:ext>
                  </a:extLst>
                </p:cNvPr>
                <p:cNvSpPr/>
                <p:nvPr/>
              </p:nvSpPr>
              <p:spPr>
                <a:xfrm>
                  <a:off x="3813375" y="6626644"/>
                  <a:ext cx="63896" cy="62929"/>
                </a:xfrm>
                <a:custGeom>
                  <a:avLst/>
                  <a:gdLst>
                    <a:gd name="csX0" fmla="*/ 63896 w 63896"/>
                    <a:gd name="csY0" fmla="*/ 31465 h 62929"/>
                    <a:gd name="csX1" fmla="*/ 31948 w 63896"/>
                    <a:gd name="csY1" fmla="*/ 62930 h 62929"/>
                    <a:gd name="csX2" fmla="*/ 0 w 63896"/>
                    <a:gd name="csY2" fmla="*/ 31465 h 62929"/>
                    <a:gd name="csX3" fmla="*/ 31948 w 63896"/>
                    <a:gd name="csY3" fmla="*/ 0 h 62929"/>
                    <a:gd name="csX4" fmla="*/ 63896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6" y="31465"/>
                      </a:moveTo>
                      <a:cubicBezTo>
                        <a:pt x="63896" y="48842"/>
                        <a:pt x="49593" y="62930"/>
                        <a:pt x="31948" y="62930"/>
                      </a:cubicBezTo>
                      <a:cubicBezTo>
                        <a:pt x="14304" y="62930"/>
                        <a:pt x="0" y="48842"/>
                        <a:pt x="0" y="31465"/>
                      </a:cubicBezTo>
                      <a:cubicBezTo>
                        <a:pt x="0" y="14087"/>
                        <a:pt x="14304" y="0"/>
                        <a:pt x="31948" y="0"/>
                      </a:cubicBezTo>
                      <a:cubicBezTo>
                        <a:pt x="49593" y="0"/>
                        <a:pt x="63896" y="14087"/>
                        <a:pt x="63896" y="31465"/>
                      </a:cubicBezTo>
                      <a:close/>
                    </a:path>
                  </a:pathLst>
                </a:custGeom>
                <a:noFill/>
                <a:ln w="9092" cap="rnd">
                  <a:solidFill>
                    <a:srgbClr val="000000"/>
                  </a:solidFill>
                  <a:prstDash val="solid"/>
                  <a:round/>
                </a:ln>
              </p:spPr>
              <p:txBody>
                <a:bodyPr/>
                <a:lstStyle/>
                <a:p>
                  <a:endParaRPr lang="en-US" sz="2268"/>
                </a:p>
              </p:txBody>
            </p:sp>
            <p:sp>
              <p:nvSpPr>
                <p:cNvPr id="807" name="Freeform 806">
                  <a:extLst>
                    <a:ext uri="{FF2B5EF4-FFF2-40B4-BE49-F238E27FC236}">
                      <a16:creationId xmlns:a16="http://schemas.microsoft.com/office/drawing/2014/main" id="{8110BBAE-C500-D556-1BE8-ABAF47C202D6}"/>
                    </a:ext>
                  </a:extLst>
                </p:cNvPr>
                <p:cNvSpPr/>
                <p:nvPr/>
              </p:nvSpPr>
              <p:spPr>
                <a:xfrm>
                  <a:off x="4092955" y="6887335"/>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08" name="Freeform 807">
                  <a:extLst>
                    <a:ext uri="{FF2B5EF4-FFF2-40B4-BE49-F238E27FC236}">
                      <a16:creationId xmlns:a16="http://schemas.microsoft.com/office/drawing/2014/main" id="{82A45450-2D58-2450-7DDE-5A80B3DFEFA6}"/>
                    </a:ext>
                  </a:extLst>
                </p:cNvPr>
                <p:cNvSpPr/>
                <p:nvPr/>
              </p:nvSpPr>
              <p:spPr>
                <a:xfrm>
                  <a:off x="3587927" y="6026663"/>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09" name="Freeform 808">
                  <a:extLst>
                    <a:ext uri="{FF2B5EF4-FFF2-40B4-BE49-F238E27FC236}">
                      <a16:creationId xmlns:a16="http://schemas.microsoft.com/office/drawing/2014/main" id="{F077E797-695C-11A3-C852-C3F251E2DA83}"/>
                    </a:ext>
                  </a:extLst>
                </p:cNvPr>
                <p:cNvSpPr/>
                <p:nvPr/>
              </p:nvSpPr>
              <p:spPr>
                <a:xfrm>
                  <a:off x="3526482" y="6260186"/>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10" name="Freeform 809">
                  <a:extLst>
                    <a:ext uri="{FF2B5EF4-FFF2-40B4-BE49-F238E27FC236}">
                      <a16:creationId xmlns:a16="http://schemas.microsoft.com/office/drawing/2014/main" id="{747D7E62-5F84-0419-EE73-B043250D98EA}"/>
                    </a:ext>
                  </a:extLst>
                </p:cNvPr>
                <p:cNvSpPr/>
                <p:nvPr/>
              </p:nvSpPr>
              <p:spPr>
                <a:xfrm>
                  <a:off x="3496844" y="6156566"/>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11" name="Freeform 810">
                  <a:extLst>
                    <a:ext uri="{FF2B5EF4-FFF2-40B4-BE49-F238E27FC236}">
                      <a16:creationId xmlns:a16="http://schemas.microsoft.com/office/drawing/2014/main" id="{128A53BE-9F69-B50D-166D-CCA17FCB302B}"/>
                    </a:ext>
                  </a:extLst>
                </p:cNvPr>
                <p:cNvSpPr/>
                <p:nvPr/>
              </p:nvSpPr>
              <p:spPr>
                <a:xfrm>
                  <a:off x="3500051" y="6348515"/>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12" name="Freeform 811">
                  <a:extLst>
                    <a:ext uri="{FF2B5EF4-FFF2-40B4-BE49-F238E27FC236}">
                      <a16:creationId xmlns:a16="http://schemas.microsoft.com/office/drawing/2014/main" id="{BDA9B9E0-C2C1-DD36-A93A-22B438CF0A28}"/>
                    </a:ext>
                  </a:extLst>
                </p:cNvPr>
                <p:cNvSpPr/>
                <p:nvPr/>
              </p:nvSpPr>
              <p:spPr>
                <a:xfrm>
                  <a:off x="3508135" y="6064952"/>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13" name="Freeform 812">
                  <a:extLst>
                    <a:ext uri="{FF2B5EF4-FFF2-40B4-BE49-F238E27FC236}">
                      <a16:creationId xmlns:a16="http://schemas.microsoft.com/office/drawing/2014/main" id="{29AD758E-517B-7007-4150-C36C2DE9DCDF}"/>
                    </a:ext>
                  </a:extLst>
                </p:cNvPr>
                <p:cNvSpPr/>
                <p:nvPr/>
              </p:nvSpPr>
              <p:spPr>
                <a:xfrm>
                  <a:off x="3815813" y="6940661"/>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14" name="Freeform 813">
                  <a:extLst>
                    <a:ext uri="{FF2B5EF4-FFF2-40B4-BE49-F238E27FC236}">
                      <a16:creationId xmlns:a16="http://schemas.microsoft.com/office/drawing/2014/main" id="{56F98D29-6A9F-619E-0D89-33D42355C1BD}"/>
                    </a:ext>
                  </a:extLst>
                </p:cNvPr>
                <p:cNvSpPr/>
                <p:nvPr/>
              </p:nvSpPr>
              <p:spPr>
                <a:xfrm>
                  <a:off x="4089234" y="6433938"/>
                  <a:ext cx="63896" cy="62929"/>
                </a:xfrm>
                <a:custGeom>
                  <a:avLst/>
                  <a:gdLst>
                    <a:gd name="csX0" fmla="*/ 63896 w 63896"/>
                    <a:gd name="csY0" fmla="*/ 31465 h 62929"/>
                    <a:gd name="csX1" fmla="*/ 31948 w 63896"/>
                    <a:gd name="csY1" fmla="*/ 62930 h 62929"/>
                    <a:gd name="csX2" fmla="*/ 0 w 63896"/>
                    <a:gd name="csY2" fmla="*/ 31465 h 62929"/>
                    <a:gd name="csX3" fmla="*/ 31948 w 63896"/>
                    <a:gd name="csY3" fmla="*/ 0 h 62929"/>
                    <a:gd name="csX4" fmla="*/ 63896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6" y="31465"/>
                      </a:moveTo>
                      <a:cubicBezTo>
                        <a:pt x="63896" y="48842"/>
                        <a:pt x="49593" y="62930"/>
                        <a:pt x="31948" y="62930"/>
                      </a:cubicBezTo>
                      <a:cubicBezTo>
                        <a:pt x="14304" y="62930"/>
                        <a:pt x="0" y="48842"/>
                        <a:pt x="0" y="31465"/>
                      </a:cubicBezTo>
                      <a:cubicBezTo>
                        <a:pt x="0" y="14087"/>
                        <a:pt x="14304" y="0"/>
                        <a:pt x="31948" y="0"/>
                      </a:cubicBezTo>
                      <a:cubicBezTo>
                        <a:pt x="49593" y="0"/>
                        <a:pt x="63896" y="14087"/>
                        <a:pt x="63896" y="31465"/>
                      </a:cubicBezTo>
                      <a:close/>
                    </a:path>
                  </a:pathLst>
                </a:custGeom>
                <a:noFill/>
                <a:ln w="9092" cap="rnd">
                  <a:solidFill>
                    <a:srgbClr val="000000"/>
                  </a:solidFill>
                  <a:prstDash val="solid"/>
                  <a:round/>
                </a:ln>
              </p:spPr>
              <p:txBody>
                <a:bodyPr/>
                <a:lstStyle/>
                <a:p>
                  <a:endParaRPr lang="en-US" sz="2268"/>
                </a:p>
              </p:txBody>
            </p:sp>
            <p:sp>
              <p:nvSpPr>
                <p:cNvPr id="815" name="Freeform 814">
                  <a:extLst>
                    <a:ext uri="{FF2B5EF4-FFF2-40B4-BE49-F238E27FC236}">
                      <a16:creationId xmlns:a16="http://schemas.microsoft.com/office/drawing/2014/main" id="{67B4E083-6416-BFF9-872B-7B23FC72D2A5}"/>
                    </a:ext>
                  </a:extLst>
                </p:cNvPr>
                <p:cNvSpPr/>
                <p:nvPr/>
              </p:nvSpPr>
              <p:spPr>
                <a:xfrm>
                  <a:off x="3499410" y="6344597"/>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16" name="Freeform 815">
                  <a:extLst>
                    <a:ext uri="{FF2B5EF4-FFF2-40B4-BE49-F238E27FC236}">
                      <a16:creationId xmlns:a16="http://schemas.microsoft.com/office/drawing/2014/main" id="{F2DCC56F-3691-DF07-6B8A-F8B940971C5D}"/>
                    </a:ext>
                  </a:extLst>
                </p:cNvPr>
                <p:cNvSpPr/>
                <p:nvPr/>
              </p:nvSpPr>
              <p:spPr>
                <a:xfrm>
                  <a:off x="4361371" y="6316671"/>
                  <a:ext cx="63896" cy="62929"/>
                </a:xfrm>
                <a:custGeom>
                  <a:avLst/>
                  <a:gdLst>
                    <a:gd name="csX0" fmla="*/ 63896 w 63896"/>
                    <a:gd name="csY0" fmla="*/ 31465 h 62929"/>
                    <a:gd name="csX1" fmla="*/ 31948 w 63896"/>
                    <a:gd name="csY1" fmla="*/ 62930 h 62929"/>
                    <a:gd name="csX2" fmla="*/ 0 w 63896"/>
                    <a:gd name="csY2" fmla="*/ 31465 h 62929"/>
                    <a:gd name="csX3" fmla="*/ 31948 w 63896"/>
                    <a:gd name="csY3" fmla="*/ 0 h 62929"/>
                    <a:gd name="csX4" fmla="*/ 63896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6" y="31465"/>
                      </a:moveTo>
                      <a:cubicBezTo>
                        <a:pt x="63896" y="48842"/>
                        <a:pt x="49593" y="62930"/>
                        <a:pt x="31948" y="62930"/>
                      </a:cubicBezTo>
                      <a:cubicBezTo>
                        <a:pt x="14304" y="62930"/>
                        <a:pt x="0" y="48842"/>
                        <a:pt x="0" y="31465"/>
                      </a:cubicBezTo>
                      <a:cubicBezTo>
                        <a:pt x="0" y="14087"/>
                        <a:pt x="14304" y="0"/>
                        <a:pt x="31948" y="0"/>
                      </a:cubicBezTo>
                      <a:cubicBezTo>
                        <a:pt x="49593" y="0"/>
                        <a:pt x="63896" y="14087"/>
                        <a:pt x="63896" y="31465"/>
                      </a:cubicBezTo>
                      <a:close/>
                    </a:path>
                  </a:pathLst>
                </a:custGeom>
                <a:noFill/>
                <a:ln w="9092" cap="rnd">
                  <a:solidFill>
                    <a:srgbClr val="000000"/>
                  </a:solidFill>
                  <a:prstDash val="solid"/>
                  <a:round/>
                </a:ln>
              </p:spPr>
              <p:txBody>
                <a:bodyPr/>
                <a:lstStyle/>
                <a:p>
                  <a:endParaRPr lang="en-US" sz="2268"/>
                </a:p>
              </p:txBody>
            </p:sp>
            <p:sp>
              <p:nvSpPr>
                <p:cNvPr id="817" name="Freeform 816">
                  <a:extLst>
                    <a:ext uri="{FF2B5EF4-FFF2-40B4-BE49-F238E27FC236}">
                      <a16:creationId xmlns:a16="http://schemas.microsoft.com/office/drawing/2014/main" id="{1F201605-2F71-50CC-1A06-CC01566CDDF9}"/>
                    </a:ext>
                  </a:extLst>
                </p:cNvPr>
                <p:cNvSpPr/>
                <p:nvPr/>
              </p:nvSpPr>
              <p:spPr>
                <a:xfrm>
                  <a:off x="4661351" y="6440256"/>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18" name="Freeform 817">
                  <a:extLst>
                    <a:ext uri="{FF2B5EF4-FFF2-40B4-BE49-F238E27FC236}">
                      <a16:creationId xmlns:a16="http://schemas.microsoft.com/office/drawing/2014/main" id="{26B5613C-7A90-ECE0-4DFA-F92066F9190D}"/>
                    </a:ext>
                  </a:extLst>
                </p:cNvPr>
                <p:cNvSpPr/>
                <p:nvPr/>
              </p:nvSpPr>
              <p:spPr>
                <a:xfrm>
                  <a:off x="3805035" y="6381749"/>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3"/>
                        <a:pt x="49593" y="62930"/>
                        <a:pt x="31948" y="62930"/>
                      </a:cubicBezTo>
                      <a:cubicBezTo>
                        <a:pt x="14304" y="62930"/>
                        <a:pt x="0" y="48843"/>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19" name="Freeform 818">
                  <a:extLst>
                    <a:ext uri="{FF2B5EF4-FFF2-40B4-BE49-F238E27FC236}">
                      <a16:creationId xmlns:a16="http://schemas.microsoft.com/office/drawing/2014/main" id="{0A15E103-E229-AED0-BEDF-A27F00FC397C}"/>
                    </a:ext>
                  </a:extLst>
                </p:cNvPr>
                <p:cNvSpPr/>
                <p:nvPr/>
              </p:nvSpPr>
              <p:spPr>
                <a:xfrm>
                  <a:off x="4091543" y="6433685"/>
                  <a:ext cx="63896" cy="62929"/>
                </a:xfrm>
                <a:custGeom>
                  <a:avLst/>
                  <a:gdLst>
                    <a:gd name="csX0" fmla="*/ 63896 w 63896"/>
                    <a:gd name="csY0" fmla="*/ 31465 h 62929"/>
                    <a:gd name="csX1" fmla="*/ 31948 w 63896"/>
                    <a:gd name="csY1" fmla="*/ 62930 h 62929"/>
                    <a:gd name="csX2" fmla="*/ 0 w 63896"/>
                    <a:gd name="csY2" fmla="*/ 31465 h 62929"/>
                    <a:gd name="csX3" fmla="*/ 31948 w 63896"/>
                    <a:gd name="csY3" fmla="*/ 0 h 62929"/>
                    <a:gd name="csX4" fmla="*/ 63896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6" y="31465"/>
                      </a:moveTo>
                      <a:cubicBezTo>
                        <a:pt x="63896" y="48842"/>
                        <a:pt x="49593" y="62930"/>
                        <a:pt x="31948" y="62930"/>
                      </a:cubicBezTo>
                      <a:cubicBezTo>
                        <a:pt x="14304" y="62930"/>
                        <a:pt x="0" y="48842"/>
                        <a:pt x="0" y="31465"/>
                      </a:cubicBezTo>
                      <a:cubicBezTo>
                        <a:pt x="0" y="14087"/>
                        <a:pt x="14304" y="0"/>
                        <a:pt x="31948" y="0"/>
                      </a:cubicBezTo>
                      <a:cubicBezTo>
                        <a:pt x="49593" y="0"/>
                        <a:pt x="63896" y="14087"/>
                        <a:pt x="63896" y="31465"/>
                      </a:cubicBezTo>
                      <a:close/>
                    </a:path>
                  </a:pathLst>
                </a:custGeom>
                <a:noFill/>
                <a:ln w="9092" cap="rnd">
                  <a:solidFill>
                    <a:srgbClr val="000000"/>
                  </a:solidFill>
                  <a:prstDash val="solid"/>
                  <a:round/>
                </a:ln>
              </p:spPr>
              <p:txBody>
                <a:bodyPr/>
                <a:lstStyle/>
                <a:p>
                  <a:endParaRPr lang="en-US" sz="2268"/>
                </a:p>
              </p:txBody>
            </p:sp>
            <p:sp>
              <p:nvSpPr>
                <p:cNvPr id="820" name="Freeform 819">
                  <a:extLst>
                    <a:ext uri="{FF2B5EF4-FFF2-40B4-BE49-F238E27FC236}">
                      <a16:creationId xmlns:a16="http://schemas.microsoft.com/office/drawing/2014/main" id="{AC0C7E9D-E653-4CA7-AEC0-202A67CC5283}"/>
                    </a:ext>
                  </a:extLst>
                </p:cNvPr>
                <p:cNvSpPr/>
                <p:nvPr/>
              </p:nvSpPr>
              <p:spPr>
                <a:xfrm>
                  <a:off x="3818636" y="6732412"/>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21" name="Freeform 820">
                  <a:extLst>
                    <a:ext uri="{FF2B5EF4-FFF2-40B4-BE49-F238E27FC236}">
                      <a16:creationId xmlns:a16="http://schemas.microsoft.com/office/drawing/2014/main" id="{24B2E0D3-7827-B4FD-AD7A-D1074CFC3DE3}"/>
                    </a:ext>
                  </a:extLst>
                </p:cNvPr>
                <p:cNvSpPr/>
                <p:nvPr/>
              </p:nvSpPr>
              <p:spPr>
                <a:xfrm>
                  <a:off x="4078713" y="6687047"/>
                  <a:ext cx="63896" cy="62929"/>
                </a:xfrm>
                <a:custGeom>
                  <a:avLst/>
                  <a:gdLst>
                    <a:gd name="csX0" fmla="*/ 63896 w 63896"/>
                    <a:gd name="csY0" fmla="*/ 31465 h 62929"/>
                    <a:gd name="csX1" fmla="*/ 31948 w 63896"/>
                    <a:gd name="csY1" fmla="*/ 62930 h 62929"/>
                    <a:gd name="csX2" fmla="*/ 0 w 63896"/>
                    <a:gd name="csY2" fmla="*/ 31465 h 62929"/>
                    <a:gd name="csX3" fmla="*/ 31948 w 63896"/>
                    <a:gd name="csY3" fmla="*/ 0 h 62929"/>
                    <a:gd name="csX4" fmla="*/ 63896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6" y="31465"/>
                      </a:moveTo>
                      <a:cubicBezTo>
                        <a:pt x="63896" y="48843"/>
                        <a:pt x="49593" y="62930"/>
                        <a:pt x="31948" y="62930"/>
                      </a:cubicBezTo>
                      <a:cubicBezTo>
                        <a:pt x="14304" y="62930"/>
                        <a:pt x="0" y="48842"/>
                        <a:pt x="0" y="31465"/>
                      </a:cubicBezTo>
                      <a:cubicBezTo>
                        <a:pt x="0" y="14087"/>
                        <a:pt x="14304" y="0"/>
                        <a:pt x="31948" y="0"/>
                      </a:cubicBezTo>
                      <a:cubicBezTo>
                        <a:pt x="49593" y="0"/>
                        <a:pt x="63896" y="14087"/>
                        <a:pt x="63896" y="31465"/>
                      </a:cubicBezTo>
                      <a:close/>
                    </a:path>
                  </a:pathLst>
                </a:custGeom>
                <a:noFill/>
                <a:ln w="9092" cap="rnd">
                  <a:solidFill>
                    <a:srgbClr val="000000"/>
                  </a:solidFill>
                  <a:prstDash val="solid"/>
                  <a:round/>
                </a:ln>
              </p:spPr>
              <p:txBody>
                <a:bodyPr/>
                <a:lstStyle/>
                <a:p>
                  <a:endParaRPr lang="en-US" sz="2268"/>
                </a:p>
              </p:txBody>
            </p:sp>
            <p:sp>
              <p:nvSpPr>
                <p:cNvPr id="822" name="Freeform 821">
                  <a:extLst>
                    <a:ext uri="{FF2B5EF4-FFF2-40B4-BE49-F238E27FC236}">
                      <a16:creationId xmlns:a16="http://schemas.microsoft.com/office/drawing/2014/main" id="{D29C10B3-76F8-1575-9003-9EEAB4B46887}"/>
                    </a:ext>
                  </a:extLst>
                </p:cNvPr>
                <p:cNvSpPr/>
                <p:nvPr/>
              </p:nvSpPr>
              <p:spPr>
                <a:xfrm>
                  <a:off x="4912319" y="6172236"/>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23" name="Freeform 822">
                  <a:extLst>
                    <a:ext uri="{FF2B5EF4-FFF2-40B4-BE49-F238E27FC236}">
                      <a16:creationId xmlns:a16="http://schemas.microsoft.com/office/drawing/2014/main" id="{A635D598-D6B9-EFDE-DB49-41A6FC5499F4}"/>
                    </a:ext>
                  </a:extLst>
                </p:cNvPr>
                <p:cNvSpPr/>
                <p:nvPr/>
              </p:nvSpPr>
              <p:spPr>
                <a:xfrm>
                  <a:off x="3818636" y="6495225"/>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24" name="Freeform 823">
                  <a:extLst>
                    <a:ext uri="{FF2B5EF4-FFF2-40B4-BE49-F238E27FC236}">
                      <a16:creationId xmlns:a16="http://schemas.microsoft.com/office/drawing/2014/main" id="{E8E07157-9FD4-A11B-6AC0-57F1908EB871}"/>
                    </a:ext>
                  </a:extLst>
                </p:cNvPr>
                <p:cNvSpPr/>
                <p:nvPr/>
              </p:nvSpPr>
              <p:spPr>
                <a:xfrm>
                  <a:off x="4094751" y="6932827"/>
                  <a:ext cx="63896" cy="62929"/>
                </a:xfrm>
                <a:custGeom>
                  <a:avLst/>
                  <a:gdLst>
                    <a:gd name="csX0" fmla="*/ 63896 w 63896"/>
                    <a:gd name="csY0" fmla="*/ 31465 h 62929"/>
                    <a:gd name="csX1" fmla="*/ 31948 w 63896"/>
                    <a:gd name="csY1" fmla="*/ 62930 h 62929"/>
                    <a:gd name="csX2" fmla="*/ 0 w 63896"/>
                    <a:gd name="csY2" fmla="*/ 31465 h 62929"/>
                    <a:gd name="csX3" fmla="*/ 31948 w 63896"/>
                    <a:gd name="csY3" fmla="*/ 0 h 62929"/>
                    <a:gd name="csX4" fmla="*/ 63896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6" y="31465"/>
                      </a:moveTo>
                      <a:cubicBezTo>
                        <a:pt x="63896" y="48842"/>
                        <a:pt x="49593" y="62930"/>
                        <a:pt x="31948" y="62930"/>
                      </a:cubicBezTo>
                      <a:cubicBezTo>
                        <a:pt x="14304" y="62930"/>
                        <a:pt x="0" y="48842"/>
                        <a:pt x="0" y="31465"/>
                      </a:cubicBezTo>
                      <a:cubicBezTo>
                        <a:pt x="0" y="14087"/>
                        <a:pt x="14304" y="0"/>
                        <a:pt x="31948" y="0"/>
                      </a:cubicBezTo>
                      <a:cubicBezTo>
                        <a:pt x="49593" y="0"/>
                        <a:pt x="63896" y="14087"/>
                        <a:pt x="63896" y="31465"/>
                      </a:cubicBezTo>
                      <a:close/>
                    </a:path>
                  </a:pathLst>
                </a:custGeom>
                <a:noFill/>
                <a:ln w="9092" cap="rnd">
                  <a:solidFill>
                    <a:srgbClr val="000000"/>
                  </a:solidFill>
                  <a:prstDash val="solid"/>
                  <a:round/>
                </a:ln>
              </p:spPr>
              <p:txBody>
                <a:bodyPr/>
                <a:lstStyle/>
                <a:p>
                  <a:endParaRPr lang="en-US" sz="2268"/>
                </a:p>
              </p:txBody>
            </p:sp>
            <p:sp>
              <p:nvSpPr>
                <p:cNvPr id="825" name="Freeform 824">
                  <a:extLst>
                    <a:ext uri="{FF2B5EF4-FFF2-40B4-BE49-F238E27FC236}">
                      <a16:creationId xmlns:a16="http://schemas.microsoft.com/office/drawing/2014/main" id="{E018D1A1-6A4D-CA74-8B78-3016F5CE80FC}"/>
                    </a:ext>
                  </a:extLst>
                </p:cNvPr>
                <p:cNvSpPr/>
                <p:nvPr/>
              </p:nvSpPr>
              <p:spPr>
                <a:xfrm>
                  <a:off x="3807602" y="6666576"/>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2"/>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26" name="Freeform 825">
                  <a:extLst>
                    <a:ext uri="{FF2B5EF4-FFF2-40B4-BE49-F238E27FC236}">
                      <a16:creationId xmlns:a16="http://schemas.microsoft.com/office/drawing/2014/main" id="{1DD1AF1F-FF0C-C38D-8938-B166C3A88F49}"/>
                    </a:ext>
                  </a:extLst>
                </p:cNvPr>
                <p:cNvSpPr/>
                <p:nvPr/>
              </p:nvSpPr>
              <p:spPr>
                <a:xfrm>
                  <a:off x="4083203" y="6757558"/>
                  <a:ext cx="63896" cy="62929"/>
                </a:xfrm>
                <a:custGeom>
                  <a:avLst/>
                  <a:gdLst>
                    <a:gd name="csX0" fmla="*/ 63897 w 63896"/>
                    <a:gd name="csY0" fmla="*/ 31465 h 62929"/>
                    <a:gd name="csX1" fmla="*/ 31948 w 63896"/>
                    <a:gd name="csY1" fmla="*/ 62930 h 62929"/>
                    <a:gd name="csX2" fmla="*/ 0 w 63896"/>
                    <a:gd name="csY2" fmla="*/ 31465 h 62929"/>
                    <a:gd name="csX3" fmla="*/ 31948 w 63896"/>
                    <a:gd name="csY3" fmla="*/ 0 h 62929"/>
                    <a:gd name="csX4" fmla="*/ 63897 w 63896"/>
                    <a:gd name="csY4" fmla="*/ 31465 h 62929"/>
                  </a:gdLst>
                  <a:ahLst/>
                  <a:cxnLst>
                    <a:cxn ang="0">
                      <a:pos x="csX0" y="csY0"/>
                    </a:cxn>
                    <a:cxn ang="0">
                      <a:pos x="csX1" y="csY1"/>
                    </a:cxn>
                    <a:cxn ang="0">
                      <a:pos x="csX2" y="csY2"/>
                    </a:cxn>
                    <a:cxn ang="0">
                      <a:pos x="csX3" y="csY3"/>
                    </a:cxn>
                    <a:cxn ang="0">
                      <a:pos x="csX4" y="csY4"/>
                    </a:cxn>
                  </a:cxnLst>
                  <a:rect l="l" t="t" r="r" b="b"/>
                  <a:pathLst>
                    <a:path w="63896" h="62929">
                      <a:moveTo>
                        <a:pt x="63897" y="31465"/>
                      </a:moveTo>
                      <a:cubicBezTo>
                        <a:pt x="63897" y="48843"/>
                        <a:pt x="49593" y="62930"/>
                        <a:pt x="31948" y="62930"/>
                      </a:cubicBezTo>
                      <a:cubicBezTo>
                        <a:pt x="14304" y="62930"/>
                        <a:pt x="0" y="48842"/>
                        <a:pt x="0" y="31465"/>
                      </a:cubicBezTo>
                      <a:cubicBezTo>
                        <a:pt x="0" y="14087"/>
                        <a:pt x="14304" y="0"/>
                        <a:pt x="31948" y="0"/>
                      </a:cubicBezTo>
                      <a:cubicBezTo>
                        <a:pt x="49593" y="0"/>
                        <a:pt x="63897" y="14087"/>
                        <a:pt x="63897" y="31465"/>
                      </a:cubicBezTo>
                      <a:close/>
                    </a:path>
                  </a:pathLst>
                </a:custGeom>
                <a:noFill/>
                <a:ln w="9092" cap="rnd">
                  <a:solidFill>
                    <a:srgbClr val="000000"/>
                  </a:solidFill>
                  <a:prstDash val="solid"/>
                  <a:round/>
                </a:ln>
              </p:spPr>
              <p:txBody>
                <a:bodyPr/>
                <a:lstStyle/>
                <a:p>
                  <a:endParaRPr lang="en-US" sz="2268"/>
                </a:p>
              </p:txBody>
            </p:sp>
            <p:sp>
              <p:nvSpPr>
                <p:cNvPr id="827" name="TextBox 826">
                  <a:extLst>
                    <a:ext uri="{FF2B5EF4-FFF2-40B4-BE49-F238E27FC236}">
                      <a16:creationId xmlns:a16="http://schemas.microsoft.com/office/drawing/2014/main" id="{8DAAC7A9-FC03-5E40-1A3A-9ECBEE0F2ECD}"/>
                    </a:ext>
                  </a:extLst>
                </p:cNvPr>
                <p:cNvSpPr txBox="1"/>
                <p:nvPr/>
              </p:nvSpPr>
              <p:spPr>
                <a:xfrm>
                  <a:off x="3962182" y="5882365"/>
                  <a:ext cx="310792"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a </a:t>
                  </a:r>
                </a:p>
              </p:txBody>
            </p:sp>
            <p:sp>
              <p:nvSpPr>
                <p:cNvPr id="828" name="TextBox 827">
                  <a:extLst>
                    <a:ext uri="{FF2B5EF4-FFF2-40B4-BE49-F238E27FC236}">
                      <a16:creationId xmlns:a16="http://schemas.microsoft.com/office/drawing/2014/main" id="{91B4B10F-E1AD-DFB6-3C64-165D56FF858E}"/>
                    </a:ext>
                  </a:extLst>
                </p:cNvPr>
                <p:cNvSpPr txBox="1"/>
                <p:nvPr/>
              </p:nvSpPr>
              <p:spPr>
                <a:xfrm>
                  <a:off x="3649029" y="5882365"/>
                  <a:ext cx="368472"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ab </a:t>
                  </a:r>
                </a:p>
              </p:txBody>
            </p:sp>
            <p:sp>
              <p:nvSpPr>
                <p:cNvPr id="829" name="TextBox 828">
                  <a:extLst>
                    <a:ext uri="{FF2B5EF4-FFF2-40B4-BE49-F238E27FC236}">
                      <a16:creationId xmlns:a16="http://schemas.microsoft.com/office/drawing/2014/main" id="{E4460BC1-CE4A-050C-9CD4-1995492D56C6}"/>
                    </a:ext>
                  </a:extLst>
                </p:cNvPr>
                <p:cNvSpPr txBox="1"/>
                <p:nvPr/>
              </p:nvSpPr>
              <p:spPr>
                <a:xfrm>
                  <a:off x="4481369" y="5882365"/>
                  <a:ext cx="390527"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a:t>
                  </a:r>
                  <a:r>
                    <a:rPr lang="en-US" sz="756" err="1">
                      <a:ln/>
                      <a:solidFill>
                        <a:srgbClr val="000000"/>
                      </a:solidFill>
                      <a:latin typeface="Arial"/>
                      <a:cs typeface="Arial"/>
                      <a:sym typeface="Arial"/>
                      <a:rtl val="0"/>
                    </a:rPr>
                    <a:t>abc</a:t>
                  </a:r>
                  <a:endParaRPr lang="en-US" sz="756">
                    <a:ln/>
                    <a:solidFill>
                      <a:srgbClr val="000000"/>
                    </a:solidFill>
                    <a:latin typeface="Arial"/>
                    <a:cs typeface="Arial"/>
                    <a:sym typeface="Arial"/>
                    <a:rtl val="0"/>
                  </a:endParaRPr>
                </a:p>
              </p:txBody>
            </p:sp>
            <p:sp>
              <p:nvSpPr>
                <p:cNvPr id="830" name="TextBox 829">
                  <a:extLst>
                    <a:ext uri="{FF2B5EF4-FFF2-40B4-BE49-F238E27FC236}">
                      <a16:creationId xmlns:a16="http://schemas.microsoft.com/office/drawing/2014/main" id="{046EE443-5547-3C4B-D1CD-DE927361C051}"/>
                    </a:ext>
                  </a:extLst>
                </p:cNvPr>
                <p:cNvSpPr txBox="1"/>
                <p:nvPr/>
              </p:nvSpPr>
              <p:spPr>
                <a:xfrm>
                  <a:off x="3408999" y="5882365"/>
                  <a:ext cx="275168"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c</a:t>
                  </a:r>
                </a:p>
              </p:txBody>
            </p:sp>
            <p:sp>
              <p:nvSpPr>
                <p:cNvPr id="832" name="TextBox 831">
                  <a:extLst>
                    <a:ext uri="{FF2B5EF4-FFF2-40B4-BE49-F238E27FC236}">
                      <a16:creationId xmlns:a16="http://schemas.microsoft.com/office/drawing/2014/main" id="{9D22BDE4-7761-45D8-B655-239CD8E41793}"/>
                    </a:ext>
                  </a:extLst>
                </p:cNvPr>
                <p:cNvSpPr txBox="1"/>
                <p:nvPr/>
              </p:nvSpPr>
              <p:spPr>
                <a:xfrm>
                  <a:off x="4275862" y="5882365"/>
                  <a:ext cx="246327"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c</a:t>
                  </a:r>
                </a:p>
              </p:txBody>
            </p:sp>
            <p:sp>
              <p:nvSpPr>
                <p:cNvPr id="833" name="Freeform 832">
                  <a:extLst>
                    <a:ext uri="{FF2B5EF4-FFF2-40B4-BE49-F238E27FC236}">
                      <a16:creationId xmlns:a16="http://schemas.microsoft.com/office/drawing/2014/main" id="{06A53996-9EB9-472E-6CCE-84EA40CE497A}"/>
                    </a:ext>
                  </a:extLst>
                </p:cNvPr>
                <p:cNvSpPr/>
                <p:nvPr/>
              </p:nvSpPr>
              <p:spPr>
                <a:xfrm>
                  <a:off x="3381496" y="5925698"/>
                  <a:ext cx="1745350" cy="1352358"/>
                </a:xfrm>
                <a:custGeom>
                  <a:avLst/>
                  <a:gdLst>
                    <a:gd name="csX0" fmla="*/ 0 w 1745350"/>
                    <a:gd name="csY0" fmla="*/ 0 h 1352358"/>
                    <a:gd name="csX1" fmla="*/ 1745350 w 1745350"/>
                    <a:gd name="csY1" fmla="*/ 0 h 1352358"/>
                    <a:gd name="csX2" fmla="*/ 1745350 w 1745350"/>
                    <a:gd name="csY2" fmla="*/ 1352358 h 1352358"/>
                    <a:gd name="csX3" fmla="*/ 0 w 1745350"/>
                    <a:gd name="csY3" fmla="*/ 1352358 h 1352358"/>
                  </a:gdLst>
                  <a:ahLst/>
                  <a:cxnLst>
                    <a:cxn ang="0">
                      <a:pos x="csX0" y="csY0"/>
                    </a:cxn>
                    <a:cxn ang="0">
                      <a:pos x="csX1" y="csY1"/>
                    </a:cxn>
                    <a:cxn ang="0">
                      <a:pos x="csX2" y="csY2"/>
                    </a:cxn>
                    <a:cxn ang="0">
                      <a:pos x="csX3" y="csY3"/>
                    </a:cxn>
                  </a:cxnLst>
                  <a:rect l="l" t="t" r="r" b="b"/>
                  <a:pathLst>
                    <a:path w="1745350" h="1352358">
                      <a:moveTo>
                        <a:pt x="0" y="0"/>
                      </a:moveTo>
                      <a:lnTo>
                        <a:pt x="1745350" y="0"/>
                      </a:lnTo>
                      <a:lnTo>
                        <a:pt x="1745350" y="1352358"/>
                      </a:lnTo>
                      <a:lnTo>
                        <a:pt x="0" y="1352358"/>
                      </a:lnTo>
                      <a:close/>
                    </a:path>
                  </a:pathLst>
                </a:custGeom>
                <a:noFill/>
                <a:ln w="13702" cap="rnd">
                  <a:solidFill>
                    <a:srgbClr val="333333"/>
                  </a:solidFill>
                  <a:prstDash val="solid"/>
                  <a:round/>
                </a:ln>
              </p:spPr>
              <p:txBody>
                <a:bodyPr/>
                <a:lstStyle/>
                <a:p>
                  <a:endParaRPr lang="en-US" sz="2268"/>
                </a:p>
              </p:txBody>
            </p:sp>
          </p:grpSp>
          <p:grpSp>
            <p:nvGrpSpPr>
              <p:cNvPr id="834" name="Graphic 62">
                <a:extLst>
                  <a:ext uri="{FF2B5EF4-FFF2-40B4-BE49-F238E27FC236}">
                    <a16:creationId xmlns:a16="http://schemas.microsoft.com/office/drawing/2014/main" id="{4B6DE179-8EFD-7D67-E055-182EAF966C7B}"/>
                  </a:ext>
                </a:extLst>
              </p:cNvPr>
              <p:cNvGrpSpPr/>
              <p:nvPr/>
            </p:nvGrpSpPr>
            <p:grpSpPr>
              <a:xfrm>
                <a:off x="3032242" y="6073488"/>
                <a:ext cx="2121775" cy="1436362"/>
                <a:chOff x="3032242" y="6073488"/>
                <a:chExt cx="2121775" cy="1436362"/>
              </a:xfrm>
            </p:grpSpPr>
            <p:sp>
              <p:nvSpPr>
                <p:cNvPr id="835" name="TextBox 834">
                  <a:extLst>
                    <a:ext uri="{FF2B5EF4-FFF2-40B4-BE49-F238E27FC236}">
                      <a16:creationId xmlns:a16="http://schemas.microsoft.com/office/drawing/2014/main" id="{0C435394-BCB4-A93E-57E4-11D096C29405}"/>
                    </a:ext>
                  </a:extLst>
                </p:cNvPr>
                <p:cNvSpPr txBox="1"/>
                <p:nvPr/>
              </p:nvSpPr>
              <p:spPr>
                <a:xfrm>
                  <a:off x="3032242" y="7125603"/>
                  <a:ext cx="395615"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-0.6</a:t>
                  </a:r>
                </a:p>
              </p:txBody>
            </p:sp>
            <p:sp>
              <p:nvSpPr>
                <p:cNvPr id="836" name="TextBox 835">
                  <a:extLst>
                    <a:ext uri="{FF2B5EF4-FFF2-40B4-BE49-F238E27FC236}">
                      <a16:creationId xmlns:a16="http://schemas.microsoft.com/office/drawing/2014/main" id="{E3DCAA5F-EEF8-6973-7865-DF7E10C1A951}"/>
                    </a:ext>
                  </a:extLst>
                </p:cNvPr>
                <p:cNvSpPr txBox="1"/>
                <p:nvPr/>
              </p:nvSpPr>
              <p:spPr>
                <a:xfrm>
                  <a:off x="3032242" y="6774940"/>
                  <a:ext cx="395615"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-0.3</a:t>
                  </a:r>
                </a:p>
              </p:txBody>
            </p:sp>
            <p:sp>
              <p:nvSpPr>
                <p:cNvPr id="837" name="TextBox 836">
                  <a:extLst>
                    <a:ext uri="{FF2B5EF4-FFF2-40B4-BE49-F238E27FC236}">
                      <a16:creationId xmlns:a16="http://schemas.microsoft.com/office/drawing/2014/main" id="{519ED297-95DB-1D41-F7A0-0E14B77A6578}"/>
                    </a:ext>
                  </a:extLst>
                </p:cNvPr>
                <p:cNvSpPr txBox="1"/>
                <p:nvPr/>
              </p:nvSpPr>
              <p:spPr>
                <a:xfrm>
                  <a:off x="3069843" y="6424151"/>
                  <a:ext cx="35659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0.0</a:t>
                  </a:r>
                </a:p>
              </p:txBody>
            </p:sp>
            <p:sp>
              <p:nvSpPr>
                <p:cNvPr id="838" name="TextBox 837">
                  <a:extLst>
                    <a:ext uri="{FF2B5EF4-FFF2-40B4-BE49-F238E27FC236}">
                      <a16:creationId xmlns:a16="http://schemas.microsoft.com/office/drawing/2014/main" id="{B8751FCD-89C7-FD54-9C17-DEC98DFC3755}"/>
                    </a:ext>
                  </a:extLst>
                </p:cNvPr>
                <p:cNvSpPr txBox="1"/>
                <p:nvPr/>
              </p:nvSpPr>
              <p:spPr>
                <a:xfrm>
                  <a:off x="3069843" y="6073488"/>
                  <a:ext cx="35659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0.3</a:t>
                  </a:r>
                </a:p>
              </p:txBody>
            </p:sp>
            <p:sp>
              <p:nvSpPr>
                <p:cNvPr id="839" name="Freeform 838">
                  <a:extLst>
                    <a:ext uri="{FF2B5EF4-FFF2-40B4-BE49-F238E27FC236}">
                      <a16:creationId xmlns:a16="http://schemas.microsoft.com/office/drawing/2014/main" id="{E95D3FE4-17D0-DB2B-8847-5D2DDA896462}"/>
                    </a:ext>
                  </a:extLst>
                </p:cNvPr>
                <p:cNvSpPr/>
                <p:nvPr/>
              </p:nvSpPr>
              <p:spPr>
                <a:xfrm>
                  <a:off x="3346340" y="7232185"/>
                  <a:ext cx="35155" cy="12636"/>
                </a:xfrm>
                <a:custGeom>
                  <a:avLst/>
                  <a:gdLst>
                    <a:gd name="csX0" fmla="*/ 0 w 35155"/>
                    <a:gd name="csY0" fmla="*/ 0 h 12636"/>
                    <a:gd name="csX1" fmla="*/ 35156 w 35155"/>
                    <a:gd name="csY1" fmla="*/ 0 h 12636"/>
                  </a:gdLst>
                  <a:ahLst/>
                  <a:cxnLst>
                    <a:cxn ang="0">
                      <a:pos x="csX0" y="csY0"/>
                    </a:cxn>
                    <a:cxn ang="0">
                      <a:pos x="csX1" y="csY1"/>
                    </a:cxn>
                  </a:cxnLst>
                  <a:rect l="l" t="t" r="r" b="b"/>
                  <a:pathLst>
                    <a:path w="35155" h="12636">
                      <a:moveTo>
                        <a:pt x="0" y="0"/>
                      </a:moveTo>
                      <a:lnTo>
                        <a:pt x="35156" y="0"/>
                      </a:lnTo>
                    </a:path>
                  </a:pathLst>
                </a:custGeom>
                <a:noFill/>
                <a:ln w="13702" cap="flat">
                  <a:solidFill>
                    <a:srgbClr val="333333"/>
                  </a:solidFill>
                  <a:prstDash val="solid"/>
                  <a:round/>
                </a:ln>
              </p:spPr>
              <p:txBody>
                <a:bodyPr/>
                <a:lstStyle/>
                <a:p>
                  <a:endParaRPr lang="en-US" sz="2268"/>
                </a:p>
              </p:txBody>
            </p:sp>
            <p:sp>
              <p:nvSpPr>
                <p:cNvPr id="840" name="Freeform 839">
                  <a:extLst>
                    <a:ext uri="{FF2B5EF4-FFF2-40B4-BE49-F238E27FC236}">
                      <a16:creationId xmlns:a16="http://schemas.microsoft.com/office/drawing/2014/main" id="{836F63BE-43CA-5420-64B6-7078F4D6C9C3}"/>
                    </a:ext>
                  </a:extLst>
                </p:cNvPr>
                <p:cNvSpPr/>
                <p:nvPr/>
              </p:nvSpPr>
              <p:spPr>
                <a:xfrm>
                  <a:off x="3346340" y="6881522"/>
                  <a:ext cx="35155" cy="12636"/>
                </a:xfrm>
                <a:custGeom>
                  <a:avLst/>
                  <a:gdLst>
                    <a:gd name="csX0" fmla="*/ 0 w 35155"/>
                    <a:gd name="csY0" fmla="*/ 0 h 12636"/>
                    <a:gd name="csX1" fmla="*/ 35156 w 35155"/>
                    <a:gd name="csY1" fmla="*/ 0 h 12636"/>
                  </a:gdLst>
                  <a:ahLst/>
                  <a:cxnLst>
                    <a:cxn ang="0">
                      <a:pos x="csX0" y="csY0"/>
                    </a:cxn>
                    <a:cxn ang="0">
                      <a:pos x="csX1" y="csY1"/>
                    </a:cxn>
                  </a:cxnLst>
                  <a:rect l="l" t="t" r="r" b="b"/>
                  <a:pathLst>
                    <a:path w="35155" h="12636">
                      <a:moveTo>
                        <a:pt x="0" y="0"/>
                      </a:moveTo>
                      <a:lnTo>
                        <a:pt x="35156" y="0"/>
                      </a:lnTo>
                    </a:path>
                  </a:pathLst>
                </a:custGeom>
                <a:noFill/>
                <a:ln w="13702" cap="flat">
                  <a:solidFill>
                    <a:srgbClr val="333333"/>
                  </a:solidFill>
                  <a:prstDash val="solid"/>
                  <a:round/>
                </a:ln>
              </p:spPr>
              <p:txBody>
                <a:bodyPr/>
                <a:lstStyle/>
                <a:p>
                  <a:endParaRPr lang="en-US" sz="2268"/>
                </a:p>
              </p:txBody>
            </p:sp>
            <p:sp>
              <p:nvSpPr>
                <p:cNvPr id="841" name="Freeform 840">
                  <a:extLst>
                    <a:ext uri="{FF2B5EF4-FFF2-40B4-BE49-F238E27FC236}">
                      <a16:creationId xmlns:a16="http://schemas.microsoft.com/office/drawing/2014/main" id="{9A43C8C5-1472-2224-C116-0CF8CC0E2EB0}"/>
                    </a:ext>
                  </a:extLst>
                </p:cNvPr>
                <p:cNvSpPr/>
                <p:nvPr/>
              </p:nvSpPr>
              <p:spPr>
                <a:xfrm>
                  <a:off x="3346340" y="6530733"/>
                  <a:ext cx="35155" cy="12636"/>
                </a:xfrm>
                <a:custGeom>
                  <a:avLst/>
                  <a:gdLst>
                    <a:gd name="csX0" fmla="*/ 0 w 35155"/>
                    <a:gd name="csY0" fmla="*/ 0 h 12636"/>
                    <a:gd name="csX1" fmla="*/ 35156 w 35155"/>
                    <a:gd name="csY1" fmla="*/ 0 h 12636"/>
                  </a:gdLst>
                  <a:ahLst/>
                  <a:cxnLst>
                    <a:cxn ang="0">
                      <a:pos x="csX0" y="csY0"/>
                    </a:cxn>
                    <a:cxn ang="0">
                      <a:pos x="csX1" y="csY1"/>
                    </a:cxn>
                  </a:cxnLst>
                  <a:rect l="l" t="t" r="r" b="b"/>
                  <a:pathLst>
                    <a:path w="35155" h="12636">
                      <a:moveTo>
                        <a:pt x="0" y="0"/>
                      </a:moveTo>
                      <a:lnTo>
                        <a:pt x="35156" y="0"/>
                      </a:lnTo>
                    </a:path>
                  </a:pathLst>
                </a:custGeom>
                <a:noFill/>
                <a:ln w="13702" cap="flat">
                  <a:solidFill>
                    <a:srgbClr val="333333"/>
                  </a:solidFill>
                  <a:prstDash val="solid"/>
                  <a:round/>
                </a:ln>
              </p:spPr>
              <p:txBody>
                <a:bodyPr/>
                <a:lstStyle/>
                <a:p>
                  <a:endParaRPr lang="en-US" sz="2268"/>
                </a:p>
              </p:txBody>
            </p:sp>
            <p:sp>
              <p:nvSpPr>
                <p:cNvPr id="842" name="Freeform 841">
                  <a:extLst>
                    <a:ext uri="{FF2B5EF4-FFF2-40B4-BE49-F238E27FC236}">
                      <a16:creationId xmlns:a16="http://schemas.microsoft.com/office/drawing/2014/main" id="{92B9D92B-4A4F-8B1E-D1E6-B5ECBA2C834A}"/>
                    </a:ext>
                  </a:extLst>
                </p:cNvPr>
                <p:cNvSpPr/>
                <p:nvPr/>
              </p:nvSpPr>
              <p:spPr>
                <a:xfrm>
                  <a:off x="3346340" y="6180070"/>
                  <a:ext cx="35155" cy="12636"/>
                </a:xfrm>
                <a:custGeom>
                  <a:avLst/>
                  <a:gdLst>
                    <a:gd name="csX0" fmla="*/ 0 w 35155"/>
                    <a:gd name="csY0" fmla="*/ 0 h 12636"/>
                    <a:gd name="csX1" fmla="*/ 35156 w 35155"/>
                    <a:gd name="csY1" fmla="*/ 0 h 12636"/>
                  </a:gdLst>
                  <a:ahLst/>
                  <a:cxnLst>
                    <a:cxn ang="0">
                      <a:pos x="csX0" y="csY0"/>
                    </a:cxn>
                    <a:cxn ang="0">
                      <a:pos x="csX1" y="csY1"/>
                    </a:cxn>
                  </a:cxnLst>
                  <a:rect l="l" t="t" r="r" b="b"/>
                  <a:pathLst>
                    <a:path w="35155" h="12636">
                      <a:moveTo>
                        <a:pt x="0" y="0"/>
                      </a:moveTo>
                      <a:lnTo>
                        <a:pt x="35156" y="0"/>
                      </a:lnTo>
                    </a:path>
                  </a:pathLst>
                </a:custGeom>
                <a:noFill/>
                <a:ln w="13702" cap="flat">
                  <a:solidFill>
                    <a:srgbClr val="333333"/>
                  </a:solidFill>
                  <a:prstDash val="solid"/>
                  <a:round/>
                </a:ln>
              </p:spPr>
              <p:txBody>
                <a:bodyPr/>
                <a:lstStyle/>
                <a:p>
                  <a:endParaRPr lang="en-US" sz="2268"/>
                </a:p>
              </p:txBody>
            </p:sp>
            <p:sp>
              <p:nvSpPr>
                <p:cNvPr id="843" name="Freeform 842">
                  <a:extLst>
                    <a:ext uri="{FF2B5EF4-FFF2-40B4-BE49-F238E27FC236}">
                      <a16:creationId xmlns:a16="http://schemas.microsoft.com/office/drawing/2014/main" id="{FA93C8B1-C52B-70F9-1473-88519E4F79A6}"/>
                    </a:ext>
                  </a:extLst>
                </p:cNvPr>
                <p:cNvSpPr/>
                <p:nvPr/>
              </p:nvSpPr>
              <p:spPr>
                <a:xfrm>
                  <a:off x="3550347" y="7278056"/>
                  <a:ext cx="12830" cy="34623"/>
                </a:xfrm>
                <a:custGeom>
                  <a:avLst/>
                  <a:gdLst>
                    <a:gd name="csX0" fmla="*/ 0 w 12830"/>
                    <a:gd name="csY0" fmla="*/ 34624 h 34623"/>
                    <a:gd name="csX1" fmla="*/ 0 w 12830"/>
                    <a:gd name="csY1" fmla="*/ 0 h 34623"/>
                  </a:gdLst>
                  <a:ahLst/>
                  <a:cxnLst>
                    <a:cxn ang="0">
                      <a:pos x="csX0" y="csY0"/>
                    </a:cxn>
                    <a:cxn ang="0">
                      <a:pos x="csX1" y="csY1"/>
                    </a:cxn>
                  </a:cxnLst>
                  <a:rect l="l" t="t" r="r" b="b"/>
                  <a:pathLst>
                    <a:path w="12830" h="34623">
                      <a:moveTo>
                        <a:pt x="0" y="34624"/>
                      </a:moveTo>
                      <a:lnTo>
                        <a:pt x="0" y="0"/>
                      </a:lnTo>
                    </a:path>
                  </a:pathLst>
                </a:custGeom>
                <a:noFill/>
                <a:ln w="13702" cap="flat">
                  <a:solidFill>
                    <a:srgbClr val="333333"/>
                  </a:solidFill>
                  <a:prstDash val="solid"/>
                  <a:round/>
                </a:ln>
              </p:spPr>
              <p:txBody>
                <a:bodyPr/>
                <a:lstStyle/>
                <a:p>
                  <a:endParaRPr lang="en-US" sz="2268"/>
                </a:p>
              </p:txBody>
            </p:sp>
            <p:sp>
              <p:nvSpPr>
                <p:cNvPr id="844" name="Freeform 843">
                  <a:extLst>
                    <a:ext uri="{FF2B5EF4-FFF2-40B4-BE49-F238E27FC236}">
                      <a16:creationId xmlns:a16="http://schemas.microsoft.com/office/drawing/2014/main" id="{529CFB06-507B-8FBA-2F51-8246E0749C24}"/>
                    </a:ext>
                  </a:extLst>
                </p:cNvPr>
                <p:cNvSpPr/>
                <p:nvPr/>
              </p:nvSpPr>
              <p:spPr>
                <a:xfrm>
                  <a:off x="3831851" y="7278056"/>
                  <a:ext cx="12830" cy="34623"/>
                </a:xfrm>
                <a:custGeom>
                  <a:avLst/>
                  <a:gdLst>
                    <a:gd name="csX0" fmla="*/ 0 w 12830"/>
                    <a:gd name="csY0" fmla="*/ 34624 h 34623"/>
                    <a:gd name="csX1" fmla="*/ 0 w 12830"/>
                    <a:gd name="csY1" fmla="*/ 0 h 34623"/>
                  </a:gdLst>
                  <a:ahLst/>
                  <a:cxnLst>
                    <a:cxn ang="0">
                      <a:pos x="csX0" y="csY0"/>
                    </a:cxn>
                    <a:cxn ang="0">
                      <a:pos x="csX1" y="csY1"/>
                    </a:cxn>
                  </a:cxnLst>
                  <a:rect l="l" t="t" r="r" b="b"/>
                  <a:pathLst>
                    <a:path w="12830" h="34623">
                      <a:moveTo>
                        <a:pt x="0" y="34624"/>
                      </a:moveTo>
                      <a:lnTo>
                        <a:pt x="0" y="0"/>
                      </a:lnTo>
                    </a:path>
                  </a:pathLst>
                </a:custGeom>
                <a:noFill/>
                <a:ln w="13702" cap="flat">
                  <a:solidFill>
                    <a:srgbClr val="333333"/>
                  </a:solidFill>
                  <a:prstDash val="solid"/>
                  <a:round/>
                </a:ln>
              </p:spPr>
              <p:txBody>
                <a:bodyPr/>
                <a:lstStyle/>
                <a:p>
                  <a:endParaRPr lang="en-US" sz="2268"/>
                </a:p>
              </p:txBody>
            </p:sp>
            <p:sp>
              <p:nvSpPr>
                <p:cNvPr id="845" name="Freeform 844">
                  <a:extLst>
                    <a:ext uri="{FF2B5EF4-FFF2-40B4-BE49-F238E27FC236}">
                      <a16:creationId xmlns:a16="http://schemas.microsoft.com/office/drawing/2014/main" id="{39FA94C3-8492-10C2-A339-401D483E5B7C}"/>
                    </a:ext>
                  </a:extLst>
                </p:cNvPr>
                <p:cNvSpPr/>
                <p:nvPr/>
              </p:nvSpPr>
              <p:spPr>
                <a:xfrm>
                  <a:off x="4113355" y="7278056"/>
                  <a:ext cx="12830" cy="34623"/>
                </a:xfrm>
                <a:custGeom>
                  <a:avLst/>
                  <a:gdLst>
                    <a:gd name="csX0" fmla="*/ 0 w 12830"/>
                    <a:gd name="csY0" fmla="*/ 34624 h 34623"/>
                    <a:gd name="csX1" fmla="*/ 0 w 12830"/>
                    <a:gd name="csY1" fmla="*/ 0 h 34623"/>
                  </a:gdLst>
                  <a:ahLst/>
                  <a:cxnLst>
                    <a:cxn ang="0">
                      <a:pos x="csX0" y="csY0"/>
                    </a:cxn>
                    <a:cxn ang="0">
                      <a:pos x="csX1" y="csY1"/>
                    </a:cxn>
                  </a:cxnLst>
                  <a:rect l="l" t="t" r="r" b="b"/>
                  <a:pathLst>
                    <a:path w="12830" h="34623">
                      <a:moveTo>
                        <a:pt x="0" y="34624"/>
                      </a:moveTo>
                      <a:lnTo>
                        <a:pt x="0" y="0"/>
                      </a:lnTo>
                    </a:path>
                  </a:pathLst>
                </a:custGeom>
                <a:noFill/>
                <a:ln w="13702" cap="flat">
                  <a:solidFill>
                    <a:srgbClr val="333333"/>
                  </a:solidFill>
                  <a:prstDash val="solid"/>
                  <a:round/>
                </a:ln>
              </p:spPr>
              <p:txBody>
                <a:bodyPr/>
                <a:lstStyle/>
                <a:p>
                  <a:endParaRPr lang="en-US" sz="2268"/>
                </a:p>
              </p:txBody>
            </p:sp>
            <p:sp>
              <p:nvSpPr>
                <p:cNvPr id="846" name="Freeform 845">
                  <a:extLst>
                    <a:ext uri="{FF2B5EF4-FFF2-40B4-BE49-F238E27FC236}">
                      <a16:creationId xmlns:a16="http://schemas.microsoft.com/office/drawing/2014/main" id="{4D66A88E-181D-5333-B72E-2F2B5E84D22F}"/>
                    </a:ext>
                  </a:extLst>
                </p:cNvPr>
                <p:cNvSpPr/>
                <p:nvPr/>
              </p:nvSpPr>
              <p:spPr>
                <a:xfrm>
                  <a:off x="4394859" y="7278056"/>
                  <a:ext cx="12830" cy="34623"/>
                </a:xfrm>
                <a:custGeom>
                  <a:avLst/>
                  <a:gdLst>
                    <a:gd name="csX0" fmla="*/ 0 w 12830"/>
                    <a:gd name="csY0" fmla="*/ 34624 h 34623"/>
                    <a:gd name="csX1" fmla="*/ 0 w 12830"/>
                    <a:gd name="csY1" fmla="*/ 0 h 34623"/>
                  </a:gdLst>
                  <a:ahLst/>
                  <a:cxnLst>
                    <a:cxn ang="0">
                      <a:pos x="csX0" y="csY0"/>
                    </a:cxn>
                    <a:cxn ang="0">
                      <a:pos x="csX1" y="csY1"/>
                    </a:cxn>
                  </a:cxnLst>
                  <a:rect l="l" t="t" r="r" b="b"/>
                  <a:pathLst>
                    <a:path w="12830" h="34623">
                      <a:moveTo>
                        <a:pt x="0" y="34624"/>
                      </a:moveTo>
                      <a:lnTo>
                        <a:pt x="0" y="0"/>
                      </a:lnTo>
                    </a:path>
                  </a:pathLst>
                </a:custGeom>
                <a:noFill/>
                <a:ln w="13702" cap="flat">
                  <a:solidFill>
                    <a:srgbClr val="333333"/>
                  </a:solidFill>
                  <a:prstDash val="solid"/>
                  <a:round/>
                </a:ln>
              </p:spPr>
              <p:txBody>
                <a:bodyPr/>
                <a:lstStyle/>
                <a:p>
                  <a:endParaRPr lang="en-US" sz="2268"/>
                </a:p>
              </p:txBody>
            </p:sp>
            <p:sp>
              <p:nvSpPr>
                <p:cNvPr id="847" name="Freeform 846">
                  <a:extLst>
                    <a:ext uri="{FF2B5EF4-FFF2-40B4-BE49-F238E27FC236}">
                      <a16:creationId xmlns:a16="http://schemas.microsoft.com/office/drawing/2014/main" id="{E921FFA4-52F9-C81D-50D9-AD997FA4115C}"/>
                    </a:ext>
                  </a:extLst>
                </p:cNvPr>
                <p:cNvSpPr/>
                <p:nvPr/>
              </p:nvSpPr>
              <p:spPr>
                <a:xfrm>
                  <a:off x="4676363" y="7278056"/>
                  <a:ext cx="12830" cy="34623"/>
                </a:xfrm>
                <a:custGeom>
                  <a:avLst/>
                  <a:gdLst>
                    <a:gd name="csX0" fmla="*/ 0 w 12830"/>
                    <a:gd name="csY0" fmla="*/ 34624 h 34623"/>
                    <a:gd name="csX1" fmla="*/ 0 w 12830"/>
                    <a:gd name="csY1" fmla="*/ 0 h 34623"/>
                  </a:gdLst>
                  <a:ahLst/>
                  <a:cxnLst>
                    <a:cxn ang="0">
                      <a:pos x="csX0" y="csY0"/>
                    </a:cxn>
                    <a:cxn ang="0">
                      <a:pos x="csX1" y="csY1"/>
                    </a:cxn>
                  </a:cxnLst>
                  <a:rect l="l" t="t" r="r" b="b"/>
                  <a:pathLst>
                    <a:path w="12830" h="34623">
                      <a:moveTo>
                        <a:pt x="0" y="34624"/>
                      </a:moveTo>
                      <a:lnTo>
                        <a:pt x="0" y="0"/>
                      </a:lnTo>
                    </a:path>
                  </a:pathLst>
                </a:custGeom>
                <a:noFill/>
                <a:ln w="13702" cap="flat">
                  <a:solidFill>
                    <a:srgbClr val="333333"/>
                  </a:solidFill>
                  <a:prstDash val="solid"/>
                  <a:round/>
                </a:ln>
              </p:spPr>
              <p:txBody>
                <a:bodyPr/>
                <a:lstStyle/>
                <a:p>
                  <a:endParaRPr lang="en-US" sz="2268"/>
                </a:p>
              </p:txBody>
            </p:sp>
            <p:sp>
              <p:nvSpPr>
                <p:cNvPr id="848" name="Freeform 847">
                  <a:extLst>
                    <a:ext uri="{FF2B5EF4-FFF2-40B4-BE49-F238E27FC236}">
                      <a16:creationId xmlns:a16="http://schemas.microsoft.com/office/drawing/2014/main" id="{16ADE8CA-7B1E-F80B-98CD-4300E9EEC9C5}"/>
                    </a:ext>
                  </a:extLst>
                </p:cNvPr>
                <p:cNvSpPr/>
                <p:nvPr/>
              </p:nvSpPr>
              <p:spPr>
                <a:xfrm>
                  <a:off x="4957996" y="7278056"/>
                  <a:ext cx="12830" cy="34623"/>
                </a:xfrm>
                <a:custGeom>
                  <a:avLst/>
                  <a:gdLst>
                    <a:gd name="csX0" fmla="*/ 0 w 12830"/>
                    <a:gd name="csY0" fmla="*/ 34624 h 34623"/>
                    <a:gd name="csX1" fmla="*/ 0 w 12830"/>
                    <a:gd name="csY1" fmla="*/ 0 h 34623"/>
                  </a:gdLst>
                  <a:ahLst/>
                  <a:cxnLst>
                    <a:cxn ang="0">
                      <a:pos x="csX0" y="csY0"/>
                    </a:cxn>
                    <a:cxn ang="0">
                      <a:pos x="csX1" y="csY1"/>
                    </a:cxn>
                  </a:cxnLst>
                  <a:rect l="l" t="t" r="r" b="b"/>
                  <a:pathLst>
                    <a:path w="12830" h="34623">
                      <a:moveTo>
                        <a:pt x="0" y="34624"/>
                      </a:moveTo>
                      <a:lnTo>
                        <a:pt x="0" y="0"/>
                      </a:lnTo>
                    </a:path>
                  </a:pathLst>
                </a:custGeom>
                <a:noFill/>
                <a:ln w="13702" cap="flat">
                  <a:solidFill>
                    <a:srgbClr val="333333"/>
                  </a:solidFill>
                  <a:prstDash val="solid"/>
                  <a:round/>
                </a:ln>
              </p:spPr>
              <p:txBody>
                <a:bodyPr/>
                <a:lstStyle/>
                <a:p>
                  <a:endParaRPr lang="en-US" sz="2268"/>
                </a:p>
              </p:txBody>
            </p:sp>
            <p:sp>
              <p:nvSpPr>
                <p:cNvPr id="849" name="TextBox 848">
                  <a:extLst>
                    <a:ext uri="{FF2B5EF4-FFF2-40B4-BE49-F238E27FC236}">
                      <a16:creationId xmlns:a16="http://schemas.microsoft.com/office/drawing/2014/main" id="{550A5D00-87BD-A768-2ED6-45C3612687B6}"/>
                    </a:ext>
                  </a:extLst>
                </p:cNvPr>
                <p:cNvSpPr txBox="1"/>
                <p:nvPr/>
              </p:nvSpPr>
              <p:spPr>
                <a:xfrm>
                  <a:off x="3411880" y="7273702"/>
                  <a:ext cx="29213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M</a:t>
                  </a:r>
                </a:p>
              </p:txBody>
            </p:sp>
            <p:sp>
              <p:nvSpPr>
                <p:cNvPr id="850" name="TextBox 849">
                  <a:extLst>
                    <a:ext uri="{FF2B5EF4-FFF2-40B4-BE49-F238E27FC236}">
                      <a16:creationId xmlns:a16="http://schemas.microsoft.com/office/drawing/2014/main" id="{5373E58E-3085-20DD-3D3F-39F2D1F1EB88}"/>
                    </a:ext>
                  </a:extLst>
                </p:cNvPr>
                <p:cNvSpPr txBox="1"/>
                <p:nvPr/>
              </p:nvSpPr>
              <p:spPr>
                <a:xfrm>
                  <a:off x="3724726" y="7273702"/>
                  <a:ext cx="227666"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I</a:t>
                  </a:r>
                </a:p>
              </p:txBody>
            </p:sp>
            <p:sp>
              <p:nvSpPr>
                <p:cNvPr id="851" name="TextBox 850">
                  <a:extLst>
                    <a:ext uri="{FF2B5EF4-FFF2-40B4-BE49-F238E27FC236}">
                      <a16:creationId xmlns:a16="http://schemas.microsoft.com/office/drawing/2014/main" id="{DBED81F6-9D9B-1551-30DA-8762BA5BAA48}"/>
                    </a:ext>
                  </a:extLst>
                </p:cNvPr>
                <p:cNvSpPr txBox="1"/>
                <p:nvPr/>
              </p:nvSpPr>
              <p:spPr>
                <a:xfrm>
                  <a:off x="3968576" y="7273702"/>
                  <a:ext cx="304007"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IP</a:t>
                  </a:r>
                </a:p>
              </p:txBody>
            </p:sp>
            <p:sp>
              <p:nvSpPr>
                <p:cNvPr id="852" name="TextBox 851">
                  <a:extLst>
                    <a:ext uri="{FF2B5EF4-FFF2-40B4-BE49-F238E27FC236}">
                      <a16:creationId xmlns:a16="http://schemas.microsoft.com/office/drawing/2014/main" id="{1DA50CD3-7793-FFFD-6432-5FE1916F9A00}"/>
                    </a:ext>
                  </a:extLst>
                </p:cNvPr>
                <p:cNvSpPr txBox="1"/>
                <p:nvPr/>
              </p:nvSpPr>
              <p:spPr>
                <a:xfrm>
                  <a:off x="4256337" y="7273702"/>
                  <a:ext cx="29213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LI</a:t>
                  </a:r>
                </a:p>
              </p:txBody>
            </p:sp>
            <p:sp>
              <p:nvSpPr>
                <p:cNvPr id="853" name="TextBox 852">
                  <a:extLst>
                    <a:ext uri="{FF2B5EF4-FFF2-40B4-BE49-F238E27FC236}">
                      <a16:creationId xmlns:a16="http://schemas.microsoft.com/office/drawing/2014/main" id="{A728B3AF-1897-B679-1B2D-099464A8D733}"/>
                    </a:ext>
                  </a:extLst>
                </p:cNvPr>
                <p:cNvSpPr txBox="1"/>
                <p:nvPr/>
              </p:nvSpPr>
              <p:spPr>
                <a:xfrm>
                  <a:off x="4500186" y="7273702"/>
                  <a:ext cx="36847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LIP</a:t>
                  </a:r>
                </a:p>
              </p:txBody>
            </p:sp>
            <p:sp>
              <p:nvSpPr>
                <p:cNvPr id="854" name="TextBox 853">
                  <a:extLst>
                    <a:ext uri="{FF2B5EF4-FFF2-40B4-BE49-F238E27FC236}">
                      <a16:creationId xmlns:a16="http://schemas.microsoft.com/office/drawing/2014/main" id="{3A9E234D-FB62-E7BF-A799-89CDE5BD4CC2}"/>
                    </a:ext>
                  </a:extLst>
                </p:cNvPr>
                <p:cNvSpPr txBox="1"/>
                <p:nvPr/>
              </p:nvSpPr>
              <p:spPr>
                <a:xfrm>
                  <a:off x="4778759" y="7273702"/>
                  <a:ext cx="37525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NM</a:t>
                  </a:r>
                </a:p>
              </p:txBody>
            </p:sp>
          </p:grpSp>
        </p:grpSp>
        <p:sp>
          <p:nvSpPr>
            <p:cNvPr id="1022" name="TextBox 1021">
              <a:extLst>
                <a:ext uri="{FF2B5EF4-FFF2-40B4-BE49-F238E27FC236}">
                  <a16:creationId xmlns:a16="http://schemas.microsoft.com/office/drawing/2014/main" id="{FD729BBD-C1B3-7F7F-C905-0C177ECB3E9F}"/>
                </a:ext>
              </a:extLst>
            </p:cNvPr>
            <p:cNvSpPr txBox="1"/>
            <p:nvPr/>
          </p:nvSpPr>
          <p:spPr>
            <a:xfrm rot="16200000">
              <a:off x="2454112" y="3591424"/>
              <a:ext cx="936789" cy="259288"/>
            </a:xfrm>
            <a:prstGeom prst="rect">
              <a:avLst/>
            </a:prstGeom>
            <a:noFill/>
          </p:spPr>
          <p:txBody>
            <a:bodyPr wrap="none" rtlCol="0">
              <a:spAutoFit/>
            </a:bodyPr>
            <a:lstStyle/>
            <a:p>
              <a:pPr algn="l"/>
              <a:r>
                <a:rPr lang="en-US" sz="992">
                  <a:ln/>
                  <a:solidFill>
                    <a:srgbClr val="000000"/>
                  </a:solidFill>
                  <a:latin typeface="Arial"/>
                  <a:cs typeface="Arial"/>
                  <a:sym typeface="Arial"/>
                  <a:rtl val="0"/>
                </a:rPr>
                <a:t>Testicular %</a:t>
              </a:r>
            </a:p>
          </p:txBody>
        </p:sp>
        <p:sp>
          <p:nvSpPr>
            <p:cNvPr id="1023" name="TextBox 1022">
              <a:extLst>
                <a:ext uri="{FF2B5EF4-FFF2-40B4-BE49-F238E27FC236}">
                  <a16:creationId xmlns:a16="http://schemas.microsoft.com/office/drawing/2014/main" id="{E79952DF-DA41-95F6-3A26-87028CCA6FAA}"/>
                </a:ext>
              </a:extLst>
            </p:cNvPr>
            <p:cNvSpPr txBox="1"/>
            <p:nvPr/>
          </p:nvSpPr>
          <p:spPr>
            <a:xfrm rot="16200000">
              <a:off x="2514337" y="5014506"/>
              <a:ext cx="816339" cy="259288"/>
            </a:xfrm>
            <a:prstGeom prst="rect">
              <a:avLst/>
            </a:prstGeom>
            <a:noFill/>
          </p:spPr>
          <p:txBody>
            <a:bodyPr wrap="none" rtlCol="0">
              <a:spAutoFit/>
            </a:bodyPr>
            <a:lstStyle/>
            <a:p>
              <a:pPr algn="l"/>
              <a:r>
                <a:rPr lang="en-US" sz="992">
                  <a:ln/>
                  <a:solidFill>
                    <a:srgbClr val="000000"/>
                  </a:solidFill>
                  <a:latin typeface="Arial"/>
                  <a:cs typeface="Arial"/>
                  <a:sym typeface="Arial"/>
                  <a:rtl val="0"/>
                </a:rPr>
                <a:t>Ovarian</a:t>
              </a:r>
              <a:r>
                <a:rPr lang="en-US" sz="945">
                  <a:ln/>
                  <a:solidFill>
                    <a:srgbClr val="000000"/>
                  </a:solidFill>
                  <a:latin typeface="Arial"/>
                  <a:cs typeface="Arial"/>
                  <a:sym typeface="Arial"/>
                  <a:rtl val="0"/>
                </a:rPr>
                <a:t> %</a:t>
              </a:r>
            </a:p>
          </p:txBody>
        </p:sp>
        <p:sp>
          <p:nvSpPr>
            <p:cNvPr id="1024" name="TextBox 1023">
              <a:extLst>
                <a:ext uri="{FF2B5EF4-FFF2-40B4-BE49-F238E27FC236}">
                  <a16:creationId xmlns:a16="http://schemas.microsoft.com/office/drawing/2014/main" id="{7303793D-5291-074B-963D-B52F4D8542B6}"/>
                </a:ext>
              </a:extLst>
            </p:cNvPr>
            <p:cNvSpPr txBox="1"/>
            <p:nvPr/>
          </p:nvSpPr>
          <p:spPr>
            <a:xfrm rot="16200000">
              <a:off x="2303777" y="6472233"/>
              <a:ext cx="1277778" cy="259288"/>
            </a:xfrm>
            <a:prstGeom prst="rect">
              <a:avLst/>
            </a:prstGeom>
            <a:noFill/>
          </p:spPr>
          <p:txBody>
            <a:bodyPr wrap="none" rtlCol="0">
              <a:spAutoFit/>
            </a:bodyPr>
            <a:lstStyle/>
            <a:p>
              <a:pPr algn="l"/>
              <a:r>
                <a:rPr lang="en-US" sz="992" dirty="0">
                  <a:ln/>
                  <a:solidFill>
                    <a:srgbClr val="000000"/>
                  </a:solidFill>
                  <a:latin typeface="Arial"/>
                  <a:cs typeface="Arial"/>
                  <a:sym typeface="Arial"/>
                  <a:rtl val="0"/>
                </a:rPr>
                <a:t>Corrected Volume</a:t>
              </a:r>
            </a:p>
          </p:txBody>
        </p:sp>
      </p:grpSp>
      <p:grpSp>
        <p:nvGrpSpPr>
          <p:cNvPr id="3170" name="Group 3169">
            <a:extLst>
              <a:ext uri="{FF2B5EF4-FFF2-40B4-BE49-F238E27FC236}">
                <a16:creationId xmlns:a16="http://schemas.microsoft.com/office/drawing/2014/main" id="{29EB5B43-A5F3-8E71-F424-475A0988C55C}"/>
              </a:ext>
            </a:extLst>
          </p:cNvPr>
          <p:cNvGrpSpPr/>
          <p:nvPr/>
        </p:nvGrpSpPr>
        <p:grpSpPr>
          <a:xfrm>
            <a:off x="36548" y="5643953"/>
            <a:ext cx="2536888" cy="1714763"/>
            <a:chOff x="38679" y="5861364"/>
            <a:chExt cx="2684801" cy="1814742"/>
          </a:xfrm>
        </p:grpSpPr>
        <p:sp>
          <p:nvSpPr>
            <p:cNvPr id="2926" name="Freeform 2925">
              <a:extLst>
                <a:ext uri="{FF2B5EF4-FFF2-40B4-BE49-F238E27FC236}">
                  <a16:creationId xmlns:a16="http://schemas.microsoft.com/office/drawing/2014/main" id="{FB31ED8F-5F26-3769-0533-97CDE49E1543}"/>
                </a:ext>
              </a:extLst>
            </p:cNvPr>
            <p:cNvSpPr/>
            <p:nvPr/>
          </p:nvSpPr>
          <p:spPr>
            <a:xfrm>
              <a:off x="80126" y="5861364"/>
              <a:ext cx="2643354" cy="1814742"/>
            </a:xfrm>
            <a:custGeom>
              <a:avLst/>
              <a:gdLst>
                <a:gd name="csX0" fmla="*/ 0 w 2643354"/>
                <a:gd name="csY0" fmla="*/ 0 h 1814742"/>
                <a:gd name="csX1" fmla="*/ 2643354 w 2643354"/>
                <a:gd name="csY1" fmla="*/ 0 h 1814742"/>
                <a:gd name="csX2" fmla="*/ 2643354 w 2643354"/>
                <a:gd name="csY2" fmla="*/ 1814742 h 1814742"/>
                <a:gd name="csX3" fmla="*/ 0 w 2643354"/>
                <a:gd name="csY3" fmla="*/ 1814742 h 1814742"/>
              </a:gdLst>
              <a:ahLst/>
              <a:cxnLst>
                <a:cxn ang="0">
                  <a:pos x="csX0" y="csY0"/>
                </a:cxn>
                <a:cxn ang="0">
                  <a:pos x="csX1" y="csY1"/>
                </a:cxn>
                <a:cxn ang="0">
                  <a:pos x="csX2" y="csY2"/>
                </a:cxn>
                <a:cxn ang="0">
                  <a:pos x="csX3" y="csY3"/>
                </a:cxn>
              </a:cxnLst>
              <a:rect l="l" t="t" r="r" b="b"/>
              <a:pathLst>
                <a:path w="2643354" h="1814742">
                  <a:moveTo>
                    <a:pt x="0" y="0"/>
                  </a:moveTo>
                  <a:lnTo>
                    <a:pt x="2643354" y="0"/>
                  </a:lnTo>
                  <a:lnTo>
                    <a:pt x="2643354" y="1814742"/>
                  </a:lnTo>
                  <a:lnTo>
                    <a:pt x="0" y="1814742"/>
                  </a:lnTo>
                  <a:close/>
                </a:path>
              </a:pathLst>
            </a:custGeom>
            <a:solidFill>
              <a:srgbClr val="FFFFFF"/>
            </a:solidFill>
            <a:ln w="12215" cap="rnd">
              <a:noFill/>
              <a:prstDash val="solid"/>
              <a:round/>
            </a:ln>
          </p:spPr>
          <p:txBody>
            <a:bodyPr/>
            <a:lstStyle/>
            <a:p>
              <a:endParaRPr lang="en-US" sz="2268"/>
            </a:p>
          </p:txBody>
        </p:sp>
        <p:sp>
          <p:nvSpPr>
            <p:cNvPr id="2927" name="Freeform 2926">
              <a:extLst>
                <a:ext uri="{FF2B5EF4-FFF2-40B4-BE49-F238E27FC236}">
                  <a16:creationId xmlns:a16="http://schemas.microsoft.com/office/drawing/2014/main" id="{D32C99FB-9D24-B1E6-1254-B3559125BD38}"/>
                </a:ext>
              </a:extLst>
            </p:cNvPr>
            <p:cNvSpPr/>
            <p:nvPr/>
          </p:nvSpPr>
          <p:spPr>
            <a:xfrm>
              <a:off x="80125" y="5861364"/>
              <a:ext cx="2643354" cy="1814742"/>
            </a:xfrm>
            <a:custGeom>
              <a:avLst/>
              <a:gdLst>
                <a:gd name="csX0" fmla="*/ 0 w 2643354"/>
                <a:gd name="csY0" fmla="*/ 0 h 1814742"/>
                <a:gd name="csX1" fmla="*/ 2643354 w 2643354"/>
                <a:gd name="csY1" fmla="*/ 0 h 1814742"/>
                <a:gd name="csX2" fmla="*/ 2643354 w 2643354"/>
                <a:gd name="csY2" fmla="*/ 1814742 h 1814742"/>
                <a:gd name="csX3" fmla="*/ 0 w 2643354"/>
                <a:gd name="csY3" fmla="*/ 1814742 h 1814742"/>
              </a:gdLst>
              <a:ahLst/>
              <a:cxnLst>
                <a:cxn ang="0">
                  <a:pos x="csX0" y="csY0"/>
                </a:cxn>
                <a:cxn ang="0">
                  <a:pos x="csX1" y="csY1"/>
                </a:cxn>
                <a:cxn ang="0">
                  <a:pos x="csX2" y="csY2"/>
                </a:cxn>
                <a:cxn ang="0">
                  <a:pos x="csX3" y="csY3"/>
                </a:cxn>
              </a:cxnLst>
              <a:rect l="l" t="t" r="r" b="b"/>
              <a:pathLst>
                <a:path w="2643354" h="1814742">
                  <a:moveTo>
                    <a:pt x="0" y="0"/>
                  </a:moveTo>
                  <a:lnTo>
                    <a:pt x="2643354" y="0"/>
                  </a:lnTo>
                  <a:lnTo>
                    <a:pt x="2643354" y="1814742"/>
                  </a:lnTo>
                  <a:lnTo>
                    <a:pt x="0" y="1814742"/>
                  </a:lnTo>
                  <a:close/>
                </a:path>
              </a:pathLst>
            </a:custGeom>
            <a:solidFill>
              <a:srgbClr val="FFFFFF"/>
            </a:solidFill>
            <a:ln w="13070" cap="rnd">
              <a:solidFill>
                <a:srgbClr val="FFFFFF"/>
              </a:solidFill>
              <a:prstDash val="solid"/>
              <a:round/>
            </a:ln>
          </p:spPr>
          <p:txBody>
            <a:bodyPr/>
            <a:lstStyle/>
            <a:p>
              <a:endParaRPr lang="en-US" sz="2268"/>
            </a:p>
          </p:txBody>
        </p:sp>
        <p:sp>
          <p:nvSpPr>
            <p:cNvPr id="2929" name="Freeform 2928">
              <a:extLst>
                <a:ext uri="{FF2B5EF4-FFF2-40B4-BE49-F238E27FC236}">
                  <a16:creationId xmlns:a16="http://schemas.microsoft.com/office/drawing/2014/main" id="{E2FFD513-E903-FA6B-2B55-22725F1EE03B}"/>
                </a:ext>
              </a:extLst>
            </p:cNvPr>
            <p:cNvSpPr/>
            <p:nvPr/>
          </p:nvSpPr>
          <p:spPr>
            <a:xfrm>
              <a:off x="515300" y="5930425"/>
              <a:ext cx="2141116" cy="1348706"/>
            </a:xfrm>
            <a:custGeom>
              <a:avLst/>
              <a:gdLst>
                <a:gd name="csX0" fmla="*/ 0 w 2141116"/>
                <a:gd name="csY0" fmla="*/ 0 h 1348706"/>
                <a:gd name="csX1" fmla="*/ 2141117 w 2141116"/>
                <a:gd name="csY1" fmla="*/ 0 h 1348706"/>
                <a:gd name="csX2" fmla="*/ 2141117 w 2141116"/>
                <a:gd name="csY2" fmla="*/ 1348706 h 1348706"/>
                <a:gd name="csX3" fmla="*/ 0 w 2141116"/>
                <a:gd name="csY3" fmla="*/ 1348706 h 1348706"/>
              </a:gdLst>
              <a:ahLst/>
              <a:cxnLst>
                <a:cxn ang="0">
                  <a:pos x="csX0" y="csY0"/>
                </a:cxn>
                <a:cxn ang="0">
                  <a:pos x="csX1" y="csY1"/>
                </a:cxn>
                <a:cxn ang="0">
                  <a:pos x="csX2" y="csY2"/>
                </a:cxn>
                <a:cxn ang="0">
                  <a:pos x="csX3" y="csY3"/>
                </a:cxn>
              </a:cxnLst>
              <a:rect l="l" t="t" r="r" b="b"/>
              <a:pathLst>
                <a:path w="2141116" h="1348706">
                  <a:moveTo>
                    <a:pt x="0" y="0"/>
                  </a:moveTo>
                  <a:lnTo>
                    <a:pt x="2141117" y="0"/>
                  </a:lnTo>
                  <a:lnTo>
                    <a:pt x="2141117" y="1348706"/>
                  </a:lnTo>
                  <a:lnTo>
                    <a:pt x="0" y="1348706"/>
                  </a:lnTo>
                  <a:close/>
                </a:path>
              </a:pathLst>
            </a:custGeom>
            <a:solidFill>
              <a:srgbClr val="FFFFFF"/>
            </a:solidFill>
            <a:ln w="26018" cap="rnd">
              <a:solidFill>
                <a:srgbClr val="000000"/>
              </a:solidFill>
              <a:prstDash val="solid"/>
              <a:round/>
            </a:ln>
          </p:spPr>
          <p:txBody>
            <a:bodyPr/>
            <a:lstStyle/>
            <a:p>
              <a:endParaRPr lang="en-US" sz="2268"/>
            </a:p>
          </p:txBody>
        </p:sp>
        <p:sp>
          <p:nvSpPr>
            <p:cNvPr id="2930" name="Freeform 2929">
              <a:extLst>
                <a:ext uri="{FF2B5EF4-FFF2-40B4-BE49-F238E27FC236}">
                  <a16:creationId xmlns:a16="http://schemas.microsoft.com/office/drawing/2014/main" id="{F94DA076-5DEB-BFEF-77A1-3FB6DA0D51A4}"/>
                </a:ext>
              </a:extLst>
            </p:cNvPr>
            <p:cNvSpPr/>
            <p:nvPr/>
          </p:nvSpPr>
          <p:spPr>
            <a:xfrm>
              <a:off x="554583" y="7085936"/>
              <a:ext cx="234964" cy="12602"/>
            </a:xfrm>
            <a:custGeom>
              <a:avLst/>
              <a:gdLst>
                <a:gd name="csX0" fmla="*/ 0 w 234964"/>
                <a:gd name="csY0" fmla="*/ 0 h 12602"/>
                <a:gd name="csX1" fmla="*/ 234965 w 234964"/>
                <a:gd name="csY1" fmla="*/ 0 h 12602"/>
              </a:gdLst>
              <a:ahLst/>
              <a:cxnLst>
                <a:cxn ang="0">
                  <a:pos x="csX0" y="csY0"/>
                </a:cxn>
                <a:cxn ang="0">
                  <a:pos x="csX1" y="csY1"/>
                </a:cxn>
              </a:cxnLst>
              <a:rect l="l" t="t" r="r" b="b"/>
              <a:pathLst>
                <a:path w="234964" h="12602">
                  <a:moveTo>
                    <a:pt x="0" y="0"/>
                  </a:moveTo>
                  <a:lnTo>
                    <a:pt x="234965" y="0"/>
                  </a:lnTo>
                </a:path>
              </a:pathLst>
            </a:custGeom>
            <a:ln w="32614" cap="flat">
              <a:solidFill>
                <a:srgbClr val="F8766D"/>
              </a:solidFill>
              <a:prstDash val="solid"/>
              <a:miter/>
            </a:ln>
          </p:spPr>
          <p:txBody>
            <a:bodyPr/>
            <a:lstStyle/>
            <a:p>
              <a:endParaRPr lang="en-US" sz="2268"/>
            </a:p>
          </p:txBody>
        </p:sp>
        <p:sp>
          <p:nvSpPr>
            <p:cNvPr id="2931" name="Freeform 2930">
              <a:extLst>
                <a:ext uri="{FF2B5EF4-FFF2-40B4-BE49-F238E27FC236}">
                  <a16:creationId xmlns:a16="http://schemas.microsoft.com/office/drawing/2014/main" id="{524ECB27-86C3-C7D0-D0B7-976A67464A62}"/>
                </a:ext>
              </a:extLst>
            </p:cNvPr>
            <p:cNvSpPr/>
            <p:nvPr/>
          </p:nvSpPr>
          <p:spPr>
            <a:xfrm>
              <a:off x="815614" y="6350336"/>
              <a:ext cx="234964" cy="12602"/>
            </a:xfrm>
            <a:custGeom>
              <a:avLst/>
              <a:gdLst>
                <a:gd name="csX0" fmla="*/ 0 w 234964"/>
                <a:gd name="csY0" fmla="*/ 0 h 12602"/>
                <a:gd name="csX1" fmla="*/ 234965 w 234964"/>
                <a:gd name="csY1" fmla="*/ 0 h 12602"/>
              </a:gdLst>
              <a:ahLst/>
              <a:cxnLst>
                <a:cxn ang="0">
                  <a:pos x="csX0" y="csY0"/>
                </a:cxn>
                <a:cxn ang="0">
                  <a:pos x="csX1" y="csY1"/>
                </a:cxn>
              </a:cxnLst>
              <a:rect l="l" t="t" r="r" b="b"/>
              <a:pathLst>
                <a:path w="234964" h="12602">
                  <a:moveTo>
                    <a:pt x="0" y="0"/>
                  </a:moveTo>
                  <a:lnTo>
                    <a:pt x="234965" y="0"/>
                  </a:lnTo>
                </a:path>
              </a:pathLst>
            </a:custGeom>
            <a:ln w="32614" cap="flat">
              <a:solidFill>
                <a:srgbClr val="00BFC4"/>
              </a:solidFill>
              <a:prstDash val="solid"/>
              <a:miter/>
            </a:ln>
          </p:spPr>
          <p:txBody>
            <a:bodyPr/>
            <a:lstStyle/>
            <a:p>
              <a:endParaRPr lang="en-US" sz="2268"/>
            </a:p>
          </p:txBody>
        </p:sp>
        <p:sp>
          <p:nvSpPr>
            <p:cNvPr id="2932" name="Freeform 2931">
              <a:extLst>
                <a:ext uri="{FF2B5EF4-FFF2-40B4-BE49-F238E27FC236}">
                  <a16:creationId xmlns:a16="http://schemas.microsoft.com/office/drawing/2014/main" id="{BBC3C750-349B-1C40-26DC-9B5693972E4E}"/>
                </a:ext>
              </a:extLst>
            </p:cNvPr>
            <p:cNvSpPr/>
            <p:nvPr/>
          </p:nvSpPr>
          <p:spPr>
            <a:xfrm>
              <a:off x="1076768" y="6387891"/>
              <a:ext cx="234964" cy="12602"/>
            </a:xfrm>
            <a:custGeom>
              <a:avLst/>
              <a:gdLst>
                <a:gd name="csX0" fmla="*/ 0 w 234964"/>
                <a:gd name="csY0" fmla="*/ 0 h 12602"/>
                <a:gd name="csX1" fmla="*/ 234965 w 234964"/>
                <a:gd name="csY1" fmla="*/ 0 h 12602"/>
              </a:gdLst>
              <a:ahLst/>
              <a:cxnLst>
                <a:cxn ang="0">
                  <a:pos x="csX0" y="csY0"/>
                </a:cxn>
                <a:cxn ang="0">
                  <a:pos x="csX1" y="csY1"/>
                </a:cxn>
              </a:cxnLst>
              <a:rect l="l" t="t" r="r" b="b"/>
              <a:pathLst>
                <a:path w="234964" h="12602">
                  <a:moveTo>
                    <a:pt x="0" y="0"/>
                  </a:moveTo>
                  <a:lnTo>
                    <a:pt x="234965" y="0"/>
                  </a:lnTo>
                </a:path>
              </a:pathLst>
            </a:custGeom>
            <a:ln w="32614" cap="flat">
              <a:solidFill>
                <a:srgbClr val="F8766D"/>
              </a:solidFill>
              <a:prstDash val="solid"/>
              <a:miter/>
            </a:ln>
          </p:spPr>
          <p:txBody>
            <a:bodyPr/>
            <a:lstStyle/>
            <a:p>
              <a:endParaRPr lang="en-US" sz="2268"/>
            </a:p>
          </p:txBody>
        </p:sp>
        <p:sp>
          <p:nvSpPr>
            <p:cNvPr id="2933" name="Freeform 2932">
              <a:extLst>
                <a:ext uri="{FF2B5EF4-FFF2-40B4-BE49-F238E27FC236}">
                  <a16:creationId xmlns:a16="http://schemas.microsoft.com/office/drawing/2014/main" id="{9965B713-35DD-EB5B-608C-C7CA63B3C9B3}"/>
                </a:ext>
              </a:extLst>
            </p:cNvPr>
            <p:cNvSpPr/>
            <p:nvPr/>
          </p:nvSpPr>
          <p:spPr>
            <a:xfrm>
              <a:off x="1337799" y="6537355"/>
              <a:ext cx="235087" cy="12602"/>
            </a:xfrm>
            <a:custGeom>
              <a:avLst/>
              <a:gdLst>
                <a:gd name="csX0" fmla="*/ 0 w 235087"/>
                <a:gd name="csY0" fmla="*/ 0 h 12602"/>
                <a:gd name="csX1" fmla="*/ 235087 w 235087"/>
                <a:gd name="csY1" fmla="*/ 0 h 12602"/>
              </a:gdLst>
              <a:ahLst/>
              <a:cxnLst>
                <a:cxn ang="0">
                  <a:pos x="csX0" y="csY0"/>
                </a:cxn>
                <a:cxn ang="0">
                  <a:pos x="csX1" y="csY1"/>
                </a:cxn>
              </a:cxnLst>
              <a:rect l="l" t="t" r="r" b="b"/>
              <a:pathLst>
                <a:path w="235087" h="12602">
                  <a:moveTo>
                    <a:pt x="0" y="0"/>
                  </a:moveTo>
                  <a:lnTo>
                    <a:pt x="235087" y="0"/>
                  </a:lnTo>
                </a:path>
              </a:pathLst>
            </a:custGeom>
            <a:ln w="32614" cap="flat">
              <a:solidFill>
                <a:srgbClr val="00BFC4"/>
              </a:solidFill>
              <a:prstDash val="solid"/>
              <a:miter/>
            </a:ln>
          </p:spPr>
          <p:txBody>
            <a:bodyPr/>
            <a:lstStyle/>
            <a:p>
              <a:endParaRPr lang="en-US" sz="2268"/>
            </a:p>
          </p:txBody>
        </p:sp>
        <p:sp>
          <p:nvSpPr>
            <p:cNvPr id="2934" name="Freeform 2933">
              <a:extLst>
                <a:ext uri="{FF2B5EF4-FFF2-40B4-BE49-F238E27FC236}">
                  <a16:creationId xmlns:a16="http://schemas.microsoft.com/office/drawing/2014/main" id="{1979C40F-003C-EF01-B0AA-65E949274048}"/>
                </a:ext>
              </a:extLst>
            </p:cNvPr>
            <p:cNvSpPr/>
            <p:nvPr/>
          </p:nvSpPr>
          <p:spPr>
            <a:xfrm>
              <a:off x="1598953" y="7037795"/>
              <a:ext cx="234964" cy="12602"/>
            </a:xfrm>
            <a:custGeom>
              <a:avLst/>
              <a:gdLst>
                <a:gd name="csX0" fmla="*/ 0 w 234964"/>
                <a:gd name="csY0" fmla="*/ 0 h 12602"/>
                <a:gd name="csX1" fmla="*/ 234965 w 234964"/>
                <a:gd name="csY1" fmla="*/ 0 h 12602"/>
              </a:gdLst>
              <a:ahLst/>
              <a:cxnLst>
                <a:cxn ang="0">
                  <a:pos x="csX0" y="csY0"/>
                </a:cxn>
                <a:cxn ang="0">
                  <a:pos x="csX1" y="csY1"/>
                </a:cxn>
              </a:cxnLst>
              <a:rect l="l" t="t" r="r" b="b"/>
              <a:pathLst>
                <a:path w="234964" h="12602">
                  <a:moveTo>
                    <a:pt x="0" y="0"/>
                  </a:moveTo>
                  <a:lnTo>
                    <a:pt x="234965" y="0"/>
                  </a:lnTo>
                </a:path>
              </a:pathLst>
            </a:custGeom>
            <a:ln w="32614" cap="flat">
              <a:solidFill>
                <a:srgbClr val="F8766D"/>
              </a:solidFill>
              <a:prstDash val="solid"/>
              <a:miter/>
            </a:ln>
          </p:spPr>
          <p:txBody>
            <a:bodyPr/>
            <a:lstStyle/>
            <a:p>
              <a:endParaRPr lang="en-US" sz="2268"/>
            </a:p>
          </p:txBody>
        </p:sp>
        <p:sp>
          <p:nvSpPr>
            <p:cNvPr id="2935" name="Freeform 2934">
              <a:extLst>
                <a:ext uri="{FF2B5EF4-FFF2-40B4-BE49-F238E27FC236}">
                  <a16:creationId xmlns:a16="http://schemas.microsoft.com/office/drawing/2014/main" id="{33BB8206-CDFC-C954-18C0-2BB3424045EB}"/>
                </a:ext>
              </a:extLst>
            </p:cNvPr>
            <p:cNvSpPr/>
            <p:nvPr/>
          </p:nvSpPr>
          <p:spPr>
            <a:xfrm>
              <a:off x="1860106" y="6403014"/>
              <a:ext cx="234964" cy="12602"/>
            </a:xfrm>
            <a:custGeom>
              <a:avLst/>
              <a:gdLst>
                <a:gd name="csX0" fmla="*/ 0 w 234964"/>
                <a:gd name="csY0" fmla="*/ 0 h 12602"/>
                <a:gd name="csX1" fmla="*/ 234965 w 234964"/>
                <a:gd name="csY1" fmla="*/ 0 h 12602"/>
              </a:gdLst>
              <a:ahLst/>
              <a:cxnLst>
                <a:cxn ang="0">
                  <a:pos x="csX0" y="csY0"/>
                </a:cxn>
                <a:cxn ang="0">
                  <a:pos x="csX1" y="csY1"/>
                </a:cxn>
              </a:cxnLst>
              <a:rect l="l" t="t" r="r" b="b"/>
              <a:pathLst>
                <a:path w="234964" h="12602">
                  <a:moveTo>
                    <a:pt x="0" y="0"/>
                  </a:moveTo>
                  <a:lnTo>
                    <a:pt x="234965" y="0"/>
                  </a:lnTo>
                </a:path>
              </a:pathLst>
            </a:custGeom>
            <a:ln w="32614" cap="flat">
              <a:solidFill>
                <a:srgbClr val="00BFC4"/>
              </a:solidFill>
              <a:prstDash val="solid"/>
              <a:miter/>
            </a:ln>
          </p:spPr>
          <p:txBody>
            <a:bodyPr/>
            <a:lstStyle/>
            <a:p>
              <a:endParaRPr lang="en-US" sz="2268"/>
            </a:p>
          </p:txBody>
        </p:sp>
        <p:sp>
          <p:nvSpPr>
            <p:cNvPr id="2936" name="Freeform 2935">
              <a:extLst>
                <a:ext uri="{FF2B5EF4-FFF2-40B4-BE49-F238E27FC236}">
                  <a16:creationId xmlns:a16="http://schemas.microsoft.com/office/drawing/2014/main" id="{9DE2989C-CCC6-AC5A-C2EA-D8DBBD01C7A0}"/>
                </a:ext>
              </a:extLst>
            </p:cNvPr>
            <p:cNvSpPr/>
            <p:nvPr/>
          </p:nvSpPr>
          <p:spPr>
            <a:xfrm>
              <a:off x="619810" y="7044474"/>
              <a:ext cx="104388" cy="12602"/>
            </a:xfrm>
            <a:custGeom>
              <a:avLst/>
              <a:gdLst>
                <a:gd name="csX0" fmla="*/ 0 w 104388"/>
                <a:gd name="csY0" fmla="*/ 0 h 12602"/>
                <a:gd name="csX1" fmla="*/ 104388 w 104388"/>
                <a:gd name="csY1" fmla="*/ 0 h 12602"/>
              </a:gdLst>
              <a:ahLst/>
              <a:cxnLst>
                <a:cxn ang="0">
                  <a:pos x="csX0" y="csY0"/>
                </a:cxn>
                <a:cxn ang="0">
                  <a:pos x="csX1" y="csY1"/>
                </a:cxn>
              </a:cxnLst>
              <a:rect l="l" t="t" r="r" b="b"/>
              <a:pathLst>
                <a:path w="104388" h="12602">
                  <a:moveTo>
                    <a:pt x="0" y="0"/>
                  </a:moveTo>
                  <a:lnTo>
                    <a:pt x="104388" y="0"/>
                  </a:lnTo>
                </a:path>
              </a:pathLst>
            </a:custGeom>
            <a:noFill/>
            <a:ln w="13070" cap="flat">
              <a:solidFill>
                <a:srgbClr val="000000"/>
              </a:solidFill>
              <a:prstDash val="solid"/>
              <a:round/>
            </a:ln>
          </p:spPr>
          <p:txBody>
            <a:bodyPr/>
            <a:lstStyle/>
            <a:p>
              <a:endParaRPr lang="en-US" sz="2268"/>
            </a:p>
          </p:txBody>
        </p:sp>
        <p:sp>
          <p:nvSpPr>
            <p:cNvPr id="2937" name="Freeform 2936">
              <a:extLst>
                <a:ext uri="{FF2B5EF4-FFF2-40B4-BE49-F238E27FC236}">
                  <a16:creationId xmlns:a16="http://schemas.microsoft.com/office/drawing/2014/main" id="{3C4C26C9-BFEB-B4F9-2BE8-AEE8F7A9F81E}"/>
                </a:ext>
              </a:extLst>
            </p:cNvPr>
            <p:cNvSpPr/>
            <p:nvPr/>
          </p:nvSpPr>
          <p:spPr>
            <a:xfrm>
              <a:off x="672065" y="7044474"/>
              <a:ext cx="12237" cy="83049"/>
            </a:xfrm>
            <a:custGeom>
              <a:avLst/>
              <a:gdLst>
                <a:gd name="csX0" fmla="*/ 0 w 12237"/>
                <a:gd name="csY0" fmla="*/ 0 h 83049"/>
                <a:gd name="csX1" fmla="*/ 0 w 12237"/>
                <a:gd name="csY1" fmla="*/ 83050 h 83049"/>
              </a:gdLst>
              <a:ahLst/>
              <a:cxnLst>
                <a:cxn ang="0">
                  <a:pos x="csX0" y="csY0"/>
                </a:cxn>
                <a:cxn ang="0">
                  <a:pos x="csX1" y="csY1"/>
                </a:cxn>
              </a:cxnLst>
              <a:rect l="l" t="t" r="r" b="b"/>
              <a:pathLst>
                <a:path w="12237" h="83049">
                  <a:moveTo>
                    <a:pt x="0" y="0"/>
                  </a:moveTo>
                  <a:lnTo>
                    <a:pt x="0" y="83050"/>
                  </a:lnTo>
                </a:path>
              </a:pathLst>
            </a:custGeom>
            <a:noFill/>
            <a:ln w="13070" cap="flat">
              <a:solidFill>
                <a:srgbClr val="000000"/>
              </a:solidFill>
              <a:prstDash val="solid"/>
              <a:round/>
            </a:ln>
          </p:spPr>
          <p:txBody>
            <a:bodyPr/>
            <a:lstStyle/>
            <a:p>
              <a:endParaRPr lang="en-US" sz="2268"/>
            </a:p>
          </p:txBody>
        </p:sp>
        <p:sp>
          <p:nvSpPr>
            <p:cNvPr id="2938" name="Freeform 2937">
              <a:extLst>
                <a:ext uri="{FF2B5EF4-FFF2-40B4-BE49-F238E27FC236}">
                  <a16:creationId xmlns:a16="http://schemas.microsoft.com/office/drawing/2014/main" id="{02BBA66B-9402-C873-9D5E-8BA9F2113A54}"/>
                </a:ext>
              </a:extLst>
            </p:cNvPr>
            <p:cNvSpPr/>
            <p:nvPr/>
          </p:nvSpPr>
          <p:spPr>
            <a:xfrm>
              <a:off x="619810" y="7127524"/>
              <a:ext cx="104388" cy="12602"/>
            </a:xfrm>
            <a:custGeom>
              <a:avLst/>
              <a:gdLst>
                <a:gd name="csX0" fmla="*/ 0 w 104388"/>
                <a:gd name="csY0" fmla="*/ 0 h 12602"/>
                <a:gd name="csX1" fmla="*/ 104388 w 104388"/>
                <a:gd name="csY1" fmla="*/ 0 h 12602"/>
              </a:gdLst>
              <a:ahLst/>
              <a:cxnLst>
                <a:cxn ang="0">
                  <a:pos x="csX0" y="csY0"/>
                </a:cxn>
                <a:cxn ang="0">
                  <a:pos x="csX1" y="csY1"/>
                </a:cxn>
              </a:cxnLst>
              <a:rect l="l" t="t" r="r" b="b"/>
              <a:pathLst>
                <a:path w="104388" h="12602">
                  <a:moveTo>
                    <a:pt x="0" y="0"/>
                  </a:moveTo>
                  <a:lnTo>
                    <a:pt x="104388" y="0"/>
                  </a:lnTo>
                </a:path>
              </a:pathLst>
            </a:custGeom>
            <a:noFill/>
            <a:ln w="13070" cap="flat">
              <a:solidFill>
                <a:srgbClr val="000000"/>
              </a:solidFill>
              <a:prstDash val="solid"/>
              <a:round/>
            </a:ln>
          </p:spPr>
          <p:txBody>
            <a:bodyPr/>
            <a:lstStyle/>
            <a:p>
              <a:endParaRPr lang="en-US" sz="2268"/>
            </a:p>
          </p:txBody>
        </p:sp>
        <p:sp>
          <p:nvSpPr>
            <p:cNvPr id="2939" name="Freeform 2938">
              <a:extLst>
                <a:ext uri="{FF2B5EF4-FFF2-40B4-BE49-F238E27FC236}">
                  <a16:creationId xmlns:a16="http://schemas.microsoft.com/office/drawing/2014/main" id="{1CEA0EC9-85DD-257E-EA44-EB7DD352E2E5}"/>
                </a:ext>
              </a:extLst>
            </p:cNvPr>
            <p:cNvSpPr/>
            <p:nvPr/>
          </p:nvSpPr>
          <p:spPr>
            <a:xfrm>
              <a:off x="880964" y="6302321"/>
              <a:ext cx="104387" cy="12602"/>
            </a:xfrm>
            <a:custGeom>
              <a:avLst/>
              <a:gdLst>
                <a:gd name="csX0" fmla="*/ 0 w 104387"/>
                <a:gd name="csY0" fmla="*/ 0 h 12602"/>
                <a:gd name="csX1" fmla="*/ 104388 w 104387"/>
                <a:gd name="csY1" fmla="*/ 0 h 12602"/>
              </a:gdLst>
              <a:ahLst/>
              <a:cxnLst>
                <a:cxn ang="0">
                  <a:pos x="csX0" y="csY0"/>
                </a:cxn>
                <a:cxn ang="0">
                  <a:pos x="csX1" y="csY1"/>
                </a:cxn>
              </a:cxnLst>
              <a:rect l="l" t="t" r="r" b="b"/>
              <a:pathLst>
                <a:path w="104387" h="12602">
                  <a:moveTo>
                    <a:pt x="0" y="0"/>
                  </a:moveTo>
                  <a:lnTo>
                    <a:pt x="104388" y="0"/>
                  </a:lnTo>
                </a:path>
              </a:pathLst>
            </a:custGeom>
            <a:noFill/>
            <a:ln w="13070" cap="flat">
              <a:solidFill>
                <a:srgbClr val="000000"/>
              </a:solidFill>
              <a:prstDash val="solid"/>
              <a:round/>
            </a:ln>
          </p:spPr>
          <p:txBody>
            <a:bodyPr/>
            <a:lstStyle/>
            <a:p>
              <a:endParaRPr lang="en-US" sz="2268"/>
            </a:p>
          </p:txBody>
        </p:sp>
        <p:sp>
          <p:nvSpPr>
            <p:cNvPr id="2940" name="Freeform 2939">
              <a:extLst>
                <a:ext uri="{FF2B5EF4-FFF2-40B4-BE49-F238E27FC236}">
                  <a16:creationId xmlns:a16="http://schemas.microsoft.com/office/drawing/2014/main" id="{66AEE965-67BF-A900-4BAA-E4996ABF9CA9}"/>
                </a:ext>
              </a:extLst>
            </p:cNvPr>
            <p:cNvSpPr/>
            <p:nvPr/>
          </p:nvSpPr>
          <p:spPr>
            <a:xfrm>
              <a:off x="933097" y="6302321"/>
              <a:ext cx="12237" cy="96156"/>
            </a:xfrm>
            <a:custGeom>
              <a:avLst/>
              <a:gdLst>
                <a:gd name="csX0" fmla="*/ 0 w 12237"/>
                <a:gd name="csY0" fmla="*/ 0 h 96156"/>
                <a:gd name="csX1" fmla="*/ 0 w 12237"/>
                <a:gd name="csY1" fmla="*/ 96156 h 96156"/>
              </a:gdLst>
              <a:ahLst/>
              <a:cxnLst>
                <a:cxn ang="0">
                  <a:pos x="csX0" y="csY0"/>
                </a:cxn>
                <a:cxn ang="0">
                  <a:pos x="csX1" y="csY1"/>
                </a:cxn>
              </a:cxnLst>
              <a:rect l="l" t="t" r="r" b="b"/>
              <a:pathLst>
                <a:path w="12237" h="96156">
                  <a:moveTo>
                    <a:pt x="0" y="0"/>
                  </a:moveTo>
                  <a:lnTo>
                    <a:pt x="0" y="96156"/>
                  </a:lnTo>
                </a:path>
              </a:pathLst>
            </a:custGeom>
            <a:noFill/>
            <a:ln w="13070" cap="flat">
              <a:solidFill>
                <a:srgbClr val="000000"/>
              </a:solidFill>
              <a:prstDash val="solid"/>
              <a:round/>
            </a:ln>
          </p:spPr>
          <p:txBody>
            <a:bodyPr/>
            <a:lstStyle/>
            <a:p>
              <a:endParaRPr lang="en-US" sz="2268"/>
            </a:p>
          </p:txBody>
        </p:sp>
        <p:sp>
          <p:nvSpPr>
            <p:cNvPr id="2941" name="Freeform 2940">
              <a:extLst>
                <a:ext uri="{FF2B5EF4-FFF2-40B4-BE49-F238E27FC236}">
                  <a16:creationId xmlns:a16="http://schemas.microsoft.com/office/drawing/2014/main" id="{B2C9CDB3-ED89-168C-B6D7-3F372D9B1F06}"/>
                </a:ext>
              </a:extLst>
            </p:cNvPr>
            <p:cNvSpPr/>
            <p:nvPr/>
          </p:nvSpPr>
          <p:spPr>
            <a:xfrm>
              <a:off x="880964" y="6398477"/>
              <a:ext cx="104387" cy="12602"/>
            </a:xfrm>
            <a:custGeom>
              <a:avLst/>
              <a:gdLst>
                <a:gd name="csX0" fmla="*/ 0 w 104387"/>
                <a:gd name="csY0" fmla="*/ 0 h 12602"/>
                <a:gd name="csX1" fmla="*/ 104388 w 104387"/>
                <a:gd name="csY1" fmla="*/ 0 h 12602"/>
              </a:gdLst>
              <a:ahLst/>
              <a:cxnLst>
                <a:cxn ang="0">
                  <a:pos x="csX0" y="csY0"/>
                </a:cxn>
                <a:cxn ang="0">
                  <a:pos x="csX1" y="csY1"/>
                </a:cxn>
              </a:cxnLst>
              <a:rect l="l" t="t" r="r" b="b"/>
              <a:pathLst>
                <a:path w="104387" h="12602">
                  <a:moveTo>
                    <a:pt x="0" y="0"/>
                  </a:moveTo>
                  <a:lnTo>
                    <a:pt x="104388" y="0"/>
                  </a:lnTo>
                </a:path>
              </a:pathLst>
            </a:custGeom>
            <a:noFill/>
            <a:ln w="13070" cap="flat">
              <a:solidFill>
                <a:srgbClr val="000000"/>
              </a:solidFill>
              <a:prstDash val="solid"/>
              <a:round/>
            </a:ln>
          </p:spPr>
          <p:txBody>
            <a:bodyPr/>
            <a:lstStyle/>
            <a:p>
              <a:endParaRPr lang="en-US" sz="2268"/>
            </a:p>
          </p:txBody>
        </p:sp>
        <p:sp>
          <p:nvSpPr>
            <p:cNvPr id="2942" name="Freeform 2941">
              <a:extLst>
                <a:ext uri="{FF2B5EF4-FFF2-40B4-BE49-F238E27FC236}">
                  <a16:creationId xmlns:a16="http://schemas.microsoft.com/office/drawing/2014/main" id="{8E0D94CA-19ED-A4C9-7786-7715437276FB}"/>
                </a:ext>
              </a:extLst>
            </p:cNvPr>
            <p:cNvSpPr/>
            <p:nvPr/>
          </p:nvSpPr>
          <p:spPr>
            <a:xfrm>
              <a:off x="1141995" y="6310008"/>
              <a:ext cx="104510" cy="12602"/>
            </a:xfrm>
            <a:custGeom>
              <a:avLst/>
              <a:gdLst>
                <a:gd name="csX0" fmla="*/ 0 w 104510"/>
                <a:gd name="csY0" fmla="*/ 0 h 12602"/>
                <a:gd name="csX1" fmla="*/ 104510 w 104510"/>
                <a:gd name="csY1" fmla="*/ 0 h 12602"/>
              </a:gdLst>
              <a:ahLst/>
              <a:cxnLst>
                <a:cxn ang="0">
                  <a:pos x="csX0" y="csY0"/>
                </a:cxn>
                <a:cxn ang="0">
                  <a:pos x="csX1" y="csY1"/>
                </a:cxn>
              </a:cxnLst>
              <a:rect l="l" t="t" r="r" b="b"/>
              <a:pathLst>
                <a:path w="104510" h="12602">
                  <a:moveTo>
                    <a:pt x="0" y="0"/>
                  </a:moveTo>
                  <a:lnTo>
                    <a:pt x="104510" y="0"/>
                  </a:lnTo>
                </a:path>
              </a:pathLst>
            </a:custGeom>
            <a:noFill/>
            <a:ln w="13070" cap="flat">
              <a:solidFill>
                <a:srgbClr val="000000"/>
              </a:solidFill>
              <a:prstDash val="solid"/>
              <a:round/>
            </a:ln>
          </p:spPr>
          <p:txBody>
            <a:bodyPr/>
            <a:lstStyle/>
            <a:p>
              <a:endParaRPr lang="en-US" sz="2268"/>
            </a:p>
          </p:txBody>
        </p:sp>
        <p:sp>
          <p:nvSpPr>
            <p:cNvPr id="2943" name="Freeform 2942">
              <a:extLst>
                <a:ext uri="{FF2B5EF4-FFF2-40B4-BE49-F238E27FC236}">
                  <a16:creationId xmlns:a16="http://schemas.microsoft.com/office/drawing/2014/main" id="{829812FE-B509-4C3F-FD97-52C84E028ECC}"/>
                </a:ext>
              </a:extLst>
            </p:cNvPr>
            <p:cNvSpPr/>
            <p:nvPr/>
          </p:nvSpPr>
          <p:spPr>
            <a:xfrm>
              <a:off x="1194250" y="6310008"/>
              <a:ext cx="12237" cy="155765"/>
            </a:xfrm>
            <a:custGeom>
              <a:avLst/>
              <a:gdLst>
                <a:gd name="csX0" fmla="*/ 0 w 12237"/>
                <a:gd name="csY0" fmla="*/ 0 h 155765"/>
                <a:gd name="csX1" fmla="*/ 0 w 12237"/>
                <a:gd name="csY1" fmla="*/ 155765 h 155765"/>
              </a:gdLst>
              <a:ahLst/>
              <a:cxnLst>
                <a:cxn ang="0">
                  <a:pos x="csX0" y="csY0"/>
                </a:cxn>
                <a:cxn ang="0">
                  <a:pos x="csX1" y="csY1"/>
                </a:cxn>
              </a:cxnLst>
              <a:rect l="l" t="t" r="r" b="b"/>
              <a:pathLst>
                <a:path w="12237" h="155765">
                  <a:moveTo>
                    <a:pt x="0" y="0"/>
                  </a:moveTo>
                  <a:lnTo>
                    <a:pt x="0" y="155765"/>
                  </a:lnTo>
                </a:path>
              </a:pathLst>
            </a:custGeom>
            <a:noFill/>
            <a:ln w="13070" cap="flat">
              <a:solidFill>
                <a:srgbClr val="000000"/>
              </a:solidFill>
              <a:prstDash val="solid"/>
              <a:round/>
            </a:ln>
          </p:spPr>
          <p:txBody>
            <a:bodyPr/>
            <a:lstStyle/>
            <a:p>
              <a:endParaRPr lang="en-US" sz="2268"/>
            </a:p>
          </p:txBody>
        </p:sp>
        <p:sp>
          <p:nvSpPr>
            <p:cNvPr id="2944" name="Freeform 2943">
              <a:extLst>
                <a:ext uri="{FF2B5EF4-FFF2-40B4-BE49-F238E27FC236}">
                  <a16:creationId xmlns:a16="http://schemas.microsoft.com/office/drawing/2014/main" id="{32199140-E990-43DC-E28B-7AE509521428}"/>
                </a:ext>
              </a:extLst>
            </p:cNvPr>
            <p:cNvSpPr/>
            <p:nvPr/>
          </p:nvSpPr>
          <p:spPr>
            <a:xfrm>
              <a:off x="1141995" y="6465773"/>
              <a:ext cx="104510" cy="12602"/>
            </a:xfrm>
            <a:custGeom>
              <a:avLst/>
              <a:gdLst>
                <a:gd name="csX0" fmla="*/ 0 w 104510"/>
                <a:gd name="csY0" fmla="*/ 0 h 12602"/>
                <a:gd name="csX1" fmla="*/ 104510 w 104510"/>
                <a:gd name="csY1" fmla="*/ 0 h 12602"/>
              </a:gdLst>
              <a:ahLst/>
              <a:cxnLst>
                <a:cxn ang="0">
                  <a:pos x="csX0" y="csY0"/>
                </a:cxn>
                <a:cxn ang="0">
                  <a:pos x="csX1" y="csY1"/>
                </a:cxn>
              </a:cxnLst>
              <a:rect l="l" t="t" r="r" b="b"/>
              <a:pathLst>
                <a:path w="104510" h="12602">
                  <a:moveTo>
                    <a:pt x="0" y="0"/>
                  </a:moveTo>
                  <a:lnTo>
                    <a:pt x="104510" y="0"/>
                  </a:lnTo>
                </a:path>
              </a:pathLst>
            </a:custGeom>
            <a:noFill/>
            <a:ln w="13070" cap="flat">
              <a:solidFill>
                <a:srgbClr val="000000"/>
              </a:solidFill>
              <a:prstDash val="solid"/>
              <a:round/>
            </a:ln>
          </p:spPr>
          <p:txBody>
            <a:bodyPr/>
            <a:lstStyle/>
            <a:p>
              <a:endParaRPr lang="en-US" sz="2268"/>
            </a:p>
          </p:txBody>
        </p:sp>
        <p:sp>
          <p:nvSpPr>
            <p:cNvPr id="2945" name="Freeform 2944">
              <a:extLst>
                <a:ext uri="{FF2B5EF4-FFF2-40B4-BE49-F238E27FC236}">
                  <a16:creationId xmlns:a16="http://schemas.microsoft.com/office/drawing/2014/main" id="{9A916FDC-26B2-A73E-1FD0-752CC54F71C3}"/>
                </a:ext>
              </a:extLst>
            </p:cNvPr>
            <p:cNvSpPr/>
            <p:nvPr/>
          </p:nvSpPr>
          <p:spPr>
            <a:xfrm>
              <a:off x="1403149" y="6478250"/>
              <a:ext cx="104387" cy="12602"/>
            </a:xfrm>
            <a:custGeom>
              <a:avLst/>
              <a:gdLst>
                <a:gd name="csX0" fmla="*/ 0 w 104387"/>
                <a:gd name="csY0" fmla="*/ 0 h 12602"/>
                <a:gd name="csX1" fmla="*/ 104388 w 104387"/>
                <a:gd name="csY1" fmla="*/ 0 h 12602"/>
              </a:gdLst>
              <a:ahLst/>
              <a:cxnLst>
                <a:cxn ang="0">
                  <a:pos x="csX0" y="csY0"/>
                </a:cxn>
                <a:cxn ang="0">
                  <a:pos x="csX1" y="csY1"/>
                </a:cxn>
              </a:cxnLst>
              <a:rect l="l" t="t" r="r" b="b"/>
              <a:pathLst>
                <a:path w="104387" h="12602">
                  <a:moveTo>
                    <a:pt x="0" y="0"/>
                  </a:moveTo>
                  <a:lnTo>
                    <a:pt x="104388" y="0"/>
                  </a:lnTo>
                </a:path>
              </a:pathLst>
            </a:custGeom>
            <a:noFill/>
            <a:ln w="13070" cap="flat">
              <a:solidFill>
                <a:srgbClr val="000000"/>
              </a:solidFill>
              <a:prstDash val="solid"/>
              <a:round/>
            </a:ln>
          </p:spPr>
          <p:txBody>
            <a:bodyPr/>
            <a:lstStyle/>
            <a:p>
              <a:endParaRPr lang="en-US" sz="2268"/>
            </a:p>
          </p:txBody>
        </p:sp>
        <p:sp>
          <p:nvSpPr>
            <p:cNvPr id="2946" name="Freeform 2945">
              <a:extLst>
                <a:ext uri="{FF2B5EF4-FFF2-40B4-BE49-F238E27FC236}">
                  <a16:creationId xmlns:a16="http://schemas.microsoft.com/office/drawing/2014/main" id="{2CC5B2FE-6A7C-B619-138A-27D84620705A}"/>
                </a:ext>
              </a:extLst>
            </p:cNvPr>
            <p:cNvSpPr/>
            <p:nvPr/>
          </p:nvSpPr>
          <p:spPr>
            <a:xfrm>
              <a:off x="1455282" y="6478250"/>
              <a:ext cx="12237" cy="118210"/>
            </a:xfrm>
            <a:custGeom>
              <a:avLst/>
              <a:gdLst>
                <a:gd name="csX0" fmla="*/ 0 w 12237"/>
                <a:gd name="csY0" fmla="*/ 0 h 118210"/>
                <a:gd name="csX1" fmla="*/ 0 w 12237"/>
                <a:gd name="csY1" fmla="*/ 118210 h 118210"/>
              </a:gdLst>
              <a:ahLst/>
              <a:cxnLst>
                <a:cxn ang="0">
                  <a:pos x="csX0" y="csY0"/>
                </a:cxn>
                <a:cxn ang="0">
                  <a:pos x="csX1" y="csY1"/>
                </a:cxn>
              </a:cxnLst>
              <a:rect l="l" t="t" r="r" b="b"/>
              <a:pathLst>
                <a:path w="12237" h="118210">
                  <a:moveTo>
                    <a:pt x="0" y="0"/>
                  </a:moveTo>
                  <a:lnTo>
                    <a:pt x="0" y="118210"/>
                  </a:lnTo>
                </a:path>
              </a:pathLst>
            </a:custGeom>
            <a:noFill/>
            <a:ln w="13070" cap="flat">
              <a:solidFill>
                <a:srgbClr val="000000"/>
              </a:solidFill>
              <a:prstDash val="solid"/>
              <a:round/>
            </a:ln>
          </p:spPr>
          <p:txBody>
            <a:bodyPr/>
            <a:lstStyle/>
            <a:p>
              <a:endParaRPr lang="en-US" sz="2268"/>
            </a:p>
          </p:txBody>
        </p:sp>
        <p:sp>
          <p:nvSpPr>
            <p:cNvPr id="2947" name="Freeform 2946">
              <a:extLst>
                <a:ext uri="{FF2B5EF4-FFF2-40B4-BE49-F238E27FC236}">
                  <a16:creationId xmlns:a16="http://schemas.microsoft.com/office/drawing/2014/main" id="{F14DA159-1024-4C07-A9AD-A936CED1CD57}"/>
                </a:ext>
              </a:extLst>
            </p:cNvPr>
            <p:cNvSpPr/>
            <p:nvPr/>
          </p:nvSpPr>
          <p:spPr>
            <a:xfrm>
              <a:off x="1403149" y="6596460"/>
              <a:ext cx="104387" cy="12602"/>
            </a:xfrm>
            <a:custGeom>
              <a:avLst/>
              <a:gdLst>
                <a:gd name="csX0" fmla="*/ 0 w 104387"/>
                <a:gd name="csY0" fmla="*/ 0 h 12602"/>
                <a:gd name="csX1" fmla="*/ 104388 w 104387"/>
                <a:gd name="csY1" fmla="*/ 0 h 12602"/>
              </a:gdLst>
              <a:ahLst/>
              <a:cxnLst>
                <a:cxn ang="0">
                  <a:pos x="csX0" y="csY0"/>
                </a:cxn>
                <a:cxn ang="0">
                  <a:pos x="csX1" y="csY1"/>
                </a:cxn>
              </a:cxnLst>
              <a:rect l="l" t="t" r="r" b="b"/>
              <a:pathLst>
                <a:path w="104387" h="12602">
                  <a:moveTo>
                    <a:pt x="0" y="0"/>
                  </a:moveTo>
                  <a:lnTo>
                    <a:pt x="104388" y="0"/>
                  </a:lnTo>
                </a:path>
              </a:pathLst>
            </a:custGeom>
            <a:noFill/>
            <a:ln w="13070" cap="flat">
              <a:solidFill>
                <a:srgbClr val="000000"/>
              </a:solidFill>
              <a:prstDash val="solid"/>
              <a:round/>
            </a:ln>
          </p:spPr>
          <p:txBody>
            <a:bodyPr/>
            <a:lstStyle/>
            <a:p>
              <a:endParaRPr lang="en-US" sz="2268"/>
            </a:p>
          </p:txBody>
        </p:sp>
        <p:sp>
          <p:nvSpPr>
            <p:cNvPr id="2948" name="Freeform 2947">
              <a:extLst>
                <a:ext uri="{FF2B5EF4-FFF2-40B4-BE49-F238E27FC236}">
                  <a16:creationId xmlns:a16="http://schemas.microsoft.com/office/drawing/2014/main" id="{55F965CF-E15C-AC07-1D5C-521DAE0E7CDD}"/>
                </a:ext>
              </a:extLst>
            </p:cNvPr>
            <p:cNvSpPr/>
            <p:nvPr/>
          </p:nvSpPr>
          <p:spPr>
            <a:xfrm>
              <a:off x="1664180" y="6994191"/>
              <a:ext cx="104510" cy="12602"/>
            </a:xfrm>
            <a:custGeom>
              <a:avLst/>
              <a:gdLst>
                <a:gd name="csX0" fmla="*/ 0 w 104510"/>
                <a:gd name="csY0" fmla="*/ 0 h 12602"/>
                <a:gd name="csX1" fmla="*/ 104510 w 104510"/>
                <a:gd name="csY1" fmla="*/ 0 h 12602"/>
              </a:gdLst>
              <a:ahLst/>
              <a:cxnLst>
                <a:cxn ang="0">
                  <a:pos x="csX0" y="csY0"/>
                </a:cxn>
                <a:cxn ang="0">
                  <a:pos x="csX1" y="csY1"/>
                </a:cxn>
              </a:cxnLst>
              <a:rect l="l" t="t" r="r" b="b"/>
              <a:pathLst>
                <a:path w="104510" h="12602">
                  <a:moveTo>
                    <a:pt x="0" y="0"/>
                  </a:moveTo>
                  <a:lnTo>
                    <a:pt x="104510" y="0"/>
                  </a:lnTo>
                </a:path>
              </a:pathLst>
            </a:custGeom>
            <a:noFill/>
            <a:ln w="13070" cap="flat">
              <a:solidFill>
                <a:srgbClr val="000000"/>
              </a:solidFill>
              <a:prstDash val="solid"/>
              <a:round/>
            </a:ln>
          </p:spPr>
          <p:txBody>
            <a:bodyPr/>
            <a:lstStyle/>
            <a:p>
              <a:endParaRPr lang="en-US" sz="2268"/>
            </a:p>
          </p:txBody>
        </p:sp>
        <p:sp>
          <p:nvSpPr>
            <p:cNvPr id="2949" name="Freeform 2948">
              <a:extLst>
                <a:ext uri="{FF2B5EF4-FFF2-40B4-BE49-F238E27FC236}">
                  <a16:creationId xmlns:a16="http://schemas.microsoft.com/office/drawing/2014/main" id="{646B420E-DE8F-1583-1044-405777B424C9}"/>
                </a:ext>
              </a:extLst>
            </p:cNvPr>
            <p:cNvSpPr/>
            <p:nvPr/>
          </p:nvSpPr>
          <p:spPr>
            <a:xfrm>
              <a:off x="1716435" y="6994191"/>
              <a:ext cx="12237" cy="87334"/>
            </a:xfrm>
            <a:custGeom>
              <a:avLst/>
              <a:gdLst>
                <a:gd name="csX0" fmla="*/ 0 w 12237"/>
                <a:gd name="csY0" fmla="*/ 0 h 87334"/>
                <a:gd name="csX1" fmla="*/ 0 w 12237"/>
                <a:gd name="csY1" fmla="*/ 87334 h 87334"/>
              </a:gdLst>
              <a:ahLst/>
              <a:cxnLst>
                <a:cxn ang="0">
                  <a:pos x="csX0" y="csY0"/>
                </a:cxn>
                <a:cxn ang="0">
                  <a:pos x="csX1" y="csY1"/>
                </a:cxn>
              </a:cxnLst>
              <a:rect l="l" t="t" r="r" b="b"/>
              <a:pathLst>
                <a:path w="12237" h="87334">
                  <a:moveTo>
                    <a:pt x="0" y="0"/>
                  </a:moveTo>
                  <a:lnTo>
                    <a:pt x="0" y="87334"/>
                  </a:lnTo>
                </a:path>
              </a:pathLst>
            </a:custGeom>
            <a:noFill/>
            <a:ln w="13070" cap="flat">
              <a:solidFill>
                <a:srgbClr val="000000"/>
              </a:solidFill>
              <a:prstDash val="solid"/>
              <a:round/>
            </a:ln>
          </p:spPr>
          <p:txBody>
            <a:bodyPr/>
            <a:lstStyle/>
            <a:p>
              <a:endParaRPr lang="en-US" sz="2268"/>
            </a:p>
          </p:txBody>
        </p:sp>
        <p:sp>
          <p:nvSpPr>
            <p:cNvPr id="2950" name="Freeform 2949">
              <a:extLst>
                <a:ext uri="{FF2B5EF4-FFF2-40B4-BE49-F238E27FC236}">
                  <a16:creationId xmlns:a16="http://schemas.microsoft.com/office/drawing/2014/main" id="{C357C996-177F-B86A-69D7-AFE79339401D}"/>
                </a:ext>
              </a:extLst>
            </p:cNvPr>
            <p:cNvSpPr/>
            <p:nvPr/>
          </p:nvSpPr>
          <p:spPr>
            <a:xfrm>
              <a:off x="1664180" y="7081525"/>
              <a:ext cx="104510" cy="12602"/>
            </a:xfrm>
            <a:custGeom>
              <a:avLst/>
              <a:gdLst>
                <a:gd name="csX0" fmla="*/ 0 w 104510"/>
                <a:gd name="csY0" fmla="*/ 0 h 12602"/>
                <a:gd name="csX1" fmla="*/ 104510 w 104510"/>
                <a:gd name="csY1" fmla="*/ 0 h 12602"/>
              </a:gdLst>
              <a:ahLst/>
              <a:cxnLst>
                <a:cxn ang="0">
                  <a:pos x="csX0" y="csY0"/>
                </a:cxn>
                <a:cxn ang="0">
                  <a:pos x="csX1" y="csY1"/>
                </a:cxn>
              </a:cxnLst>
              <a:rect l="l" t="t" r="r" b="b"/>
              <a:pathLst>
                <a:path w="104510" h="12602">
                  <a:moveTo>
                    <a:pt x="0" y="0"/>
                  </a:moveTo>
                  <a:lnTo>
                    <a:pt x="104510" y="0"/>
                  </a:lnTo>
                </a:path>
              </a:pathLst>
            </a:custGeom>
            <a:noFill/>
            <a:ln w="13070" cap="flat">
              <a:solidFill>
                <a:srgbClr val="000000"/>
              </a:solidFill>
              <a:prstDash val="solid"/>
              <a:round/>
            </a:ln>
          </p:spPr>
          <p:txBody>
            <a:bodyPr/>
            <a:lstStyle/>
            <a:p>
              <a:endParaRPr lang="en-US" sz="2268"/>
            </a:p>
          </p:txBody>
        </p:sp>
        <p:sp>
          <p:nvSpPr>
            <p:cNvPr id="2951" name="Freeform 2950">
              <a:extLst>
                <a:ext uri="{FF2B5EF4-FFF2-40B4-BE49-F238E27FC236}">
                  <a16:creationId xmlns:a16="http://schemas.microsoft.com/office/drawing/2014/main" id="{CFED6B97-162E-E9CB-DDA7-318CFDC30ABC}"/>
                </a:ext>
              </a:extLst>
            </p:cNvPr>
            <p:cNvSpPr/>
            <p:nvPr/>
          </p:nvSpPr>
          <p:spPr>
            <a:xfrm>
              <a:off x="1925333" y="6343152"/>
              <a:ext cx="104387" cy="12602"/>
            </a:xfrm>
            <a:custGeom>
              <a:avLst/>
              <a:gdLst>
                <a:gd name="csX0" fmla="*/ 0 w 104387"/>
                <a:gd name="csY0" fmla="*/ 0 h 12602"/>
                <a:gd name="csX1" fmla="*/ 104388 w 104387"/>
                <a:gd name="csY1" fmla="*/ 0 h 12602"/>
              </a:gdLst>
              <a:ahLst/>
              <a:cxnLst>
                <a:cxn ang="0">
                  <a:pos x="csX0" y="csY0"/>
                </a:cxn>
                <a:cxn ang="0">
                  <a:pos x="csX1" y="csY1"/>
                </a:cxn>
              </a:cxnLst>
              <a:rect l="l" t="t" r="r" b="b"/>
              <a:pathLst>
                <a:path w="104387" h="12602">
                  <a:moveTo>
                    <a:pt x="0" y="0"/>
                  </a:moveTo>
                  <a:lnTo>
                    <a:pt x="104388" y="0"/>
                  </a:lnTo>
                </a:path>
              </a:pathLst>
            </a:custGeom>
            <a:noFill/>
            <a:ln w="13070" cap="flat">
              <a:solidFill>
                <a:srgbClr val="000000"/>
              </a:solidFill>
              <a:prstDash val="solid"/>
              <a:round/>
            </a:ln>
          </p:spPr>
          <p:txBody>
            <a:bodyPr/>
            <a:lstStyle/>
            <a:p>
              <a:endParaRPr lang="en-US" sz="2268"/>
            </a:p>
          </p:txBody>
        </p:sp>
        <p:sp>
          <p:nvSpPr>
            <p:cNvPr id="2952" name="Freeform 2951">
              <a:extLst>
                <a:ext uri="{FF2B5EF4-FFF2-40B4-BE49-F238E27FC236}">
                  <a16:creationId xmlns:a16="http://schemas.microsoft.com/office/drawing/2014/main" id="{42F17526-D5B2-9CBB-F979-ED01117954CF}"/>
                </a:ext>
              </a:extLst>
            </p:cNvPr>
            <p:cNvSpPr/>
            <p:nvPr/>
          </p:nvSpPr>
          <p:spPr>
            <a:xfrm>
              <a:off x="1977589" y="6343152"/>
              <a:ext cx="12237" cy="119596"/>
            </a:xfrm>
            <a:custGeom>
              <a:avLst/>
              <a:gdLst>
                <a:gd name="csX0" fmla="*/ 0 w 12237"/>
                <a:gd name="csY0" fmla="*/ 0 h 119596"/>
                <a:gd name="csX1" fmla="*/ 0 w 12237"/>
                <a:gd name="csY1" fmla="*/ 119597 h 119596"/>
              </a:gdLst>
              <a:ahLst/>
              <a:cxnLst>
                <a:cxn ang="0">
                  <a:pos x="csX0" y="csY0"/>
                </a:cxn>
                <a:cxn ang="0">
                  <a:pos x="csX1" y="csY1"/>
                </a:cxn>
              </a:cxnLst>
              <a:rect l="l" t="t" r="r" b="b"/>
              <a:pathLst>
                <a:path w="12237" h="119596">
                  <a:moveTo>
                    <a:pt x="0" y="0"/>
                  </a:moveTo>
                  <a:lnTo>
                    <a:pt x="0" y="119597"/>
                  </a:lnTo>
                </a:path>
              </a:pathLst>
            </a:custGeom>
            <a:noFill/>
            <a:ln w="13070" cap="flat">
              <a:solidFill>
                <a:srgbClr val="000000"/>
              </a:solidFill>
              <a:prstDash val="solid"/>
              <a:round/>
            </a:ln>
          </p:spPr>
          <p:txBody>
            <a:bodyPr/>
            <a:lstStyle/>
            <a:p>
              <a:endParaRPr lang="en-US" sz="2268"/>
            </a:p>
          </p:txBody>
        </p:sp>
        <p:sp>
          <p:nvSpPr>
            <p:cNvPr id="2953" name="Freeform 2952">
              <a:extLst>
                <a:ext uri="{FF2B5EF4-FFF2-40B4-BE49-F238E27FC236}">
                  <a16:creationId xmlns:a16="http://schemas.microsoft.com/office/drawing/2014/main" id="{A840A468-01D5-12D7-3D01-16F932C31741}"/>
                </a:ext>
              </a:extLst>
            </p:cNvPr>
            <p:cNvSpPr/>
            <p:nvPr/>
          </p:nvSpPr>
          <p:spPr>
            <a:xfrm>
              <a:off x="1925333" y="6462749"/>
              <a:ext cx="104387" cy="12602"/>
            </a:xfrm>
            <a:custGeom>
              <a:avLst/>
              <a:gdLst>
                <a:gd name="csX0" fmla="*/ 0 w 104387"/>
                <a:gd name="csY0" fmla="*/ 0 h 12602"/>
                <a:gd name="csX1" fmla="*/ 104388 w 104387"/>
                <a:gd name="csY1" fmla="*/ 0 h 12602"/>
              </a:gdLst>
              <a:ahLst/>
              <a:cxnLst>
                <a:cxn ang="0">
                  <a:pos x="csX0" y="csY0"/>
                </a:cxn>
                <a:cxn ang="0">
                  <a:pos x="csX1" y="csY1"/>
                </a:cxn>
              </a:cxnLst>
              <a:rect l="l" t="t" r="r" b="b"/>
              <a:pathLst>
                <a:path w="104387" h="12602">
                  <a:moveTo>
                    <a:pt x="0" y="0"/>
                  </a:moveTo>
                  <a:lnTo>
                    <a:pt x="104388" y="0"/>
                  </a:lnTo>
                </a:path>
              </a:pathLst>
            </a:custGeom>
            <a:noFill/>
            <a:ln w="13070" cap="flat">
              <a:solidFill>
                <a:srgbClr val="000000"/>
              </a:solidFill>
              <a:prstDash val="solid"/>
              <a:round/>
            </a:ln>
          </p:spPr>
          <p:txBody>
            <a:bodyPr/>
            <a:lstStyle/>
            <a:p>
              <a:endParaRPr lang="en-US" sz="2268"/>
            </a:p>
          </p:txBody>
        </p:sp>
        <p:sp>
          <p:nvSpPr>
            <p:cNvPr id="2954" name="Freeform 2953">
              <a:extLst>
                <a:ext uri="{FF2B5EF4-FFF2-40B4-BE49-F238E27FC236}">
                  <a16:creationId xmlns:a16="http://schemas.microsoft.com/office/drawing/2014/main" id="{75DEA519-72BA-DFC8-2A3E-CB3C007AB960}"/>
                </a:ext>
              </a:extLst>
            </p:cNvPr>
            <p:cNvSpPr/>
            <p:nvPr/>
          </p:nvSpPr>
          <p:spPr>
            <a:xfrm>
              <a:off x="1063673" y="5930425"/>
              <a:ext cx="12237" cy="1348706"/>
            </a:xfrm>
            <a:custGeom>
              <a:avLst/>
              <a:gdLst>
                <a:gd name="csX0" fmla="*/ 0 w 12237"/>
                <a:gd name="csY0" fmla="*/ 1348706 h 1348706"/>
                <a:gd name="csX1" fmla="*/ 0 w 12237"/>
                <a:gd name="csY1" fmla="*/ 0 h 1348706"/>
              </a:gdLst>
              <a:ahLst/>
              <a:cxnLst>
                <a:cxn ang="0">
                  <a:pos x="csX0" y="csY0"/>
                </a:cxn>
                <a:cxn ang="0">
                  <a:pos x="csX1" y="csY1"/>
                </a:cxn>
              </a:cxnLst>
              <a:rect l="l" t="t" r="r" b="b"/>
              <a:pathLst>
                <a:path w="12237" h="1348706">
                  <a:moveTo>
                    <a:pt x="0" y="1348706"/>
                  </a:moveTo>
                  <a:lnTo>
                    <a:pt x="0" y="0"/>
                  </a:lnTo>
                </a:path>
              </a:pathLst>
            </a:custGeom>
            <a:ln w="13070" cap="flat">
              <a:solidFill>
                <a:srgbClr val="000000"/>
              </a:solidFill>
              <a:prstDash val="solid"/>
              <a:round/>
            </a:ln>
          </p:spPr>
          <p:txBody>
            <a:bodyPr/>
            <a:lstStyle/>
            <a:p>
              <a:endParaRPr lang="en-US" sz="2268"/>
            </a:p>
          </p:txBody>
        </p:sp>
        <p:sp>
          <p:nvSpPr>
            <p:cNvPr id="2955" name="Freeform 2954">
              <a:extLst>
                <a:ext uri="{FF2B5EF4-FFF2-40B4-BE49-F238E27FC236}">
                  <a16:creationId xmlns:a16="http://schemas.microsoft.com/office/drawing/2014/main" id="{1A332E4F-DF2D-408E-7F54-FC2DE6AFF1BF}"/>
                </a:ext>
              </a:extLst>
            </p:cNvPr>
            <p:cNvSpPr/>
            <p:nvPr/>
          </p:nvSpPr>
          <p:spPr>
            <a:xfrm>
              <a:off x="1585858" y="5930425"/>
              <a:ext cx="12237" cy="1348706"/>
            </a:xfrm>
            <a:custGeom>
              <a:avLst/>
              <a:gdLst>
                <a:gd name="csX0" fmla="*/ 0 w 12237"/>
                <a:gd name="csY0" fmla="*/ 1348706 h 1348706"/>
                <a:gd name="csX1" fmla="*/ 0 w 12237"/>
                <a:gd name="csY1" fmla="*/ 0 h 1348706"/>
              </a:gdLst>
              <a:ahLst/>
              <a:cxnLst>
                <a:cxn ang="0">
                  <a:pos x="csX0" y="csY0"/>
                </a:cxn>
                <a:cxn ang="0">
                  <a:pos x="csX1" y="csY1"/>
                </a:cxn>
              </a:cxnLst>
              <a:rect l="l" t="t" r="r" b="b"/>
              <a:pathLst>
                <a:path w="12237" h="1348706">
                  <a:moveTo>
                    <a:pt x="0" y="1348706"/>
                  </a:moveTo>
                  <a:lnTo>
                    <a:pt x="0" y="0"/>
                  </a:lnTo>
                </a:path>
              </a:pathLst>
            </a:custGeom>
            <a:ln w="13070" cap="flat">
              <a:solidFill>
                <a:srgbClr val="000000"/>
              </a:solidFill>
              <a:prstDash val="solid"/>
              <a:round/>
            </a:ln>
          </p:spPr>
          <p:txBody>
            <a:bodyPr/>
            <a:lstStyle/>
            <a:p>
              <a:endParaRPr lang="en-US" sz="2268"/>
            </a:p>
          </p:txBody>
        </p:sp>
        <p:sp>
          <p:nvSpPr>
            <p:cNvPr id="2956" name="Freeform 2955">
              <a:extLst>
                <a:ext uri="{FF2B5EF4-FFF2-40B4-BE49-F238E27FC236}">
                  <a16:creationId xmlns:a16="http://schemas.microsoft.com/office/drawing/2014/main" id="{20FCCA17-2941-F8C2-3A7A-A54767BAD3C6}"/>
                </a:ext>
              </a:extLst>
            </p:cNvPr>
            <p:cNvSpPr/>
            <p:nvPr/>
          </p:nvSpPr>
          <p:spPr>
            <a:xfrm>
              <a:off x="2108043" y="5930425"/>
              <a:ext cx="12237" cy="1348706"/>
            </a:xfrm>
            <a:custGeom>
              <a:avLst/>
              <a:gdLst>
                <a:gd name="csX0" fmla="*/ 0 w 12237"/>
                <a:gd name="csY0" fmla="*/ 1348706 h 1348706"/>
                <a:gd name="csX1" fmla="*/ 0 w 12237"/>
                <a:gd name="csY1" fmla="*/ 0 h 1348706"/>
              </a:gdLst>
              <a:ahLst/>
              <a:cxnLst>
                <a:cxn ang="0">
                  <a:pos x="csX0" y="csY0"/>
                </a:cxn>
                <a:cxn ang="0">
                  <a:pos x="csX1" y="csY1"/>
                </a:cxn>
              </a:cxnLst>
              <a:rect l="l" t="t" r="r" b="b"/>
              <a:pathLst>
                <a:path w="12237" h="1348706">
                  <a:moveTo>
                    <a:pt x="0" y="1348706"/>
                  </a:moveTo>
                  <a:lnTo>
                    <a:pt x="0" y="0"/>
                  </a:lnTo>
                </a:path>
              </a:pathLst>
            </a:custGeom>
            <a:ln w="13070" cap="flat">
              <a:solidFill>
                <a:srgbClr val="000000"/>
              </a:solidFill>
              <a:prstDash val="solid"/>
              <a:round/>
            </a:ln>
          </p:spPr>
          <p:txBody>
            <a:bodyPr/>
            <a:lstStyle/>
            <a:p>
              <a:endParaRPr lang="en-US" sz="2268"/>
            </a:p>
          </p:txBody>
        </p:sp>
        <p:sp>
          <p:nvSpPr>
            <p:cNvPr id="2957" name="Freeform 2956">
              <a:extLst>
                <a:ext uri="{FF2B5EF4-FFF2-40B4-BE49-F238E27FC236}">
                  <a16:creationId xmlns:a16="http://schemas.microsoft.com/office/drawing/2014/main" id="{CF4B8EC7-F5FF-D6EC-F05B-0A71D4FE6B99}"/>
                </a:ext>
              </a:extLst>
            </p:cNvPr>
            <p:cNvSpPr/>
            <p:nvPr/>
          </p:nvSpPr>
          <p:spPr>
            <a:xfrm>
              <a:off x="802520" y="6350336"/>
              <a:ext cx="12237" cy="735600"/>
            </a:xfrm>
            <a:custGeom>
              <a:avLst/>
              <a:gdLst>
                <a:gd name="csX0" fmla="*/ 0 w 12237"/>
                <a:gd name="csY0" fmla="*/ 735601 h 735600"/>
                <a:gd name="csX1" fmla="*/ 0 w 12237"/>
                <a:gd name="csY1" fmla="*/ 0 h 735600"/>
              </a:gdLst>
              <a:ahLst/>
              <a:cxnLst>
                <a:cxn ang="0">
                  <a:pos x="csX0" y="csY0"/>
                </a:cxn>
                <a:cxn ang="0">
                  <a:pos x="csX1" y="csY1"/>
                </a:cxn>
              </a:cxnLst>
              <a:rect l="l" t="t" r="r" b="b"/>
              <a:pathLst>
                <a:path w="12237" h="735600">
                  <a:moveTo>
                    <a:pt x="0" y="735601"/>
                  </a:moveTo>
                  <a:lnTo>
                    <a:pt x="0" y="0"/>
                  </a:lnTo>
                </a:path>
              </a:pathLst>
            </a:custGeom>
            <a:ln w="13070" cap="flat">
              <a:solidFill>
                <a:srgbClr val="000000"/>
              </a:solidFill>
              <a:prstDash val="solid"/>
              <a:round/>
            </a:ln>
          </p:spPr>
          <p:txBody>
            <a:bodyPr/>
            <a:lstStyle/>
            <a:p>
              <a:endParaRPr lang="en-US" sz="2268"/>
            </a:p>
          </p:txBody>
        </p:sp>
        <p:sp>
          <p:nvSpPr>
            <p:cNvPr id="2958" name="Freeform 2957">
              <a:extLst>
                <a:ext uri="{FF2B5EF4-FFF2-40B4-BE49-F238E27FC236}">
                  <a16:creationId xmlns:a16="http://schemas.microsoft.com/office/drawing/2014/main" id="{4ACBF3B9-62EB-4F31-9CD1-CA9528437936}"/>
                </a:ext>
              </a:extLst>
            </p:cNvPr>
            <p:cNvSpPr/>
            <p:nvPr/>
          </p:nvSpPr>
          <p:spPr>
            <a:xfrm>
              <a:off x="767887" y="7024059"/>
              <a:ext cx="69388" cy="61877"/>
            </a:xfrm>
            <a:custGeom>
              <a:avLst/>
              <a:gdLst>
                <a:gd name="csX0" fmla="*/ 0 w 69388"/>
                <a:gd name="csY0" fmla="*/ 0 h 61877"/>
                <a:gd name="csX1" fmla="*/ 34633 w 69388"/>
                <a:gd name="csY1" fmla="*/ 61878 h 61877"/>
                <a:gd name="csX2" fmla="*/ 69388 w 69388"/>
                <a:gd name="csY2" fmla="*/ 0 h 61877"/>
              </a:gdLst>
              <a:ahLst/>
              <a:cxnLst>
                <a:cxn ang="0">
                  <a:pos x="csX0" y="csY0"/>
                </a:cxn>
                <a:cxn ang="0">
                  <a:pos x="csX1" y="csY1"/>
                </a:cxn>
                <a:cxn ang="0">
                  <a:pos x="csX2" y="csY2"/>
                </a:cxn>
              </a:cxnLst>
              <a:rect l="l" t="t" r="r" b="b"/>
              <a:pathLst>
                <a:path w="69388" h="61877">
                  <a:moveTo>
                    <a:pt x="0" y="0"/>
                  </a:moveTo>
                  <a:lnTo>
                    <a:pt x="34633" y="61878"/>
                  </a:lnTo>
                  <a:lnTo>
                    <a:pt x="69388" y="0"/>
                  </a:lnTo>
                </a:path>
              </a:pathLst>
            </a:custGeom>
            <a:noFill/>
            <a:ln w="13070" cap="flat">
              <a:solidFill>
                <a:srgbClr val="000000"/>
              </a:solidFill>
              <a:prstDash val="solid"/>
              <a:round/>
            </a:ln>
          </p:spPr>
          <p:txBody>
            <a:bodyPr/>
            <a:lstStyle/>
            <a:p>
              <a:endParaRPr lang="en-US" sz="2268"/>
            </a:p>
          </p:txBody>
        </p:sp>
        <p:sp>
          <p:nvSpPr>
            <p:cNvPr id="2959" name="Freeform 2958">
              <a:extLst>
                <a:ext uri="{FF2B5EF4-FFF2-40B4-BE49-F238E27FC236}">
                  <a16:creationId xmlns:a16="http://schemas.microsoft.com/office/drawing/2014/main" id="{3CD352B3-663A-7474-BF8C-7579F61C9B8A}"/>
                </a:ext>
              </a:extLst>
            </p:cNvPr>
            <p:cNvSpPr/>
            <p:nvPr/>
          </p:nvSpPr>
          <p:spPr>
            <a:xfrm>
              <a:off x="767887" y="6350336"/>
              <a:ext cx="69388" cy="61877"/>
            </a:xfrm>
            <a:custGeom>
              <a:avLst/>
              <a:gdLst>
                <a:gd name="csX0" fmla="*/ 69388 w 69388"/>
                <a:gd name="csY0" fmla="*/ 61878 h 61877"/>
                <a:gd name="csX1" fmla="*/ 34633 w 69388"/>
                <a:gd name="csY1" fmla="*/ 0 h 61877"/>
                <a:gd name="csX2" fmla="*/ 0 w 69388"/>
                <a:gd name="csY2" fmla="*/ 61878 h 61877"/>
              </a:gdLst>
              <a:ahLst/>
              <a:cxnLst>
                <a:cxn ang="0">
                  <a:pos x="csX0" y="csY0"/>
                </a:cxn>
                <a:cxn ang="0">
                  <a:pos x="csX1" y="csY1"/>
                </a:cxn>
                <a:cxn ang="0">
                  <a:pos x="csX2" y="csY2"/>
                </a:cxn>
              </a:cxnLst>
              <a:rect l="l" t="t" r="r" b="b"/>
              <a:pathLst>
                <a:path w="69388" h="61877">
                  <a:moveTo>
                    <a:pt x="69388" y="61878"/>
                  </a:moveTo>
                  <a:lnTo>
                    <a:pt x="34633" y="0"/>
                  </a:lnTo>
                  <a:lnTo>
                    <a:pt x="0" y="61878"/>
                  </a:lnTo>
                </a:path>
              </a:pathLst>
            </a:custGeom>
            <a:noFill/>
            <a:ln w="13070" cap="flat">
              <a:solidFill>
                <a:srgbClr val="000000"/>
              </a:solidFill>
              <a:prstDash val="solid"/>
              <a:round/>
            </a:ln>
          </p:spPr>
          <p:txBody>
            <a:bodyPr/>
            <a:lstStyle/>
            <a:p>
              <a:endParaRPr lang="en-US" sz="2268"/>
            </a:p>
          </p:txBody>
        </p:sp>
        <p:sp>
          <p:nvSpPr>
            <p:cNvPr id="2991" name="TextBox 2990">
              <a:extLst>
                <a:ext uri="{FF2B5EF4-FFF2-40B4-BE49-F238E27FC236}">
                  <a16:creationId xmlns:a16="http://schemas.microsoft.com/office/drawing/2014/main" id="{9E96621A-6C7A-6D9B-4845-D9BDABB52B5F}"/>
                </a:ext>
              </a:extLst>
            </p:cNvPr>
            <p:cNvSpPr txBox="1"/>
            <p:nvPr/>
          </p:nvSpPr>
          <p:spPr>
            <a:xfrm>
              <a:off x="714909" y="6623374"/>
              <a:ext cx="412580" cy="205340"/>
            </a:xfrm>
            <a:prstGeom prst="rect">
              <a:avLst/>
            </a:prstGeom>
            <a:noFill/>
          </p:spPr>
          <p:txBody>
            <a:bodyPr wrap="none" rtlCol="0">
              <a:spAutoFit/>
            </a:bodyPr>
            <a:lstStyle/>
            <a:p>
              <a:pPr algn="l"/>
              <a:r>
                <a:rPr lang="en-US" sz="661">
                  <a:ln/>
                  <a:solidFill>
                    <a:srgbClr val="000000"/>
                  </a:solidFill>
                  <a:latin typeface="Arial"/>
                  <a:cs typeface="Arial"/>
                  <a:sym typeface="Arial"/>
                  <a:rtl val="0"/>
                </a:rPr>
                <a:t>1.85x</a:t>
              </a:r>
            </a:p>
          </p:txBody>
        </p:sp>
        <p:sp>
          <p:nvSpPr>
            <p:cNvPr id="2992" name="Freeform 2991">
              <a:extLst>
                <a:ext uri="{FF2B5EF4-FFF2-40B4-BE49-F238E27FC236}">
                  <a16:creationId xmlns:a16="http://schemas.microsoft.com/office/drawing/2014/main" id="{4D3AF700-A945-DD00-5B50-27EE83D5B2B8}"/>
                </a:ext>
              </a:extLst>
            </p:cNvPr>
            <p:cNvSpPr/>
            <p:nvPr/>
          </p:nvSpPr>
          <p:spPr>
            <a:xfrm>
              <a:off x="1324827" y="6387891"/>
              <a:ext cx="12237" cy="149464"/>
            </a:xfrm>
            <a:custGeom>
              <a:avLst/>
              <a:gdLst>
                <a:gd name="csX0" fmla="*/ 0 w 12237"/>
                <a:gd name="csY0" fmla="*/ 0 h 149464"/>
                <a:gd name="csX1" fmla="*/ 0 w 12237"/>
                <a:gd name="csY1" fmla="*/ 149464 h 149464"/>
              </a:gdLst>
              <a:ahLst/>
              <a:cxnLst>
                <a:cxn ang="0">
                  <a:pos x="csX0" y="csY0"/>
                </a:cxn>
                <a:cxn ang="0">
                  <a:pos x="csX1" y="csY1"/>
                </a:cxn>
              </a:cxnLst>
              <a:rect l="l" t="t" r="r" b="b"/>
              <a:pathLst>
                <a:path w="12237" h="149464">
                  <a:moveTo>
                    <a:pt x="0" y="0"/>
                  </a:moveTo>
                  <a:lnTo>
                    <a:pt x="0" y="149464"/>
                  </a:lnTo>
                </a:path>
              </a:pathLst>
            </a:custGeom>
            <a:ln w="13070" cap="flat">
              <a:solidFill>
                <a:srgbClr val="000000"/>
              </a:solidFill>
              <a:prstDash val="solid"/>
              <a:round/>
            </a:ln>
          </p:spPr>
          <p:txBody>
            <a:bodyPr/>
            <a:lstStyle/>
            <a:p>
              <a:endParaRPr lang="en-US" sz="2268"/>
            </a:p>
          </p:txBody>
        </p:sp>
        <p:sp>
          <p:nvSpPr>
            <p:cNvPr id="2993" name="Freeform 2992">
              <a:extLst>
                <a:ext uri="{FF2B5EF4-FFF2-40B4-BE49-F238E27FC236}">
                  <a16:creationId xmlns:a16="http://schemas.microsoft.com/office/drawing/2014/main" id="{D6A491BB-E6A1-EB80-F63E-A274869349E5}"/>
                </a:ext>
              </a:extLst>
            </p:cNvPr>
            <p:cNvSpPr/>
            <p:nvPr/>
          </p:nvSpPr>
          <p:spPr>
            <a:xfrm>
              <a:off x="1290072" y="6387891"/>
              <a:ext cx="69388" cy="61877"/>
            </a:xfrm>
            <a:custGeom>
              <a:avLst/>
              <a:gdLst>
                <a:gd name="csX0" fmla="*/ 69388 w 69388"/>
                <a:gd name="csY0" fmla="*/ 61878 h 61877"/>
                <a:gd name="csX1" fmla="*/ 34755 w 69388"/>
                <a:gd name="csY1" fmla="*/ 0 h 61877"/>
                <a:gd name="csX2" fmla="*/ 0 w 69388"/>
                <a:gd name="csY2" fmla="*/ 61878 h 61877"/>
              </a:gdLst>
              <a:ahLst/>
              <a:cxnLst>
                <a:cxn ang="0">
                  <a:pos x="csX0" y="csY0"/>
                </a:cxn>
                <a:cxn ang="0">
                  <a:pos x="csX1" y="csY1"/>
                </a:cxn>
                <a:cxn ang="0">
                  <a:pos x="csX2" y="csY2"/>
                </a:cxn>
              </a:cxnLst>
              <a:rect l="l" t="t" r="r" b="b"/>
              <a:pathLst>
                <a:path w="69388" h="61877">
                  <a:moveTo>
                    <a:pt x="69388" y="61878"/>
                  </a:moveTo>
                  <a:lnTo>
                    <a:pt x="34755" y="0"/>
                  </a:lnTo>
                  <a:lnTo>
                    <a:pt x="0" y="61878"/>
                  </a:lnTo>
                </a:path>
              </a:pathLst>
            </a:custGeom>
            <a:noFill/>
            <a:ln w="13070" cap="flat">
              <a:solidFill>
                <a:srgbClr val="000000"/>
              </a:solidFill>
              <a:prstDash val="solid"/>
              <a:round/>
            </a:ln>
          </p:spPr>
          <p:txBody>
            <a:bodyPr/>
            <a:lstStyle/>
            <a:p>
              <a:endParaRPr lang="en-US" sz="2268"/>
            </a:p>
          </p:txBody>
        </p:sp>
        <p:sp>
          <p:nvSpPr>
            <p:cNvPr id="2994" name="Freeform 2993">
              <a:extLst>
                <a:ext uri="{FF2B5EF4-FFF2-40B4-BE49-F238E27FC236}">
                  <a16:creationId xmlns:a16="http://schemas.microsoft.com/office/drawing/2014/main" id="{60700774-8FFC-D2C5-49A0-A17E4F9B8D7E}"/>
                </a:ext>
              </a:extLst>
            </p:cNvPr>
            <p:cNvSpPr/>
            <p:nvPr/>
          </p:nvSpPr>
          <p:spPr>
            <a:xfrm>
              <a:off x="1290072" y="6475477"/>
              <a:ext cx="69388" cy="61877"/>
            </a:xfrm>
            <a:custGeom>
              <a:avLst/>
              <a:gdLst>
                <a:gd name="csX0" fmla="*/ 0 w 69388"/>
                <a:gd name="csY0" fmla="*/ 0 h 61877"/>
                <a:gd name="csX1" fmla="*/ 34755 w 69388"/>
                <a:gd name="csY1" fmla="*/ 61878 h 61877"/>
                <a:gd name="csX2" fmla="*/ 69388 w 69388"/>
                <a:gd name="csY2" fmla="*/ 0 h 61877"/>
              </a:gdLst>
              <a:ahLst/>
              <a:cxnLst>
                <a:cxn ang="0">
                  <a:pos x="csX0" y="csY0"/>
                </a:cxn>
                <a:cxn ang="0">
                  <a:pos x="csX1" y="csY1"/>
                </a:cxn>
                <a:cxn ang="0">
                  <a:pos x="csX2" y="csY2"/>
                </a:cxn>
              </a:cxnLst>
              <a:rect l="l" t="t" r="r" b="b"/>
              <a:pathLst>
                <a:path w="69388" h="61877">
                  <a:moveTo>
                    <a:pt x="0" y="0"/>
                  </a:moveTo>
                  <a:lnTo>
                    <a:pt x="34755" y="61878"/>
                  </a:lnTo>
                  <a:lnTo>
                    <a:pt x="69388" y="0"/>
                  </a:lnTo>
                </a:path>
              </a:pathLst>
            </a:custGeom>
            <a:noFill/>
            <a:ln w="13070" cap="flat">
              <a:solidFill>
                <a:srgbClr val="000000"/>
              </a:solidFill>
              <a:prstDash val="solid"/>
              <a:round/>
            </a:ln>
          </p:spPr>
          <p:txBody>
            <a:bodyPr/>
            <a:lstStyle/>
            <a:p>
              <a:endParaRPr lang="en-US" sz="2268"/>
            </a:p>
          </p:txBody>
        </p:sp>
        <p:sp>
          <p:nvSpPr>
            <p:cNvPr id="2995" name="TextBox 2994">
              <a:extLst>
                <a:ext uri="{FF2B5EF4-FFF2-40B4-BE49-F238E27FC236}">
                  <a16:creationId xmlns:a16="http://schemas.microsoft.com/office/drawing/2014/main" id="{B4323AB4-7862-DACC-89BA-1A60774E412B}"/>
                </a:ext>
              </a:extLst>
            </p:cNvPr>
            <p:cNvSpPr txBox="1"/>
            <p:nvPr/>
          </p:nvSpPr>
          <p:spPr>
            <a:xfrm>
              <a:off x="1247765" y="6322397"/>
              <a:ext cx="412580" cy="205340"/>
            </a:xfrm>
            <a:prstGeom prst="rect">
              <a:avLst/>
            </a:prstGeom>
            <a:noFill/>
          </p:spPr>
          <p:txBody>
            <a:bodyPr wrap="none" rtlCol="0">
              <a:spAutoFit/>
            </a:bodyPr>
            <a:lstStyle/>
            <a:p>
              <a:pPr algn="l"/>
              <a:r>
                <a:rPr lang="en-US" sz="661" dirty="0">
                  <a:ln/>
                  <a:solidFill>
                    <a:srgbClr val="000000"/>
                  </a:solidFill>
                  <a:latin typeface="Arial"/>
                  <a:cs typeface="Arial"/>
                  <a:sym typeface="Arial"/>
                  <a:rtl val="0"/>
                </a:rPr>
                <a:t>1.11x</a:t>
              </a:r>
            </a:p>
          </p:txBody>
        </p:sp>
        <p:sp>
          <p:nvSpPr>
            <p:cNvPr id="3027" name="Freeform 3026">
              <a:extLst>
                <a:ext uri="{FF2B5EF4-FFF2-40B4-BE49-F238E27FC236}">
                  <a16:creationId xmlns:a16="http://schemas.microsoft.com/office/drawing/2014/main" id="{EE55713F-39FC-7561-ED34-018F64D86DB3}"/>
                </a:ext>
              </a:extLst>
            </p:cNvPr>
            <p:cNvSpPr/>
            <p:nvPr/>
          </p:nvSpPr>
          <p:spPr>
            <a:xfrm>
              <a:off x="1847012" y="6403014"/>
              <a:ext cx="12237" cy="634781"/>
            </a:xfrm>
            <a:custGeom>
              <a:avLst/>
              <a:gdLst>
                <a:gd name="csX0" fmla="*/ 0 w 12237"/>
                <a:gd name="csY0" fmla="*/ 634782 h 634781"/>
                <a:gd name="csX1" fmla="*/ 0 w 12237"/>
                <a:gd name="csY1" fmla="*/ 0 h 634781"/>
              </a:gdLst>
              <a:ahLst/>
              <a:cxnLst>
                <a:cxn ang="0">
                  <a:pos x="csX0" y="csY0"/>
                </a:cxn>
                <a:cxn ang="0">
                  <a:pos x="csX1" y="csY1"/>
                </a:cxn>
              </a:cxnLst>
              <a:rect l="l" t="t" r="r" b="b"/>
              <a:pathLst>
                <a:path w="12237" h="634781">
                  <a:moveTo>
                    <a:pt x="0" y="634782"/>
                  </a:moveTo>
                  <a:lnTo>
                    <a:pt x="0" y="0"/>
                  </a:lnTo>
                </a:path>
              </a:pathLst>
            </a:custGeom>
            <a:ln w="13070" cap="flat">
              <a:solidFill>
                <a:srgbClr val="000000"/>
              </a:solidFill>
              <a:prstDash val="solid"/>
              <a:round/>
            </a:ln>
          </p:spPr>
          <p:txBody>
            <a:bodyPr/>
            <a:lstStyle/>
            <a:p>
              <a:endParaRPr lang="en-US" sz="2268"/>
            </a:p>
          </p:txBody>
        </p:sp>
        <p:sp>
          <p:nvSpPr>
            <p:cNvPr id="3028" name="Freeform 3027">
              <a:extLst>
                <a:ext uri="{FF2B5EF4-FFF2-40B4-BE49-F238E27FC236}">
                  <a16:creationId xmlns:a16="http://schemas.microsoft.com/office/drawing/2014/main" id="{A0C14A2E-D16B-AF68-5C26-4D4F8153907E}"/>
                </a:ext>
              </a:extLst>
            </p:cNvPr>
            <p:cNvSpPr/>
            <p:nvPr/>
          </p:nvSpPr>
          <p:spPr>
            <a:xfrm>
              <a:off x="1812257" y="6975918"/>
              <a:ext cx="69388" cy="61877"/>
            </a:xfrm>
            <a:custGeom>
              <a:avLst/>
              <a:gdLst>
                <a:gd name="csX0" fmla="*/ 0 w 69388"/>
                <a:gd name="csY0" fmla="*/ 0 h 61877"/>
                <a:gd name="csX1" fmla="*/ 34755 w 69388"/>
                <a:gd name="csY1" fmla="*/ 61878 h 61877"/>
                <a:gd name="csX2" fmla="*/ 69388 w 69388"/>
                <a:gd name="csY2" fmla="*/ 0 h 61877"/>
              </a:gdLst>
              <a:ahLst/>
              <a:cxnLst>
                <a:cxn ang="0">
                  <a:pos x="csX0" y="csY0"/>
                </a:cxn>
                <a:cxn ang="0">
                  <a:pos x="csX1" y="csY1"/>
                </a:cxn>
                <a:cxn ang="0">
                  <a:pos x="csX2" y="csY2"/>
                </a:cxn>
              </a:cxnLst>
              <a:rect l="l" t="t" r="r" b="b"/>
              <a:pathLst>
                <a:path w="69388" h="61877">
                  <a:moveTo>
                    <a:pt x="0" y="0"/>
                  </a:moveTo>
                  <a:lnTo>
                    <a:pt x="34755" y="61878"/>
                  </a:lnTo>
                  <a:lnTo>
                    <a:pt x="69388" y="0"/>
                  </a:lnTo>
                </a:path>
              </a:pathLst>
            </a:custGeom>
            <a:noFill/>
            <a:ln w="13070" cap="flat">
              <a:solidFill>
                <a:srgbClr val="000000"/>
              </a:solidFill>
              <a:prstDash val="solid"/>
              <a:round/>
            </a:ln>
          </p:spPr>
          <p:txBody>
            <a:bodyPr/>
            <a:lstStyle/>
            <a:p>
              <a:endParaRPr lang="en-US" sz="2268"/>
            </a:p>
          </p:txBody>
        </p:sp>
        <p:sp>
          <p:nvSpPr>
            <p:cNvPr id="3029" name="Freeform 3028">
              <a:extLst>
                <a:ext uri="{FF2B5EF4-FFF2-40B4-BE49-F238E27FC236}">
                  <a16:creationId xmlns:a16="http://schemas.microsoft.com/office/drawing/2014/main" id="{3B393784-8B87-BEE3-E4D8-D2B6DA2F7FE1}"/>
                </a:ext>
              </a:extLst>
            </p:cNvPr>
            <p:cNvSpPr/>
            <p:nvPr/>
          </p:nvSpPr>
          <p:spPr>
            <a:xfrm>
              <a:off x="1812257" y="6403014"/>
              <a:ext cx="69388" cy="61877"/>
            </a:xfrm>
            <a:custGeom>
              <a:avLst/>
              <a:gdLst>
                <a:gd name="csX0" fmla="*/ 69388 w 69388"/>
                <a:gd name="csY0" fmla="*/ 61878 h 61877"/>
                <a:gd name="csX1" fmla="*/ 34755 w 69388"/>
                <a:gd name="csY1" fmla="*/ 0 h 61877"/>
                <a:gd name="csX2" fmla="*/ 0 w 69388"/>
                <a:gd name="csY2" fmla="*/ 61878 h 61877"/>
              </a:gdLst>
              <a:ahLst/>
              <a:cxnLst>
                <a:cxn ang="0">
                  <a:pos x="csX0" y="csY0"/>
                </a:cxn>
                <a:cxn ang="0">
                  <a:pos x="csX1" y="csY1"/>
                </a:cxn>
                <a:cxn ang="0">
                  <a:pos x="csX2" y="csY2"/>
                </a:cxn>
              </a:cxnLst>
              <a:rect l="l" t="t" r="r" b="b"/>
              <a:pathLst>
                <a:path w="69388" h="61877">
                  <a:moveTo>
                    <a:pt x="69388" y="61878"/>
                  </a:moveTo>
                  <a:lnTo>
                    <a:pt x="34755" y="0"/>
                  </a:lnTo>
                  <a:lnTo>
                    <a:pt x="0" y="61878"/>
                  </a:lnTo>
                </a:path>
              </a:pathLst>
            </a:custGeom>
            <a:noFill/>
            <a:ln w="13070" cap="flat">
              <a:solidFill>
                <a:srgbClr val="000000"/>
              </a:solidFill>
              <a:prstDash val="solid"/>
              <a:round/>
            </a:ln>
          </p:spPr>
          <p:txBody>
            <a:bodyPr/>
            <a:lstStyle/>
            <a:p>
              <a:endParaRPr lang="en-US" sz="2268"/>
            </a:p>
          </p:txBody>
        </p:sp>
        <p:sp>
          <p:nvSpPr>
            <p:cNvPr id="3042" name="TextBox 3041">
              <a:extLst>
                <a:ext uri="{FF2B5EF4-FFF2-40B4-BE49-F238E27FC236}">
                  <a16:creationId xmlns:a16="http://schemas.microsoft.com/office/drawing/2014/main" id="{2BCEDCD0-5801-775A-6B5C-FF3CDC78BC89}"/>
                </a:ext>
              </a:extLst>
            </p:cNvPr>
            <p:cNvSpPr txBox="1"/>
            <p:nvPr/>
          </p:nvSpPr>
          <p:spPr>
            <a:xfrm>
              <a:off x="1779722" y="6625642"/>
              <a:ext cx="412580" cy="205340"/>
            </a:xfrm>
            <a:prstGeom prst="rect">
              <a:avLst/>
            </a:prstGeom>
            <a:noFill/>
          </p:spPr>
          <p:txBody>
            <a:bodyPr wrap="none" rtlCol="0">
              <a:spAutoFit/>
            </a:bodyPr>
            <a:lstStyle/>
            <a:p>
              <a:pPr algn="l"/>
              <a:r>
                <a:rPr lang="en-US" sz="661">
                  <a:ln/>
                  <a:solidFill>
                    <a:srgbClr val="000000"/>
                  </a:solidFill>
                  <a:latin typeface="Arial"/>
                  <a:cs typeface="Arial"/>
                  <a:sym typeface="Arial"/>
                  <a:rtl val="0"/>
                </a:rPr>
                <a:t>1.69x</a:t>
              </a:r>
            </a:p>
          </p:txBody>
        </p:sp>
        <p:sp>
          <p:nvSpPr>
            <p:cNvPr id="3062" name="Freeform 3061">
              <a:extLst>
                <a:ext uri="{FF2B5EF4-FFF2-40B4-BE49-F238E27FC236}">
                  <a16:creationId xmlns:a16="http://schemas.microsoft.com/office/drawing/2014/main" id="{F73A0244-6E59-6D6E-6953-443279778446}"/>
                </a:ext>
              </a:extLst>
            </p:cNvPr>
            <p:cNvSpPr/>
            <p:nvPr/>
          </p:nvSpPr>
          <p:spPr>
            <a:xfrm>
              <a:off x="2369197" y="6364450"/>
              <a:ext cx="12237" cy="412223"/>
            </a:xfrm>
            <a:custGeom>
              <a:avLst/>
              <a:gdLst>
                <a:gd name="csX0" fmla="*/ 0 w 12237"/>
                <a:gd name="csY0" fmla="*/ 412224 h 412223"/>
                <a:gd name="csX1" fmla="*/ 0 w 12237"/>
                <a:gd name="csY1" fmla="*/ 0 h 412223"/>
              </a:gdLst>
              <a:ahLst/>
              <a:cxnLst>
                <a:cxn ang="0">
                  <a:pos x="csX0" y="csY0"/>
                </a:cxn>
                <a:cxn ang="0">
                  <a:pos x="csX1" y="csY1"/>
                </a:cxn>
              </a:cxnLst>
              <a:rect l="l" t="t" r="r" b="b"/>
              <a:pathLst>
                <a:path w="12237" h="412223">
                  <a:moveTo>
                    <a:pt x="0" y="412224"/>
                  </a:moveTo>
                  <a:lnTo>
                    <a:pt x="0" y="0"/>
                  </a:lnTo>
                </a:path>
              </a:pathLst>
            </a:custGeom>
            <a:ln w="13070" cap="flat">
              <a:solidFill>
                <a:srgbClr val="000000"/>
              </a:solidFill>
              <a:prstDash val="solid"/>
              <a:round/>
            </a:ln>
          </p:spPr>
          <p:txBody>
            <a:bodyPr/>
            <a:lstStyle/>
            <a:p>
              <a:endParaRPr lang="en-US" sz="2268"/>
            </a:p>
          </p:txBody>
        </p:sp>
        <p:sp>
          <p:nvSpPr>
            <p:cNvPr id="3063" name="Freeform 3062">
              <a:extLst>
                <a:ext uri="{FF2B5EF4-FFF2-40B4-BE49-F238E27FC236}">
                  <a16:creationId xmlns:a16="http://schemas.microsoft.com/office/drawing/2014/main" id="{9A32E8C1-DDFA-FB91-DF89-D88D7E21DEA5}"/>
                </a:ext>
              </a:extLst>
            </p:cNvPr>
            <p:cNvSpPr/>
            <p:nvPr/>
          </p:nvSpPr>
          <p:spPr>
            <a:xfrm>
              <a:off x="2334564" y="6714796"/>
              <a:ext cx="69388" cy="61877"/>
            </a:xfrm>
            <a:custGeom>
              <a:avLst/>
              <a:gdLst>
                <a:gd name="csX0" fmla="*/ 0 w 69388"/>
                <a:gd name="csY0" fmla="*/ 0 h 61877"/>
                <a:gd name="csX1" fmla="*/ 34633 w 69388"/>
                <a:gd name="csY1" fmla="*/ 61878 h 61877"/>
                <a:gd name="csX2" fmla="*/ 69388 w 69388"/>
                <a:gd name="csY2" fmla="*/ 0 h 61877"/>
              </a:gdLst>
              <a:ahLst/>
              <a:cxnLst>
                <a:cxn ang="0">
                  <a:pos x="csX0" y="csY0"/>
                </a:cxn>
                <a:cxn ang="0">
                  <a:pos x="csX1" y="csY1"/>
                </a:cxn>
                <a:cxn ang="0">
                  <a:pos x="csX2" y="csY2"/>
                </a:cxn>
              </a:cxnLst>
              <a:rect l="l" t="t" r="r" b="b"/>
              <a:pathLst>
                <a:path w="69388" h="61877">
                  <a:moveTo>
                    <a:pt x="0" y="0"/>
                  </a:moveTo>
                  <a:lnTo>
                    <a:pt x="34633" y="61878"/>
                  </a:lnTo>
                  <a:lnTo>
                    <a:pt x="69388" y="0"/>
                  </a:lnTo>
                </a:path>
              </a:pathLst>
            </a:custGeom>
            <a:noFill/>
            <a:ln w="13070" cap="flat">
              <a:solidFill>
                <a:srgbClr val="000000"/>
              </a:solidFill>
              <a:prstDash val="solid"/>
              <a:round/>
            </a:ln>
          </p:spPr>
          <p:txBody>
            <a:bodyPr/>
            <a:lstStyle/>
            <a:p>
              <a:endParaRPr lang="en-US" sz="2268"/>
            </a:p>
          </p:txBody>
        </p:sp>
        <p:sp>
          <p:nvSpPr>
            <p:cNvPr id="3064" name="Freeform 3063">
              <a:extLst>
                <a:ext uri="{FF2B5EF4-FFF2-40B4-BE49-F238E27FC236}">
                  <a16:creationId xmlns:a16="http://schemas.microsoft.com/office/drawing/2014/main" id="{5F2A17B4-F4B0-8EF9-80CE-3F1B7DE8722F}"/>
                </a:ext>
              </a:extLst>
            </p:cNvPr>
            <p:cNvSpPr/>
            <p:nvPr/>
          </p:nvSpPr>
          <p:spPr>
            <a:xfrm>
              <a:off x="2334564" y="6364450"/>
              <a:ext cx="69388" cy="61877"/>
            </a:xfrm>
            <a:custGeom>
              <a:avLst/>
              <a:gdLst>
                <a:gd name="csX0" fmla="*/ 69388 w 69388"/>
                <a:gd name="csY0" fmla="*/ 61878 h 61877"/>
                <a:gd name="csX1" fmla="*/ 34633 w 69388"/>
                <a:gd name="csY1" fmla="*/ 0 h 61877"/>
                <a:gd name="csX2" fmla="*/ 0 w 69388"/>
                <a:gd name="csY2" fmla="*/ 61878 h 61877"/>
              </a:gdLst>
              <a:ahLst/>
              <a:cxnLst>
                <a:cxn ang="0">
                  <a:pos x="csX0" y="csY0"/>
                </a:cxn>
                <a:cxn ang="0">
                  <a:pos x="csX1" y="csY1"/>
                </a:cxn>
                <a:cxn ang="0">
                  <a:pos x="csX2" y="csY2"/>
                </a:cxn>
              </a:cxnLst>
              <a:rect l="l" t="t" r="r" b="b"/>
              <a:pathLst>
                <a:path w="69388" h="61877">
                  <a:moveTo>
                    <a:pt x="69388" y="61878"/>
                  </a:moveTo>
                  <a:lnTo>
                    <a:pt x="34633" y="0"/>
                  </a:lnTo>
                  <a:lnTo>
                    <a:pt x="0" y="61878"/>
                  </a:lnTo>
                </a:path>
              </a:pathLst>
            </a:custGeom>
            <a:noFill/>
            <a:ln w="13070" cap="flat">
              <a:solidFill>
                <a:srgbClr val="000000"/>
              </a:solidFill>
              <a:prstDash val="solid"/>
              <a:round/>
            </a:ln>
          </p:spPr>
          <p:txBody>
            <a:bodyPr/>
            <a:lstStyle/>
            <a:p>
              <a:endParaRPr lang="en-US" sz="2268"/>
            </a:p>
          </p:txBody>
        </p:sp>
        <p:sp>
          <p:nvSpPr>
            <p:cNvPr id="3065" name="TextBox 3064">
              <a:extLst>
                <a:ext uri="{FF2B5EF4-FFF2-40B4-BE49-F238E27FC236}">
                  <a16:creationId xmlns:a16="http://schemas.microsoft.com/office/drawing/2014/main" id="{90AA0D41-C634-BAAE-5E37-45488A81B83D}"/>
                </a:ext>
              </a:extLst>
            </p:cNvPr>
            <p:cNvSpPr txBox="1"/>
            <p:nvPr/>
          </p:nvSpPr>
          <p:spPr>
            <a:xfrm>
              <a:off x="2301907" y="6475800"/>
              <a:ext cx="412580" cy="205340"/>
            </a:xfrm>
            <a:prstGeom prst="rect">
              <a:avLst/>
            </a:prstGeom>
            <a:noFill/>
          </p:spPr>
          <p:txBody>
            <a:bodyPr wrap="none" rtlCol="0">
              <a:spAutoFit/>
            </a:bodyPr>
            <a:lstStyle/>
            <a:p>
              <a:pPr algn="l"/>
              <a:r>
                <a:rPr lang="en-US" sz="661">
                  <a:ln/>
                  <a:solidFill>
                    <a:srgbClr val="000000"/>
                  </a:solidFill>
                  <a:latin typeface="Arial"/>
                  <a:cs typeface="Arial"/>
                  <a:sym typeface="Arial"/>
                  <a:rtl val="0"/>
                </a:rPr>
                <a:t>1.35x</a:t>
              </a:r>
            </a:p>
          </p:txBody>
        </p:sp>
        <p:sp>
          <p:nvSpPr>
            <p:cNvPr id="3097" name="Freeform 3096">
              <a:extLst>
                <a:ext uri="{FF2B5EF4-FFF2-40B4-BE49-F238E27FC236}">
                  <a16:creationId xmlns:a16="http://schemas.microsoft.com/office/drawing/2014/main" id="{A5EEDE87-0A1B-0EB7-1D7F-4096DF34E540}"/>
                </a:ext>
              </a:extLst>
            </p:cNvPr>
            <p:cNvSpPr/>
            <p:nvPr/>
          </p:nvSpPr>
          <p:spPr>
            <a:xfrm>
              <a:off x="1694407" y="7050146"/>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0"/>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098" name="Freeform 3097">
              <a:extLst>
                <a:ext uri="{FF2B5EF4-FFF2-40B4-BE49-F238E27FC236}">
                  <a16:creationId xmlns:a16="http://schemas.microsoft.com/office/drawing/2014/main" id="{6A8135A4-2F13-0DB7-EF4D-AF0CBD3F0A4C}"/>
                </a:ext>
              </a:extLst>
            </p:cNvPr>
            <p:cNvSpPr/>
            <p:nvPr/>
          </p:nvSpPr>
          <p:spPr>
            <a:xfrm>
              <a:off x="1940875" y="6413978"/>
              <a:ext cx="81992" cy="73219"/>
            </a:xfrm>
            <a:custGeom>
              <a:avLst/>
              <a:gdLst>
                <a:gd name="csX0" fmla="*/ 40996 w 81992"/>
                <a:gd name="csY0" fmla="*/ 0 h 73219"/>
                <a:gd name="csX1" fmla="*/ 81993 w 81992"/>
                <a:gd name="csY1" fmla="*/ 73220 h 73219"/>
                <a:gd name="csX2" fmla="*/ 0 w 81992"/>
                <a:gd name="csY2" fmla="*/ 73220 h 73219"/>
              </a:gdLst>
              <a:ahLst/>
              <a:cxnLst>
                <a:cxn ang="0">
                  <a:pos x="csX0" y="csY0"/>
                </a:cxn>
                <a:cxn ang="0">
                  <a:pos x="csX1" y="csY1"/>
                </a:cxn>
                <a:cxn ang="0">
                  <a:pos x="csX2" y="csY2"/>
                </a:cxn>
              </a:cxnLst>
              <a:rect l="l" t="t" r="r" b="b"/>
              <a:pathLst>
                <a:path w="81992" h="73219">
                  <a:moveTo>
                    <a:pt x="40996" y="0"/>
                  </a:moveTo>
                  <a:lnTo>
                    <a:pt x="81993" y="73220"/>
                  </a:lnTo>
                  <a:lnTo>
                    <a:pt x="0" y="73220"/>
                  </a:lnTo>
                  <a:close/>
                </a:path>
              </a:pathLst>
            </a:custGeom>
            <a:solidFill>
              <a:srgbClr val="00BFC4"/>
            </a:solidFill>
            <a:ln w="8673" cap="rnd">
              <a:noFill/>
              <a:prstDash val="solid"/>
              <a:round/>
            </a:ln>
          </p:spPr>
          <p:txBody>
            <a:bodyPr/>
            <a:lstStyle/>
            <a:p>
              <a:endParaRPr lang="en-US" sz="2268"/>
            </a:p>
          </p:txBody>
        </p:sp>
        <p:sp>
          <p:nvSpPr>
            <p:cNvPr id="3099" name="Freeform 3098">
              <a:extLst>
                <a:ext uri="{FF2B5EF4-FFF2-40B4-BE49-F238E27FC236}">
                  <a16:creationId xmlns:a16="http://schemas.microsoft.com/office/drawing/2014/main" id="{B289B45E-CE02-DA10-A26A-733D0712F603}"/>
                </a:ext>
              </a:extLst>
            </p:cNvPr>
            <p:cNvSpPr/>
            <p:nvPr/>
          </p:nvSpPr>
          <p:spPr>
            <a:xfrm>
              <a:off x="1173079" y="6151974"/>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00" name="Freeform 3099">
              <a:extLst>
                <a:ext uri="{FF2B5EF4-FFF2-40B4-BE49-F238E27FC236}">
                  <a16:creationId xmlns:a16="http://schemas.microsoft.com/office/drawing/2014/main" id="{682B27B1-9362-6135-5EF4-0335DE973608}"/>
                </a:ext>
              </a:extLst>
            </p:cNvPr>
            <p:cNvSpPr/>
            <p:nvPr/>
          </p:nvSpPr>
          <p:spPr>
            <a:xfrm>
              <a:off x="1407309" y="6727273"/>
              <a:ext cx="81992" cy="73093"/>
            </a:xfrm>
            <a:custGeom>
              <a:avLst/>
              <a:gdLst>
                <a:gd name="csX0" fmla="*/ 40997 w 81992"/>
                <a:gd name="csY0" fmla="*/ 0 h 73093"/>
                <a:gd name="csX1" fmla="*/ 81993 w 81992"/>
                <a:gd name="csY1" fmla="*/ 73094 h 73093"/>
                <a:gd name="csX2" fmla="*/ 0 w 81992"/>
                <a:gd name="csY2" fmla="*/ 73094 h 73093"/>
              </a:gdLst>
              <a:ahLst/>
              <a:cxnLst>
                <a:cxn ang="0">
                  <a:pos x="csX0" y="csY0"/>
                </a:cxn>
                <a:cxn ang="0">
                  <a:pos x="csX1" y="csY1"/>
                </a:cxn>
                <a:cxn ang="0">
                  <a:pos x="csX2" y="csY2"/>
                </a:cxn>
              </a:cxnLst>
              <a:rect l="l" t="t" r="r" b="b"/>
              <a:pathLst>
                <a:path w="81992" h="73093">
                  <a:moveTo>
                    <a:pt x="40997" y="0"/>
                  </a:moveTo>
                  <a:lnTo>
                    <a:pt x="81993" y="73094"/>
                  </a:lnTo>
                  <a:lnTo>
                    <a:pt x="0" y="73094"/>
                  </a:lnTo>
                  <a:close/>
                </a:path>
              </a:pathLst>
            </a:custGeom>
            <a:solidFill>
              <a:srgbClr val="00BFC4"/>
            </a:solidFill>
            <a:ln w="8673" cap="rnd">
              <a:noFill/>
              <a:prstDash val="solid"/>
              <a:round/>
            </a:ln>
          </p:spPr>
          <p:txBody>
            <a:bodyPr/>
            <a:lstStyle/>
            <a:p>
              <a:endParaRPr lang="en-US" sz="2268"/>
            </a:p>
          </p:txBody>
        </p:sp>
        <p:sp>
          <p:nvSpPr>
            <p:cNvPr id="3101" name="Freeform 3100">
              <a:extLst>
                <a:ext uri="{FF2B5EF4-FFF2-40B4-BE49-F238E27FC236}">
                  <a16:creationId xmlns:a16="http://schemas.microsoft.com/office/drawing/2014/main" id="{1003553E-8921-615F-4F7B-AE7DE325C6B8}"/>
                </a:ext>
              </a:extLst>
            </p:cNvPr>
            <p:cNvSpPr/>
            <p:nvPr/>
          </p:nvSpPr>
          <p:spPr>
            <a:xfrm>
              <a:off x="1169040" y="6521098"/>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02" name="Freeform 3101">
              <a:extLst>
                <a:ext uri="{FF2B5EF4-FFF2-40B4-BE49-F238E27FC236}">
                  <a16:creationId xmlns:a16="http://schemas.microsoft.com/office/drawing/2014/main" id="{BFE08E5A-11FB-AA7B-DC18-ABC4BD2F1F71}"/>
                </a:ext>
              </a:extLst>
            </p:cNvPr>
            <p:cNvSpPr/>
            <p:nvPr/>
          </p:nvSpPr>
          <p:spPr>
            <a:xfrm>
              <a:off x="1433743" y="6582975"/>
              <a:ext cx="82115" cy="73093"/>
            </a:xfrm>
            <a:custGeom>
              <a:avLst/>
              <a:gdLst>
                <a:gd name="csX0" fmla="*/ 40996 w 82115"/>
                <a:gd name="csY0" fmla="*/ 0 h 73093"/>
                <a:gd name="csX1" fmla="*/ 82115 w 82115"/>
                <a:gd name="csY1" fmla="*/ 73094 h 73093"/>
                <a:gd name="csX2" fmla="*/ 0 w 82115"/>
                <a:gd name="csY2" fmla="*/ 73094 h 73093"/>
              </a:gdLst>
              <a:ahLst/>
              <a:cxnLst>
                <a:cxn ang="0">
                  <a:pos x="csX0" y="csY0"/>
                </a:cxn>
                <a:cxn ang="0">
                  <a:pos x="csX1" y="csY1"/>
                </a:cxn>
                <a:cxn ang="0">
                  <a:pos x="csX2" y="csY2"/>
                </a:cxn>
              </a:cxnLst>
              <a:rect l="l" t="t" r="r" b="b"/>
              <a:pathLst>
                <a:path w="82115" h="73093">
                  <a:moveTo>
                    <a:pt x="40996" y="0"/>
                  </a:moveTo>
                  <a:lnTo>
                    <a:pt x="82115" y="73094"/>
                  </a:lnTo>
                  <a:lnTo>
                    <a:pt x="0" y="73094"/>
                  </a:lnTo>
                  <a:close/>
                </a:path>
              </a:pathLst>
            </a:custGeom>
            <a:solidFill>
              <a:srgbClr val="00BFC4"/>
            </a:solidFill>
            <a:ln w="8673" cap="rnd">
              <a:noFill/>
              <a:prstDash val="solid"/>
              <a:round/>
            </a:ln>
          </p:spPr>
          <p:txBody>
            <a:bodyPr/>
            <a:lstStyle/>
            <a:p>
              <a:endParaRPr lang="en-US" sz="2268"/>
            </a:p>
          </p:txBody>
        </p:sp>
        <p:sp>
          <p:nvSpPr>
            <p:cNvPr id="3103" name="Freeform 3102">
              <a:extLst>
                <a:ext uri="{FF2B5EF4-FFF2-40B4-BE49-F238E27FC236}">
                  <a16:creationId xmlns:a16="http://schemas.microsoft.com/office/drawing/2014/main" id="{7117E880-4C26-5705-46A4-B8D861A1750D}"/>
                </a:ext>
              </a:extLst>
            </p:cNvPr>
            <p:cNvSpPr/>
            <p:nvPr/>
          </p:nvSpPr>
          <p:spPr>
            <a:xfrm>
              <a:off x="628132" y="6976170"/>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0"/>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04" name="Freeform 3103">
              <a:extLst>
                <a:ext uri="{FF2B5EF4-FFF2-40B4-BE49-F238E27FC236}">
                  <a16:creationId xmlns:a16="http://schemas.microsoft.com/office/drawing/2014/main" id="{CFFF5AE1-38C4-4B94-27CA-E16B4D678C7B}"/>
                </a:ext>
              </a:extLst>
            </p:cNvPr>
            <p:cNvSpPr/>
            <p:nvPr/>
          </p:nvSpPr>
          <p:spPr>
            <a:xfrm>
              <a:off x="871663" y="6265018"/>
              <a:ext cx="81992" cy="73093"/>
            </a:xfrm>
            <a:custGeom>
              <a:avLst/>
              <a:gdLst>
                <a:gd name="csX0" fmla="*/ 40996 w 81992"/>
                <a:gd name="csY0" fmla="*/ 0 h 73093"/>
                <a:gd name="csX1" fmla="*/ 81993 w 81992"/>
                <a:gd name="csY1" fmla="*/ 73094 h 73093"/>
                <a:gd name="csX2" fmla="*/ 0 w 81992"/>
                <a:gd name="csY2" fmla="*/ 73094 h 73093"/>
              </a:gdLst>
              <a:ahLst/>
              <a:cxnLst>
                <a:cxn ang="0">
                  <a:pos x="csX0" y="csY0"/>
                </a:cxn>
                <a:cxn ang="0">
                  <a:pos x="csX1" y="csY1"/>
                </a:cxn>
                <a:cxn ang="0">
                  <a:pos x="csX2" y="csY2"/>
                </a:cxn>
              </a:cxnLst>
              <a:rect l="l" t="t" r="r" b="b"/>
              <a:pathLst>
                <a:path w="81992" h="73093">
                  <a:moveTo>
                    <a:pt x="40996" y="0"/>
                  </a:moveTo>
                  <a:lnTo>
                    <a:pt x="81993" y="73094"/>
                  </a:lnTo>
                  <a:lnTo>
                    <a:pt x="0" y="73094"/>
                  </a:lnTo>
                  <a:close/>
                </a:path>
              </a:pathLst>
            </a:custGeom>
            <a:solidFill>
              <a:srgbClr val="00BFC4"/>
            </a:solidFill>
            <a:ln w="8673" cap="rnd">
              <a:noFill/>
              <a:prstDash val="solid"/>
              <a:round/>
            </a:ln>
          </p:spPr>
          <p:txBody>
            <a:bodyPr/>
            <a:lstStyle/>
            <a:p>
              <a:endParaRPr lang="en-US" sz="2268"/>
            </a:p>
          </p:txBody>
        </p:sp>
        <p:sp>
          <p:nvSpPr>
            <p:cNvPr id="3105" name="Freeform 3104">
              <a:extLst>
                <a:ext uri="{FF2B5EF4-FFF2-40B4-BE49-F238E27FC236}">
                  <a16:creationId xmlns:a16="http://schemas.microsoft.com/office/drawing/2014/main" id="{B57ACC19-4EB3-6A73-330B-9AFCFB32DB7C}"/>
                </a:ext>
              </a:extLst>
            </p:cNvPr>
            <p:cNvSpPr/>
            <p:nvPr/>
          </p:nvSpPr>
          <p:spPr>
            <a:xfrm>
              <a:off x="656768" y="7039055"/>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06" name="Freeform 3105">
              <a:extLst>
                <a:ext uri="{FF2B5EF4-FFF2-40B4-BE49-F238E27FC236}">
                  <a16:creationId xmlns:a16="http://schemas.microsoft.com/office/drawing/2014/main" id="{67F91E0E-9243-6087-C16A-6B66F19952A2}"/>
                </a:ext>
              </a:extLst>
            </p:cNvPr>
            <p:cNvSpPr/>
            <p:nvPr/>
          </p:nvSpPr>
          <p:spPr>
            <a:xfrm>
              <a:off x="912782" y="6320090"/>
              <a:ext cx="82115" cy="73093"/>
            </a:xfrm>
            <a:custGeom>
              <a:avLst/>
              <a:gdLst>
                <a:gd name="csX0" fmla="*/ 41119 w 82115"/>
                <a:gd name="csY0" fmla="*/ 0 h 73093"/>
                <a:gd name="csX1" fmla="*/ 82115 w 82115"/>
                <a:gd name="csY1" fmla="*/ 73094 h 73093"/>
                <a:gd name="csX2" fmla="*/ 0 w 82115"/>
                <a:gd name="csY2" fmla="*/ 73094 h 73093"/>
              </a:gdLst>
              <a:ahLst/>
              <a:cxnLst>
                <a:cxn ang="0">
                  <a:pos x="csX0" y="csY0"/>
                </a:cxn>
                <a:cxn ang="0">
                  <a:pos x="csX1" y="csY1"/>
                </a:cxn>
                <a:cxn ang="0">
                  <a:pos x="csX2" y="csY2"/>
                </a:cxn>
              </a:cxnLst>
              <a:rect l="l" t="t" r="r" b="b"/>
              <a:pathLst>
                <a:path w="82115" h="73093">
                  <a:moveTo>
                    <a:pt x="41119" y="0"/>
                  </a:moveTo>
                  <a:lnTo>
                    <a:pt x="82115" y="73094"/>
                  </a:lnTo>
                  <a:lnTo>
                    <a:pt x="0" y="73094"/>
                  </a:lnTo>
                  <a:close/>
                </a:path>
              </a:pathLst>
            </a:custGeom>
            <a:solidFill>
              <a:srgbClr val="00BFC4"/>
            </a:solidFill>
            <a:ln w="8673" cap="rnd">
              <a:noFill/>
              <a:prstDash val="solid"/>
              <a:round/>
            </a:ln>
          </p:spPr>
          <p:txBody>
            <a:bodyPr/>
            <a:lstStyle/>
            <a:p>
              <a:endParaRPr lang="en-US" sz="2268"/>
            </a:p>
          </p:txBody>
        </p:sp>
        <p:sp>
          <p:nvSpPr>
            <p:cNvPr id="3107" name="Freeform 3106">
              <a:extLst>
                <a:ext uri="{FF2B5EF4-FFF2-40B4-BE49-F238E27FC236}">
                  <a16:creationId xmlns:a16="http://schemas.microsoft.com/office/drawing/2014/main" id="{785701A2-E6A1-25AB-91FD-7EF9D802219E}"/>
                </a:ext>
              </a:extLst>
            </p:cNvPr>
            <p:cNvSpPr/>
            <p:nvPr/>
          </p:nvSpPr>
          <p:spPr>
            <a:xfrm>
              <a:off x="657870" y="7106100"/>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08" name="Freeform 3107">
              <a:extLst>
                <a:ext uri="{FF2B5EF4-FFF2-40B4-BE49-F238E27FC236}">
                  <a16:creationId xmlns:a16="http://schemas.microsoft.com/office/drawing/2014/main" id="{30B31BCF-066E-6041-8FD1-8985431070DE}"/>
                </a:ext>
              </a:extLst>
            </p:cNvPr>
            <p:cNvSpPr/>
            <p:nvPr/>
          </p:nvSpPr>
          <p:spPr>
            <a:xfrm>
              <a:off x="894915" y="6147563"/>
              <a:ext cx="81992" cy="73093"/>
            </a:xfrm>
            <a:custGeom>
              <a:avLst/>
              <a:gdLst>
                <a:gd name="csX0" fmla="*/ 40996 w 81992"/>
                <a:gd name="csY0" fmla="*/ 0 h 73093"/>
                <a:gd name="csX1" fmla="*/ 81993 w 81992"/>
                <a:gd name="csY1" fmla="*/ 73094 h 73093"/>
                <a:gd name="csX2" fmla="*/ 0 w 81992"/>
                <a:gd name="csY2" fmla="*/ 73094 h 73093"/>
              </a:gdLst>
              <a:ahLst/>
              <a:cxnLst>
                <a:cxn ang="0">
                  <a:pos x="csX0" y="csY0"/>
                </a:cxn>
                <a:cxn ang="0">
                  <a:pos x="csX1" y="csY1"/>
                </a:cxn>
                <a:cxn ang="0">
                  <a:pos x="csX2" y="csY2"/>
                </a:cxn>
              </a:cxnLst>
              <a:rect l="l" t="t" r="r" b="b"/>
              <a:pathLst>
                <a:path w="81992" h="73093">
                  <a:moveTo>
                    <a:pt x="40996" y="0"/>
                  </a:moveTo>
                  <a:lnTo>
                    <a:pt x="81993" y="73094"/>
                  </a:lnTo>
                  <a:lnTo>
                    <a:pt x="0" y="73094"/>
                  </a:lnTo>
                  <a:close/>
                </a:path>
              </a:pathLst>
            </a:custGeom>
            <a:solidFill>
              <a:srgbClr val="00BFC4"/>
            </a:solidFill>
            <a:ln w="8673" cap="rnd">
              <a:noFill/>
              <a:prstDash val="solid"/>
              <a:round/>
            </a:ln>
          </p:spPr>
          <p:txBody>
            <a:bodyPr/>
            <a:lstStyle/>
            <a:p>
              <a:endParaRPr lang="en-US" sz="2268"/>
            </a:p>
          </p:txBody>
        </p:sp>
        <p:sp>
          <p:nvSpPr>
            <p:cNvPr id="3109" name="Freeform 3108">
              <a:extLst>
                <a:ext uri="{FF2B5EF4-FFF2-40B4-BE49-F238E27FC236}">
                  <a16:creationId xmlns:a16="http://schemas.microsoft.com/office/drawing/2014/main" id="{21A343C3-C86B-8E97-3057-1633AEDB42EA}"/>
                </a:ext>
              </a:extLst>
            </p:cNvPr>
            <p:cNvSpPr/>
            <p:nvPr/>
          </p:nvSpPr>
          <p:spPr>
            <a:xfrm>
              <a:off x="653831" y="7186503"/>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0"/>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10" name="Freeform 3109">
              <a:extLst>
                <a:ext uri="{FF2B5EF4-FFF2-40B4-BE49-F238E27FC236}">
                  <a16:creationId xmlns:a16="http://schemas.microsoft.com/office/drawing/2014/main" id="{3405F6C8-8F32-D607-496E-C113D367D6E8}"/>
                </a:ext>
              </a:extLst>
            </p:cNvPr>
            <p:cNvSpPr/>
            <p:nvPr/>
          </p:nvSpPr>
          <p:spPr>
            <a:xfrm>
              <a:off x="889897" y="6333070"/>
              <a:ext cx="81992" cy="73093"/>
            </a:xfrm>
            <a:custGeom>
              <a:avLst/>
              <a:gdLst>
                <a:gd name="csX0" fmla="*/ 40996 w 81992"/>
                <a:gd name="csY0" fmla="*/ 0 h 73093"/>
                <a:gd name="csX1" fmla="*/ 81993 w 81992"/>
                <a:gd name="csY1" fmla="*/ 73094 h 73093"/>
                <a:gd name="csX2" fmla="*/ 0 w 81992"/>
                <a:gd name="csY2" fmla="*/ 73094 h 73093"/>
              </a:gdLst>
              <a:ahLst/>
              <a:cxnLst>
                <a:cxn ang="0">
                  <a:pos x="csX0" y="csY0"/>
                </a:cxn>
                <a:cxn ang="0">
                  <a:pos x="csX1" y="csY1"/>
                </a:cxn>
                <a:cxn ang="0">
                  <a:pos x="csX2" y="csY2"/>
                </a:cxn>
              </a:cxnLst>
              <a:rect l="l" t="t" r="r" b="b"/>
              <a:pathLst>
                <a:path w="81992" h="73093">
                  <a:moveTo>
                    <a:pt x="40996" y="0"/>
                  </a:moveTo>
                  <a:lnTo>
                    <a:pt x="81993" y="73094"/>
                  </a:lnTo>
                  <a:lnTo>
                    <a:pt x="0" y="73094"/>
                  </a:lnTo>
                  <a:close/>
                </a:path>
              </a:pathLst>
            </a:custGeom>
            <a:solidFill>
              <a:srgbClr val="00BFC4"/>
            </a:solidFill>
            <a:ln w="8673" cap="rnd">
              <a:noFill/>
              <a:prstDash val="solid"/>
              <a:round/>
            </a:ln>
          </p:spPr>
          <p:txBody>
            <a:bodyPr/>
            <a:lstStyle/>
            <a:p>
              <a:endParaRPr lang="en-US" sz="2268"/>
            </a:p>
          </p:txBody>
        </p:sp>
        <p:sp>
          <p:nvSpPr>
            <p:cNvPr id="3111" name="Freeform 3110">
              <a:extLst>
                <a:ext uri="{FF2B5EF4-FFF2-40B4-BE49-F238E27FC236}">
                  <a16:creationId xmlns:a16="http://schemas.microsoft.com/office/drawing/2014/main" id="{1BE0DEC5-D3E9-583A-EFCB-A0ADAAEE9CD3}"/>
                </a:ext>
              </a:extLst>
            </p:cNvPr>
            <p:cNvSpPr/>
            <p:nvPr/>
          </p:nvSpPr>
          <p:spPr>
            <a:xfrm>
              <a:off x="1154967" y="6354116"/>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12" name="Freeform 3111">
              <a:extLst>
                <a:ext uri="{FF2B5EF4-FFF2-40B4-BE49-F238E27FC236}">
                  <a16:creationId xmlns:a16="http://schemas.microsoft.com/office/drawing/2014/main" id="{E29A571C-B81F-B346-EDA5-C27E93844582}"/>
                </a:ext>
              </a:extLst>
            </p:cNvPr>
            <p:cNvSpPr/>
            <p:nvPr/>
          </p:nvSpPr>
          <p:spPr>
            <a:xfrm>
              <a:off x="1415264" y="6552478"/>
              <a:ext cx="82115" cy="73219"/>
            </a:xfrm>
            <a:custGeom>
              <a:avLst/>
              <a:gdLst>
                <a:gd name="csX0" fmla="*/ 40996 w 82115"/>
                <a:gd name="csY0" fmla="*/ 0 h 73219"/>
                <a:gd name="csX1" fmla="*/ 82115 w 82115"/>
                <a:gd name="csY1" fmla="*/ 73220 h 73219"/>
                <a:gd name="csX2" fmla="*/ 0 w 82115"/>
                <a:gd name="csY2" fmla="*/ 73220 h 73219"/>
              </a:gdLst>
              <a:ahLst/>
              <a:cxnLst>
                <a:cxn ang="0">
                  <a:pos x="csX0" y="csY0"/>
                </a:cxn>
                <a:cxn ang="0">
                  <a:pos x="csX1" y="csY1"/>
                </a:cxn>
                <a:cxn ang="0">
                  <a:pos x="csX2" y="csY2"/>
                </a:cxn>
              </a:cxnLst>
              <a:rect l="l" t="t" r="r" b="b"/>
              <a:pathLst>
                <a:path w="82115" h="73219">
                  <a:moveTo>
                    <a:pt x="40996" y="0"/>
                  </a:moveTo>
                  <a:lnTo>
                    <a:pt x="82115" y="73220"/>
                  </a:lnTo>
                  <a:lnTo>
                    <a:pt x="0" y="73220"/>
                  </a:lnTo>
                  <a:close/>
                </a:path>
              </a:pathLst>
            </a:custGeom>
            <a:solidFill>
              <a:srgbClr val="00BFC4"/>
            </a:solidFill>
            <a:ln w="8673" cap="rnd">
              <a:noFill/>
              <a:prstDash val="solid"/>
              <a:round/>
            </a:ln>
          </p:spPr>
          <p:txBody>
            <a:bodyPr/>
            <a:lstStyle/>
            <a:p>
              <a:endParaRPr lang="en-US" sz="2268"/>
            </a:p>
          </p:txBody>
        </p:sp>
        <p:sp>
          <p:nvSpPr>
            <p:cNvPr id="3113" name="Freeform 3112">
              <a:extLst>
                <a:ext uri="{FF2B5EF4-FFF2-40B4-BE49-F238E27FC236}">
                  <a16:creationId xmlns:a16="http://schemas.microsoft.com/office/drawing/2014/main" id="{3D3A2D6E-EBD4-BBE0-562D-E046C3494950}"/>
                </a:ext>
              </a:extLst>
            </p:cNvPr>
            <p:cNvSpPr/>
            <p:nvPr/>
          </p:nvSpPr>
          <p:spPr>
            <a:xfrm>
              <a:off x="639391" y="6965206"/>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14" name="Freeform 3113">
              <a:extLst>
                <a:ext uri="{FF2B5EF4-FFF2-40B4-BE49-F238E27FC236}">
                  <a16:creationId xmlns:a16="http://schemas.microsoft.com/office/drawing/2014/main" id="{593AF8B2-7FEC-CC72-3C01-8B4232523E0A}"/>
                </a:ext>
              </a:extLst>
            </p:cNvPr>
            <p:cNvSpPr/>
            <p:nvPr/>
          </p:nvSpPr>
          <p:spPr>
            <a:xfrm>
              <a:off x="876925" y="6442333"/>
              <a:ext cx="81992" cy="73093"/>
            </a:xfrm>
            <a:custGeom>
              <a:avLst/>
              <a:gdLst>
                <a:gd name="csX0" fmla="*/ 40996 w 81992"/>
                <a:gd name="csY0" fmla="*/ 0 h 73093"/>
                <a:gd name="csX1" fmla="*/ 81993 w 81992"/>
                <a:gd name="csY1" fmla="*/ 73094 h 73093"/>
                <a:gd name="csX2" fmla="*/ 0 w 81992"/>
                <a:gd name="csY2" fmla="*/ 73094 h 73093"/>
              </a:gdLst>
              <a:ahLst/>
              <a:cxnLst>
                <a:cxn ang="0">
                  <a:pos x="csX0" y="csY0"/>
                </a:cxn>
                <a:cxn ang="0">
                  <a:pos x="csX1" y="csY1"/>
                </a:cxn>
                <a:cxn ang="0">
                  <a:pos x="csX2" y="csY2"/>
                </a:cxn>
              </a:cxnLst>
              <a:rect l="l" t="t" r="r" b="b"/>
              <a:pathLst>
                <a:path w="81992" h="73093">
                  <a:moveTo>
                    <a:pt x="40996" y="0"/>
                  </a:moveTo>
                  <a:lnTo>
                    <a:pt x="81993" y="73094"/>
                  </a:lnTo>
                  <a:lnTo>
                    <a:pt x="0" y="73094"/>
                  </a:lnTo>
                  <a:close/>
                </a:path>
              </a:pathLst>
            </a:custGeom>
            <a:solidFill>
              <a:srgbClr val="00BFC4"/>
            </a:solidFill>
            <a:ln w="8673" cap="rnd">
              <a:noFill/>
              <a:prstDash val="solid"/>
              <a:round/>
            </a:ln>
          </p:spPr>
          <p:txBody>
            <a:bodyPr/>
            <a:lstStyle/>
            <a:p>
              <a:endParaRPr lang="en-US" sz="2268"/>
            </a:p>
          </p:txBody>
        </p:sp>
        <p:sp>
          <p:nvSpPr>
            <p:cNvPr id="3115" name="Freeform 3114">
              <a:extLst>
                <a:ext uri="{FF2B5EF4-FFF2-40B4-BE49-F238E27FC236}">
                  <a16:creationId xmlns:a16="http://schemas.microsoft.com/office/drawing/2014/main" id="{7A9D5003-0DFB-F91A-97AD-1D8473D5DBD2}"/>
                </a:ext>
              </a:extLst>
            </p:cNvPr>
            <p:cNvSpPr/>
            <p:nvPr/>
          </p:nvSpPr>
          <p:spPr>
            <a:xfrm>
              <a:off x="1696365" y="6962811"/>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0"/>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16" name="Freeform 3115">
              <a:extLst>
                <a:ext uri="{FF2B5EF4-FFF2-40B4-BE49-F238E27FC236}">
                  <a16:creationId xmlns:a16="http://schemas.microsoft.com/office/drawing/2014/main" id="{0854DD1D-84B3-BBD8-A0F2-29A23C4EC82D}"/>
                </a:ext>
              </a:extLst>
            </p:cNvPr>
            <p:cNvSpPr/>
            <p:nvPr/>
          </p:nvSpPr>
          <p:spPr>
            <a:xfrm>
              <a:off x="1943323" y="6294381"/>
              <a:ext cx="81992" cy="73219"/>
            </a:xfrm>
            <a:custGeom>
              <a:avLst/>
              <a:gdLst>
                <a:gd name="csX0" fmla="*/ 40997 w 81992"/>
                <a:gd name="csY0" fmla="*/ 0 h 73219"/>
                <a:gd name="csX1" fmla="*/ 81993 w 81992"/>
                <a:gd name="csY1" fmla="*/ 73220 h 73219"/>
                <a:gd name="csX2" fmla="*/ 0 w 81992"/>
                <a:gd name="csY2" fmla="*/ 73220 h 73219"/>
              </a:gdLst>
              <a:ahLst/>
              <a:cxnLst>
                <a:cxn ang="0">
                  <a:pos x="csX0" y="csY0"/>
                </a:cxn>
                <a:cxn ang="0">
                  <a:pos x="csX1" y="csY1"/>
                </a:cxn>
                <a:cxn ang="0">
                  <a:pos x="csX2" y="csY2"/>
                </a:cxn>
              </a:cxnLst>
              <a:rect l="l" t="t" r="r" b="b"/>
              <a:pathLst>
                <a:path w="81992" h="73219">
                  <a:moveTo>
                    <a:pt x="40997" y="0"/>
                  </a:moveTo>
                  <a:lnTo>
                    <a:pt x="81993" y="73220"/>
                  </a:lnTo>
                  <a:lnTo>
                    <a:pt x="0" y="73220"/>
                  </a:lnTo>
                  <a:close/>
                </a:path>
              </a:pathLst>
            </a:custGeom>
            <a:solidFill>
              <a:srgbClr val="00BFC4"/>
            </a:solidFill>
            <a:ln w="8673" cap="rnd">
              <a:noFill/>
              <a:prstDash val="solid"/>
              <a:round/>
            </a:ln>
          </p:spPr>
          <p:txBody>
            <a:bodyPr/>
            <a:lstStyle/>
            <a:p>
              <a:endParaRPr lang="en-US" sz="2268"/>
            </a:p>
          </p:txBody>
        </p:sp>
        <p:sp>
          <p:nvSpPr>
            <p:cNvPr id="3117" name="Freeform 3116">
              <a:extLst>
                <a:ext uri="{FF2B5EF4-FFF2-40B4-BE49-F238E27FC236}">
                  <a16:creationId xmlns:a16="http://schemas.microsoft.com/office/drawing/2014/main" id="{06483672-4211-D0F6-9737-CC8E62F7EE4A}"/>
                </a:ext>
              </a:extLst>
            </p:cNvPr>
            <p:cNvSpPr/>
            <p:nvPr/>
          </p:nvSpPr>
          <p:spPr>
            <a:xfrm>
              <a:off x="1159495" y="6138742"/>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18" name="Freeform 3117">
              <a:extLst>
                <a:ext uri="{FF2B5EF4-FFF2-40B4-BE49-F238E27FC236}">
                  <a16:creationId xmlns:a16="http://schemas.microsoft.com/office/drawing/2014/main" id="{73356467-8387-08AD-1D3C-53B9CB5081BB}"/>
                </a:ext>
              </a:extLst>
            </p:cNvPr>
            <p:cNvSpPr/>
            <p:nvPr/>
          </p:nvSpPr>
          <p:spPr>
            <a:xfrm>
              <a:off x="1404740" y="6487197"/>
              <a:ext cx="81992" cy="73093"/>
            </a:xfrm>
            <a:custGeom>
              <a:avLst/>
              <a:gdLst>
                <a:gd name="csX0" fmla="*/ 40996 w 81992"/>
                <a:gd name="csY0" fmla="*/ 0 h 73093"/>
                <a:gd name="csX1" fmla="*/ 81993 w 81992"/>
                <a:gd name="csY1" fmla="*/ 73094 h 73093"/>
                <a:gd name="csX2" fmla="*/ 0 w 81992"/>
                <a:gd name="csY2" fmla="*/ 73094 h 73093"/>
              </a:gdLst>
              <a:ahLst/>
              <a:cxnLst>
                <a:cxn ang="0">
                  <a:pos x="csX0" y="csY0"/>
                </a:cxn>
                <a:cxn ang="0">
                  <a:pos x="csX1" y="csY1"/>
                </a:cxn>
                <a:cxn ang="0">
                  <a:pos x="csX2" y="csY2"/>
                </a:cxn>
              </a:cxnLst>
              <a:rect l="l" t="t" r="r" b="b"/>
              <a:pathLst>
                <a:path w="81992" h="73093">
                  <a:moveTo>
                    <a:pt x="40996" y="0"/>
                  </a:moveTo>
                  <a:lnTo>
                    <a:pt x="81993" y="73094"/>
                  </a:lnTo>
                  <a:lnTo>
                    <a:pt x="0" y="73094"/>
                  </a:lnTo>
                  <a:close/>
                </a:path>
              </a:pathLst>
            </a:custGeom>
            <a:solidFill>
              <a:srgbClr val="00BFC4"/>
            </a:solidFill>
            <a:ln w="8673" cap="rnd">
              <a:noFill/>
              <a:prstDash val="solid"/>
              <a:round/>
            </a:ln>
          </p:spPr>
          <p:txBody>
            <a:bodyPr/>
            <a:lstStyle/>
            <a:p>
              <a:endParaRPr lang="en-US" sz="2268"/>
            </a:p>
          </p:txBody>
        </p:sp>
        <p:sp>
          <p:nvSpPr>
            <p:cNvPr id="3119" name="Freeform 3118">
              <a:extLst>
                <a:ext uri="{FF2B5EF4-FFF2-40B4-BE49-F238E27FC236}">
                  <a16:creationId xmlns:a16="http://schemas.microsoft.com/office/drawing/2014/main" id="{1BDD9734-8EB3-B1C9-8960-C5C572D179FA}"/>
                </a:ext>
              </a:extLst>
            </p:cNvPr>
            <p:cNvSpPr/>
            <p:nvPr/>
          </p:nvSpPr>
          <p:spPr>
            <a:xfrm>
              <a:off x="1149582" y="6437922"/>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20" name="Freeform 3119">
              <a:extLst>
                <a:ext uri="{FF2B5EF4-FFF2-40B4-BE49-F238E27FC236}">
                  <a16:creationId xmlns:a16="http://schemas.microsoft.com/office/drawing/2014/main" id="{D566C573-075C-3C04-E63D-DA8D0E655EC7}"/>
                </a:ext>
              </a:extLst>
            </p:cNvPr>
            <p:cNvSpPr/>
            <p:nvPr/>
          </p:nvSpPr>
          <p:spPr>
            <a:xfrm>
              <a:off x="1426400" y="6483291"/>
              <a:ext cx="81992" cy="73219"/>
            </a:xfrm>
            <a:custGeom>
              <a:avLst/>
              <a:gdLst>
                <a:gd name="csX0" fmla="*/ 40996 w 81992"/>
                <a:gd name="csY0" fmla="*/ 0 h 73219"/>
                <a:gd name="csX1" fmla="*/ 81993 w 81992"/>
                <a:gd name="csY1" fmla="*/ 73220 h 73219"/>
                <a:gd name="csX2" fmla="*/ 0 w 81992"/>
                <a:gd name="csY2" fmla="*/ 73220 h 73219"/>
              </a:gdLst>
              <a:ahLst/>
              <a:cxnLst>
                <a:cxn ang="0">
                  <a:pos x="csX0" y="csY0"/>
                </a:cxn>
                <a:cxn ang="0">
                  <a:pos x="csX1" y="csY1"/>
                </a:cxn>
                <a:cxn ang="0">
                  <a:pos x="csX2" y="csY2"/>
                </a:cxn>
              </a:cxnLst>
              <a:rect l="l" t="t" r="r" b="b"/>
              <a:pathLst>
                <a:path w="81992" h="73219">
                  <a:moveTo>
                    <a:pt x="40996" y="0"/>
                  </a:moveTo>
                  <a:lnTo>
                    <a:pt x="81993" y="73220"/>
                  </a:lnTo>
                  <a:lnTo>
                    <a:pt x="0" y="73220"/>
                  </a:lnTo>
                  <a:close/>
                </a:path>
              </a:pathLst>
            </a:custGeom>
            <a:solidFill>
              <a:srgbClr val="00BFC4"/>
            </a:solidFill>
            <a:ln w="8673" cap="rnd">
              <a:noFill/>
              <a:prstDash val="solid"/>
              <a:round/>
            </a:ln>
          </p:spPr>
          <p:txBody>
            <a:bodyPr/>
            <a:lstStyle/>
            <a:p>
              <a:endParaRPr lang="en-US" sz="2268"/>
            </a:p>
          </p:txBody>
        </p:sp>
        <p:sp>
          <p:nvSpPr>
            <p:cNvPr id="3121" name="Freeform 3120">
              <a:extLst>
                <a:ext uri="{FF2B5EF4-FFF2-40B4-BE49-F238E27FC236}">
                  <a16:creationId xmlns:a16="http://schemas.microsoft.com/office/drawing/2014/main" id="{BFDD9DBB-F5CF-9E92-9D25-45E43228C109}"/>
                </a:ext>
              </a:extLst>
            </p:cNvPr>
            <p:cNvSpPr/>
            <p:nvPr/>
          </p:nvSpPr>
          <p:spPr>
            <a:xfrm>
              <a:off x="2219284" y="6745294"/>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0"/>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22" name="Freeform 3121">
              <a:extLst>
                <a:ext uri="{FF2B5EF4-FFF2-40B4-BE49-F238E27FC236}">
                  <a16:creationId xmlns:a16="http://schemas.microsoft.com/office/drawing/2014/main" id="{6AB6CE11-E553-2B8E-1C73-80008A1E89BF}"/>
                </a:ext>
              </a:extLst>
            </p:cNvPr>
            <p:cNvSpPr/>
            <p:nvPr/>
          </p:nvSpPr>
          <p:spPr>
            <a:xfrm>
              <a:off x="2461592" y="6315679"/>
              <a:ext cx="82115" cy="73093"/>
            </a:xfrm>
            <a:custGeom>
              <a:avLst/>
              <a:gdLst>
                <a:gd name="csX0" fmla="*/ 40996 w 82115"/>
                <a:gd name="csY0" fmla="*/ 0 h 73093"/>
                <a:gd name="csX1" fmla="*/ 82115 w 82115"/>
                <a:gd name="csY1" fmla="*/ 73094 h 73093"/>
                <a:gd name="csX2" fmla="*/ 0 w 82115"/>
                <a:gd name="csY2" fmla="*/ 73094 h 73093"/>
              </a:gdLst>
              <a:ahLst/>
              <a:cxnLst>
                <a:cxn ang="0">
                  <a:pos x="csX0" y="csY0"/>
                </a:cxn>
                <a:cxn ang="0">
                  <a:pos x="csX1" y="csY1"/>
                </a:cxn>
                <a:cxn ang="0">
                  <a:pos x="csX2" y="csY2"/>
                </a:cxn>
              </a:cxnLst>
              <a:rect l="l" t="t" r="r" b="b"/>
              <a:pathLst>
                <a:path w="82115" h="73093">
                  <a:moveTo>
                    <a:pt x="40996" y="0"/>
                  </a:moveTo>
                  <a:lnTo>
                    <a:pt x="82115" y="73094"/>
                  </a:lnTo>
                  <a:lnTo>
                    <a:pt x="0" y="73094"/>
                  </a:lnTo>
                  <a:close/>
                </a:path>
              </a:pathLst>
            </a:custGeom>
            <a:solidFill>
              <a:srgbClr val="00BFC4"/>
            </a:solidFill>
            <a:ln w="8673" cap="rnd">
              <a:noFill/>
              <a:prstDash val="solid"/>
              <a:round/>
            </a:ln>
          </p:spPr>
          <p:txBody>
            <a:bodyPr/>
            <a:lstStyle/>
            <a:p>
              <a:endParaRPr lang="en-US" sz="2268"/>
            </a:p>
          </p:txBody>
        </p:sp>
        <p:sp>
          <p:nvSpPr>
            <p:cNvPr id="3123" name="Freeform 3122">
              <a:extLst>
                <a:ext uri="{FF2B5EF4-FFF2-40B4-BE49-F238E27FC236}">
                  <a16:creationId xmlns:a16="http://schemas.microsoft.com/office/drawing/2014/main" id="{98BCB7A4-67C5-9494-2B31-33752C2B6F8D}"/>
                </a:ext>
              </a:extLst>
            </p:cNvPr>
            <p:cNvSpPr/>
            <p:nvPr/>
          </p:nvSpPr>
          <p:spPr>
            <a:xfrm>
              <a:off x="1156436" y="6205030"/>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1"/>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24" name="Freeform 3123">
              <a:extLst>
                <a:ext uri="{FF2B5EF4-FFF2-40B4-BE49-F238E27FC236}">
                  <a16:creationId xmlns:a16="http://schemas.microsoft.com/office/drawing/2014/main" id="{7219CE22-5BB7-8B12-2BCD-945CC0D0569E}"/>
                </a:ext>
              </a:extLst>
            </p:cNvPr>
            <p:cNvSpPr/>
            <p:nvPr/>
          </p:nvSpPr>
          <p:spPr>
            <a:xfrm>
              <a:off x="1396540" y="6313411"/>
              <a:ext cx="82115" cy="73093"/>
            </a:xfrm>
            <a:custGeom>
              <a:avLst/>
              <a:gdLst>
                <a:gd name="csX0" fmla="*/ 41119 w 82115"/>
                <a:gd name="csY0" fmla="*/ 0 h 73093"/>
                <a:gd name="csX1" fmla="*/ 82115 w 82115"/>
                <a:gd name="csY1" fmla="*/ 73094 h 73093"/>
                <a:gd name="csX2" fmla="*/ 0 w 82115"/>
                <a:gd name="csY2" fmla="*/ 73094 h 73093"/>
              </a:gdLst>
              <a:ahLst/>
              <a:cxnLst>
                <a:cxn ang="0">
                  <a:pos x="csX0" y="csY0"/>
                </a:cxn>
                <a:cxn ang="0">
                  <a:pos x="csX1" y="csY1"/>
                </a:cxn>
                <a:cxn ang="0">
                  <a:pos x="csX2" y="csY2"/>
                </a:cxn>
              </a:cxnLst>
              <a:rect l="l" t="t" r="r" b="b"/>
              <a:pathLst>
                <a:path w="82115" h="73093">
                  <a:moveTo>
                    <a:pt x="41119" y="0"/>
                  </a:moveTo>
                  <a:lnTo>
                    <a:pt x="82115" y="73094"/>
                  </a:lnTo>
                  <a:lnTo>
                    <a:pt x="0" y="73094"/>
                  </a:lnTo>
                  <a:close/>
                </a:path>
              </a:pathLst>
            </a:custGeom>
            <a:solidFill>
              <a:srgbClr val="00BFC4"/>
            </a:solidFill>
            <a:ln w="8673" cap="rnd">
              <a:noFill/>
              <a:prstDash val="solid"/>
              <a:round/>
            </a:ln>
          </p:spPr>
          <p:txBody>
            <a:bodyPr/>
            <a:lstStyle/>
            <a:p>
              <a:endParaRPr lang="en-US" sz="2268"/>
            </a:p>
          </p:txBody>
        </p:sp>
        <p:sp>
          <p:nvSpPr>
            <p:cNvPr id="3125" name="Freeform 3124">
              <a:extLst>
                <a:ext uri="{FF2B5EF4-FFF2-40B4-BE49-F238E27FC236}">
                  <a16:creationId xmlns:a16="http://schemas.microsoft.com/office/drawing/2014/main" id="{48F29A7D-4526-EA9E-5AD7-BD5659D13664}"/>
                </a:ext>
              </a:extLst>
            </p:cNvPr>
            <p:cNvSpPr/>
            <p:nvPr/>
          </p:nvSpPr>
          <p:spPr>
            <a:xfrm>
              <a:off x="1165614" y="6686441"/>
              <a:ext cx="60943" cy="62759"/>
            </a:xfrm>
            <a:custGeom>
              <a:avLst/>
              <a:gdLst>
                <a:gd name="csX0" fmla="*/ 60944 w 60943"/>
                <a:gd name="csY0" fmla="*/ 31380 h 62759"/>
                <a:gd name="csX1" fmla="*/ 30472 w 60943"/>
                <a:gd name="csY1" fmla="*/ 62760 h 62759"/>
                <a:gd name="csX2" fmla="*/ 0 w 60943"/>
                <a:gd name="csY2" fmla="*/ 31380 h 62759"/>
                <a:gd name="csX3" fmla="*/ 30472 w 60943"/>
                <a:gd name="csY3" fmla="*/ 0 h 62759"/>
                <a:gd name="csX4" fmla="*/ 60944 w 60943"/>
                <a:gd name="csY4" fmla="*/ 31380 h 62759"/>
              </a:gdLst>
              <a:ahLst/>
              <a:cxnLst>
                <a:cxn ang="0">
                  <a:pos x="csX0" y="csY0"/>
                </a:cxn>
                <a:cxn ang="0">
                  <a:pos x="csX1" y="csY1"/>
                </a:cxn>
                <a:cxn ang="0">
                  <a:pos x="csX2" y="csY2"/>
                </a:cxn>
                <a:cxn ang="0">
                  <a:pos x="csX3" y="csY3"/>
                </a:cxn>
                <a:cxn ang="0">
                  <a:pos x="csX4" y="csY4"/>
                </a:cxn>
              </a:cxnLst>
              <a:rect l="l" t="t" r="r" b="b"/>
              <a:pathLst>
                <a:path w="60943" h="62759">
                  <a:moveTo>
                    <a:pt x="60944" y="31380"/>
                  </a:moveTo>
                  <a:cubicBezTo>
                    <a:pt x="60944" y="48711"/>
                    <a:pt x="47301" y="62760"/>
                    <a:pt x="30472" y="62760"/>
                  </a:cubicBezTo>
                  <a:cubicBezTo>
                    <a:pt x="13643" y="62760"/>
                    <a:pt x="0" y="48710"/>
                    <a:pt x="0" y="31380"/>
                  </a:cubicBezTo>
                  <a:cubicBezTo>
                    <a:pt x="0" y="14049"/>
                    <a:pt x="13643" y="0"/>
                    <a:pt x="30472" y="0"/>
                  </a:cubicBezTo>
                  <a:cubicBezTo>
                    <a:pt x="47301" y="0"/>
                    <a:pt x="60944" y="14049"/>
                    <a:pt x="60944" y="31380"/>
                  </a:cubicBezTo>
                  <a:close/>
                </a:path>
              </a:pathLst>
            </a:custGeom>
            <a:solidFill>
              <a:srgbClr val="F8766D"/>
            </a:solidFill>
            <a:ln w="8673" cap="rnd">
              <a:noFill/>
              <a:prstDash val="solid"/>
              <a:round/>
            </a:ln>
          </p:spPr>
          <p:txBody>
            <a:bodyPr/>
            <a:lstStyle/>
            <a:p>
              <a:endParaRPr lang="en-US" sz="2268"/>
            </a:p>
          </p:txBody>
        </p:sp>
        <p:sp>
          <p:nvSpPr>
            <p:cNvPr id="3126" name="Freeform 3125">
              <a:extLst>
                <a:ext uri="{FF2B5EF4-FFF2-40B4-BE49-F238E27FC236}">
                  <a16:creationId xmlns:a16="http://schemas.microsoft.com/office/drawing/2014/main" id="{A3F23EC5-0A30-F58A-5BCC-03FE4B9CA0DF}"/>
                </a:ext>
              </a:extLst>
            </p:cNvPr>
            <p:cNvSpPr/>
            <p:nvPr/>
          </p:nvSpPr>
          <p:spPr>
            <a:xfrm>
              <a:off x="1429460" y="6273587"/>
              <a:ext cx="81992" cy="73219"/>
            </a:xfrm>
            <a:custGeom>
              <a:avLst/>
              <a:gdLst>
                <a:gd name="csX0" fmla="*/ 40996 w 81992"/>
                <a:gd name="csY0" fmla="*/ 0 h 73219"/>
                <a:gd name="csX1" fmla="*/ 81993 w 81992"/>
                <a:gd name="csY1" fmla="*/ 73220 h 73219"/>
                <a:gd name="csX2" fmla="*/ 0 w 81992"/>
                <a:gd name="csY2" fmla="*/ 73220 h 73219"/>
              </a:gdLst>
              <a:ahLst/>
              <a:cxnLst>
                <a:cxn ang="0">
                  <a:pos x="csX0" y="csY0"/>
                </a:cxn>
                <a:cxn ang="0">
                  <a:pos x="csX1" y="csY1"/>
                </a:cxn>
                <a:cxn ang="0">
                  <a:pos x="csX2" y="csY2"/>
                </a:cxn>
              </a:cxnLst>
              <a:rect l="l" t="t" r="r" b="b"/>
              <a:pathLst>
                <a:path w="81992" h="73219">
                  <a:moveTo>
                    <a:pt x="40996" y="0"/>
                  </a:moveTo>
                  <a:lnTo>
                    <a:pt x="81993" y="73220"/>
                  </a:lnTo>
                  <a:lnTo>
                    <a:pt x="0" y="73220"/>
                  </a:lnTo>
                  <a:close/>
                </a:path>
              </a:pathLst>
            </a:custGeom>
            <a:solidFill>
              <a:srgbClr val="00BFC4"/>
            </a:solidFill>
            <a:ln w="8673" cap="rnd">
              <a:noFill/>
              <a:prstDash val="solid"/>
              <a:round/>
            </a:ln>
          </p:spPr>
          <p:txBody>
            <a:bodyPr/>
            <a:lstStyle/>
            <a:p>
              <a:endParaRPr lang="en-US" sz="2268"/>
            </a:p>
          </p:txBody>
        </p:sp>
        <p:sp>
          <p:nvSpPr>
            <p:cNvPr id="3127" name="TextBox 3126">
              <a:extLst>
                <a:ext uri="{FF2B5EF4-FFF2-40B4-BE49-F238E27FC236}">
                  <a16:creationId xmlns:a16="http://schemas.microsoft.com/office/drawing/2014/main" id="{5FEA0D64-E9CB-5BB8-8D34-884B7BA687D7}"/>
                </a:ext>
              </a:extLst>
            </p:cNvPr>
            <p:cNvSpPr txBox="1"/>
            <p:nvPr/>
          </p:nvSpPr>
          <p:spPr>
            <a:xfrm>
              <a:off x="493491" y="5887086"/>
              <a:ext cx="368472"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a   </a:t>
              </a:r>
            </a:p>
          </p:txBody>
        </p:sp>
        <p:sp>
          <p:nvSpPr>
            <p:cNvPr id="3128" name="TextBox 3127">
              <a:extLst>
                <a:ext uri="{FF2B5EF4-FFF2-40B4-BE49-F238E27FC236}">
                  <a16:creationId xmlns:a16="http://schemas.microsoft.com/office/drawing/2014/main" id="{21659614-9F83-E13C-D2EB-48557BF963F9}"/>
                </a:ext>
              </a:extLst>
            </p:cNvPr>
            <p:cNvSpPr txBox="1"/>
            <p:nvPr/>
          </p:nvSpPr>
          <p:spPr>
            <a:xfrm>
              <a:off x="1537861" y="5887086"/>
              <a:ext cx="368472"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a   </a:t>
              </a:r>
            </a:p>
          </p:txBody>
        </p:sp>
        <p:sp>
          <p:nvSpPr>
            <p:cNvPr id="3129" name="TextBox 3128">
              <a:extLst>
                <a:ext uri="{FF2B5EF4-FFF2-40B4-BE49-F238E27FC236}">
                  <a16:creationId xmlns:a16="http://schemas.microsoft.com/office/drawing/2014/main" id="{67C6F7A6-050E-DA87-25B0-A47A30BA924B}"/>
                </a:ext>
              </a:extLst>
            </p:cNvPr>
            <p:cNvSpPr txBox="1"/>
            <p:nvPr/>
          </p:nvSpPr>
          <p:spPr>
            <a:xfrm>
              <a:off x="2045502" y="5887086"/>
              <a:ext cx="397313"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ab  </a:t>
              </a:r>
            </a:p>
          </p:txBody>
        </p:sp>
        <p:sp>
          <p:nvSpPr>
            <p:cNvPr id="3130" name="TextBox 3129">
              <a:extLst>
                <a:ext uri="{FF2B5EF4-FFF2-40B4-BE49-F238E27FC236}">
                  <a16:creationId xmlns:a16="http://schemas.microsoft.com/office/drawing/2014/main" id="{9159FE99-9132-6D80-D9D0-879201FE9BA6}"/>
                </a:ext>
              </a:extLst>
            </p:cNvPr>
            <p:cNvSpPr txBox="1"/>
            <p:nvPr/>
          </p:nvSpPr>
          <p:spPr>
            <a:xfrm>
              <a:off x="1265098" y="5887086"/>
              <a:ext cx="390527"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bc </a:t>
              </a:r>
            </a:p>
          </p:txBody>
        </p:sp>
        <p:sp>
          <p:nvSpPr>
            <p:cNvPr id="3131" name="TextBox 3130">
              <a:extLst>
                <a:ext uri="{FF2B5EF4-FFF2-40B4-BE49-F238E27FC236}">
                  <a16:creationId xmlns:a16="http://schemas.microsoft.com/office/drawing/2014/main" id="{79D5D916-8AB0-B416-ED65-924C2D2DD586}"/>
                </a:ext>
              </a:extLst>
            </p:cNvPr>
            <p:cNvSpPr txBox="1"/>
            <p:nvPr/>
          </p:nvSpPr>
          <p:spPr>
            <a:xfrm>
              <a:off x="1756461" y="5887086"/>
              <a:ext cx="419366"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a:t>
              </a:r>
              <a:r>
                <a:rPr lang="en-US" sz="756" err="1">
                  <a:ln/>
                  <a:solidFill>
                    <a:srgbClr val="000000"/>
                  </a:solidFill>
                  <a:latin typeface="Arial"/>
                  <a:cs typeface="Arial"/>
                  <a:sym typeface="Arial"/>
                  <a:rtl val="0"/>
                </a:rPr>
                <a:t>bcd</a:t>
              </a:r>
              <a:endParaRPr lang="en-US" sz="756">
                <a:ln/>
                <a:solidFill>
                  <a:srgbClr val="000000"/>
                </a:solidFill>
                <a:latin typeface="Arial"/>
                <a:cs typeface="Arial"/>
                <a:sym typeface="Arial"/>
                <a:rtl val="0"/>
              </a:endParaRPr>
            </a:p>
          </p:txBody>
        </p:sp>
        <p:sp>
          <p:nvSpPr>
            <p:cNvPr id="3132" name="TextBox 3131">
              <a:extLst>
                <a:ext uri="{FF2B5EF4-FFF2-40B4-BE49-F238E27FC236}">
                  <a16:creationId xmlns:a16="http://schemas.microsoft.com/office/drawing/2014/main" id="{58D076E0-9DD2-3D8A-782E-DCB12643B991}"/>
                </a:ext>
              </a:extLst>
            </p:cNvPr>
            <p:cNvSpPr txBox="1"/>
            <p:nvPr/>
          </p:nvSpPr>
          <p:spPr>
            <a:xfrm>
              <a:off x="1004066" y="5887086"/>
              <a:ext cx="390527"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cd</a:t>
              </a:r>
            </a:p>
          </p:txBody>
        </p:sp>
        <p:sp>
          <p:nvSpPr>
            <p:cNvPr id="3133" name="TextBox 3132">
              <a:extLst>
                <a:ext uri="{FF2B5EF4-FFF2-40B4-BE49-F238E27FC236}">
                  <a16:creationId xmlns:a16="http://schemas.microsoft.com/office/drawing/2014/main" id="{24AF7B4B-6844-1D1D-6F10-2E7A769F60E0}"/>
                </a:ext>
              </a:extLst>
            </p:cNvPr>
            <p:cNvSpPr txBox="1"/>
            <p:nvPr/>
          </p:nvSpPr>
          <p:spPr>
            <a:xfrm>
              <a:off x="2295046" y="5887086"/>
              <a:ext cx="419366"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bcd</a:t>
              </a:r>
            </a:p>
          </p:txBody>
        </p:sp>
        <p:sp>
          <p:nvSpPr>
            <p:cNvPr id="3134" name="TextBox 3133">
              <a:extLst>
                <a:ext uri="{FF2B5EF4-FFF2-40B4-BE49-F238E27FC236}">
                  <a16:creationId xmlns:a16="http://schemas.microsoft.com/office/drawing/2014/main" id="{A856E732-9C8E-A274-D37A-0EBBDC717308}"/>
                </a:ext>
              </a:extLst>
            </p:cNvPr>
            <p:cNvSpPr txBox="1"/>
            <p:nvPr/>
          </p:nvSpPr>
          <p:spPr>
            <a:xfrm>
              <a:off x="754522" y="5887086"/>
              <a:ext cx="368472"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    d</a:t>
              </a:r>
            </a:p>
          </p:txBody>
        </p:sp>
        <p:sp>
          <p:nvSpPr>
            <p:cNvPr id="3135" name="Freeform 3134">
              <a:extLst>
                <a:ext uri="{FF2B5EF4-FFF2-40B4-BE49-F238E27FC236}">
                  <a16:creationId xmlns:a16="http://schemas.microsoft.com/office/drawing/2014/main" id="{51064D75-84E5-F3AB-D318-2B06CB980D4E}"/>
                </a:ext>
              </a:extLst>
            </p:cNvPr>
            <p:cNvSpPr/>
            <p:nvPr/>
          </p:nvSpPr>
          <p:spPr>
            <a:xfrm>
              <a:off x="515300" y="5930425"/>
              <a:ext cx="2141116" cy="1348706"/>
            </a:xfrm>
            <a:custGeom>
              <a:avLst/>
              <a:gdLst>
                <a:gd name="csX0" fmla="*/ 0 w 2141116"/>
                <a:gd name="csY0" fmla="*/ 0 h 1348706"/>
                <a:gd name="csX1" fmla="*/ 2141117 w 2141116"/>
                <a:gd name="csY1" fmla="*/ 0 h 1348706"/>
                <a:gd name="csX2" fmla="*/ 2141117 w 2141116"/>
                <a:gd name="csY2" fmla="*/ 1348706 h 1348706"/>
                <a:gd name="csX3" fmla="*/ 0 w 2141116"/>
                <a:gd name="csY3" fmla="*/ 1348706 h 1348706"/>
              </a:gdLst>
              <a:ahLst/>
              <a:cxnLst>
                <a:cxn ang="0">
                  <a:pos x="csX0" y="csY0"/>
                </a:cxn>
                <a:cxn ang="0">
                  <a:pos x="csX1" y="csY1"/>
                </a:cxn>
                <a:cxn ang="0">
                  <a:pos x="csX2" y="csY2"/>
                </a:cxn>
                <a:cxn ang="0">
                  <a:pos x="csX3" y="csY3"/>
                </a:cxn>
              </a:cxnLst>
              <a:rect l="l" t="t" r="r" b="b"/>
              <a:pathLst>
                <a:path w="2141116" h="1348706">
                  <a:moveTo>
                    <a:pt x="0" y="0"/>
                  </a:moveTo>
                  <a:lnTo>
                    <a:pt x="2141117" y="0"/>
                  </a:lnTo>
                  <a:lnTo>
                    <a:pt x="2141117" y="1348706"/>
                  </a:lnTo>
                  <a:lnTo>
                    <a:pt x="0" y="1348706"/>
                  </a:lnTo>
                  <a:close/>
                </a:path>
              </a:pathLst>
            </a:custGeom>
            <a:noFill/>
            <a:ln w="13070" cap="rnd">
              <a:solidFill>
                <a:srgbClr val="333333"/>
              </a:solidFill>
              <a:prstDash val="solid"/>
              <a:round/>
            </a:ln>
          </p:spPr>
          <p:txBody>
            <a:bodyPr/>
            <a:lstStyle/>
            <a:p>
              <a:endParaRPr lang="en-US" sz="2268"/>
            </a:p>
          </p:txBody>
        </p:sp>
        <p:sp>
          <p:nvSpPr>
            <p:cNvPr id="3137" name="TextBox 3136">
              <a:extLst>
                <a:ext uri="{FF2B5EF4-FFF2-40B4-BE49-F238E27FC236}">
                  <a16:creationId xmlns:a16="http://schemas.microsoft.com/office/drawing/2014/main" id="{F9D1D2A6-615C-212E-A200-2376832311CD}"/>
                </a:ext>
              </a:extLst>
            </p:cNvPr>
            <p:cNvSpPr txBox="1"/>
            <p:nvPr/>
          </p:nvSpPr>
          <p:spPr>
            <a:xfrm>
              <a:off x="213821" y="6997413"/>
              <a:ext cx="35659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1.5</a:t>
              </a:r>
            </a:p>
          </p:txBody>
        </p:sp>
        <p:sp>
          <p:nvSpPr>
            <p:cNvPr id="3138" name="TextBox 3137">
              <a:extLst>
                <a:ext uri="{FF2B5EF4-FFF2-40B4-BE49-F238E27FC236}">
                  <a16:creationId xmlns:a16="http://schemas.microsoft.com/office/drawing/2014/main" id="{C75EF57D-D8A0-1B72-7377-FB0867F963AC}"/>
                </a:ext>
              </a:extLst>
            </p:cNvPr>
            <p:cNvSpPr txBox="1"/>
            <p:nvPr/>
          </p:nvSpPr>
          <p:spPr>
            <a:xfrm>
              <a:off x="213821" y="6714112"/>
              <a:ext cx="35659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2.0</a:t>
              </a:r>
            </a:p>
          </p:txBody>
        </p:sp>
        <p:sp>
          <p:nvSpPr>
            <p:cNvPr id="3139" name="TextBox 3138">
              <a:extLst>
                <a:ext uri="{FF2B5EF4-FFF2-40B4-BE49-F238E27FC236}">
                  <a16:creationId xmlns:a16="http://schemas.microsoft.com/office/drawing/2014/main" id="{C785D55F-7CD2-F5AF-8575-FBBA6F9FFCF6}"/>
                </a:ext>
              </a:extLst>
            </p:cNvPr>
            <p:cNvSpPr txBox="1"/>
            <p:nvPr/>
          </p:nvSpPr>
          <p:spPr>
            <a:xfrm>
              <a:off x="213821" y="6430811"/>
              <a:ext cx="35659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2.5</a:t>
              </a:r>
            </a:p>
          </p:txBody>
        </p:sp>
        <p:sp>
          <p:nvSpPr>
            <p:cNvPr id="3140" name="TextBox 3139">
              <a:extLst>
                <a:ext uri="{FF2B5EF4-FFF2-40B4-BE49-F238E27FC236}">
                  <a16:creationId xmlns:a16="http://schemas.microsoft.com/office/drawing/2014/main" id="{7330666D-C4C2-D21D-8596-BAB4D3ADDA60}"/>
                </a:ext>
              </a:extLst>
            </p:cNvPr>
            <p:cNvSpPr txBox="1"/>
            <p:nvPr/>
          </p:nvSpPr>
          <p:spPr>
            <a:xfrm>
              <a:off x="213821" y="6147510"/>
              <a:ext cx="35659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3.0</a:t>
              </a:r>
            </a:p>
          </p:txBody>
        </p:sp>
        <p:sp>
          <p:nvSpPr>
            <p:cNvPr id="3141" name="TextBox 3140">
              <a:extLst>
                <a:ext uri="{FF2B5EF4-FFF2-40B4-BE49-F238E27FC236}">
                  <a16:creationId xmlns:a16="http://schemas.microsoft.com/office/drawing/2014/main" id="{CDD937EC-F6CD-FDF8-944A-2CF1E709E504}"/>
                </a:ext>
              </a:extLst>
            </p:cNvPr>
            <p:cNvSpPr txBox="1"/>
            <p:nvPr/>
          </p:nvSpPr>
          <p:spPr>
            <a:xfrm>
              <a:off x="213821" y="5864208"/>
              <a:ext cx="35659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3.5</a:t>
              </a:r>
            </a:p>
          </p:txBody>
        </p:sp>
        <p:sp>
          <p:nvSpPr>
            <p:cNvPr id="3142" name="Freeform 3141">
              <a:extLst>
                <a:ext uri="{FF2B5EF4-FFF2-40B4-BE49-F238E27FC236}">
                  <a16:creationId xmlns:a16="http://schemas.microsoft.com/office/drawing/2014/main" id="{267CF875-06DA-4152-B528-B5D1BA59151C}"/>
                </a:ext>
              </a:extLst>
            </p:cNvPr>
            <p:cNvSpPr/>
            <p:nvPr/>
          </p:nvSpPr>
          <p:spPr>
            <a:xfrm>
              <a:off x="481768" y="7103832"/>
              <a:ext cx="33531" cy="12602"/>
            </a:xfrm>
            <a:custGeom>
              <a:avLst/>
              <a:gdLst>
                <a:gd name="csX0" fmla="*/ 0 w 33531"/>
                <a:gd name="csY0" fmla="*/ 0 h 12602"/>
                <a:gd name="csX1" fmla="*/ 33531 w 33531"/>
                <a:gd name="csY1" fmla="*/ 0 h 12602"/>
              </a:gdLst>
              <a:ahLst/>
              <a:cxnLst>
                <a:cxn ang="0">
                  <a:pos x="csX0" y="csY0"/>
                </a:cxn>
                <a:cxn ang="0">
                  <a:pos x="csX1" y="csY1"/>
                </a:cxn>
              </a:cxnLst>
              <a:rect l="l" t="t" r="r" b="b"/>
              <a:pathLst>
                <a:path w="33531" h="12602">
                  <a:moveTo>
                    <a:pt x="0" y="0"/>
                  </a:moveTo>
                  <a:lnTo>
                    <a:pt x="33531" y="0"/>
                  </a:lnTo>
                </a:path>
              </a:pathLst>
            </a:custGeom>
            <a:noFill/>
            <a:ln w="13070" cap="flat">
              <a:solidFill>
                <a:srgbClr val="333333"/>
              </a:solidFill>
              <a:prstDash val="solid"/>
              <a:round/>
            </a:ln>
          </p:spPr>
          <p:txBody>
            <a:bodyPr/>
            <a:lstStyle/>
            <a:p>
              <a:endParaRPr lang="en-US" sz="2268"/>
            </a:p>
          </p:txBody>
        </p:sp>
        <p:sp>
          <p:nvSpPr>
            <p:cNvPr id="3143" name="Freeform 3142">
              <a:extLst>
                <a:ext uri="{FF2B5EF4-FFF2-40B4-BE49-F238E27FC236}">
                  <a16:creationId xmlns:a16="http://schemas.microsoft.com/office/drawing/2014/main" id="{49DEB45B-252A-4F19-DA9A-237B245075E3}"/>
                </a:ext>
              </a:extLst>
            </p:cNvPr>
            <p:cNvSpPr/>
            <p:nvPr/>
          </p:nvSpPr>
          <p:spPr>
            <a:xfrm>
              <a:off x="481768" y="6820530"/>
              <a:ext cx="33531" cy="12602"/>
            </a:xfrm>
            <a:custGeom>
              <a:avLst/>
              <a:gdLst>
                <a:gd name="csX0" fmla="*/ 0 w 33531"/>
                <a:gd name="csY0" fmla="*/ 0 h 12602"/>
                <a:gd name="csX1" fmla="*/ 33531 w 33531"/>
                <a:gd name="csY1" fmla="*/ 0 h 12602"/>
              </a:gdLst>
              <a:ahLst/>
              <a:cxnLst>
                <a:cxn ang="0">
                  <a:pos x="csX0" y="csY0"/>
                </a:cxn>
                <a:cxn ang="0">
                  <a:pos x="csX1" y="csY1"/>
                </a:cxn>
              </a:cxnLst>
              <a:rect l="l" t="t" r="r" b="b"/>
              <a:pathLst>
                <a:path w="33531" h="12602">
                  <a:moveTo>
                    <a:pt x="0" y="0"/>
                  </a:moveTo>
                  <a:lnTo>
                    <a:pt x="33531" y="0"/>
                  </a:lnTo>
                </a:path>
              </a:pathLst>
            </a:custGeom>
            <a:noFill/>
            <a:ln w="13070" cap="flat">
              <a:solidFill>
                <a:srgbClr val="333333"/>
              </a:solidFill>
              <a:prstDash val="solid"/>
              <a:round/>
            </a:ln>
          </p:spPr>
          <p:txBody>
            <a:bodyPr/>
            <a:lstStyle/>
            <a:p>
              <a:endParaRPr lang="en-US" sz="2268"/>
            </a:p>
          </p:txBody>
        </p:sp>
        <p:sp>
          <p:nvSpPr>
            <p:cNvPr id="3144" name="Freeform 3143">
              <a:extLst>
                <a:ext uri="{FF2B5EF4-FFF2-40B4-BE49-F238E27FC236}">
                  <a16:creationId xmlns:a16="http://schemas.microsoft.com/office/drawing/2014/main" id="{98072A88-9459-4765-77AC-0ADB163EFF4D}"/>
                </a:ext>
              </a:extLst>
            </p:cNvPr>
            <p:cNvSpPr/>
            <p:nvPr/>
          </p:nvSpPr>
          <p:spPr>
            <a:xfrm>
              <a:off x="481768" y="6537229"/>
              <a:ext cx="33531" cy="12602"/>
            </a:xfrm>
            <a:custGeom>
              <a:avLst/>
              <a:gdLst>
                <a:gd name="csX0" fmla="*/ 0 w 33531"/>
                <a:gd name="csY0" fmla="*/ 0 h 12602"/>
                <a:gd name="csX1" fmla="*/ 33531 w 33531"/>
                <a:gd name="csY1" fmla="*/ 0 h 12602"/>
              </a:gdLst>
              <a:ahLst/>
              <a:cxnLst>
                <a:cxn ang="0">
                  <a:pos x="csX0" y="csY0"/>
                </a:cxn>
                <a:cxn ang="0">
                  <a:pos x="csX1" y="csY1"/>
                </a:cxn>
              </a:cxnLst>
              <a:rect l="l" t="t" r="r" b="b"/>
              <a:pathLst>
                <a:path w="33531" h="12602">
                  <a:moveTo>
                    <a:pt x="0" y="0"/>
                  </a:moveTo>
                  <a:lnTo>
                    <a:pt x="33531" y="0"/>
                  </a:lnTo>
                </a:path>
              </a:pathLst>
            </a:custGeom>
            <a:noFill/>
            <a:ln w="13070" cap="flat">
              <a:solidFill>
                <a:srgbClr val="333333"/>
              </a:solidFill>
              <a:prstDash val="solid"/>
              <a:round/>
            </a:ln>
          </p:spPr>
          <p:txBody>
            <a:bodyPr/>
            <a:lstStyle/>
            <a:p>
              <a:endParaRPr lang="en-US" sz="2268"/>
            </a:p>
          </p:txBody>
        </p:sp>
        <p:sp>
          <p:nvSpPr>
            <p:cNvPr id="3145" name="Freeform 3144">
              <a:extLst>
                <a:ext uri="{FF2B5EF4-FFF2-40B4-BE49-F238E27FC236}">
                  <a16:creationId xmlns:a16="http://schemas.microsoft.com/office/drawing/2014/main" id="{5E90CD24-996A-68D4-F545-82ACE4FBE5F2}"/>
                </a:ext>
              </a:extLst>
            </p:cNvPr>
            <p:cNvSpPr/>
            <p:nvPr/>
          </p:nvSpPr>
          <p:spPr>
            <a:xfrm>
              <a:off x="481768" y="6253927"/>
              <a:ext cx="33531" cy="12602"/>
            </a:xfrm>
            <a:custGeom>
              <a:avLst/>
              <a:gdLst>
                <a:gd name="csX0" fmla="*/ 0 w 33531"/>
                <a:gd name="csY0" fmla="*/ 0 h 12602"/>
                <a:gd name="csX1" fmla="*/ 33531 w 33531"/>
                <a:gd name="csY1" fmla="*/ 0 h 12602"/>
              </a:gdLst>
              <a:ahLst/>
              <a:cxnLst>
                <a:cxn ang="0">
                  <a:pos x="csX0" y="csY0"/>
                </a:cxn>
                <a:cxn ang="0">
                  <a:pos x="csX1" y="csY1"/>
                </a:cxn>
              </a:cxnLst>
              <a:rect l="l" t="t" r="r" b="b"/>
              <a:pathLst>
                <a:path w="33531" h="12602">
                  <a:moveTo>
                    <a:pt x="0" y="0"/>
                  </a:moveTo>
                  <a:lnTo>
                    <a:pt x="33531" y="0"/>
                  </a:lnTo>
                </a:path>
              </a:pathLst>
            </a:custGeom>
            <a:noFill/>
            <a:ln w="13070" cap="flat">
              <a:solidFill>
                <a:srgbClr val="333333"/>
              </a:solidFill>
              <a:prstDash val="solid"/>
              <a:round/>
            </a:ln>
          </p:spPr>
          <p:txBody>
            <a:bodyPr/>
            <a:lstStyle/>
            <a:p>
              <a:endParaRPr lang="en-US" sz="2268"/>
            </a:p>
          </p:txBody>
        </p:sp>
        <p:sp>
          <p:nvSpPr>
            <p:cNvPr id="3146" name="Freeform 3145">
              <a:extLst>
                <a:ext uri="{FF2B5EF4-FFF2-40B4-BE49-F238E27FC236}">
                  <a16:creationId xmlns:a16="http://schemas.microsoft.com/office/drawing/2014/main" id="{1D35F06D-1773-D5D9-C190-E70DCC03EF6B}"/>
                </a:ext>
              </a:extLst>
            </p:cNvPr>
            <p:cNvSpPr/>
            <p:nvPr/>
          </p:nvSpPr>
          <p:spPr>
            <a:xfrm>
              <a:off x="481768" y="5970626"/>
              <a:ext cx="33531" cy="12602"/>
            </a:xfrm>
            <a:custGeom>
              <a:avLst/>
              <a:gdLst>
                <a:gd name="csX0" fmla="*/ 0 w 33531"/>
                <a:gd name="csY0" fmla="*/ 0 h 12602"/>
                <a:gd name="csX1" fmla="*/ 33531 w 33531"/>
                <a:gd name="csY1" fmla="*/ 0 h 12602"/>
              </a:gdLst>
              <a:ahLst/>
              <a:cxnLst>
                <a:cxn ang="0">
                  <a:pos x="csX0" y="csY0"/>
                </a:cxn>
                <a:cxn ang="0">
                  <a:pos x="csX1" y="csY1"/>
                </a:cxn>
              </a:cxnLst>
              <a:rect l="l" t="t" r="r" b="b"/>
              <a:pathLst>
                <a:path w="33531" h="12602">
                  <a:moveTo>
                    <a:pt x="0" y="0"/>
                  </a:moveTo>
                  <a:lnTo>
                    <a:pt x="33531" y="0"/>
                  </a:lnTo>
                </a:path>
              </a:pathLst>
            </a:custGeom>
            <a:noFill/>
            <a:ln w="13070" cap="flat">
              <a:solidFill>
                <a:srgbClr val="333333"/>
              </a:solidFill>
              <a:prstDash val="solid"/>
              <a:round/>
            </a:ln>
          </p:spPr>
          <p:txBody>
            <a:bodyPr/>
            <a:lstStyle/>
            <a:p>
              <a:endParaRPr lang="en-US" sz="2268"/>
            </a:p>
          </p:txBody>
        </p:sp>
        <p:sp>
          <p:nvSpPr>
            <p:cNvPr id="3147" name="Freeform 3146">
              <a:extLst>
                <a:ext uri="{FF2B5EF4-FFF2-40B4-BE49-F238E27FC236}">
                  <a16:creationId xmlns:a16="http://schemas.microsoft.com/office/drawing/2014/main" id="{860EAE10-5230-539C-079E-DE91CF047DA2}"/>
                </a:ext>
              </a:extLst>
            </p:cNvPr>
            <p:cNvSpPr/>
            <p:nvPr/>
          </p:nvSpPr>
          <p:spPr>
            <a:xfrm>
              <a:off x="672065" y="7279131"/>
              <a:ext cx="12237" cy="34530"/>
            </a:xfrm>
            <a:custGeom>
              <a:avLst/>
              <a:gdLst>
                <a:gd name="csX0" fmla="*/ 0 w 12237"/>
                <a:gd name="csY0" fmla="*/ 34530 h 34530"/>
                <a:gd name="csX1" fmla="*/ 0 w 12237"/>
                <a:gd name="csY1" fmla="*/ 0 h 34530"/>
              </a:gdLst>
              <a:ahLst/>
              <a:cxnLst>
                <a:cxn ang="0">
                  <a:pos x="csX0" y="csY0"/>
                </a:cxn>
                <a:cxn ang="0">
                  <a:pos x="csX1" y="csY1"/>
                </a:cxn>
              </a:cxnLst>
              <a:rect l="l" t="t" r="r" b="b"/>
              <a:pathLst>
                <a:path w="12237" h="34530">
                  <a:moveTo>
                    <a:pt x="0" y="34530"/>
                  </a:moveTo>
                  <a:lnTo>
                    <a:pt x="0" y="0"/>
                  </a:lnTo>
                </a:path>
              </a:pathLst>
            </a:custGeom>
            <a:noFill/>
            <a:ln w="13070" cap="flat">
              <a:solidFill>
                <a:srgbClr val="333333"/>
              </a:solidFill>
              <a:prstDash val="solid"/>
              <a:round/>
            </a:ln>
          </p:spPr>
          <p:txBody>
            <a:bodyPr/>
            <a:lstStyle/>
            <a:p>
              <a:endParaRPr lang="en-US" sz="2268"/>
            </a:p>
          </p:txBody>
        </p:sp>
        <p:sp>
          <p:nvSpPr>
            <p:cNvPr id="3148" name="Freeform 3147">
              <a:extLst>
                <a:ext uri="{FF2B5EF4-FFF2-40B4-BE49-F238E27FC236}">
                  <a16:creationId xmlns:a16="http://schemas.microsoft.com/office/drawing/2014/main" id="{4CFDEED6-2E14-E2C0-E853-47DCC87C6D41}"/>
                </a:ext>
              </a:extLst>
            </p:cNvPr>
            <p:cNvSpPr/>
            <p:nvPr/>
          </p:nvSpPr>
          <p:spPr>
            <a:xfrm>
              <a:off x="933097" y="7279131"/>
              <a:ext cx="12237" cy="34530"/>
            </a:xfrm>
            <a:custGeom>
              <a:avLst/>
              <a:gdLst>
                <a:gd name="csX0" fmla="*/ 0 w 12237"/>
                <a:gd name="csY0" fmla="*/ 34530 h 34530"/>
                <a:gd name="csX1" fmla="*/ 0 w 12237"/>
                <a:gd name="csY1" fmla="*/ 0 h 34530"/>
              </a:gdLst>
              <a:ahLst/>
              <a:cxnLst>
                <a:cxn ang="0">
                  <a:pos x="csX0" y="csY0"/>
                </a:cxn>
                <a:cxn ang="0">
                  <a:pos x="csX1" y="csY1"/>
                </a:cxn>
              </a:cxnLst>
              <a:rect l="l" t="t" r="r" b="b"/>
              <a:pathLst>
                <a:path w="12237" h="34530">
                  <a:moveTo>
                    <a:pt x="0" y="34530"/>
                  </a:moveTo>
                  <a:lnTo>
                    <a:pt x="0" y="0"/>
                  </a:lnTo>
                </a:path>
              </a:pathLst>
            </a:custGeom>
            <a:noFill/>
            <a:ln w="13070" cap="flat">
              <a:solidFill>
                <a:srgbClr val="333333"/>
              </a:solidFill>
              <a:prstDash val="solid"/>
              <a:round/>
            </a:ln>
          </p:spPr>
          <p:txBody>
            <a:bodyPr/>
            <a:lstStyle/>
            <a:p>
              <a:endParaRPr lang="en-US" sz="2268"/>
            </a:p>
          </p:txBody>
        </p:sp>
        <p:sp>
          <p:nvSpPr>
            <p:cNvPr id="3149" name="Freeform 3148">
              <a:extLst>
                <a:ext uri="{FF2B5EF4-FFF2-40B4-BE49-F238E27FC236}">
                  <a16:creationId xmlns:a16="http://schemas.microsoft.com/office/drawing/2014/main" id="{C370672D-2658-FAB1-5020-065F6543FFB8}"/>
                </a:ext>
              </a:extLst>
            </p:cNvPr>
            <p:cNvSpPr/>
            <p:nvPr/>
          </p:nvSpPr>
          <p:spPr>
            <a:xfrm>
              <a:off x="1194250" y="7279131"/>
              <a:ext cx="12237" cy="34530"/>
            </a:xfrm>
            <a:custGeom>
              <a:avLst/>
              <a:gdLst>
                <a:gd name="csX0" fmla="*/ 0 w 12237"/>
                <a:gd name="csY0" fmla="*/ 34530 h 34530"/>
                <a:gd name="csX1" fmla="*/ 0 w 12237"/>
                <a:gd name="csY1" fmla="*/ 0 h 34530"/>
              </a:gdLst>
              <a:ahLst/>
              <a:cxnLst>
                <a:cxn ang="0">
                  <a:pos x="csX0" y="csY0"/>
                </a:cxn>
                <a:cxn ang="0">
                  <a:pos x="csX1" y="csY1"/>
                </a:cxn>
              </a:cxnLst>
              <a:rect l="l" t="t" r="r" b="b"/>
              <a:pathLst>
                <a:path w="12237" h="34530">
                  <a:moveTo>
                    <a:pt x="0" y="34530"/>
                  </a:moveTo>
                  <a:lnTo>
                    <a:pt x="0" y="0"/>
                  </a:lnTo>
                </a:path>
              </a:pathLst>
            </a:custGeom>
            <a:noFill/>
            <a:ln w="13070" cap="flat">
              <a:solidFill>
                <a:srgbClr val="333333"/>
              </a:solidFill>
              <a:prstDash val="solid"/>
              <a:round/>
            </a:ln>
          </p:spPr>
          <p:txBody>
            <a:bodyPr/>
            <a:lstStyle/>
            <a:p>
              <a:endParaRPr lang="en-US" sz="2268"/>
            </a:p>
          </p:txBody>
        </p:sp>
        <p:sp>
          <p:nvSpPr>
            <p:cNvPr id="3150" name="Freeform 3149">
              <a:extLst>
                <a:ext uri="{FF2B5EF4-FFF2-40B4-BE49-F238E27FC236}">
                  <a16:creationId xmlns:a16="http://schemas.microsoft.com/office/drawing/2014/main" id="{4B7199A7-1B1C-E47C-E280-7EEBEF447007}"/>
                </a:ext>
              </a:extLst>
            </p:cNvPr>
            <p:cNvSpPr/>
            <p:nvPr/>
          </p:nvSpPr>
          <p:spPr>
            <a:xfrm>
              <a:off x="1455282" y="7279131"/>
              <a:ext cx="12237" cy="34530"/>
            </a:xfrm>
            <a:custGeom>
              <a:avLst/>
              <a:gdLst>
                <a:gd name="csX0" fmla="*/ 0 w 12237"/>
                <a:gd name="csY0" fmla="*/ 34530 h 34530"/>
                <a:gd name="csX1" fmla="*/ 0 w 12237"/>
                <a:gd name="csY1" fmla="*/ 0 h 34530"/>
              </a:gdLst>
              <a:ahLst/>
              <a:cxnLst>
                <a:cxn ang="0">
                  <a:pos x="csX0" y="csY0"/>
                </a:cxn>
                <a:cxn ang="0">
                  <a:pos x="csX1" y="csY1"/>
                </a:cxn>
              </a:cxnLst>
              <a:rect l="l" t="t" r="r" b="b"/>
              <a:pathLst>
                <a:path w="12237" h="34530">
                  <a:moveTo>
                    <a:pt x="0" y="34530"/>
                  </a:moveTo>
                  <a:lnTo>
                    <a:pt x="0" y="0"/>
                  </a:lnTo>
                </a:path>
              </a:pathLst>
            </a:custGeom>
            <a:noFill/>
            <a:ln w="13070" cap="flat">
              <a:solidFill>
                <a:srgbClr val="333333"/>
              </a:solidFill>
              <a:prstDash val="solid"/>
              <a:round/>
            </a:ln>
          </p:spPr>
          <p:txBody>
            <a:bodyPr/>
            <a:lstStyle/>
            <a:p>
              <a:endParaRPr lang="en-US" sz="2268"/>
            </a:p>
          </p:txBody>
        </p:sp>
        <p:sp>
          <p:nvSpPr>
            <p:cNvPr id="3151" name="Freeform 3150">
              <a:extLst>
                <a:ext uri="{FF2B5EF4-FFF2-40B4-BE49-F238E27FC236}">
                  <a16:creationId xmlns:a16="http://schemas.microsoft.com/office/drawing/2014/main" id="{396AECA3-749A-03E4-4429-2455AA827F47}"/>
                </a:ext>
              </a:extLst>
            </p:cNvPr>
            <p:cNvSpPr/>
            <p:nvPr/>
          </p:nvSpPr>
          <p:spPr>
            <a:xfrm>
              <a:off x="1716435" y="7279131"/>
              <a:ext cx="12237" cy="34530"/>
            </a:xfrm>
            <a:custGeom>
              <a:avLst/>
              <a:gdLst>
                <a:gd name="csX0" fmla="*/ 0 w 12237"/>
                <a:gd name="csY0" fmla="*/ 34530 h 34530"/>
                <a:gd name="csX1" fmla="*/ 0 w 12237"/>
                <a:gd name="csY1" fmla="*/ 0 h 34530"/>
              </a:gdLst>
              <a:ahLst/>
              <a:cxnLst>
                <a:cxn ang="0">
                  <a:pos x="csX0" y="csY0"/>
                </a:cxn>
                <a:cxn ang="0">
                  <a:pos x="csX1" y="csY1"/>
                </a:cxn>
              </a:cxnLst>
              <a:rect l="l" t="t" r="r" b="b"/>
              <a:pathLst>
                <a:path w="12237" h="34530">
                  <a:moveTo>
                    <a:pt x="0" y="34530"/>
                  </a:moveTo>
                  <a:lnTo>
                    <a:pt x="0" y="0"/>
                  </a:lnTo>
                </a:path>
              </a:pathLst>
            </a:custGeom>
            <a:noFill/>
            <a:ln w="13070" cap="flat">
              <a:solidFill>
                <a:srgbClr val="333333"/>
              </a:solidFill>
              <a:prstDash val="solid"/>
              <a:round/>
            </a:ln>
          </p:spPr>
          <p:txBody>
            <a:bodyPr/>
            <a:lstStyle/>
            <a:p>
              <a:endParaRPr lang="en-US" sz="2268"/>
            </a:p>
          </p:txBody>
        </p:sp>
        <p:sp>
          <p:nvSpPr>
            <p:cNvPr id="3152" name="Freeform 3151">
              <a:extLst>
                <a:ext uri="{FF2B5EF4-FFF2-40B4-BE49-F238E27FC236}">
                  <a16:creationId xmlns:a16="http://schemas.microsoft.com/office/drawing/2014/main" id="{2066E429-CA1C-F0B4-27AA-8D8E25F2684A}"/>
                </a:ext>
              </a:extLst>
            </p:cNvPr>
            <p:cNvSpPr/>
            <p:nvPr/>
          </p:nvSpPr>
          <p:spPr>
            <a:xfrm>
              <a:off x="1977589" y="7279131"/>
              <a:ext cx="12237" cy="34530"/>
            </a:xfrm>
            <a:custGeom>
              <a:avLst/>
              <a:gdLst>
                <a:gd name="csX0" fmla="*/ 0 w 12237"/>
                <a:gd name="csY0" fmla="*/ 34530 h 34530"/>
                <a:gd name="csX1" fmla="*/ 0 w 12237"/>
                <a:gd name="csY1" fmla="*/ 0 h 34530"/>
              </a:gdLst>
              <a:ahLst/>
              <a:cxnLst>
                <a:cxn ang="0">
                  <a:pos x="csX0" y="csY0"/>
                </a:cxn>
                <a:cxn ang="0">
                  <a:pos x="csX1" y="csY1"/>
                </a:cxn>
              </a:cxnLst>
              <a:rect l="l" t="t" r="r" b="b"/>
              <a:pathLst>
                <a:path w="12237" h="34530">
                  <a:moveTo>
                    <a:pt x="0" y="34530"/>
                  </a:moveTo>
                  <a:lnTo>
                    <a:pt x="0" y="0"/>
                  </a:lnTo>
                </a:path>
              </a:pathLst>
            </a:custGeom>
            <a:noFill/>
            <a:ln w="13070" cap="flat">
              <a:solidFill>
                <a:srgbClr val="333333"/>
              </a:solidFill>
              <a:prstDash val="solid"/>
              <a:round/>
            </a:ln>
          </p:spPr>
          <p:txBody>
            <a:bodyPr/>
            <a:lstStyle/>
            <a:p>
              <a:endParaRPr lang="en-US" sz="2268"/>
            </a:p>
          </p:txBody>
        </p:sp>
        <p:sp>
          <p:nvSpPr>
            <p:cNvPr id="3153" name="Freeform 3152">
              <a:extLst>
                <a:ext uri="{FF2B5EF4-FFF2-40B4-BE49-F238E27FC236}">
                  <a16:creationId xmlns:a16="http://schemas.microsoft.com/office/drawing/2014/main" id="{3176443B-9199-6DB4-3E58-48507C741AB2}"/>
                </a:ext>
              </a:extLst>
            </p:cNvPr>
            <p:cNvSpPr/>
            <p:nvPr/>
          </p:nvSpPr>
          <p:spPr>
            <a:xfrm>
              <a:off x="2238620" y="7279131"/>
              <a:ext cx="12237" cy="34530"/>
            </a:xfrm>
            <a:custGeom>
              <a:avLst/>
              <a:gdLst>
                <a:gd name="csX0" fmla="*/ 0 w 12237"/>
                <a:gd name="csY0" fmla="*/ 34530 h 34530"/>
                <a:gd name="csX1" fmla="*/ 0 w 12237"/>
                <a:gd name="csY1" fmla="*/ 0 h 34530"/>
              </a:gdLst>
              <a:ahLst/>
              <a:cxnLst>
                <a:cxn ang="0">
                  <a:pos x="csX0" y="csY0"/>
                </a:cxn>
                <a:cxn ang="0">
                  <a:pos x="csX1" y="csY1"/>
                </a:cxn>
              </a:cxnLst>
              <a:rect l="l" t="t" r="r" b="b"/>
              <a:pathLst>
                <a:path w="12237" h="34530">
                  <a:moveTo>
                    <a:pt x="0" y="34530"/>
                  </a:moveTo>
                  <a:lnTo>
                    <a:pt x="0" y="0"/>
                  </a:lnTo>
                </a:path>
              </a:pathLst>
            </a:custGeom>
            <a:noFill/>
            <a:ln w="13070" cap="flat">
              <a:solidFill>
                <a:srgbClr val="333333"/>
              </a:solidFill>
              <a:prstDash val="solid"/>
              <a:round/>
            </a:ln>
          </p:spPr>
          <p:txBody>
            <a:bodyPr/>
            <a:lstStyle/>
            <a:p>
              <a:endParaRPr lang="en-US" sz="2268"/>
            </a:p>
          </p:txBody>
        </p:sp>
        <p:sp>
          <p:nvSpPr>
            <p:cNvPr id="3154" name="Freeform 3153">
              <a:extLst>
                <a:ext uri="{FF2B5EF4-FFF2-40B4-BE49-F238E27FC236}">
                  <a16:creationId xmlns:a16="http://schemas.microsoft.com/office/drawing/2014/main" id="{5C2CE7A7-AAB1-5CAC-F33E-F3F9C716C343}"/>
                </a:ext>
              </a:extLst>
            </p:cNvPr>
            <p:cNvSpPr/>
            <p:nvPr/>
          </p:nvSpPr>
          <p:spPr>
            <a:xfrm>
              <a:off x="2499773" y="7279131"/>
              <a:ext cx="12237" cy="34530"/>
            </a:xfrm>
            <a:custGeom>
              <a:avLst/>
              <a:gdLst>
                <a:gd name="csX0" fmla="*/ 0 w 12237"/>
                <a:gd name="csY0" fmla="*/ 34530 h 34530"/>
                <a:gd name="csX1" fmla="*/ 0 w 12237"/>
                <a:gd name="csY1" fmla="*/ 0 h 34530"/>
              </a:gdLst>
              <a:ahLst/>
              <a:cxnLst>
                <a:cxn ang="0">
                  <a:pos x="csX0" y="csY0"/>
                </a:cxn>
                <a:cxn ang="0">
                  <a:pos x="csX1" y="csY1"/>
                </a:cxn>
              </a:cxnLst>
              <a:rect l="l" t="t" r="r" b="b"/>
              <a:pathLst>
                <a:path w="12237" h="34530">
                  <a:moveTo>
                    <a:pt x="0" y="34530"/>
                  </a:moveTo>
                  <a:lnTo>
                    <a:pt x="0" y="0"/>
                  </a:lnTo>
                </a:path>
              </a:pathLst>
            </a:custGeom>
            <a:noFill/>
            <a:ln w="13070" cap="flat">
              <a:solidFill>
                <a:srgbClr val="333333"/>
              </a:solidFill>
              <a:prstDash val="solid"/>
              <a:round/>
            </a:ln>
          </p:spPr>
          <p:txBody>
            <a:bodyPr/>
            <a:lstStyle/>
            <a:p>
              <a:endParaRPr lang="en-US" sz="2268"/>
            </a:p>
          </p:txBody>
        </p:sp>
        <p:sp>
          <p:nvSpPr>
            <p:cNvPr id="3155" name="TextBox 3154">
              <a:extLst>
                <a:ext uri="{FF2B5EF4-FFF2-40B4-BE49-F238E27FC236}">
                  <a16:creationId xmlns:a16="http://schemas.microsoft.com/office/drawing/2014/main" id="{3D3C8CE6-68A5-3F69-4FA4-382327139D03}"/>
                </a:ext>
              </a:extLst>
            </p:cNvPr>
            <p:cNvSpPr txBox="1"/>
            <p:nvPr/>
          </p:nvSpPr>
          <p:spPr>
            <a:xfrm>
              <a:off x="547734" y="7274666"/>
              <a:ext cx="266684"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F</a:t>
              </a:r>
            </a:p>
          </p:txBody>
        </p:sp>
        <p:sp>
          <p:nvSpPr>
            <p:cNvPr id="3156" name="TextBox 3155">
              <a:extLst>
                <a:ext uri="{FF2B5EF4-FFF2-40B4-BE49-F238E27FC236}">
                  <a16:creationId xmlns:a16="http://schemas.microsoft.com/office/drawing/2014/main" id="{84128253-4DD9-7508-B4CB-8E6818A727E0}"/>
                </a:ext>
              </a:extLst>
            </p:cNvPr>
            <p:cNvSpPr txBox="1"/>
            <p:nvPr/>
          </p:nvSpPr>
          <p:spPr>
            <a:xfrm>
              <a:off x="796802" y="7274666"/>
              <a:ext cx="29213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M</a:t>
              </a:r>
            </a:p>
          </p:txBody>
        </p:sp>
        <p:sp>
          <p:nvSpPr>
            <p:cNvPr id="3157" name="TextBox 3156">
              <a:extLst>
                <a:ext uri="{FF2B5EF4-FFF2-40B4-BE49-F238E27FC236}">
                  <a16:creationId xmlns:a16="http://schemas.microsoft.com/office/drawing/2014/main" id="{F0A29879-3BC6-BDAC-382C-62C0BC3B7AE3}"/>
                </a:ext>
              </a:extLst>
            </p:cNvPr>
            <p:cNvSpPr txBox="1"/>
            <p:nvPr/>
          </p:nvSpPr>
          <p:spPr>
            <a:xfrm>
              <a:off x="1087850" y="7274666"/>
              <a:ext cx="227666"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I</a:t>
              </a:r>
            </a:p>
          </p:txBody>
        </p:sp>
        <p:sp>
          <p:nvSpPr>
            <p:cNvPr id="3158" name="TextBox 3157">
              <a:extLst>
                <a:ext uri="{FF2B5EF4-FFF2-40B4-BE49-F238E27FC236}">
                  <a16:creationId xmlns:a16="http://schemas.microsoft.com/office/drawing/2014/main" id="{8C2A6ED8-6EAB-E26B-F36B-70B61F14F0F2}"/>
                </a:ext>
              </a:extLst>
            </p:cNvPr>
            <p:cNvSpPr txBox="1"/>
            <p:nvPr/>
          </p:nvSpPr>
          <p:spPr>
            <a:xfrm>
              <a:off x="1312966" y="7274666"/>
              <a:ext cx="304007"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IP</a:t>
              </a:r>
            </a:p>
          </p:txBody>
        </p:sp>
        <p:sp>
          <p:nvSpPr>
            <p:cNvPr id="3159" name="TextBox 3158">
              <a:extLst>
                <a:ext uri="{FF2B5EF4-FFF2-40B4-BE49-F238E27FC236}">
                  <a16:creationId xmlns:a16="http://schemas.microsoft.com/office/drawing/2014/main" id="{146092CA-4920-94C0-087D-229BB22C23F5}"/>
                </a:ext>
              </a:extLst>
            </p:cNvPr>
            <p:cNvSpPr txBox="1"/>
            <p:nvPr/>
          </p:nvSpPr>
          <p:spPr>
            <a:xfrm>
              <a:off x="1580089" y="7274666"/>
              <a:ext cx="29213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LI</a:t>
              </a:r>
            </a:p>
          </p:txBody>
        </p:sp>
        <p:sp>
          <p:nvSpPr>
            <p:cNvPr id="3160" name="TextBox 3159">
              <a:extLst>
                <a:ext uri="{FF2B5EF4-FFF2-40B4-BE49-F238E27FC236}">
                  <a16:creationId xmlns:a16="http://schemas.microsoft.com/office/drawing/2014/main" id="{3F938DD9-3CDE-D91C-FC79-F0237FA78163}"/>
                </a:ext>
              </a:extLst>
            </p:cNvPr>
            <p:cNvSpPr txBox="1"/>
            <p:nvPr/>
          </p:nvSpPr>
          <p:spPr>
            <a:xfrm>
              <a:off x="1805326" y="7274666"/>
              <a:ext cx="36847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LIP</a:t>
              </a:r>
            </a:p>
          </p:txBody>
        </p:sp>
        <p:sp>
          <p:nvSpPr>
            <p:cNvPr id="3161" name="TextBox 3160">
              <a:extLst>
                <a:ext uri="{FF2B5EF4-FFF2-40B4-BE49-F238E27FC236}">
                  <a16:creationId xmlns:a16="http://schemas.microsoft.com/office/drawing/2014/main" id="{4A111561-8549-ED7F-1CB6-36A16940AAA8}"/>
                </a:ext>
              </a:extLst>
            </p:cNvPr>
            <p:cNvSpPr txBox="1"/>
            <p:nvPr/>
          </p:nvSpPr>
          <p:spPr>
            <a:xfrm>
              <a:off x="2075403" y="7274666"/>
              <a:ext cx="349812"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NF</a:t>
              </a:r>
            </a:p>
          </p:txBody>
        </p:sp>
        <p:sp>
          <p:nvSpPr>
            <p:cNvPr id="3162" name="TextBox 3161">
              <a:extLst>
                <a:ext uri="{FF2B5EF4-FFF2-40B4-BE49-F238E27FC236}">
                  <a16:creationId xmlns:a16="http://schemas.microsoft.com/office/drawing/2014/main" id="{7DF112A8-4407-A066-0350-A77D421C73F3}"/>
                </a:ext>
              </a:extLst>
            </p:cNvPr>
            <p:cNvSpPr txBox="1"/>
            <p:nvPr/>
          </p:nvSpPr>
          <p:spPr>
            <a:xfrm>
              <a:off x="2324593" y="7274666"/>
              <a:ext cx="375258" cy="236148"/>
            </a:xfrm>
            <a:prstGeom prst="rect">
              <a:avLst/>
            </a:prstGeom>
            <a:noFill/>
          </p:spPr>
          <p:txBody>
            <a:bodyPr wrap="none" rtlCol="0">
              <a:spAutoFit/>
            </a:bodyPr>
            <a:lstStyle/>
            <a:p>
              <a:pPr algn="l"/>
              <a:r>
                <a:rPr lang="en-US" sz="850">
                  <a:ln/>
                  <a:solidFill>
                    <a:srgbClr val="4D4D4D"/>
                  </a:solidFill>
                  <a:latin typeface="Arial"/>
                  <a:cs typeface="Arial"/>
                  <a:sym typeface="Arial"/>
                  <a:rtl val="0"/>
                </a:rPr>
                <a:t>NM</a:t>
              </a:r>
            </a:p>
          </p:txBody>
        </p:sp>
        <p:sp>
          <p:nvSpPr>
            <p:cNvPr id="3163" name="TextBox 3162">
              <a:extLst>
                <a:ext uri="{FF2B5EF4-FFF2-40B4-BE49-F238E27FC236}">
                  <a16:creationId xmlns:a16="http://schemas.microsoft.com/office/drawing/2014/main" id="{3B54EC52-8D12-D978-9C9A-1C2DAEB2450F}"/>
                </a:ext>
              </a:extLst>
            </p:cNvPr>
            <p:cNvSpPr txBox="1"/>
            <p:nvPr/>
          </p:nvSpPr>
          <p:spPr>
            <a:xfrm>
              <a:off x="1303571" y="7406592"/>
              <a:ext cx="558477"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Phase</a:t>
              </a:r>
            </a:p>
          </p:txBody>
        </p:sp>
        <p:sp>
          <p:nvSpPr>
            <p:cNvPr id="3165" name="TextBox 3164">
              <a:extLst>
                <a:ext uri="{FF2B5EF4-FFF2-40B4-BE49-F238E27FC236}">
                  <a16:creationId xmlns:a16="http://schemas.microsoft.com/office/drawing/2014/main" id="{70186D8D-2145-59D5-84A0-296AFBE70C37}"/>
                </a:ext>
              </a:extLst>
            </p:cNvPr>
            <p:cNvSpPr txBox="1"/>
            <p:nvPr/>
          </p:nvSpPr>
          <p:spPr>
            <a:xfrm rot="16200000">
              <a:off x="-498999" y="6478968"/>
              <a:ext cx="1326976"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Log10 11KT (</a:t>
              </a:r>
              <a:r>
                <a:rPr lang="en-US" sz="945" err="1">
                  <a:ln/>
                  <a:solidFill>
                    <a:srgbClr val="000000"/>
                  </a:solidFill>
                  <a:latin typeface="Arial"/>
                  <a:cs typeface="Arial"/>
                  <a:sym typeface="Arial"/>
                  <a:rtl val="0"/>
                </a:rPr>
                <a:t>pg</a:t>
              </a:r>
              <a:r>
                <a:rPr lang="en-US" sz="945">
                  <a:ln/>
                  <a:solidFill>
                    <a:srgbClr val="000000"/>
                  </a:solidFill>
                  <a:latin typeface="Arial"/>
                  <a:cs typeface="Arial"/>
                  <a:sym typeface="Arial"/>
                  <a:rtl val="0"/>
                </a:rPr>
                <a:t>/ml)</a:t>
              </a:r>
            </a:p>
          </p:txBody>
        </p:sp>
      </p:grpSp>
      <p:sp>
        <p:nvSpPr>
          <p:cNvPr id="3166" name="TextBox 3165">
            <a:extLst>
              <a:ext uri="{FF2B5EF4-FFF2-40B4-BE49-F238E27FC236}">
                <a16:creationId xmlns:a16="http://schemas.microsoft.com/office/drawing/2014/main" id="{DE9045FD-652A-2C7B-EC20-EEE9E296A4F6}"/>
              </a:ext>
            </a:extLst>
          </p:cNvPr>
          <p:cNvSpPr txBox="1"/>
          <p:nvPr/>
        </p:nvSpPr>
        <p:spPr>
          <a:xfrm rot="16200000">
            <a:off x="-370892" y="4873359"/>
            <a:ext cx="1059907" cy="245003"/>
          </a:xfrm>
          <a:prstGeom prst="rect">
            <a:avLst/>
          </a:prstGeom>
          <a:noFill/>
        </p:spPr>
        <p:txBody>
          <a:bodyPr wrap="none" rtlCol="0">
            <a:spAutoFit/>
          </a:bodyPr>
          <a:lstStyle/>
          <a:p>
            <a:pPr algn="ctr"/>
            <a:r>
              <a:rPr lang="en-US" sz="992">
                <a:ln/>
                <a:solidFill>
                  <a:srgbClr val="000000"/>
                </a:solidFill>
                <a:latin typeface="Arial"/>
                <a:cs typeface="Arial"/>
                <a:sym typeface="Arial"/>
                <a:rtl val="0"/>
              </a:rPr>
              <a:t>Time in nest (s)</a:t>
            </a:r>
          </a:p>
        </p:txBody>
      </p:sp>
      <p:sp>
        <p:nvSpPr>
          <p:cNvPr id="3167" name="TextBox 3166">
            <a:extLst>
              <a:ext uri="{FF2B5EF4-FFF2-40B4-BE49-F238E27FC236}">
                <a16:creationId xmlns:a16="http://schemas.microsoft.com/office/drawing/2014/main" id="{5546FD68-A376-25EA-ED68-F465BD782657}"/>
              </a:ext>
            </a:extLst>
          </p:cNvPr>
          <p:cNvSpPr txBox="1"/>
          <p:nvPr/>
        </p:nvSpPr>
        <p:spPr>
          <a:xfrm rot="16200000">
            <a:off x="-473913" y="3528530"/>
            <a:ext cx="1258678" cy="245003"/>
          </a:xfrm>
          <a:prstGeom prst="rect">
            <a:avLst/>
          </a:prstGeom>
          <a:noFill/>
        </p:spPr>
        <p:txBody>
          <a:bodyPr wrap="none" rtlCol="0">
            <a:spAutoFit/>
          </a:bodyPr>
          <a:lstStyle/>
          <a:p>
            <a:pPr algn="ctr"/>
            <a:r>
              <a:rPr lang="en-US" sz="992">
                <a:ln/>
                <a:solidFill>
                  <a:srgbClr val="000000"/>
                </a:solidFill>
                <a:latin typeface="Arial"/>
                <a:cs typeface="Arial"/>
                <a:sym typeface="Arial"/>
                <a:rtl val="0"/>
              </a:rPr>
              <a:t>Parental Behaviors</a:t>
            </a:r>
          </a:p>
        </p:txBody>
      </p:sp>
      <p:sp>
        <p:nvSpPr>
          <p:cNvPr id="3169" name="TextBox 3168">
            <a:extLst>
              <a:ext uri="{FF2B5EF4-FFF2-40B4-BE49-F238E27FC236}">
                <a16:creationId xmlns:a16="http://schemas.microsoft.com/office/drawing/2014/main" id="{22D8F2C6-9707-4F16-C5F5-01D4D343C62C}"/>
              </a:ext>
            </a:extLst>
          </p:cNvPr>
          <p:cNvSpPr txBox="1"/>
          <p:nvPr/>
        </p:nvSpPr>
        <p:spPr>
          <a:xfrm>
            <a:off x="4503174" y="5662576"/>
            <a:ext cx="300082" cy="223138"/>
          </a:xfrm>
          <a:prstGeom prst="rect">
            <a:avLst/>
          </a:prstGeom>
          <a:noFill/>
        </p:spPr>
        <p:txBody>
          <a:bodyPr wrap="none" rtlCol="0">
            <a:spAutoFit/>
          </a:bodyPr>
          <a:lstStyle/>
          <a:p>
            <a:pPr algn="l"/>
            <a:r>
              <a:rPr lang="en-US" sz="850" err="1">
                <a:ln/>
                <a:solidFill>
                  <a:srgbClr val="000000"/>
                </a:solidFill>
                <a:latin typeface="Arial"/>
                <a:cs typeface="Arial"/>
                <a:sym typeface="Arial"/>
                <a:rtl val="0"/>
              </a:rPr>
              <a:t>bc</a:t>
            </a:r>
            <a:endParaRPr lang="en-US" sz="850">
              <a:ln/>
              <a:solidFill>
                <a:srgbClr val="000000"/>
              </a:solidFill>
              <a:latin typeface="Arial"/>
              <a:cs typeface="Arial"/>
              <a:sym typeface="Arial"/>
              <a:rtl val="0"/>
            </a:endParaRPr>
          </a:p>
        </p:txBody>
      </p:sp>
    </p:spTree>
    <p:extLst>
      <p:ext uri="{BB962C8B-B14F-4D97-AF65-F5344CB8AC3E}">
        <p14:creationId xmlns:p14="http://schemas.microsoft.com/office/powerpoint/2010/main" val="3547632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08BA57-8415-C703-5E0C-6FE424183737}"/>
              </a:ext>
            </a:extLst>
          </p:cNvPr>
          <p:cNvSpPr txBox="1"/>
          <p:nvPr/>
        </p:nvSpPr>
        <p:spPr>
          <a:xfrm>
            <a:off x="0" y="304800"/>
            <a:ext cx="6480175" cy="2492990"/>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Fig.1. Male, intermediate, and female anemonefish display distinct physiology and behavior. (A) Schematic outlining the behavioral and physiological changes that occur during protandrous sex change in anemonefish. (B) Top panel: Parental behaviors observed during a parental care assay. Middle panel: Time spent in the nest during parental care assay; a proxy for parental care. Bottom Panel: Log10 transformed serum 11-ketotestosterone. (C)Top panel: Percent of the gonad made of testicular tissue. Middle panel: Percent of the gonad made of ovarian tissue. Bottom panel: Gonadal volume corrected for the individual’s mass (methods). (D) Example hematoxylin and eosin stains of gonads from the major phases of sex change. In B, plots are subdivided such that the dominant and subordinate individuals from each pair appear together reflected by shape and color.. Arrows indicate fold-difference between the two groups. In B, C, crossbar indicates mean, error bars indicate standard error of the mean (SEM). Letters indicate significance: groups that do not share a letter are significantly different. </a:t>
            </a:r>
          </a:p>
        </p:txBody>
      </p:sp>
    </p:spTree>
    <p:extLst>
      <p:ext uri="{BB962C8B-B14F-4D97-AF65-F5344CB8AC3E}">
        <p14:creationId xmlns:p14="http://schemas.microsoft.com/office/powerpoint/2010/main" val="204276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29" name="Group 6028">
            <a:extLst>
              <a:ext uri="{FF2B5EF4-FFF2-40B4-BE49-F238E27FC236}">
                <a16:creationId xmlns:a16="http://schemas.microsoft.com/office/drawing/2014/main" id="{F087D989-813D-765D-0DAB-62786D6FDE99}"/>
              </a:ext>
            </a:extLst>
          </p:cNvPr>
          <p:cNvGrpSpPr/>
          <p:nvPr/>
        </p:nvGrpSpPr>
        <p:grpSpPr>
          <a:xfrm>
            <a:off x="441202" y="118188"/>
            <a:ext cx="2370923" cy="2313304"/>
            <a:chOff x="52291" y="49151"/>
            <a:chExt cx="2984602" cy="2912064"/>
          </a:xfrm>
        </p:grpSpPr>
        <p:grpSp>
          <p:nvGrpSpPr>
            <p:cNvPr id="6030" name="Group 6029">
              <a:extLst>
                <a:ext uri="{FF2B5EF4-FFF2-40B4-BE49-F238E27FC236}">
                  <a16:creationId xmlns:a16="http://schemas.microsoft.com/office/drawing/2014/main" id="{25FBEE4C-7D7C-3A58-878F-99BBAD770CC3}"/>
                </a:ext>
              </a:extLst>
            </p:cNvPr>
            <p:cNvGrpSpPr/>
            <p:nvPr/>
          </p:nvGrpSpPr>
          <p:grpSpPr>
            <a:xfrm>
              <a:off x="52291" y="49151"/>
              <a:ext cx="2906831" cy="2912064"/>
              <a:chOff x="130103" y="56644"/>
              <a:chExt cx="3307214" cy="3313175"/>
            </a:xfrm>
          </p:grpSpPr>
          <p:pic>
            <p:nvPicPr>
              <p:cNvPr id="6032" name="Picture 6031" descr="A colorful splatter on a white background&#10;&#10;AI-generated content may be incorrect.">
                <a:extLst>
                  <a:ext uri="{FF2B5EF4-FFF2-40B4-BE49-F238E27FC236}">
                    <a16:creationId xmlns:a16="http://schemas.microsoft.com/office/drawing/2014/main" id="{F8E92E8B-2E0F-8D44-3D5F-6B32355C216A}"/>
                  </a:ext>
                </a:extLst>
              </p:cNvPr>
              <p:cNvPicPr/>
              <p:nvPr/>
            </p:nvPicPr>
            <p:blipFill>
              <a:blip r:embed="rId3"/>
              <a:srcRect l="5926" t="5555" r="5185" b="5309"/>
              <a:stretch>
                <a:fillRect/>
              </a:stretch>
            </p:blipFill>
            <p:spPr>
              <a:xfrm>
                <a:off x="186116" y="56644"/>
                <a:ext cx="3251201" cy="3260191"/>
              </a:xfrm>
              <a:prstGeom prst="rect">
                <a:avLst/>
              </a:prstGeom>
            </p:spPr>
          </p:pic>
          <p:grpSp>
            <p:nvGrpSpPr>
              <p:cNvPr id="6033" name="Group 6032">
                <a:extLst>
                  <a:ext uri="{FF2B5EF4-FFF2-40B4-BE49-F238E27FC236}">
                    <a16:creationId xmlns:a16="http://schemas.microsoft.com/office/drawing/2014/main" id="{EBC32E50-ADB5-1EFF-D50F-D29DB55B40F0}"/>
                  </a:ext>
                </a:extLst>
              </p:cNvPr>
              <p:cNvGrpSpPr/>
              <p:nvPr/>
            </p:nvGrpSpPr>
            <p:grpSpPr>
              <a:xfrm>
                <a:off x="130103" y="123820"/>
                <a:ext cx="3040810" cy="3245999"/>
                <a:chOff x="130104" y="123820"/>
                <a:chExt cx="3040810" cy="3246001"/>
              </a:xfrm>
            </p:grpSpPr>
            <p:sp>
              <p:nvSpPr>
                <p:cNvPr id="6035" name="Rectangle 6034">
                  <a:extLst>
                    <a:ext uri="{FF2B5EF4-FFF2-40B4-BE49-F238E27FC236}">
                      <a16:creationId xmlns:a16="http://schemas.microsoft.com/office/drawing/2014/main" id="{EF827854-0293-3D98-9370-39FCBE5B9B82}"/>
                    </a:ext>
                  </a:extLst>
                </p:cNvPr>
                <p:cNvSpPr/>
                <p:nvPr/>
              </p:nvSpPr>
              <p:spPr>
                <a:xfrm>
                  <a:off x="1878283" y="1518942"/>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24</a:t>
                  </a:r>
                  <a:endParaRPr lang="en-US" sz="992">
                    <a:ln w="0">
                      <a:noFill/>
                    </a:ln>
                  </a:endParaRPr>
                </a:p>
              </p:txBody>
            </p:sp>
            <p:sp>
              <p:nvSpPr>
                <p:cNvPr id="6036" name="Rectangle 6035">
                  <a:extLst>
                    <a:ext uri="{FF2B5EF4-FFF2-40B4-BE49-F238E27FC236}">
                      <a16:creationId xmlns:a16="http://schemas.microsoft.com/office/drawing/2014/main" id="{8A746DC2-2D73-B70F-AC03-F31EA13022C1}"/>
                    </a:ext>
                  </a:extLst>
                </p:cNvPr>
                <p:cNvSpPr/>
                <p:nvPr/>
              </p:nvSpPr>
              <p:spPr>
                <a:xfrm>
                  <a:off x="1598286" y="1917026"/>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0</a:t>
                  </a:r>
                  <a:endParaRPr lang="en-US" sz="992">
                    <a:ln w="0">
                      <a:noFill/>
                    </a:ln>
                  </a:endParaRPr>
                </a:p>
              </p:txBody>
            </p:sp>
            <p:sp>
              <p:nvSpPr>
                <p:cNvPr id="6037" name="Rectangle 6036">
                  <a:extLst>
                    <a:ext uri="{FF2B5EF4-FFF2-40B4-BE49-F238E27FC236}">
                      <a16:creationId xmlns:a16="http://schemas.microsoft.com/office/drawing/2014/main" id="{58FA3448-62D1-54E6-13A2-B43E260C4B73}"/>
                    </a:ext>
                  </a:extLst>
                </p:cNvPr>
                <p:cNvSpPr/>
                <p:nvPr/>
              </p:nvSpPr>
              <p:spPr>
                <a:xfrm>
                  <a:off x="1627519" y="1018078"/>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a:t>
                  </a:r>
                  <a:endParaRPr lang="en-US" sz="992">
                    <a:ln w="0">
                      <a:noFill/>
                    </a:ln>
                  </a:endParaRPr>
                </a:p>
              </p:txBody>
            </p:sp>
            <p:sp>
              <p:nvSpPr>
                <p:cNvPr id="6038" name="Rectangle 6037">
                  <a:extLst>
                    <a:ext uri="{FF2B5EF4-FFF2-40B4-BE49-F238E27FC236}">
                      <a16:creationId xmlns:a16="http://schemas.microsoft.com/office/drawing/2014/main" id="{A1DAF721-EABD-5D19-09F1-3FC23D1FF46F}"/>
                    </a:ext>
                  </a:extLst>
                </p:cNvPr>
                <p:cNvSpPr/>
                <p:nvPr/>
              </p:nvSpPr>
              <p:spPr>
                <a:xfrm>
                  <a:off x="311918" y="2021137"/>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2</a:t>
                  </a:r>
                  <a:endParaRPr lang="en-US" sz="992">
                    <a:ln w="0">
                      <a:noFill/>
                    </a:ln>
                  </a:endParaRPr>
                </a:p>
              </p:txBody>
            </p:sp>
            <p:sp>
              <p:nvSpPr>
                <p:cNvPr id="6039" name="Rectangle 6038">
                  <a:extLst>
                    <a:ext uri="{FF2B5EF4-FFF2-40B4-BE49-F238E27FC236}">
                      <a16:creationId xmlns:a16="http://schemas.microsoft.com/office/drawing/2014/main" id="{7640D24B-7A29-771D-8C8C-0BA43BCD7EDA}"/>
                    </a:ext>
                  </a:extLst>
                </p:cNvPr>
                <p:cNvSpPr/>
                <p:nvPr/>
              </p:nvSpPr>
              <p:spPr>
                <a:xfrm>
                  <a:off x="1023148" y="836240"/>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12</a:t>
                  </a:r>
                  <a:endParaRPr lang="en-US" sz="992">
                    <a:ln w="0">
                      <a:noFill/>
                    </a:ln>
                  </a:endParaRPr>
                </a:p>
              </p:txBody>
            </p:sp>
            <p:sp>
              <p:nvSpPr>
                <p:cNvPr id="6040" name="Rectangle 6039">
                  <a:extLst>
                    <a:ext uri="{FF2B5EF4-FFF2-40B4-BE49-F238E27FC236}">
                      <a16:creationId xmlns:a16="http://schemas.microsoft.com/office/drawing/2014/main" id="{CB07C9A1-1321-82D1-3382-DE0988A9599D}"/>
                    </a:ext>
                  </a:extLst>
                </p:cNvPr>
                <p:cNvSpPr/>
                <p:nvPr/>
              </p:nvSpPr>
              <p:spPr>
                <a:xfrm>
                  <a:off x="1188108" y="1718997"/>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3</a:t>
                  </a:r>
                  <a:endParaRPr lang="en-US" sz="992">
                    <a:ln w="0">
                      <a:noFill/>
                    </a:ln>
                  </a:endParaRPr>
                </a:p>
              </p:txBody>
            </p:sp>
            <p:sp>
              <p:nvSpPr>
                <p:cNvPr id="6041" name="Rectangle 6040">
                  <a:extLst>
                    <a:ext uri="{FF2B5EF4-FFF2-40B4-BE49-F238E27FC236}">
                      <a16:creationId xmlns:a16="http://schemas.microsoft.com/office/drawing/2014/main" id="{C59659EE-DD03-9D95-9F83-584576325868}"/>
                    </a:ext>
                  </a:extLst>
                </p:cNvPr>
                <p:cNvSpPr/>
                <p:nvPr/>
              </p:nvSpPr>
              <p:spPr>
                <a:xfrm>
                  <a:off x="1195538" y="2001632"/>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6</a:t>
                  </a:r>
                  <a:endParaRPr lang="en-US" sz="992">
                    <a:ln w="0">
                      <a:noFill/>
                    </a:ln>
                  </a:endParaRPr>
                </a:p>
              </p:txBody>
            </p:sp>
            <p:sp>
              <p:nvSpPr>
                <p:cNvPr id="6042" name="Rectangle 6041">
                  <a:extLst>
                    <a:ext uri="{FF2B5EF4-FFF2-40B4-BE49-F238E27FC236}">
                      <a16:creationId xmlns:a16="http://schemas.microsoft.com/office/drawing/2014/main" id="{9EE89982-8832-AAD9-2CC7-7A8676AC2D88}"/>
                    </a:ext>
                  </a:extLst>
                </p:cNvPr>
                <p:cNvSpPr/>
                <p:nvPr/>
              </p:nvSpPr>
              <p:spPr>
                <a:xfrm>
                  <a:off x="1314649" y="2154031"/>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21</a:t>
                  </a:r>
                  <a:endParaRPr lang="en-US" sz="992">
                    <a:ln w="0">
                      <a:noFill/>
                    </a:ln>
                  </a:endParaRPr>
                </a:p>
              </p:txBody>
            </p:sp>
            <p:sp>
              <p:nvSpPr>
                <p:cNvPr id="6043" name="Rectangle 6042">
                  <a:extLst>
                    <a:ext uri="{FF2B5EF4-FFF2-40B4-BE49-F238E27FC236}">
                      <a16:creationId xmlns:a16="http://schemas.microsoft.com/office/drawing/2014/main" id="{E8E8B3BA-1130-9673-C1F0-6F99DCDBB3E9}"/>
                    </a:ext>
                  </a:extLst>
                </p:cNvPr>
                <p:cNvSpPr/>
                <p:nvPr/>
              </p:nvSpPr>
              <p:spPr>
                <a:xfrm>
                  <a:off x="1573438" y="2250116"/>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5</a:t>
                  </a:r>
                  <a:endParaRPr lang="en-US" sz="992">
                    <a:ln w="0">
                      <a:noFill/>
                    </a:ln>
                  </a:endParaRPr>
                </a:p>
              </p:txBody>
            </p:sp>
            <p:sp>
              <p:nvSpPr>
                <p:cNvPr id="6044" name="Rectangle 6043">
                  <a:extLst>
                    <a:ext uri="{FF2B5EF4-FFF2-40B4-BE49-F238E27FC236}">
                      <a16:creationId xmlns:a16="http://schemas.microsoft.com/office/drawing/2014/main" id="{16D8822F-4C0E-CA79-C5DF-52BB57190B74}"/>
                    </a:ext>
                  </a:extLst>
                </p:cNvPr>
                <p:cNvSpPr/>
                <p:nvPr/>
              </p:nvSpPr>
              <p:spPr>
                <a:xfrm>
                  <a:off x="1491071" y="1589916"/>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9</a:t>
                  </a:r>
                  <a:endParaRPr lang="en-US" sz="992">
                    <a:ln w="0">
                      <a:noFill/>
                    </a:ln>
                  </a:endParaRPr>
                </a:p>
              </p:txBody>
            </p:sp>
            <p:sp>
              <p:nvSpPr>
                <p:cNvPr id="6045" name="Rectangle 6044">
                  <a:extLst>
                    <a:ext uri="{FF2B5EF4-FFF2-40B4-BE49-F238E27FC236}">
                      <a16:creationId xmlns:a16="http://schemas.microsoft.com/office/drawing/2014/main" id="{9C26DDE1-0B7F-3A0D-1D8C-6BD07008DD20}"/>
                    </a:ext>
                  </a:extLst>
                </p:cNvPr>
                <p:cNvSpPr/>
                <p:nvPr/>
              </p:nvSpPr>
              <p:spPr>
                <a:xfrm>
                  <a:off x="2020308" y="1018078"/>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15</a:t>
                  </a:r>
                  <a:endParaRPr lang="en-US" sz="992">
                    <a:ln w="0">
                      <a:noFill/>
                    </a:ln>
                  </a:endParaRPr>
                </a:p>
              </p:txBody>
            </p:sp>
            <p:sp>
              <p:nvSpPr>
                <p:cNvPr id="6046" name="Rectangle 6045">
                  <a:extLst>
                    <a:ext uri="{FF2B5EF4-FFF2-40B4-BE49-F238E27FC236}">
                      <a16:creationId xmlns:a16="http://schemas.microsoft.com/office/drawing/2014/main" id="{A731A702-C87C-24F8-3AC1-6B2C39C39725}"/>
                    </a:ext>
                  </a:extLst>
                </p:cNvPr>
                <p:cNvSpPr/>
                <p:nvPr/>
              </p:nvSpPr>
              <p:spPr>
                <a:xfrm>
                  <a:off x="2212103" y="1936349"/>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18</a:t>
                  </a:r>
                  <a:endParaRPr lang="en-US" sz="992">
                    <a:ln w="0">
                      <a:noFill/>
                    </a:ln>
                  </a:endParaRPr>
                </a:p>
              </p:txBody>
            </p:sp>
            <p:sp>
              <p:nvSpPr>
                <p:cNvPr id="6047" name="Rectangle 6046">
                  <a:extLst>
                    <a:ext uri="{FF2B5EF4-FFF2-40B4-BE49-F238E27FC236}">
                      <a16:creationId xmlns:a16="http://schemas.microsoft.com/office/drawing/2014/main" id="{B3FC7DCF-32FF-14A3-77AB-55353EF17BE1}"/>
                    </a:ext>
                  </a:extLst>
                </p:cNvPr>
                <p:cNvSpPr/>
                <p:nvPr/>
              </p:nvSpPr>
              <p:spPr>
                <a:xfrm>
                  <a:off x="2228743" y="2450171"/>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14</a:t>
                  </a:r>
                  <a:endParaRPr lang="en-US" sz="992">
                    <a:ln w="0">
                      <a:noFill/>
                    </a:ln>
                  </a:endParaRPr>
                </a:p>
              </p:txBody>
            </p:sp>
            <p:sp>
              <p:nvSpPr>
                <p:cNvPr id="6048" name="Rectangle 6047">
                  <a:extLst>
                    <a:ext uri="{FF2B5EF4-FFF2-40B4-BE49-F238E27FC236}">
                      <a16:creationId xmlns:a16="http://schemas.microsoft.com/office/drawing/2014/main" id="{924C0216-67C3-5C17-22DA-1AF54D199BC4}"/>
                    </a:ext>
                  </a:extLst>
                </p:cNvPr>
                <p:cNvSpPr/>
                <p:nvPr/>
              </p:nvSpPr>
              <p:spPr>
                <a:xfrm>
                  <a:off x="2787841" y="2694470"/>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16</a:t>
                  </a:r>
                  <a:endParaRPr lang="en-US" sz="992">
                    <a:ln w="0">
                      <a:noFill/>
                    </a:ln>
                  </a:endParaRPr>
                </a:p>
              </p:txBody>
            </p:sp>
            <p:sp>
              <p:nvSpPr>
                <p:cNvPr id="6049" name="Rectangle 6048">
                  <a:extLst>
                    <a:ext uri="{FF2B5EF4-FFF2-40B4-BE49-F238E27FC236}">
                      <a16:creationId xmlns:a16="http://schemas.microsoft.com/office/drawing/2014/main" id="{C7DC6AE4-D62A-7A09-DC16-9AE13B761992}"/>
                    </a:ext>
                  </a:extLst>
                </p:cNvPr>
                <p:cNvSpPr/>
                <p:nvPr/>
              </p:nvSpPr>
              <p:spPr>
                <a:xfrm>
                  <a:off x="2496157" y="3099216"/>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23</a:t>
                  </a:r>
                  <a:endParaRPr lang="en-US" sz="992">
                    <a:ln w="0">
                      <a:noFill/>
                    </a:ln>
                  </a:endParaRPr>
                </a:p>
              </p:txBody>
            </p:sp>
            <p:sp>
              <p:nvSpPr>
                <p:cNvPr id="6050" name="Rectangle 6049">
                  <a:extLst>
                    <a:ext uri="{FF2B5EF4-FFF2-40B4-BE49-F238E27FC236}">
                      <a16:creationId xmlns:a16="http://schemas.microsoft.com/office/drawing/2014/main" id="{7CB7679E-30D8-97B9-3785-5FBE816CFCD7}"/>
                    </a:ext>
                  </a:extLst>
                </p:cNvPr>
                <p:cNvSpPr/>
                <p:nvPr/>
              </p:nvSpPr>
              <p:spPr>
                <a:xfrm>
                  <a:off x="1606086" y="3048338"/>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10</a:t>
                  </a:r>
                  <a:endParaRPr lang="en-US" sz="992">
                    <a:ln w="0">
                      <a:noFill/>
                    </a:ln>
                  </a:endParaRPr>
                </a:p>
              </p:txBody>
            </p:sp>
            <p:sp>
              <p:nvSpPr>
                <p:cNvPr id="6051" name="Rectangle 6050">
                  <a:extLst>
                    <a:ext uri="{FF2B5EF4-FFF2-40B4-BE49-F238E27FC236}">
                      <a16:creationId xmlns:a16="http://schemas.microsoft.com/office/drawing/2014/main" id="{0894A645-AFA2-141C-27DC-D16F473B43E9}"/>
                    </a:ext>
                  </a:extLst>
                </p:cNvPr>
                <p:cNvSpPr/>
                <p:nvPr/>
              </p:nvSpPr>
              <p:spPr>
                <a:xfrm>
                  <a:off x="1128415" y="2806473"/>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19</a:t>
                  </a:r>
                  <a:endParaRPr lang="en-US" sz="992">
                    <a:ln w="0">
                      <a:noFill/>
                    </a:ln>
                  </a:endParaRPr>
                </a:p>
              </p:txBody>
            </p:sp>
            <p:sp>
              <p:nvSpPr>
                <p:cNvPr id="6052" name="Rectangle 6051">
                  <a:extLst>
                    <a:ext uri="{FF2B5EF4-FFF2-40B4-BE49-F238E27FC236}">
                      <a16:creationId xmlns:a16="http://schemas.microsoft.com/office/drawing/2014/main" id="{CD756C9A-9778-5DDD-0E98-D772E9502763}"/>
                    </a:ext>
                  </a:extLst>
                </p:cNvPr>
                <p:cNvSpPr/>
                <p:nvPr/>
              </p:nvSpPr>
              <p:spPr>
                <a:xfrm>
                  <a:off x="650533" y="1322472"/>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17</a:t>
                  </a:r>
                  <a:endParaRPr lang="en-US" sz="992">
                    <a:ln w="0">
                      <a:noFill/>
                    </a:ln>
                  </a:endParaRPr>
                </a:p>
              </p:txBody>
            </p:sp>
            <p:sp>
              <p:nvSpPr>
                <p:cNvPr id="6053" name="Rectangle 6052">
                  <a:extLst>
                    <a:ext uri="{FF2B5EF4-FFF2-40B4-BE49-F238E27FC236}">
                      <a16:creationId xmlns:a16="http://schemas.microsoft.com/office/drawing/2014/main" id="{CCB9A53E-7D86-D5E0-4A34-B2B44245BE8A}"/>
                    </a:ext>
                  </a:extLst>
                </p:cNvPr>
                <p:cNvSpPr/>
                <p:nvPr/>
              </p:nvSpPr>
              <p:spPr>
                <a:xfrm>
                  <a:off x="487798" y="739957"/>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11</a:t>
                  </a:r>
                  <a:endParaRPr lang="en-US" sz="992">
                    <a:ln w="0">
                      <a:noFill/>
                    </a:ln>
                  </a:endParaRPr>
                </a:p>
              </p:txBody>
            </p:sp>
            <p:sp>
              <p:nvSpPr>
                <p:cNvPr id="6054" name="Rectangle 6053">
                  <a:extLst>
                    <a:ext uri="{FF2B5EF4-FFF2-40B4-BE49-F238E27FC236}">
                      <a16:creationId xmlns:a16="http://schemas.microsoft.com/office/drawing/2014/main" id="{8AAC76C4-714B-2ADF-558E-3609E670D57D}"/>
                    </a:ext>
                  </a:extLst>
                </p:cNvPr>
                <p:cNvSpPr/>
                <p:nvPr/>
              </p:nvSpPr>
              <p:spPr>
                <a:xfrm>
                  <a:off x="1824204" y="2645376"/>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20</a:t>
                  </a:r>
                  <a:endParaRPr lang="en-US" sz="992">
                    <a:ln w="0">
                      <a:noFill/>
                    </a:ln>
                  </a:endParaRPr>
                </a:p>
              </p:txBody>
            </p:sp>
            <p:sp>
              <p:nvSpPr>
                <p:cNvPr id="6055" name="Rectangle 6054">
                  <a:extLst>
                    <a:ext uri="{FF2B5EF4-FFF2-40B4-BE49-F238E27FC236}">
                      <a16:creationId xmlns:a16="http://schemas.microsoft.com/office/drawing/2014/main" id="{13DBE932-90B1-E607-0A6D-91C790F547EB}"/>
                    </a:ext>
                  </a:extLst>
                </p:cNvPr>
                <p:cNvSpPr/>
                <p:nvPr/>
              </p:nvSpPr>
              <p:spPr>
                <a:xfrm>
                  <a:off x="2630608" y="1826044"/>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8</a:t>
                  </a:r>
                  <a:endParaRPr lang="en-US" sz="992">
                    <a:ln w="0">
                      <a:noFill/>
                    </a:ln>
                  </a:endParaRPr>
                </a:p>
              </p:txBody>
            </p:sp>
            <p:sp>
              <p:nvSpPr>
                <p:cNvPr id="6056" name="Rectangle 6055">
                  <a:extLst>
                    <a:ext uri="{FF2B5EF4-FFF2-40B4-BE49-F238E27FC236}">
                      <a16:creationId xmlns:a16="http://schemas.microsoft.com/office/drawing/2014/main" id="{72EC7B88-11AC-C077-152D-50256D06D154}"/>
                    </a:ext>
                  </a:extLst>
                </p:cNvPr>
                <p:cNvSpPr/>
                <p:nvPr/>
              </p:nvSpPr>
              <p:spPr>
                <a:xfrm>
                  <a:off x="2528545" y="1321931"/>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7</a:t>
                  </a:r>
                  <a:endParaRPr lang="en-US" sz="992">
                    <a:ln w="0">
                      <a:noFill/>
                    </a:ln>
                  </a:endParaRPr>
                </a:p>
              </p:txBody>
            </p:sp>
            <p:sp>
              <p:nvSpPr>
                <p:cNvPr id="6057" name="Rectangle 6056">
                  <a:extLst>
                    <a:ext uri="{FF2B5EF4-FFF2-40B4-BE49-F238E27FC236}">
                      <a16:creationId xmlns:a16="http://schemas.microsoft.com/office/drawing/2014/main" id="{26D6BD15-34A1-3091-DAE1-0C63B781E279}"/>
                    </a:ext>
                  </a:extLst>
                </p:cNvPr>
                <p:cNvSpPr/>
                <p:nvPr/>
              </p:nvSpPr>
              <p:spPr>
                <a:xfrm>
                  <a:off x="2561923" y="914155"/>
                  <a:ext cx="31649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4</a:t>
                  </a:r>
                  <a:endParaRPr lang="en-US" sz="992">
                    <a:ln w="0">
                      <a:noFill/>
                    </a:ln>
                  </a:endParaRPr>
                </a:p>
              </p:txBody>
            </p:sp>
            <p:sp>
              <p:nvSpPr>
                <p:cNvPr id="6058" name="Rectangle 6057">
                  <a:extLst>
                    <a:ext uri="{FF2B5EF4-FFF2-40B4-BE49-F238E27FC236}">
                      <a16:creationId xmlns:a16="http://schemas.microsoft.com/office/drawing/2014/main" id="{DF013649-A667-A338-7433-0BDDE12FEB7A}"/>
                    </a:ext>
                  </a:extLst>
                </p:cNvPr>
                <p:cNvSpPr/>
                <p:nvPr/>
              </p:nvSpPr>
              <p:spPr>
                <a:xfrm>
                  <a:off x="1097002" y="1239489"/>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25</a:t>
                  </a:r>
                  <a:endParaRPr lang="en-US" sz="992">
                    <a:ln w="0">
                      <a:noFill/>
                    </a:ln>
                  </a:endParaRPr>
                </a:p>
              </p:txBody>
            </p:sp>
            <p:sp>
              <p:nvSpPr>
                <p:cNvPr id="6059" name="Rectangle 6058">
                  <a:extLst>
                    <a:ext uri="{FF2B5EF4-FFF2-40B4-BE49-F238E27FC236}">
                      <a16:creationId xmlns:a16="http://schemas.microsoft.com/office/drawing/2014/main" id="{B9AE216B-8AAB-69FE-4FE7-144A272A2BCE}"/>
                    </a:ext>
                  </a:extLst>
                </p:cNvPr>
                <p:cNvSpPr/>
                <p:nvPr/>
              </p:nvSpPr>
              <p:spPr>
                <a:xfrm>
                  <a:off x="1417523" y="818023"/>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26</a:t>
                  </a:r>
                  <a:endParaRPr lang="en-US" sz="992">
                    <a:ln w="0">
                      <a:noFill/>
                    </a:ln>
                  </a:endParaRPr>
                </a:p>
              </p:txBody>
            </p:sp>
            <p:grpSp>
              <p:nvGrpSpPr>
                <p:cNvPr id="6067" name="Group 6066">
                  <a:extLst>
                    <a:ext uri="{FF2B5EF4-FFF2-40B4-BE49-F238E27FC236}">
                      <a16:creationId xmlns:a16="http://schemas.microsoft.com/office/drawing/2014/main" id="{991C699A-7307-463A-3E7E-855F02B0FD0E}"/>
                    </a:ext>
                  </a:extLst>
                </p:cNvPr>
                <p:cNvGrpSpPr/>
                <p:nvPr/>
              </p:nvGrpSpPr>
              <p:grpSpPr>
                <a:xfrm>
                  <a:off x="130104" y="2334165"/>
                  <a:ext cx="841175" cy="814877"/>
                  <a:chOff x="130104" y="2334164"/>
                  <a:chExt cx="841175" cy="814875"/>
                </a:xfrm>
              </p:grpSpPr>
              <p:cxnSp>
                <p:nvCxnSpPr>
                  <p:cNvPr id="6068" name="Straight Arrow Connector 6067">
                    <a:extLst>
                      <a:ext uri="{FF2B5EF4-FFF2-40B4-BE49-F238E27FC236}">
                        <a16:creationId xmlns:a16="http://schemas.microsoft.com/office/drawing/2014/main" id="{B6099FBA-724C-E4E4-A2AF-BEAE7946FFEB}"/>
                      </a:ext>
                    </a:extLst>
                  </p:cNvPr>
                  <p:cNvCxnSpPr/>
                  <p:nvPr/>
                </p:nvCxnSpPr>
                <p:spPr>
                  <a:xfrm>
                    <a:off x="407160" y="2894524"/>
                    <a:ext cx="48254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69" name="Straight Arrow Connector 6068">
                    <a:extLst>
                      <a:ext uri="{FF2B5EF4-FFF2-40B4-BE49-F238E27FC236}">
                        <a16:creationId xmlns:a16="http://schemas.microsoft.com/office/drawing/2014/main" id="{1F156FCA-A76E-ACA9-DC04-CBF68E14D43D}"/>
                      </a:ext>
                    </a:extLst>
                  </p:cNvPr>
                  <p:cNvCxnSpPr>
                    <a:cxnSpLocks/>
                  </p:cNvCxnSpPr>
                  <p:nvPr/>
                </p:nvCxnSpPr>
                <p:spPr>
                  <a:xfrm flipV="1">
                    <a:off x="407160" y="2416459"/>
                    <a:ext cx="0" cy="48463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070" name="Rectangle 6069">
                    <a:extLst>
                      <a:ext uri="{FF2B5EF4-FFF2-40B4-BE49-F238E27FC236}">
                        <a16:creationId xmlns:a16="http://schemas.microsoft.com/office/drawing/2014/main" id="{EF336400-4152-8D4D-06D6-576135CCA5BC}"/>
                      </a:ext>
                    </a:extLst>
                  </p:cNvPr>
                  <p:cNvSpPr/>
                  <p:nvPr/>
                </p:nvSpPr>
                <p:spPr>
                  <a:xfrm>
                    <a:off x="239237" y="2878434"/>
                    <a:ext cx="732042"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UMAP_1</a:t>
                    </a:r>
                    <a:endParaRPr lang="en-US" sz="992">
                      <a:ln w="0">
                        <a:noFill/>
                      </a:ln>
                    </a:endParaRPr>
                  </a:p>
                </p:txBody>
              </p:sp>
              <p:sp>
                <p:nvSpPr>
                  <p:cNvPr id="6071" name="Rectangle 6070">
                    <a:extLst>
                      <a:ext uri="{FF2B5EF4-FFF2-40B4-BE49-F238E27FC236}">
                        <a16:creationId xmlns:a16="http://schemas.microsoft.com/office/drawing/2014/main" id="{EF85E83E-D490-CAC3-02F1-35658D49374E}"/>
                      </a:ext>
                    </a:extLst>
                  </p:cNvPr>
                  <p:cNvSpPr/>
                  <p:nvPr/>
                </p:nvSpPr>
                <p:spPr>
                  <a:xfrm rot="16200000">
                    <a:off x="-100614" y="2564882"/>
                    <a:ext cx="732041"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UMAP_2</a:t>
                    </a:r>
                    <a:endParaRPr lang="en-US" sz="992">
                      <a:ln w="0">
                        <a:noFill/>
                      </a:ln>
                    </a:endParaRPr>
                  </a:p>
                </p:txBody>
              </p:sp>
            </p:grpSp>
            <p:sp>
              <p:nvSpPr>
                <p:cNvPr id="6061" name="Rectangle 6060">
                  <a:extLst>
                    <a:ext uri="{FF2B5EF4-FFF2-40B4-BE49-F238E27FC236}">
                      <a16:creationId xmlns:a16="http://schemas.microsoft.com/office/drawing/2014/main" id="{47FC7924-6697-8E34-1DD7-BC21E9CE1465}"/>
                    </a:ext>
                  </a:extLst>
                </p:cNvPr>
                <p:cNvSpPr/>
                <p:nvPr/>
              </p:nvSpPr>
              <p:spPr>
                <a:xfrm>
                  <a:off x="1295537" y="123820"/>
                  <a:ext cx="383073" cy="270605"/>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13</a:t>
                  </a:r>
                  <a:endParaRPr lang="en-US" sz="992">
                    <a:ln w="0">
                      <a:noFill/>
                    </a:ln>
                  </a:endParaRPr>
                </a:p>
              </p:txBody>
            </p:sp>
          </p:grpSp>
        </p:grpSp>
        <p:sp>
          <p:nvSpPr>
            <p:cNvPr id="6031" name="Rectangle 6030">
              <a:extLst>
                <a:ext uri="{FF2B5EF4-FFF2-40B4-BE49-F238E27FC236}">
                  <a16:creationId xmlns:a16="http://schemas.microsoft.com/office/drawing/2014/main" id="{FFDBCF56-C2FA-4ECE-4DF8-A4E81CF95AE4}"/>
                </a:ext>
              </a:extLst>
            </p:cNvPr>
            <p:cNvSpPr/>
            <p:nvPr/>
          </p:nvSpPr>
          <p:spPr>
            <a:xfrm>
              <a:off x="2700196" y="1104054"/>
              <a:ext cx="336697" cy="237844"/>
            </a:xfrm>
            <a:prstGeom prst="rect">
              <a:avLst/>
            </a:prstGeom>
            <a:noFill/>
            <a:ln>
              <a:noFill/>
            </a:ln>
          </p:spPr>
          <p:txBody>
            <a:bodyPr wrap="none" lIns="86402" tIns="43201" rIns="86402" bIns="43201">
              <a:spAutoFit/>
            </a:bodyPr>
            <a:lstStyle/>
            <a:p>
              <a:pPr algn="ctr"/>
              <a:r>
                <a:rPr lang="en-US" sz="661">
                  <a:ln w="0">
                    <a:noFill/>
                  </a:ln>
                  <a:latin typeface="Arial" panose="020B0604020202020204" pitchFamily="34" charset="0"/>
                  <a:cs typeface="Arial" panose="020B0604020202020204" pitchFamily="34" charset="0"/>
                </a:rPr>
                <a:t>22</a:t>
              </a:r>
              <a:endParaRPr lang="en-US" sz="992">
                <a:ln w="0">
                  <a:noFill/>
                </a:ln>
              </a:endParaRPr>
            </a:p>
          </p:txBody>
        </p:sp>
      </p:grpSp>
      <p:sp>
        <p:nvSpPr>
          <p:cNvPr id="596" name="TextBox 595">
            <a:extLst>
              <a:ext uri="{FF2B5EF4-FFF2-40B4-BE49-F238E27FC236}">
                <a16:creationId xmlns:a16="http://schemas.microsoft.com/office/drawing/2014/main" id="{3866BDA4-EEAF-5D92-2D35-76D4612ECB55}"/>
              </a:ext>
            </a:extLst>
          </p:cNvPr>
          <p:cNvSpPr txBox="1"/>
          <p:nvPr/>
        </p:nvSpPr>
        <p:spPr>
          <a:xfrm>
            <a:off x="3314590" y="121872"/>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B</a:t>
            </a:r>
          </a:p>
        </p:txBody>
      </p:sp>
      <p:sp>
        <p:nvSpPr>
          <p:cNvPr id="12" name="TextBox 11">
            <a:extLst>
              <a:ext uri="{FF2B5EF4-FFF2-40B4-BE49-F238E27FC236}">
                <a16:creationId xmlns:a16="http://schemas.microsoft.com/office/drawing/2014/main" id="{A79BD1DF-48C5-55FE-4996-228903F8FDB9}"/>
              </a:ext>
            </a:extLst>
          </p:cNvPr>
          <p:cNvSpPr txBox="1"/>
          <p:nvPr/>
        </p:nvSpPr>
        <p:spPr>
          <a:xfrm>
            <a:off x="-5283" y="2426605"/>
            <a:ext cx="341760" cy="354071"/>
          </a:xfrm>
          <a:prstGeom prst="rect">
            <a:avLst/>
          </a:prstGeom>
          <a:noFill/>
        </p:spPr>
        <p:txBody>
          <a:bodyPr wrap="none" rtlCol="0">
            <a:spAutoFit/>
          </a:bodyPr>
          <a:lstStyle/>
          <a:p>
            <a:pPr algn="ctr"/>
            <a:r>
              <a:rPr lang="en-US" sz="1701" dirty="0">
                <a:latin typeface="Arial" panose="020B0604020202020204" pitchFamily="34" charset="0"/>
                <a:cs typeface="Arial" panose="020B0604020202020204" pitchFamily="34" charset="0"/>
              </a:rPr>
              <a:t>C</a:t>
            </a:r>
            <a:endParaRPr lang="en-US" sz="3024"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9A2975C4-D001-6814-A7FA-A4DC41A68058}"/>
              </a:ext>
            </a:extLst>
          </p:cNvPr>
          <p:cNvGrpSpPr/>
          <p:nvPr/>
        </p:nvGrpSpPr>
        <p:grpSpPr>
          <a:xfrm>
            <a:off x="64662" y="2471002"/>
            <a:ext cx="3366570" cy="2494394"/>
            <a:chOff x="2809224" y="76572"/>
            <a:chExt cx="3562857" cy="2639829"/>
          </a:xfrm>
        </p:grpSpPr>
        <p:grpSp>
          <p:nvGrpSpPr>
            <p:cNvPr id="12493" name="Group 12492">
              <a:extLst>
                <a:ext uri="{FF2B5EF4-FFF2-40B4-BE49-F238E27FC236}">
                  <a16:creationId xmlns:a16="http://schemas.microsoft.com/office/drawing/2014/main" id="{BA5C99EE-1B4E-8C25-EB8E-8D9A991DCEDA}"/>
                </a:ext>
              </a:extLst>
            </p:cNvPr>
            <p:cNvGrpSpPr/>
            <p:nvPr/>
          </p:nvGrpSpPr>
          <p:grpSpPr>
            <a:xfrm>
              <a:off x="3030500" y="76572"/>
              <a:ext cx="3341581" cy="2639829"/>
              <a:chOff x="3030500" y="76572"/>
              <a:chExt cx="3341581" cy="2639829"/>
            </a:xfrm>
          </p:grpSpPr>
          <p:sp>
            <p:nvSpPr>
              <p:cNvPr id="5" name="Freeform: Shape 4">
                <a:extLst>
                  <a:ext uri="{FF2B5EF4-FFF2-40B4-BE49-F238E27FC236}">
                    <a16:creationId xmlns:a16="http://schemas.microsoft.com/office/drawing/2014/main" id="{28C618C4-BA9C-41ED-A14A-8A59861B38F5}"/>
                  </a:ext>
                </a:extLst>
              </p:cNvPr>
              <p:cNvSpPr/>
              <p:nvPr/>
            </p:nvSpPr>
            <p:spPr>
              <a:xfrm>
                <a:off x="3132006"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6" name="Freeform: Shape 5">
                <a:extLst>
                  <a:ext uri="{FF2B5EF4-FFF2-40B4-BE49-F238E27FC236}">
                    <a16:creationId xmlns:a16="http://schemas.microsoft.com/office/drawing/2014/main" id="{7142A003-4645-B2DE-CD28-47CF1623973A}"/>
                  </a:ext>
                </a:extLst>
              </p:cNvPr>
              <p:cNvSpPr/>
              <p:nvPr/>
            </p:nvSpPr>
            <p:spPr>
              <a:xfrm>
                <a:off x="3132006"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 name="Freeform: Shape 6">
                <a:extLst>
                  <a:ext uri="{FF2B5EF4-FFF2-40B4-BE49-F238E27FC236}">
                    <a16:creationId xmlns:a16="http://schemas.microsoft.com/office/drawing/2014/main" id="{F115E033-8D0A-D26B-5444-67080A7C5186}"/>
                  </a:ext>
                </a:extLst>
              </p:cNvPr>
              <p:cNvSpPr/>
              <p:nvPr/>
            </p:nvSpPr>
            <p:spPr>
              <a:xfrm>
                <a:off x="3132006"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8" name="Freeform: Shape 7">
                <a:extLst>
                  <a:ext uri="{FF2B5EF4-FFF2-40B4-BE49-F238E27FC236}">
                    <a16:creationId xmlns:a16="http://schemas.microsoft.com/office/drawing/2014/main" id="{D8A9A3F3-28FB-449C-2460-C7E6C70C766B}"/>
                  </a:ext>
                </a:extLst>
              </p:cNvPr>
              <p:cNvSpPr/>
              <p:nvPr/>
            </p:nvSpPr>
            <p:spPr>
              <a:xfrm>
                <a:off x="3132006"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9" name="Freeform: Shape 8">
                <a:extLst>
                  <a:ext uri="{FF2B5EF4-FFF2-40B4-BE49-F238E27FC236}">
                    <a16:creationId xmlns:a16="http://schemas.microsoft.com/office/drawing/2014/main" id="{782F6E96-62BC-AC48-B5D1-DE170D147B43}"/>
                  </a:ext>
                </a:extLst>
              </p:cNvPr>
              <p:cNvSpPr/>
              <p:nvPr/>
            </p:nvSpPr>
            <p:spPr>
              <a:xfrm>
                <a:off x="3132006"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0" name="Freeform: Shape 9">
                <a:extLst>
                  <a:ext uri="{FF2B5EF4-FFF2-40B4-BE49-F238E27FC236}">
                    <a16:creationId xmlns:a16="http://schemas.microsoft.com/office/drawing/2014/main" id="{1645C29C-8529-98B1-6FEB-7972AD93DF9A}"/>
                  </a:ext>
                </a:extLst>
              </p:cNvPr>
              <p:cNvSpPr/>
              <p:nvPr/>
            </p:nvSpPr>
            <p:spPr>
              <a:xfrm>
                <a:off x="3132006"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 name="Freeform: Shape 10">
                <a:extLst>
                  <a:ext uri="{FF2B5EF4-FFF2-40B4-BE49-F238E27FC236}">
                    <a16:creationId xmlns:a16="http://schemas.microsoft.com/office/drawing/2014/main" id="{577784BC-6290-D6C2-3504-9158B7FDECE6}"/>
                  </a:ext>
                </a:extLst>
              </p:cNvPr>
              <p:cNvSpPr/>
              <p:nvPr/>
            </p:nvSpPr>
            <p:spPr>
              <a:xfrm>
                <a:off x="3132006"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3" name="Freeform: Shape 12">
                <a:extLst>
                  <a:ext uri="{FF2B5EF4-FFF2-40B4-BE49-F238E27FC236}">
                    <a16:creationId xmlns:a16="http://schemas.microsoft.com/office/drawing/2014/main" id="{6C2BDBE4-B311-4C99-6124-68E964753052}"/>
                  </a:ext>
                </a:extLst>
              </p:cNvPr>
              <p:cNvSpPr/>
              <p:nvPr/>
            </p:nvSpPr>
            <p:spPr>
              <a:xfrm>
                <a:off x="3132006"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4" name="Freeform: Shape 13">
                <a:extLst>
                  <a:ext uri="{FF2B5EF4-FFF2-40B4-BE49-F238E27FC236}">
                    <a16:creationId xmlns:a16="http://schemas.microsoft.com/office/drawing/2014/main" id="{B8CFB9F6-F9A0-1DFC-731F-B505E6104C5A}"/>
                  </a:ext>
                </a:extLst>
              </p:cNvPr>
              <p:cNvSpPr/>
              <p:nvPr/>
            </p:nvSpPr>
            <p:spPr>
              <a:xfrm>
                <a:off x="3132006"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5" name="Freeform: Shape 14">
                <a:extLst>
                  <a:ext uri="{FF2B5EF4-FFF2-40B4-BE49-F238E27FC236}">
                    <a16:creationId xmlns:a16="http://schemas.microsoft.com/office/drawing/2014/main" id="{5B455957-EB7B-80FF-A4C2-D3E7A10ABA22}"/>
                  </a:ext>
                </a:extLst>
              </p:cNvPr>
              <p:cNvSpPr/>
              <p:nvPr/>
            </p:nvSpPr>
            <p:spPr>
              <a:xfrm>
                <a:off x="3132006"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939"/>
              </a:solidFill>
              <a:ln w="2679" cap="rnd">
                <a:solidFill>
                  <a:srgbClr val="999999"/>
                </a:solidFill>
                <a:prstDash val="solid"/>
                <a:round/>
              </a:ln>
            </p:spPr>
            <p:txBody>
              <a:bodyPr/>
              <a:lstStyle/>
              <a:p>
                <a:endParaRPr lang="en-US" sz="1701"/>
              </a:p>
            </p:txBody>
          </p:sp>
          <p:sp>
            <p:nvSpPr>
              <p:cNvPr id="16" name="Freeform: Shape 15">
                <a:extLst>
                  <a:ext uri="{FF2B5EF4-FFF2-40B4-BE49-F238E27FC236}">
                    <a16:creationId xmlns:a16="http://schemas.microsoft.com/office/drawing/2014/main" id="{FAEBBAC8-B89F-204B-E452-621A49041155}"/>
                  </a:ext>
                </a:extLst>
              </p:cNvPr>
              <p:cNvSpPr/>
              <p:nvPr/>
            </p:nvSpPr>
            <p:spPr>
              <a:xfrm>
                <a:off x="3132006"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7" name="Freeform: Shape 16">
                <a:extLst>
                  <a:ext uri="{FF2B5EF4-FFF2-40B4-BE49-F238E27FC236}">
                    <a16:creationId xmlns:a16="http://schemas.microsoft.com/office/drawing/2014/main" id="{6424E5F3-363D-6AE6-669F-A02423DA1F3A}"/>
                  </a:ext>
                </a:extLst>
              </p:cNvPr>
              <p:cNvSpPr/>
              <p:nvPr/>
            </p:nvSpPr>
            <p:spPr>
              <a:xfrm>
                <a:off x="3132006"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8" name="Freeform: Shape 17">
                <a:extLst>
                  <a:ext uri="{FF2B5EF4-FFF2-40B4-BE49-F238E27FC236}">
                    <a16:creationId xmlns:a16="http://schemas.microsoft.com/office/drawing/2014/main" id="{6464F2F8-C0B6-4651-5680-8D2BC3AD765C}"/>
                  </a:ext>
                </a:extLst>
              </p:cNvPr>
              <p:cNvSpPr/>
              <p:nvPr/>
            </p:nvSpPr>
            <p:spPr>
              <a:xfrm>
                <a:off x="3132006"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9" name="Freeform: Shape 18">
                <a:extLst>
                  <a:ext uri="{FF2B5EF4-FFF2-40B4-BE49-F238E27FC236}">
                    <a16:creationId xmlns:a16="http://schemas.microsoft.com/office/drawing/2014/main" id="{83E04071-410E-33E5-29F1-51DDFFD84AC0}"/>
                  </a:ext>
                </a:extLst>
              </p:cNvPr>
              <p:cNvSpPr/>
              <p:nvPr/>
            </p:nvSpPr>
            <p:spPr>
              <a:xfrm>
                <a:off x="3132006"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7900"/>
              </a:solidFill>
              <a:ln w="2679" cap="rnd">
                <a:solidFill>
                  <a:srgbClr val="999999"/>
                </a:solidFill>
                <a:prstDash val="solid"/>
                <a:round/>
              </a:ln>
            </p:spPr>
            <p:txBody>
              <a:bodyPr/>
              <a:lstStyle/>
              <a:p>
                <a:endParaRPr lang="en-US" sz="1701"/>
              </a:p>
            </p:txBody>
          </p:sp>
          <p:sp>
            <p:nvSpPr>
              <p:cNvPr id="20" name="Freeform: Shape 19">
                <a:extLst>
                  <a:ext uri="{FF2B5EF4-FFF2-40B4-BE49-F238E27FC236}">
                    <a16:creationId xmlns:a16="http://schemas.microsoft.com/office/drawing/2014/main" id="{CDA54BEA-5AED-68C4-788D-551208F19422}"/>
                  </a:ext>
                </a:extLst>
              </p:cNvPr>
              <p:cNvSpPr/>
              <p:nvPr/>
            </p:nvSpPr>
            <p:spPr>
              <a:xfrm>
                <a:off x="3132006"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21" name="Freeform: Shape 20">
                <a:extLst>
                  <a:ext uri="{FF2B5EF4-FFF2-40B4-BE49-F238E27FC236}">
                    <a16:creationId xmlns:a16="http://schemas.microsoft.com/office/drawing/2014/main" id="{83AC94E9-47E2-7F4A-E6FD-EC6F59FD4BD7}"/>
                  </a:ext>
                </a:extLst>
              </p:cNvPr>
              <p:cNvSpPr/>
              <p:nvPr/>
            </p:nvSpPr>
            <p:spPr>
              <a:xfrm>
                <a:off x="3132006"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22" name="Freeform: Shape 21">
                <a:extLst>
                  <a:ext uri="{FF2B5EF4-FFF2-40B4-BE49-F238E27FC236}">
                    <a16:creationId xmlns:a16="http://schemas.microsoft.com/office/drawing/2014/main" id="{BEE29AC2-553B-8CEF-5261-3B4A8E9CF170}"/>
                  </a:ext>
                </a:extLst>
              </p:cNvPr>
              <p:cNvSpPr/>
              <p:nvPr/>
            </p:nvSpPr>
            <p:spPr>
              <a:xfrm>
                <a:off x="3132006"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23" name="Freeform: Shape 22">
                <a:extLst>
                  <a:ext uri="{FF2B5EF4-FFF2-40B4-BE49-F238E27FC236}">
                    <a16:creationId xmlns:a16="http://schemas.microsoft.com/office/drawing/2014/main" id="{E6FE7F52-CEF4-FA36-628B-52378B8929EB}"/>
                  </a:ext>
                </a:extLst>
              </p:cNvPr>
              <p:cNvSpPr/>
              <p:nvPr/>
            </p:nvSpPr>
            <p:spPr>
              <a:xfrm>
                <a:off x="3132006"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24" name="Freeform: Shape 23">
                <a:extLst>
                  <a:ext uri="{FF2B5EF4-FFF2-40B4-BE49-F238E27FC236}">
                    <a16:creationId xmlns:a16="http://schemas.microsoft.com/office/drawing/2014/main" id="{BABE5F89-55E8-F8EF-2449-50864BFD8F14}"/>
                  </a:ext>
                </a:extLst>
              </p:cNvPr>
              <p:cNvSpPr/>
              <p:nvPr/>
            </p:nvSpPr>
            <p:spPr>
              <a:xfrm>
                <a:off x="3132006"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25" name="Freeform: Shape 24">
                <a:extLst>
                  <a:ext uri="{FF2B5EF4-FFF2-40B4-BE49-F238E27FC236}">
                    <a16:creationId xmlns:a16="http://schemas.microsoft.com/office/drawing/2014/main" id="{44DED0BB-1104-D83B-1E27-381BC6136116}"/>
                  </a:ext>
                </a:extLst>
              </p:cNvPr>
              <p:cNvSpPr/>
              <p:nvPr/>
            </p:nvSpPr>
            <p:spPr>
              <a:xfrm>
                <a:off x="3132006"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26" name="Freeform: Shape 25">
                <a:extLst>
                  <a:ext uri="{FF2B5EF4-FFF2-40B4-BE49-F238E27FC236}">
                    <a16:creationId xmlns:a16="http://schemas.microsoft.com/office/drawing/2014/main" id="{4DB35FAD-4CB7-7CF6-F4E0-0E2BEFC4D51E}"/>
                  </a:ext>
                </a:extLst>
              </p:cNvPr>
              <p:cNvSpPr/>
              <p:nvPr/>
            </p:nvSpPr>
            <p:spPr>
              <a:xfrm>
                <a:off x="3132006"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27" name="Freeform: Shape 26">
                <a:extLst>
                  <a:ext uri="{FF2B5EF4-FFF2-40B4-BE49-F238E27FC236}">
                    <a16:creationId xmlns:a16="http://schemas.microsoft.com/office/drawing/2014/main" id="{DCB59B2F-D41B-D757-4C9A-38DB6A27F848}"/>
                  </a:ext>
                </a:extLst>
              </p:cNvPr>
              <p:cNvSpPr/>
              <p:nvPr/>
            </p:nvSpPr>
            <p:spPr>
              <a:xfrm>
                <a:off x="3132006"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28" name="Freeform: Shape 27">
                <a:extLst>
                  <a:ext uri="{FF2B5EF4-FFF2-40B4-BE49-F238E27FC236}">
                    <a16:creationId xmlns:a16="http://schemas.microsoft.com/office/drawing/2014/main" id="{23933F54-558D-5AFC-523B-81880367CBB5}"/>
                  </a:ext>
                </a:extLst>
              </p:cNvPr>
              <p:cNvSpPr/>
              <p:nvPr/>
            </p:nvSpPr>
            <p:spPr>
              <a:xfrm>
                <a:off x="3132006"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29" name="Freeform: Shape 28">
                <a:extLst>
                  <a:ext uri="{FF2B5EF4-FFF2-40B4-BE49-F238E27FC236}">
                    <a16:creationId xmlns:a16="http://schemas.microsoft.com/office/drawing/2014/main" id="{EE3D9310-2645-BBB9-6498-20EBEFAA5D99}"/>
                  </a:ext>
                </a:extLst>
              </p:cNvPr>
              <p:cNvSpPr/>
              <p:nvPr/>
            </p:nvSpPr>
            <p:spPr>
              <a:xfrm>
                <a:off x="3132006"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30" name="Freeform: Shape 29">
                <a:extLst>
                  <a:ext uri="{FF2B5EF4-FFF2-40B4-BE49-F238E27FC236}">
                    <a16:creationId xmlns:a16="http://schemas.microsoft.com/office/drawing/2014/main" id="{F9C74BE1-39B5-EF32-ED79-7128AF1515F8}"/>
                  </a:ext>
                </a:extLst>
              </p:cNvPr>
              <p:cNvSpPr/>
              <p:nvPr/>
            </p:nvSpPr>
            <p:spPr>
              <a:xfrm>
                <a:off x="3132006"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31" name="Freeform: Shape 30">
                <a:extLst>
                  <a:ext uri="{FF2B5EF4-FFF2-40B4-BE49-F238E27FC236}">
                    <a16:creationId xmlns:a16="http://schemas.microsoft.com/office/drawing/2014/main" id="{156AF8C9-7ABB-88EE-C343-46C79CB63502}"/>
                  </a:ext>
                </a:extLst>
              </p:cNvPr>
              <p:cNvSpPr/>
              <p:nvPr/>
            </p:nvSpPr>
            <p:spPr>
              <a:xfrm>
                <a:off x="3132006"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32" name="Freeform: Shape 31">
                <a:extLst>
                  <a:ext uri="{FF2B5EF4-FFF2-40B4-BE49-F238E27FC236}">
                    <a16:creationId xmlns:a16="http://schemas.microsoft.com/office/drawing/2014/main" id="{DDD54E31-58E7-4886-4748-FBC1CBC68E27}"/>
                  </a:ext>
                </a:extLst>
              </p:cNvPr>
              <p:cNvSpPr/>
              <p:nvPr/>
            </p:nvSpPr>
            <p:spPr>
              <a:xfrm>
                <a:off x="3132006"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33" name="Freeform: Shape 32">
                <a:extLst>
                  <a:ext uri="{FF2B5EF4-FFF2-40B4-BE49-F238E27FC236}">
                    <a16:creationId xmlns:a16="http://schemas.microsoft.com/office/drawing/2014/main" id="{120490B5-FAC1-813C-1F3C-1AA949B4323A}"/>
                  </a:ext>
                </a:extLst>
              </p:cNvPr>
              <p:cNvSpPr/>
              <p:nvPr/>
            </p:nvSpPr>
            <p:spPr>
              <a:xfrm>
                <a:off x="3194322"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34" name="Freeform: Shape 33">
                <a:extLst>
                  <a:ext uri="{FF2B5EF4-FFF2-40B4-BE49-F238E27FC236}">
                    <a16:creationId xmlns:a16="http://schemas.microsoft.com/office/drawing/2014/main" id="{D9944137-86CD-4255-15AC-DF0354F8FC19}"/>
                  </a:ext>
                </a:extLst>
              </p:cNvPr>
              <p:cNvSpPr/>
              <p:nvPr/>
            </p:nvSpPr>
            <p:spPr>
              <a:xfrm>
                <a:off x="3194322"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35" name="Freeform: Shape 34">
                <a:extLst>
                  <a:ext uri="{FF2B5EF4-FFF2-40B4-BE49-F238E27FC236}">
                    <a16:creationId xmlns:a16="http://schemas.microsoft.com/office/drawing/2014/main" id="{5796654A-48CF-81C0-C0D9-B3102869FA45}"/>
                  </a:ext>
                </a:extLst>
              </p:cNvPr>
              <p:cNvSpPr/>
              <p:nvPr/>
            </p:nvSpPr>
            <p:spPr>
              <a:xfrm>
                <a:off x="3194322"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36" name="Freeform: Shape 35">
                <a:extLst>
                  <a:ext uri="{FF2B5EF4-FFF2-40B4-BE49-F238E27FC236}">
                    <a16:creationId xmlns:a16="http://schemas.microsoft.com/office/drawing/2014/main" id="{13D391EA-6613-FAB1-F671-436BF8EFCA9C}"/>
                  </a:ext>
                </a:extLst>
              </p:cNvPr>
              <p:cNvSpPr/>
              <p:nvPr/>
            </p:nvSpPr>
            <p:spPr>
              <a:xfrm>
                <a:off x="3194322"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37" name="Freeform: Shape 36">
                <a:extLst>
                  <a:ext uri="{FF2B5EF4-FFF2-40B4-BE49-F238E27FC236}">
                    <a16:creationId xmlns:a16="http://schemas.microsoft.com/office/drawing/2014/main" id="{B313AEE1-2A8C-30E4-D535-227D01379A00}"/>
                  </a:ext>
                </a:extLst>
              </p:cNvPr>
              <p:cNvSpPr/>
              <p:nvPr/>
            </p:nvSpPr>
            <p:spPr>
              <a:xfrm>
                <a:off x="3194322"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38" name="Freeform: Shape 37">
                <a:extLst>
                  <a:ext uri="{FF2B5EF4-FFF2-40B4-BE49-F238E27FC236}">
                    <a16:creationId xmlns:a16="http://schemas.microsoft.com/office/drawing/2014/main" id="{A0570C02-2C96-86E9-5EB8-813B509D23A8}"/>
                  </a:ext>
                </a:extLst>
              </p:cNvPr>
              <p:cNvSpPr/>
              <p:nvPr/>
            </p:nvSpPr>
            <p:spPr>
              <a:xfrm>
                <a:off x="3194322"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39" name="Freeform: Shape 38">
                <a:extLst>
                  <a:ext uri="{FF2B5EF4-FFF2-40B4-BE49-F238E27FC236}">
                    <a16:creationId xmlns:a16="http://schemas.microsoft.com/office/drawing/2014/main" id="{6DC91385-34F1-2136-39F1-85D6606153B6}"/>
                  </a:ext>
                </a:extLst>
              </p:cNvPr>
              <p:cNvSpPr/>
              <p:nvPr/>
            </p:nvSpPr>
            <p:spPr>
              <a:xfrm>
                <a:off x="3194322"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F77"/>
              </a:solidFill>
              <a:ln w="2679" cap="rnd">
                <a:solidFill>
                  <a:srgbClr val="999999"/>
                </a:solidFill>
                <a:prstDash val="solid"/>
                <a:round/>
              </a:ln>
            </p:spPr>
            <p:txBody>
              <a:bodyPr/>
              <a:lstStyle/>
              <a:p>
                <a:endParaRPr lang="en-US" sz="1701"/>
              </a:p>
            </p:txBody>
          </p:sp>
          <p:sp>
            <p:nvSpPr>
              <p:cNvPr id="40" name="Freeform: Shape 39">
                <a:extLst>
                  <a:ext uri="{FF2B5EF4-FFF2-40B4-BE49-F238E27FC236}">
                    <a16:creationId xmlns:a16="http://schemas.microsoft.com/office/drawing/2014/main" id="{025AAE52-737D-3BF2-8E15-EC045F91DDB7}"/>
                  </a:ext>
                </a:extLst>
              </p:cNvPr>
              <p:cNvSpPr/>
              <p:nvPr/>
            </p:nvSpPr>
            <p:spPr>
              <a:xfrm>
                <a:off x="3194322"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939"/>
              </a:solidFill>
              <a:ln w="2679" cap="rnd">
                <a:solidFill>
                  <a:srgbClr val="999999"/>
                </a:solidFill>
                <a:prstDash val="solid"/>
                <a:round/>
              </a:ln>
            </p:spPr>
            <p:txBody>
              <a:bodyPr/>
              <a:lstStyle/>
              <a:p>
                <a:endParaRPr lang="en-US" sz="1701"/>
              </a:p>
            </p:txBody>
          </p:sp>
          <p:sp>
            <p:nvSpPr>
              <p:cNvPr id="41" name="Freeform: Shape 40">
                <a:extLst>
                  <a:ext uri="{FF2B5EF4-FFF2-40B4-BE49-F238E27FC236}">
                    <a16:creationId xmlns:a16="http://schemas.microsoft.com/office/drawing/2014/main" id="{4805D9F9-CDB1-D432-F641-916F8B47C0FA}"/>
                  </a:ext>
                </a:extLst>
              </p:cNvPr>
              <p:cNvSpPr/>
              <p:nvPr/>
            </p:nvSpPr>
            <p:spPr>
              <a:xfrm>
                <a:off x="3194322"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42" name="Freeform: Shape 41">
                <a:extLst>
                  <a:ext uri="{FF2B5EF4-FFF2-40B4-BE49-F238E27FC236}">
                    <a16:creationId xmlns:a16="http://schemas.microsoft.com/office/drawing/2014/main" id="{C82D2604-D2B4-8686-A859-6733D68A834C}"/>
                  </a:ext>
                </a:extLst>
              </p:cNvPr>
              <p:cNvSpPr/>
              <p:nvPr/>
            </p:nvSpPr>
            <p:spPr>
              <a:xfrm>
                <a:off x="3194322"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43" name="Freeform: Shape 42">
                <a:extLst>
                  <a:ext uri="{FF2B5EF4-FFF2-40B4-BE49-F238E27FC236}">
                    <a16:creationId xmlns:a16="http://schemas.microsoft.com/office/drawing/2014/main" id="{5979F149-CB30-D94D-9A46-1C6CE38879EB}"/>
                  </a:ext>
                </a:extLst>
              </p:cNvPr>
              <p:cNvSpPr/>
              <p:nvPr/>
            </p:nvSpPr>
            <p:spPr>
              <a:xfrm>
                <a:off x="3194322"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44" name="Freeform: Shape 43">
                <a:extLst>
                  <a:ext uri="{FF2B5EF4-FFF2-40B4-BE49-F238E27FC236}">
                    <a16:creationId xmlns:a16="http://schemas.microsoft.com/office/drawing/2014/main" id="{8E5470CD-FFAD-D756-FC38-B5E3B98E00F4}"/>
                  </a:ext>
                </a:extLst>
              </p:cNvPr>
              <p:cNvSpPr/>
              <p:nvPr/>
            </p:nvSpPr>
            <p:spPr>
              <a:xfrm>
                <a:off x="3194322"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45" name="Freeform: Shape 44">
                <a:extLst>
                  <a:ext uri="{FF2B5EF4-FFF2-40B4-BE49-F238E27FC236}">
                    <a16:creationId xmlns:a16="http://schemas.microsoft.com/office/drawing/2014/main" id="{23855F96-904E-A7D9-16A9-0A0A5EC0A585}"/>
                  </a:ext>
                </a:extLst>
              </p:cNvPr>
              <p:cNvSpPr/>
              <p:nvPr/>
            </p:nvSpPr>
            <p:spPr>
              <a:xfrm>
                <a:off x="3194322"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8300"/>
              </a:solidFill>
              <a:ln w="2679" cap="rnd">
                <a:solidFill>
                  <a:srgbClr val="999999"/>
                </a:solidFill>
                <a:prstDash val="solid"/>
                <a:round/>
              </a:ln>
            </p:spPr>
            <p:txBody>
              <a:bodyPr/>
              <a:lstStyle/>
              <a:p>
                <a:endParaRPr lang="en-US" sz="1701"/>
              </a:p>
            </p:txBody>
          </p:sp>
          <p:sp>
            <p:nvSpPr>
              <p:cNvPr id="46" name="Freeform: Shape 45">
                <a:extLst>
                  <a:ext uri="{FF2B5EF4-FFF2-40B4-BE49-F238E27FC236}">
                    <a16:creationId xmlns:a16="http://schemas.microsoft.com/office/drawing/2014/main" id="{2D0DFB5D-4468-F244-3B4E-4101CED1848E}"/>
                  </a:ext>
                </a:extLst>
              </p:cNvPr>
              <p:cNvSpPr/>
              <p:nvPr/>
            </p:nvSpPr>
            <p:spPr>
              <a:xfrm>
                <a:off x="3194322"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47" name="Freeform: Shape 46">
                <a:extLst>
                  <a:ext uri="{FF2B5EF4-FFF2-40B4-BE49-F238E27FC236}">
                    <a16:creationId xmlns:a16="http://schemas.microsoft.com/office/drawing/2014/main" id="{25450878-712C-687B-15C2-7DE12DA0A09E}"/>
                  </a:ext>
                </a:extLst>
              </p:cNvPr>
              <p:cNvSpPr/>
              <p:nvPr/>
            </p:nvSpPr>
            <p:spPr>
              <a:xfrm>
                <a:off x="3194322"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48" name="Freeform: Shape 47">
                <a:extLst>
                  <a:ext uri="{FF2B5EF4-FFF2-40B4-BE49-F238E27FC236}">
                    <a16:creationId xmlns:a16="http://schemas.microsoft.com/office/drawing/2014/main" id="{7A7A9B82-5806-A398-9BC3-28382CEC1342}"/>
                  </a:ext>
                </a:extLst>
              </p:cNvPr>
              <p:cNvSpPr/>
              <p:nvPr/>
            </p:nvSpPr>
            <p:spPr>
              <a:xfrm>
                <a:off x="3194322"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49" name="Freeform: Shape 48">
                <a:extLst>
                  <a:ext uri="{FF2B5EF4-FFF2-40B4-BE49-F238E27FC236}">
                    <a16:creationId xmlns:a16="http://schemas.microsoft.com/office/drawing/2014/main" id="{956C22F3-71D8-3ED5-0BCE-9C0CE303A244}"/>
                  </a:ext>
                </a:extLst>
              </p:cNvPr>
              <p:cNvSpPr/>
              <p:nvPr/>
            </p:nvSpPr>
            <p:spPr>
              <a:xfrm>
                <a:off x="3194322"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50" name="Freeform: Shape 49">
                <a:extLst>
                  <a:ext uri="{FF2B5EF4-FFF2-40B4-BE49-F238E27FC236}">
                    <a16:creationId xmlns:a16="http://schemas.microsoft.com/office/drawing/2014/main" id="{440FB529-41FE-A480-0AF3-E6A189DC6831}"/>
                  </a:ext>
                </a:extLst>
              </p:cNvPr>
              <p:cNvSpPr/>
              <p:nvPr/>
            </p:nvSpPr>
            <p:spPr>
              <a:xfrm>
                <a:off x="3194322"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51" name="Freeform: Shape 50">
                <a:extLst>
                  <a:ext uri="{FF2B5EF4-FFF2-40B4-BE49-F238E27FC236}">
                    <a16:creationId xmlns:a16="http://schemas.microsoft.com/office/drawing/2014/main" id="{E31F852A-6247-A205-07B6-C1EFAF0A0DD6}"/>
                  </a:ext>
                </a:extLst>
              </p:cNvPr>
              <p:cNvSpPr/>
              <p:nvPr/>
            </p:nvSpPr>
            <p:spPr>
              <a:xfrm>
                <a:off x="3194322"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52" name="Freeform: Shape 51">
                <a:extLst>
                  <a:ext uri="{FF2B5EF4-FFF2-40B4-BE49-F238E27FC236}">
                    <a16:creationId xmlns:a16="http://schemas.microsoft.com/office/drawing/2014/main" id="{FFE8559D-907B-34A6-AC80-6B64C84501F5}"/>
                  </a:ext>
                </a:extLst>
              </p:cNvPr>
              <p:cNvSpPr/>
              <p:nvPr/>
            </p:nvSpPr>
            <p:spPr>
              <a:xfrm>
                <a:off x="3194322"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53" name="Freeform: Shape 52">
                <a:extLst>
                  <a:ext uri="{FF2B5EF4-FFF2-40B4-BE49-F238E27FC236}">
                    <a16:creationId xmlns:a16="http://schemas.microsoft.com/office/drawing/2014/main" id="{CEB36E15-71FA-15EB-8C3E-EBC50BD2C8BF}"/>
                  </a:ext>
                </a:extLst>
              </p:cNvPr>
              <p:cNvSpPr/>
              <p:nvPr/>
            </p:nvSpPr>
            <p:spPr>
              <a:xfrm>
                <a:off x="3194322"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54" name="Freeform: Shape 53">
                <a:extLst>
                  <a:ext uri="{FF2B5EF4-FFF2-40B4-BE49-F238E27FC236}">
                    <a16:creationId xmlns:a16="http://schemas.microsoft.com/office/drawing/2014/main" id="{C8955AD1-3F3D-2DEA-B739-1443FDEAB4F9}"/>
                  </a:ext>
                </a:extLst>
              </p:cNvPr>
              <p:cNvSpPr/>
              <p:nvPr/>
            </p:nvSpPr>
            <p:spPr>
              <a:xfrm>
                <a:off x="3194322"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55" name="Freeform: Shape 54">
                <a:extLst>
                  <a:ext uri="{FF2B5EF4-FFF2-40B4-BE49-F238E27FC236}">
                    <a16:creationId xmlns:a16="http://schemas.microsoft.com/office/drawing/2014/main" id="{BD1814D3-B937-B724-D71C-F4EAE87B2459}"/>
                  </a:ext>
                </a:extLst>
              </p:cNvPr>
              <p:cNvSpPr/>
              <p:nvPr/>
            </p:nvSpPr>
            <p:spPr>
              <a:xfrm>
                <a:off x="3194322"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56" name="Freeform: Shape 55">
                <a:extLst>
                  <a:ext uri="{FF2B5EF4-FFF2-40B4-BE49-F238E27FC236}">
                    <a16:creationId xmlns:a16="http://schemas.microsoft.com/office/drawing/2014/main" id="{A8D01F60-389F-1664-DB30-7FDB924D90B0}"/>
                  </a:ext>
                </a:extLst>
              </p:cNvPr>
              <p:cNvSpPr/>
              <p:nvPr/>
            </p:nvSpPr>
            <p:spPr>
              <a:xfrm>
                <a:off x="3194322"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7" name="Freeform: Shape 56">
                <a:extLst>
                  <a:ext uri="{FF2B5EF4-FFF2-40B4-BE49-F238E27FC236}">
                    <a16:creationId xmlns:a16="http://schemas.microsoft.com/office/drawing/2014/main" id="{DB77733C-333D-A12C-DE91-BCCDB65D2AB8}"/>
                  </a:ext>
                </a:extLst>
              </p:cNvPr>
              <p:cNvSpPr/>
              <p:nvPr/>
            </p:nvSpPr>
            <p:spPr>
              <a:xfrm>
                <a:off x="3194322"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58" name="Freeform: Shape 57">
                <a:extLst>
                  <a:ext uri="{FF2B5EF4-FFF2-40B4-BE49-F238E27FC236}">
                    <a16:creationId xmlns:a16="http://schemas.microsoft.com/office/drawing/2014/main" id="{45FE2C83-75E5-30C1-D05D-ED653DD86ED4}"/>
                  </a:ext>
                </a:extLst>
              </p:cNvPr>
              <p:cNvSpPr/>
              <p:nvPr/>
            </p:nvSpPr>
            <p:spPr>
              <a:xfrm>
                <a:off x="3194322"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59" name="Freeform: Shape 58">
                <a:extLst>
                  <a:ext uri="{FF2B5EF4-FFF2-40B4-BE49-F238E27FC236}">
                    <a16:creationId xmlns:a16="http://schemas.microsoft.com/office/drawing/2014/main" id="{DAA765FF-E2BA-2505-1F13-75ADFC9AB8C3}"/>
                  </a:ext>
                </a:extLst>
              </p:cNvPr>
              <p:cNvSpPr/>
              <p:nvPr/>
            </p:nvSpPr>
            <p:spPr>
              <a:xfrm>
                <a:off x="3194322"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60" name="Freeform: Shape 59">
                <a:extLst>
                  <a:ext uri="{FF2B5EF4-FFF2-40B4-BE49-F238E27FC236}">
                    <a16:creationId xmlns:a16="http://schemas.microsoft.com/office/drawing/2014/main" id="{D1047773-0C3F-E44B-CD8B-91A4B55323F5}"/>
                  </a:ext>
                </a:extLst>
              </p:cNvPr>
              <p:cNvSpPr/>
              <p:nvPr/>
            </p:nvSpPr>
            <p:spPr>
              <a:xfrm>
                <a:off x="3256557"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61" name="Freeform: Shape 60">
                <a:extLst>
                  <a:ext uri="{FF2B5EF4-FFF2-40B4-BE49-F238E27FC236}">
                    <a16:creationId xmlns:a16="http://schemas.microsoft.com/office/drawing/2014/main" id="{BEBBE8B1-B677-8F2F-5AB6-0E148447F9D5}"/>
                  </a:ext>
                </a:extLst>
              </p:cNvPr>
              <p:cNvSpPr/>
              <p:nvPr/>
            </p:nvSpPr>
            <p:spPr>
              <a:xfrm>
                <a:off x="3256557"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2" name="Freeform: Shape 61">
                <a:extLst>
                  <a:ext uri="{FF2B5EF4-FFF2-40B4-BE49-F238E27FC236}">
                    <a16:creationId xmlns:a16="http://schemas.microsoft.com/office/drawing/2014/main" id="{3DB6D533-B64B-5070-FC5F-86D94CE4BF1C}"/>
                  </a:ext>
                </a:extLst>
              </p:cNvPr>
              <p:cNvSpPr/>
              <p:nvPr/>
            </p:nvSpPr>
            <p:spPr>
              <a:xfrm>
                <a:off x="3256557"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63" name="Freeform: Shape 62">
                <a:extLst>
                  <a:ext uri="{FF2B5EF4-FFF2-40B4-BE49-F238E27FC236}">
                    <a16:creationId xmlns:a16="http://schemas.microsoft.com/office/drawing/2014/main" id="{A66046A8-84CA-3044-0D77-C15A1B1D1829}"/>
                  </a:ext>
                </a:extLst>
              </p:cNvPr>
              <p:cNvSpPr/>
              <p:nvPr/>
            </p:nvSpPr>
            <p:spPr>
              <a:xfrm>
                <a:off x="3256557"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9664" name="Freeform: Shape 9663">
                <a:extLst>
                  <a:ext uri="{FF2B5EF4-FFF2-40B4-BE49-F238E27FC236}">
                    <a16:creationId xmlns:a16="http://schemas.microsoft.com/office/drawing/2014/main" id="{C40F9B11-500D-C97C-1E2C-0B0F094401DB}"/>
                  </a:ext>
                </a:extLst>
              </p:cNvPr>
              <p:cNvSpPr/>
              <p:nvPr/>
            </p:nvSpPr>
            <p:spPr>
              <a:xfrm>
                <a:off x="3256557"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9665" name="Freeform: Shape 9664">
                <a:extLst>
                  <a:ext uri="{FF2B5EF4-FFF2-40B4-BE49-F238E27FC236}">
                    <a16:creationId xmlns:a16="http://schemas.microsoft.com/office/drawing/2014/main" id="{6D27C685-DB8C-E16F-7679-682078807015}"/>
                  </a:ext>
                </a:extLst>
              </p:cNvPr>
              <p:cNvSpPr/>
              <p:nvPr/>
            </p:nvSpPr>
            <p:spPr>
              <a:xfrm>
                <a:off x="3256557"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9666" name="Freeform: Shape 9665">
                <a:extLst>
                  <a:ext uri="{FF2B5EF4-FFF2-40B4-BE49-F238E27FC236}">
                    <a16:creationId xmlns:a16="http://schemas.microsoft.com/office/drawing/2014/main" id="{D02CD65F-0501-09BF-ECA7-81EA282C7F63}"/>
                  </a:ext>
                </a:extLst>
              </p:cNvPr>
              <p:cNvSpPr/>
              <p:nvPr/>
            </p:nvSpPr>
            <p:spPr>
              <a:xfrm>
                <a:off x="3256557"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9667" name="Freeform: Shape 9666">
                <a:extLst>
                  <a:ext uri="{FF2B5EF4-FFF2-40B4-BE49-F238E27FC236}">
                    <a16:creationId xmlns:a16="http://schemas.microsoft.com/office/drawing/2014/main" id="{DC091800-D0B5-166F-ABC2-08D801CE6958}"/>
                  </a:ext>
                </a:extLst>
              </p:cNvPr>
              <p:cNvSpPr/>
              <p:nvPr/>
            </p:nvSpPr>
            <p:spPr>
              <a:xfrm>
                <a:off x="3256557"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458"/>
              </a:solidFill>
              <a:ln w="2679" cap="rnd">
                <a:solidFill>
                  <a:srgbClr val="999999"/>
                </a:solidFill>
                <a:prstDash val="solid"/>
                <a:round/>
              </a:ln>
            </p:spPr>
            <p:txBody>
              <a:bodyPr/>
              <a:lstStyle/>
              <a:p>
                <a:endParaRPr lang="en-US" sz="1701"/>
              </a:p>
            </p:txBody>
          </p:sp>
          <p:sp>
            <p:nvSpPr>
              <p:cNvPr id="9668" name="Freeform: Shape 9667">
                <a:extLst>
                  <a:ext uri="{FF2B5EF4-FFF2-40B4-BE49-F238E27FC236}">
                    <a16:creationId xmlns:a16="http://schemas.microsoft.com/office/drawing/2014/main" id="{71EC0BCA-3F67-CB1B-4186-D643D52C51AC}"/>
                  </a:ext>
                </a:extLst>
              </p:cNvPr>
              <p:cNvSpPr/>
              <p:nvPr/>
            </p:nvSpPr>
            <p:spPr>
              <a:xfrm>
                <a:off x="3256557"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9669" name="Freeform: Shape 9668">
                <a:extLst>
                  <a:ext uri="{FF2B5EF4-FFF2-40B4-BE49-F238E27FC236}">
                    <a16:creationId xmlns:a16="http://schemas.microsoft.com/office/drawing/2014/main" id="{3FE069C0-699A-24CD-8AE9-D88D31C26C44}"/>
                  </a:ext>
                </a:extLst>
              </p:cNvPr>
              <p:cNvSpPr/>
              <p:nvPr/>
            </p:nvSpPr>
            <p:spPr>
              <a:xfrm>
                <a:off x="3256557"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9670" name="Freeform: Shape 9669">
                <a:extLst>
                  <a:ext uri="{FF2B5EF4-FFF2-40B4-BE49-F238E27FC236}">
                    <a16:creationId xmlns:a16="http://schemas.microsoft.com/office/drawing/2014/main" id="{4A7C6F91-2BDF-D24D-3C46-0091141B3E1B}"/>
                  </a:ext>
                </a:extLst>
              </p:cNvPr>
              <p:cNvSpPr/>
              <p:nvPr/>
            </p:nvSpPr>
            <p:spPr>
              <a:xfrm>
                <a:off x="3256557"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9671" name="Freeform: Shape 9670">
                <a:extLst>
                  <a:ext uri="{FF2B5EF4-FFF2-40B4-BE49-F238E27FC236}">
                    <a16:creationId xmlns:a16="http://schemas.microsoft.com/office/drawing/2014/main" id="{43D095A2-E0FB-F730-5F30-97B956DF4FEB}"/>
                  </a:ext>
                </a:extLst>
              </p:cNvPr>
              <p:cNvSpPr/>
              <p:nvPr/>
            </p:nvSpPr>
            <p:spPr>
              <a:xfrm>
                <a:off x="3256557"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9672" name="Freeform: Shape 9671">
                <a:extLst>
                  <a:ext uri="{FF2B5EF4-FFF2-40B4-BE49-F238E27FC236}">
                    <a16:creationId xmlns:a16="http://schemas.microsoft.com/office/drawing/2014/main" id="{90397BA6-F65F-C7CB-D1A5-3994B4880531}"/>
                  </a:ext>
                </a:extLst>
              </p:cNvPr>
              <p:cNvSpPr/>
              <p:nvPr/>
            </p:nvSpPr>
            <p:spPr>
              <a:xfrm>
                <a:off x="3256557"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9673" name="Freeform: Shape 9672">
                <a:extLst>
                  <a:ext uri="{FF2B5EF4-FFF2-40B4-BE49-F238E27FC236}">
                    <a16:creationId xmlns:a16="http://schemas.microsoft.com/office/drawing/2014/main" id="{4F46BF45-A389-5FE2-F4F6-17CBA067783D}"/>
                  </a:ext>
                </a:extLst>
              </p:cNvPr>
              <p:cNvSpPr/>
              <p:nvPr/>
            </p:nvSpPr>
            <p:spPr>
              <a:xfrm>
                <a:off x="3256557"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E48"/>
              </a:solidFill>
              <a:ln w="2679" cap="rnd">
                <a:solidFill>
                  <a:srgbClr val="999999"/>
                </a:solidFill>
                <a:prstDash val="solid"/>
                <a:round/>
              </a:ln>
            </p:spPr>
            <p:txBody>
              <a:bodyPr/>
              <a:lstStyle/>
              <a:p>
                <a:endParaRPr lang="en-US" sz="1701"/>
              </a:p>
            </p:txBody>
          </p:sp>
          <p:sp>
            <p:nvSpPr>
              <p:cNvPr id="9674" name="Freeform: Shape 9673">
                <a:extLst>
                  <a:ext uri="{FF2B5EF4-FFF2-40B4-BE49-F238E27FC236}">
                    <a16:creationId xmlns:a16="http://schemas.microsoft.com/office/drawing/2014/main" id="{55A69B2F-0737-1702-F942-B386778B925B}"/>
                  </a:ext>
                </a:extLst>
              </p:cNvPr>
              <p:cNvSpPr/>
              <p:nvPr/>
            </p:nvSpPr>
            <p:spPr>
              <a:xfrm>
                <a:off x="3256557"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9675" name="Freeform: Shape 9674">
                <a:extLst>
                  <a:ext uri="{FF2B5EF4-FFF2-40B4-BE49-F238E27FC236}">
                    <a16:creationId xmlns:a16="http://schemas.microsoft.com/office/drawing/2014/main" id="{E6F552A0-975B-26D9-D921-E683B67F764D}"/>
                  </a:ext>
                </a:extLst>
              </p:cNvPr>
              <p:cNvSpPr/>
              <p:nvPr/>
            </p:nvSpPr>
            <p:spPr>
              <a:xfrm>
                <a:off x="3256557"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9676" name="Freeform: Shape 9675">
                <a:extLst>
                  <a:ext uri="{FF2B5EF4-FFF2-40B4-BE49-F238E27FC236}">
                    <a16:creationId xmlns:a16="http://schemas.microsoft.com/office/drawing/2014/main" id="{E3578957-43F2-25B5-E76A-B6E67EA28564}"/>
                  </a:ext>
                </a:extLst>
              </p:cNvPr>
              <p:cNvSpPr/>
              <p:nvPr/>
            </p:nvSpPr>
            <p:spPr>
              <a:xfrm>
                <a:off x="3256557"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9677" name="Freeform: Shape 9676">
                <a:extLst>
                  <a:ext uri="{FF2B5EF4-FFF2-40B4-BE49-F238E27FC236}">
                    <a16:creationId xmlns:a16="http://schemas.microsoft.com/office/drawing/2014/main" id="{A6B7E477-7445-61C2-946E-9D738C15600F}"/>
                  </a:ext>
                </a:extLst>
              </p:cNvPr>
              <p:cNvSpPr/>
              <p:nvPr/>
            </p:nvSpPr>
            <p:spPr>
              <a:xfrm>
                <a:off x="3256557"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487"/>
              </a:solidFill>
              <a:ln w="2679" cap="rnd">
                <a:solidFill>
                  <a:srgbClr val="999999"/>
                </a:solidFill>
                <a:prstDash val="solid"/>
                <a:round/>
              </a:ln>
            </p:spPr>
            <p:txBody>
              <a:bodyPr/>
              <a:lstStyle/>
              <a:p>
                <a:endParaRPr lang="en-US" sz="1701"/>
              </a:p>
            </p:txBody>
          </p:sp>
          <p:sp>
            <p:nvSpPr>
              <p:cNvPr id="9678" name="Freeform: Shape 9677">
                <a:extLst>
                  <a:ext uri="{FF2B5EF4-FFF2-40B4-BE49-F238E27FC236}">
                    <a16:creationId xmlns:a16="http://schemas.microsoft.com/office/drawing/2014/main" id="{CB4C8A51-62D1-D1CD-D9A9-87E7B6142182}"/>
                  </a:ext>
                </a:extLst>
              </p:cNvPr>
              <p:cNvSpPr/>
              <p:nvPr/>
            </p:nvSpPr>
            <p:spPr>
              <a:xfrm>
                <a:off x="3256557"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9679" name="Freeform: Shape 9678">
                <a:extLst>
                  <a:ext uri="{FF2B5EF4-FFF2-40B4-BE49-F238E27FC236}">
                    <a16:creationId xmlns:a16="http://schemas.microsoft.com/office/drawing/2014/main" id="{C8BAF3DE-1E13-ECAC-14E3-958C407727D7}"/>
                  </a:ext>
                </a:extLst>
              </p:cNvPr>
              <p:cNvSpPr/>
              <p:nvPr/>
            </p:nvSpPr>
            <p:spPr>
              <a:xfrm>
                <a:off x="3256557"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9680" name="Freeform: Shape 9679">
                <a:extLst>
                  <a:ext uri="{FF2B5EF4-FFF2-40B4-BE49-F238E27FC236}">
                    <a16:creationId xmlns:a16="http://schemas.microsoft.com/office/drawing/2014/main" id="{C06296C3-4580-1618-33A5-BF0424C17B94}"/>
                  </a:ext>
                </a:extLst>
              </p:cNvPr>
              <p:cNvSpPr/>
              <p:nvPr/>
            </p:nvSpPr>
            <p:spPr>
              <a:xfrm>
                <a:off x="3256557"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681" name="Freeform: Shape 9680">
                <a:extLst>
                  <a:ext uri="{FF2B5EF4-FFF2-40B4-BE49-F238E27FC236}">
                    <a16:creationId xmlns:a16="http://schemas.microsoft.com/office/drawing/2014/main" id="{5E1DFFCA-805A-82FE-57E5-3676B51412A4}"/>
                  </a:ext>
                </a:extLst>
              </p:cNvPr>
              <p:cNvSpPr/>
              <p:nvPr/>
            </p:nvSpPr>
            <p:spPr>
              <a:xfrm>
                <a:off x="3256557"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9682" name="Freeform: Shape 9681">
                <a:extLst>
                  <a:ext uri="{FF2B5EF4-FFF2-40B4-BE49-F238E27FC236}">
                    <a16:creationId xmlns:a16="http://schemas.microsoft.com/office/drawing/2014/main" id="{96A83A1A-8CF1-14AA-C726-30FEBECCECAE}"/>
                  </a:ext>
                </a:extLst>
              </p:cNvPr>
              <p:cNvSpPr/>
              <p:nvPr/>
            </p:nvSpPr>
            <p:spPr>
              <a:xfrm>
                <a:off x="3256557"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9683" name="Freeform: Shape 9682">
                <a:extLst>
                  <a:ext uri="{FF2B5EF4-FFF2-40B4-BE49-F238E27FC236}">
                    <a16:creationId xmlns:a16="http://schemas.microsoft.com/office/drawing/2014/main" id="{76714615-9C54-2A32-3C69-2A272D8379A0}"/>
                  </a:ext>
                </a:extLst>
              </p:cNvPr>
              <p:cNvSpPr/>
              <p:nvPr/>
            </p:nvSpPr>
            <p:spPr>
              <a:xfrm>
                <a:off x="3256557"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9684" name="Freeform: Shape 9683">
                <a:extLst>
                  <a:ext uri="{FF2B5EF4-FFF2-40B4-BE49-F238E27FC236}">
                    <a16:creationId xmlns:a16="http://schemas.microsoft.com/office/drawing/2014/main" id="{21C0D7BF-C862-E979-DF5F-189E0A6E494B}"/>
                  </a:ext>
                </a:extLst>
              </p:cNvPr>
              <p:cNvSpPr/>
              <p:nvPr/>
            </p:nvSpPr>
            <p:spPr>
              <a:xfrm>
                <a:off x="3256557"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9685" name="Freeform: Shape 9684">
                <a:extLst>
                  <a:ext uri="{FF2B5EF4-FFF2-40B4-BE49-F238E27FC236}">
                    <a16:creationId xmlns:a16="http://schemas.microsoft.com/office/drawing/2014/main" id="{37BF638D-F73B-669D-1BAE-8A0299B8315E}"/>
                  </a:ext>
                </a:extLst>
              </p:cNvPr>
              <p:cNvSpPr/>
              <p:nvPr/>
            </p:nvSpPr>
            <p:spPr>
              <a:xfrm>
                <a:off x="3256557"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9686" name="Freeform: Shape 9685">
                <a:extLst>
                  <a:ext uri="{FF2B5EF4-FFF2-40B4-BE49-F238E27FC236}">
                    <a16:creationId xmlns:a16="http://schemas.microsoft.com/office/drawing/2014/main" id="{95DA82F6-31DD-BF3B-25EC-C9C402D9151F}"/>
                  </a:ext>
                </a:extLst>
              </p:cNvPr>
              <p:cNvSpPr/>
              <p:nvPr/>
            </p:nvSpPr>
            <p:spPr>
              <a:xfrm>
                <a:off x="3256557"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9687" name="Freeform: Shape 9686">
                <a:extLst>
                  <a:ext uri="{FF2B5EF4-FFF2-40B4-BE49-F238E27FC236}">
                    <a16:creationId xmlns:a16="http://schemas.microsoft.com/office/drawing/2014/main" id="{BB490B76-373B-3973-6D40-44234F392687}"/>
                  </a:ext>
                </a:extLst>
              </p:cNvPr>
              <p:cNvSpPr/>
              <p:nvPr/>
            </p:nvSpPr>
            <p:spPr>
              <a:xfrm>
                <a:off x="3318874"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9688" name="Freeform: Shape 9687">
                <a:extLst>
                  <a:ext uri="{FF2B5EF4-FFF2-40B4-BE49-F238E27FC236}">
                    <a16:creationId xmlns:a16="http://schemas.microsoft.com/office/drawing/2014/main" id="{63616620-156A-9F09-9A25-58AEBCF695A3}"/>
                  </a:ext>
                </a:extLst>
              </p:cNvPr>
              <p:cNvSpPr/>
              <p:nvPr/>
            </p:nvSpPr>
            <p:spPr>
              <a:xfrm>
                <a:off x="3318874"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9689" name="Freeform: Shape 9688">
                <a:extLst>
                  <a:ext uri="{FF2B5EF4-FFF2-40B4-BE49-F238E27FC236}">
                    <a16:creationId xmlns:a16="http://schemas.microsoft.com/office/drawing/2014/main" id="{39D6F46C-49BD-B968-1F7C-B6EDF085C4C0}"/>
                  </a:ext>
                </a:extLst>
              </p:cNvPr>
              <p:cNvSpPr/>
              <p:nvPr/>
            </p:nvSpPr>
            <p:spPr>
              <a:xfrm>
                <a:off x="3318874"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9690" name="Freeform: Shape 9689">
                <a:extLst>
                  <a:ext uri="{FF2B5EF4-FFF2-40B4-BE49-F238E27FC236}">
                    <a16:creationId xmlns:a16="http://schemas.microsoft.com/office/drawing/2014/main" id="{C931A7D8-7702-73D4-86C3-99E68034B7D2}"/>
                  </a:ext>
                </a:extLst>
              </p:cNvPr>
              <p:cNvSpPr/>
              <p:nvPr/>
            </p:nvSpPr>
            <p:spPr>
              <a:xfrm>
                <a:off x="3318874"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691" name="Freeform: Shape 9690">
                <a:extLst>
                  <a:ext uri="{FF2B5EF4-FFF2-40B4-BE49-F238E27FC236}">
                    <a16:creationId xmlns:a16="http://schemas.microsoft.com/office/drawing/2014/main" id="{129CFE56-7657-8A7E-7B3B-B28CC6D6193D}"/>
                  </a:ext>
                </a:extLst>
              </p:cNvPr>
              <p:cNvSpPr/>
              <p:nvPr/>
            </p:nvSpPr>
            <p:spPr>
              <a:xfrm>
                <a:off x="3318874"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9692" name="Freeform: Shape 9691">
                <a:extLst>
                  <a:ext uri="{FF2B5EF4-FFF2-40B4-BE49-F238E27FC236}">
                    <a16:creationId xmlns:a16="http://schemas.microsoft.com/office/drawing/2014/main" id="{B6922FD0-7887-A445-07F5-1ECD81F8AA88}"/>
                  </a:ext>
                </a:extLst>
              </p:cNvPr>
              <p:cNvSpPr/>
              <p:nvPr/>
            </p:nvSpPr>
            <p:spPr>
              <a:xfrm>
                <a:off x="3318874"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9693" name="Freeform: Shape 9692">
                <a:extLst>
                  <a:ext uri="{FF2B5EF4-FFF2-40B4-BE49-F238E27FC236}">
                    <a16:creationId xmlns:a16="http://schemas.microsoft.com/office/drawing/2014/main" id="{4D2EFAE4-801A-AB5D-23E7-DC880FA4F5A7}"/>
                  </a:ext>
                </a:extLst>
              </p:cNvPr>
              <p:cNvSpPr/>
              <p:nvPr/>
            </p:nvSpPr>
            <p:spPr>
              <a:xfrm>
                <a:off x="3318874"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694" name="Freeform: Shape 9693">
                <a:extLst>
                  <a:ext uri="{FF2B5EF4-FFF2-40B4-BE49-F238E27FC236}">
                    <a16:creationId xmlns:a16="http://schemas.microsoft.com/office/drawing/2014/main" id="{5E61D807-CAB6-0C0C-DE26-993B87F82B52}"/>
                  </a:ext>
                </a:extLst>
              </p:cNvPr>
              <p:cNvSpPr/>
              <p:nvPr/>
            </p:nvSpPr>
            <p:spPr>
              <a:xfrm>
                <a:off x="3318874"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9695" name="Freeform: Shape 9694">
                <a:extLst>
                  <a:ext uri="{FF2B5EF4-FFF2-40B4-BE49-F238E27FC236}">
                    <a16:creationId xmlns:a16="http://schemas.microsoft.com/office/drawing/2014/main" id="{3DA76469-E145-C7CB-1839-B1A31BA96407}"/>
                  </a:ext>
                </a:extLst>
              </p:cNvPr>
              <p:cNvSpPr/>
              <p:nvPr/>
            </p:nvSpPr>
            <p:spPr>
              <a:xfrm>
                <a:off x="3318874"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9696" name="Freeform: Shape 9695">
                <a:extLst>
                  <a:ext uri="{FF2B5EF4-FFF2-40B4-BE49-F238E27FC236}">
                    <a16:creationId xmlns:a16="http://schemas.microsoft.com/office/drawing/2014/main" id="{D61F33E6-74AE-8E08-088F-673C62F08269}"/>
                  </a:ext>
                </a:extLst>
              </p:cNvPr>
              <p:cNvSpPr/>
              <p:nvPr/>
            </p:nvSpPr>
            <p:spPr>
              <a:xfrm>
                <a:off x="3318874"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9697" name="Freeform: Shape 9696">
                <a:extLst>
                  <a:ext uri="{FF2B5EF4-FFF2-40B4-BE49-F238E27FC236}">
                    <a16:creationId xmlns:a16="http://schemas.microsoft.com/office/drawing/2014/main" id="{8D39096F-CC0D-ABE1-B7D5-2A70F5AA4005}"/>
                  </a:ext>
                </a:extLst>
              </p:cNvPr>
              <p:cNvSpPr/>
              <p:nvPr/>
            </p:nvSpPr>
            <p:spPr>
              <a:xfrm>
                <a:off x="3318874"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9698" name="Freeform: Shape 9697">
                <a:extLst>
                  <a:ext uri="{FF2B5EF4-FFF2-40B4-BE49-F238E27FC236}">
                    <a16:creationId xmlns:a16="http://schemas.microsoft.com/office/drawing/2014/main" id="{29EB3F54-40D9-CEFE-1C4E-74E8FAFCF8C4}"/>
                  </a:ext>
                </a:extLst>
              </p:cNvPr>
              <p:cNvSpPr/>
              <p:nvPr/>
            </p:nvSpPr>
            <p:spPr>
              <a:xfrm>
                <a:off x="3318874"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9699" name="Freeform: Shape 9698">
                <a:extLst>
                  <a:ext uri="{FF2B5EF4-FFF2-40B4-BE49-F238E27FC236}">
                    <a16:creationId xmlns:a16="http://schemas.microsoft.com/office/drawing/2014/main" id="{8B055384-3B80-2ACE-FA17-D24DB13C8060}"/>
                  </a:ext>
                </a:extLst>
              </p:cNvPr>
              <p:cNvSpPr/>
              <p:nvPr/>
            </p:nvSpPr>
            <p:spPr>
              <a:xfrm>
                <a:off x="3318874"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700" name="Freeform: Shape 9699">
                <a:extLst>
                  <a:ext uri="{FF2B5EF4-FFF2-40B4-BE49-F238E27FC236}">
                    <a16:creationId xmlns:a16="http://schemas.microsoft.com/office/drawing/2014/main" id="{48E65B1B-1F34-FAA8-AB62-BFE6D0BBE559}"/>
                  </a:ext>
                </a:extLst>
              </p:cNvPr>
              <p:cNvSpPr/>
              <p:nvPr/>
            </p:nvSpPr>
            <p:spPr>
              <a:xfrm>
                <a:off x="3318874"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9701" name="Freeform: Shape 9700">
                <a:extLst>
                  <a:ext uri="{FF2B5EF4-FFF2-40B4-BE49-F238E27FC236}">
                    <a16:creationId xmlns:a16="http://schemas.microsoft.com/office/drawing/2014/main" id="{DB64111B-B390-8922-F7B8-2CB045B9B5FD}"/>
                  </a:ext>
                </a:extLst>
              </p:cNvPr>
              <p:cNvSpPr/>
              <p:nvPr/>
            </p:nvSpPr>
            <p:spPr>
              <a:xfrm>
                <a:off x="3318874"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000"/>
              </a:solidFill>
              <a:ln w="2679" cap="rnd">
                <a:solidFill>
                  <a:srgbClr val="999999"/>
                </a:solidFill>
                <a:prstDash val="solid"/>
                <a:round/>
              </a:ln>
            </p:spPr>
            <p:txBody>
              <a:bodyPr/>
              <a:lstStyle/>
              <a:p>
                <a:endParaRPr lang="en-US" sz="1701"/>
              </a:p>
            </p:txBody>
          </p:sp>
          <p:sp>
            <p:nvSpPr>
              <p:cNvPr id="9702" name="Freeform: Shape 9701">
                <a:extLst>
                  <a:ext uri="{FF2B5EF4-FFF2-40B4-BE49-F238E27FC236}">
                    <a16:creationId xmlns:a16="http://schemas.microsoft.com/office/drawing/2014/main" id="{CC8008E8-637A-2BC1-6A3E-9D344B8CD637}"/>
                  </a:ext>
                </a:extLst>
              </p:cNvPr>
              <p:cNvSpPr/>
              <p:nvPr/>
            </p:nvSpPr>
            <p:spPr>
              <a:xfrm>
                <a:off x="3318874"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9703" name="Freeform: Shape 9702">
                <a:extLst>
                  <a:ext uri="{FF2B5EF4-FFF2-40B4-BE49-F238E27FC236}">
                    <a16:creationId xmlns:a16="http://schemas.microsoft.com/office/drawing/2014/main" id="{BE845B1A-1F16-8EDE-A867-25A89D42EB08}"/>
                  </a:ext>
                </a:extLst>
              </p:cNvPr>
              <p:cNvSpPr/>
              <p:nvPr/>
            </p:nvSpPr>
            <p:spPr>
              <a:xfrm>
                <a:off x="3318874"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704" name="Freeform: Shape 9703">
                <a:extLst>
                  <a:ext uri="{FF2B5EF4-FFF2-40B4-BE49-F238E27FC236}">
                    <a16:creationId xmlns:a16="http://schemas.microsoft.com/office/drawing/2014/main" id="{6CED19B3-4DF6-588E-8FE4-983C335FDB6F}"/>
                  </a:ext>
                </a:extLst>
              </p:cNvPr>
              <p:cNvSpPr/>
              <p:nvPr/>
            </p:nvSpPr>
            <p:spPr>
              <a:xfrm>
                <a:off x="3318874"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9705" name="Freeform: Shape 9704">
                <a:extLst>
                  <a:ext uri="{FF2B5EF4-FFF2-40B4-BE49-F238E27FC236}">
                    <a16:creationId xmlns:a16="http://schemas.microsoft.com/office/drawing/2014/main" id="{83A78428-CD2F-D0FE-6F93-C1F8691A551C}"/>
                  </a:ext>
                </a:extLst>
              </p:cNvPr>
              <p:cNvSpPr/>
              <p:nvPr/>
            </p:nvSpPr>
            <p:spPr>
              <a:xfrm>
                <a:off x="3318874"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9706" name="Freeform: Shape 9705">
                <a:extLst>
                  <a:ext uri="{FF2B5EF4-FFF2-40B4-BE49-F238E27FC236}">
                    <a16:creationId xmlns:a16="http://schemas.microsoft.com/office/drawing/2014/main" id="{CFA585F9-8357-F621-3436-84073B548FCE}"/>
                  </a:ext>
                </a:extLst>
              </p:cNvPr>
              <p:cNvSpPr/>
              <p:nvPr/>
            </p:nvSpPr>
            <p:spPr>
              <a:xfrm>
                <a:off x="3318874"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707" name="Freeform: Shape 9706">
                <a:extLst>
                  <a:ext uri="{FF2B5EF4-FFF2-40B4-BE49-F238E27FC236}">
                    <a16:creationId xmlns:a16="http://schemas.microsoft.com/office/drawing/2014/main" id="{33E72987-F1CC-199F-0B6F-C25B365E8BF6}"/>
                  </a:ext>
                </a:extLst>
              </p:cNvPr>
              <p:cNvSpPr/>
              <p:nvPr/>
            </p:nvSpPr>
            <p:spPr>
              <a:xfrm>
                <a:off x="3318874"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9708" name="Freeform: Shape 9707">
                <a:extLst>
                  <a:ext uri="{FF2B5EF4-FFF2-40B4-BE49-F238E27FC236}">
                    <a16:creationId xmlns:a16="http://schemas.microsoft.com/office/drawing/2014/main" id="{C9AB3D66-3E11-1214-D35C-2B54B1BDC6E7}"/>
                  </a:ext>
                </a:extLst>
              </p:cNvPr>
              <p:cNvSpPr/>
              <p:nvPr/>
            </p:nvSpPr>
            <p:spPr>
              <a:xfrm>
                <a:off x="3318874"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9709" name="Freeform: Shape 9708">
                <a:extLst>
                  <a:ext uri="{FF2B5EF4-FFF2-40B4-BE49-F238E27FC236}">
                    <a16:creationId xmlns:a16="http://schemas.microsoft.com/office/drawing/2014/main" id="{B1B819CB-6521-2ED2-3E90-AD2199B2C25C}"/>
                  </a:ext>
                </a:extLst>
              </p:cNvPr>
              <p:cNvSpPr/>
              <p:nvPr/>
            </p:nvSpPr>
            <p:spPr>
              <a:xfrm>
                <a:off x="3318874"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710" name="Freeform: Shape 9709">
                <a:extLst>
                  <a:ext uri="{FF2B5EF4-FFF2-40B4-BE49-F238E27FC236}">
                    <a16:creationId xmlns:a16="http://schemas.microsoft.com/office/drawing/2014/main" id="{D5882ACC-CA00-02C9-BDDA-37DF25B0AC6C}"/>
                  </a:ext>
                </a:extLst>
              </p:cNvPr>
              <p:cNvSpPr/>
              <p:nvPr/>
            </p:nvSpPr>
            <p:spPr>
              <a:xfrm>
                <a:off x="3318874"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9711" name="Freeform: Shape 9710">
                <a:extLst>
                  <a:ext uri="{FF2B5EF4-FFF2-40B4-BE49-F238E27FC236}">
                    <a16:creationId xmlns:a16="http://schemas.microsoft.com/office/drawing/2014/main" id="{89129F68-D0E4-665D-1D6F-D7B6BF7B5848}"/>
                  </a:ext>
                </a:extLst>
              </p:cNvPr>
              <p:cNvSpPr/>
              <p:nvPr/>
            </p:nvSpPr>
            <p:spPr>
              <a:xfrm>
                <a:off x="3318874"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712" name="Freeform: Shape 9711">
                <a:extLst>
                  <a:ext uri="{FF2B5EF4-FFF2-40B4-BE49-F238E27FC236}">
                    <a16:creationId xmlns:a16="http://schemas.microsoft.com/office/drawing/2014/main" id="{1B671D48-FE42-6E08-3A19-4ECF07F11008}"/>
                  </a:ext>
                </a:extLst>
              </p:cNvPr>
              <p:cNvSpPr/>
              <p:nvPr/>
            </p:nvSpPr>
            <p:spPr>
              <a:xfrm>
                <a:off x="3318874"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9713" name="Freeform: Shape 9712">
                <a:extLst>
                  <a:ext uri="{FF2B5EF4-FFF2-40B4-BE49-F238E27FC236}">
                    <a16:creationId xmlns:a16="http://schemas.microsoft.com/office/drawing/2014/main" id="{C5C723F6-29BE-9B2B-CCDF-0B385D9A27CC}"/>
                  </a:ext>
                </a:extLst>
              </p:cNvPr>
              <p:cNvSpPr/>
              <p:nvPr/>
            </p:nvSpPr>
            <p:spPr>
              <a:xfrm>
                <a:off x="3318874"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9714" name="Freeform: Shape 9713">
                <a:extLst>
                  <a:ext uri="{FF2B5EF4-FFF2-40B4-BE49-F238E27FC236}">
                    <a16:creationId xmlns:a16="http://schemas.microsoft.com/office/drawing/2014/main" id="{B5B6E2B4-F543-4F35-3703-7032A18D9152}"/>
                  </a:ext>
                </a:extLst>
              </p:cNvPr>
              <p:cNvSpPr/>
              <p:nvPr/>
            </p:nvSpPr>
            <p:spPr>
              <a:xfrm>
                <a:off x="3381111"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9715" name="Freeform: Shape 9714">
                <a:extLst>
                  <a:ext uri="{FF2B5EF4-FFF2-40B4-BE49-F238E27FC236}">
                    <a16:creationId xmlns:a16="http://schemas.microsoft.com/office/drawing/2014/main" id="{5A7BF7A7-43A6-1E23-D009-C303939CF8A5}"/>
                  </a:ext>
                </a:extLst>
              </p:cNvPr>
              <p:cNvSpPr/>
              <p:nvPr/>
            </p:nvSpPr>
            <p:spPr>
              <a:xfrm>
                <a:off x="3381111"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9716" name="Freeform: Shape 9715">
                <a:extLst>
                  <a:ext uri="{FF2B5EF4-FFF2-40B4-BE49-F238E27FC236}">
                    <a16:creationId xmlns:a16="http://schemas.microsoft.com/office/drawing/2014/main" id="{06FE5D1C-EEB1-BBDC-6B94-ADBB1ECC8571}"/>
                  </a:ext>
                </a:extLst>
              </p:cNvPr>
              <p:cNvSpPr/>
              <p:nvPr/>
            </p:nvSpPr>
            <p:spPr>
              <a:xfrm>
                <a:off x="3381111"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16" name="Freeform: Shape 6015">
                <a:extLst>
                  <a:ext uri="{FF2B5EF4-FFF2-40B4-BE49-F238E27FC236}">
                    <a16:creationId xmlns:a16="http://schemas.microsoft.com/office/drawing/2014/main" id="{8B1C89F5-3BE1-FFA1-8E63-B829F6089C4A}"/>
                  </a:ext>
                </a:extLst>
              </p:cNvPr>
              <p:cNvSpPr/>
              <p:nvPr/>
            </p:nvSpPr>
            <p:spPr>
              <a:xfrm>
                <a:off x="3381111"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17" name="Freeform: Shape 6016">
                <a:extLst>
                  <a:ext uri="{FF2B5EF4-FFF2-40B4-BE49-F238E27FC236}">
                    <a16:creationId xmlns:a16="http://schemas.microsoft.com/office/drawing/2014/main" id="{6C72F84E-165C-0863-AAA3-735FF08DAA43}"/>
                  </a:ext>
                </a:extLst>
              </p:cNvPr>
              <p:cNvSpPr/>
              <p:nvPr/>
            </p:nvSpPr>
            <p:spPr>
              <a:xfrm>
                <a:off x="3381111"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18" name="Freeform: Shape 6017">
                <a:extLst>
                  <a:ext uri="{FF2B5EF4-FFF2-40B4-BE49-F238E27FC236}">
                    <a16:creationId xmlns:a16="http://schemas.microsoft.com/office/drawing/2014/main" id="{8A2F5483-88CC-E9EC-31BB-D14B17478AA9}"/>
                  </a:ext>
                </a:extLst>
              </p:cNvPr>
              <p:cNvSpPr/>
              <p:nvPr/>
            </p:nvSpPr>
            <p:spPr>
              <a:xfrm>
                <a:off x="3381111"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19" name="Freeform: Shape 6018">
                <a:extLst>
                  <a:ext uri="{FF2B5EF4-FFF2-40B4-BE49-F238E27FC236}">
                    <a16:creationId xmlns:a16="http://schemas.microsoft.com/office/drawing/2014/main" id="{BEEAF9D2-01A8-E04F-C17A-A8AF3F833235}"/>
                  </a:ext>
                </a:extLst>
              </p:cNvPr>
              <p:cNvSpPr/>
              <p:nvPr/>
            </p:nvSpPr>
            <p:spPr>
              <a:xfrm>
                <a:off x="3381111"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0" name="Freeform: Shape 6019">
                <a:extLst>
                  <a:ext uri="{FF2B5EF4-FFF2-40B4-BE49-F238E27FC236}">
                    <a16:creationId xmlns:a16="http://schemas.microsoft.com/office/drawing/2014/main" id="{ADE0303F-ECC1-4A3A-8AC0-38D0A7F1EA92}"/>
                  </a:ext>
                </a:extLst>
              </p:cNvPr>
              <p:cNvSpPr/>
              <p:nvPr/>
            </p:nvSpPr>
            <p:spPr>
              <a:xfrm>
                <a:off x="3381111"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1" name="Freeform: Shape 6020">
                <a:extLst>
                  <a:ext uri="{FF2B5EF4-FFF2-40B4-BE49-F238E27FC236}">
                    <a16:creationId xmlns:a16="http://schemas.microsoft.com/office/drawing/2014/main" id="{63F9AFE7-3253-1681-0D05-67FF61738D12}"/>
                  </a:ext>
                </a:extLst>
              </p:cNvPr>
              <p:cNvSpPr/>
              <p:nvPr/>
            </p:nvSpPr>
            <p:spPr>
              <a:xfrm>
                <a:off x="3381111"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2" name="Freeform: Shape 6021">
                <a:extLst>
                  <a:ext uri="{FF2B5EF4-FFF2-40B4-BE49-F238E27FC236}">
                    <a16:creationId xmlns:a16="http://schemas.microsoft.com/office/drawing/2014/main" id="{EE09E8B8-005D-E67A-61D4-AFC96CF9AF83}"/>
                  </a:ext>
                </a:extLst>
              </p:cNvPr>
              <p:cNvSpPr/>
              <p:nvPr/>
            </p:nvSpPr>
            <p:spPr>
              <a:xfrm>
                <a:off x="3381111"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3" name="Freeform: Shape 6022">
                <a:extLst>
                  <a:ext uri="{FF2B5EF4-FFF2-40B4-BE49-F238E27FC236}">
                    <a16:creationId xmlns:a16="http://schemas.microsoft.com/office/drawing/2014/main" id="{67609DB6-9057-BD5D-56C8-D132784AD2AC}"/>
                  </a:ext>
                </a:extLst>
              </p:cNvPr>
              <p:cNvSpPr/>
              <p:nvPr/>
            </p:nvSpPr>
            <p:spPr>
              <a:xfrm>
                <a:off x="3381111"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4" name="Freeform: Shape 6023">
                <a:extLst>
                  <a:ext uri="{FF2B5EF4-FFF2-40B4-BE49-F238E27FC236}">
                    <a16:creationId xmlns:a16="http://schemas.microsoft.com/office/drawing/2014/main" id="{878D4217-BEC8-CC40-76F1-39E19A56DF87}"/>
                  </a:ext>
                </a:extLst>
              </p:cNvPr>
              <p:cNvSpPr/>
              <p:nvPr/>
            </p:nvSpPr>
            <p:spPr>
              <a:xfrm>
                <a:off x="3381111"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5" name="Freeform: Shape 6024">
                <a:extLst>
                  <a:ext uri="{FF2B5EF4-FFF2-40B4-BE49-F238E27FC236}">
                    <a16:creationId xmlns:a16="http://schemas.microsoft.com/office/drawing/2014/main" id="{0DE14BAD-A0F0-94C7-C593-1DFB35CB9DD4}"/>
                  </a:ext>
                </a:extLst>
              </p:cNvPr>
              <p:cNvSpPr/>
              <p:nvPr/>
            </p:nvSpPr>
            <p:spPr>
              <a:xfrm>
                <a:off x="3381111"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6" name="Freeform: Shape 6025">
                <a:extLst>
                  <a:ext uri="{FF2B5EF4-FFF2-40B4-BE49-F238E27FC236}">
                    <a16:creationId xmlns:a16="http://schemas.microsoft.com/office/drawing/2014/main" id="{09DF4249-F86C-7828-86A6-7326AE3BFF3C}"/>
                  </a:ext>
                </a:extLst>
              </p:cNvPr>
              <p:cNvSpPr/>
              <p:nvPr/>
            </p:nvSpPr>
            <p:spPr>
              <a:xfrm>
                <a:off x="3381111"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7" name="Freeform: Shape 6026">
                <a:extLst>
                  <a:ext uri="{FF2B5EF4-FFF2-40B4-BE49-F238E27FC236}">
                    <a16:creationId xmlns:a16="http://schemas.microsoft.com/office/drawing/2014/main" id="{4170DA66-74F2-A7DF-774E-494D907D3EAC}"/>
                  </a:ext>
                </a:extLst>
              </p:cNvPr>
              <p:cNvSpPr/>
              <p:nvPr/>
            </p:nvSpPr>
            <p:spPr>
              <a:xfrm>
                <a:off x="3381111"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8" name="Freeform: Shape 6027">
                <a:extLst>
                  <a:ext uri="{FF2B5EF4-FFF2-40B4-BE49-F238E27FC236}">
                    <a16:creationId xmlns:a16="http://schemas.microsoft.com/office/drawing/2014/main" id="{DB44C124-801D-A2B9-F5FB-C2800ACED1BB}"/>
                  </a:ext>
                </a:extLst>
              </p:cNvPr>
              <p:cNvSpPr/>
              <p:nvPr/>
            </p:nvSpPr>
            <p:spPr>
              <a:xfrm>
                <a:off x="3381111"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60" name="Freeform: Shape 6059">
                <a:extLst>
                  <a:ext uri="{FF2B5EF4-FFF2-40B4-BE49-F238E27FC236}">
                    <a16:creationId xmlns:a16="http://schemas.microsoft.com/office/drawing/2014/main" id="{38F9D1F8-5583-BA2A-4B22-20E54DAE9B88}"/>
                  </a:ext>
                </a:extLst>
              </p:cNvPr>
              <p:cNvSpPr/>
              <p:nvPr/>
            </p:nvSpPr>
            <p:spPr>
              <a:xfrm>
                <a:off x="3381111"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62" name="Freeform: Shape 6061">
                <a:extLst>
                  <a:ext uri="{FF2B5EF4-FFF2-40B4-BE49-F238E27FC236}">
                    <a16:creationId xmlns:a16="http://schemas.microsoft.com/office/drawing/2014/main" id="{9AAC84F3-ABB3-98B7-02CD-05D46AF632DE}"/>
                  </a:ext>
                </a:extLst>
              </p:cNvPr>
              <p:cNvSpPr/>
              <p:nvPr/>
            </p:nvSpPr>
            <p:spPr>
              <a:xfrm>
                <a:off x="3381111"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000"/>
              </a:solidFill>
              <a:ln w="2679" cap="rnd">
                <a:solidFill>
                  <a:srgbClr val="999999"/>
                </a:solidFill>
                <a:prstDash val="solid"/>
                <a:round/>
              </a:ln>
            </p:spPr>
            <p:txBody>
              <a:bodyPr/>
              <a:lstStyle/>
              <a:p>
                <a:endParaRPr lang="en-US" sz="1701"/>
              </a:p>
            </p:txBody>
          </p:sp>
          <p:sp>
            <p:nvSpPr>
              <p:cNvPr id="6063" name="Freeform: Shape 6062">
                <a:extLst>
                  <a:ext uri="{FF2B5EF4-FFF2-40B4-BE49-F238E27FC236}">
                    <a16:creationId xmlns:a16="http://schemas.microsoft.com/office/drawing/2014/main" id="{C3A082E8-8ED8-BB35-25AE-BDDE659F0383}"/>
                  </a:ext>
                </a:extLst>
              </p:cNvPr>
              <p:cNvSpPr/>
              <p:nvPr/>
            </p:nvSpPr>
            <p:spPr>
              <a:xfrm>
                <a:off x="3381111"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64" name="Freeform: Shape 6063">
                <a:extLst>
                  <a:ext uri="{FF2B5EF4-FFF2-40B4-BE49-F238E27FC236}">
                    <a16:creationId xmlns:a16="http://schemas.microsoft.com/office/drawing/2014/main" id="{5F764E5D-F0C7-8982-2393-0DDEA51648CE}"/>
                  </a:ext>
                </a:extLst>
              </p:cNvPr>
              <p:cNvSpPr/>
              <p:nvPr/>
            </p:nvSpPr>
            <p:spPr>
              <a:xfrm>
                <a:off x="3381111"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65" name="Freeform: Shape 6064">
                <a:extLst>
                  <a:ext uri="{FF2B5EF4-FFF2-40B4-BE49-F238E27FC236}">
                    <a16:creationId xmlns:a16="http://schemas.microsoft.com/office/drawing/2014/main" id="{384E85E4-4E1D-DFED-CBCB-9635EF1F4964}"/>
                  </a:ext>
                </a:extLst>
              </p:cNvPr>
              <p:cNvSpPr/>
              <p:nvPr/>
            </p:nvSpPr>
            <p:spPr>
              <a:xfrm>
                <a:off x="3381111"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66" name="Freeform: Shape 6065">
                <a:extLst>
                  <a:ext uri="{FF2B5EF4-FFF2-40B4-BE49-F238E27FC236}">
                    <a16:creationId xmlns:a16="http://schemas.microsoft.com/office/drawing/2014/main" id="{8D5342AD-D516-C8E7-8497-7381447159A2}"/>
                  </a:ext>
                </a:extLst>
              </p:cNvPr>
              <p:cNvSpPr/>
              <p:nvPr/>
            </p:nvSpPr>
            <p:spPr>
              <a:xfrm>
                <a:off x="3381111"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2" name="Freeform: Shape 6071">
                <a:extLst>
                  <a:ext uri="{FF2B5EF4-FFF2-40B4-BE49-F238E27FC236}">
                    <a16:creationId xmlns:a16="http://schemas.microsoft.com/office/drawing/2014/main" id="{A5E47B32-4B79-A33A-9548-70F5E1BBEDBD}"/>
                  </a:ext>
                </a:extLst>
              </p:cNvPr>
              <p:cNvSpPr/>
              <p:nvPr/>
            </p:nvSpPr>
            <p:spPr>
              <a:xfrm>
                <a:off x="3381111"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3" name="Freeform: Shape 6072">
                <a:extLst>
                  <a:ext uri="{FF2B5EF4-FFF2-40B4-BE49-F238E27FC236}">
                    <a16:creationId xmlns:a16="http://schemas.microsoft.com/office/drawing/2014/main" id="{2D6093B3-4679-7BBF-58E8-63F6CDF54490}"/>
                  </a:ext>
                </a:extLst>
              </p:cNvPr>
              <p:cNvSpPr/>
              <p:nvPr/>
            </p:nvSpPr>
            <p:spPr>
              <a:xfrm>
                <a:off x="3381111"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4" name="Freeform: Shape 6073">
                <a:extLst>
                  <a:ext uri="{FF2B5EF4-FFF2-40B4-BE49-F238E27FC236}">
                    <a16:creationId xmlns:a16="http://schemas.microsoft.com/office/drawing/2014/main" id="{DAE2AEEB-D5CE-4B1C-3125-9B988215E849}"/>
                  </a:ext>
                </a:extLst>
              </p:cNvPr>
              <p:cNvSpPr/>
              <p:nvPr/>
            </p:nvSpPr>
            <p:spPr>
              <a:xfrm>
                <a:off x="3381111"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5" name="Freeform: Shape 6074">
                <a:extLst>
                  <a:ext uri="{FF2B5EF4-FFF2-40B4-BE49-F238E27FC236}">
                    <a16:creationId xmlns:a16="http://schemas.microsoft.com/office/drawing/2014/main" id="{64BA9B97-12F3-EF54-C8E6-C1110A451339}"/>
                  </a:ext>
                </a:extLst>
              </p:cNvPr>
              <p:cNvSpPr/>
              <p:nvPr/>
            </p:nvSpPr>
            <p:spPr>
              <a:xfrm>
                <a:off x="3381111"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6" name="Freeform: Shape 6075">
                <a:extLst>
                  <a:ext uri="{FF2B5EF4-FFF2-40B4-BE49-F238E27FC236}">
                    <a16:creationId xmlns:a16="http://schemas.microsoft.com/office/drawing/2014/main" id="{7C17BCA3-34CB-64FB-0C54-B55FB2DDBD91}"/>
                  </a:ext>
                </a:extLst>
              </p:cNvPr>
              <p:cNvSpPr/>
              <p:nvPr/>
            </p:nvSpPr>
            <p:spPr>
              <a:xfrm>
                <a:off x="3381111"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7" name="Freeform: Shape 6076">
                <a:extLst>
                  <a:ext uri="{FF2B5EF4-FFF2-40B4-BE49-F238E27FC236}">
                    <a16:creationId xmlns:a16="http://schemas.microsoft.com/office/drawing/2014/main" id="{53E5484A-36D9-DB32-D805-110AA6D06D09}"/>
                  </a:ext>
                </a:extLst>
              </p:cNvPr>
              <p:cNvSpPr/>
              <p:nvPr/>
            </p:nvSpPr>
            <p:spPr>
              <a:xfrm>
                <a:off x="3443347"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8" name="Freeform: Shape 6077">
                <a:extLst>
                  <a:ext uri="{FF2B5EF4-FFF2-40B4-BE49-F238E27FC236}">
                    <a16:creationId xmlns:a16="http://schemas.microsoft.com/office/drawing/2014/main" id="{8A8753A4-5036-9597-DBF0-C8DEADF638EA}"/>
                  </a:ext>
                </a:extLst>
              </p:cNvPr>
              <p:cNvSpPr/>
              <p:nvPr/>
            </p:nvSpPr>
            <p:spPr>
              <a:xfrm>
                <a:off x="3443347"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9" name="Freeform: Shape 6078">
                <a:extLst>
                  <a:ext uri="{FF2B5EF4-FFF2-40B4-BE49-F238E27FC236}">
                    <a16:creationId xmlns:a16="http://schemas.microsoft.com/office/drawing/2014/main" id="{8A9CE447-5499-705D-02BA-98EA9DC765BB}"/>
                  </a:ext>
                </a:extLst>
              </p:cNvPr>
              <p:cNvSpPr/>
              <p:nvPr/>
            </p:nvSpPr>
            <p:spPr>
              <a:xfrm>
                <a:off x="3443347"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76" name="Freeform: Shape 575">
                <a:extLst>
                  <a:ext uri="{FF2B5EF4-FFF2-40B4-BE49-F238E27FC236}">
                    <a16:creationId xmlns:a16="http://schemas.microsoft.com/office/drawing/2014/main" id="{D9BF4CBF-9668-D700-FD96-868C76F5BD4D}"/>
                  </a:ext>
                </a:extLst>
              </p:cNvPr>
              <p:cNvSpPr/>
              <p:nvPr/>
            </p:nvSpPr>
            <p:spPr>
              <a:xfrm>
                <a:off x="3443347"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77" name="Freeform: Shape 576">
                <a:extLst>
                  <a:ext uri="{FF2B5EF4-FFF2-40B4-BE49-F238E27FC236}">
                    <a16:creationId xmlns:a16="http://schemas.microsoft.com/office/drawing/2014/main" id="{962311C6-7D60-4D0E-1402-1C9CAF11F991}"/>
                  </a:ext>
                </a:extLst>
              </p:cNvPr>
              <p:cNvSpPr/>
              <p:nvPr/>
            </p:nvSpPr>
            <p:spPr>
              <a:xfrm>
                <a:off x="3443347"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78" name="Freeform: Shape 577">
                <a:extLst>
                  <a:ext uri="{FF2B5EF4-FFF2-40B4-BE49-F238E27FC236}">
                    <a16:creationId xmlns:a16="http://schemas.microsoft.com/office/drawing/2014/main" id="{FCB5DDF4-A6BA-1E10-36D9-483B1D71D859}"/>
                  </a:ext>
                </a:extLst>
              </p:cNvPr>
              <p:cNvSpPr/>
              <p:nvPr/>
            </p:nvSpPr>
            <p:spPr>
              <a:xfrm>
                <a:off x="3443347"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79" name="Freeform: Shape 578">
                <a:extLst>
                  <a:ext uri="{FF2B5EF4-FFF2-40B4-BE49-F238E27FC236}">
                    <a16:creationId xmlns:a16="http://schemas.microsoft.com/office/drawing/2014/main" id="{444E10AF-BEAF-3DB1-02B6-BE1FBA426959}"/>
                  </a:ext>
                </a:extLst>
              </p:cNvPr>
              <p:cNvSpPr/>
              <p:nvPr/>
            </p:nvSpPr>
            <p:spPr>
              <a:xfrm>
                <a:off x="3443347"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0" name="Freeform: Shape 579">
                <a:extLst>
                  <a:ext uri="{FF2B5EF4-FFF2-40B4-BE49-F238E27FC236}">
                    <a16:creationId xmlns:a16="http://schemas.microsoft.com/office/drawing/2014/main" id="{967A8AFF-F7D4-3C56-9ED0-05FF5D5BBDFA}"/>
                  </a:ext>
                </a:extLst>
              </p:cNvPr>
              <p:cNvSpPr/>
              <p:nvPr/>
            </p:nvSpPr>
            <p:spPr>
              <a:xfrm>
                <a:off x="3443347"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1" name="Freeform: Shape 580">
                <a:extLst>
                  <a:ext uri="{FF2B5EF4-FFF2-40B4-BE49-F238E27FC236}">
                    <a16:creationId xmlns:a16="http://schemas.microsoft.com/office/drawing/2014/main" id="{F92CF477-FDED-CE5A-26BB-0CD2D1874F6F}"/>
                  </a:ext>
                </a:extLst>
              </p:cNvPr>
              <p:cNvSpPr/>
              <p:nvPr/>
            </p:nvSpPr>
            <p:spPr>
              <a:xfrm>
                <a:off x="3443347"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2" name="Freeform: Shape 581">
                <a:extLst>
                  <a:ext uri="{FF2B5EF4-FFF2-40B4-BE49-F238E27FC236}">
                    <a16:creationId xmlns:a16="http://schemas.microsoft.com/office/drawing/2014/main" id="{1EE1F3DE-7D11-48EE-4198-493FCDCEB1A6}"/>
                  </a:ext>
                </a:extLst>
              </p:cNvPr>
              <p:cNvSpPr/>
              <p:nvPr/>
            </p:nvSpPr>
            <p:spPr>
              <a:xfrm>
                <a:off x="3443347"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3" name="Freeform: Shape 582">
                <a:extLst>
                  <a:ext uri="{FF2B5EF4-FFF2-40B4-BE49-F238E27FC236}">
                    <a16:creationId xmlns:a16="http://schemas.microsoft.com/office/drawing/2014/main" id="{57ACE372-7610-2A92-729C-CC6A7CC9705C}"/>
                  </a:ext>
                </a:extLst>
              </p:cNvPr>
              <p:cNvSpPr/>
              <p:nvPr/>
            </p:nvSpPr>
            <p:spPr>
              <a:xfrm>
                <a:off x="3443347"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4" name="Freeform: Shape 583">
                <a:extLst>
                  <a:ext uri="{FF2B5EF4-FFF2-40B4-BE49-F238E27FC236}">
                    <a16:creationId xmlns:a16="http://schemas.microsoft.com/office/drawing/2014/main" id="{D677DD17-9951-E89A-AA08-40426DB9E860}"/>
                  </a:ext>
                </a:extLst>
              </p:cNvPr>
              <p:cNvSpPr/>
              <p:nvPr/>
            </p:nvSpPr>
            <p:spPr>
              <a:xfrm>
                <a:off x="3443347"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5" name="Freeform: Shape 584">
                <a:extLst>
                  <a:ext uri="{FF2B5EF4-FFF2-40B4-BE49-F238E27FC236}">
                    <a16:creationId xmlns:a16="http://schemas.microsoft.com/office/drawing/2014/main" id="{25D9FC26-5CAD-B0E6-6D8A-23C4B8FB7CBB}"/>
                  </a:ext>
                </a:extLst>
              </p:cNvPr>
              <p:cNvSpPr/>
              <p:nvPr/>
            </p:nvSpPr>
            <p:spPr>
              <a:xfrm>
                <a:off x="3443347"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6" name="Freeform: Shape 585">
                <a:extLst>
                  <a:ext uri="{FF2B5EF4-FFF2-40B4-BE49-F238E27FC236}">
                    <a16:creationId xmlns:a16="http://schemas.microsoft.com/office/drawing/2014/main" id="{0DD8B1D6-6C60-83BC-667C-40354FBBEE84}"/>
                  </a:ext>
                </a:extLst>
              </p:cNvPr>
              <p:cNvSpPr/>
              <p:nvPr/>
            </p:nvSpPr>
            <p:spPr>
              <a:xfrm>
                <a:off x="3443347"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7" name="Freeform: Shape 586">
                <a:extLst>
                  <a:ext uri="{FF2B5EF4-FFF2-40B4-BE49-F238E27FC236}">
                    <a16:creationId xmlns:a16="http://schemas.microsoft.com/office/drawing/2014/main" id="{CF168E30-F273-A823-521E-560864210A39}"/>
                  </a:ext>
                </a:extLst>
              </p:cNvPr>
              <p:cNvSpPr/>
              <p:nvPr/>
            </p:nvSpPr>
            <p:spPr>
              <a:xfrm>
                <a:off x="3443347"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8" name="Freeform: Shape 587">
                <a:extLst>
                  <a:ext uri="{FF2B5EF4-FFF2-40B4-BE49-F238E27FC236}">
                    <a16:creationId xmlns:a16="http://schemas.microsoft.com/office/drawing/2014/main" id="{093BD61F-383A-EFC1-F82D-CFC4ED8A3E24}"/>
                  </a:ext>
                </a:extLst>
              </p:cNvPr>
              <p:cNvSpPr/>
              <p:nvPr/>
            </p:nvSpPr>
            <p:spPr>
              <a:xfrm>
                <a:off x="3443347"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89" name="Freeform: Shape 588">
                <a:extLst>
                  <a:ext uri="{FF2B5EF4-FFF2-40B4-BE49-F238E27FC236}">
                    <a16:creationId xmlns:a16="http://schemas.microsoft.com/office/drawing/2014/main" id="{E0469803-E9C5-688D-7929-7C4232B5BF98}"/>
                  </a:ext>
                </a:extLst>
              </p:cNvPr>
              <p:cNvSpPr/>
              <p:nvPr/>
            </p:nvSpPr>
            <p:spPr>
              <a:xfrm>
                <a:off x="3443347"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90" name="Freeform: Shape 589">
                <a:extLst>
                  <a:ext uri="{FF2B5EF4-FFF2-40B4-BE49-F238E27FC236}">
                    <a16:creationId xmlns:a16="http://schemas.microsoft.com/office/drawing/2014/main" id="{5B27554D-25F6-7430-2468-85481E907FDD}"/>
                  </a:ext>
                </a:extLst>
              </p:cNvPr>
              <p:cNvSpPr/>
              <p:nvPr/>
            </p:nvSpPr>
            <p:spPr>
              <a:xfrm>
                <a:off x="3443347"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000"/>
              </a:solidFill>
              <a:ln w="2679" cap="rnd">
                <a:solidFill>
                  <a:srgbClr val="999999"/>
                </a:solidFill>
                <a:prstDash val="solid"/>
                <a:round/>
              </a:ln>
            </p:spPr>
            <p:txBody>
              <a:bodyPr/>
              <a:lstStyle/>
              <a:p>
                <a:endParaRPr lang="en-US" sz="1701"/>
              </a:p>
            </p:txBody>
          </p:sp>
          <p:sp>
            <p:nvSpPr>
              <p:cNvPr id="591" name="Freeform: Shape 590">
                <a:extLst>
                  <a:ext uri="{FF2B5EF4-FFF2-40B4-BE49-F238E27FC236}">
                    <a16:creationId xmlns:a16="http://schemas.microsoft.com/office/drawing/2014/main" id="{0FD81E5C-C26D-AABF-384F-7EE3C4E63A7D}"/>
                  </a:ext>
                </a:extLst>
              </p:cNvPr>
              <p:cNvSpPr/>
              <p:nvPr/>
            </p:nvSpPr>
            <p:spPr>
              <a:xfrm>
                <a:off x="3443347"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592" name="Freeform: Shape 591">
                <a:extLst>
                  <a:ext uri="{FF2B5EF4-FFF2-40B4-BE49-F238E27FC236}">
                    <a16:creationId xmlns:a16="http://schemas.microsoft.com/office/drawing/2014/main" id="{821190C3-0F6F-239E-8E01-F49EBBA0CDBE}"/>
                  </a:ext>
                </a:extLst>
              </p:cNvPr>
              <p:cNvSpPr/>
              <p:nvPr/>
            </p:nvSpPr>
            <p:spPr>
              <a:xfrm>
                <a:off x="3443347"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593" name="Freeform: Shape 592">
                <a:extLst>
                  <a:ext uri="{FF2B5EF4-FFF2-40B4-BE49-F238E27FC236}">
                    <a16:creationId xmlns:a16="http://schemas.microsoft.com/office/drawing/2014/main" id="{4EA6D6E5-B01E-8979-503A-3813BB195779}"/>
                  </a:ext>
                </a:extLst>
              </p:cNvPr>
              <p:cNvSpPr/>
              <p:nvPr/>
            </p:nvSpPr>
            <p:spPr>
              <a:xfrm>
                <a:off x="3443347"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94" name="Freeform: Shape 593">
                <a:extLst>
                  <a:ext uri="{FF2B5EF4-FFF2-40B4-BE49-F238E27FC236}">
                    <a16:creationId xmlns:a16="http://schemas.microsoft.com/office/drawing/2014/main" id="{DA1DE139-A856-DC52-F86B-9C344A1C8C24}"/>
                  </a:ext>
                </a:extLst>
              </p:cNvPr>
              <p:cNvSpPr/>
              <p:nvPr/>
            </p:nvSpPr>
            <p:spPr>
              <a:xfrm>
                <a:off x="3443347"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95" name="Freeform: Shape 594">
                <a:extLst>
                  <a:ext uri="{FF2B5EF4-FFF2-40B4-BE49-F238E27FC236}">
                    <a16:creationId xmlns:a16="http://schemas.microsoft.com/office/drawing/2014/main" id="{4CC8FEEB-F5CF-96CA-9C1A-6F0BF7B4DDCE}"/>
                  </a:ext>
                </a:extLst>
              </p:cNvPr>
              <p:cNvSpPr/>
              <p:nvPr/>
            </p:nvSpPr>
            <p:spPr>
              <a:xfrm>
                <a:off x="3443347"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97" name="Freeform: Shape 596">
                <a:extLst>
                  <a:ext uri="{FF2B5EF4-FFF2-40B4-BE49-F238E27FC236}">
                    <a16:creationId xmlns:a16="http://schemas.microsoft.com/office/drawing/2014/main" id="{3B216C98-5DCB-D37A-9DE1-26AED2C3E249}"/>
                  </a:ext>
                </a:extLst>
              </p:cNvPr>
              <p:cNvSpPr/>
              <p:nvPr/>
            </p:nvSpPr>
            <p:spPr>
              <a:xfrm>
                <a:off x="3443347"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98" name="Freeform: Shape 597">
                <a:extLst>
                  <a:ext uri="{FF2B5EF4-FFF2-40B4-BE49-F238E27FC236}">
                    <a16:creationId xmlns:a16="http://schemas.microsoft.com/office/drawing/2014/main" id="{240F3AF2-DD79-E792-7FA0-F847FFCAAD90}"/>
                  </a:ext>
                </a:extLst>
              </p:cNvPr>
              <p:cNvSpPr/>
              <p:nvPr/>
            </p:nvSpPr>
            <p:spPr>
              <a:xfrm>
                <a:off x="3443347"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599" name="Freeform: Shape 598">
                <a:extLst>
                  <a:ext uri="{FF2B5EF4-FFF2-40B4-BE49-F238E27FC236}">
                    <a16:creationId xmlns:a16="http://schemas.microsoft.com/office/drawing/2014/main" id="{B41472E8-EF19-A240-40E2-178E4906270B}"/>
                  </a:ext>
                </a:extLst>
              </p:cNvPr>
              <p:cNvSpPr/>
              <p:nvPr/>
            </p:nvSpPr>
            <p:spPr>
              <a:xfrm>
                <a:off x="3443347"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0" name="Freeform: Shape 599">
                <a:extLst>
                  <a:ext uri="{FF2B5EF4-FFF2-40B4-BE49-F238E27FC236}">
                    <a16:creationId xmlns:a16="http://schemas.microsoft.com/office/drawing/2014/main" id="{49CC0650-B8F5-6CE7-6214-09E73FF9ADB7}"/>
                  </a:ext>
                </a:extLst>
              </p:cNvPr>
              <p:cNvSpPr/>
              <p:nvPr/>
            </p:nvSpPr>
            <p:spPr>
              <a:xfrm>
                <a:off x="3443347"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1" name="Freeform: Shape 600">
                <a:extLst>
                  <a:ext uri="{FF2B5EF4-FFF2-40B4-BE49-F238E27FC236}">
                    <a16:creationId xmlns:a16="http://schemas.microsoft.com/office/drawing/2014/main" id="{DF991834-D308-C8A6-BF94-86D9BFAD1403}"/>
                  </a:ext>
                </a:extLst>
              </p:cNvPr>
              <p:cNvSpPr/>
              <p:nvPr/>
            </p:nvSpPr>
            <p:spPr>
              <a:xfrm>
                <a:off x="3505663"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2" name="Freeform: Shape 601">
                <a:extLst>
                  <a:ext uri="{FF2B5EF4-FFF2-40B4-BE49-F238E27FC236}">
                    <a16:creationId xmlns:a16="http://schemas.microsoft.com/office/drawing/2014/main" id="{95E43348-0B2C-7D3B-E4DD-BC49A8D267FD}"/>
                  </a:ext>
                </a:extLst>
              </p:cNvPr>
              <p:cNvSpPr/>
              <p:nvPr/>
            </p:nvSpPr>
            <p:spPr>
              <a:xfrm>
                <a:off x="3505663"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3" name="Freeform: Shape 602">
                <a:extLst>
                  <a:ext uri="{FF2B5EF4-FFF2-40B4-BE49-F238E27FC236}">
                    <a16:creationId xmlns:a16="http://schemas.microsoft.com/office/drawing/2014/main" id="{C61A21D4-461A-2E2D-9137-7D7F1FA968C3}"/>
                  </a:ext>
                </a:extLst>
              </p:cNvPr>
              <p:cNvSpPr/>
              <p:nvPr/>
            </p:nvSpPr>
            <p:spPr>
              <a:xfrm>
                <a:off x="3505663"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4" name="Freeform: Shape 603">
                <a:extLst>
                  <a:ext uri="{FF2B5EF4-FFF2-40B4-BE49-F238E27FC236}">
                    <a16:creationId xmlns:a16="http://schemas.microsoft.com/office/drawing/2014/main" id="{0B734950-7116-2833-A044-F97FC36AAC3E}"/>
                  </a:ext>
                </a:extLst>
              </p:cNvPr>
              <p:cNvSpPr/>
              <p:nvPr/>
            </p:nvSpPr>
            <p:spPr>
              <a:xfrm>
                <a:off x="3505663"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605" name="Freeform: Shape 604">
                <a:extLst>
                  <a:ext uri="{FF2B5EF4-FFF2-40B4-BE49-F238E27FC236}">
                    <a16:creationId xmlns:a16="http://schemas.microsoft.com/office/drawing/2014/main" id="{F030E97C-DD0A-25CF-96FC-EF24AFF89E91}"/>
                  </a:ext>
                </a:extLst>
              </p:cNvPr>
              <p:cNvSpPr/>
              <p:nvPr/>
            </p:nvSpPr>
            <p:spPr>
              <a:xfrm>
                <a:off x="3505663"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6" name="Freeform: Shape 605">
                <a:extLst>
                  <a:ext uri="{FF2B5EF4-FFF2-40B4-BE49-F238E27FC236}">
                    <a16:creationId xmlns:a16="http://schemas.microsoft.com/office/drawing/2014/main" id="{55024811-DCDF-62FF-5F6E-5E5DCFBBF558}"/>
                  </a:ext>
                </a:extLst>
              </p:cNvPr>
              <p:cNvSpPr/>
              <p:nvPr/>
            </p:nvSpPr>
            <p:spPr>
              <a:xfrm>
                <a:off x="3505663"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7" name="Freeform: Shape 606">
                <a:extLst>
                  <a:ext uri="{FF2B5EF4-FFF2-40B4-BE49-F238E27FC236}">
                    <a16:creationId xmlns:a16="http://schemas.microsoft.com/office/drawing/2014/main" id="{1A9BFE6A-8FB6-4EDD-563F-ADFB58ED183B}"/>
                  </a:ext>
                </a:extLst>
              </p:cNvPr>
              <p:cNvSpPr/>
              <p:nvPr/>
            </p:nvSpPr>
            <p:spPr>
              <a:xfrm>
                <a:off x="3505663"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8" name="Freeform: Shape 607">
                <a:extLst>
                  <a:ext uri="{FF2B5EF4-FFF2-40B4-BE49-F238E27FC236}">
                    <a16:creationId xmlns:a16="http://schemas.microsoft.com/office/drawing/2014/main" id="{79EDE5DD-FEA2-E108-6754-8422858B39EF}"/>
                  </a:ext>
                </a:extLst>
              </p:cNvPr>
              <p:cNvSpPr/>
              <p:nvPr/>
            </p:nvSpPr>
            <p:spPr>
              <a:xfrm>
                <a:off x="3505663"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09" name="Freeform: Shape 608">
                <a:extLst>
                  <a:ext uri="{FF2B5EF4-FFF2-40B4-BE49-F238E27FC236}">
                    <a16:creationId xmlns:a16="http://schemas.microsoft.com/office/drawing/2014/main" id="{DAA4F8CE-FFA3-F739-EF91-C73FEBF1ACB7}"/>
                  </a:ext>
                </a:extLst>
              </p:cNvPr>
              <p:cNvSpPr/>
              <p:nvPr/>
            </p:nvSpPr>
            <p:spPr>
              <a:xfrm>
                <a:off x="3505663"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10" name="Freeform: Shape 609">
                <a:extLst>
                  <a:ext uri="{FF2B5EF4-FFF2-40B4-BE49-F238E27FC236}">
                    <a16:creationId xmlns:a16="http://schemas.microsoft.com/office/drawing/2014/main" id="{07F727C5-7159-879C-F6CF-A66FD72F10E0}"/>
                  </a:ext>
                </a:extLst>
              </p:cNvPr>
              <p:cNvSpPr/>
              <p:nvPr/>
            </p:nvSpPr>
            <p:spPr>
              <a:xfrm>
                <a:off x="3505663"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611" name="Freeform: Shape 610">
                <a:extLst>
                  <a:ext uri="{FF2B5EF4-FFF2-40B4-BE49-F238E27FC236}">
                    <a16:creationId xmlns:a16="http://schemas.microsoft.com/office/drawing/2014/main" id="{6F48E098-D5EC-74C6-4243-A340F7C085D9}"/>
                  </a:ext>
                </a:extLst>
              </p:cNvPr>
              <p:cNvSpPr/>
              <p:nvPr/>
            </p:nvSpPr>
            <p:spPr>
              <a:xfrm>
                <a:off x="3505663"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612" name="Freeform: Shape 611">
                <a:extLst>
                  <a:ext uri="{FF2B5EF4-FFF2-40B4-BE49-F238E27FC236}">
                    <a16:creationId xmlns:a16="http://schemas.microsoft.com/office/drawing/2014/main" id="{2D85F23A-4B92-B0DD-DA4C-DA81664066B7}"/>
                  </a:ext>
                </a:extLst>
              </p:cNvPr>
              <p:cNvSpPr/>
              <p:nvPr/>
            </p:nvSpPr>
            <p:spPr>
              <a:xfrm>
                <a:off x="3505663"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613" name="Freeform: Shape 612">
                <a:extLst>
                  <a:ext uri="{FF2B5EF4-FFF2-40B4-BE49-F238E27FC236}">
                    <a16:creationId xmlns:a16="http://schemas.microsoft.com/office/drawing/2014/main" id="{9AEC8D52-7562-0008-7E54-19EF2A992535}"/>
                  </a:ext>
                </a:extLst>
              </p:cNvPr>
              <p:cNvSpPr/>
              <p:nvPr/>
            </p:nvSpPr>
            <p:spPr>
              <a:xfrm>
                <a:off x="3505663"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14" name="Freeform: Shape 613">
                <a:extLst>
                  <a:ext uri="{FF2B5EF4-FFF2-40B4-BE49-F238E27FC236}">
                    <a16:creationId xmlns:a16="http://schemas.microsoft.com/office/drawing/2014/main" id="{ED3B1975-1936-2EAC-5BA4-154E4E39243B}"/>
                  </a:ext>
                </a:extLst>
              </p:cNvPr>
              <p:cNvSpPr/>
              <p:nvPr/>
            </p:nvSpPr>
            <p:spPr>
              <a:xfrm>
                <a:off x="3505663"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15" name="Freeform: Shape 614">
                <a:extLst>
                  <a:ext uri="{FF2B5EF4-FFF2-40B4-BE49-F238E27FC236}">
                    <a16:creationId xmlns:a16="http://schemas.microsoft.com/office/drawing/2014/main" id="{1C09B01A-11FC-5D12-91D3-A253146C7984}"/>
                  </a:ext>
                </a:extLst>
              </p:cNvPr>
              <p:cNvSpPr/>
              <p:nvPr/>
            </p:nvSpPr>
            <p:spPr>
              <a:xfrm>
                <a:off x="3505663"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16" name="Freeform: Shape 615">
                <a:extLst>
                  <a:ext uri="{FF2B5EF4-FFF2-40B4-BE49-F238E27FC236}">
                    <a16:creationId xmlns:a16="http://schemas.microsoft.com/office/drawing/2014/main" id="{E4DF6235-ED95-D3E0-414F-75B040B58BF9}"/>
                  </a:ext>
                </a:extLst>
              </p:cNvPr>
              <p:cNvSpPr/>
              <p:nvPr/>
            </p:nvSpPr>
            <p:spPr>
              <a:xfrm>
                <a:off x="3505663"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000"/>
              </a:solidFill>
              <a:ln w="2679" cap="rnd">
                <a:solidFill>
                  <a:srgbClr val="999999"/>
                </a:solidFill>
                <a:prstDash val="solid"/>
                <a:round/>
              </a:ln>
            </p:spPr>
            <p:txBody>
              <a:bodyPr/>
              <a:lstStyle/>
              <a:p>
                <a:endParaRPr lang="en-US" sz="1701"/>
              </a:p>
            </p:txBody>
          </p:sp>
          <p:sp>
            <p:nvSpPr>
              <p:cNvPr id="617" name="Freeform: Shape 616">
                <a:extLst>
                  <a:ext uri="{FF2B5EF4-FFF2-40B4-BE49-F238E27FC236}">
                    <a16:creationId xmlns:a16="http://schemas.microsoft.com/office/drawing/2014/main" id="{B1DDF94E-1FF3-FF26-A5DB-2ABABD519F2A}"/>
                  </a:ext>
                </a:extLst>
              </p:cNvPr>
              <p:cNvSpPr/>
              <p:nvPr/>
            </p:nvSpPr>
            <p:spPr>
              <a:xfrm>
                <a:off x="3505663"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18" name="Freeform: Shape 617">
                <a:extLst>
                  <a:ext uri="{FF2B5EF4-FFF2-40B4-BE49-F238E27FC236}">
                    <a16:creationId xmlns:a16="http://schemas.microsoft.com/office/drawing/2014/main" id="{1C947F25-2E28-C586-6090-C8FF9FFF9DA6}"/>
                  </a:ext>
                </a:extLst>
              </p:cNvPr>
              <p:cNvSpPr/>
              <p:nvPr/>
            </p:nvSpPr>
            <p:spPr>
              <a:xfrm>
                <a:off x="3505663"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19" name="Freeform: Shape 618">
                <a:extLst>
                  <a:ext uri="{FF2B5EF4-FFF2-40B4-BE49-F238E27FC236}">
                    <a16:creationId xmlns:a16="http://schemas.microsoft.com/office/drawing/2014/main" id="{A24EEFBC-3F5C-8A89-A191-00683A9F172E}"/>
                  </a:ext>
                </a:extLst>
              </p:cNvPr>
              <p:cNvSpPr/>
              <p:nvPr/>
            </p:nvSpPr>
            <p:spPr>
              <a:xfrm>
                <a:off x="3505663"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20" name="Freeform: Shape 619">
                <a:extLst>
                  <a:ext uri="{FF2B5EF4-FFF2-40B4-BE49-F238E27FC236}">
                    <a16:creationId xmlns:a16="http://schemas.microsoft.com/office/drawing/2014/main" id="{7D81743F-1D99-A811-E3E1-B01E22FC3CEA}"/>
                  </a:ext>
                </a:extLst>
              </p:cNvPr>
              <p:cNvSpPr/>
              <p:nvPr/>
            </p:nvSpPr>
            <p:spPr>
              <a:xfrm>
                <a:off x="3505663"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621" name="Freeform: Shape 620">
                <a:extLst>
                  <a:ext uri="{FF2B5EF4-FFF2-40B4-BE49-F238E27FC236}">
                    <a16:creationId xmlns:a16="http://schemas.microsoft.com/office/drawing/2014/main" id="{0B956CF6-8C9F-8A49-BFCA-19A8A148897A}"/>
                  </a:ext>
                </a:extLst>
              </p:cNvPr>
              <p:cNvSpPr/>
              <p:nvPr/>
            </p:nvSpPr>
            <p:spPr>
              <a:xfrm>
                <a:off x="3505663"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622" name="Freeform: Shape 621">
                <a:extLst>
                  <a:ext uri="{FF2B5EF4-FFF2-40B4-BE49-F238E27FC236}">
                    <a16:creationId xmlns:a16="http://schemas.microsoft.com/office/drawing/2014/main" id="{6D5BCE4F-B767-5AE5-2F59-4B8DB121CAF1}"/>
                  </a:ext>
                </a:extLst>
              </p:cNvPr>
              <p:cNvSpPr/>
              <p:nvPr/>
            </p:nvSpPr>
            <p:spPr>
              <a:xfrm>
                <a:off x="3505663"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23" name="Freeform: Shape 622">
                <a:extLst>
                  <a:ext uri="{FF2B5EF4-FFF2-40B4-BE49-F238E27FC236}">
                    <a16:creationId xmlns:a16="http://schemas.microsoft.com/office/drawing/2014/main" id="{E985FF27-3A55-1ECF-EE7B-A6EEEC78D5D3}"/>
                  </a:ext>
                </a:extLst>
              </p:cNvPr>
              <p:cNvSpPr/>
              <p:nvPr/>
            </p:nvSpPr>
            <p:spPr>
              <a:xfrm>
                <a:off x="3505663"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24" name="Freeform: Shape 623">
                <a:extLst>
                  <a:ext uri="{FF2B5EF4-FFF2-40B4-BE49-F238E27FC236}">
                    <a16:creationId xmlns:a16="http://schemas.microsoft.com/office/drawing/2014/main" id="{F97D89FE-EE88-9F02-93B2-3239FF496755}"/>
                  </a:ext>
                </a:extLst>
              </p:cNvPr>
              <p:cNvSpPr/>
              <p:nvPr/>
            </p:nvSpPr>
            <p:spPr>
              <a:xfrm>
                <a:off x="3505663"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25" name="Freeform: Shape 624">
                <a:extLst>
                  <a:ext uri="{FF2B5EF4-FFF2-40B4-BE49-F238E27FC236}">
                    <a16:creationId xmlns:a16="http://schemas.microsoft.com/office/drawing/2014/main" id="{84876668-2D8B-111B-8841-FF7201EAF96D}"/>
                  </a:ext>
                </a:extLst>
              </p:cNvPr>
              <p:cNvSpPr/>
              <p:nvPr/>
            </p:nvSpPr>
            <p:spPr>
              <a:xfrm>
                <a:off x="3505663"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26" name="Freeform: Shape 625">
                <a:extLst>
                  <a:ext uri="{FF2B5EF4-FFF2-40B4-BE49-F238E27FC236}">
                    <a16:creationId xmlns:a16="http://schemas.microsoft.com/office/drawing/2014/main" id="{EDCCB306-181F-EEB2-86A1-858DAE20BC53}"/>
                  </a:ext>
                </a:extLst>
              </p:cNvPr>
              <p:cNvSpPr/>
              <p:nvPr/>
            </p:nvSpPr>
            <p:spPr>
              <a:xfrm>
                <a:off x="3505663"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627" name="Freeform: Shape 626">
                <a:extLst>
                  <a:ext uri="{FF2B5EF4-FFF2-40B4-BE49-F238E27FC236}">
                    <a16:creationId xmlns:a16="http://schemas.microsoft.com/office/drawing/2014/main" id="{0CCFC04C-3052-BFA6-1974-AC2A7120A5D5}"/>
                  </a:ext>
                </a:extLst>
              </p:cNvPr>
              <p:cNvSpPr/>
              <p:nvPr/>
            </p:nvSpPr>
            <p:spPr>
              <a:xfrm>
                <a:off x="3505663"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628" name="Freeform: Shape 627">
                <a:extLst>
                  <a:ext uri="{FF2B5EF4-FFF2-40B4-BE49-F238E27FC236}">
                    <a16:creationId xmlns:a16="http://schemas.microsoft.com/office/drawing/2014/main" id="{23D18C76-661B-F4DB-4E13-EE27BF2EE664}"/>
                  </a:ext>
                </a:extLst>
              </p:cNvPr>
              <p:cNvSpPr/>
              <p:nvPr/>
            </p:nvSpPr>
            <p:spPr>
              <a:xfrm>
                <a:off x="3567898"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629" name="Freeform: Shape 628">
                <a:extLst>
                  <a:ext uri="{FF2B5EF4-FFF2-40B4-BE49-F238E27FC236}">
                    <a16:creationId xmlns:a16="http://schemas.microsoft.com/office/drawing/2014/main" id="{88631DFB-EE3E-12C5-09EC-744213DBAB6E}"/>
                  </a:ext>
                </a:extLst>
              </p:cNvPr>
              <p:cNvSpPr/>
              <p:nvPr/>
            </p:nvSpPr>
            <p:spPr>
              <a:xfrm>
                <a:off x="3567898"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630" name="Freeform: Shape 629">
                <a:extLst>
                  <a:ext uri="{FF2B5EF4-FFF2-40B4-BE49-F238E27FC236}">
                    <a16:creationId xmlns:a16="http://schemas.microsoft.com/office/drawing/2014/main" id="{F1E3837A-06B4-0E2B-D8B2-47A9C716EBA5}"/>
                  </a:ext>
                </a:extLst>
              </p:cNvPr>
              <p:cNvSpPr/>
              <p:nvPr/>
            </p:nvSpPr>
            <p:spPr>
              <a:xfrm>
                <a:off x="3567898"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631" name="Freeform: Shape 630">
                <a:extLst>
                  <a:ext uri="{FF2B5EF4-FFF2-40B4-BE49-F238E27FC236}">
                    <a16:creationId xmlns:a16="http://schemas.microsoft.com/office/drawing/2014/main" id="{9ABD526C-619A-FD07-4188-00F0DC3B16F9}"/>
                  </a:ext>
                </a:extLst>
              </p:cNvPr>
              <p:cNvSpPr/>
              <p:nvPr/>
            </p:nvSpPr>
            <p:spPr>
              <a:xfrm>
                <a:off x="3567898"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632" name="Freeform: Shape 631">
                <a:extLst>
                  <a:ext uri="{FF2B5EF4-FFF2-40B4-BE49-F238E27FC236}">
                    <a16:creationId xmlns:a16="http://schemas.microsoft.com/office/drawing/2014/main" id="{36D56F1B-9379-1454-6CDF-85A71AF46F65}"/>
                  </a:ext>
                </a:extLst>
              </p:cNvPr>
              <p:cNvSpPr/>
              <p:nvPr/>
            </p:nvSpPr>
            <p:spPr>
              <a:xfrm>
                <a:off x="3567898"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633" name="Freeform: Shape 632">
                <a:extLst>
                  <a:ext uri="{FF2B5EF4-FFF2-40B4-BE49-F238E27FC236}">
                    <a16:creationId xmlns:a16="http://schemas.microsoft.com/office/drawing/2014/main" id="{6FCA9ABF-E0BD-9C42-15E7-407744B603B4}"/>
                  </a:ext>
                </a:extLst>
              </p:cNvPr>
              <p:cNvSpPr/>
              <p:nvPr/>
            </p:nvSpPr>
            <p:spPr>
              <a:xfrm>
                <a:off x="3567898"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634" name="Freeform: Shape 633">
                <a:extLst>
                  <a:ext uri="{FF2B5EF4-FFF2-40B4-BE49-F238E27FC236}">
                    <a16:creationId xmlns:a16="http://schemas.microsoft.com/office/drawing/2014/main" id="{9E8C79C2-0722-0904-23AB-3CF93CF61E2D}"/>
                  </a:ext>
                </a:extLst>
              </p:cNvPr>
              <p:cNvSpPr/>
              <p:nvPr/>
            </p:nvSpPr>
            <p:spPr>
              <a:xfrm>
                <a:off x="3567898"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635" name="Freeform: Shape 634">
                <a:extLst>
                  <a:ext uri="{FF2B5EF4-FFF2-40B4-BE49-F238E27FC236}">
                    <a16:creationId xmlns:a16="http://schemas.microsoft.com/office/drawing/2014/main" id="{3F975C29-5DD0-E58A-3EB8-279AC489B035}"/>
                  </a:ext>
                </a:extLst>
              </p:cNvPr>
              <p:cNvSpPr/>
              <p:nvPr/>
            </p:nvSpPr>
            <p:spPr>
              <a:xfrm>
                <a:off x="3567898"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636" name="Freeform: Shape 635">
                <a:extLst>
                  <a:ext uri="{FF2B5EF4-FFF2-40B4-BE49-F238E27FC236}">
                    <a16:creationId xmlns:a16="http://schemas.microsoft.com/office/drawing/2014/main" id="{F844BFBD-BFBB-806C-089F-5458B3F44358}"/>
                  </a:ext>
                </a:extLst>
              </p:cNvPr>
              <p:cNvSpPr/>
              <p:nvPr/>
            </p:nvSpPr>
            <p:spPr>
              <a:xfrm>
                <a:off x="3567898"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637" name="Freeform: Shape 636">
                <a:extLst>
                  <a:ext uri="{FF2B5EF4-FFF2-40B4-BE49-F238E27FC236}">
                    <a16:creationId xmlns:a16="http://schemas.microsoft.com/office/drawing/2014/main" id="{1CC42960-A8D2-626B-0C8D-0F3C859578C5}"/>
                  </a:ext>
                </a:extLst>
              </p:cNvPr>
              <p:cNvSpPr/>
              <p:nvPr/>
            </p:nvSpPr>
            <p:spPr>
              <a:xfrm>
                <a:off x="3567898"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638" name="Freeform: Shape 637">
                <a:extLst>
                  <a:ext uri="{FF2B5EF4-FFF2-40B4-BE49-F238E27FC236}">
                    <a16:creationId xmlns:a16="http://schemas.microsoft.com/office/drawing/2014/main" id="{757C905A-E14C-6B9E-3E11-11E87CD12B4C}"/>
                  </a:ext>
                </a:extLst>
              </p:cNvPr>
              <p:cNvSpPr/>
              <p:nvPr/>
            </p:nvSpPr>
            <p:spPr>
              <a:xfrm>
                <a:off x="3567898"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639" name="Freeform: Shape 638">
                <a:extLst>
                  <a:ext uri="{FF2B5EF4-FFF2-40B4-BE49-F238E27FC236}">
                    <a16:creationId xmlns:a16="http://schemas.microsoft.com/office/drawing/2014/main" id="{71D3D199-1980-F0AA-48EB-C9E19B6F6121}"/>
                  </a:ext>
                </a:extLst>
              </p:cNvPr>
              <p:cNvSpPr/>
              <p:nvPr/>
            </p:nvSpPr>
            <p:spPr>
              <a:xfrm>
                <a:off x="3567898"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168" name="Freeform: Shape 7167">
                <a:extLst>
                  <a:ext uri="{FF2B5EF4-FFF2-40B4-BE49-F238E27FC236}">
                    <a16:creationId xmlns:a16="http://schemas.microsoft.com/office/drawing/2014/main" id="{E4FEDB10-6B06-63D4-AB2B-856A7F469153}"/>
                  </a:ext>
                </a:extLst>
              </p:cNvPr>
              <p:cNvSpPr/>
              <p:nvPr/>
            </p:nvSpPr>
            <p:spPr>
              <a:xfrm>
                <a:off x="3567898"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7169" name="Freeform: Shape 7168">
                <a:extLst>
                  <a:ext uri="{FF2B5EF4-FFF2-40B4-BE49-F238E27FC236}">
                    <a16:creationId xmlns:a16="http://schemas.microsoft.com/office/drawing/2014/main" id="{67B9D980-3355-1452-2D53-1E10566BFA1A}"/>
                  </a:ext>
                </a:extLst>
              </p:cNvPr>
              <p:cNvSpPr/>
              <p:nvPr/>
            </p:nvSpPr>
            <p:spPr>
              <a:xfrm>
                <a:off x="3567898"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458"/>
              </a:solidFill>
              <a:ln w="2679" cap="rnd">
                <a:solidFill>
                  <a:srgbClr val="999999"/>
                </a:solidFill>
                <a:prstDash val="solid"/>
                <a:round/>
              </a:ln>
            </p:spPr>
            <p:txBody>
              <a:bodyPr/>
              <a:lstStyle/>
              <a:p>
                <a:endParaRPr lang="en-US" sz="1701"/>
              </a:p>
            </p:txBody>
          </p:sp>
          <p:sp>
            <p:nvSpPr>
              <p:cNvPr id="7170" name="Freeform: Shape 7169">
                <a:extLst>
                  <a:ext uri="{FF2B5EF4-FFF2-40B4-BE49-F238E27FC236}">
                    <a16:creationId xmlns:a16="http://schemas.microsoft.com/office/drawing/2014/main" id="{49A6AFD0-759F-0466-41A4-AF493A00C2D3}"/>
                  </a:ext>
                </a:extLst>
              </p:cNvPr>
              <p:cNvSpPr/>
              <p:nvPr/>
            </p:nvSpPr>
            <p:spPr>
              <a:xfrm>
                <a:off x="3567898"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BEBEBE"/>
              </a:solidFill>
              <a:ln w="2679" cap="rnd">
                <a:solidFill>
                  <a:srgbClr val="999999"/>
                </a:solidFill>
                <a:prstDash val="solid"/>
                <a:round/>
              </a:ln>
            </p:spPr>
            <p:txBody>
              <a:bodyPr/>
              <a:lstStyle/>
              <a:p>
                <a:endParaRPr lang="en-US" sz="1701"/>
              </a:p>
            </p:txBody>
          </p:sp>
          <p:sp>
            <p:nvSpPr>
              <p:cNvPr id="7171" name="Freeform: Shape 7170">
                <a:extLst>
                  <a:ext uri="{FF2B5EF4-FFF2-40B4-BE49-F238E27FC236}">
                    <a16:creationId xmlns:a16="http://schemas.microsoft.com/office/drawing/2014/main" id="{6FFD26BC-9913-BE6E-B082-132563940143}"/>
                  </a:ext>
                </a:extLst>
              </p:cNvPr>
              <p:cNvSpPr/>
              <p:nvPr/>
            </p:nvSpPr>
            <p:spPr>
              <a:xfrm>
                <a:off x="3567898"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7172" name="Freeform: Shape 7171">
                <a:extLst>
                  <a:ext uri="{FF2B5EF4-FFF2-40B4-BE49-F238E27FC236}">
                    <a16:creationId xmlns:a16="http://schemas.microsoft.com/office/drawing/2014/main" id="{286394B6-6AAA-2F1C-C65E-42AC3F3DE20C}"/>
                  </a:ext>
                </a:extLst>
              </p:cNvPr>
              <p:cNvSpPr/>
              <p:nvPr/>
            </p:nvSpPr>
            <p:spPr>
              <a:xfrm>
                <a:off x="3567898"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5A00"/>
              </a:solidFill>
              <a:ln w="2679" cap="rnd">
                <a:solidFill>
                  <a:srgbClr val="999999"/>
                </a:solidFill>
                <a:prstDash val="solid"/>
                <a:round/>
              </a:ln>
            </p:spPr>
            <p:txBody>
              <a:bodyPr/>
              <a:lstStyle/>
              <a:p>
                <a:endParaRPr lang="en-US" sz="1701"/>
              </a:p>
            </p:txBody>
          </p:sp>
          <p:sp>
            <p:nvSpPr>
              <p:cNvPr id="7173" name="Freeform: Shape 7172">
                <a:extLst>
                  <a:ext uri="{FF2B5EF4-FFF2-40B4-BE49-F238E27FC236}">
                    <a16:creationId xmlns:a16="http://schemas.microsoft.com/office/drawing/2014/main" id="{31D2C925-9BC7-83B1-16C3-CD867D9C092F}"/>
                  </a:ext>
                </a:extLst>
              </p:cNvPr>
              <p:cNvSpPr/>
              <p:nvPr/>
            </p:nvSpPr>
            <p:spPr>
              <a:xfrm>
                <a:off x="3567898"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7174" name="Freeform: Shape 7173">
                <a:extLst>
                  <a:ext uri="{FF2B5EF4-FFF2-40B4-BE49-F238E27FC236}">
                    <a16:creationId xmlns:a16="http://schemas.microsoft.com/office/drawing/2014/main" id="{ED110630-91B7-C161-E312-FE25731C9A5F}"/>
                  </a:ext>
                </a:extLst>
              </p:cNvPr>
              <p:cNvSpPr/>
              <p:nvPr/>
            </p:nvSpPr>
            <p:spPr>
              <a:xfrm>
                <a:off x="3567898"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175" name="Freeform: Shape 7174">
                <a:extLst>
                  <a:ext uri="{FF2B5EF4-FFF2-40B4-BE49-F238E27FC236}">
                    <a16:creationId xmlns:a16="http://schemas.microsoft.com/office/drawing/2014/main" id="{3AD508E8-C4E5-12D3-DFD2-5E6D699EA169}"/>
                  </a:ext>
                </a:extLst>
              </p:cNvPr>
              <p:cNvSpPr/>
              <p:nvPr/>
            </p:nvSpPr>
            <p:spPr>
              <a:xfrm>
                <a:off x="3567898"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7176" name="Freeform: Shape 7175">
                <a:extLst>
                  <a:ext uri="{FF2B5EF4-FFF2-40B4-BE49-F238E27FC236}">
                    <a16:creationId xmlns:a16="http://schemas.microsoft.com/office/drawing/2014/main" id="{50053F61-F567-E13A-F8EE-BC445685657E}"/>
                  </a:ext>
                </a:extLst>
              </p:cNvPr>
              <p:cNvSpPr/>
              <p:nvPr/>
            </p:nvSpPr>
            <p:spPr>
              <a:xfrm>
                <a:off x="3567898"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177" name="Freeform: Shape 7176">
                <a:extLst>
                  <a:ext uri="{FF2B5EF4-FFF2-40B4-BE49-F238E27FC236}">
                    <a16:creationId xmlns:a16="http://schemas.microsoft.com/office/drawing/2014/main" id="{945A02F6-AE47-8CC5-283F-C8B73920D669}"/>
                  </a:ext>
                </a:extLst>
              </p:cNvPr>
              <p:cNvSpPr/>
              <p:nvPr/>
            </p:nvSpPr>
            <p:spPr>
              <a:xfrm>
                <a:off x="3567898"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178" name="Freeform: Shape 7177">
                <a:extLst>
                  <a:ext uri="{FF2B5EF4-FFF2-40B4-BE49-F238E27FC236}">
                    <a16:creationId xmlns:a16="http://schemas.microsoft.com/office/drawing/2014/main" id="{801725D3-9A56-ACAC-1658-1D0A445D1249}"/>
                  </a:ext>
                </a:extLst>
              </p:cNvPr>
              <p:cNvSpPr/>
              <p:nvPr/>
            </p:nvSpPr>
            <p:spPr>
              <a:xfrm>
                <a:off x="3567898"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7179" name="Freeform: Shape 7178">
                <a:extLst>
                  <a:ext uri="{FF2B5EF4-FFF2-40B4-BE49-F238E27FC236}">
                    <a16:creationId xmlns:a16="http://schemas.microsoft.com/office/drawing/2014/main" id="{960200AB-9C12-4183-A6E1-41A4FCF946D1}"/>
                  </a:ext>
                </a:extLst>
              </p:cNvPr>
              <p:cNvSpPr/>
              <p:nvPr/>
            </p:nvSpPr>
            <p:spPr>
              <a:xfrm>
                <a:off x="3567898"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7180" name="Freeform: Shape 7179">
                <a:extLst>
                  <a:ext uri="{FF2B5EF4-FFF2-40B4-BE49-F238E27FC236}">
                    <a16:creationId xmlns:a16="http://schemas.microsoft.com/office/drawing/2014/main" id="{1588AF76-98DE-14AB-2AD5-51AD255DDF82}"/>
                  </a:ext>
                </a:extLst>
              </p:cNvPr>
              <p:cNvSpPr/>
              <p:nvPr/>
            </p:nvSpPr>
            <p:spPr>
              <a:xfrm>
                <a:off x="3567898"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7181" name="Freeform: Shape 7180">
                <a:extLst>
                  <a:ext uri="{FF2B5EF4-FFF2-40B4-BE49-F238E27FC236}">
                    <a16:creationId xmlns:a16="http://schemas.microsoft.com/office/drawing/2014/main" id="{9EC09C38-C99E-8635-4D93-221B07FDAB40}"/>
                  </a:ext>
                </a:extLst>
              </p:cNvPr>
              <p:cNvSpPr/>
              <p:nvPr/>
            </p:nvSpPr>
            <p:spPr>
              <a:xfrm>
                <a:off x="3567898"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182" name="Freeform: Shape 7181">
                <a:extLst>
                  <a:ext uri="{FF2B5EF4-FFF2-40B4-BE49-F238E27FC236}">
                    <a16:creationId xmlns:a16="http://schemas.microsoft.com/office/drawing/2014/main" id="{8A182D85-1EE5-6B33-18F9-F062B0BFA40B}"/>
                  </a:ext>
                </a:extLst>
              </p:cNvPr>
              <p:cNvSpPr/>
              <p:nvPr/>
            </p:nvSpPr>
            <p:spPr>
              <a:xfrm>
                <a:off x="3567898"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183" name="Freeform: Shape 7182">
                <a:extLst>
                  <a:ext uri="{FF2B5EF4-FFF2-40B4-BE49-F238E27FC236}">
                    <a16:creationId xmlns:a16="http://schemas.microsoft.com/office/drawing/2014/main" id="{5F50E9D7-7570-BABF-063F-59C71CAAD7D1}"/>
                  </a:ext>
                </a:extLst>
              </p:cNvPr>
              <p:cNvSpPr/>
              <p:nvPr/>
            </p:nvSpPr>
            <p:spPr>
              <a:xfrm>
                <a:off x="3630215"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7184" name="Freeform: Shape 7183">
                <a:extLst>
                  <a:ext uri="{FF2B5EF4-FFF2-40B4-BE49-F238E27FC236}">
                    <a16:creationId xmlns:a16="http://schemas.microsoft.com/office/drawing/2014/main" id="{E628BD35-7108-7E73-576C-EB6D51070AB2}"/>
                  </a:ext>
                </a:extLst>
              </p:cNvPr>
              <p:cNvSpPr/>
              <p:nvPr/>
            </p:nvSpPr>
            <p:spPr>
              <a:xfrm>
                <a:off x="3630215"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185" name="Freeform: Shape 7184">
                <a:extLst>
                  <a:ext uri="{FF2B5EF4-FFF2-40B4-BE49-F238E27FC236}">
                    <a16:creationId xmlns:a16="http://schemas.microsoft.com/office/drawing/2014/main" id="{21F67072-2DB8-B0DA-BAEC-3BF501BA8EA7}"/>
                  </a:ext>
                </a:extLst>
              </p:cNvPr>
              <p:cNvSpPr/>
              <p:nvPr/>
            </p:nvSpPr>
            <p:spPr>
              <a:xfrm>
                <a:off x="3630215"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186" name="Freeform: Shape 7185">
                <a:extLst>
                  <a:ext uri="{FF2B5EF4-FFF2-40B4-BE49-F238E27FC236}">
                    <a16:creationId xmlns:a16="http://schemas.microsoft.com/office/drawing/2014/main" id="{C4D3FA12-075B-BB9B-A2C0-F59708306FEE}"/>
                  </a:ext>
                </a:extLst>
              </p:cNvPr>
              <p:cNvSpPr/>
              <p:nvPr/>
            </p:nvSpPr>
            <p:spPr>
              <a:xfrm>
                <a:off x="3630215"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187" name="Freeform: Shape 7186">
                <a:extLst>
                  <a:ext uri="{FF2B5EF4-FFF2-40B4-BE49-F238E27FC236}">
                    <a16:creationId xmlns:a16="http://schemas.microsoft.com/office/drawing/2014/main" id="{17E50F99-63F6-9FAC-6080-CAF0D7AACC91}"/>
                  </a:ext>
                </a:extLst>
              </p:cNvPr>
              <p:cNvSpPr/>
              <p:nvPr/>
            </p:nvSpPr>
            <p:spPr>
              <a:xfrm>
                <a:off x="3630215"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7188" name="Freeform: Shape 7187">
                <a:extLst>
                  <a:ext uri="{FF2B5EF4-FFF2-40B4-BE49-F238E27FC236}">
                    <a16:creationId xmlns:a16="http://schemas.microsoft.com/office/drawing/2014/main" id="{5C6C08B5-8F1A-21A3-C1E3-BB7DDA0E244F}"/>
                  </a:ext>
                </a:extLst>
              </p:cNvPr>
              <p:cNvSpPr/>
              <p:nvPr/>
            </p:nvSpPr>
            <p:spPr>
              <a:xfrm>
                <a:off x="3630215"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7189" name="Freeform: Shape 7188">
                <a:extLst>
                  <a:ext uri="{FF2B5EF4-FFF2-40B4-BE49-F238E27FC236}">
                    <a16:creationId xmlns:a16="http://schemas.microsoft.com/office/drawing/2014/main" id="{2335585D-EEE8-0735-D287-B3EEE82B298B}"/>
                  </a:ext>
                </a:extLst>
              </p:cNvPr>
              <p:cNvSpPr/>
              <p:nvPr/>
            </p:nvSpPr>
            <p:spPr>
              <a:xfrm>
                <a:off x="3630215"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7190" name="Freeform: Shape 7189">
                <a:extLst>
                  <a:ext uri="{FF2B5EF4-FFF2-40B4-BE49-F238E27FC236}">
                    <a16:creationId xmlns:a16="http://schemas.microsoft.com/office/drawing/2014/main" id="{85CB06B3-F7C5-9CFC-2304-E17EDA4532E7}"/>
                  </a:ext>
                </a:extLst>
              </p:cNvPr>
              <p:cNvSpPr/>
              <p:nvPr/>
            </p:nvSpPr>
            <p:spPr>
              <a:xfrm>
                <a:off x="3630215"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7191" name="Freeform: Shape 7190">
                <a:extLst>
                  <a:ext uri="{FF2B5EF4-FFF2-40B4-BE49-F238E27FC236}">
                    <a16:creationId xmlns:a16="http://schemas.microsoft.com/office/drawing/2014/main" id="{DF025102-FA98-8917-9D79-4AFCC9BB68D6}"/>
                  </a:ext>
                </a:extLst>
              </p:cNvPr>
              <p:cNvSpPr/>
              <p:nvPr/>
            </p:nvSpPr>
            <p:spPr>
              <a:xfrm>
                <a:off x="3630215"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968"/>
              </a:solidFill>
              <a:ln w="2679" cap="rnd">
                <a:solidFill>
                  <a:srgbClr val="999999"/>
                </a:solidFill>
                <a:prstDash val="solid"/>
                <a:round/>
              </a:ln>
            </p:spPr>
            <p:txBody>
              <a:bodyPr/>
              <a:lstStyle/>
              <a:p>
                <a:endParaRPr lang="en-US" sz="1701"/>
              </a:p>
            </p:txBody>
          </p:sp>
          <p:sp>
            <p:nvSpPr>
              <p:cNvPr id="7192" name="Freeform: Shape 7191">
                <a:extLst>
                  <a:ext uri="{FF2B5EF4-FFF2-40B4-BE49-F238E27FC236}">
                    <a16:creationId xmlns:a16="http://schemas.microsoft.com/office/drawing/2014/main" id="{87902A7A-E809-FDDC-8E81-536A7DCE0EF3}"/>
                  </a:ext>
                </a:extLst>
              </p:cNvPr>
              <p:cNvSpPr/>
              <p:nvPr/>
            </p:nvSpPr>
            <p:spPr>
              <a:xfrm>
                <a:off x="3630215"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7193" name="Freeform: Shape 7192">
                <a:extLst>
                  <a:ext uri="{FF2B5EF4-FFF2-40B4-BE49-F238E27FC236}">
                    <a16:creationId xmlns:a16="http://schemas.microsoft.com/office/drawing/2014/main" id="{F6253FB0-4CBA-F100-8ECA-47DE662E537C}"/>
                  </a:ext>
                </a:extLst>
              </p:cNvPr>
              <p:cNvSpPr/>
              <p:nvPr/>
            </p:nvSpPr>
            <p:spPr>
              <a:xfrm>
                <a:off x="3630215"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7194" name="Freeform: Shape 7193">
                <a:extLst>
                  <a:ext uri="{FF2B5EF4-FFF2-40B4-BE49-F238E27FC236}">
                    <a16:creationId xmlns:a16="http://schemas.microsoft.com/office/drawing/2014/main" id="{1EB3830A-07BB-2B58-75D7-56FD3CD371A0}"/>
                  </a:ext>
                </a:extLst>
              </p:cNvPr>
              <p:cNvSpPr/>
              <p:nvPr/>
            </p:nvSpPr>
            <p:spPr>
              <a:xfrm>
                <a:off x="3630215"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7195" name="Freeform: Shape 7194">
                <a:extLst>
                  <a:ext uri="{FF2B5EF4-FFF2-40B4-BE49-F238E27FC236}">
                    <a16:creationId xmlns:a16="http://schemas.microsoft.com/office/drawing/2014/main" id="{F7CC8EA5-D9FE-B6BB-CCBE-CF25B319EB6A}"/>
                  </a:ext>
                </a:extLst>
              </p:cNvPr>
              <p:cNvSpPr/>
              <p:nvPr/>
            </p:nvSpPr>
            <p:spPr>
              <a:xfrm>
                <a:off x="3630215"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7196" name="Freeform: Shape 7195">
                <a:extLst>
                  <a:ext uri="{FF2B5EF4-FFF2-40B4-BE49-F238E27FC236}">
                    <a16:creationId xmlns:a16="http://schemas.microsoft.com/office/drawing/2014/main" id="{BC3D0BF4-5A19-2DF5-6E32-0C954C89ABD4}"/>
                  </a:ext>
                </a:extLst>
              </p:cNvPr>
              <p:cNvSpPr/>
              <p:nvPr/>
            </p:nvSpPr>
            <p:spPr>
              <a:xfrm>
                <a:off x="3630215"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7197" name="Freeform: Shape 7196">
                <a:extLst>
                  <a:ext uri="{FF2B5EF4-FFF2-40B4-BE49-F238E27FC236}">
                    <a16:creationId xmlns:a16="http://schemas.microsoft.com/office/drawing/2014/main" id="{111F3BCE-1497-9C80-9401-6CDE20C3F95A}"/>
                  </a:ext>
                </a:extLst>
              </p:cNvPr>
              <p:cNvSpPr/>
              <p:nvPr/>
            </p:nvSpPr>
            <p:spPr>
              <a:xfrm>
                <a:off x="3630215"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7198" name="Freeform: Shape 7197">
                <a:extLst>
                  <a:ext uri="{FF2B5EF4-FFF2-40B4-BE49-F238E27FC236}">
                    <a16:creationId xmlns:a16="http://schemas.microsoft.com/office/drawing/2014/main" id="{A22228B5-49D3-5BD2-061C-28ACEC2DD332}"/>
                  </a:ext>
                </a:extLst>
              </p:cNvPr>
              <p:cNvSpPr/>
              <p:nvPr/>
            </p:nvSpPr>
            <p:spPr>
              <a:xfrm>
                <a:off x="3630215"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7200" name="Freeform: Shape 7199">
                <a:extLst>
                  <a:ext uri="{FF2B5EF4-FFF2-40B4-BE49-F238E27FC236}">
                    <a16:creationId xmlns:a16="http://schemas.microsoft.com/office/drawing/2014/main" id="{DF6A0C5C-B8CB-48F6-B3E3-BE13F92E9069}"/>
                  </a:ext>
                </a:extLst>
              </p:cNvPr>
              <p:cNvSpPr/>
              <p:nvPr/>
            </p:nvSpPr>
            <p:spPr>
              <a:xfrm>
                <a:off x="3630215"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6F00"/>
              </a:solidFill>
              <a:ln w="2679" cap="rnd">
                <a:solidFill>
                  <a:srgbClr val="999999"/>
                </a:solidFill>
                <a:prstDash val="solid"/>
                <a:round/>
              </a:ln>
            </p:spPr>
            <p:txBody>
              <a:bodyPr/>
              <a:lstStyle/>
              <a:p>
                <a:endParaRPr lang="en-US" sz="1701"/>
              </a:p>
            </p:txBody>
          </p:sp>
          <p:sp>
            <p:nvSpPr>
              <p:cNvPr id="7201" name="Freeform: Shape 7200">
                <a:extLst>
                  <a:ext uri="{FF2B5EF4-FFF2-40B4-BE49-F238E27FC236}">
                    <a16:creationId xmlns:a16="http://schemas.microsoft.com/office/drawing/2014/main" id="{0B563F95-540F-7DD1-FD15-7F5B5AE9F94B}"/>
                  </a:ext>
                </a:extLst>
              </p:cNvPr>
              <p:cNvSpPr/>
              <p:nvPr/>
            </p:nvSpPr>
            <p:spPr>
              <a:xfrm>
                <a:off x="3630215"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7203" name="Freeform: Shape 7202">
                <a:extLst>
                  <a:ext uri="{FF2B5EF4-FFF2-40B4-BE49-F238E27FC236}">
                    <a16:creationId xmlns:a16="http://schemas.microsoft.com/office/drawing/2014/main" id="{F16A4289-E474-2FB8-55E3-D2167DF51723}"/>
                  </a:ext>
                </a:extLst>
              </p:cNvPr>
              <p:cNvSpPr/>
              <p:nvPr/>
            </p:nvSpPr>
            <p:spPr>
              <a:xfrm>
                <a:off x="3630215"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7204" name="Freeform: Shape 7203">
                <a:extLst>
                  <a:ext uri="{FF2B5EF4-FFF2-40B4-BE49-F238E27FC236}">
                    <a16:creationId xmlns:a16="http://schemas.microsoft.com/office/drawing/2014/main" id="{45071669-B218-AFCB-3108-2C6463B6502C}"/>
                  </a:ext>
                </a:extLst>
              </p:cNvPr>
              <p:cNvSpPr/>
              <p:nvPr/>
            </p:nvSpPr>
            <p:spPr>
              <a:xfrm>
                <a:off x="3630215"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7294" name="Freeform: Shape 7293">
                <a:extLst>
                  <a:ext uri="{FF2B5EF4-FFF2-40B4-BE49-F238E27FC236}">
                    <a16:creationId xmlns:a16="http://schemas.microsoft.com/office/drawing/2014/main" id="{762A0884-CCF2-D9C6-1A67-6D9F0CB30660}"/>
                  </a:ext>
                </a:extLst>
              </p:cNvPr>
              <p:cNvSpPr/>
              <p:nvPr/>
            </p:nvSpPr>
            <p:spPr>
              <a:xfrm>
                <a:off x="3630215"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295" name="Freeform: Shape 7294">
                <a:extLst>
                  <a:ext uri="{FF2B5EF4-FFF2-40B4-BE49-F238E27FC236}">
                    <a16:creationId xmlns:a16="http://schemas.microsoft.com/office/drawing/2014/main" id="{0F4BA60F-99D0-C901-0894-EA8580D03C2E}"/>
                  </a:ext>
                </a:extLst>
              </p:cNvPr>
              <p:cNvSpPr/>
              <p:nvPr/>
            </p:nvSpPr>
            <p:spPr>
              <a:xfrm>
                <a:off x="3630215"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297" name="Freeform: Shape 7296">
                <a:extLst>
                  <a:ext uri="{FF2B5EF4-FFF2-40B4-BE49-F238E27FC236}">
                    <a16:creationId xmlns:a16="http://schemas.microsoft.com/office/drawing/2014/main" id="{24665638-BC52-9C9B-883B-BCD31A26056A}"/>
                  </a:ext>
                </a:extLst>
              </p:cNvPr>
              <p:cNvSpPr/>
              <p:nvPr/>
            </p:nvSpPr>
            <p:spPr>
              <a:xfrm>
                <a:off x="3630215"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298" name="Freeform: Shape 7297">
                <a:extLst>
                  <a:ext uri="{FF2B5EF4-FFF2-40B4-BE49-F238E27FC236}">
                    <a16:creationId xmlns:a16="http://schemas.microsoft.com/office/drawing/2014/main" id="{CB566C84-6843-A58D-471F-4599645D3B82}"/>
                  </a:ext>
                </a:extLst>
              </p:cNvPr>
              <p:cNvSpPr/>
              <p:nvPr/>
            </p:nvSpPr>
            <p:spPr>
              <a:xfrm>
                <a:off x="3630215"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7299" name="Freeform: Shape 7298">
                <a:extLst>
                  <a:ext uri="{FF2B5EF4-FFF2-40B4-BE49-F238E27FC236}">
                    <a16:creationId xmlns:a16="http://schemas.microsoft.com/office/drawing/2014/main" id="{2B3E5E50-2F29-4EDE-EC5E-E9E0B848D061}"/>
                  </a:ext>
                </a:extLst>
              </p:cNvPr>
              <p:cNvSpPr/>
              <p:nvPr/>
            </p:nvSpPr>
            <p:spPr>
              <a:xfrm>
                <a:off x="3630215"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7300" name="Freeform: Shape 7299">
                <a:extLst>
                  <a:ext uri="{FF2B5EF4-FFF2-40B4-BE49-F238E27FC236}">
                    <a16:creationId xmlns:a16="http://schemas.microsoft.com/office/drawing/2014/main" id="{494A6A58-C3BE-9DE6-F857-DB9D568D0AF9}"/>
                  </a:ext>
                </a:extLst>
              </p:cNvPr>
              <p:cNvSpPr/>
              <p:nvPr/>
            </p:nvSpPr>
            <p:spPr>
              <a:xfrm>
                <a:off x="3630215"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301" name="Freeform: Shape 7300">
                <a:extLst>
                  <a:ext uri="{FF2B5EF4-FFF2-40B4-BE49-F238E27FC236}">
                    <a16:creationId xmlns:a16="http://schemas.microsoft.com/office/drawing/2014/main" id="{C28A70EB-B222-AB1C-E99D-B9FBF733DF8E}"/>
                  </a:ext>
                </a:extLst>
              </p:cNvPr>
              <p:cNvSpPr/>
              <p:nvPr/>
            </p:nvSpPr>
            <p:spPr>
              <a:xfrm>
                <a:off x="3630215"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7319" name="Freeform: Shape 7318">
                <a:extLst>
                  <a:ext uri="{FF2B5EF4-FFF2-40B4-BE49-F238E27FC236}">
                    <a16:creationId xmlns:a16="http://schemas.microsoft.com/office/drawing/2014/main" id="{90EDFAFC-B7F0-D801-12C9-8FCC0740B582}"/>
                  </a:ext>
                </a:extLst>
              </p:cNvPr>
              <p:cNvSpPr/>
              <p:nvPr/>
            </p:nvSpPr>
            <p:spPr>
              <a:xfrm>
                <a:off x="3692450"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20" name="Freeform: Shape 7319">
                <a:extLst>
                  <a:ext uri="{FF2B5EF4-FFF2-40B4-BE49-F238E27FC236}">
                    <a16:creationId xmlns:a16="http://schemas.microsoft.com/office/drawing/2014/main" id="{476AD8C2-D581-4E3F-14B7-89E3360F0B24}"/>
                  </a:ext>
                </a:extLst>
              </p:cNvPr>
              <p:cNvSpPr/>
              <p:nvPr/>
            </p:nvSpPr>
            <p:spPr>
              <a:xfrm>
                <a:off x="3692450"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21" name="Freeform: Shape 7320">
                <a:extLst>
                  <a:ext uri="{FF2B5EF4-FFF2-40B4-BE49-F238E27FC236}">
                    <a16:creationId xmlns:a16="http://schemas.microsoft.com/office/drawing/2014/main" id="{0E527556-669E-4F90-4648-D253C84EE407}"/>
                  </a:ext>
                </a:extLst>
              </p:cNvPr>
              <p:cNvSpPr/>
              <p:nvPr/>
            </p:nvSpPr>
            <p:spPr>
              <a:xfrm>
                <a:off x="3692450"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322" name="Freeform: Shape 7321">
                <a:extLst>
                  <a:ext uri="{FF2B5EF4-FFF2-40B4-BE49-F238E27FC236}">
                    <a16:creationId xmlns:a16="http://schemas.microsoft.com/office/drawing/2014/main" id="{270BB0F5-4991-9DA8-9AE4-A1766F3E3BA2}"/>
                  </a:ext>
                </a:extLst>
              </p:cNvPr>
              <p:cNvSpPr/>
              <p:nvPr/>
            </p:nvSpPr>
            <p:spPr>
              <a:xfrm>
                <a:off x="3692450"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000"/>
              </a:solidFill>
              <a:ln w="2679" cap="rnd">
                <a:solidFill>
                  <a:srgbClr val="999999"/>
                </a:solidFill>
                <a:prstDash val="solid"/>
                <a:round/>
              </a:ln>
            </p:spPr>
            <p:txBody>
              <a:bodyPr/>
              <a:lstStyle/>
              <a:p>
                <a:endParaRPr lang="en-US" sz="1701"/>
              </a:p>
            </p:txBody>
          </p:sp>
          <p:sp>
            <p:nvSpPr>
              <p:cNvPr id="7323" name="Freeform: Shape 7322">
                <a:extLst>
                  <a:ext uri="{FF2B5EF4-FFF2-40B4-BE49-F238E27FC236}">
                    <a16:creationId xmlns:a16="http://schemas.microsoft.com/office/drawing/2014/main" id="{BC82CC9E-5BB0-F43D-03FF-B4C6C8E2D43C}"/>
                  </a:ext>
                </a:extLst>
              </p:cNvPr>
              <p:cNvSpPr/>
              <p:nvPr/>
            </p:nvSpPr>
            <p:spPr>
              <a:xfrm>
                <a:off x="3692450"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7324" name="Freeform: Shape 7323">
                <a:extLst>
                  <a:ext uri="{FF2B5EF4-FFF2-40B4-BE49-F238E27FC236}">
                    <a16:creationId xmlns:a16="http://schemas.microsoft.com/office/drawing/2014/main" id="{91D405BD-4D60-3620-194C-BFDF989840A7}"/>
                  </a:ext>
                </a:extLst>
              </p:cNvPr>
              <p:cNvSpPr/>
              <p:nvPr/>
            </p:nvSpPr>
            <p:spPr>
              <a:xfrm>
                <a:off x="3692450"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325" name="Freeform: Shape 7324">
                <a:extLst>
                  <a:ext uri="{FF2B5EF4-FFF2-40B4-BE49-F238E27FC236}">
                    <a16:creationId xmlns:a16="http://schemas.microsoft.com/office/drawing/2014/main" id="{C65CC91A-6D68-B12D-331F-9F823AE701B3}"/>
                  </a:ext>
                </a:extLst>
              </p:cNvPr>
              <p:cNvSpPr/>
              <p:nvPr/>
            </p:nvSpPr>
            <p:spPr>
              <a:xfrm>
                <a:off x="3692450"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326" name="Freeform: Shape 7325">
                <a:extLst>
                  <a:ext uri="{FF2B5EF4-FFF2-40B4-BE49-F238E27FC236}">
                    <a16:creationId xmlns:a16="http://schemas.microsoft.com/office/drawing/2014/main" id="{64A6957F-FF4E-4506-C093-62DC80066E13}"/>
                  </a:ext>
                </a:extLst>
              </p:cNvPr>
              <p:cNvSpPr/>
              <p:nvPr/>
            </p:nvSpPr>
            <p:spPr>
              <a:xfrm>
                <a:off x="3692450"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327" name="Freeform: Shape 7326">
                <a:extLst>
                  <a:ext uri="{FF2B5EF4-FFF2-40B4-BE49-F238E27FC236}">
                    <a16:creationId xmlns:a16="http://schemas.microsoft.com/office/drawing/2014/main" id="{B501523D-7E80-F917-6157-5BD45613FFA9}"/>
                  </a:ext>
                </a:extLst>
              </p:cNvPr>
              <p:cNvSpPr/>
              <p:nvPr/>
            </p:nvSpPr>
            <p:spPr>
              <a:xfrm>
                <a:off x="3692450"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28" name="Freeform: Shape 7327">
                <a:extLst>
                  <a:ext uri="{FF2B5EF4-FFF2-40B4-BE49-F238E27FC236}">
                    <a16:creationId xmlns:a16="http://schemas.microsoft.com/office/drawing/2014/main" id="{2E518A2A-37C2-7879-6638-EFF4F3F45F25}"/>
                  </a:ext>
                </a:extLst>
              </p:cNvPr>
              <p:cNvSpPr/>
              <p:nvPr/>
            </p:nvSpPr>
            <p:spPr>
              <a:xfrm>
                <a:off x="3692450"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7329" name="Freeform: Shape 7328">
                <a:extLst>
                  <a:ext uri="{FF2B5EF4-FFF2-40B4-BE49-F238E27FC236}">
                    <a16:creationId xmlns:a16="http://schemas.microsoft.com/office/drawing/2014/main" id="{2CDADA53-126F-F805-9B1A-C67634FA0E15}"/>
                  </a:ext>
                </a:extLst>
              </p:cNvPr>
              <p:cNvSpPr/>
              <p:nvPr/>
            </p:nvSpPr>
            <p:spPr>
              <a:xfrm>
                <a:off x="3692450"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7330" name="Freeform: Shape 7329">
                <a:extLst>
                  <a:ext uri="{FF2B5EF4-FFF2-40B4-BE49-F238E27FC236}">
                    <a16:creationId xmlns:a16="http://schemas.microsoft.com/office/drawing/2014/main" id="{54E91780-75E5-F417-43D7-6CB573B94D2F}"/>
                  </a:ext>
                </a:extLst>
              </p:cNvPr>
              <p:cNvSpPr/>
              <p:nvPr/>
            </p:nvSpPr>
            <p:spPr>
              <a:xfrm>
                <a:off x="3692450"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331" name="Freeform: Shape 7330">
                <a:extLst>
                  <a:ext uri="{FF2B5EF4-FFF2-40B4-BE49-F238E27FC236}">
                    <a16:creationId xmlns:a16="http://schemas.microsoft.com/office/drawing/2014/main" id="{38AE747C-DF8A-C353-F278-7164ED31C757}"/>
                  </a:ext>
                </a:extLst>
              </p:cNvPr>
              <p:cNvSpPr/>
              <p:nvPr/>
            </p:nvSpPr>
            <p:spPr>
              <a:xfrm>
                <a:off x="3692450"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32" name="Freeform: Shape 7331">
                <a:extLst>
                  <a:ext uri="{FF2B5EF4-FFF2-40B4-BE49-F238E27FC236}">
                    <a16:creationId xmlns:a16="http://schemas.microsoft.com/office/drawing/2014/main" id="{51D31541-F47F-FEE9-5172-0607683DE227}"/>
                  </a:ext>
                </a:extLst>
              </p:cNvPr>
              <p:cNvSpPr/>
              <p:nvPr/>
            </p:nvSpPr>
            <p:spPr>
              <a:xfrm>
                <a:off x="3692450"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7333" name="Freeform: Shape 7332">
                <a:extLst>
                  <a:ext uri="{FF2B5EF4-FFF2-40B4-BE49-F238E27FC236}">
                    <a16:creationId xmlns:a16="http://schemas.microsoft.com/office/drawing/2014/main" id="{1101B2A1-97EB-6D2A-A2FE-1E809C4A5822}"/>
                  </a:ext>
                </a:extLst>
              </p:cNvPr>
              <p:cNvSpPr/>
              <p:nvPr/>
            </p:nvSpPr>
            <p:spPr>
              <a:xfrm>
                <a:off x="3692450"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34" name="Freeform: Shape 7333">
                <a:extLst>
                  <a:ext uri="{FF2B5EF4-FFF2-40B4-BE49-F238E27FC236}">
                    <a16:creationId xmlns:a16="http://schemas.microsoft.com/office/drawing/2014/main" id="{EB3BF07F-1CB1-1387-B784-E3CB2AE0CEB1}"/>
                  </a:ext>
                </a:extLst>
              </p:cNvPr>
              <p:cNvSpPr/>
              <p:nvPr/>
            </p:nvSpPr>
            <p:spPr>
              <a:xfrm>
                <a:off x="3692450"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7335" name="Freeform: Shape 7334">
                <a:extLst>
                  <a:ext uri="{FF2B5EF4-FFF2-40B4-BE49-F238E27FC236}">
                    <a16:creationId xmlns:a16="http://schemas.microsoft.com/office/drawing/2014/main" id="{D2F519F2-E494-5BEA-1453-887FD1516B85}"/>
                  </a:ext>
                </a:extLst>
              </p:cNvPr>
              <p:cNvSpPr/>
              <p:nvPr/>
            </p:nvSpPr>
            <p:spPr>
              <a:xfrm>
                <a:off x="3692450"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336" name="Freeform: Shape 7335">
                <a:extLst>
                  <a:ext uri="{FF2B5EF4-FFF2-40B4-BE49-F238E27FC236}">
                    <a16:creationId xmlns:a16="http://schemas.microsoft.com/office/drawing/2014/main" id="{95AF0254-1D48-F106-21D6-53A94BDCB365}"/>
                  </a:ext>
                </a:extLst>
              </p:cNvPr>
              <p:cNvSpPr/>
              <p:nvPr/>
            </p:nvSpPr>
            <p:spPr>
              <a:xfrm>
                <a:off x="3692450"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37" name="Freeform: Shape 7336">
                <a:extLst>
                  <a:ext uri="{FF2B5EF4-FFF2-40B4-BE49-F238E27FC236}">
                    <a16:creationId xmlns:a16="http://schemas.microsoft.com/office/drawing/2014/main" id="{88A90335-5EED-265E-D330-CC3D037D1DBB}"/>
                  </a:ext>
                </a:extLst>
              </p:cNvPr>
              <p:cNvSpPr/>
              <p:nvPr/>
            </p:nvSpPr>
            <p:spPr>
              <a:xfrm>
                <a:off x="3692450"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7338" name="Freeform: Shape 7337">
                <a:extLst>
                  <a:ext uri="{FF2B5EF4-FFF2-40B4-BE49-F238E27FC236}">
                    <a16:creationId xmlns:a16="http://schemas.microsoft.com/office/drawing/2014/main" id="{0B348112-A772-4DEE-D0CD-53D075ACD6EF}"/>
                  </a:ext>
                </a:extLst>
              </p:cNvPr>
              <p:cNvSpPr/>
              <p:nvPr/>
            </p:nvSpPr>
            <p:spPr>
              <a:xfrm>
                <a:off x="3692450"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7339" name="Freeform: Shape 7338">
                <a:extLst>
                  <a:ext uri="{FF2B5EF4-FFF2-40B4-BE49-F238E27FC236}">
                    <a16:creationId xmlns:a16="http://schemas.microsoft.com/office/drawing/2014/main" id="{9399B699-0E90-CD38-F982-292BBF5DE203}"/>
                  </a:ext>
                </a:extLst>
              </p:cNvPr>
              <p:cNvSpPr/>
              <p:nvPr/>
            </p:nvSpPr>
            <p:spPr>
              <a:xfrm>
                <a:off x="3692450"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7340" name="Freeform: Shape 7339">
                <a:extLst>
                  <a:ext uri="{FF2B5EF4-FFF2-40B4-BE49-F238E27FC236}">
                    <a16:creationId xmlns:a16="http://schemas.microsoft.com/office/drawing/2014/main" id="{847B9553-600E-8038-FA10-CDADADA3B73F}"/>
                  </a:ext>
                </a:extLst>
              </p:cNvPr>
              <p:cNvSpPr/>
              <p:nvPr/>
            </p:nvSpPr>
            <p:spPr>
              <a:xfrm>
                <a:off x="3692450"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41" name="Freeform: Shape 7340">
                <a:extLst>
                  <a:ext uri="{FF2B5EF4-FFF2-40B4-BE49-F238E27FC236}">
                    <a16:creationId xmlns:a16="http://schemas.microsoft.com/office/drawing/2014/main" id="{A6E42A1A-5EF4-C14C-FA39-96F82B4A4D26}"/>
                  </a:ext>
                </a:extLst>
              </p:cNvPr>
              <p:cNvSpPr/>
              <p:nvPr/>
            </p:nvSpPr>
            <p:spPr>
              <a:xfrm>
                <a:off x="3692450"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42" name="Freeform: Shape 7341">
                <a:extLst>
                  <a:ext uri="{FF2B5EF4-FFF2-40B4-BE49-F238E27FC236}">
                    <a16:creationId xmlns:a16="http://schemas.microsoft.com/office/drawing/2014/main" id="{1E2C9F24-DB68-3FFE-5838-4A1E8FD084BF}"/>
                  </a:ext>
                </a:extLst>
              </p:cNvPr>
              <p:cNvSpPr/>
              <p:nvPr/>
            </p:nvSpPr>
            <p:spPr>
              <a:xfrm>
                <a:off x="3692450"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43" name="Freeform: Shape 7342">
                <a:extLst>
                  <a:ext uri="{FF2B5EF4-FFF2-40B4-BE49-F238E27FC236}">
                    <a16:creationId xmlns:a16="http://schemas.microsoft.com/office/drawing/2014/main" id="{2C84560B-5A54-14C3-B77D-752EF590925A}"/>
                  </a:ext>
                </a:extLst>
              </p:cNvPr>
              <p:cNvSpPr/>
              <p:nvPr/>
            </p:nvSpPr>
            <p:spPr>
              <a:xfrm>
                <a:off x="3692450"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44" name="Freeform: Shape 7343">
                <a:extLst>
                  <a:ext uri="{FF2B5EF4-FFF2-40B4-BE49-F238E27FC236}">
                    <a16:creationId xmlns:a16="http://schemas.microsoft.com/office/drawing/2014/main" id="{B9244CE6-0809-6B23-B63B-8EE9995347DB}"/>
                  </a:ext>
                </a:extLst>
              </p:cNvPr>
              <p:cNvSpPr/>
              <p:nvPr/>
            </p:nvSpPr>
            <p:spPr>
              <a:xfrm>
                <a:off x="3692450"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45" name="Freeform: Shape 7344">
                <a:extLst>
                  <a:ext uri="{FF2B5EF4-FFF2-40B4-BE49-F238E27FC236}">
                    <a16:creationId xmlns:a16="http://schemas.microsoft.com/office/drawing/2014/main" id="{02DFFAAF-1592-E23C-7EFA-1FE2A7A52E0F}"/>
                  </a:ext>
                </a:extLst>
              </p:cNvPr>
              <p:cNvSpPr/>
              <p:nvPr/>
            </p:nvSpPr>
            <p:spPr>
              <a:xfrm>
                <a:off x="3692450"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46" name="Freeform: Shape 7345">
                <a:extLst>
                  <a:ext uri="{FF2B5EF4-FFF2-40B4-BE49-F238E27FC236}">
                    <a16:creationId xmlns:a16="http://schemas.microsoft.com/office/drawing/2014/main" id="{E01CDB0B-10F4-469F-E6B3-9A299928AD77}"/>
                  </a:ext>
                </a:extLst>
              </p:cNvPr>
              <p:cNvSpPr/>
              <p:nvPr/>
            </p:nvSpPr>
            <p:spPr>
              <a:xfrm>
                <a:off x="3754767"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7347" name="Freeform: Shape 7346">
                <a:extLst>
                  <a:ext uri="{FF2B5EF4-FFF2-40B4-BE49-F238E27FC236}">
                    <a16:creationId xmlns:a16="http://schemas.microsoft.com/office/drawing/2014/main" id="{758B5EDD-7D67-25C7-6A95-77052EF55776}"/>
                  </a:ext>
                </a:extLst>
              </p:cNvPr>
              <p:cNvSpPr/>
              <p:nvPr/>
            </p:nvSpPr>
            <p:spPr>
              <a:xfrm>
                <a:off x="3754767"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7348" name="Freeform: Shape 7347">
                <a:extLst>
                  <a:ext uri="{FF2B5EF4-FFF2-40B4-BE49-F238E27FC236}">
                    <a16:creationId xmlns:a16="http://schemas.microsoft.com/office/drawing/2014/main" id="{04BA479F-FEE6-003C-29B2-171A031CEA11}"/>
                  </a:ext>
                </a:extLst>
              </p:cNvPr>
              <p:cNvSpPr/>
              <p:nvPr/>
            </p:nvSpPr>
            <p:spPr>
              <a:xfrm>
                <a:off x="3754767"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8D00"/>
              </a:solidFill>
              <a:ln w="2679" cap="rnd">
                <a:solidFill>
                  <a:srgbClr val="999999"/>
                </a:solidFill>
                <a:prstDash val="solid"/>
                <a:round/>
              </a:ln>
            </p:spPr>
            <p:txBody>
              <a:bodyPr/>
              <a:lstStyle/>
              <a:p>
                <a:endParaRPr lang="en-US" sz="1701"/>
              </a:p>
            </p:txBody>
          </p:sp>
          <p:sp>
            <p:nvSpPr>
              <p:cNvPr id="7349" name="Freeform: Shape 7348">
                <a:extLst>
                  <a:ext uri="{FF2B5EF4-FFF2-40B4-BE49-F238E27FC236}">
                    <a16:creationId xmlns:a16="http://schemas.microsoft.com/office/drawing/2014/main" id="{5401A950-323A-4DA4-0C33-F97DA54467B3}"/>
                  </a:ext>
                </a:extLst>
              </p:cNvPr>
              <p:cNvSpPr/>
              <p:nvPr/>
            </p:nvSpPr>
            <p:spPr>
              <a:xfrm>
                <a:off x="3754767"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8D00"/>
              </a:solidFill>
              <a:ln w="2679" cap="rnd">
                <a:solidFill>
                  <a:srgbClr val="999999"/>
                </a:solidFill>
                <a:prstDash val="solid"/>
                <a:round/>
              </a:ln>
            </p:spPr>
            <p:txBody>
              <a:bodyPr/>
              <a:lstStyle/>
              <a:p>
                <a:endParaRPr lang="en-US" sz="1701"/>
              </a:p>
            </p:txBody>
          </p:sp>
          <p:sp>
            <p:nvSpPr>
              <p:cNvPr id="7350" name="Freeform: Shape 7349">
                <a:extLst>
                  <a:ext uri="{FF2B5EF4-FFF2-40B4-BE49-F238E27FC236}">
                    <a16:creationId xmlns:a16="http://schemas.microsoft.com/office/drawing/2014/main" id="{3C1BE4F9-7DFE-D2AF-A1E6-B3D5FE782D57}"/>
                  </a:ext>
                </a:extLst>
              </p:cNvPr>
              <p:cNvSpPr/>
              <p:nvPr/>
            </p:nvSpPr>
            <p:spPr>
              <a:xfrm>
                <a:off x="3754767"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7351" name="Freeform: Shape 7350">
                <a:extLst>
                  <a:ext uri="{FF2B5EF4-FFF2-40B4-BE49-F238E27FC236}">
                    <a16:creationId xmlns:a16="http://schemas.microsoft.com/office/drawing/2014/main" id="{0C9826A8-A8E5-67E3-CA38-40AE961FFCF0}"/>
                  </a:ext>
                </a:extLst>
              </p:cNvPr>
              <p:cNvSpPr/>
              <p:nvPr/>
            </p:nvSpPr>
            <p:spPr>
              <a:xfrm>
                <a:off x="3754767"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7352" name="Freeform: Shape 7351">
                <a:extLst>
                  <a:ext uri="{FF2B5EF4-FFF2-40B4-BE49-F238E27FC236}">
                    <a16:creationId xmlns:a16="http://schemas.microsoft.com/office/drawing/2014/main" id="{5CF37803-062B-3EAE-24F9-A4A0AC7D5B1D}"/>
                  </a:ext>
                </a:extLst>
              </p:cNvPr>
              <p:cNvSpPr/>
              <p:nvPr/>
            </p:nvSpPr>
            <p:spPr>
              <a:xfrm>
                <a:off x="3754767"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7353" name="Freeform: Shape 7352">
                <a:extLst>
                  <a:ext uri="{FF2B5EF4-FFF2-40B4-BE49-F238E27FC236}">
                    <a16:creationId xmlns:a16="http://schemas.microsoft.com/office/drawing/2014/main" id="{5700A8BE-9A59-6C4C-299B-BB041D377FA0}"/>
                  </a:ext>
                </a:extLst>
              </p:cNvPr>
              <p:cNvSpPr/>
              <p:nvPr/>
            </p:nvSpPr>
            <p:spPr>
              <a:xfrm>
                <a:off x="3754767"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7354" name="Freeform: Shape 7353">
                <a:extLst>
                  <a:ext uri="{FF2B5EF4-FFF2-40B4-BE49-F238E27FC236}">
                    <a16:creationId xmlns:a16="http://schemas.microsoft.com/office/drawing/2014/main" id="{71429EDF-9F91-4231-16AC-B457FD5DDB32}"/>
                  </a:ext>
                </a:extLst>
              </p:cNvPr>
              <p:cNvSpPr/>
              <p:nvPr/>
            </p:nvSpPr>
            <p:spPr>
              <a:xfrm>
                <a:off x="3754767"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7355" name="Freeform: Shape 7354">
                <a:extLst>
                  <a:ext uri="{FF2B5EF4-FFF2-40B4-BE49-F238E27FC236}">
                    <a16:creationId xmlns:a16="http://schemas.microsoft.com/office/drawing/2014/main" id="{D8A8E78E-84CB-FA28-6C2E-38BDD3B311D6}"/>
                  </a:ext>
                </a:extLst>
              </p:cNvPr>
              <p:cNvSpPr/>
              <p:nvPr/>
            </p:nvSpPr>
            <p:spPr>
              <a:xfrm>
                <a:off x="3754767"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7356" name="Freeform: Shape 7355">
                <a:extLst>
                  <a:ext uri="{FF2B5EF4-FFF2-40B4-BE49-F238E27FC236}">
                    <a16:creationId xmlns:a16="http://schemas.microsoft.com/office/drawing/2014/main" id="{C73941BC-9BC3-8D95-6236-23DF368E3BA7}"/>
                  </a:ext>
                </a:extLst>
              </p:cNvPr>
              <p:cNvSpPr/>
              <p:nvPr/>
            </p:nvSpPr>
            <p:spPr>
              <a:xfrm>
                <a:off x="3754767"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7357" name="Freeform: Shape 7356">
                <a:extLst>
                  <a:ext uri="{FF2B5EF4-FFF2-40B4-BE49-F238E27FC236}">
                    <a16:creationId xmlns:a16="http://schemas.microsoft.com/office/drawing/2014/main" id="{16881CD2-EF18-0EA5-29BC-D35D86C72DAE}"/>
                  </a:ext>
                </a:extLst>
              </p:cNvPr>
              <p:cNvSpPr/>
              <p:nvPr/>
            </p:nvSpPr>
            <p:spPr>
              <a:xfrm>
                <a:off x="3754767"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7358" name="Freeform: Shape 7357">
                <a:extLst>
                  <a:ext uri="{FF2B5EF4-FFF2-40B4-BE49-F238E27FC236}">
                    <a16:creationId xmlns:a16="http://schemas.microsoft.com/office/drawing/2014/main" id="{7A0E3ECF-EAC4-80C1-5079-D8CF0AB9750C}"/>
                  </a:ext>
                </a:extLst>
              </p:cNvPr>
              <p:cNvSpPr/>
              <p:nvPr/>
            </p:nvSpPr>
            <p:spPr>
              <a:xfrm>
                <a:off x="3754767"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7359" name="Freeform: Shape 7358">
                <a:extLst>
                  <a:ext uri="{FF2B5EF4-FFF2-40B4-BE49-F238E27FC236}">
                    <a16:creationId xmlns:a16="http://schemas.microsoft.com/office/drawing/2014/main" id="{AE2AC0E2-C8BE-97DC-070D-0D79ECADA958}"/>
                  </a:ext>
                </a:extLst>
              </p:cNvPr>
              <p:cNvSpPr/>
              <p:nvPr/>
            </p:nvSpPr>
            <p:spPr>
              <a:xfrm>
                <a:off x="3754767"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024" name="Freeform: Shape 11023">
                <a:extLst>
                  <a:ext uri="{FF2B5EF4-FFF2-40B4-BE49-F238E27FC236}">
                    <a16:creationId xmlns:a16="http://schemas.microsoft.com/office/drawing/2014/main" id="{DD833AAA-9F25-A63A-47F4-2ACE6A9F62A9}"/>
                  </a:ext>
                </a:extLst>
              </p:cNvPr>
              <p:cNvSpPr/>
              <p:nvPr/>
            </p:nvSpPr>
            <p:spPr>
              <a:xfrm>
                <a:off x="3754767"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025" name="Freeform: Shape 11024">
                <a:extLst>
                  <a:ext uri="{FF2B5EF4-FFF2-40B4-BE49-F238E27FC236}">
                    <a16:creationId xmlns:a16="http://schemas.microsoft.com/office/drawing/2014/main" id="{5ECEFAEE-9B97-2DA4-FC42-C605393AA23F}"/>
                  </a:ext>
                </a:extLst>
              </p:cNvPr>
              <p:cNvSpPr/>
              <p:nvPr/>
            </p:nvSpPr>
            <p:spPr>
              <a:xfrm>
                <a:off x="3754767"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026" name="Freeform: Shape 11025">
                <a:extLst>
                  <a:ext uri="{FF2B5EF4-FFF2-40B4-BE49-F238E27FC236}">
                    <a16:creationId xmlns:a16="http://schemas.microsoft.com/office/drawing/2014/main" id="{3B3AD91F-3FFF-4E83-B6A1-A506E840E719}"/>
                  </a:ext>
                </a:extLst>
              </p:cNvPr>
              <p:cNvSpPr/>
              <p:nvPr/>
            </p:nvSpPr>
            <p:spPr>
              <a:xfrm>
                <a:off x="3754767"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027" name="Freeform: Shape 11026">
                <a:extLst>
                  <a:ext uri="{FF2B5EF4-FFF2-40B4-BE49-F238E27FC236}">
                    <a16:creationId xmlns:a16="http://schemas.microsoft.com/office/drawing/2014/main" id="{AAABBDF3-0C62-8EBC-CEB0-A4036E71B093}"/>
                  </a:ext>
                </a:extLst>
              </p:cNvPr>
              <p:cNvSpPr/>
              <p:nvPr/>
            </p:nvSpPr>
            <p:spPr>
              <a:xfrm>
                <a:off x="3754767"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028" name="Freeform: Shape 11027">
                <a:extLst>
                  <a:ext uri="{FF2B5EF4-FFF2-40B4-BE49-F238E27FC236}">
                    <a16:creationId xmlns:a16="http://schemas.microsoft.com/office/drawing/2014/main" id="{F4D8DA12-392C-E1D9-4368-EF7D95DB0D77}"/>
                  </a:ext>
                </a:extLst>
              </p:cNvPr>
              <p:cNvSpPr/>
              <p:nvPr/>
            </p:nvSpPr>
            <p:spPr>
              <a:xfrm>
                <a:off x="3754767"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029" name="Freeform: Shape 11028">
                <a:extLst>
                  <a:ext uri="{FF2B5EF4-FFF2-40B4-BE49-F238E27FC236}">
                    <a16:creationId xmlns:a16="http://schemas.microsoft.com/office/drawing/2014/main" id="{62A2F03D-5110-9002-55FD-A54C878B02F6}"/>
                  </a:ext>
                </a:extLst>
              </p:cNvPr>
              <p:cNvSpPr/>
              <p:nvPr/>
            </p:nvSpPr>
            <p:spPr>
              <a:xfrm>
                <a:off x="3754767"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30" name="Freeform: Shape 11029">
                <a:extLst>
                  <a:ext uri="{FF2B5EF4-FFF2-40B4-BE49-F238E27FC236}">
                    <a16:creationId xmlns:a16="http://schemas.microsoft.com/office/drawing/2014/main" id="{53171528-0CE8-8081-69A5-EEFD1D868AA3}"/>
                  </a:ext>
                </a:extLst>
              </p:cNvPr>
              <p:cNvSpPr/>
              <p:nvPr/>
            </p:nvSpPr>
            <p:spPr>
              <a:xfrm>
                <a:off x="3754767"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031" name="Freeform: Shape 11030">
                <a:extLst>
                  <a:ext uri="{FF2B5EF4-FFF2-40B4-BE49-F238E27FC236}">
                    <a16:creationId xmlns:a16="http://schemas.microsoft.com/office/drawing/2014/main" id="{CA2B309A-CD62-1BCE-1F64-42FFDFFED95C}"/>
                  </a:ext>
                </a:extLst>
              </p:cNvPr>
              <p:cNvSpPr/>
              <p:nvPr/>
            </p:nvSpPr>
            <p:spPr>
              <a:xfrm>
                <a:off x="3754767"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032" name="Freeform: Shape 11031">
                <a:extLst>
                  <a:ext uri="{FF2B5EF4-FFF2-40B4-BE49-F238E27FC236}">
                    <a16:creationId xmlns:a16="http://schemas.microsoft.com/office/drawing/2014/main" id="{504AF0A3-933F-5581-9C0B-98547133685F}"/>
                  </a:ext>
                </a:extLst>
              </p:cNvPr>
              <p:cNvSpPr/>
              <p:nvPr/>
            </p:nvSpPr>
            <p:spPr>
              <a:xfrm>
                <a:off x="3754767"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033" name="Freeform: Shape 11032">
                <a:extLst>
                  <a:ext uri="{FF2B5EF4-FFF2-40B4-BE49-F238E27FC236}">
                    <a16:creationId xmlns:a16="http://schemas.microsoft.com/office/drawing/2014/main" id="{99553BFB-7908-87C0-70C4-ADC98F7524DE}"/>
                  </a:ext>
                </a:extLst>
              </p:cNvPr>
              <p:cNvSpPr/>
              <p:nvPr/>
            </p:nvSpPr>
            <p:spPr>
              <a:xfrm>
                <a:off x="3754767"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34" name="Freeform: Shape 11033">
                <a:extLst>
                  <a:ext uri="{FF2B5EF4-FFF2-40B4-BE49-F238E27FC236}">
                    <a16:creationId xmlns:a16="http://schemas.microsoft.com/office/drawing/2014/main" id="{F5F45CEA-660B-9E39-7A0B-0F80303D531D}"/>
                  </a:ext>
                </a:extLst>
              </p:cNvPr>
              <p:cNvSpPr/>
              <p:nvPr/>
            </p:nvSpPr>
            <p:spPr>
              <a:xfrm>
                <a:off x="3754767"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035" name="Freeform: Shape 11034">
                <a:extLst>
                  <a:ext uri="{FF2B5EF4-FFF2-40B4-BE49-F238E27FC236}">
                    <a16:creationId xmlns:a16="http://schemas.microsoft.com/office/drawing/2014/main" id="{0AB1332F-C804-3878-45D4-E0ACE1119DFF}"/>
                  </a:ext>
                </a:extLst>
              </p:cNvPr>
              <p:cNvSpPr/>
              <p:nvPr/>
            </p:nvSpPr>
            <p:spPr>
              <a:xfrm>
                <a:off x="3754767"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036" name="Freeform: Shape 11035">
                <a:extLst>
                  <a:ext uri="{FF2B5EF4-FFF2-40B4-BE49-F238E27FC236}">
                    <a16:creationId xmlns:a16="http://schemas.microsoft.com/office/drawing/2014/main" id="{B8644CAD-C275-EA67-06C3-DFEF9FA139F2}"/>
                  </a:ext>
                </a:extLst>
              </p:cNvPr>
              <p:cNvSpPr/>
              <p:nvPr/>
            </p:nvSpPr>
            <p:spPr>
              <a:xfrm>
                <a:off x="3754767"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37" name="Freeform: Shape 11036">
                <a:extLst>
                  <a:ext uri="{FF2B5EF4-FFF2-40B4-BE49-F238E27FC236}">
                    <a16:creationId xmlns:a16="http://schemas.microsoft.com/office/drawing/2014/main" id="{A9782961-0301-8426-12F9-BA447DE6CDE8}"/>
                  </a:ext>
                </a:extLst>
              </p:cNvPr>
              <p:cNvSpPr/>
              <p:nvPr/>
            </p:nvSpPr>
            <p:spPr>
              <a:xfrm>
                <a:off x="3817002"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038" name="Freeform: Shape 11037">
                <a:extLst>
                  <a:ext uri="{FF2B5EF4-FFF2-40B4-BE49-F238E27FC236}">
                    <a16:creationId xmlns:a16="http://schemas.microsoft.com/office/drawing/2014/main" id="{3B2A7888-4D73-A4F6-A87B-E89C89D140EA}"/>
                  </a:ext>
                </a:extLst>
              </p:cNvPr>
              <p:cNvSpPr/>
              <p:nvPr/>
            </p:nvSpPr>
            <p:spPr>
              <a:xfrm>
                <a:off x="3817002"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039" name="Freeform: Shape 11038">
                <a:extLst>
                  <a:ext uri="{FF2B5EF4-FFF2-40B4-BE49-F238E27FC236}">
                    <a16:creationId xmlns:a16="http://schemas.microsoft.com/office/drawing/2014/main" id="{8AC923C9-E4E2-6589-7688-53022E0563F1}"/>
                  </a:ext>
                </a:extLst>
              </p:cNvPr>
              <p:cNvSpPr/>
              <p:nvPr/>
            </p:nvSpPr>
            <p:spPr>
              <a:xfrm>
                <a:off x="3817002"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AE1A"/>
              </a:solidFill>
              <a:ln w="2679" cap="rnd">
                <a:solidFill>
                  <a:srgbClr val="999999"/>
                </a:solidFill>
                <a:prstDash val="solid"/>
                <a:round/>
              </a:ln>
            </p:spPr>
            <p:txBody>
              <a:bodyPr/>
              <a:lstStyle/>
              <a:p>
                <a:endParaRPr lang="en-US" sz="1701"/>
              </a:p>
            </p:txBody>
          </p:sp>
          <p:sp>
            <p:nvSpPr>
              <p:cNvPr id="11040" name="Freeform: Shape 11039">
                <a:extLst>
                  <a:ext uri="{FF2B5EF4-FFF2-40B4-BE49-F238E27FC236}">
                    <a16:creationId xmlns:a16="http://schemas.microsoft.com/office/drawing/2014/main" id="{99D6A9FD-9D51-C0BE-4008-6F887EE75B19}"/>
                  </a:ext>
                </a:extLst>
              </p:cNvPr>
              <p:cNvSpPr/>
              <p:nvPr/>
            </p:nvSpPr>
            <p:spPr>
              <a:xfrm>
                <a:off x="3817002"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6F00"/>
              </a:solidFill>
              <a:ln w="2679" cap="rnd">
                <a:solidFill>
                  <a:srgbClr val="999999"/>
                </a:solidFill>
                <a:prstDash val="solid"/>
                <a:round/>
              </a:ln>
            </p:spPr>
            <p:txBody>
              <a:bodyPr/>
              <a:lstStyle/>
              <a:p>
                <a:endParaRPr lang="en-US" sz="1701"/>
              </a:p>
            </p:txBody>
          </p:sp>
          <p:sp>
            <p:nvSpPr>
              <p:cNvPr id="11041" name="Freeform: Shape 11040">
                <a:extLst>
                  <a:ext uri="{FF2B5EF4-FFF2-40B4-BE49-F238E27FC236}">
                    <a16:creationId xmlns:a16="http://schemas.microsoft.com/office/drawing/2014/main" id="{A7867D32-B48F-B731-C28B-1B6E23DBB831}"/>
                  </a:ext>
                </a:extLst>
              </p:cNvPr>
              <p:cNvSpPr/>
              <p:nvPr/>
            </p:nvSpPr>
            <p:spPr>
              <a:xfrm>
                <a:off x="3817002"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042" name="Freeform: Shape 11041">
                <a:extLst>
                  <a:ext uri="{FF2B5EF4-FFF2-40B4-BE49-F238E27FC236}">
                    <a16:creationId xmlns:a16="http://schemas.microsoft.com/office/drawing/2014/main" id="{86762036-3F14-6498-2985-4D64BE80E2FE}"/>
                  </a:ext>
                </a:extLst>
              </p:cNvPr>
              <p:cNvSpPr/>
              <p:nvPr/>
            </p:nvSpPr>
            <p:spPr>
              <a:xfrm>
                <a:off x="3817002"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043" name="Freeform: Shape 11042">
                <a:extLst>
                  <a:ext uri="{FF2B5EF4-FFF2-40B4-BE49-F238E27FC236}">
                    <a16:creationId xmlns:a16="http://schemas.microsoft.com/office/drawing/2014/main" id="{7FC3FB62-4B2C-44D5-404D-C8E9B9802C0C}"/>
                  </a:ext>
                </a:extLst>
              </p:cNvPr>
              <p:cNvSpPr/>
              <p:nvPr/>
            </p:nvSpPr>
            <p:spPr>
              <a:xfrm>
                <a:off x="3817002"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044" name="Freeform: Shape 11043">
                <a:extLst>
                  <a:ext uri="{FF2B5EF4-FFF2-40B4-BE49-F238E27FC236}">
                    <a16:creationId xmlns:a16="http://schemas.microsoft.com/office/drawing/2014/main" id="{438FCC75-DDED-3A16-0905-31DF1E0196D3}"/>
                  </a:ext>
                </a:extLst>
              </p:cNvPr>
              <p:cNvSpPr/>
              <p:nvPr/>
            </p:nvSpPr>
            <p:spPr>
              <a:xfrm>
                <a:off x="3817002"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045" name="Freeform: Shape 11044">
                <a:extLst>
                  <a:ext uri="{FF2B5EF4-FFF2-40B4-BE49-F238E27FC236}">
                    <a16:creationId xmlns:a16="http://schemas.microsoft.com/office/drawing/2014/main" id="{708DAD07-97B4-E532-82EA-7AF719A093C8}"/>
                  </a:ext>
                </a:extLst>
              </p:cNvPr>
              <p:cNvSpPr/>
              <p:nvPr/>
            </p:nvSpPr>
            <p:spPr>
              <a:xfrm>
                <a:off x="3817002"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046" name="Freeform: Shape 11045">
                <a:extLst>
                  <a:ext uri="{FF2B5EF4-FFF2-40B4-BE49-F238E27FC236}">
                    <a16:creationId xmlns:a16="http://schemas.microsoft.com/office/drawing/2014/main" id="{F9B37BFD-C583-7807-31C1-19639C4128F5}"/>
                  </a:ext>
                </a:extLst>
              </p:cNvPr>
              <p:cNvSpPr/>
              <p:nvPr/>
            </p:nvSpPr>
            <p:spPr>
              <a:xfrm>
                <a:off x="3817002"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047" name="Freeform: Shape 11046">
                <a:extLst>
                  <a:ext uri="{FF2B5EF4-FFF2-40B4-BE49-F238E27FC236}">
                    <a16:creationId xmlns:a16="http://schemas.microsoft.com/office/drawing/2014/main" id="{9AC194E3-91EE-F02E-5238-041ACE12A955}"/>
                  </a:ext>
                </a:extLst>
              </p:cNvPr>
              <p:cNvSpPr/>
              <p:nvPr/>
            </p:nvSpPr>
            <p:spPr>
              <a:xfrm>
                <a:off x="3817002"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48" name="Freeform: Shape 11047">
                <a:extLst>
                  <a:ext uri="{FF2B5EF4-FFF2-40B4-BE49-F238E27FC236}">
                    <a16:creationId xmlns:a16="http://schemas.microsoft.com/office/drawing/2014/main" id="{D0AF1647-F5E0-7719-30A7-39BC6081A8F1}"/>
                  </a:ext>
                </a:extLst>
              </p:cNvPr>
              <p:cNvSpPr/>
              <p:nvPr/>
            </p:nvSpPr>
            <p:spPr>
              <a:xfrm>
                <a:off x="3817002"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049" name="Freeform: Shape 11048">
                <a:extLst>
                  <a:ext uri="{FF2B5EF4-FFF2-40B4-BE49-F238E27FC236}">
                    <a16:creationId xmlns:a16="http://schemas.microsoft.com/office/drawing/2014/main" id="{46FAB56A-1EE2-6DFE-D397-FB321882ABF3}"/>
                  </a:ext>
                </a:extLst>
              </p:cNvPr>
              <p:cNvSpPr/>
              <p:nvPr/>
            </p:nvSpPr>
            <p:spPr>
              <a:xfrm>
                <a:off x="3817002"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050" name="Freeform: Shape 11049">
                <a:extLst>
                  <a:ext uri="{FF2B5EF4-FFF2-40B4-BE49-F238E27FC236}">
                    <a16:creationId xmlns:a16="http://schemas.microsoft.com/office/drawing/2014/main" id="{C2E99FC5-99E5-39E2-6E5C-0BE1D849A1EF}"/>
                  </a:ext>
                </a:extLst>
              </p:cNvPr>
              <p:cNvSpPr/>
              <p:nvPr/>
            </p:nvSpPr>
            <p:spPr>
              <a:xfrm>
                <a:off x="3817002"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051" name="Freeform: Shape 11050">
                <a:extLst>
                  <a:ext uri="{FF2B5EF4-FFF2-40B4-BE49-F238E27FC236}">
                    <a16:creationId xmlns:a16="http://schemas.microsoft.com/office/drawing/2014/main" id="{9F04F12A-E897-A93A-8072-FCDB8011047C}"/>
                  </a:ext>
                </a:extLst>
              </p:cNvPr>
              <p:cNvSpPr/>
              <p:nvPr/>
            </p:nvSpPr>
            <p:spPr>
              <a:xfrm>
                <a:off x="3817002"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052" name="Freeform: Shape 11051">
                <a:extLst>
                  <a:ext uri="{FF2B5EF4-FFF2-40B4-BE49-F238E27FC236}">
                    <a16:creationId xmlns:a16="http://schemas.microsoft.com/office/drawing/2014/main" id="{A947783F-EB46-1D32-BDFF-930593170370}"/>
                  </a:ext>
                </a:extLst>
              </p:cNvPr>
              <p:cNvSpPr/>
              <p:nvPr/>
            </p:nvSpPr>
            <p:spPr>
              <a:xfrm>
                <a:off x="3817002"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53" name="Freeform: Shape 11052">
                <a:extLst>
                  <a:ext uri="{FF2B5EF4-FFF2-40B4-BE49-F238E27FC236}">
                    <a16:creationId xmlns:a16="http://schemas.microsoft.com/office/drawing/2014/main" id="{C3245A3B-2511-4A1D-AE1C-AEE7BB6C0F34}"/>
                  </a:ext>
                </a:extLst>
              </p:cNvPr>
              <p:cNvSpPr/>
              <p:nvPr/>
            </p:nvSpPr>
            <p:spPr>
              <a:xfrm>
                <a:off x="3817002"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054" name="Freeform: Shape 11053">
                <a:extLst>
                  <a:ext uri="{FF2B5EF4-FFF2-40B4-BE49-F238E27FC236}">
                    <a16:creationId xmlns:a16="http://schemas.microsoft.com/office/drawing/2014/main" id="{C74AE979-504E-435B-BB96-16E5C13B18FE}"/>
                  </a:ext>
                </a:extLst>
              </p:cNvPr>
              <p:cNvSpPr/>
              <p:nvPr/>
            </p:nvSpPr>
            <p:spPr>
              <a:xfrm>
                <a:off x="3817002"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055" name="Freeform: Shape 11054">
                <a:extLst>
                  <a:ext uri="{FF2B5EF4-FFF2-40B4-BE49-F238E27FC236}">
                    <a16:creationId xmlns:a16="http://schemas.microsoft.com/office/drawing/2014/main" id="{EB334AEA-D861-56D1-B272-532ED32AB138}"/>
                  </a:ext>
                </a:extLst>
              </p:cNvPr>
              <p:cNvSpPr/>
              <p:nvPr/>
            </p:nvSpPr>
            <p:spPr>
              <a:xfrm>
                <a:off x="3817002"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56" name="Freeform: Shape 11055">
                <a:extLst>
                  <a:ext uri="{FF2B5EF4-FFF2-40B4-BE49-F238E27FC236}">
                    <a16:creationId xmlns:a16="http://schemas.microsoft.com/office/drawing/2014/main" id="{14412965-B4DB-5575-1509-178711E165ED}"/>
                  </a:ext>
                </a:extLst>
              </p:cNvPr>
              <p:cNvSpPr/>
              <p:nvPr/>
            </p:nvSpPr>
            <p:spPr>
              <a:xfrm>
                <a:off x="3817002"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057" name="Freeform: Shape 11056">
                <a:extLst>
                  <a:ext uri="{FF2B5EF4-FFF2-40B4-BE49-F238E27FC236}">
                    <a16:creationId xmlns:a16="http://schemas.microsoft.com/office/drawing/2014/main" id="{FEB79AEA-7556-8ABC-847C-0E832C8B742F}"/>
                  </a:ext>
                </a:extLst>
              </p:cNvPr>
              <p:cNvSpPr/>
              <p:nvPr/>
            </p:nvSpPr>
            <p:spPr>
              <a:xfrm>
                <a:off x="3817002"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58" name="Freeform: Shape 11057">
                <a:extLst>
                  <a:ext uri="{FF2B5EF4-FFF2-40B4-BE49-F238E27FC236}">
                    <a16:creationId xmlns:a16="http://schemas.microsoft.com/office/drawing/2014/main" id="{7B58DEBD-AB49-5F53-FBE1-864695E2499A}"/>
                  </a:ext>
                </a:extLst>
              </p:cNvPr>
              <p:cNvSpPr/>
              <p:nvPr/>
            </p:nvSpPr>
            <p:spPr>
              <a:xfrm>
                <a:off x="3817002"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59" name="Freeform: Shape 11058">
                <a:extLst>
                  <a:ext uri="{FF2B5EF4-FFF2-40B4-BE49-F238E27FC236}">
                    <a16:creationId xmlns:a16="http://schemas.microsoft.com/office/drawing/2014/main" id="{5FD81ED5-A32B-D9F0-E180-CD5979BFFC8E}"/>
                  </a:ext>
                </a:extLst>
              </p:cNvPr>
              <p:cNvSpPr/>
              <p:nvPr/>
            </p:nvSpPr>
            <p:spPr>
              <a:xfrm>
                <a:off x="3817002"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060" name="Freeform: Shape 11059">
                <a:extLst>
                  <a:ext uri="{FF2B5EF4-FFF2-40B4-BE49-F238E27FC236}">
                    <a16:creationId xmlns:a16="http://schemas.microsoft.com/office/drawing/2014/main" id="{539925DA-CEF3-50EF-DC5B-554FC27EA91C}"/>
                  </a:ext>
                </a:extLst>
              </p:cNvPr>
              <p:cNvSpPr/>
              <p:nvPr/>
            </p:nvSpPr>
            <p:spPr>
              <a:xfrm>
                <a:off x="3817002"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61" name="Freeform: Shape 11060">
                <a:extLst>
                  <a:ext uri="{FF2B5EF4-FFF2-40B4-BE49-F238E27FC236}">
                    <a16:creationId xmlns:a16="http://schemas.microsoft.com/office/drawing/2014/main" id="{7481077D-73A0-199D-BBCD-BEBCA759367D}"/>
                  </a:ext>
                </a:extLst>
              </p:cNvPr>
              <p:cNvSpPr/>
              <p:nvPr/>
            </p:nvSpPr>
            <p:spPr>
              <a:xfrm>
                <a:off x="3817002"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062" name="Freeform: Shape 11061">
                <a:extLst>
                  <a:ext uri="{FF2B5EF4-FFF2-40B4-BE49-F238E27FC236}">
                    <a16:creationId xmlns:a16="http://schemas.microsoft.com/office/drawing/2014/main" id="{D70A8B74-5E7A-99E4-AB69-2BB5BD23BBA4}"/>
                  </a:ext>
                </a:extLst>
              </p:cNvPr>
              <p:cNvSpPr/>
              <p:nvPr/>
            </p:nvSpPr>
            <p:spPr>
              <a:xfrm>
                <a:off x="3817002"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063" name="Freeform: Shape 11062">
                <a:extLst>
                  <a:ext uri="{FF2B5EF4-FFF2-40B4-BE49-F238E27FC236}">
                    <a16:creationId xmlns:a16="http://schemas.microsoft.com/office/drawing/2014/main" id="{01A0D0A3-97D8-C7C7-F8CA-3A5452495D32}"/>
                  </a:ext>
                </a:extLst>
              </p:cNvPr>
              <p:cNvSpPr/>
              <p:nvPr/>
            </p:nvSpPr>
            <p:spPr>
              <a:xfrm>
                <a:off x="3817002"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064" name="Freeform: Shape 11063">
                <a:extLst>
                  <a:ext uri="{FF2B5EF4-FFF2-40B4-BE49-F238E27FC236}">
                    <a16:creationId xmlns:a16="http://schemas.microsoft.com/office/drawing/2014/main" id="{A93B5BFD-7BDB-6AE2-44BC-F63298302950}"/>
                  </a:ext>
                </a:extLst>
              </p:cNvPr>
              <p:cNvSpPr/>
              <p:nvPr/>
            </p:nvSpPr>
            <p:spPr>
              <a:xfrm>
                <a:off x="3879318"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65" name="Freeform: Shape 11064">
                <a:extLst>
                  <a:ext uri="{FF2B5EF4-FFF2-40B4-BE49-F238E27FC236}">
                    <a16:creationId xmlns:a16="http://schemas.microsoft.com/office/drawing/2014/main" id="{61F4FCFA-371E-B4DE-9747-257DDEB6FEAB}"/>
                  </a:ext>
                </a:extLst>
              </p:cNvPr>
              <p:cNvSpPr/>
              <p:nvPr/>
            </p:nvSpPr>
            <p:spPr>
              <a:xfrm>
                <a:off x="3879318"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66" name="Freeform: Shape 11065">
                <a:extLst>
                  <a:ext uri="{FF2B5EF4-FFF2-40B4-BE49-F238E27FC236}">
                    <a16:creationId xmlns:a16="http://schemas.microsoft.com/office/drawing/2014/main" id="{B41AB09F-1381-6BA2-17A8-D5145E25EC82}"/>
                  </a:ext>
                </a:extLst>
              </p:cNvPr>
              <p:cNvSpPr/>
              <p:nvPr/>
            </p:nvSpPr>
            <p:spPr>
              <a:xfrm>
                <a:off x="3879318"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67" name="Freeform: Shape 11066">
                <a:extLst>
                  <a:ext uri="{FF2B5EF4-FFF2-40B4-BE49-F238E27FC236}">
                    <a16:creationId xmlns:a16="http://schemas.microsoft.com/office/drawing/2014/main" id="{31389B09-FCE3-F36F-BFDD-AE77158E0671}"/>
                  </a:ext>
                </a:extLst>
              </p:cNvPr>
              <p:cNvSpPr/>
              <p:nvPr/>
            </p:nvSpPr>
            <p:spPr>
              <a:xfrm>
                <a:off x="3879318"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68" name="Freeform: Shape 11067">
                <a:extLst>
                  <a:ext uri="{FF2B5EF4-FFF2-40B4-BE49-F238E27FC236}">
                    <a16:creationId xmlns:a16="http://schemas.microsoft.com/office/drawing/2014/main" id="{457D9307-358E-48E1-E541-CB2393F936FF}"/>
                  </a:ext>
                </a:extLst>
              </p:cNvPr>
              <p:cNvSpPr/>
              <p:nvPr/>
            </p:nvSpPr>
            <p:spPr>
              <a:xfrm>
                <a:off x="3879318"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069" name="Freeform: Shape 11068">
                <a:extLst>
                  <a:ext uri="{FF2B5EF4-FFF2-40B4-BE49-F238E27FC236}">
                    <a16:creationId xmlns:a16="http://schemas.microsoft.com/office/drawing/2014/main" id="{94A7CB15-4474-D096-A458-E97FED78F1CB}"/>
                  </a:ext>
                </a:extLst>
              </p:cNvPr>
              <p:cNvSpPr/>
              <p:nvPr/>
            </p:nvSpPr>
            <p:spPr>
              <a:xfrm>
                <a:off x="3879318"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070" name="Freeform: Shape 11069">
                <a:extLst>
                  <a:ext uri="{FF2B5EF4-FFF2-40B4-BE49-F238E27FC236}">
                    <a16:creationId xmlns:a16="http://schemas.microsoft.com/office/drawing/2014/main" id="{CD331D51-1563-896A-2850-2ECA10CEB764}"/>
                  </a:ext>
                </a:extLst>
              </p:cNvPr>
              <p:cNvSpPr/>
              <p:nvPr/>
            </p:nvSpPr>
            <p:spPr>
              <a:xfrm>
                <a:off x="3879318"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071" name="Freeform: Shape 11070">
                <a:extLst>
                  <a:ext uri="{FF2B5EF4-FFF2-40B4-BE49-F238E27FC236}">
                    <a16:creationId xmlns:a16="http://schemas.microsoft.com/office/drawing/2014/main" id="{123A7A88-DEDE-5F53-ADE5-4BE87C0BFF33}"/>
                  </a:ext>
                </a:extLst>
              </p:cNvPr>
              <p:cNvSpPr/>
              <p:nvPr/>
            </p:nvSpPr>
            <p:spPr>
              <a:xfrm>
                <a:off x="3879318"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72" name="Freeform: Shape 11071">
                <a:extLst>
                  <a:ext uri="{FF2B5EF4-FFF2-40B4-BE49-F238E27FC236}">
                    <a16:creationId xmlns:a16="http://schemas.microsoft.com/office/drawing/2014/main" id="{0B279208-8FDD-3E4F-7732-4AB48FC10368}"/>
                  </a:ext>
                </a:extLst>
              </p:cNvPr>
              <p:cNvSpPr/>
              <p:nvPr/>
            </p:nvSpPr>
            <p:spPr>
              <a:xfrm>
                <a:off x="3879318"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073" name="Freeform: Shape 11072">
                <a:extLst>
                  <a:ext uri="{FF2B5EF4-FFF2-40B4-BE49-F238E27FC236}">
                    <a16:creationId xmlns:a16="http://schemas.microsoft.com/office/drawing/2014/main" id="{803B10DB-A681-E6AF-AE22-0FD7DDD0CD67}"/>
                  </a:ext>
                </a:extLst>
              </p:cNvPr>
              <p:cNvSpPr/>
              <p:nvPr/>
            </p:nvSpPr>
            <p:spPr>
              <a:xfrm>
                <a:off x="3879318"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074" name="Freeform: Shape 11073">
                <a:extLst>
                  <a:ext uri="{FF2B5EF4-FFF2-40B4-BE49-F238E27FC236}">
                    <a16:creationId xmlns:a16="http://schemas.microsoft.com/office/drawing/2014/main" id="{2A1EE672-CA50-2696-425E-5103EF93FA40}"/>
                  </a:ext>
                </a:extLst>
              </p:cNvPr>
              <p:cNvSpPr/>
              <p:nvPr/>
            </p:nvSpPr>
            <p:spPr>
              <a:xfrm>
                <a:off x="3879318"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075" name="Freeform: Shape 11074">
                <a:extLst>
                  <a:ext uri="{FF2B5EF4-FFF2-40B4-BE49-F238E27FC236}">
                    <a16:creationId xmlns:a16="http://schemas.microsoft.com/office/drawing/2014/main" id="{63444527-C514-58EC-3FDC-2A0F75592456}"/>
                  </a:ext>
                </a:extLst>
              </p:cNvPr>
              <p:cNvSpPr/>
              <p:nvPr/>
            </p:nvSpPr>
            <p:spPr>
              <a:xfrm>
                <a:off x="3879318"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76" name="Freeform: Shape 11075">
                <a:extLst>
                  <a:ext uri="{FF2B5EF4-FFF2-40B4-BE49-F238E27FC236}">
                    <a16:creationId xmlns:a16="http://schemas.microsoft.com/office/drawing/2014/main" id="{25A4F52A-B5BF-A3F2-33EF-4E3A6201198E}"/>
                  </a:ext>
                </a:extLst>
              </p:cNvPr>
              <p:cNvSpPr/>
              <p:nvPr/>
            </p:nvSpPr>
            <p:spPr>
              <a:xfrm>
                <a:off x="3879318"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77" name="Freeform: Shape 11076">
                <a:extLst>
                  <a:ext uri="{FF2B5EF4-FFF2-40B4-BE49-F238E27FC236}">
                    <a16:creationId xmlns:a16="http://schemas.microsoft.com/office/drawing/2014/main" id="{753F787D-3063-786D-6049-6260D15D5E03}"/>
                  </a:ext>
                </a:extLst>
              </p:cNvPr>
              <p:cNvSpPr/>
              <p:nvPr/>
            </p:nvSpPr>
            <p:spPr>
              <a:xfrm>
                <a:off x="3879318"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1078" name="Freeform: Shape 11077">
                <a:extLst>
                  <a:ext uri="{FF2B5EF4-FFF2-40B4-BE49-F238E27FC236}">
                    <a16:creationId xmlns:a16="http://schemas.microsoft.com/office/drawing/2014/main" id="{1E59C9C5-06FE-D6E2-6161-7906D2BE5156}"/>
                  </a:ext>
                </a:extLst>
              </p:cNvPr>
              <p:cNvSpPr/>
              <p:nvPr/>
            </p:nvSpPr>
            <p:spPr>
              <a:xfrm>
                <a:off x="3879318"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079" name="Freeform: Shape 11078">
                <a:extLst>
                  <a:ext uri="{FF2B5EF4-FFF2-40B4-BE49-F238E27FC236}">
                    <a16:creationId xmlns:a16="http://schemas.microsoft.com/office/drawing/2014/main" id="{53EDD637-B642-3D28-9BEC-511A1B166877}"/>
                  </a:ext>
                </a:extLst>
              </p:cNvPr>
              <p:cNvSpPr/>
              <p:nvPr/>
            </p:nvSpPr>
            <p:spPr>
              <a:xfrm>
                <a:off x="3879318"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080" name="Freeform: Shape 11079">
                <a:extLst>
                  <a:ext uri="{FF2B5EF4-FFF2-40B4-BE49-F238E27FC236}">
                    <a16:creationId xmlns:a16="http://schemas.microsoft.com/office/drawing/2014/main" id="{46C4892E-DE64-ACE5-655D-9B492F1AAC61}"/>
                  </a:ext>
                </a:extLst>
              </p:cNvPr>
              <p:cNvSpPr/>
              <p:nvPr/>
            </p:nvSpPr>
            <p:spPr>
              <a:xfrm>
                <a:off x="3879318"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81" name="Freeform: Shape 11080">
                <a:extLst>
                  <a:ext uri="{FF2B5EF4-FFF2-40B4-BE49-F238E27FC236}">
                    <a16:creationId xmlns:a16="http://schemas.microsoft.com/office/drawing/2014/main" id="{5E45E89B-B38F-DB35-8C6B-B6D897C989D0}"/>
                  </a:ext>
                </a:extLst>
              </p:cNvPr>
              <p:cNvSpPr/>
              <p:nvPr/>
            </p:nvSpPr>
            <p:spPr>
              <a:xfrm>
                <a:off x="3879318"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082" name="Freeform: Shape 11081">
                <a:extLst>
                  <a:ext uri="{FF2B5EF4-FFF2-40B4-BE49-F238E27FC236}">
                    <a16:creationId xmlns:a16="http://schemas.microsoft.com/office/drawing/2014/main" id="{1F2DCB73-FD97-9C62-CA08-A4F58BCECF09}"/>
                  </a:ext>
                </a:extLst>
              </p:cNvPr>
              <p:cNvSpPr/>
              <p:nvPr/>
            </p:nvSpPr>
            <p:spPr>
              <a:xfrm>
                <a:off x="3879318"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3C00"/>
              </a:solidFill>
              <a:ln w="2679" cap="rnd">
                <a:solidFill>
                  <a:srgbClr val="999999"/>
                </a:solidFill>
                <a:prstDash val="solid"/>
                <a:round/>
              </a:ln>
            </p:spPr>
            <p:txBody>
              <a:bodyPr/>
              <a:lstStyle/>
              <a:p>
                <a:endParaRPr lang="en-US" sz="1701"/>
              </a:p>
            </p:txBody>
          </p:sp>
          <p:sp>
            <p:nvSpPr>
              <p:cNvPr id="11083" name="Freeform: Shape 11082">
                <a:extLst>
                  <a:ext uri="{FF2B5EF4-FFF2-40B4-BE49-F238E27FC236}">
                    <a16:creationId xmlns:a16="http://schemas.microsoft.com/office/drawing/2014/main" id="{7AB8D2A1-DF05-3A25-B56F-76ED5A0BB3B2}"/>
                  </a:ext>
                </a:extLst>
              </p:cNvPr>
              <p:cNvSpPr/>
              <p:nvPr/>
            </p:nvSpPr>
            <p:spPr>
              <a:xfrm>
                <a:off x="3879318"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084" name="Freeform: Shape 11083">
                <a:extLst>
                  <a:ext uri="{FF2B5EF4-FFF2-40B4-BE49-F238E27FC236}">
                    <a16:creationId xmlns:a16="http://schemas.microsoft.com/office/drawing/2014/main" id="{4EA879D2-D20E-8059-C582-1372D404B8B2}"/>
                  </a:ext>
                </a:extLst>
              </p:cNvPr>
              <p:cNvSpPr/>
              <p:nvPr/>
            </p:nvSpPr>
            <p:spPr>
              <a:xfrm>
                <a:off x="3879318"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085" name="Freeform: Shape 11084">
                <a:extLst>
                  <a:ext uri="{FF2B5EF4-FFF2-40B4-BE49-F238E27FC236}">
                    <a16:creationId xmlns:a16="http://schemas.microsoft.com/office/drawing/2014/main" id="{C7225143-6B51-9D4D-1853-FEDF191274D2}"/>
                  </a:ext>
                </a:extLst>
              </p:cNvPr>
              <p:cNvSpPr/>
              <p:nvPr/>
            </p:nvSpPr>
            <p:spPr>
              <a:xfrm>
                <a:off x="3879318"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086" name="Freeform: Shape 11085">
                <a:extLst>
                  <a:ext uri="{FF2B5EF4-FFF2-40B4-BE49-F238E27FC236}">
                    <a16:creationId xmlns:a16="http://schemas.microsoft.com/office/drawing/2014/main" id="{46BE8079-FD2D-EEDF-7477-59A588FA651A}"/>
                  </a:ext>
                </a:extLst>
              </p:cNvPr>
              <p:cNvSpPr/>
              <p:nvPr/>
            </p:nvSpPr>
            <p:spPr>
              <a:xfrm>
                <a:off x="3879318"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087" name="Freeform: Shape 11086">
                <a:extLst>
                  <a:ext uri="{FF2B5EF4-FFF2-40B4-BE49-F238E27FC236}">
                    <a16:creationId xmlns:a16="http://schemas.microsoft.com/office/drawing/2014/main" id="{D6057504-7E18-8306-C997-85BA7A745C6E}"/>
                  </a:ext>
                </a:extLst>
              </p:cNvPr>
              <p:cNvSpPr/>
              <p:nvPr/>
            </p:nvSpPr>
            <p:spPr>
              <a:xfrm>
                <a:off x="3879318"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088" name="Freeform: Shape 11087">
                <a:extLst>
                  <a:ext uri="{FF2B5EF4-FFF2-40B4-BE49-F238E27FC236}">
                    <a16:creationId xmlns:a16="http://schemas.microsoft.com/office/drawing/2014/main" id="{0C180458-40A6-32AE-7A7F-B4AA6B31495B}"/>
                  </a:ext>
                </a:extLst>
              </p:cNvPr>
              <p:cNvSpPr/>
              <p:nvPr/>
            </p:nvSpPr>
            <p:spPr>
              <a:xfrm>
                <a:off x="3879318"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089" name="Freeform: Shape 11088">
                <a:extLst>
                  <a:ext uri="{FF2B5EF4-FFF2-40B4-BE49-F238E27FC236}">
                    <a16:creationId xmlns:a16="http://schemas.microsoft.com/office/drawing/2014/main" id="{869B34C0-507D-A908-0617-BF244A5022A4}"/>
                  </a:ext>
                </a:extLst>
              </p:cNvPr>
              <p:cNvSpPr/>
              <p:nvPr/>
            </p:nvSpPr>
            <p:spPr>
              <a:xfrm>
                <a:off x="3879318"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090" name="Freeform: Shape 11089">
                <a:extLst>
                  <a:ext uri="{FF2B5EF4-FFF2-40B4-BE49-F238E27FC236}">
                    <a16:creationId xmlns:a16="http://schemas.microsoft.com/office/drawing/2014/main" id="{0FCBFF59-7D56-E53C-438F-4AB1A4513BA6}"/>
                  </a:ext>
                </a:extLst>
              </p:cNvPr>
              <p:cNvSpPr/>
              <p:nvPr/>
            </p:nvSpPr>
            <p:spPr>
              <a:xfrm>
                <a:off x="3879318"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091" name="Freeform: Shape 11090">
                <a:extLst>
                  <a:ext uri="{FF2B5EF4-FFF2-40B4-BE49-F238E27FC236}">
                    <a16:creationId xmlns:a16="http://schemas.microsoft.com/office/drawing/2014/main" id="{02F18720-E242-53FE-5F6F-4CEA7FA59654}"/>
                  </a:ext>
                </a:extLst>
              </p:cNvPr>
              <p:cNvSpPr/>
              <p:nvPr/>
            </p:nvSpPr>
            <p:spPr>
              <a:xfrm>
                <a:off x="3941556"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092" name="Freeform: Shape 11091">
                <a:extLst>
                  <a:ext uri="{FF2B5EF4-FFF2-40B4-BE49-F238E27FC236}">
                    <a16:creationId xmlns:a16="http://schemas.microsoft.com/office/drawing/2014/main" id="{9B278C86-187A-E90E-B6F9-3CD8A9016F91}"/>
                  </a:ext>
                </a:extLst>
              </p:cNvPr>
              <p:cNvSpPr/>
              <p:nvPr/>
            </p:nvSpPr>
            <p:spPr>
              <a:xfrm>
                <a:off x="3941556"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093" name="Freeform: Shape 11092">
                <a:extLst>
                  <a:ext uri="{FF2B5EF4-FFF2-40B4-BE49-F238E27FC236}">
                    <a16:creationId xmlns:a16="http://schemas.microsoft.com/office/drawing/2014/main" id="{50A0A8C1-2C4A-65F0-480F-A280B3A1449F}"/>
                  </a:ext>
                </a:extLst>
              </p:cNvPr>
              <p:cNvSpPr/>
              <p:nvPr/>
            </p:nvSpPr>
            <p:spPr>
              <a:xfrm>
                <a:off x="3941556"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094" name="Freeform: Shape 11093">
                <a:extLst>
                  <a:ext uri="{FF2B5EF4-FFF2-40B4-BE49-F238E27FC236}">
                    <a16:creationId xmlns:a16="http://schemas.microsoft.com/office/drawing/2014/main" id="{DDE777D6-3124-4AFB-38F4-1BCD1D98D794}"/>
                  </a:ext>
                </a:extLst>
              </p:cNvPr>
              <p:cNvSpPr/>
              <p:nvPr/>
            </p:nvSpPr>
            <p:spPr>
              <a:xfrm>
                <a:off x="3941556"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095" name="Freeform: Shape 11094">
                <a:extLst>
                  <a:ext uri="{FF2B5EF4-FFF2-40B4-BE49-F238E27FC236}">
                    <a16:creationId xmlns:a16="http://schemas.microsoft.com/office/drawing/2014/main" id="{CEEF98F5-201F-80A8-ADA2-78A0ADA97E64}"/>
                  </a:ext>
                </a:extLst>
              </p:cNvPr>
              <p:cNvSpPr/>
              <p:nvPr/>
            </p:nvSpPr>
            <p:spPr>
              <a:xfrm>
                <a:off x="3941556"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7900"/>
              </a:solidFill>
              <a:ln w="2679" cap="rnd">
                <a:solidFill>
                  <a:srgbClr val="999999"/>
                </a:solidFill>
                <a:prstDash val="solid"/>
                <a:round/>
              </a:ln>
            </p:spPr>
            <p:txBody>
              <a:bodyPr/>
              <a:lstStyle/>
              <a:p>
                <a:endParaRPr lang="en-US" sz="1701"/>
              </a:p>
            </p:txBody>
          </p:sp>
          <p:sp>
            <p:nvSpPr>
              <p:cNvPr id="11096" name="Freeform: Shape 11095">
                <a:extLst>
                  <a:ext uri="{FF2B5EF4-FFF2-40B4-BE49-F238E27FC236}">
                    <a16:creationId xmlns:a16="http://schemas.microsoft.com/office/drawing/2014/main" id="{25C271E6-ED0B-D946-A1DD-33990643BA41}"/>
                  </a:ext>
                </a:extLst>
              </p:cNvPr>
              <p:cNvSpPr/>
              <p:nvPr/>
            </p:nvSpPr>
            <p:spPr>
              <a:xfrm>
                <a:off x="3941556"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097" name="Freeform: Shape 11096">
                <a:extLst>
                  <a:ext uri="{FF2B5EF4-FFF2-40B4-BE49-F238E27FC236}">
                    <a16:creationId xmlns:a16="http://schemas.microsoft.com/office/drawing/2014/main" id="{5042B6DC-E894-E155-83E0-B195B5803FE1}"/>
                  </a:ext>
                </a:extLst>
              </p:cNvPr>
              <p:cNvSpPr/>
              <p:nvPr/>
            </p:nvSpPr>
            <p:spPr>
              <a:xfrm>
                <a:off x="3941556"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098" name="Freeform: Shape 11097">
                <a:extLst>
                  <a:ext uri="{FF2B5EF4-FFF2-40B4-BE49-F238E27FC236}">
                    <a16:creationId xmlns:a16="http://schemas.microsoft.com/office/drawing/2014/main" id="{C579B132-441B-FC3F-E40D-4C46A995EEF3}"/>
                  </a:ext>
                </a:extLst>
              </p:cNvPr>
              <p:cNvSpPr/>
              <p:nvPr/>
            </p:nvSpPr>
            <p:spPr>
              <a:xfrm>
                <a:off x="3941556"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099" name="Freeform: Shape 11098">
                <a:extLst>
                  <a:ext uri="{FF2B5EF4-FFF2-40B4-BE49-F238E27FC236}">
                    <a16:creationId xmlns:a16="http://schemas.microsoft.com/office/drawing/2014/main" id="{591D669D-DE67-3F05-676C-5C86EAE8D607}"/>
                  </a:ext>
                </a:extLst>
              </p:cNvPr>
              <p:cNvSpPr/>
              <p:nvPr/>
            </p:nvSpPr>
            <p:spPr>
              <a:xfrm>
                <a:off x="3941556"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100" name="Freeform: Shape 11099">
                <a:extLst>
                  <a:ext uri="{FF2B5EF4-FFF2-40B4-BE49-F238E27FC236}">
                    <a16:creationId xmlns:a16="http://schemas.microsoft.com/office/drawing/2014/main" id="{BDD7DB92-1977-D57F-BBA1-E75F2472C7FB}"/>
                  </a:ext>
                </a:extLst>
              </p:cNvPr>
              <p:cNvSpPr/>
              <p:nvPr/>
            </p:nvSpPr>
            <p:spPr>
              <a:xfrm>
                <a:off x="3941556"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101" name="Freeform: Shape 11100">
                <a:extLst>
                  <a:ext uri="{FF2B5EF4-FFF2-40B4-BE49-F238E27FC236}">
                    <a16:creationId xmlns:a16="http://schemas.microsoft.com/office/drawing/2014/main" id="{FCE66F5B-8D89-865B-D131-79E518378846}"/>
                  </a:ext>
                </a:extLst>
              </p:cNvPr>
              <p:cNvSpPr/>
              <p:nvPr/>
            </p:nvSpPr>
            <p:spPr>
              <a:xfrm>
                <a:off x="3941556"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102" name="Freeform: Shape 11101">
                <a:extLst>
                  <a:ext uri="{FF2B5EF4-FFF2-40B4-BE49-F238E27FC236}">
                    <a16:creationId xmlns:a16="http://schemas.microsoft.com/office/drawing/2014/main" id="{87C383F1-960B-C461-61D1-3338F9EBEB6A}"/>
                  </a:ext>
                </a:extLst>
              </p:cNvPr>
              <p:cNvSpPr/>
              <p:nvPr/>
            </p:nvSpPr>
            <p:spPr>
              <a:xfrm>
                <a:off x="3941556"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103" name="Freeform: Shape 11102">
                <a:extLst>
                  <a:ext uri="{FF2B5EF4-FFF2-40B4-BE49-F238E27FC236}">
                    <a16:creationId xmlns:a16="http://schemas.microsoft.com/office/drawing/2014/main" id="{040948D9-6F1D-61B0-8CD8-3EA81A83CC64}"/>
                  </a:ext>
                </a:extLst>
              </p:cNvPr>
              <p:cNvSpPr/>
              <p:nvPr/>
            </p:nvSpPr>
            <p:spPr>
              <a:xfrm>
                <a:off x="3941556"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104" name="Freeform: Shape 11103">
                <a:extLst>
                  <a:ext uri="{FF2B5EF4-FFF2-40B4-BE49-F238E27FC236}">
                    <a16:creationId xmlns:a16="http://schemas.microsoft.com/office/drawing/2014/main" id="{85DD823C-CCCD-7D05-D674-7DC6626C44F0}"/>
                  </a:ext>
                </a:extLst>
              </p:cNvPr>
              <p:cNvSpPr/>
              <p:nvPr/>
            </p:nvSpPr>
            <p:spPr>
              <a:xfrm>
                <a:off x="3941556"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05" name="Freeform: Shape 11104">
                <a:extLst>
                  <a:ext uri="{FF2B5EF4-FFF2-40B4-BE49-F238E27FC236}">
                    <a16:creationId xmlns:a16="http://schemas.microsoft.com/office/drawing/2014/main" id="{79A1BC19-AC33-2522-DE73-BAA77DD8861B}"/>
                  </a:ext>
                </a:extLst>
              </p:cNvPr>
              <p:cNvSpPr/>
              <p:nvPr/>
            </p:nvSpPr>
            <p:spPr>
              <a:xfrm>
                <a:off x="3941556"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106" name="Freeform: Shape 11105">
                <a:extLst>
                  <a:ext uri="{FF2B5EF4-FFF2-40B4-BE49-F238E27FC236}">
                    <a16:creationId xmlns:a16="http://schemas.microsoft.com/office/drawing/2014/main" id="{692C52E8-B6A5-6F7A-5856-D9EA81BD14F3}"/>
                  </a:ext>
                </a:extLst>
              </p:cNvPr>
              <p:cNvSpPr/>
              <p:nvPr/>
            </p:nvSpPr>
            <p:spPr>
              <a:xfrm>
                <a:off x="3941556"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107" name="Freeform: Shape 11106">
                <a:extLst>
                  <a:ext uri="{FF2B5EF4-FFF2-40B4-BE49-F238E27FC236}">
                    <a16:creationId xmlns:a16="http://schemas.microsoft.com/office/drawing/2014/main" id="{B1236E03-0E65-DC51-EA98-809AFC8296F6}"/>
                  </a:ext>
                </a:extLst>
              </p:cNvPr>
              <p:cNvSpPr/>
              <p:nvPr/>
            </p:nvSpPr>
            <p:spPr>
              <a:xfrm>
                <a:off x="3941556"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108" name="Freeform: Shape 11107">
                <a:extLst>
                  <a:ext uri="{FF2B5EF4-FFF2-40B4-BE49-F238E27FC236}">
                    <a16:creationId xmlns:a16="http://schemas.microsoft.com/office/drawing/2014/main" id="{3DA0C2EB-0D54-F03C-689D-9197756D78C6}"/>
                  </a:ext>
                </a:extLst>
              </p:cNvPr>
              <p:cNvSpPr/>
              <p:nvPr/>
            </p:nvSpPr>
            <p:spPr>
              <a:xfrm>
                <a:off x="3941556"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109" name="Freeform: Shape 11108">
                <a:extLst>
                  <a:ext uri="{FF2B5EF4-FFF2-40B4-BE49-F238E27FC236}">
                    <a16:creationId xmlns:a16="http://schemas.microsoft.com/office/drawing/2014/main" id="{FE10AD27-A0A8-64A4-E37E-AD91D8819952}"/>
                  </a:ext>
                </a:extLst>
              </p:cNvPr>
              <p:cNvSpPr/>
              <p:nvPr/>
            </p:nvSpPr>
            <p:spPr>
              <a:xfrm>
                <a:off x="3941556"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110" name="Freeform: Shape 11109">
                <a:extLst>
                  <a:ext uri="{FF2B5EF4-FFF2-40B4-BE49-F238E27FC236}">
                    <a16:creationId xmlns:a16="http://schemas.microsoft.com/office/drawing/2014/main" id="{908902D7-0959-A343-B267-1C3F9CECF8AC}"/>
                  </a:ext>
                </a:extLst>
              </p:cNvPr>
              <p:cNvSpPr/>
              <p:nvPr/>
            </p:nvSpPr>
            <p:spPr>
              <a:xfrm>
                <a:off x="3941556"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111" name="Freeform: Shape 11110">
                <a:extLst>
                  <a:ext uri="{FF2B5EF4-FFF2-40B4-BE49-F238E27FC236}">
                    <a16:creationId xmlns:a16="http://schemas.microsoft.com/office/drawing/2014/main" id="{B2D1FC6A-F6EE-09DB-2C3D-0A505F62A33A}"/>
                  </a:ext>
                </a:extLst>
              </p:cNvPr>
              <p:cNvSpPr/>
              <p:nvPr/>
            </p:nvSpPr>
            <p:spPr>
              <a:xfrm>
                <a:off x="3941556"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112" name="Freeform: Shape 11111">
                <a:extLst>
                  <a:ext uri="{FF2B5EF4-FFF2-40B4-BE49-F238E27FC236}">
                    <a16:creationId xmlns:a16="http://schemas.microsoft.com/office/drawing/2014/main" id="{994E76E9-6131-D4A8-26B2-48ECD8812A3D}"/>
                  </a:ext>
                </a:extLst>
              </p:cNvPr>
              <p:cNvSpPr/>
              <p:nvPr/>
            </p:nvSpPr>
            <p:spPr>
              <a:xfrm>
                <a:off x="3941556"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113" name="Freeform: Shape 11112">
                <a:extLst>
                  <a:ext uri="{FF2B5EF4-FFF2-40B4-BE49-F238E27FC236}">
                    <a16:creationId xmlns:a16="http://schemas.microsoft.com/office/drawing/2014/main" id="{DE8C02F1-104A-8D5A-72D3-B5237B73FCB9}"/>
                  </a:ext>
                </a:extLst>
              </p:cNvPr>
              <p:cNvSpPr/>
              <p:nvPr/>
            </p:nvSpPr>
            <p:spPr>
              <a:xfrm>
                <a:off x="3941556"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114" name="Freeform: Shape 11113">
                <a:extLst>
                  <a:ext uri="{FF2B5EF4-FFF2-40B4-BE49-F238E27FC236}">
                    <a16:creationId xmlns:a16="http://schemas.microsoft.com/office/drawing/2014/main" id="{ABC163EC-6C57-AB4A-6AF9-B3ACCFDB4C99}"/>
                  </a:ext>
                </a:extLst>
              </p:cNvPr>
              <p:cNvSpPr/>
              <p:nvPr/>
            </p:nvSpPr>
            <p:spPr>
              <a:xfrm>
                <a:off x="3941556"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115" name="Freeform: Shape 11114">
                <a:extLst>
                  <a:ext uri="{FF2B5EF4-FFF2-40B4-BE49-F238E27FC236}">
                    <a16:creationId xmlns:a16="http://schemas.microsoft.com/office/drawing/2014/main" id="{285F0143-DE92-ED29-6447-00744CC9FDB3}"/>
                  </a:ext>
                </a:extLst>
              </p:cNvPr>
              <p:cNvSpPr/>
              <p:nvPr/>
            </p:nvSpPr>
            <p:spPr>
              <a:xfrm>
                <a:off x="3941556"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116" name="Freeform: Shape 11115">
                <a:extLst>
                  <a:ext uri="{FF2B5EF4-FFF2-40B4-BE49-F238E27FC236}">
                    <a16:creationId xmlns:a16="http://schemas.microsoft.com/office/drawing/2014/main" id="{6C602D53-01BC-75F6-F3F1-928E3BBCCE87}"/>
                  </a:ext>
                </a:extLst>
              </p:cNvPr>
              <p:cNvSpPr/>
              <p:nvPr/>
            </p:nvSpPr>
            <p:spPr>
              <a:xfrm>
                <a:off x="3941556"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117" name="Freeform: Shape 11116">
                <a:extLst>
                  <a:ext uri="{FF2B5EF4-FFF2-40B4-BE49-F238E27FC236}">
                    <a16:creationId xmlns:a16="http://schemas.microsoft.com/office/drawing/2014/main" id="{59BEDA87-C635-A39A-B398-B066EC56664A}"/>
                  </a:ext>
                </a:extLst>
              </p:cNvPr>
              <p:cNvSpPr/>
              <p:nvPr/>
            </p:nvSpPr>
            <p:spPr>
              <a:xfrm>
                <a:off x="3941556"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118" name="Freeform: Shape 11117">
                <a:extLst>
                  <a:ext uri="{FF2B5EF4-FFF2-40B4-BE49-F238E27FC236}">
                    <a16:creationId xmlns:a16="http://schemas.microsoft.com/office/drawing/2014/main" id="{B5FBC701-E9F9-F925-DF01-7F433412B191}"/>
                  </a:ext>
                </a:extLst>
              </p:cNvPr>
              <p:cNvSpPr/>
              <p:nvPr/>
            </p:nvSpPr>
            <p:spPr>
              <a:xfrm>
                <a:off x="4003870"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19" name="Freeform: Shape 11118">
                <a:extLst>
                  <a:ext uri="{FF2B5EF4-FFF2-40B4-BE49-F238E27FC236}">
                    <a16:creationId xmlns:a16="http://schemas.microsoft.com/office/drawing/2014/main" id="{E467B971-DD10-3C0F-E637-22D58F027755}"/>
                  </a:ext>
                </a:extLst>
              </p:cNvPr>
              <p:cNvSpPr/>
              <p:nvPr/>
            </p:nvSpPr>
            <p:spPr>
              <a:xfrm>
                <a:off x="4003870"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20" name="Freeform: Shape 11119">
                <a:extLst>
                  <a:ext uri="{FF2B5EF4-FFF2-40B4-BE49-F238E27FC236}">
                    <a16:creationId xmlns:a16="http://schemas.microsoft.com/office/drawing/2014/main" id="{590A4B17-B4BF-8B7C-7FA9-89D8A38A2A0B}"/>
                  </a:ext>
                </a:extLst>
              </p:cNvPr>
              <p:cNvSpPr/>
              <p:nvPr/>
            </p:nvSpPr>
            <p:spPr>
              <a:xfrm>
                <a:off x="4003870"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121" name="Freeform: Shape 11120">
                <a:extLst>
                  <a:ext uri="{FF2B5EF4-FFF2-40B4-BE49-F238E27FC236}">
                    <a16:creationId xmlns:a16="http://schemas.microsoft.com/office/drawing/2014/main" id="{73BB7D38-8782-C440-F323-2C2CE1F8F1E1}"/>
                  </a:ext>
                </a:extLst>
              </p:cNvPr>
              <p:cNvSpPr/>
              <p:nvPr/>
            </p:nvSpPr>
            <p:spPr>
              <a:xfrm>
                <a:off x="4003870"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122" name="Freeform: Shape 11121">
                <a:extLst>
                  <a:ext uri="{FF2B5EF4-FFF2-40B4-BE49-F238E27FC236}">
                    <a16:creationId xmlns:a16="http://schemas.microsoft.com/office/drawing/2014/main" id="{3AD96934-6E58-2ED4-A240-F7A89CB3F051}"/>
                  </a:ext>
                </a:extLst>
              </p:cNvPr>
              <p:cNvSpPr/>
              <p:nvPr/>
            </p:nvSpPr>
            <p:spPr>
              <a:xfrm>
                <a:off x="4003870"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1E00"/>
              </a:solidFill>
              <a:ln w="2679" cap="rnd">
                <a:solidFill>
                  <a:srgbClr val="999999"/>
                </a:solidFill>
                <a:prstDash val="solid"/>
                <a:round/>
              </a:ln>
            </p:spPr>
            <p:txBody>
              <a:bodyPr/>
              <a:lstStyle/>
              <a:p>
                <a:endParaRPr lang="en-US" sz="1701"/>
              </a:p>
            </p:txBody>
          </p:sp>
          <p:sp>
            <p:nvSpPr>
              <p:cNvPr id="11123" name="Freeform: Shape 11122">
                <a:extLst>
                  <a:ext uri="{FF2B5EF4-FFF2-40B4-BE49-F238E27FC236}">
                    <a16:creationId xmlns:a16="http://schemas.microsoft.com/office/drawing/2014/main" id="{5434F42C-B297-00B1-4B6D-29624A2C777C}"/>
                  </a:ext>
                </a:extLst>
              </p:cNvPr>
              <p:cNvSpPr/>
              <p:nvPr/>
            </p:nvSpPr>
            <p:spPr>
              <a:xfrm>
                <a:off x="4003870"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24" name="Freeform: Shape 11123">
                <a:extLst>
                  <a:ext uri="{FF2B5EF4-FFF2-40B4-BE49-F238E27FC236}">
                    <a16:creationId xmlns:a16="http://schemas.microsoft.com/office/drawing/2014/main" id="{DD773FD5-6498-EB8F-6E81-9EC2B1092B4F}"/>
                  </a:ext>
                </a:extLst>
              </p:cNvPr>
              <p:cNvSpPr/>
              <p:nvPr/>
            </p:nvSpPr>
            <p:spPr>
              <a:xfrm>
                <a:off x="4003870"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25" name="Freeform: Shape 11124">
                <a:extLst>
                  <a:ext uri="{FF2B5EF4-FFF2-40B4-BE49-F238E27FC236}">
                    <a16:creationId xmlns:a16="http://schemas.microsoft.com/office/drawing/2014/main" id="{268B8778-E515-EB16-6DCC-DD7CEFD11B70}"/>
                  </a:ext>
                </a:extLst>
              </p:cNvPr>
              <p:cNvSpPr/>
              <p:nvPr/>
            </p:nvSpPr>
            <p:spPr>
              <a:xfrm>
                <a:off x="4003870"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26" name="Freeform: Shape 11125">
                <a:extLst>
                  <a:ext uri="{FF2B5EF4-FFF2-40B4-BE49-F238E27FC236}">
                    <a16:creationId xmlns:a16="http://schemas.microsoft.com/office/drawing/2014/main" id="{3221169D-33CE-2EBB-AF5E-CDADDABA4B52}"/>
                  </a:ext>
                </a:extLst>
              </p:cNvPr>
              <p:cNvSpPr/>
              <p:nvPr/>
            </p:nvSpPr>
            <p:spPr>
              <a:xfrm>
                <a:off x="4003870"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27" name="Freeform: Shape 11126">
                <a:extLst>
                  <a:ext uri="{FF2B5EF4-FFF2-40B4-BE49-F238E27FC236}">
                    <a16:creationId xmlns:a16="http://schemas.microsoft.com/office/drawing/2014/main" id="{71E8A371-F099-5FE9-BE4F-4F2E19B3FAA1}"/>
                  </a:ext>
                </a:extLst>
              </p:cNvPr>
              <p:cNvSpPr/>
              <p:nvPr/>
            </p:nvSpPr>
            <p:spPr>
              <a:xfrm>
                <a:off x="4003870"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28" name="Freeform: Shape 11127">
                <a:extLst>
                  <a:ext uri="{FF2B5EF4-FFF2-40B4-BE49-F238E27FC236}">
                    <a16:creationId xmlns:a16="http://schemas.microsoft.com/office/drawing/2014/main" id="{04D24A0C-0ACB-0D96-B1C9-ABE2C2D9DBDE}"/>
                  </a:ext>
                </a:extLst>
              </p:cNvPr>
              <p:cNvSpPr/>
              <p:nvPr/>
            </p:nvSpPr>
            <p:spPr>
              <a:xfrm>
                <a:off x="4003870"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29" name="Freeform: Shape 11128">
                <a:extLst>
                  <a:ext uri="{FF2B5EF4-FFF2-40B4-BE49-F238E27FC236}">
                    <a16:creationId xmlns:a16="http://schemas.microsoft.com/office/drawing/2014/main" id="{EDC1D88E-6B45-5F78-E4F3-06077C27E69B}"/>
                  </a:ext>
                </a:extLst>
              </p:cNvPr>
              <p:cNvSpPr/>
              <p:nvPr/>
            </p:nvSpPr>
            <p:spPr>
              <a:xfrm>
                <a:off x="4003870"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30" name="Freeform: Shape 11129">
                <a:extLst>
                  <a:ext uri="{FF2B5EF4-FFF2-40B4-BE49-F238E27FC236}">
                    <a16:creationId xmlns:a16="http://schemas.microsoft.com/office/drawing/2014/main" id="{E61E8F39-9F61-8904-4958-47228DC06BCA}"/>
                  </a:ext>
                </a:extLst>
              </p:cNvPr>
              <p:cNvSpPr/>
              <p:nvPr/>
            </p:nvSpPr>
            <p:spPr>
              <a:xfrm>
                <a:off x="4003870"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31" name="Freeform: Shape 11130">
                <a:extLst>
                  <a:ext uri="{FF2B5EF4-FFF2-40B4-BE49-F238E27FC236}">
                    <a16:creationId xmlns:a16="http://schemas.microsoft.com/office/drawing/2014/main" id="{58584C4B-53AA-C51F-798C-FDB98740AF2A}"/>
                  </a:ext>
                </a:extLst>
              </p:cNvPr>
              <p:cNvSpPr/>
              <p:nvPr/>
            </p:nvSpPr>
            <p:spPr>
              <a:xfrm>
                <a:off x="4003870"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32" name="Freeform: Shape 11131">
                <a:extLst>
                  <a:ext uri="{FF2B5EF4-FFF2-40B4-BE49-F238E27FC236}">
                    <a16:creationId xmlns:a16="http://schemas.microsoft.com/office/drawing/2014/main" id="{A1E3C16F-F85B-5C6D-326C-3BC66A754843}"/>
                  </a:ext>
                </a:extLst>
              </p:cNvPr>
              <p:cNvSpPr/>
              <p:nvPr/>
            </p:nvSpPr>
            <p:spPr>
              <a:xfrm>
                <a:off x="4003870"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33" name="Freeform: Shape 11132">
                <a:extLst>
                  <a:ext uri="{FF2B5EF4-FFF2-40B4-BE49-F238E27FC236}">
                    <a16:creationId xmlns:a16="http://schemas.microsoft.com/office/drawing/2014/main" id="{FC19493F-848E-C2A0-8BFF-FB1D685E61AA}"/>
                  </a:ext>
                </a:extLst>
              </p:cNvPr>
              <p:cNvSpPr/>
              <p:nvPr/>
            </p:nvSpPr>
            <p:spPr>
              <a:xfrm>
                <a:off x="4003870"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34" name="Freeform: Shape 11133">
                <a:extLst>
                  <a:ext uri="{FF2B5EF4-FFF2-40B4-BE49-F238E27FC236}">
                    <a16:creationId xmlns:a16="http://schemas.microsoft.com/office/drawing/2014/main" id="{B2CEC864-BE43-0F1A-F98F-F58173C6127B}"/>
                  </a:ext>
                </a:extLst>
              </p:cNvPr>
              <p:cNvSpPr/>
              <p:nvPr/>
            </p:nvSpPr>
            <p:spPr>
              <a:xfrm>
                <a:off x="4003870"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35" name="Freeform: Shape 11134">
                <a:extLst>
                  <a:ext uri="{FF2B5EF4-FFF2-40B4-BE49-F238E27FC236}">
                    <a16:creationId xmlns:a16="http://schemas.microsoft.com/office/drawing/2014/main" id="{2985708D-BDB0-9386-4483-E7D5A62D616E}"/>
                  </a:ext>
                </a:extLst>
              </p:cNvPr>
              <p:cNvSpPr/>
              <p:nvPr/>
            </p:nvSpPr>
            <p:spPr>
              <a:xfrm>
                <a:off x="4003870"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36" name="Freeform: Shape 11135">
                <a:extLst>
                  <a:ext uri="{FF2B5EF4-FFF2-40B4-BE49-F238E27FC236}">
                    <a16:creationId xmlns:a16="http://schemas.microsoft.com/office/drawing/2014/main" id="{2797AFD6-C056-F5A5-F617-7F8B4E9402B3}"/>
                  </a:ext>
                </a:extLst>
              </p:cNvPr>
              <p:cNvSpPr/>
              <p:nvPr/>
            </p:nvSpPr>
            <p:spPr>
              <a:xfrm>
                <a:off x="4003870"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137" name="Freeform: Shape 11136">
                <a:extLst>
                  <a:ext uri="{FF2B5EF4-FFF2-40B4-BE49-F238E27FC236}">
                    <a16:creationId xmlns:a16="http://schemas.microsoft.com/office/drawing/2014/main" id="{C2537746-F77E-21CD-0C2F-0235A3FEAD64}"/>
                  </a:ext>
                </a:extLst>
              </p:cNvPr>
              <p:cNvSpPr/>
              <p:nvPr/>
            </p:nvSpPr>
            <p:spPr>
              <a:xfrm>
                <a:off x="4003870"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38" name="Freeform: Shape 11137">
                <a:extLst>
                  <a:ext uri="{FF2B5EF4-FFF2-40B4-BE49-F238E27FC236}">
                    <a16:creationId xmlns:a16="http://schemas.microsoft.com/office/drawing/2014/main" id="{8A3311BF-0801-7340-CC3A-B51F1D43563E}"/>
                  </a:ext>
                </a:extLst>
              </p:cNvPr>
              <p:cNvSpPr/>
              <p:nvPr/>
            </p:nvSpPr>
            <p:spPr>
              <a:xfrm>
                <a:off x="4003870"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139" name="Freeform: Shape 11138">
                <a:extLst>
                  <a:ext uri="{FF2B5EF4-FFF2-40B4-BE49-F238E27FC236}">
                    <a16:creationId xmlns:a16="http://schemas.microsoft.com/office/drawing/2014/main" id="{9AD8D743-AD46-2F29-E273-4FD3A732DF55}"/>
                  </a:ext>
                </a:extLst>
              </p:cNvPr>
              <p:cNvSpPr/>
              <p:nvPr/>
            </p:nvSpPr>
            <p:spPr>
              <a:xfrm>
                <a:off x="4003870"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140" name="Freeform: Shape 11139">
                <a:extLst>
                  <a:ext uri="{FF2B5EF4-FFF2-40B4-BE49-F238E27FC236}">
                    <a16:creationId xmlns:a16="http://schemas.microsoft.com/office/drawing/2014/main" id="{605D0F13-90FB-8D40-8C77-9D0353322BE4}"/>
                  </a:ext>
                </a:extLst>
              </p:cNvPr>
              <p:cNvSpPr/>
              <p:nvPr/>
            </p:nvSpPr>
            <p:spPr>
              <a:xfrm>
                <a:off x="4003870"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141" name="Freeform: Shape 11140">
                <a:extLst>
                  <a:ext uri="{FF2B5EF4-FFF2-40B4-BE49-F238E27FC236}">
                    <a16:creationId xmlns:a16="http://schemas.microsoft.com/office/drawing/2014/main" id="{2B0E7534-C9AC-0430-2718-95B5599391B6}"/>
                  </a:ext>
                </a:extLst>
              </p:cNvPr>
              <p:cNvSpPr/>
              <p:nvPr/>
            </p:nvSpPr>
            <p:spPr>
              <a:xfrm>
                <a:off x="4003870"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42" name="Freeform: Shape 11141">
                <a:extLst>
                  <a:ext uri="{FF2B5EF4-FFF2-40B4-BE49-F238E27FC236}">
                    <a16:creationId xmlns:a16="http://schemas.microsoft.com/office/drawing/2014/main" id="{40DC6B6C-5DB9-48AE-20BD-33C7BFF77C21}"/>
                  </a:ext>
                </a:extLst>
              </p:cNvPr>
              <p:cNvSpPr/>
              <p:nvPr/>
            </p:nvSpPr>
            <p:spPr>
              <a:xfrm>
                <a:off x="4003870"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43" name="Freeform: Shape 11142">
                <a:extLst>
                  <a:ext uri="{FF2B5EF4-FFF2-40B4-BE49-F238E27FC236}">
                    <a16:creationId xmlns:a16="http://schemas.microsoft.com/office/drawing/2014/main" id="{536B7227-2706-EAC6-2FC9-E01B64076098}"/>
                  </a:ext>
                </a:extLst>
              </p:cNvPr>
              <p:cNvSpPr/>
              <p:nvPr/>
            </p:nvSpPr>
            <p:spPr>
              <a:xfrm>
                <a:off x="4003870"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144" name="Freeform: Shape 11143">
                <a:extLst>
                  <a:ext uri="{FF2B5EF4-FFF2-40B4-BE49-F238E27FC236}">
                    <a16:creationId xmlns:a16="http://schemas.microsoft.com/office/drawing/2014/main" id="{CF04B1E6-906E-ED3F-D050-44C29C08844E}"/>
                  </a:ext>
                </a:extLst>
              </p:cNvPr>
              <p:cNvSpPr/>
              <p:nvPr/>
            </p:nvSpPr>
            <p:spPr>
              <a:xfrm>
                <a:off x="4003870"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45" name="Freeform: Shape 11144">
                <a:extLst>
                  <a:ext uri="{FF2B5EF4-FFF2-40B4-BE49-F238E27FC236}">
                    <a16:creationId xmlns:a16="http://schemas.microsoft.com/office/drawing/2014/main" id="{40351ECA-F0B0-E827-72DF-E82B1654F518}"/>
                  </a:ext>
                </a:extLst>
              </p:cNvPr>
              <p:cNvSpPr/>
              <p:nvPr/>
            </p:nvSpPr>
            <p:spPr>
              <a:xfrm>
                <a:off x="4066108"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146" name="Freeform: Shape 11145">
                <a:extLst>
                  <a:ext uri="{FF2B5EF4-FFF2-40B4-BE49-F238E27FC236}">
                    <a16:creationId xmlns:a16="http://schemas.microsoft.com/office/drawing/2014/main" id="{986E1525-7E77-0AF8-F904-8D2984544342}"/>
                  </a:ext>
                </a:extLst>
              </p:cNvPr>
              <p:cNvSpPr/>
              <p:nvPr/>
            </p:nvSpPr>
            <p:spPr>
              <a:xfrm>
                <a:off x="4066108"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47" name="Freeform: Shape 11146">
                <a:extLst>
                  <a:ext uri="{FF2B5EF4-FFF2-40B4-BE49-F238E27FC236}">
                    <a16:creationId xmlns:a16="http://schemas.microsoft.com/office/drawing/2014/main" id="{1FF197F1-FECC-5ECB-C2F8-C97E2F2DEDB0}"/>
                  </a:ext>
                </a:extLst>
              </p:cNvPr>
              <p:cNvSpPr/>
              <p:nvPr/>
            </p:nvSpPr>
            <p:spPr>
              <a:xfrm>
                <a:off x="4066108"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1148" name="Freeform: Shape 11147">
                <a:extLst>
                  <a:ext uri="{FF2B5EF4-FFF2-40B4-BE49-F238E27FC236}">
                    <a16:creationId xmlns:a16="http://schemas.microsoft.com/office/drawing/2014/main" id="{BF4666DD-5698-2D27-1E2F-668252D15575}"/>
                  </a:ext>
                </a:extLst>
              </p:cNvPr>
              <p:cNvSpPr/>
              <p:nvPr/>
            </p:nvSpPr>
            <p:spPr>
              <a:xfrm>
                <a:off x="4066108"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49" name="Freeform: Shape 11148">
                <a:extLst>
                  <a:ext uri="{FF2B5EF4-FFF2-40B4-BE49-F238E27FC236}">
                    <a16:creationId xmlns:a16="http://schemas.microsoft.com/office/drawing/2014/main" id="{4E81AFB3-84C3-48A5-2B83-B9AF07F5BB6F}"/>
                  </a:ext>
                </a:extLst>
              </p:cNvPr>
              <p:cNvSpPr/>
              <p:nvPr/>
            </p:nvSpPr>
            <p:spPr>
              <a:xfrm>
                <a:off x="4066108"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5A00"/>
              </a:solidFill>
              <a:ln w="2679" cap="rnd">
                <a:solidFill>
                  <a:srgbClr val="999999"/>
                </a:solidFill>
                <a:prstDash val="solid"/>
                <a:round/>
              </a:ln>
            </p:spPr>
            <p:txBody>
              <a:bodyPr/>
              <a:lstStyle/>
              <a:p>
                <a:endParaRPr lang="en-US" sz="1701"/>
              </a:p>
            </p:txBody>
          </p:sp>
          <p:sp>
            <p:nvSpPr>
              <p:cNvPr id="11150" name="Freeform: Shape 11149">
                <a:extLst>
                  <a:ext uri="{FF2B5EF4-FFF2-40B4-BE49-F238E27FC236}">
                    <a16:creationId xmlns:a16="http://schemas.microsoft.com/office/drawing/2014/main" id="{E8CBE14E-90C9-B33C-EFDB-B7A6BFAD7358}"/>
                  </a:ext>
                </a:extLst>
              </p:cNvPr>
              <p:cNvSpPr/>
              <p:nvPr/>
            </p:nvSpPr>
            <p:spPr>
              <a:xfrm>
                <a:off x="4066108"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939"/>
              </a:solidFill>
              <a:ln w="2679" cap="rnd">
                <a:solidFill>
                  <a:srgbClr val="999999"/>
                </a:solidFill>
                <a:prstDash val="solid"/>
                <a:round/>
              </a:ln>
            </p:spPr>
            <p:txBody>
              <a:bodyPr/>
              <a:lstStyle/>
              <a:p>
                <a:endParaRPr lang="en-US" sz="1701"/>
              </a:p>
            </p:txBody>
          </p:sp>
          <p:sp>
            <p:nvSpPr>
              <p:cNvPr id="11151" name="Freeform: Shape 11150">
                <a:extLst>
                  <a:ext uri="{FF2B5EF4-FFF2-40B4-BE49-F238E27FC236}">
                    <a16:creationId xmlns:a16="http://schemas.microsoft.com/office/drawing/2014/main" id="{6B7BAF03-FDC0-A09E-F414-F9A7C6DC18C3}"/>
                  </a:ext>
                </a:extLst>
              </p:cNvPr>
              <p:cNvSpPr/>
              <p:nvPr/>
            </p:nvSpPr>
            <p:spPr>
              <a:xfrm>
                <a:off x="4066108"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152" name="Freeform: Shape 11151">
                <a:extLst>
                  <a:ext uri="{FF2B5EF4-FFF2-40B4-BE49-F238E27FC236}">
                    <a16:creationId xmlns:a16="http://schemas.microsoft.com/office/drawing/2014/main" id="{C599E18B-ADA4-66F2-CB1A-C2EBA3A92BC1}"/>
                  </a:ext>
                </a:extLst>
              </p:cNvPr>
              <p:cNvSpPr/>
              <p:nvPr/>
            </p:nvSpPr>
            <p:spPr>
              <a:xfrm>
                <a:off x="4066108"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153" name="Freeform: Shape 11152">
                <a:extLst>
                  <a:ext uri="{FF2B5EF4-FFF2-40B4-BE49-F238E27FC236}">
                    <a16:creationId xmlns:a16="http://schemas.microsoft.com/office/drawing/2014/main" id="{4CEA2D85-BF9E-0FBC-47FF-3E133AB77B0D}"/>
                  </a:ext>
                </a:extLst>
              </p:cNvPr>
              <p:cNvSpPr/>
              <p:nvPr/>
            </p:nvSpPr>
            <p:spPr>
              <a:xfrm>
                <a:off x="4066108"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154" name="Freeform: Shape 11153">
                <a:extLst>
                  <a:ext uri="{FF2B5EF4-FFF2-40B4-BE49-F238E27FC236}">
                    <a16:creationId xmlns:a16="http://schemas.microsoft.com/office/drawing/2014/main" id="{A5F2B30C-AD13-174B-88F0-D7EB7D2D58B2}"/>
                  </a:ext>
                </a:extLst>
              </p:cNvPr>
              <p:cNvSpPr/>
              <p:nvPr/>
            </p:nvSpPr>
            <p:spPr>
              <a:xfrm>
                <a:off x="4066108"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155" name="Freeform: Shape 11154">
                <a:extLst>
                  <a:ext uri="{FF2B5EF4-FFF2-40B4-BE49-F238E27FC236}">
                    <a16:creationId xmlns:a16="http://schemas.microsoft.com/office/drawing/2014/main" id="{D5179C6B-398E-8E1F-6D8B-157C441F6254}"/>
                  </a:ext>
                </a:extLst>
              </p:cNvPr>
              <p:cNvSpPr/>
              <p:nvPr/>
            </p:nvSpPr>
            <p:spPr>
              <a:xfrm>
                <a:off x="4066108"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56" name="Freeform: Shape 11155">
                <a:extLst>
                  <a:ext uri="{FF2B5EF4-FFF2-40B4-BE49-F238E27FC236}">
                    <a16:creationId xmlns:a16="http://schemas.microsoft.com/office/drawing/2014/main" id="{ADCB55FE-2CBD-1180-77BF-5F0865E4EB59}"/>
                  </a:ext>
                </a:extLst>
              </p:cNvPr>
              <p:cNvSpPr/>
              <p:nvPr/>
            </p:nvSpPr>
            <p:spPr>
              <a:xfrm>
                <a:off x="4066108"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57" name="Freeform: Shape 11156">
                <a:extLst>
                  <a:ext uri="{FF2B5EF4-FFF2-40B4-BE49-F238E27FC236}">
                    <a16:creationId xmlns:a16="http://schemas.microsoft.com/office/drawing/2014/main" id="{99BFFA2A-0CF8-2BAC-AA40-2DFB3EF36A8C}"/>
                  </a:ext>
                </a:extLst>
              </p:cNvPr>
              <p:cNvSpPr/>
              <p:nvPr/>
            </p:nvSpPr>
            <p:spPr>
              <a:xfrm>
                <a:off x="4066108"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158" name="Freeform: Shape 11157">
                <a:extLst>
                  <a:ext uri="{FF2B5EF4-FFF2-40B4-BE49-F238E27FC236}">
                    <a16:creationId xmlns:a16="http://schemas.microsoft.com/office/drawing/2014/main" id="{0B098D69-5FF5-2DC8-109C-BBDFD842DFD1}"/>
                  </a:ext>
                </a:extLst>
              </p:cNvPr>
              <p:cNvSpPr/>
              <p:nvPr/>
            </p:nvSpPr>
            <p:spPr>
              <a:xfrm>
                <a:off x="4066108"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159" name="Freeform: Shape 11158">
                <a:extLst>
                  <a:ext uri="{FF2B5EF4-FFF2-40B4-BE49-F238E27FC236}">
                    <a16:creationId xmlns:a16="http://schemas.microsoft.com/office/drawing/2014/main" id="{381EA568-90B1-442F-A3F9-E5C5999ED37A}"/>
                  </a:ext>
                </a:extLst>
              </p:cNvPr>
              <p:cNvSpPr/>
              <p:nvPr/>
            </p:nvSpPr>
            <p:spPr>
              <a:xfrm>
                <a:off x="4066108"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160" name="Freeform: Shape 11159">
                <a:extLst>
                  <a:ext uri="{FF2B5EF4-FFF2-40B4-BE49-F238E27FC236}">
                    <a16:creationId xmlns:a16="http://schemas.microsoft.com/office/drawing/2014/main" id="{388CBA1D-F215-D67A-50C1-2C52F4C92EDC}"/>
                  </a:ext>
                </a:extLst>
              </p:cNvPr>
              <p:cNvSpPr/>
              <p:nvPr/>
            </p:nvSpPr>
            <p:spPr>
              <a:xfrm>
                <a:off x="4066108"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161" name="Freeform: Shape 11160">
                <a:extLst>
                  <a:ext uri="{FF2B5EF4-FFF2-40B4-BE49-F238E27FC236}">
                    <a16:creationId xmlns:a16="http://schemas.microsoft.com/office/drawing/2014/main" id="{8DDA811B-9DE2-84E4-4D10-B067FA1A6B6A}"/>
                  </a:ext>
                </a:extLst>
              </p:cNvPr>
              <p:cNvSpPr/>
              <p:nvPr/>
            </p:nvSpPr>
            <p:spPr>
              <a:xfrm>
                <a:off x="4066108"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62" name="Freeform: Shape 11161">
                <a:extLst>
                  <a:ext uri="{FF2B5EF4-FFF2-40B4-BE49-F238E27FC236}">
                    <a16:creationId xmlns:a16="http://schemas.microsoft.com/office/drawing/2014/main" id="{3855745B-6960-A457-385D-EC7AAFBBFC2F}"/>
                  </a:ext>
                </a:extLst>
              </p:cNvPr>
              <p:cNvSpPr/>
              <p:nvPr/>
            </p:nvSpPr>
            <p:spPr>
              <a:xfrm>
                <a:off x="4066108"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63" name="Freeform: Shape 11162">
                <a:extLst>
                  <a:ext uri="{FF2B5EF4-FFF2-40B4-BE49-F238E27FC236}">
                    <a16:creationId xmlns:a16="http://schemas.microsoft.com/office/drawing/2014/main" id="{0601C314-DCC3-7A1B-F21F-AC59B272C1DE}"/>
                  </a:ext>
                </a:extLst>
              </p:cNvPr>
              <p:cNvSpPr/>
              <p:nvPr/>
            </p:nvSpPr>
            <p:spPr>
              <a:xfrm>
                <a:off x="4066108"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164" name="Freeform: Shape 11163">
                <a:extLst>
                  <a:ext uri="{FF2B5EF4-FFF2-40B4-BE49-F238E27FC236}">
                    <a16:creationId xmlns:a16="http://schemas.microsoft.com/office/drawing/2014/main" id="{EFB14B89-A944-A945-A620-4E7067CD4679}"/>
                  </a:ext>
                </a:extLst>
              </p:cNvPr>
              <p:cNvSpPr/>
              <p:nvPr/>
            </p:nvSpPr>
            <p:spPr>
              <a:xfrm>
                <a:off x="4066108"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165" name="Freeform: Shape 11164">
                <a:extLst>
                  <a:ext uri="{FF2B5EF4-FFF2-40B4-BE49-F238E27FC236}">
                    <a16:creationId xmlns:a16="http://schemas.microsoft.com/office/drawing/2014/main" id="{81533793-767B-5B1D-C9B1-CD1DF0611E71}"/>
                  </a:ext>
                </a:extLst>
              </p:cNvPr>
              <p:cNvSpPr/>
              <p:nvPr/>
            </p:nvSpPr>
            <p:spPr>
              <a:xfrm>
                <a:off x="4066108"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66" name="Freeform: Shape 11165">
                <a:extLst>
                  <a:ext uri="{FF2B5EF4-FFF2-40B4-BE49-F238E27FC236}">
                    <a16:creationId xmlns:a16="http://schemas.microsoft.com/office/drawing/2014/main" id="{94E51A49-DCC6-C8F5-6E21-92BF56155714}"/>
                  </a:ext>
                </a:extLst>
              </p:cNvPr>
              <p:cNvSpPr/>
              <p:nvPr/>
            </p:nvSpPr>
            <p:spPr>
              <a:xfrm>
                <a:off x="4066108"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167" name="Freeform: Shape 11166">
                <a:extLst>
                  <a:ext uri="{FF2B5EF4-FFF2-40B4-BE49-F238E27FC236}">
                    <a16:creationId xmlns:a16="http://schemas.microsoft.com/office/drawing/2014/main" id="{FFB71BD1-E6B1-4734-E7DC-F344F93E89D4}"/>
                  </a:ext>
                </a:extLst>
              </p:cNvPr>
              <p:cNvSpPr/>
              <p:nvPr/>
            </p:nvSpPr>
            <p:spPr>
              <a:xfrm>
                <a:off x="4066108"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168" name="Freeform: Shape 11167">
                <a:extLst>
                  <a:ext uri="{FF2B5EF4-FFF2-40B4-BE49-F238E27FC236}">
                    <a16:creationId xmlns:a16="http://schemas.microsoft.com/office/drawing/2014/main" id="{C06203A7-757A-C05B-E7C8-E49FF2C5BDBA}"/>
                  </a:ext>
                </a:extLst>
              </p:cNvPr>
              <p:cNvSpPr/>
              <p:nvPr/>
            </p:nvSpPr>
            <p:spPr>
              <a:xfrm>
                <a:off x="4066108"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169" name="Freeform: Shape 11168">
                <a:extLst>
                  <a:ext uri="{FF2B5EF4-FFF2-40B4-BE49-F238E27FC236}">
                    <a16:creationId xmlns:a16="http://schemas.microsoft.com/office/drawing/2014/main" id="{9BE0A660-62CD-0D7C-5344-93C9DA739950}"/>
                  </a:ext>
                </a:extLst>
              </p:cNvPr>
              <p:cNvSpPr/>
              <p:nvPr/>
            </p:nvSpPr>
            <p:spPr>
              <a:xfrm>
                <a:off x="4066108"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170" name="Freeform: Shape 11169">
                <a:extLst>
                  <a:ext uri="{FF2B5EF4-FFF2-40B4-BE49-F238E27FC236}">
                    <a16:creationId xmlns:a16="http://schemas.microsoft.com/office/drawing/2014/main" id="{A098E1E9-BC0A-C3C1-E8C3-0D1538D40A22}"/>
                  </a:ext>
                </a:extLst>
              </p:cNvPr>
              <p:cNvSpPr/>
              <p:nvPr/>
            </p:nvSpPr>
            <p:spPr>
              <a:xfrm>
                <a:off x="4066108"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71" name="Freeform: Shape 11170">
                <a:extLst>
                  <a:ext uri="{FF2B5EF4-FFF2-40B4-BE49-F238E27FC236}">
                    <a16:creationId xmlns:a16="http://schemas.microsoft.com/office/drawing/2014/main" id="{DF8CCF69-5393-A44B-F7F3-522AA682EB9C}"/>
                  </a:ext>
                </a:extLst>
              </p:cNvPr>
              <p:cNvSpPr/>
              <p:nvPr/>
            </p:nvSpPr>
            <p:spPr>
              <a:xfrm>
                <a:off x="4066108"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72" name="Freeform: Shape 11171">
                <a:extLst>
                  <a:ext uri="{FF2B5EF4-FFF2-40B4-BE49-F238E27FC236}">
                    <a16:creationId xmlns:a16="http://schemas.microsoft.com/office/drawing/2014/main" id="{65E5C432-35B4-4215-390E-DCCE97BA527C}"/>
                  </a:ext>
                </a:extLst>
              </p:cNvPr>
              <p:cNvSpPr/>
              <p:nvPr/>
            </p:nvSpPr>
            <p:spPr>
              <a:xfrm>
                <a:off x="4128422"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A100"/>
              </a:solidFill>
              <a:ln w="2679" cap="rnd">
                <a:solidFill>
                  <a:srgbClr val="999999"/>
                </a:solidFill>
                <a:prstDash val="solid"/>
                <a:round/>
              </a:ln>
            </p:spPr>
            <p:txBody>
              <a:bodyPr/>
              <a:lstStyle/>
              <a:p>
                <a:endParaRPr lang="en-US" sz="1701"/>
              </a:p>
            </p:txBody>
          </p:sp>
          <p:sp>
            <p:nvSpPr>
              <p:cNvPr id="11173" name="Freeform: Shape 11172">
                <a:extLst>
                  <a:ext uri="{FF2B5EF4-FFF2-40B4-BE49-F238E27FC236}">
                    <a16:creationId xmlns:a16="http://schemas.microsoft.com/office/drawing/2014/main" id="{47DCB16E-F953-19DA-C9E1-801DC5D21F47}"/>
                  </a:ext>
                </a:extLst>
              </p:cNvPr>
              <p:cNvSpPr/>
              <p:nvPr/>
            </p:nvSpPr>
            <p:spPr>
              <a:xfrm>
                <a:off x="4128422"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74" name="Freeform: Shape 11173">
                <a:extLst>
                  <a:ext uri="{FF2B5EF4-FFF2-40B4-BE49-F238E27FC236}">
                    <a16:creationId xmlns:a16="http://schemas.microsoft.com/office/drawing/2014/main" id="{24592A7B-2078-961A-4232-7B6F8C249672}"/>
                  </a:ext>
                </a:extLst>
              </p:cNvPr>
              <p:cNvSpPr/>
              <p:nvPr/>
            </p:nvSpPr>
            <p:spPr>
              <a:xfrm>
                <a:off x="4128422"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11175" name="Freeform: Shape 11174">
                <a:extLst>
                  <a:ext uri="{FF2B5EF4-FFF2-40B4-BE49-F238E27FC236}">
                    <a16:creationId xmlns:a16="http://schemas.microsoft.com/office/drawing/2014/main" id="{C558DCE7-E097-01AE-268F-BB2B958156E1}"/>
                  </a:ext>
                </a:extLst>
              </p:cNvPr>
              <p:cNvSpPr/>
              <p:nvPr/>
            </p:nvSpPr>
            <p:spPr>
              <a:xfrm>
                <a:off x="4128422"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176" name="Freeform: Shape 11175">
                <a:extLst>
                  <a:ext uri="{FF2B5EF4-FFF2-40B4-BE49-F238E27FC236}">
                    <a16:creationId xmlns:a16="http://schemas.microsoft.com/office/drawing/2014/main" id="{9D6C851D-B7C8-8D93-FE54-37E9F5B65B01}"/>
                  </a:ext>
                </a:extLst>
              </p:cNvPr>
              <p:cNvSpPr/>
              <p:nvPr/>
            </p:nvSpPr>
            <p:spPr>
              <a:xfrm>
                <a:off x="4128422"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177" name="Freeform: Shape 11176">
                <a:extLst>
                  <a:ext uri="{FF2B5EF4-FFF2-40B4-BE49-F238E27FC236}">
                    <a16:creationId xmlns:a16="http://schemas.microsoft.com/office/drawing/2014/main" id="{3B4B902B-1F7C-8D43-939A-5F251421D0A0}"/>
                  </a:ext>
                </a:extLst>
              </p:cNvPr>
              <p:cNvSpPr/>
              <p:nvPr/>
            </p:nvSpPr>
            <p:spPr>
              <a:xfrm>
                <a:off x="4128422"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178" name="Freeform: Shape 11177">
                <a:extLst>
                  <a:ext uri="{FF2B5EF4-FFF2-40B4-BE49-F238E27FC236}">
                    <a16:creationId xmlns:a16="http://schemas.microsoft.com/office/drawing/2014/main" id="{BAD53342-FD6A-E2B1-153A-919EF5F2264A}"/>
                  </a:ext>
                </a:extLst>
              </p:cNvPr>
              <p:cNvSpPr/>
              <p:nvPr/>
            </p:nvSpPr>
            <p:spPr>
              <a:xfrm>
                <a:off x="4128422"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487"/>
              </a:solidFill>
              <a:ln w="2679" cap="rnd">
                <a:solidFill>
                  <a:srgbClr val="999999"/>
                </a:solidFill>
                <a:prstDash val="solid"/>
                <a:round/>
              </a:ln>
            </p:spPr>
            <p:txBody>
              <a:bodyPr/>
              <a:lstStyle/>
              <a:p>
                <a:endParaRPr lang="en-US" sz="1701"/>
              </a:p>
            </p:txBody>
          </p:sp>
          <p:sp>
            <p:nvSpPr>
              <p:cNvPr id="11179" name="Freeform: Shape 11178">
                <a:extLst>
                  <a:ext uri="{FF2B5EF4-FFF2-40B4-BE49-F238E27FC236}">
                    <a16:creationId xmlns:a16="http://schemas.microsoft.com/office/drawing/2014/main" id="{69D60034-8143-0FE0-9720-4F90B0A8DA32}"/>
                  </a:ext>
                </a:extLst>
              </p:cNvPr>
              <p:cNvSpPr/>
              <p:nvPr/>
            </p:nvSpPr>
            <p:spPr>
              <a:xfrm>
                <a:off x="4128422"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FA6"/>
              </a:solidFill>
              <a:ln w="2679" cap="rnd">
                <a:solidFill>
                  <a:srgbClr val="999999"/>
                </a:solidFill>
                <a:prstDash val="solid"/>
                <a:round/>
              </a:ln>
            </p:spPr>
            <p:txBody>
              <a:bodyPr/>
              <a:lstStyle/>
              <a:p>
                <a:endParaRPr lang="en-US" sz="1701"/>
              </a:p>
            </p:txBody>
          </p:sp>
          <p:sp>
            <p:nvSpPr>
              <p:cNvPr id="11180" name="Freeform: Shape 11179">
                <a:extLst>
                  <a:ext uri="{FF2B5EF4-FFF2-40B4-BE49-F238E27FC236}">
                    <a16:creationId xmlns:a16="http://schemas.microsoft.com/office/drawing/2014/main" id="{FBD33BC0-6413-BD59-6AF2-138A758D169A}"/>
                  </a:ext>
                </a:extLst>
              </p:cNvPr>
              <p:cNvSpPr/>
              <p:nvPr/>
            </p:nvSpPr>
            <p:spPr>
              <a:xfrm>
                <a:off x="4128422"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181" name="Freeform: Shape 11180">
                <a:extLst>
                  <a:ext uri="{FF2B5EF4-FFF2-40B4-BE49-F238E27FC236}">
                    <a16:creationId xmlns:a16="http://schemas.microsoft.com/office/drawing/2014/main" id="{FF4FA69D-8198-25E8-E878-571F7B4BD8C0}"/>
                  </a:ext>
                </a:extLst>
              </p:cNvPr>
              <p:cNvSpPr/>
              <p:nvPr/>
            </p:nvSpPr>
            <p:spPr>
              <a:xfrm>
                <a:off x="4128422"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182" name="Freeform: Shape 11181">
                <a:extLst>
                  <a:ext uri="{FF2B5EF4-FFF2-40B4-BE49-F238E27FC236}">
                    <a16:creationId xmlns:a16="http://schemas.microsoft.com/office/drawing/2014/main" id="{2BB946CF-2B9D-2139-8EEE-8B9DBA5F9660}"/>
                  </a:ext>
                </a:extLst>
              </p:cNvPr>
              <p:cNvSpPr/>
              <p:nvPr/>
            </p:nvSpPr>
            <p:spPr>
              <a:xfrm>
                <a:off x="4128422"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83" name="Freeform: Shape 11182">
                <a:extLst>
                  <a:ext uri="{FF2B5EF4-FFF2-40B4-BE49-F238E27FC236}">
                    <a16:creationId xmlns:a16="http://schemas.microsoft.com/office/drawing/2014/main" id="{3F8B73BC-9BDA-90C4-298A-369F24395F9F}"/>
                  </a:ext>
                </a:extLst>
              </p:cNvPr>
              <p:cNvSpPr/>
              <p:nvPr/>
            </p:nvSpPr>
            <p:spPr>
              <a:xfrm>
                <a:off x="4128422"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184" name="Freeform: Shape 11183">
                <a:extLst>
                  <a:ext uri="{FF2B5EF4-FFF2-40B4-BE49-F238E27FC236}">
                    <a16:creationId xmlns:a16="http://schemas.microsoft.com/office/drawing/2014/main" id="{291DF62C-C6E7-1985-E44F-10B6CF202F5B}"/>
                  </a:ext>
                </a:extLst>
              </p:cNvPr>
              <p:cNvSpPr/>
              <p:nvPr/>
            </p:nvSpPr>
            <p:spPr>
              <a:xfrm>
                <a:off x="4128422"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85" name="Freeform: Shape 11184">
                <a:extLst>
                  <a:ext uri="{FF2B5EF4-FFF2-40B4-BE49-F238E27FC236}">
                    <a16:creationId xmlns:a16="http://schemas.microsoft.com/office/drawing/2014/main" id="{683E6F0A-9F2A-97AA-1EF3-1A45F9BA7CB9}"/>
                  </a:ext>
                </a:extLst>
              </p:cNvPr>
              <p:cNvSpPr/>
              <p:nvPr/>
            </p:nvSpPr>
            <p:spPr>
              <a:xfrm>
                <a:off x="4128422"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186" name="Freeform: Shape 11185">
                <a:extLst>
                  <a:ext uri="{FF2B5EF4-FFF2-40B4-BE49-F238E27FC236}">
                    <a16:creationId xmlns:a16="http://schemas.microsoft.com/office/drawing/2014/main" id="{18495F11-5048-ABB9-AF66-65BB54996E2E}"/>
                  </a:ext>
                </a:extLst>
              </p:cNvPr>
              <p:cNvSpPr/>
              <p:nvPr/>
            </p:nvSpPr>
            <p:spPr>
              <a:xfrm>
                <a:off x="4128422"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BEBEBE"/>
              </a:solidFill>
              <a:ln w="2679" cap="rnd">
                <a:solidFill>
                  <a:srgbClr val="999999"/>
                </a:solidFill>
                <a:prstDash val="solid"/>
                <a:round/>
              </a:ln>
            </p:spPr>
            <p:txBody>
              <a:bodyPr/>
              <a:lstStyle/>
              <a:p>
                <a:endParaRPr lang="en-US" sz="1701"/>
              </a:p>
            </p:txBody>
          </p:sp>
          <p:sp>
            <p:nvSpPr>
              <p:cNvPr id="11187" name="Freeform: Shape 11186">
                <a:extLst>
                  <a:ext uri="{FF2B5EF4-FFF2-40B4-BE49-F238E27FC236}">
                    <a16:creationId xmlns:a16="http://schemas.microsoft.com/office/drawing/2014/main" id="{482766D4-8536-D6DE-5E08-681D3D944459}"/>
                  </a:ext>
                </a:extLst>
              </p:cNvPr>
              <p:cNvSpPr/>
              <p:nvPr/>
            </p:nvSpPr>
            <p:spPr>
              <a:xfrm>
                <a:off x="4128422"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11188" name="Freeform: Shape 11187">
                <a:extLst>
                  <a:ext uri="{FF2B5EF4-FFF2-40B4-BE49-F238E27FC236}">
                    <a16:creationId xmlns:a16="http://schemas.microsoft.com/office/drawing/2014/main" id="{3F3D1755-8FE1-6DD9-7B30-3FDECC7A107C}"/>
                  </a:ext>
                </a:extLst>
              </p:cNvPr>
              <p:cNvSpPr/>
              <p:nvPr/>
            </p:nvSpPr>
            <p:spPr>
              <a:xfrm>
                <a:off x="4128422"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189" name="Freeform: Shape 11188">
                <a:extLst>
                  <a:ext uri="{FF2B5EF4-FFF2-40B4-BE49-F238E27FC236}">
                    <a16:creationId xmlns:a16="http://schemas.microsoft.com/office/drawing/2014/main" id="{C3F3862E-DC67-4BC9-3B20-CC245FDA7363}"/>
                  </a:ext>
                </a:extLst>
              </p:cNvPr>
              <p:cNvSpPr/>
              <p:nvPr/>
            </p:nvSpPr>
            <p:spPr>
              <a:xfrm>
                <a:off x="4128422"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190" name="Freeform: Shape 11189">
                <a:extLst>
                  <a:ext uri="{FF2B5EF4-FFF2-40B4-BE49-F238E27FC236}">
                    <a16:creationId xmlns:a16="http://schemas.microsoft.com/office/drawing/2014/main" id="{18DF2A7C-A08A-C698-822D-4801B9F94F62}"/>
                  </a:ext>
                </a:extLst>
              </p:cNvPr>
              <p:cNvSpPr/>
              <p:nvPr/>
            </p:nvSpPr>
            <p:spPr>
              <a:xfrm>
                <a:off x="4128422"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91" name="Freeform: Shape 11190">
                <a:extLst>
                  <a:ext uri="{FF2B5EF4-FFF2-40B4-BE49-F238E27FC236}">
                    <a16:creationId xmlns:a16="http://schemas.microsoft.com/office/drawing/2014/main" id="{D1CCCCBE-FDF1-8CF2-A4FC-DFD7F47EDEA6}"/>
                  </a:ext>
                </a:extLst>
              </p:cNvPr>
              <p:cNvSpPr/>
              <p:nvPr/>
            </p:nvSpPr>
            <p:spPr>
              <a:xfrm>
                <a:off x="4128422"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192" name="Freeform: Shape 11191">
                <a:extLst>
                  <a:ext uri="{FF2B5EF4-FFF2-40B4-BE49-F238E27FC236}">
                    <a16:creationId xmlns:a16="http://schemas.microsoft.com/office/drawing/2014/main" id="{5355FF58-4E03-0270-236D-3FA7A12ED6D0}"/>
                  </a:ext>
                </a:extLst>
              </p:cNvPr>
              <p:cNvSpPr/>
              <p:nvPr/>
            </p:nvSpPr>
            <p:spPr>
              <a:xfrm>
                <a:off x="4128422"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93" name="Freeform: Shape 11192">
                <a:extLst>
                  <a:ext uri="{FF2B5EF4-FFF2-40B4-BE49-F238E27FC236}">
                    <a16:creationId xmlns:a16="http://schemas.microsoft.com/office/drawing/2014/main" id="{E7182954-4EFC-EF75-F322-4A6BB0243F47}"/>
                  </a:ext>
                </a:extLst>
              </p:cNvPr>
              <p:cNvSpPr/>
              <p:nvPr/>
            </p:nvSpPr>
            <p:spPr>
              <a:xfrm>
                <a:off x="4128422"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194" name="Freeform: Shape 11193">
                <a:extLst>
                  <a:ext uri="{FF2B5EF4-FFF2-40B4-BE49-F238E27FC236}">
                    <a16:creationId xmlns:a16="http://schemas.microsoft.com/office/drawing/2014/main" id="{D2B7F954-A537-11C1-062D-F760B57759E4}"/>
                  </a:ext>
                </a:extLst>
              </p:cNvPr>
              <p:cNvSpPr/>
              <p:nvPr/>
            </p:nvSpPr>
            <p:spPr>
              <a:xfrm>
                <a:off x="4128422"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195" name="Freeform: Shape 11194">
                <a:extLst>
                  <a:ext uri="{FF2B5EF4-FFF2-40B4-BE49-F238E27FC236}">
                    <a16:creationId xmlns:a16="http://schemas.microsoft.com/office/drawing/2014/main" id="{AE7449F1-2049-895A-5D3D-2967C36DDC21}"/>
                  </a:ext>
                </a:extLst>
              </p:cNvPr>
              <p:cNvSpPr/>
              <p:nvPr/>
            </p:nvSpPr>
            <p:spPr>
              <a:xfrm>
                <a:off x="4128422"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196" name="Freeform: Shape 11195">
                <a:extLst>
                  <a:ext uri="{FF2B5EF4-FFF2-40B4-BE49-F238E27FC236}">
                    <a16:creationId xmlns:a16="http://schemas.microsoft.com/office/drawing/2014/main" id="{F520DDE2-F5DC-7666-D3CD-A0F0E0AAC864}"/>
                  </a:ext>
                </a:extLst>
              </p:cNvPr>
              <p:cNvSpPr/>
              <p:nvPr/>
            </p:nvSpPr>
            <p:spPr>
              <a:xfrm>
                <a:off x="4128422"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197" name="Freeform: Shape 11196">
                <a:extLst>
                  <a:ext uri="{FF2B5EF4-FFF2-40B4-BE49-F238E27FC236}">
                    <a16:creationId xmlns:a16="http://schemas.microsoft.com/office/drawing/2014/main" id="{FE0ED98E-D28D-3B86-C78C-EC5E285E403F}"/>
                  </a:ext>
                </a:extLst>
              </p:cNvPr>
              <p:cNvSpPr/>
              <p:nvPr/>
            </p:nvSpPr>
            <p:spPr>
              <a:xfrm>
                <a:off x="4128422"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198" name="Freeform: Shape 11197">
                <a:extLst>
                  <a:ext uri="{FF2B5EF4-FFF2-40B4-BE49-F238E27FC236}">
                    <a16:creationId xmlns:a16="http://schemas.microsoft.com/office/drawing/2014/main" id="{CBD866DC-F0C5-C8B7-8727-BE2720C35EAB}"/>
                  </a:ext>
                </a:extLst>
              </p:cNvPr>
              <p:cNvSpPr/>
              <p:nvPr/>
            </p:nvSpPr>
            <p:spPr>
              <a:xfrm>
                <a:off x="4128422"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199" name="Freeform: Shape 11198">
                <a:extLst>
                  <a:ext uri="{FF2B5EF4-FFF2-40B4-BE49-F238E27FC236}">
                    <a16:creationId xmlns:a16="http://schemas.microsoft.com/office/drawing/2014/main" id="{FD987F0A-8785-EB2D-9173-1FCFF53DB3A7}"/>
                  </a:ext>
                </a:extLst>
              </p:cNvPr>
              <p:cNvSpPr/>
              <p:nvPr/>
            </p:nvSpPr>
            <p:spPr>
              <a:xfrm>
                <a:off x="4190659"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9700"/>
              </a:solidFill>
              <a:ln w="2679" cap="rnd">
                <a:solidFill>
                  <a:srgbClr val="999999"/>
                </a:solidFill>
                <a:prstDash val="solid"/>
                <a:round/>
              </a:ln>
            </p:spPr>
            <p:txBody>
              <a:bodyPr/>
              <a:lstStyle/>
              <a:p>
                <a:endParaRPr lang="en-US" sz="1701"/>
              </a:p>
            </p:txBody>
          </p:sp>
          <p:sp>
            <p:nvSpPr>
              <p:cNvPr id="11200" name="Freeform: Shape 11199">
                <a:extLst>
                  <a:ext uri="{FF2B5EF4-FFF2-40B4-BE49-F238E27FC236}">
                    <a16:creationId xmlns:a16="http://schemas.microsoft.com/office/drawing/2014/main" id="{2679D5DE-6629-E2B5-7B87-7413BA5A719D}"/>
                  </a:ext>
                </a:extLst>
              </p:cNvPr>
              <p:cNvSpPr/>
              <p:nvPr/>
            </p:nvSpPr>
            <p:spPr>
              <a:xfrm>
                <a:off x="4190659"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201" name="Freeform: Shape 11200">
                <a:extLst>
                  <a:ext uri="{FF2B5EF4-FFF2-40B4-BE49-F238E27FC236}">
                    <a16:creationId xmlns:a16="http://schemas.microsoft.com/office/drawing/2014/main" id="{DE3AB8E9-768A-C0C8-4493-8D53CF805827}"/>
                  </a:ext>
                </a:extLst>
              </p:cNvPr>
              <p:cNvSpPr/>
              <p:nvPr/>
            </p:nvSpPr>
            <p:spPr>
              <a:xfrm>
                <a:off x="4190659"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202" name="Freeform: Shape 11201">
                <a:extLst>
                  <a:ext uri="{FF2B5EF4-FFF2-40B4-BE49-F238E27FC236}">
                    <a16:creationId xmlns:a16="http://schemas.microsoft.com/office/drawing/2014/main" id="{CE163B06-73C4-E0B7-98DE-555ABCBB06D3}"/>
                  </a:ext>
                </a:extLst>
              </p:cNvPr>
              <p:cNvSpPr/>
              <p:nvPr/>
            </p:nvSpPr>
            <p:spPr>
              <a:xfrm>
                <a:off x="4190659"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203" name="Freeform: Shape 11202">
                <a:extLst>
                  <a:ext uri="{FF2B5EF4-FFF2-40B4-BE49-F238E27FC236}">
                    <a16:creationId xmlns:a16="http://schemas.microsoft.com/office/drawing/2014/main" id="{D5D69BFF-6029-7316-26E0-69435E9A7F74}"/>
                  </a:ext>
                </a:extLst>
              </p:cNvPr>
              <p:cNvSpPr/>
              <p:nvPr/>
            </p:nvSpPr>
            <p:spPr>
              <a:xfrm>
                <a:off x="4190659"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204" name="Freeform: Shape 11203">
                <a:extLst>
                  <a:ext uri="{FF2B5EF4-FFF2-40B4-BE49-F238E27FC236}">
                    <a16:creationId xmlns:a16="http://schemas.microsoft.com/office/drawing/2014/main" id="{DA1BE8AD-6BD5-44CF-2CFA-C372020637F2}"/>
                  </a:ext>
                </a:extLst>
              </p:cNvPr>
              <p:cNvSpPr/>
              <p:nvPr/>
            </p:nvSpPr>
            <p:spPr>
              <a:xfrm>
                <a:off x="4190659"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205" name="Freeform: Shape 11204">
                <a:extLst>
                  <a:ext uri="{FF2B5EF4-FFF2-40B4-BE49-F238E27FC236}">
                    <a16:creationId xmlns:a16="http://schemas.microsoft.com/office/drawing/2014/main" id="{063BE90A-4C1E-C727-1D54-7F275B39BEEF}"/>
                  </a:ext>
                </a:extLst>
              </p:cNvPr>
              <p:cNvSpPr/>
              <p:nvPr/>
            </p:nvSpPr>
            <p:spPr>
              <a:xfrm>
                <a:off x="4190659"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206" name="Freeform: Shape 11205">
                <a:extLst>
                  <a:ext uri="{FF2B5EF4-FFF2-40B4-BE49-F238E27FC236}">
                    <a16:creationId xmlns:a16="http://schemas.microsoft.com/office/drawing/2014/main" id="{880A6011-AB4D-9ECB-1F4D-FE4B6DFD1B02}"/>
                  </a:ext>
                </a:extLst>
              </p:cNvPr>
              <p:cNvSpPr/>
              <p:nvPr/>
            </p:nvSpPr>
            <p:spPr>
              <a:xfrm>
                <a:off x="4190659"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E48"/>
              </a:solidFill>
              <a:ln w="2679" cap="rnd">
                <a:solidFill>
                  <a:srgbClr val="999999"/>
                </a:solidFill>
                <a:prstDash val="solid"/>
                <a:round/>
              </a:ln>
            </p:spPr>
            <p:txBody>
              <a:bodyPr/>
              <a:lstStyle/>
              <a:p>
                <a:endParaRPr lang="en-US" sz="1701"/>
              </a:p>
            </p:txBody>
          </p:sp>
          <p:sp>
            <p:nvSpPr>
              <p:cNvPr id="11207" name="Freeform: Shape 11206">
                <a:extLst>
                  <a:ext uri="{FF2B5EF4-FFF2-40B4-BE49-F238E27FC236}">
                    <a16:creationId xmlns:a16="http://schemas.microsoft.com/office/drawing/2014/main" id="{AE4840E1-8DAF-E956-D9FA-FCE0E814F55E}"/>
                  </a:ext>
                </a:extLst>
              </p:cNvPr>
              <p:cNvSpPr/>
              <p:nvPr/>
            </p:nvSpPr>
            <p:spPr>
              <a:xfrm>
                <a:off x="4190659"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08" name="Freeform: Shape 11207">
                <a:extLst>
                  <a:ext uri="{FF2B5EF4-FFF2-40B4-BE49-F238E27FC236}">
                    <a16:creationId xmlns:a16="http://schemas.microsoft.com/office/drawing/2014/main" id="{E8B2BD03-F709-46E4-A1BD-64AE25D97615}"/>
                  </a:ext>
                </a:extLst>
              </p:cNvPr>
              <p:cNvSpPr/>
              <p:nvPr/>
            </p:nvSpPr>
            <p:spPr>
              <a:xfrm>
                <a:off x="4190659"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209" name="Freeform: Shape 11208">
                <a:extLst>
                  <a:ext uri="{FF2B5EF4-FFF2-40B4-BE49-F238E27FC236}">
                    <a16:creationId xmlns:a16="http://schemas.microsoft.com/office/drawing/2014/main" id="{9D031D1F-F09B-9250-2FD8-ADC3A5FC06AA}"/>
                  </a:ext>
                </a:extLst>
              </p:cNvPr>
              <p:cNvSpPr/>
              <p:nvPr/>
            </p:nvSpPr>
            <p:spPr>
              <a:xfrm>
                <a:off x="4190659"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210" name="Freeform: Shape 11209">
                <a:extLst>
                  <a:ext uri="{FF2B5EF4-FFF2-40B4-BE49-F238E27FC236}">
                    <a16:creationId xmlns:a16="http://schemas.microsoft.com/office/drawing/2014/main" id="{0B6DAC5C-BB96-1E68-32A4-6B8595F25923}"/>
                  </a:ext>
                </a:extLst>
              </p:cNvPr>
              <p:cNvSpPr/>
              <p:nvPr/>
            </p:nvSpPr>
            <p:spPr>
              <a:xfrm>
                <a:off x="4190659"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11" name="Freeform: Shape 11210">
                <a:extLst>
                  <a:ext uri="{FF2B5EF4-FFF2-40B4-BE49-F238E27FC236}">
                    <a16:creationId xmlns:a16="http://schemas.microsoft.com/office/drawing/2014/main" id="{170F7184-161C-EA0C-576F-1F2F63121A9C}"/>
                  </a:ext>
                </a:extLst>
              </p:cNvPr>
              <p:cNvSpPr/>
              <p:nvPr/>
            </p:nvSpPr>
            <p:spPr>
              <a:xfrm>
                <a:off x="4190659"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212" name="Freeform: Shape 11211">
                <a:extLst>
                  <a:ext uri="{FF2B5EF4-FFF2-40B4-BE49-F238E27FC236}">
                    <a16:creationId xmlns:a16="http://schemas.microsoft.com/office/drawing/2014/main" id="{536D82C4-E189-042F-325C-C9B2E3E7310E}"/>
                  </a:ext>
                </a:extLst>
              </p:cNvPr>
              <p:cNvSpPr/>
              <p:nvPr/>
            </p:nvSpPr>
            <p:spPr>
              <a:xfrm>
                <a:off x="4190659"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13" name="Freeform: Shape 11212">
                <a:extLst>
                  <a:ext uri="{FF2B5EF4-FFF2-40B4-BE49-F238E27FC236}">
                    <a16:creationId xmlns:a16="http://schemas.microsoft.com/office/drawing/2014/main" id="{F8E6C98E-BB23-8E4E-8B20-ADBBA99CBBE1}"/>
                  </a:ext>
                </a:extLst>
              </p:cNvPr>
              <p:cNvSpPr/>
              <p:nvPr/>
            </p:nvSpPr>
            <p:spPr>
              <a:xfrm>
                <a:off x="4190659"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214" name="Freeform: Shape 11213">
                <a:extLst>
                  <a:ext uri="{FF2B5EF4-FFF2-40B4-BE49-F238E27FC236}">
                    <a16:creationId xmlns:a16="http://schemas.microsoft.com/office/drawing/2014/main" id="{36C2C13B-DB38-B4F3-ACE6-E43E0016B86D}"/>
                  </a:ext>
                </a:extLst>
              </p:cNvPr>
              <p:cNvSpPr/>
              <p:nvPr/>
            </p:nvSpPr>
            <p:spPr>
              <a:xfrm>
                <a:off x="4190659"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215" name="Freeform: Shape 11214">
                <a:extLst>
                  <a:ext uri="{FF2B5EF4-FFF2-40B4-BE49-F238E27FC236}">
                    <a16:creationId xmlns:a16="http://schemas.microsoft.com/office/drawing/2014/main" id="{F311ED03-6480-01D2-776A-88AE3DBA4A9B}"/>
                  </a:ext>
                </a:extLst>
              </p:cNvPr>
              <p:cNvSpPr/>
              <p:nvPr/>
            </p:nvSpPr>
            <p:spPr>
              <a:xfrm>
                <a:off x="4190659"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216" name="Freeform: Shape 11215">
                <a:extLst>
                  <a:ext uri="{FF2B5EF4-FFF2-40B4-BE49-F238E27FC236}">
                    <a16:creationId xmlns:a16="http://schemas.microsoft.com/office/drawing/2014/main" id="{A8018959-8A75-ADE2-E4A7-A7CDE739437C}"/>
                  </a:ext>
                </a:extLst>
              </p:cNvPr>
              <p:cNvSpPr/>
              <p:nvPr/>
            </p:nvSpPr>
            <p:spPr>
              <a:xfrm>
                <a:off x="4190659"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217" name="Freeform: Shape 11216">
                <a:extLst>
                  <a:ext uri="{FF2B5EF4-FFF2-40B4-BE49-F238E27FC236}">
                    <a16:creationId xmlns:a16="http://schemas.microsoft.com/office/drawing/2014/main" id="{6B5291F5-1A17-DF21-AFC1-28AB35C7D468}"/>
                  </a:ext>
                </a:extLst>
              </p:cNvPr>
              <p:cNvSpPr/>
              <p:nvPr/>
            </p:nvSpPr>
            <p:spPr>
              <a:xfrm>
                <a:off x="4190659"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18" name="Freeform: Shape 11217">
                <a:extLst>
                  <a:ext uri="{FF2B5EF4-FFF2-40B4-BE49-F238E27FC236}">
                    <a16:creationId xmlns:a16="http://schemas.microsoft.com/office/drawing/2014/main" id="{90DB6C2F-AD19-573F-F549-3CD097FB7586}"/>
                  </a:ext>
                </a:extLst>
              </p:cNvPr>
              <p:cNvSpPr/>
              <p:nvPr/>
            </p:nvSpPr>
            <p:spPr>
              <a:xfrm>
                <a:off x="4190659"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19" name="Freeform: Shape 11218">
                <a:extLst>
                  <a:ext uri="{FF2B5EF4-FFF2-40B4-BE49-F238E27FC236}">
                    <a16:creationId xmlns:a16="http://schemas.microsoft.com/office/drawing/2014/main" id="{E6207201-1B08-D92A-8F66-B032315C6A7B}"/>
                  </a:ext>
                </a:extLst>
              </p:cNvPr>
              <p:cNvSpPr/>
              <p:nvPr/>
            </p:nvSpPr>
            <p:spPr>
              <a:xfrm>
                <a:off x="4190659"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220" name="Freeform: Shape 11219">
                <a:extLst>
                  <a:ext uri="{FF2B5EF4-FFF2-40B4-BE49-F238E27FC236}">
                    <a16:creationId xmlns:a16="http://schemas.microsoft.com/office/drawing/2014/main" id="{A12AB741-04CB-2360-617F-C83B65B081E9}"/>
                  </a:ext>
                </a:extLst>
              </p:cNvPr>
              <p:cNvSpPr/>
              <p:nvPr/>
            </p:nvSpPr>
            <p:spPr>
              <a:xfrm>
                <a:off x="4190659"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21" name="Freeform: Shape 11220">
                <a:extLst>
                  <a:ext uri="{FF2B5EF4-FFF2-40B4-BE49-F238E27FC236}">
                    <a16:creationId xmlns:a16="http://schemas.microsoft.com/office/drawing/2014/main" id="{D251E7D3-59DE-2F4E-9F3A-9C128E38C72A}"/>
                  </a:ext>
                </a:extLst>
              </p:cNvPr>
              <p:cNvSpPr/>
              <p:nvPr/>
            </p:nvSpPr>
            <p:spPr>
              <a:xfrm>
                <a:off x="4190659"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222" name="Freeform: Shape 11221">
                <a:extLst>
                  <a:ext uri="{FF2B5EF4-FFF2-40B4-BE49-F238E27FC236}">
                    <a16:creationId xmlns:a16="http://schemas.microsoft.com/office/drawing/2014/main" id="{EB9A4443-DA35-9F56-CA71-19F308FB185F}"/>
                  </a:ext>
                </a:extLst>
              </p:cNvPr>
              <p:cNvSpPr/>
              <p:nvPr/>
            </p:nvSpPr>
            <p:spPr>
              <a:xfrm>
                <a:off x="4190659"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223" name="Freeform: Shape 11222">
                <a:extLst>
                  <a:ext uri="{FF2B5EF4-FFF2-40B4-BE49-F238E27FC236}">
                    <a16:creationId xmlns:a16="http://schemas.microsoft.com/office/drawing/2014/main" id="{CF9F390F-D87E-E12E-AEC4-F1BB6B89502F}"/>
                  </a:ext>
                </a:extLst>
              </p:cNvPr>
              <p:cNvSpPr/>
              <p:nvPr/>
            </p:nvSpPr>
            <p:spPr>
              <a:xfrm>
                <a:off x="4190659"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24" name="Freeform: Shape 11223">
                <a:extLst>
                  <a:ext uri="{FF2B5EF4-FFF2-40B4-BE49-F238E27FC236}">
                    <a16:creationId xmlns:a16="http://schemas.microsoft.com/office/drawing/2014/main" id="{985D2248-949F-93D1-BA6C-A39218803EC8}"/>
                  </a:ext>
                </a:extLst>
              </p:cNvPr>
              <p:cNvSpPr/>
              <p:nvPr/>
            </p:nvSpPr>
            <p:spPr>
              <a:xfrm>
                <a:off x="4190659"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225" name="Freeform: Shape 11224">
                <a:extLst>
                  <a:ext uri="{FF2B5EF4-FFF2-40B4-BE49-F238E27FC236}">
                    <a16:creationId xmlns:a16="http://schemas.microsoft.com/office/drawing/2014/main" id="{016C70F8-DBC7-FFAC-2A71-40365BA5D034}"/>
                  </a:ext>
                </a:extLst>
              </p:cNvPr>
              <p:cNvSpPr/>
              <p:nvPr/>
            </p:nvSpPr>
            <p:spPr>
              <a:xfrm>
                <a:off x="4190659"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226" name="Freeform: Shape 11225">
                <a:extLst>
                  <a:ext uri="{FF2B5EF4-FFF2-40B4-BE49-F238E27FC236}">
                    <a16:creationId xmlns:a16="http://schemas.microsoft.com/office/drawing/2014/main" id="{416C4FF0-65E5-2879-0661-CE8960F19620}"/>
                  </a:ext>
                </a:extLst>
              </p:cNvPr>
              <p:cNvSpPr/>
              <p:nvPr/>
            </p:nvSpPr>
            <p:spPr>
              <a:xfrm>
                <a:off x="4252974"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8300"/>
              </a:solidFill>
              <a:ln w="2679" cap="rnd">
                <a:solidFill>
                  <a:srgbClr val="999999"/>
                </a:solidFill>
                <a:prstDash val="solid"/>
                <a:round/>
              </a:ln>
            </p:spPr>
            <p:txBody>
              <a:bodyPr/>
              <a:lstStyle/>
              <a:p>
                <a:endParaRPr lang="en-US" sz="1701"/>
              </a:p>
            </p:txBody>
          </p:sp>
          <p:sp>
            <p:nvSpPr>
              <p:cNvPr id="11227" name="Freeform: Shape 11226">
                <a:extLst>
                  <a:ext uri="{FF2B5EF4-FFF2-40B4-BE49-F238E27FC236}">
                    <a16:creationId xmlns:a16="http://schemas.microsoft.com/office/drawing/2014/main" id="{EAB45C3B-BAEA-BD09-78FC-9194FACCEC81}"/>
                  </a:ext>
                </a:extLst>
              </p:cNvPr>
              <p:cNvSpPr/>
              <p:nvPr/>
            </p:nvSpPr>
            <p:spPr>
              <a:xfrm>
                <a:off x="4252974"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228" name="Freeform: Shape 11227">
                <a:extLst>
                  <a:ext uri="{FF2B5EF4-FFF2-40B4-BE49-F238E27FC236}">
                    <a16:creationId xmlns:a16="http://schemas.microsoft.com/office/drawing/2014/main" id="{FECE3AE9-35C0-D7D2-63CA-D76E3B52EE6E}"/>
                  </a:ext>
                </a:extLst>
              </p:cNvPr>
              <p:cNvSpPr/>
              <p:nvPr/>
            </p:nvSpPr>
            <p:spPr>
              <a:xfrm>
                <a:off x="4252974"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29" name="Freeform: Shape 11228">
                <a:extLst>
                  <a:ext uri="{FF2B5EF4-FFF2-40B4-BE49-F238E27FC236}">
                    <a16:creationId xmlns:a16="http://schemas.microsoft.com/office/drawing/2014/main" id="{9436B6C9-D9E6-6E8B-BAE4-4154DEFD1E46}"/>
                  </a:ext>
                </a:extLst>
              </p:cNvPr>
              <p:cNvSpPr/>
              <p:nvPr/>
            </p:nvSpPr>
            <p:spPr>
              <a:xfrm>
                <a:off x="4252974"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30" name="Freeform: Shape 11229">
                <a:extLst>
                  <a:ext uri="{FF2B5EF4-FFF2-40B4-BE49-F238E27FC236}">
                    <a16:creationId xmlns:a16="http://schemas.microsoft.com/office/drawing/2014/main" id="{71F2132C-C115-A84F-118F-1D04C1274DCB}"/>
                  </a:ext>
                </a:extLst>
              </p:cNvPr>
              <p:cNvSpPr/>
              <p:nvPr/>
            </p:nvSpPr>
            <p:spPr>
              <a:xfrm>
                <a:off x="4252974"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31" name="Freeform: Shape 11230">
                <a:extLst>
                  <a:ext uri="{FF2B5EF4-FFF2-40B4-BE49-F238E27FC236}">
                    <a16:creationId xmlns:a16="http://schemas.microsoft.com/office/drawing/2014/main" id="{DE70E32A-F929-1669-4998-9D4114ECCD38}"/>
                  </a:ext>
                </a:extLst>
              </p:cNvPr>
              <p:cNvSpPr/>
              <p:nvPr/>
            </p:nvSpPr>
            <p:spPr>
              <a:xfrm>
                <a:off x="4252974"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32" name="Freeform: Shape 11231">
                <a:extLst>
                  <a:ext uri="{FF2B5EF4-FFF2-40B4-BE49-F238E27FC236}">
                    <a16:creationId xmlns:a16="http://schemas.microsoft.com/office/drawing/2014/main" id="{B239A5A3-8AFD-63DE-AC96-FD271F507C53}"/>
                  </a:ext>
                </a:extLst>
              </p:cNvPr>
              <p:cNvSpPr/>
              <p:nvPr/>
            </p:nvSpPr>
            <p:spPr>
              <a:xfrm>
                <a:off x="4252974"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233" name="Freeform: Shape 11232">
                <a:extLst>
                  <a:ext uri="{FF2B5EF4-FFF2-40B4-BE49-F238E27FC236}">
                    <a16:creationId xmlns:a16="http://schemas.microsoft.com/office/drawing/2014/main" id="{FD9F52F1-3D0E-4A02-5F6C-CFFC3B8BC420}"/>
                  </a:ext>
                </a:extLst>
              </p:cNvPr>
              <p:cNvSpPr/>
              <p:nvPr/>
            </p:nvSpPr>
            <p:spPr>
              <a:xfrm>
                <a:off x="4252974"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34" name="Freeform: Shape 11233">
                <a:extLst>
                  <a:ext uri="{FF2B5EF4-FFF2-40B4-BE49-F238E27FC236}">
                    <a16:creationId xmlns:a16="http://schemas.microsoft.com/office/drawing/2014/main" id="{091AE03A-8EC0-9E33-B3D5-758D7B999E51}"/>
                  </a:ext>
                </a:extLst>
              </p:cNvPr>
              <p:cNvSpPr/>
              <p:nvPr/>
            </p:nvSpPr>
            <p:spPr>
              <a:xfrm>
                <a:off x="4252974"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235" name="Freeform: Shape 11234">
                <a:extLst>
                  <a:ext uri="{FF2B5EF4-FFF2-40B4-BE49-F238E27FC236}">
                    <a16:creationId xmlns:a16="http://schemas.microsoft.com/office/drawing/2014/main" id="{60EC1957-D054-6CA0-FF37-65753B94FBE7}"/>
                  </a:ext>
                </a:extLst>
              </p:cNvPr>
              <p:cNvSpPr/>
              <p:nvPr/>
            </p:nvSpPr>
            <p:spPr>
              <a:xfrm>
                <a:off x="4252974"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236" name="Freeform: Shape 11235">
                <a:extLst>
                  <a:ext uri="{FF2B5EF4-FFF2-40B4-BE49-F238E27FC236}">
                    <a16:creationId xmlns:a16="http://schemas.microsoft.com/office/drawing/2014/main" id="{AC973CC8-105A-F982-6E48-990BA0BF7959}"/>
                  </a:ext>
                </a:extLst>
              </p:cNvPr>
              <p:cNvSpPr/>
              <p:nvPr/>
            </p:nvSpPr>
            <p:spPr>
              <a:xfrm>
                <a:off x="4252974"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237" name="Freeform: Shape 11236">
                <a:extLst>
                  <a:ext uri="{FF2B5EF4-FFF2-40B4-BE49-F238E27FC236}">
                    <a16:creationId xmlns:a16="http://schemas.microsoft.com/office/drawing/2014/main" id="{4D5D16D8-E969-78CE-0364-F8B8ECB8BC45}"/>
                  </a:ext>
                </a:extLst>
              </p:cNvPr>
              <p:cNvSpPr/>
              <p:nvPr/>
            </p:nvSpPr>
            <p:spPr>
              <a:xfrm>
                <a:off x="4252974"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238" name="Freeform: Shape 11237">
                <a:extLst>
                  <a:ext uri="{FF2B5EF4-FFF2-40B4-BE49-F238E27FC236}">
                    <a16:creationId xmlns:a16="http://schemas.microsoft.com/office/drawing/2014/main" id="{AD59F19C-EE87-6CC4-FBDE-B4CC8FBC1DBA}"/>
                  </a:ext>
                </a:extLst>
              </p:cNvPr>
              <p:cNvSpPr/>
              <p:nvPr/>
            </p:nvSpPr>
            <p:spPr>
              <a:xfrm>
                <a:off x="4252974"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39" name="Freeform: Shape 11238">
                <a:extLst>
                  <a:ext uri="{FF2B5EF4-FFF2-40B4-BE49-F238E27FC236}">
                    <a16:creationId xmlns:a16="http://schemas.microsoft.com/office/drawing/2014/main" id="{2D90B821-D46C-D5B6-01BC-50228EE59AD2}"/>
                  </a:ext>
                </a:extLst>
              </p:cNvPr>
              <p:cNvSpPr/>
              <p:nvPr/>
            </p:nvSpPr>
            <p:spPr>
              <a:xfrm>
                <a:off x="4252974"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939"/>
              </a:solidFill>
              <a:ln w="2679" cap="rnd">
                <a:solidFill>
                  <a:srgbClr val="999999"/>
                </a:solidFill>
                <a:prstDash val="solid"/>
                <a:round/>
              </a:ln>
            </p:spPr>
            <p:txBody>
              <a:bodyPr/>
              <a:lstStyle/>
              <a:p>
                <a:endParaRPr lang="en-US" sz="1701"/>
              </a:p>
            </p:txBody>
          </p:sp>
          <p:sp>
            <p:nvSpPr>
              <p:cNvPr id="11240" name="Freeform: Shape 11239">
                <a:extLst>
                  <a:ext uri="{FF2B5EF4-FFF2-40B4-BE49-F238E27FC236}">
                    <a16:creationId xmlns:a16="http://schemas.microsoft.com/office/drawing/2014/main" id="{50817FD9-5FEE-2C25-9044-8CC2C3BEBB6A}"/>
                  </a:ext>
                </a:extLst>
              </p:cNvPr>
              <p:cNvSpPr/>
              <p:nvPr/>
            </p:nvSpPr>
            <p:spPr>
              <a:xfrm>
                <a:off x="4252974"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41" name="Freeform: Shape 11240">
                <a:extLst>
                  <a:ext uri="{FF2B5EF4-FFF2-40B4-BE49-F238E27FC236}">
                    <a16:creationId xmlns:a16="http://schemas.microsoft.com/office/drawing/2014/main" id="{CDE8EF49-F115-C89B-A1AE-3CB91A349EC7}"/>
                  </a:ext>
                </a:extLst>
              </p:cNvPr>
              <p:cNvSpPr/>
              <p:nvPr/>
            </p:nvSpPr>
            <p:spPr>
              <a:xfrm>
                <a:off x="4252974"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242" name="Freeform: Shape 11241">
                <a:extLst>
                  <a:ext uri="{FF2B5EF4-FFF2-40B4-BE49-F238E27FC236}">
                    <a16:creationId xmlns:a16="http://schemas.microsoft.com/office/drawing/2014/main" id="{A0DB8594-29CA-1A49-690E-BC1687742DAC}"/>
                  </a:ext>
                </a:extLst>
              </p:cNvPr>
              <p:cNvSpPr/>
              <p:nvPr/>
            </p:nvSpPr>
            <p:spPr>
              <a:xfrm>
                <a:off x="4252974"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43" name="Freeform: Shape 11242">
                <a:extLst>
                  <a:ext uri="{FF2B5EF4-FFF2-40B4-BE49-F238E27FC236}">
                    <a16:creationId xmlns:a16="http://schemas.microsoft.com/office/drawing/2014/main" id="{FDEAC705-5A61-5C2C-00AC-041F17246ACE}"/>
                  </a:ext>
                </a:extLst>
              </p:cNvPr>
              <p:cNvSpPr/>
              <p:nvPr/>
            </p:nvSpPr>
            <p:spPr>
              <a:xfrm>
                <a:off x="4252974"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244" name="Freeform: Shape 11243">
                <a:extLst>
                  <a:ext uri="{FF2B5EF4-FFF2-40B4-BE49-F238E27FC236}">
                    <a16:creationId xmlns:a16="http://schemas.microsoft.com/office/drawing/2014/main" id="{4BD7F076-7798-980A-8394-B43F47CAC572}"/>
                  </a:ext>
                </a:extLst>
              </p:cNvPr>
              <p:cNvSpPr/>
              <p:nvPr/>
            </p:nvSpPr>
            <p:spPr>
              <a:xfrm>
                <a:off x="4252974"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45" name="Freeform: Shape 11244">
                <a:extLst>
                  <a:ext uri="{FF2B5EF4-FFF2-40B4-BE49-F238E27FC236}">
                    <a16:creationId xmlns:a16="http://schemas.microsoft.com/office/drawing/2014/main" id="{0E92F8B7-E760-9E2E-B3BA-8CFA19048B89}"/>
                  </a:ext>
                </a:extLst>
              </p:cNvPr>
              <p:cNvSpPr/>
              <p:nvPr/>
            </p:nvSpPr>
            <p:spPr>
              <a:xfrm>
                <a:off x="4252974"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246" name="Freeform: Shape 11245">
                <a:extLst>
                  <a:ext uri="{FF2B5EF4-FFF2-40B4-BE49-F238E27FC236}">
                    <a16:creationId xmlns:a16="http://schemas.microsoft.com/office/drawing/2014/main" id="{4BBF3804-D7B0-3B4F-0280-AC1A844AB42C}"/>
                  </a:ext>
                </a:extLst>
              </p:cNvPr>
              <p:cNvSpPr/>
              <p:nvPr/>
            </p:nvSpPr>
            <p:spPr>
              <a:xfrm>
                <a:off x="4252974"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247" name="Freeform: Shape 11246">
                <a:extLst>
                  <a:ext uri="{FF2B5EF4-FFF2-40B4-BE49-F238E27FC236}">
                    <a16:creationId xmlns:a16="http://schemas.microsoft.com/office/drawing/2014/main" id="{ED23C111-0387-EC25-81FC-3D4B9858606A}"/>
                  </a:ext>
                </a:extLst>
              </p:cNvPr>
              <p:cNvSpPr/>
              <p:nvPr/>
            </p:nvSpPr>
            <p:spPr>
              <a:xfrm>
                <a:off x="4252974"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248" name="Freeform: Shape 11247">
                <a:extLst>
                  <a:ext uri="{FF2B5EF4-FFF2-40B4-BE49-F238E27FC236}">
                    <a16:creationId xmlns:a16="http://schemas.microsoft.com/office/drawing/2014/main" id="{CE8868FA-EE96-E4B6-04B8-44018DB0E2F1}"/>
                  </a:ext>
                </a:extLst>
              </p:cNvPr>
              <p:cNvSpPr/>
              <p:nvPr/>
            </p:nvSpPr>
            <p:spPr>
              <a:xfrm>
                <a:off x="4252974"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49" name="Freeform: Shape 11248">
                <a:extLst>
                  <a:ext uri="{FF2B5EF4-FFF2-40B4-BE49-F238E27FC236}">
                    <a16:creationId xmlns:a16="http://schemas.microsoft.com/office/drawing/2014/main" id="{9C3F2D4A-B7B4-14E7-475B-9AC0F999CBE1}"/>
                  </a:ext>
                </a:extLst>
              </p:cNvPr>
              <p:cNvSpPr/>
              <p:nvPr/>
            </p:nvSpPr>
            <p:spPr>
              <a:xfrm>
                <a:off x="4252974"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50" name="Freeform: Shape 11249">
                <a:extLst>
                  <a:ext uri="{FF2B5EF4-FFF2-40B4-BE49-F238E27FC236}">
                    <a16:creationId xmlns:a16="http://schemas.microsoft.com/office/drawing/2014/main" id="{4BDFA368-45D3-110A-7348-D92809C9CE81}"/>
                  </a:ext>
                </a:extLst>
              </p:cNvPr>
              <p:cNvSpPr/>
              <p:nvPr/>
            </p:nvSpPr>
            <p:spPr>
              <a:xfrm>
                <a:off x="4252974"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251" name="Freeform: Shape 11250">
                <a:extLst>
                  <a:ext uri="{FF2B5EF4-FFF2-40B4-BE49-F238E27FC236}">
                    <a16:creationId xmlns:a16="http://schemas.microsoft.com/office/drawing/2014/main" id="{3F2CC6AB-9D08-E10B-B393-5818F840466B}"/>
                  </a:ext>
                </a:extLst>
              </p:cNvPr>
              <p:cNvSpPr/>
              <p:nvPr/>
            </p:nvSpPr>
            <p:spPr>
              <a:xfrm>
                <a:off x="4252974"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252" name="Freeform: Shape 11251">
                <a:extLst>
                  <a:ext uri="{FF2B5EF4-FFF2-40B4-BE49-F238E27FC236}">
                    <a16:creationId xmlns:a16="http://schemas.microsoft.com/office/drawing/2014/main" id="{96B9D227-6FC4-6C91-0C3F-0B024E8122D4}"/>
                  </a:ext>
                </a:extLst>
              </p:cNvPr>
              <p:cNvSpPr/>
              <p:nvPr/>
            </p:nvSpPr>
            <p:spPr>
              <a:xfrm>
                <a:off x="4252974"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253" name="Freeform: Shape 11252">
                <a:extLst>
                  <a:ext uri="{FF2B5EF4-FFF2-40B4-BE49-F238E27FC236}">
                    <a16:creationId xmlns:a16="http://schemas.microsoft.com/office/drawing/2014/main" id="{DBCE26ED-E126-FEE7-6A16-24BCA6C6AF2B}"/>
                  </a:ext>
                </a:extLst>
              </p:cNvPr>
              <p:cNvSpPr/>
              <p:nvPr/>
            </p:nvSpPr>
            <p:spPr>
              <a:xfrm>
                <a:off x="4315211"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4600"/>
              </a:solidFill>
              <a:ln w="2679" cap="rnd">
                <a:solidFill>
                  <a:srgbClr val="999999"/>
                </a:solidFill>
                <a:prstDash val="solid"/>
                <a:round/>
              </a:ln>
            </p:spPr>
            <p:txBody>
              <a:bodyPr/>
              <a:lstStyle/>
              <a:p>
                <a:endParaRPr lang="en-US" sz="1701"/>
              </a:p>
            </p:txBody>
          </p:sp>
          <p:sp>
            <p:nvSpPr>
              <p:cNvPr id="11254" name="Freeform: Shape 11253">
                <a:extLst>
                  <a:ext uri="{FF2B5EF4-FFF2-40B4-BE49-F238E27FC236}">
                    <a16:creationId xmlns:a16="http://schemas.microsoft.com/office/drawing/2014/main" id="{8C1DDD63-E2CC-A91A-7590-A16F7D515B49}"/>
                  </a:ext>
                </a:extLst>
              </p:cNvPr>
              <p:cNvSpPr/>
              <p:nvPr/>
            </p:nvSpPr>
            <p:spPr>
              <a:xfrm>
                <a:off x="4315211"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55" name="Freeform: Shape 11254">
                <a:extLst>
                  <a:ext uri="{FF2B5EF4-FFF2-40B4-BE49-F238E27FC236}">
                    <a16:creationId xmlns:a16="http://schemas.microsoft.com/office/drawing/2014/main" id="{00AD8868-E8BE-513F-62BF-DFB2280635A2}"/>
                  </a:ext>
                </a:extLst>
              </p:cNvPr>
              <p:cNvSpPr/>
              <p:nvPr/>
            </p:nvSpPr>
            <p:spPr>
              <a:xfrm>
                <a:off x="4315211"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256" name="Freeform: Shape 11255">
                <a:extLst>
                  <a:ext uri="{FF2B5EF4-FFF2-40B4-BE49-F238E27FC236}">
                    <a16:creationId xmlns:a16="http://schemas.microsoft.com/office/drawing/2014/main" id="{6E23BA5E-242C-75FA-D68E-BAA7F539B175}"/>
                  </a:ext>
                </a:extLst>
              </p:cNvPr>
              <p:cNvSpPr/>
              <p:nvPr/>
            </p:nvSpPr>
            <p:spPr>
              <a:xfrm>
                <a:off x="4315211"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57" name="Freeform: Shape 11256">
                <a:extLst>
                  <a:ext uri="{FF2B5EF4-FFF2-40B4-BE49-F238E27FC236}">
                    <a16:creationId xmlns:a16="http://schemas.microsoft.com/office/drawing/2014/main" id="{748D90A7-A931-A7F2-D7C0-D5B49FC63E66}"/>
                  </a:ext>
                </a:extLst>
              </p:cNvPr>
              <p:cNvSpPr/>
              <p:nvPr/>
            </p:nvSpPr>
            <p:spPr>
              <a:xfrm>
                <a:off x="4315211"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58" name="Freeform: Shape 11257">
                <a:extLst>
                  <a:ext uri="{FF2B5EF4-FFF2-40B4-BE49-F238E27FC236}">
                    <a16:creationId xmlns:a16="http://schemas.microsoft.com/office/drawing/2014/main" id="{E45FA72C-355C-43CF-2245-2F2787FAC1BC}"/>
                  </a:ext>
                </a:extLst>
              </p:cNvPr>
              <p:cNvSpPr/>
              <p:nvPr/>
            </p:nvSpPr>
            <p:spPr>
              <a:xfrm>
                <a:off x="4315211"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59" name="Freeform: Shape 11258">
                <a:extLst>
                  <a:ext uri="{FF2B5EF4-FFF2-40B4-BE49-F238E27FC236}">
                    <a16:creationId xmlns:a16="http://schemas.microsoft.com/office/drawing/2014/main" id="{8E9CDD7B-70A5-590E-E29A-19D835097603}"/>
                  </a:ext>
                </a:extLst>
              </p:cNvPr>
              <p:cNvSpPr/>
              <p:nvPr/>
            </p:nvSpPr>
            <p:spPr>
              <a:xfrm>
                <a:off x="4315211"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60" name="Freeform: Shape 11259">
                <a:extLst>
                  <a:ext uri="{FF2B5EF4-FFF2-40B4-BE49-F238E27FC236}">
                    <a16:creationId xmlns:a16="http://schemas.microsoft.com/office/drawing/2014/main" id="{1546FC68-A770-7EED-3788-4918AF37BA07}"/>
                  </a:ext>
                </a:extLst>
              </p:cNvPr>
              <p:cNvSpPr/>
              <p:nvPr/>
            </p:nvSpPr>
            <p:spPr>
              <a:xfrm>
                <a:off x="4315211"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61" name="Freeform: Shape 11260">
                <a:extLst>
                  <a:ext uri="{FF2B5EF4-FFF2-40B4-BE49-F238E27FC236}">
                    <a16:creationId xmlns:a16="http://schemas.microsoft.com/office/drawing/2014/main" id="{C3C8D2BB-9A34-5E2E-A961-D546AB8D278A}"/>
                  </a:ext>
                </a:extLst>
              </p:cNvPr>
              <p:cNvSpPr/>
              <p:nvPr/>
            </p:nvSpPr>
            <p:spPr>
              <a:xfrm>
                <a:off x="4315211"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62" name="Freeform: Shape 11261">
                <a:extLst>
                  <a:ext uri="{FF2B5EF4-FFF2-40B4-BE49-F238E27FC236}">
                    <a16:creationId xmlns:a16="http://schemas.microsoft.com/office/drawing/2014/main" id="{63FFD0B2-EB92-32CC-1A2D-FB88F29087C2}"/>
                  </a:ext>
                </a:extLst>
              </p:cNvPr>
              <p:cNvSpPr/>
              <p:nvPr/>
            </p:nvSpPr>
            <p:spPr>
              <a:xfrm>
                <a:off x="4315211"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263" name="Freeform: Shape 11262">
                <a:extLst>
                  <a:ext uri="{FF2B5EF4-FFF2-40B4-BE49-F238E27FC236}">
                    <a16:creationId xmlns:a16="http://schemas.microsoft.com/office/drawing/2014/main" id="{963CD755-9E05-3DEF-9452-3A98E1815D60}"/>
                  </a:ext>
                </a:extLst>
              </p:cNvPr>
              <p:cNvSpPr/>
              <p:nvPr/>
            </p:nvSpPr>
            <p:spPr>
              <a:xfrm>
                <a:off x="4315211"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64" name="Freeform: Shape 11263">
                <a:extLst>
                  <a:ext uri="{FF2B5EF4-FFF2-40B4-BE49-F238E27FC236}">
                    <a16:creationId xmlns:a16="http://schemas.microsoft.com/office/drawing/2014/main" id="{BCE3ADFD-71F9-8105-A999-28E1A8D94A12}"/>
                  </a:ext>
                </a:extLst>
              </p:cNvPr>
              <p:cNvSpPr/>
              <p:nvPr/>
            </p:nvSpPr>
            <p:spPr>
              <a:xfrm>
                <a:off x="4315211"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265" name="Freeform: Shape 11264">
                <a:extLst>
                  <a:ext uri="{FF2B5EF4-FFF2-40B4-BE49-F238E27FC236}">
                    <a16:creationId xmlns:a16="http://schemas.microsoft.com/office/drawing/2014/main" id="{49290B0C-E929-57AB-E0CD-26C080BECD78}"/>
                  </a:ext>
                </a:extLst>
              </p:cNvPr>
              <p:cNvSpPr/>
              <p:nvPr/>
            </p:nvSpPr>
            <p:spPr>
              <a:xfrm>
                <a:off x="4315211"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66" name="Freeform: Shape 11265">
                <a:extLst>
                  <a:ext uri="{FF2B5EF4-FFF2-40B4-BE49-F238E27FC236}">
                    <a16:creationId xmlns:a16="http://schemas.microsoft.com/office/drawing/2014/main" id="{CA7319D0-02DF-F336-B775-61F866CA7D39}"/>
                  </a:ext>
                </a:extLst>
              </p:cNvPr>
              <p:cNvSpPr/>
              <p:nvPr/>
            </p:nvSpPr>
            <p:spPr>
              <a:xfrm>
                <a:off x="4315211"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267" name="Freeform: Shape 11266">
                <a:extLst>
                  <a:ext uri="{FF2B5EF4-FFF2-40B4-BE49-F238E27FC236}">
                    <a16:creationId xmlns:a16="http://schemas.microsoft.com/office/drawing/2014/main" id="{84DE9397-C4BA-EBFB-EBB4-12D5ABD1D3E4}"/>
                  </a:ext>
                </a:extLst>
              </p:cNvPr>
              <p:cNvSpPr/>
              <p:nvPr/>
            </p:nvSpPr>
            <p:spPr>
              <a:xfrm>
                <a:off x="4315211"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68" name="Freeform: Shape 11267">
                <a:extLst>
                  <a:ext uri="{FF2B5EF4-FFF2-40B4-BE49-F238E27FC236}">
                    <a16:creationId xmlns:a16="http://schemas.microsoft.com/office/drawing/2014/main" id="{139EF2A7-14A3-7B98-A1D9-BB64FF02E606}"/>
                  </a:ext>
                </a:extLst>
              </p:cNvPr>
              <p:cNvSpPr/>
              <p:nvPr/>
            </p:nvSpPr>
            <p:spPr>
              <a:xfrm>
                <a:off x="4315211"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269" name="Freeform: Shape 11268">
                <a:extLst>
                  <a:ext uri="{FF2B5EF4-FFF2-40B4-BE49-F238E27FC236}">
                    <a16:creationId xmlns:a16="http://schemas.microsoft.com/office/drawing/2014/main" id="{DFB167C1-3472-E415-BA7E-AF52721A0F63}"/>
                  </a:ext>
                </a:extLst>
              </p:cNvPr>
              <p:cNvSpPr/>
              <p:nvPr/>
            </p:nvSpPr>
            <p:spPr>
              <a:xfrm>
                <a:off x="4315211"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270" name="Freeform: Shape 11269">
                <a:extLst>
                  <a:ext uri="{FF2B5EF4-FFF2-40B4-BE49-F238E27FC236}">
                    <a16:creationId xmlns:a16="http://schemas.microsoft.com/office/drawing/2014/main" id="{45C70651-A7E9-B757-8FA7-BE628A4D3432}"/>
                  </a:ext>
                </a:extLst>
              </p:cNvPr>
              <p:cNvSpPr/>
              <p:nvPr/>
            </p:nvSpPr>
            <p:spPr>
              <a:xfrm>
                <a:off x="4315211"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71" name="Freeform: Shape 11270">
                <a:extLst>
                  <a:ext uri="{FF2B5EF4-FFF2-40B4-BE49-F238E27FC236}">
                    <a16:creationId xmlns:a16="http://schemas.microsoft.com/office/drawing/2014/main" id="{89B479B8-6876-6FDA-3E40-65AC0EF83CF0}"/>
                  </a:ext>
                </a:extLst>
              </p:cNvPr>
              <p:cNvSpPr/>
              <p:nvPr/>
            </p:nvSpPr>
            <p:spPr>
              <a:xfrm>
                <a:off x="4315211"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72" name="Freeform: Shape 11271">
                <a:extLst>
                  <a:ext uri="{FF2B5EF4-FFF2-40B4-BE49-F238E27FC236}">
                    <a16:creationId xmlns:a16="http://schemas.microsoft.com/office/drawing/2014/main" id="{A8F9C727-4E34-A618-F8E3-37F0620AFE87}"/>
                  </a:ext>
                </a:extLst>
              </p:cNvPr>
              <p:cNvSpPr/>
              <p:nvPr/>
            </p:nvSpPr>
            <p:spPr>
              <a:xfrm>
                <a:off x="4315211"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73" name="Freeform: Shape 11272">
                <a:extLst>
                  <a:ext uri="{FF2B5EF4-FFF2-40B4-BE49-F238E27FC236}">
                    <a16:creationId xmlns:a16="http://schemas.microsoft.com/office/drawing/2014/main" id="{A2B1D1C7-5C19-B244-4A58-2E999721D12E}"/>
                  </a:ext>
                </a:extLst>
              </p:cNvPr>
              <p:cNvSpPr/>
              <p:nvPr/>
            </p:nvSpPr>
            <p:spPr>
              <a:xfrm>
                <a:off x="4315211"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74" name="Freeform: Shape 11273">
                <a:extLst>
                  <a:ext uri="{FF2B5EF4-FFF2-40B4-BE49-F238E27FC236}">
                    <a16:creationId xmlns:a16="http://schemas.microsoft.com/office/drawing/2014/main" id="{C92BDDF1-CE35-8D50-C9E9-2FD0340A93C0}"/>
                  </a:ext>
                </a:extLst>
              </p:cNvPr>
              <p:cNvSpPr/>
              <p:nvPr/>
            </p:nvSpPr>
            <p:spPr>
              <a:xfrm>
                <a:off x="4315211"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275" name="Freeform: Shape 11274">
                <a:extLst>
                  <a:ext uri="{FF2B5EF4-FFF2-40B4-BE49-F238E27FC236}">
                    <a16:creationId xmlns:a16="http://schemas.microsoft.com/office/drawing/2014/main" id="{4FAB1212-B987-0B5C-470A-74B66FCF52C7}"/>
                  </a:ext>
                </a:extLst>
              </p:cNvPr>
              <p:cNvSpPr/>
              <p:nvPr/>
            </p:nvSpPr>
            <p:spPr>
              <a:xfrm>
                <a:off x="4315211"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276" name="Freeform: Shape 11275">
                <a:extLst>
                  <a:ext uri="{FF2B5EF4-FFF2-40B4-BE49-F238E27FC236}">
                    <a16:creationId xmlns:a16="http://schemas.microsoft.com/office/drawing/2014/main" id="{AAB4C0D2-F0E4-748F-573D-B4627A77A1E5}"/>
                  </a:ext>
                </a:extLst>
              </p:cNvPr>
              <p:cNvSpPr/>
              <p:nvPr/>
            </p:nvSpPr>
            <p:spPr>
              <a:xfrm>
                <a:off x="4315211"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77" name="Freeform: Shape 11276">
                <a:extLst>
                  <a:ext uri="{FF2B5EF4-FFF2-40B4-BE49-F238E27FC236}">
                    <a16:creationId xmlns:a16="http://schemas.microsoft.com/office/drawing/2014/main" id="{5A09CB60-8C7C-35B1-F4E6-15107F6175B6}"/>
                  </a:ext>
                </a:extLst>
              </p:cNvPr>
              <p:cNvSpPr/>
              <p:nvPr/>
            </p:nvSpPr>
            <p:spPr>
              <a:xfrm>
                <a:off x="4315211"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F77"/>
              </a:solidFill>
              <a:ln w="2679" cap="rnd">
                <a:solidFill>
                  <a:srgbClr val="999999"/>
                </a:solidFill>
                <a:prstDash val="solid"/>
                <a:round/>
              </a:ln>
            </p:spPr>
            <p:txBody>
              <a:bodyPr/>
              <a:lstStyle/>
              <a:p>
                <a:endParaRPr lang="en-US" sz="1701"/>
              </a:p>
            </p:txBody>
          </p:sp>
          <p:sp>
            <p:nvSpPr>
              <p:cNvPr id="11278" name="Freeform: Shape 11277">
                <a:extLst>
                  <a:ext uri="{FF2B5EF4-FFF2-40B4-BE49-F238E27FC236}">
                    <a16:creationId xmlns:a16="http://schemas.microsoft.com/office/drawing/2014/main" id="{2F1DD195-302F-5579-B1C6-C11E1493B05E}"/>
                  </a:ext>
                </a:extLst>
              </p:cNvPr>
              <p:cNvSpPr/>
              <p:nvPr/>
            </p:nvSpPr>
            <p:spPr>
              <a:xfrm>
                <a:off x="4315211"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279" name="Freeform: Shape 11278">
                <a:extLst>
                  <a:ext uri="{FF2B5EF4-FFF2-40B4-BE49-F238E27FC236}">
                    <a16:creationId xmlns:a16="http://schemas.microsoft.com/office/drawing/2014/main" id="{4E2D8546-250E-E421-430D-4EFF18A66D07}"/>
                  </a:ext>
                </a:extLst>
              </p:cNvPr>
              <p:cNvSpPr/>
              <p:nvPr/>
            </p:nvSpPr>
            <p:spPr>
              <a:xfrm>
                <a:off x="4315211"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280" name="Freeform: Shape 11279">
                <a:extLst>
                  <a:ext uri="{FF2B5EF4-FFF2-40B4-BE49-F238E27FC236}">
                    <a16:creationId xmlns:a16="http://schemas.microsoft.com/office/drawing/2014/main" id="{DF7BC38E-B887-4F21-30AC-0FBDF722C99A}"/>
                  </a:ext>
                </a:extLst>
              </p:cNvPr>
              <p:cNvSpPr/>
              <p:nvPr/>
            </p:nvSpPr>
            <p:spPr>
              <a:xfrm>
                <a:off x="4377526"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2800"/>
              </a:solidFill>
              <a:ln w="2679" cap="rnd">
                <a:solidFill>
                  <a:srgbClr val="999999"/>
                </a:solidFill>
                <a:prstDash val="solid"/>
                <a:round/>
              </a:ln>
            </p:spPr>
            <p:txBody>
              <a:bodyPr/>
              <a:lstStyle/>
              <a:p>
                <a:endParaRPr lang="en-US" sz="1701"/>
              </a:p>
            </p:txBody>
          </p:sp>
          <p:sp>
            <p:nvSpPr>
              <p:cNvPr id="11281" name="Freeform: Shape 11280">
                <a:extLst>
                  <a:ext uri="{FF2B5EF4-FFF2-40B4-BE49-F238E27FC236}">
                    <a16:creationId xmlns:a16="http://schemas.microsoft.com/office/drawing/2014/main" id="{4791DCD1-28EC-B4AF-BF14-52FD47582DEA}"/>
                  </a:ext>
                </a:extLst>
              </p:cNvPr>
              <p:cNvSpPr/>
              <p:nvPr/>
            </p:nvSpPr>
            <p:spPr>
              <a:xfrm>
                <a:off x="4377526"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82" name="Freeform: Shape 11281">
                <a:extLst>
                  <a:ext uri="{FF2B5EF4-FFF2-40B4-BE49-F238E27FC236}">
                    <a16:creationId xmlns:a16="http://schemas.microsoft.com/office/drawing/2014/main" id="{1B8C2139-8EFF-047F-D47C-A7CB69DD206A}"/>
                  </a:ext>
                </a:extLst>
              </p:cNvPr>
              <p:cNvSpPr/>
              <p:nvPr/>
            </p:nvSpPr>
            <p:spPr>
              <a:xfrm>
                <a:off x="4377526"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83" name="Freeform: Shape 11282">
                <a:extLst>
                  <a:ext uri="{FF2B5EF4-FFF2-40B4-BE49-F238E27FC236}">
                    <a16:creationId xmlns:a16="http://schemas.microsoft.com/office/drawing/2014/main" id="{2040E8F0-FB2B-406E-1D95-6695C66B1C2F}"/>
                  </a:ext>
                </a:extLst>
              </p:cNvPr>
              <p:cNvSpPr/>
              <p:nvPr/>
            </p:nvSpPr>
            <p:spPr>
              <a:xfrm>
                <a:off x="4377526"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84" name="Freeform: Shape 11283">
                <a:extLst>
                  <a:ext uri="{FF2B5EF4-FFF2-40B4-BE49-F238E27FC236}">
                    <a16:creationId xmlns:a16="http://schemas.microsoft.com/office/drawing/2014/main" id="{26B974E3-F756-D877-4D82-8A62E2C4F397}"/>
                  </a:ext>
                </a:extLst>
              </p:cNvPr>
              <p:cNvSpPr/>
              <p:nvPr/>
            </p:nvSpPr>
            <p:spPr>
              <a:xfrm>
                <a:off x="4377526"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285" name="Freeform: Shape 11284">
                <a:extLst>
                  <a:ext uri="{FF2B5EF4-FFF2-40B4-BE49-F238E27FC236}">
                    <a16:creationId xmlns:a16="http://schemas.microsoft.com/office/drawing/2014/main" id="{992189D8-456B-20A9-1BD2-8CD905357B7A}"/>
                  </a:ext>
                </a:extLst>
              </p:cNvPr>
              <p:cNvSpPr/>
              <p:nvPr/>
            </p:nvSpPr>
            <p:spPr>
              <a:xfrm>
                <a:off x="4377526"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86" name="Freeform: Shape 11285">
                <a:extLst>
                  <a:ext uri="{FF2B5EF4-FFF2-40B4-BE49-F238E27FC236}">
                    <a16:creationId xmlns:a16="http://schemas.microsoft.com/office/drawing/2014/main" id="{E16B854B-FD56-D205-CBDE-1995C3A8AA1B}"/>
                  </a:ext>
                </a:extLst>
              </p:cNvPr>
              <p:cNvSpPr/>
              <p:nvPr/>
            </p:nvSpPr>
            <p:spPr>
              <a:xfrm>
                <a:off x="4377526"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87" name="Freeform: Shape 11286">
                <a:extLst>
                  <a:ext uri="{FF2B5EF4-FFF2-40B4-BE49-F238E27FC236}">
                    <a16:creationId xmlns:a16="http://schemas.microsoft.com/office/drawing/2014/main" id="{7299BB6B-CF1C-68F5-1623-F5AC88ADC72F}"/>
                  </a:ext>
                </a:extLst>
              </p:cNvPr>
              <p:cNvSpPr/>
              <p:nvPr/>
            </p:nvSpPr>
            <p:spPr>
              <a:xfrm>
                <a:off x="4377526"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88" name="Freeform: Shape 11287">
                <a:extLst>
                  <a:ext uri="{FF2B5EF4-FFF2-40B4-BE49-F238E27FC236}">
                    <a16:creationId xmlns:a16="http://schemas.microsoft.com/office/drawing/2014/main" id="{D9300CE7-A615-84BF-9B4F-70156638A35C}"/>
                  </a:ext>
                </a:extLst>
              </p:cNvPr>
              <p:cNvSpPr/>
              <p:nvPr/>
            </p:nvSpPr>
            <p:spPr>
              <a:xfrm>
                <a:off x="4377526"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487"/>
              </a:solidFill>
              <a:ln w="2679" cap="rnd">
                <a:solidFill>
                  <a:srgbClr val="999999"/>
                </a:solidFill>
                <a:prstDash val="solid"/>
                <a:round/>
              </a:ln>
            </p:spPr>
            <p:txBody>
              <a:bodyPr/>
              <a:lstStyle/>
              <a:p>
                <a:endParaRPr lang="en-US" sz="1701"/>
              </a:p>
            </p:txBody>
          </p:sp>
          <p:sp>
            <p:nvSpPr>
              <p:cNvPr id="11289" name="Freeform: Shape 11288">
                <a:extLst>
                  <a:ext uri="{FF2B5EF4-FFF2-40B4-BE49-F238E27FC236}">
                    <a16:creationId xmlns:a16="http://schemas.microsoft.com/office/drawing/2014/main" id="{AEE112AB-D7D1-0A3E-E3A8-DEC36005AA2E}"/>
                  </a:ext>
                </a:extLst>
              </p:cNvPr>
              <p:cNvSpPr/>
              <p:nvPr/>
            </p:nvSpPr>
            <p:spPr>
              <a:xfrm>
                <a:off x="4377526"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0" name="Freeform: Shape 11289">
                <a:extLst>
                  <a:ext uri="{FF2B5EF4-FFF2-40B4-BE49-F238E27FC236}">
                    <a16:creationId xmlns:a16="http://schemas.microsoft.com/office/drawing/2014/main" id="{08BC3D2C-97D2-2804-3F9B-5E3C1E3BC215}"/>
                  </a:ext>
                </a:extLst>
              </p:cNvPr>
              <p:cNvSpPr/>
              <p:nvPr/>
            </p:nvSpPr>
            <p:spPr>
              <a:xfrm>
                <a:off x="4377526"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1" name="Freeform: Shape 11290">
                <a:extLst>
                  <a:ext uri="{FF2B5EF4-FFF2-40B4-BE49-F238E27FC236}">
                    <a16:creationId xmlns:a16="http://schemas.microsoft.com/office/drawing/2014/main" id="{D46FFA12-CB54-4DA2-696D-C4074F40F77A}"/>
                  </a:ext>
                </a:extLst>
              </p:cNvPr>
              <p:cNvSpPr/>
              <p:nvPr/>
            </p:nvSpPr>
            <p:spPr>
              <a:xfrm>
                <a:off x="4377526"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2" name="Freeform: Shape 11291">
                <a:extLst>
                  <a:ext uri="{FF2B5EF4-FFF2-40B4-BE49-F238E27FC236}">
                    <a16:creationId xmlns:a16="http://schemas.microsoft.com/office/drawing/2014/main" id="{5B109D4B-39E3-F877-68AA-50FAE87C5AC3}"/>
                  </a:ext>
                </a:extLst>
              </p:cNvPr>
              <p:cNvSpPr/>
              <p:nvPr/>
            </p:nvSpPr>
            <p:spPr>
              <a:xfrm>
                <a:off x="4377526"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3" name="Freeform: Shape 11292">
                <a:extLst>
                  <a:ext uri="{FF2B5EF4-FFF2-40B4-BE49-F238E27FC236}">
                    <a16:creationId xmlns:a16="http://schemas.microsoft.com/office/drawing/2014/main" id="{D2569850-A0C5-EF0B-ECA1-278D728D2F55}"/>
                  </a:ext>
                </a:extLst>
              </p:cNvPr>
              <p:cNvSpPr/>
              <p:nvPr/>
            </p:nvSpPr>
            <p:spPr>
              <a:xfrm>
                <a:off x="4377526"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4" name="Freeform: Shape 11293">
                <a:extLst>
                  <a:ext uri="{FF2B5EF4-FFF2-40B4-BE49-F238E27FC236}">
                    <a16:creationId xmlns:a16="http://schemas.microsoft.com/office/drawing/2014/main" id="{0D70D722-882F-50A9-60FD-8932BEA3E6C9}"/>
                  </a:ext>
                </a:extLst>
              </p:cNvPr>
              <p:cNvSpPr/>
              <p:nvPr/>
            </p:nvSpPr>
            <p:spPr>
              <a:xfrm>
                <a:off x="4377526"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5" name="Freeform: Shape 11294">
                <a:extLst>
                  <a:ext uri="{FF2B5EF4-FFF2-40B4-BE49-F238E27FC236}">
                    <a16:creationId xmlns:a16="http://schemas.microsoft.com/office/drawing/2014/main" id="{557B1C16-4396-C3E7-090A-B74F29B1EF4F}"/>
                  </a:ext>
                </a:extLst>
              </p:cNvPr>
              <p:cNvSpPr/>
              <p:nvPr/>
            </p:nvSpPr>
            <p:spPr>
              <a:xfrm>
                <a:off x="4377526"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6" name="Freeform: Shape 11295">
                <a:extLst>
                  <a:ext uri="{FF2B5EF4-FFF2-40B4-BE49-F238E27FC236}">
                    <a16:creationId xmlns:a16="http://schemas.microsoft.com/office/drawing/2014/main" id="{5AA2C978-B5E4-F1C4-8857-6D0DD340CEE8}"/>
                  </a:ext>
                </a:extLst>
              </p:cNvPr>
              <p:cNvSpPr/>
              <p:nvPr/>
            </p:nvSpPr>
            <p:spPr>
              <a:xfrm>
                <a:off x="4377526"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7" name="Freeform: Shape 11296">
                <a:extLst>
                  <a:ext uri="{FF2B5EF4-FFF2-40B4-BE49-F238E27FC236}">
                    <a16:creationId xmlns:a16="http://schemas.microsoft.com/office/drawing/2014/main" id="{37F115DD-9197-64DA-E1C5-75EFC2B035BF}"/>
                  </a:ext>
                </a:extLst>
              </p:cNvPr>
              <p:cNvSpPr/>
              <p:nvPr/>
            </p:nvSpPr>
            <p:spPr>
              <a:xfrm>
                <a:off x="4377526"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298" name="Freeform: Shape 11297">
                <a:extLst>
                  <a:ext uri="{FF2B5EF4-FFF2-40B4-BE49-F238E27FC236}">
                    <a16:creationId xmlns:a16="http://schemas.microsoft.com/office/drawing/2014/main" id="{AAF830FB-94E4-E434-9FC4-2BCD27258679}"/>
                  </a:ext>
                </a:extLst>
              </p:cNvPr>
              <p:cNvSpPr/>
              <p:nvPr/>
            </p:nvSpPr>
            <p:spPr>
              <a:xfrm>
                <a:off x="4377526"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299" name="Freeform: Shape 11298">
                <a:extLst>
                  <a:ext uri="{FF2B5EF4-FFF2-40B4-BE49-F238E27FC236}">
                    <a16:creationId xmlns:a16="http://schemas.microsoft.com/office/drawing/2014/main" id="{ADE71C02-2CA9-1164-CE0F-F7290E480407}"/>
                  </a:ext>
                </a:extLst>
              </p:cNvPr>
              <p:cNvSpPr/>
              <p:nvPr/>
            </p:nvSpPr>
            <p:spPr>
              <a:xfrm>
                <a:off x="4377526"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00" name="Freeform: Shape 11299">
                <a:extLst>
                  <a:ext uri="{FF2B5EF4-FFF2-40B4-BE49-F238E27FC236}">
                    <a16:creationId xmlns:a16="http://schemas.microsoft.com/office/drawing/2014/main" id="{B27AEE29-C84B-2391-9449-A4D1CE78B190}"/>
                  </a:ext>
                </a:extLst>
              </p:cNvPr>
              <p:cNvSpPr/>
              <p:nvPr/>
            </p:nvSpPr>
            <p:spPr>
              <a:xfrm>
                <a:off x="4377526"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301" name="Freeform: Shape 11300">
                <a:extLst>
                  <a:ext uri="{FF2B5EF4-FFF2-40B4-BE49-F238E27FC236}">
                    <a16:creationId xmlns:a16="http://schemas.microsoft.com/office/drawing/2014/main" id="{6ADB2FB9-4FC6-4CD8-4BCD-707D90D30E3F}"/>
                  </a:ext>
                </a:extLst>
              </p:cNvPr>
              <p:cNvSpPr/>
              <p:nvPr/>
            </p:nvSpPr>
            <p:spPr>
              <a:xfrm>
                <a:off x="4377526"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02" name="Freeform: Shape 11301">
                <a:extLst>
                  <a:ext uri="{FF2B5EF4-FFF2-40B4-BE49-F238E27FC236}">
                    <a16:creationId xmlns:a16="http://schemas.microsoft.com/office/drawing/2014/main" id="{E88D23A4-8D90-BC00-48D9-2ECE73588E06}"/>
                  </a:ext>
                </a:extLst>
              </p:cNvPr>
              <p:cNvSpPr/>
              <p:nvPr/>
            </p:nvSpPr>
            <p:spPr>
              <a:xfrm>
                <a:off x="4377526"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03" name="Freeform: Shape 11302">
                <a:extLst>
                  <a:ext uri="{FF2B5EF4-FFF2-40B4-BE49-F238E27FC236}">
                    <a16:creationId xmlns:a16="http://schemas.microsoft.com/office/drawing/2014/main" id="{33D1700E-795B-8B71-40A6-2B90F77E0795}"/>
                  </a:ext>
                </a:extLst>
              </p:cNvPr>
              <p:cNvSpPr/>
              <p:nvPr/>
            </p:nvSpPr>
            <p:spPr>
              <a:xfrm>
                <a:off x="4377526"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04" name="Freeform: Shape 11303">
                <a:extLst>
                  <a:ext uri="{FF2B5EF4-FFF2-40B4-BE49-F238E27FC236}">
                    <a16:creationId xmlns:a16="http://schemas.microsoft.com/office/drawing/2014/main" id="{20D7D7B8-9576-9084-5F08-A99EC3CFAAEC}"/>
                  </a:ext>
                </a:extLst>
              </p:cNvPr>
              <p:cNvSpPr/>
              <p:nvPr/>
            </p:nvSpPr>
            <p:spPr>
              <a:xfrm>
                <a:off x="4377526"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05" name="Freeform: Shape 11304">
                <a:extLst>
                  <a:ext uri="{FF2B5EF4-FFF2-40B4-BE49-F238E27FC236}">
                    <a16:creationId xmlns:a16="http://schemas.microsoft.com/office/drawing/2014/main" id="{ED02A659-1BBF-1996-DB56-F8FE23CBA61A}"/>
                  </a:ext>
                </a:extLst>
              </p:cNvPr>
              <p:cNvSpPr/>
              <p:nvPr/>
            </p:nvSpPr>
            <p:spPr>
              <a:xfrm>
                <a:off x="4377526"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06" name="Freeform: Shape 11305">
                <a:extLst>
                  <a:ext uri="{FF2B5EF4-FFF2-40B4-BE49-F238E27FC236}">
                    <a16:creationId xmlns:a16="http://schemas.microsoft.com/office/drawing/2014/main" id="{D7031E9B-D3B5-F7CA-CD8A-3A227BA73BEB}"/>
                  </a:ext>
                </a:extLst>
              </p:cNvPr>
              <p:cNvSpPr/>
              <p:nvPr/>
            </p:nvSpPr>
            <p:spPr>
              <a:xfrm>
                <a:off x="4377526"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07" name="Freeform: Shape 11306">
                <a:extLst>
                  <a:ext uri="{FF2B5EF4-FFF2-40B4-BE49-F238E27FC236}">
                    <a16:creationId xmlns:a16="http://schemas.microsoft.com/office/drawing/2014/main" id="{EF4FCBAB-62CD-07E6-042D-2DB421894623}"/>
                  </a:ext>
                </a:extLst>
              </p:cNvPr>
              <p:cNvSpPr/>
              <p:nvPr/>
            </p:nvSpPr>
            <p:spPr>
              <a:xfrm>
                <a:off x="4439763"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3C00"/>
              </a:solidFill>
              <a:ln w="2679" cap="rnd">
                <a:solidFill>
                  <a:srgbClr val="999999"/>
                </a:solidFill>
                <a:prstDash val="solid"/>
                <a:round/>
              </a:ln>
            </p:spPr>
            <p:txBody>
              <a:bodyPr/>
              <a:lstStyle/>
              <a:p>
                <a:endParaRPr lang="en-US" sz="1701"/>
              </a:p>
            </p:txBody>
          </p:sp>
          <p:sp>
            <p:nvSpPr>
              <p:cNvPr id="11308" name="Freeform: Shape 11307">
                <a:extLst>
                  <a:ext uri="{FF2B5EF4-FFF2-40B4-BE49-F238E27FC236}">
                    <a16:creationId xmlns:a16="http://schemas.microsoft.com/office/drawing/2014/main" id="{6070A463-33F0-4BAB-F933-BE0EA00A7641}"/>
                  </a:ext>
                </a:extLst>
              </p:cNvPr>
              <p:cNvSpPr/>
              <p:nvPr/>
            </p:nvSpPr>
            <p:spPr>
              <a:xfrm>
                <a:off x="4439763"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09" name="Freeform: Shape 11308">
                <a:extLst>
                  <a:ext uri="{FF2B5EF4-FFF2-40B4-BE49-F238E27FC236}">
                    <a16:creationId xmlns:a16="http://schemas.microsoft.com/office/drawing/2014/main" id="{40D4A9D2-2E92-3C37-C5F1-2920A3805F64}"/>
                  </a:ext>
                </a:extLst>
              </p:cNvPr>
              <p:cNvSpPr/>
              <p:nvPr/>
            </p:nvSpPr>
            <p:spPr>
              <a:xfrm>
                <a:off x="4439763"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10" name="Freeform: Shape 11309">
                <a:extLst>
                  <a:ext uri="{FF2B5EF4-FFF2-40B4-BE49-F238E27FC236}">
                    <a16:creationId xmlns:a16="http://schemas.microsoft.com/office/drawing/2014/main" id="{11E4A8D7-0247-4E50-C993-8E9F1C3516F8}"/>
                  </a:ext>
                </a:extLst>
              </p:cNvPr>
              <p:cNvSpPr/>
              <p:nvPr/>
            </p:nvSpPr>
            <p:spPr>
              <a:xfrm>
                <a:off x="4439763"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11" name="Freeform: Shape 11310">
                <a:extLst>
                  <a:ext uri="{FF2B5EF4-FFF2-40B4-BE49-F238E27FC236}">
                    <a16:creationId xmlns:a16="http://schemas.microsoft.com/office/drawing/2014/main" id="{F04CF6BF-2943-3E70-838D-6E67AB7ED438}"/>
                  </a:ext>
                </a:extLst>
              </p:cNvPr>
              <p:cNvSpPr/>
              <p:nvPr/>
            </p:nvSpPr>
            <p:spPr>
              <a:xfrm>
                <a:off x="4439763"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487"/>
              </a:solidFill>
              <a:ln w="2679" cap="rnd">
                <a:solidFill>
                  <a:srgbClr val="999999"/>
                </a:solidFill>
                <a:prstDash val="solid"/>
                <a:round/>
              </a:ln>
            </p:spPr>
            <p:txBody>
              <a:bodyPr/>
              <a:lstStyle/>
              <a:p>
                <a:endParaRPr lang="en-US" sz="1701"/>
              </a:p>
            </p:txBody>
          </p:sp>
          <p:sp>
            <p:nvSpPr>
              <p:cNvPr id="11312" name="Freeform: Shape 11311">
                <a:extLst>
                  <a:ext uri="{FF2B5EF4-FFF2-40B4-BE49-F238E27FC236}">
                    <a16:creationId xmlns:a16="http://schemas.microsoft.com/office/drawing/2014/main" id="{71D03D75-8239-40D2-2ADD-AB30575145BD}"/>
                  </a:ext>
                </a:extLst>
              </p:cNvPr>
              <p:cNvSpPr/>
              <p:nvPr/>
            </p:nvSpPr>
            <p:spPr>
              <a:xfrm>
                <a:off x="4439763"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13" name="Freeform: Shape 11312">
                <a:extLst>
                  <a:ext uri="{FF2B5EF4-FFF2-40B4-BE49-F238E27FC236}">
                    <a16:creationId xmlns:a16="http://schemas.microsoft.com/office/drawing/2014/main" id="{A167F5F8-F9F2-6125-4618-B966A00741B5}"/>
                  </a:ext>
                </a:extLst>
              </p:cNvPr>
              <p:cNvSpPr/>
              <p:nvPr/>
            </p:nvSpPr>
            <p:spPr>
              <a:xfrm>
                <a:off x="4439763"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314" name="Freeform: Shape 11313">
                <a:extLst>
                  <a:ext uri="{FF2B5EF4-FFF2-40B4-BE49-F238E27FC236}">
                    <a16:creationId xmlns:a16="http://schemas.microsoft.com/office/drawing/2014/main" id="{DE1F75C3-74DF-0B38-217B-616CC767D562}"/>
                  </a:ext>
                </a:extLst>
              </p:cNvPr>
              <p:cNvSpPr/>
              <p:nvPr/>
            </p:nvSpPr>
            <p:spPr>
              <a:xfrm>
                <a:off x="4439763"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15" name="Freeform: Shape 11314">
                <a:extLst>
                  <a:ext uri="{FF2B5EF4-FFF2-40B4-BE49-F238E27FC236}">
                    <a16:creationId xmlns:a16="http://schemas.microsoft.com/office/drawing/2014/main" id="{3CF154D6-0FBA-FCC5-56E9-B630534AD8A0}"/>
                  </a:ext>
                </a:extLst>
              </p:cNvPr>
              <p:cNvSpPr/>
              <p:nvPr/>
            </p:nvSpPr>
            <p:spPr>
              <a:xfrm>
                <a:off x="4439763"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316" name="Freeform: Shape 11315">
                <a:extLst>
                  <a:ext uri="{FF2B5EF4-FFF2-40B4-BE49-F238E27FC236}">
                    <a16:creationId xmlns:a16="http://schemas.microsoft.com/office/drawing/2014/main" id="{6B38387D-2FDC-32AE-F38C-29EBAFD3607F}"/>
                  </a:ext>
                </a:extLst>
              </p:cNvPr>
              <p:cNvSpPr/>
              <p:nvPr/>
            </p:nvSpPr>
            <p:spPr>
              <a:xfrm>
                <a:off x="4439763"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317" name="Freeform: Shape 11316">
                <a:extLst>
                  <a:ext uri="{FF2B5EF4-FFF2-40B4-BE49-F238E27FC236}">
                    <a16:creationId xmlns:a16="http://schemas.microsoft.com/office/drawing/2014/main" id="{0B971F94-49CE-D140-4EFE-0A4D3003CEBD}"/>
                  </a:ext>
                </a:extLst>
              </p:cNvPr>
              <p:cNvSpPr/>
              <p:nvPr/>
            </p:nvSpPr>
            <p:spPr>
              <a:xfrm>
                <a:off x="4439763"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18" name="Freeform: Shape 11317">
                <a:extLst>
                  <a:ext uri="{FF2B5EF4-FFF2-40B4-BE49-F238E27FC236}">
                    <a16:creationId xmlns:a16="http://schemas.microsoft.com/office/drawing/2014/main" id="{A99A221E-053D-412F-4F87-1A2B16D28DA9}"/>
                  </a:ext>
                </a:extLst>
              </p:cNvPr>
              <p:cNvSpPr/>
              <p:nvPr/>
            </p:nvSpPr>
            <p:spPr>
              <a:xfrm>
                <a:off x="4439763"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319" name="Freeform: Shape 11318">
                <a:extLst>
                  <a:ext uri="{FF2B5EF4-FFF2-40B4-BE49-F238E27FC236}">
                    <a16:creationId xmlns:a16="http://schemas.microsoft.com/office/drawing/2014/main" id="{DB270676-62EC-304A-1B80-F4E93B937FFD}"/>
                  </a:ext>
                </a:extLst>
              </p:cNvPr>
              <p:cNvSpPr/>
              <p:nvPr/>
            </p:nvSpPr>
            <p:spPr>
              <a:xfrm>
                <a:off x="4439763"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320" name="Freeform: Shape 11319">
                <a:extLst>
                  <a:ext uri="{FF2B5EF4-FFF2-40B4-BE49-F238E27FC236}">
                    <a16:creationId xmlns:a16="http://schemas.microsoft.com/office/drawing/2014/main" id="{5A5EF591-723A-2775-5359-7B4825830EA1}"/>
                  </a:ext>
                </a:extLst>
              </p:cNvPr>
              <p:cNvSpPr/>
              <p:nvPr/>
            </p:nvSpPr>
            <p:spPr>
              <a:xfrm>
                <a:off x="4439763"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21" name="Freeform: Shape 11320">
                <a:extLst>
                  <a:ext uri="{FF2B5EF4-FFF2-40B4-BE49-F238E27FC236}">
                    <a16:creationId xmlns:a16="http://schemas.microsoft.com/office/drawing/2014/main" id="{D8E32FCA-E1B5-6CD1-189B-CC7810B19853}"/>
                  </a:ext>
                </a:extLst>
              </p:cNvPr>
              <p:cNvSpPr/>
              <p:nvPr/>
            </p:nvSpPr>
            <p:spPr>
              <a:xfrm>
                <a:off x="4439763"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22" name="Freeform: Shape 11321">
                <a:extLst>
                  <a:ext uri="{FF2B5EF4-FFF2-40B4-BE49-F238E27FC236}">
                    <a16:creationId xmlns:a16="http://schemas.microsoft.com/office/drawing/2014/main" id="{DCCFA240-27E6-2051-9C7F-A7B839BEFCAF}"/>
                  </a:ext>
                </a:extLst>
              </p:cNvPr>
              <p:cNvSpPr/>
              <p:nvPr/>
            </p:nvSpPr>
            <p:spPr>
              <a:xfrm>
                <a:off x="4439763"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23" name="Freeform: Shape 11322">
                <a:extLst>
                  <a:ext uri="{FF2B5EF4-FFF2-40B4-BE49-F238E27FC236}">
                    <a16:creationId xmlns:a16="http://schemas.microsoft.com/office/drawing/2014/main" id="{C6466699-28E3-0087-6E49-853E06B48259}"/>
                  </a:ext>
                </a:extLst>
              </p:cNvPr>
              <p:cNvSpPr/>
              <p:nvPr/>
            </p:nvSpPr>
            <p:spPr>
              <a:xfrm>
                <a:off x="4439763"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324" name="Freeform: Shape 11323">
                <a:extLst>
                  <a:ext uri="{FF2B5EF4-FFF2-40B4-BE49-F238E27FC236}">
                    <a16:creationId xmlns:a16="http://schemas.microsoft.com/office/drawing/2014/main" id="{66A207AA-51E2-E0CE-DD93-5571FE4960A0}"/>
                  </a:ext>
                </a:extLst>
              </p:cNvPr>
              <p:cNvSpPr/>
              <p:nvPr/>
            </p:nvSpPr>
            <p:spPr>
              <a:xfrm>
                <a:off x="4439763"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25" name="Freeform: Shape 11324">
                <a:extLst>
                  <a:ext uri="{FF2B5EF4-FFF2-40B4-BE49-F238E27FC236}">
                    <a16:creationId xmlns:a16="http://schemas.microsoft.com/office/drawing/2014/main" id="{387D9AE1-CE68-0286-AB25-110DBD74D06C}"/>
                  </a:ext>
                </a:extLst>
              </p:cNvPr>
              <p:cNvSpPr/>
              <p:nvPr/>
            </p:nvSpPr>
            <p:spPr>
              <a:xfrm>
                <a:off x="4439763"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326" name="Freeform: Shape 11325">
                <a:extLst>
                  <a:ext uri="{FF2B5EF4-FFF2-40B4-BE49-F238E27FC236}">
                    <a16:creationId xmlns:a16="http://schemas.microsoft.com/office/drawing/2014/main" id="{81EB4536-5922-0854-EA1C-D6D06DB728B8}"/>
                  </a:ext>
                </a:extLst>
              </p:cNvPr>
              <p:cNvSpPr/>
              <p:nvPr/>
            </p:nvSpPr>
            <p:spPr>
              <a:xfrm>
                <a:off x="4439763"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27" name="Freeform: Shape 11326">
                <a:extLst>
                  <a:ext uri="{FF2B5EF4-FFF2-40B4-BE49-F238E27FC236}">
                    <a16:creationId xmlns:a16="http://schemas.microsoft.com/office/drawing/2014/main" id="{6D6513B3-0B1F-357A-C9F8-E97B2588D6D1}"/>
                  </a:ext>
                </a:extLst>
              </p:cNvPr>
              <p:cNvSpPr/>
              <p:nvPr/>
            </p:nvSpPr>
            <p:spPr>
              <a:xfrm>
                <a:off x="4439763"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328" name="Freeform: Shape 11327">
                <a:extLst>
                  <a:ext uri="{FF2B5EF4-FFF2-40B4-BE49-F238E27FC236}">
                    <a16:creationId xmlns:a16="http://schemas.microsoft.com/office/drawing/2014/main" id="{29571764-F3FB-AE4C-ECF7-ADFCE549F990}"/>
                  </a:ext>
                </a:extLst>
              </p:cNvPr>
              <p:cNvSpPr/>
              <p:nvPr/>
            </p:nvSpPr>
            <p:spPr>
              <a:xfrm>
                <a:off x="4439763"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329" name="Freeform: Shape 11328">
                <a:extLst>
                  <a:ext uri="{FF2B5EF4-FFF2-40B4-BE49-F238E27FC236}">
                    <a16:creationId xmlns:a16="http://schemas.microsoft.com/office/drawing/2014/main" id="{AC0C0ED2-5B53-8AFF-6F1A-085AED61DBA1}"/>
                  </a:ext>
                </a:extLst>
              </p:cNvPr>
              <p:cNvSpPr/>
              <p:nvPr/>
            </p:nvSpPr>
            <p:spPr>
              <a:xfrm>
                <a:off x="4439763"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30" name="Freeform: Shape 11329">
                <a:extLst>
                  <a:ext uri="{FF2B5EF4-FFF2-40B4-BE49-F238E27FC236}">
                    <a16:creationId xmlns:a16="http://schemas.microsoft.com/office/drawing/2014/main" id="{9877E129-D07F-D7E2-81CE-B78967352480}"/>
                  </a:ext>
                </a:extLst>
              </p:cNvPr>
              <p:cNvSpPr/>
              <p:nvPr/>
            </p:nvSpPr>
            <p:spPr>
              <a:xfrm>
                <a:off x="4439763"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31" name="Freeform: Shape 11330">
                <a:extLst>
                  <a:ext uri="{FF2B5EF4-FFF2-40B4-BE49-F238E27FC236}">
                    <a16:creationId xmlns:a16="http://schemas.microsoft.com/office/drawing/2014/main" id="{3AE99F9F-2EF9-776B-AE39-0EE52010994B}"/>
                  </a:ext>
                </a:extLst>
              </p:cNvPr>
              <p:cNvSpPr/>
              <p:nvPr/>
            </p:nvSpPr>
            <p:spPr>
              <a:xfrm>
                <a:off x="4439763"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32" name="Freeform: Shape 11331">
                <a:extLst>
                  <a:ext uri="{FF2B5EF4-FFF2-40B4-BE49-F238E27FC236}">
                    <a16:creationId xmlns:a16="http://schemas.microsoft.com/office/drawing/2014/main" id="{9C4C005E-621C-E95C-25E2-AC19A6D0B4C1}"/>
                  </a:ext>
                </a:extLst>
              </p:cNvPr>
              <p:cNvSpPr/>
              <p:nvPr/>
            </p:nvSpPr>
            <p:spPr>
              <a:xfrm>
                <a:off x="4439763"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333" name="Freeform: Shape 11332">
                <a:extLst>
                  <a:ext uri="{FF2B5EF4-FFF2-40B4-BE49-F238E27FC236}">
                    <a16:creationId xmlns:a16="http://schemas.microsoft.com/office/drawing/2014/main" id="{91C4E3AD-1FC5-87A3-CF1E-9A79C3A648EA}"/>
                  </a:ext>
                </a:extLst>
              </p:cNvPr>
              <p:cNvSpPr/>
              <p:nvPr/>
            </p:nvSpPr>
            <p:spPr>
              <a:xfrm>
                <a:off x="4439763"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34" name="Freeform: Shape 11333">
                <a:extLst>
                  <a:ext uri="{FF2B5EF4-FFF2-40B4-BE49-F238E27FC236}">
                    <a16:creationId xmlns:a16="http://schemas.microsoft.com/office/drawing/2014/main" id="{211DA896-3D3C-7848-7D0C-ECA1C8C0761D}"/>
                  </a:ext>
                </a:extLst>
              </p:cNvPr>
              <p:cNvSpPr/>
              <p:nvPr/>
            </p:nvSpPr>
            <p:spPr>
              <a:xfrm>
                <a:off x="4502001"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335" name="Freeform: Shape 11334">
                <a:extLst>
                  <a:ext uri="{FF2B5EF4-FFF2-40B4-BE49-F238E27FC236}">
                    <a16:creationId xmlns:a16="http://schemas.microsoft.com/office/drawing/2014/main" id="{43708679-0319-635A-8131-F851EAA165A4}"/>
                  </a:ext>
                </a:extLst>
              </p:cNvPr>
              <p:cNvSpPr/>
              <p:nvPr/>
            </p:nvSpPr>
            <p:spPr>
              <a:xfrm>
                <a:off x="4502001"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36" name="Freeform: Shape 11335">
                <a:extLst>
                  <a:ext uri="{FF2B5EF4-FFF2-40B4-BE49-F238E27FC236}">
                    <a16:creationId xmlns:a16="http://schemas.microsoft.com/office/drawing/2014/main" id="{B33D0590-7A28-DC55-768F-33D57568B6BD}"/>
                  </a:ext>
                </a:extLst>
              </p:cNvPr>
              <p:cNvSpPr/>
              <p:nvPr/>
            </p:nvSpPr>
            <p:spPr>
              <a:xfrm>
                <a:off x="4502001"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37" name="Freeform: Shape 11336">
                <a:extLst>
                  <a:ext uri="{FF2B5EF4-FFF2-40B4-BE49-F238E27FC236}">
                    <a16:creationId xmlns:a16="http://schemas.microsoft.com/office/drawing/2014/main" id="{2BDFCD06-BAC9-1A7C-AEE7-E9D943E33E44}"/>
                  </a:ext>
                </a:extLst>
              </p:cNvPr>
              <p:cNvSpPr/>
              <p:nvPr/>
            </p:nvSpPr>
            <p:spPr>
              <a:xfrm>
                <a:off x="4502001"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38" name="Freeform: Shape 11337">
                <a:extLst>
                  <a:ext uri="{FF2B5EF4-FFF2-40B4-BE49-F238E27FC236}">
                    <a16:creationId xmlns:a16="http://schemas.microsoft.com/office/drawing/2014/main" id="{F2F876A4-B6D3-7356-40AA-1AF6CE0317C4}"/>
                  </a:ext>
                </a:extLst>
              </p:cNvPr>
              <p:cNvSpPr/>
              <p:nvPr/>
            </p:nvSpPr>
            <p:spPr>
              <a:xfrm>
                <a:off x="4502001"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39" name="Freeform: Shape 11338">
                <a:extLst>
                  <a:ext uri="{FF2B5EF4-FFF2-40B4-BE49-F238E27FC236}">
                    <a16:creationId xmlns:a16="http://schemas.microsoft.com/office/drawing/2014/main" id="{1AC97F98-C6D7-6F52-5B3E-1A9E4657FC64}"/>
                  </a:ext>
                </a:extLst>
              </p:cNvPr>
              <p:cNvSpPr/>
              <p:nvPr/>
            </p:nvSpPr>
            <p:spPr>
              <a:xfrm>
                <a:off x="4502001"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40" name="Freeform: Shape 11339">
                <a:extLst>
                  <a:ext uri="{FF2B5EF4-FFF2-40B4-BE49-F238E27FC236}">
                    <a16:creationId xmlns:a16="http://schemas.microsoft.com/office/drawing/2014/main" id="{67E5AC50-B9C2-A6D1-E457-21E6D03D5541}"/>
                  </a:ext>
                </a:extLst>
              </p:cNvPr>
              <p:cNvSpPr/>
              <p:nvPr/>
            </p:nvSpPr>
            <p:spPr>
              <a:xfrm>
                <a:off x="4502001"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41" name="Freeform: Shape 11340">
                <a:extLst>
                  <a:ext uri="{FF2B5EF4-FFF2-40B4-BE49-F238E27FC236}">
                    <a16:creationId xmlns:a16="http://schemas.microsoft.com/office/drawing/2014/main" id="{497EFF76-BA25-EECD-1DDD-039DC5704F3A}"/>
                  </a:ext>
                </a:extLst>
              </p:cNvPr>
              <p:cNvSpPr/>
              <p:nvPr/>
            </p:nvSpPr>
            <p:spPr>
              <a:xfrm>
                <a:off x="4502001"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A80A"/>
              </a:solidFill>
              <a:ln w="2679" cap="rnd">
                <a:solidFill>
                  <a:srgbClr val="999999"/>
                </a:solidFill>
                <a:prstDash val="solid"/>
                <a:round/>
              </a:ln>
            </p:spPr>
            <p:txBody>
              <a:bodyPr/>
              <a:lstStyle/>
              <a:p>
                <a:endParaRPr lang="en-US" sz="1701"/>
              </a:p>
            </p:txBody>
          </p:sp>
          <p:sp>
            <p:nvSpPr>
              <p:cNvPr id="11342" name="Freeform: Shape 11341">
                <a:extLst>
                  <a:ext uri="{FF2B5EF4-FFF2-40B4-BE49-F238E27FC236}">
                    <a16:creationId xmlns:a16="http://schemas.microsoft.com/office/drawing/2014/main" id="{8F090738-88AE-E351-9801-FC793FA47BF5}"/>
                  </a:ext>
                </a:extLst>
              </p:cNvPr>
              <p:cNvSpPr/>
              <p:nvPr/>
            </p:nvSpPr>
            <p:spPr>
              <a:xfrm>
                <a:off x="4502001"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FA6"/>
              </a:solidFill>
              <a:ln w="2679" cap="rnd">
                <a:solidFill>
                  <a:srgbClr val="999999"/>
                </a:solidFill>
                <a:prstDash val="solid"/>
                <a:round/>
              </a:ln>
            </p:spPr>
            <p:txBody>
              <a:bodyPr/>
              <a:lstStyle/>
              <a:p>
                <a:endParaRPr lang="en-US" sz="1701"/>
              </a:p>
            </p:txBody>
          </p:sp>
          <p:sp>
            <p:nvSpPr>
              <p:cNvPr id="11343" name="Freeform: Shape 11342">
                <a:extLst>
                  <a:ext uri="{FF2B5EF4-FFF2-40B4-BE49-F238E27FC236}">
                    <a16:creationId xmlns:a16="http://schemas.microsoft.com/office/drawing/2014/main" id="{41ADA480-6873-D695-4DCE-A90620A07F80}"/>
                  </a:ext>
                </a:extLst>
              </p:cNvPr>
              <p:cNvSpPr/>
              <p:nvPr/>
            </p:nvSpPr>
            <p:spPr>
              <a:xfrm>
                <a:off x="4502001"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44" name="Freeform: Shape 11343">
                <a:extLst>
                  <a:ext uri="{FF2B5EF4-FFF2-40B4-BE49-F238E27FC236}">
                    <a16:creationId xmlns:a16="http://schemas.microsoft.com/office/drawing/2014/main" id="{D079CB11-9D9B-72BD-E167-DB469EB96801}"/>
                  </a:ext>
                </a:extLst>
              </p:cNvPr>
              <p:cNvSpPr/>
              <p:nvPr/>
            </p:nvSpPr>
            <p:spPr>
              <a:xfrm>
                <a:off x="4502001"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345" name="Freeform: Shape 11344">
                <a:extLst>
                  <a:ext uri="{FF2B5EF4-FFF2-40B4-BE49-F238E27FC236}">
                    <a16:creationId xmlns:a16="http://schemas.microsoft.com/office/drawing/2014/main" id="{A0957B26-0029-AFC1-18AF-438048492467}"/>
                  </a:ext>
                </a:extLst>
              </p:cNvPr>
              <p:cNvSpPr/>
              <p:nvPr/>
            </p:nvSpPr>
            <p:spPr>
              <a:xfrm>
                <a:off x="4502001"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46" name="Freeform: Shape 11345">
                <a:extLst>
                  <a:ext uri="{FF2B5EF4-FFF2-40B4-BE49-F238E27FC236}">
                    <a16:creationId xmlns:a16="http://schemas.microsoft.com/office/drawing/2014/main" id="{CE1F2A59-0386-C73B-34E2-19666E61F420}"/>
                  </a:ext>
                </a:extLst>
              </p:cNvPr>
              <p:cNvSpPr/>
              <p:nvPr/>
            </p:nvSpPr>
            <p:spPr>
              <a:xfrm>
                <a:off x="4502001"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47" name="Freeform: Shape 11346">
                <a:extLst>
                  <a:ext uri="{FF2B5EF4-FFF2-40B4-BE49-F238E27FC236}">
                    <a16:creationId xmlns:a16="http://schemas.microsoft.com/office/drawing/2014/main" id="{6DD2C955-52C5-4EB6-DE28-1A946DFECFD8}"/>
                  </a:ext>
                </a:extLst>
              </p:cNvPr>
              <p:cNvSpPr/>
              <p:nvPr/>
            </p:nvSpPr>
            <p:spPr>
              <a:xfrm>
                <a:off x="4502001"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48" name="Freeform: Shape 11347">
                <a:extLst>
                  <a:ext uri="{FF2B5EF4-FFF2-40B4-BE49-F238E27FC236}">
                    <a16:creationId xmlns:a16="http://schemas.microsoft.com/office/drawing/2014/main" id="{11AAC516-282C-C1B1-86D1-B5143D6B4986}"/>
                  </a:ext>
                </a:extLst>
              </p:cNvPr>
              <p:cNvSpPr/>
              <p:nvPr/>
            </p:nvSpPr>
            <p:spPr>
              <a:xfrm>
                <a:off x="4502001"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49" name="Freeform: Shape 11348">
                <a:extLst>
                  <a:ext uri="{FF2B5EF4-FFF2-40B4-BE49-F238E27FC236}">
                    <a16:creationId xmlns:a16="http://schemas.microsoft.com/office/drawing/2014/main" id="{06DB519E-CA94-7B21-3D8E-1C13668F54B7}"/>
                  </a:ext>
                </a:extLst>
              </p:cNvPr>
              <p:cNvSpPr/>
              <p:nvPr/>
            </p:nvSpPr>
            <p:spPr>
              <a:xfrm>
                <a:off x="4502001"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50" name="Freeform: Shape 11349">
                <a:extLst>
                  <a:ext uri="{FF2B5EF4-FFF2-40B4-BE49-F238E27FC236}">
                    <a16:creationId xmlns:a16="http://schemas.microsoft.com/office/drawing/2014/main" id="{4E628899-838A-7CFE-0D89-961F8C422AF7}"/>
                  </a:ext>
                </a:extLst>
              </p:cNvPr>
              <p:cNvSpPr/>
              <p:nvPr/>
            </p:nvSpPr>
            <p:spPr>
              <a:xfrm>
                <a:off x="4502001"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51" name="Freeform: Shape 11350">
                <a:extLst>
                  <a:ext uri="{FF2B5EF4-FFF2-40B4-BE49-F238E27FC236}">
                    <a16:creationId xmlns:a16="http://schemas.microsoft.com/office/drawing/2014/main" id="{8D6ACEF2-F272-F3F1-BDBA-F03BA76D27C3}"/>
                  </a:ext>
                </a:extLst>
              </p:cNvPr>
              <p:cNvSpPr/>
              <p:nvPr/>
            </p:nvSpPr>
            <p:spPr>
              <a:xfrm>
                <a:off x="4502001"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352" name="Freeform: Shape 11351">
                <a:extLst>
                  <a:ext uri="{FF2B5EF4-FFF2-40B4-BE49-F238E27FC236}">
                    <a16:creationId xmlns:a16="http://schemas.microsoft.com/office/drawing/2014/main" id="{93DBDE22-C6A7-2C7C-ACD1-E307AFA70083}"/>
                  </a:ext>
                </a:extLst>
              </p:cNvPr>
              <p:cNvSpPr/>
              <p:nvPr/>
            </p:nvSpPr>
            <p:spPr>
              <a:xfrm>
                <a:off x="4502001"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53" name="Freeform: Shape 11352">
                <a:extLst>
                  <a:ext uri="{FF2B5EF4-FFF2-40B4-BE49-F238E27FC236}">
                    <a16:creationId xmlns:a16="http://schemas.microsoft.com/office/drawing/2014/main" id="{4FC343C2-98FA-E487-E53F-95774711C771}"/>
                  </a:ext>
                </a:extLst>
              </p:cNvPr>
              <p:cNvSpPr/>
              <p:nvPr/>
            </p:nvSpPr>
            <p:spPr>
              <a:xfrm>
                <a:off x="4502001"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354" name="Freeform: Shape 11353">
                <a:extLst>
                  <a:ext uri="{FF2B5EF4-FFF2-40B4-BE49-F238E27FC236}">
                    <a16:creationId xmlns:a16="http://schemas.microsoft.com/office/drawing/2014/main" id="{B7649A00-B003-2A18-E193-1D19F9CE84E5}"/>
                  </a:ext>
                </a:extLst>
              </p:cNvPr>
              <p:cNvSpPr/>
              <p:nvPr/>
            </p:nvSpPr>
            <p:spPr>
              <a:xfrm>
                <a:off x="4502001"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55" name="Freeform: Shape 11354">
                <a:extLst>
                  <a:ext uri="{FF2B5EF4-FFF2-40B4-BE49-F238E27FC236}">
                    <a16:creationId xmlns:a16="http://schemas.microsoft.com/office/drawing/2014/main" id="{8CCE53D1-8163-0F5A-09F8-FCA0909FA358}"/>
                  </a:ext>
                </a:extLst>
              </p:cNvPr>
              <p:cNvSpPr/>
              <p:nvPr/>
            </p:nvSpPr>
            <p:spPr>
              <a:xfrm>
                <a:off x="4502001"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356" name="Freeform: Shape 11355">
                <a:extLst>
                  <a:ext uri="{FF2B5EF4-FFF2-40B4-BE49-F238E27FC236}">
                    <a16:creationId xmlns:a16="http://schemas.microsoft.com/office/drawing/2014/main" id="{894EAF4F-EB13-3B80-B5F1-BE89B332CD36}"/>
                  </a:ext>
                </a:extLst>
              </p:cNvPr>
              <p:cNvSpPr/>
              <p:nvPr/>
            </p:nvSpPr>
            <p:spPr>
              <a:xfrm>
                <a:off x="4502001"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487"/>
              </a:solidFill>
              <a:ln w="2679" cap="rnd">
                <a:solidFill>
                  <a:srgbClr val="999999"/>
                </a:solidFill>
                <a:prstDash val="solid"/>
                <a:round/>
              </a:ln>
            </p:spPr>
            <p:txBody>
              <a:bodyPr/>
              <a:lstStyle/>
              <a:p>
                <a:endParaRPr lang="en-US" sz="1701"/>
              </a:p>
            </p:txBody>
          </p:sp>
          <p:sp>
            <p:nvSpPr>
              <p:cNvPr id="11357" name="Freeform: Shape 11356">
                <a:extLst>
                  <a:ext uri="{FF2B5EF4-FFF2-40B4-BE49-F238E27FC236}">
                    <a16:creationId xmlns:a16="http://schemas.microsoft.com/office/drawing/2014/main" id="{7FDFE518-0D51-EA2B-407A-EC2A536C425E}"/>
                  </a:ext>
                </a:extLst>
              </p:cNvPr>
              <p:cNvSpPr/>
              <p:nvPr/>
            </p:nvSpPr>
            <p:spPr>
              <a:xfrm>
                <a:off x="4502001"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358" name="Freeform: Shape 11357">
                <a:extLst>
                  <a:ext uri="{FF2B5EF4-FFF2-40B4-BE49-F238E27FC236}">
                    <a16:creationId xmlns:a16="http://schemas.microsoft.com/office/drawing/2014/main" id="{AB41C8E7-CA9E-568A-2D9A-44890D0BDFC2}"/>
                  </a:ext>
                </a:extLst>
              </p:cNvPr>
              <p:cNvSpPr/>
              <p:nvPr/>
            </p:nvSpPr>
            <p:spPr>
              <a:xfrm>
                <a:off x="4502001"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359" name="Freeform: Shape 11358">
                <a:extLst>
                  <a:ext uri="{FF2B5EF4-FFF2-40B4-BE49-F238E27FC236}">
                    <a16:creationId xmlns:a16="http://schemas.microsoft.com/office/drawing/2014/main" id="{E14FB4D6-7F8B-AC5C-5916-D9A1CE344DA9}"/>
                  </a:ext>
                </a:extLst>
              </p:cNvPr>
              <p:cNvSpPr/>
              <p:nvPr/>
            </p:nvSpPr>
            <p:spPr>
              <a:xfrm>
                <a:off x="4502001"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AE1A"/>
              </a:solidFill>
              <a:ln w="2679" cap="rnd">
                <a:solidFill>
                  <a:srgbClr val="999999"/>
                </a:solidFill>
                <a:prstDash val="solid"/>
                <a:round/>
              </a:ln>
            </p:spPr>
            <p:txBody>
              <a:bodyPr/>
              <a:lstStyle/>
              <a:p>
                <a:endParaRPr lang="en-US" sz="1701"/>
              </a:p>
            </p:txBody>
          </p:sp>
          <p:sp>
            <p:nvSpPr>
              <p:cNvPr id="11360" name="Freeform: Shape 11359">
                <a:extLst>
                  <a:ext uri="{FF2B5EF4-FFF2-40B4-BE49-F238E27FC236}">
                    <a16:creationId xmlns:a16="http://schemas.microsoft.com/office/drawing/2014/main" id="{424EEEC5-3460-5B49-438F-ED2FEEB28EF9}"/>
                  </a:ext>
                </a:extLst>
              </p:cNvPr>
              <p:cNvSpPr/>
              <p:nvPr/>
            </p:nvSpPr>
            <p:spPr>
              <a:xfrm>
                <a:off x="4502001"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61" name="Freeform: Shape 11360">
                <a:extLst>
                  <a:ext uri="{FF2B5EF4-FFF2-40B4-BE49-F238E27FC236}">
                    <a16:creationId xmlns:a16="http://schemas.microsoft.com/office/drawing/2014/main" id="{ED9CFC2A-F33A-7D8E-9955-B49C3848D075}"/>
                  </a:ext>
                </a:extLst>
              </p:cNvPr>
              <p:cNvSpPr/>
              <p:nvPr/>
            </p:nvSpPr>
            <p:spPr>
              <a:xfrm>
                <a:off x="4564315"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362" name="Freeform: Shape 11361">
                <a:extLst>
                  <a:ext uri="{FF2B5EF4-FFF2-40B4-BE49-F238E27FC236}">
                    <a16:creationId xmlns:a16="http://schemas.microsoft.com/office/drawing/2014/main" id="{9C55CD23-FC2E-C8C0-1066-425102A9ACE2}"/>
                  </a:ext>
                </a:extLst>
              </p:cNvPr>
              <p:cNvSpPr/>
              <p:nvPr/>
            </p:nvSpPr>
            <p:spPr>
              <a:xfrm>
                <a:off x="4564315"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63" name="Freeform: Shape 11362">
                <a:extLst>
                  <a:ext uri="{FF2B5EF4-FFF2-40B4-BE49-F238E27FC236}">
                    <a16:creationId xmlns:a16="http://schemas.microsoft.com/office/drawing/2014/main" id="{E4DA59EA-0677-BA59-EA9E-7B2C16C92222}"/>
                  </a:ext>
                </a:extLst>
              </p:cNvPr>
              <p:cNvSpPr/>
              <p:nvPr/>
            </p:nvSpPr>
            <p:spPr>
              <a:xfrm>
                <a:off x="4564315"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64" name="Freeform: Shape 11363">
                <a:extLst>
                  <a:ext uri="{FF2B5EF4-FFF2-40B4-BE49-F238E27FC236}">
                    <a16:creationId xmlns:a16="http://schemas.microsoft.com/office/drawing/2014/main" id="{6C6DE984-0A28-4AC5-B8B5-1B0717AD1509}"/>
                  </a:ext>
                </a:extLst>
              </p:cNvPr>
              <p:cNvSpPr/>
              <p:nvPr/>
            </p:nvSpPr>
            <p:spPr>
              <a:xfrm>
                <a:off x="4564315"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65" name="Freeform: Shape 11364">
                <a:extLst>
                  <a:ext uri="{FF2B5EF4-FFF2-40B4-BE49-F238E27FC236}">
                    <a16:creationId xmlns:a16="http://schemas.microsoft.com/office/drawing/2014/main" id="{07C11416-73ED-022B-C936-6AA19483C187}"/>
                  </a:ext>
                </a:extLst>
              </p:cNvPr>
              <p:cNvSpPr/>
              <p:nvPr/>
            </p:nvSpPr>
            <p:spPr>
              <a:xfrm>
                <a:off x="4564315"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66" name="Freeform: Shape 11365">
                <a:extLst>
                  <a:ext uri="{FF2B5EF4-FFF2-40B4-BE49-F238E27FC236}">
                    <a16:creationId xmlns:a16="http://schemas.microsoft.com/office/drawing/2014/main" id="{A32F1D4A-27C6-E903-8A85-3A77AE33B50A}"/>
                  </a:ext>
                </a:extLst>
              </p:cNvPr>
              <p:cNvSpPr/>
              <p:nvPr/>
            </p:nvSpPr>
            <p:spPr>
              <a:xfrm>
                <a:off x="4564315"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67" name="Freeform: Shape 11366">
                <a:extLst>
                  <a:ext uri="{FF2B5EF4-FFF2-40B4-BE49-F238E27FC236}">
                    <a16:creationId xmlns:a16="http://schemas.microsoft.com/office/drawing/2014/main" id="{D9F6BF8D-0CAE-D562-669D-ECE323B553F3}"/>
                  </a:ext>
                </a:extLst>
              </p:cNvPr>
              <p:cNvSpPr/>
              <p:nvPr/>
            </p:nvSpPr>
            <p:spPr>
              <a:xfrm>
                <a:off x="4564315"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368" name="Freeform: Shape 11367">
                <a:extLst>
                  <a:ext uri="{FF2B5EF4-FFF2-40B4-BE49-F238E27FC236}">
                    <a16:creationId xmlns:a16="http://schemas.microsoft.com/office/drawing/2014/main" id="{ADEB978B-D2C8-7F69-CCEA-7A8948E84E9E}"/>
                  </a:ext>
                </a:extLst>
              </p:cNvPr>
              <p:cNvSpPr/>
              <p:nvPr/>
            </p:nvSpPr>
            <p:spPr>
              <a:xfrm>
                <a:off x="4564315"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69" name="Freeform: Shape 11368">
                <a:extLst>
                  <a:ext uri="{FF2B5EF4-FFF2-40B4-BE49-F238E27FC236}">
                    <a16:creationId xmlns:a16="http://schemas.microsoft.com/office/drawing/2014/main" id="{677392FF-161B-9460-C5AF-EBB0A1DD64B5}"/>
                  </a:ext>
                </a:extLst>
              </p:cNvPr>
              <p:cNvSpPr/>
              <p:nvPr/>
            </p:nvSpPr>
            <p:spPr>
              <a:xfrm>
                <a:off x="4564315"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370" name="Freeform: Shape 11369">
                <a:extLst>
                  <a:ext uri="{FF2B5EF4-FFF2-40B4-BE49-F238E27FC236}">
                    <a16:creationId xmlns:a16="http://schemas.microsoft.com/office/drawing/2014/main" id="{90659FD1-3CC8-6B6F-8D47-93C989A3D6FD}"/>
                  </a:ext>
                </a:extLst>
              </p:cNvPr>
              <p:cNvSpPr/>
              <p:nvPr/>
            </p:nvSpPr>
            <p:spPr>
              <a:xfrm>
                <a:off x="4564315"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371" name="Freeform: Shape 11370">
                <a:extLst>
                  <a:ext uri="{FF2B5EF4-FFF2-40B4-BE49-F238E27FC236}">
                    <a16:creationId xmlns:a16="http://schemas.microsoft.com/office/drawing/2014/main" id="{5CDFDEC1-CEDE-DC40-30E2-6D7B2961700C}"/>
                  </a:ext>
                </a:extLst>
              </p:cNvPr>
              <p:cNvSpPr/>
              <p:nvPr/>
            </p:nvSpPr>
            <p:spPr>
              <a:xfrm>
                <a:off x="4564315"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372" name="Freeform: Shape 11371">
                <a:extLst>
                  <a:ext uri="{FF2B5EF4-FFF2-40B4-BE49-F238E27FC236}">
                    <a16:creationId xmlns:a16="http://schemas.microsoft.com/office/drawing/2014/main" id="{1EF3A63F-F318-6B1B-A26B-18976376FF32}"/>
                  </a:ext>
                </a:extLst>
              </p:cNvPr>
              <p:cNvSpPr/>
              <p:nvPr/>
            </p:nvSpPr>
            <p:spPr>
              <a:xfrm>
                <a:off x="4564315"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373" name="Freeform: Shape 11372">
                <a:extLst>
                  <a:ext uri="{FF2B5EF4-FFF2-40B4-BE49-F238E27FC236}">
                    <a16:creationId xmlns:a16="http://schemas.microsoft.com/office/drawing/2014/main" id="{1D4CA5A9-9BB8-4B6E-EAE4-8790F0CD8296}"/>
                  </a:ext>
                </a:extLst>
              </p:cNvPr>
              <p:cNvSpPr/>
              <p:nvPr/>
            </p:nvSpPr>
            <p:spPr>
              <a:xfrm>
                <a:off x="4564315"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74" name="Freeform: Shape 11373">
                <a:extLst>
                  <a:ext uri="{FF2B5EF4-FFF2-40B4-BE49-F238E27FC236}">
                    <a16:creationId xmlns:a16="http://schemas.microsoft.com/office/drawing/2014/main" id="{3EB05F2F-9967-F854-7A8F-5DFFFF31C9F5}"/>
                  </a:ext>
                </a:extLst>
              </p:cNvPr>
              <p:cNvSpPr/>
              <p:nvPr/>
            </p:nvSpPr>
            <p:spPr>
              <a:xfrm>
                <a:off x="4564315"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75" name="Freeform: Shape 11374">
                <a:extLst>
                  <a:ext uri="{FF2B5EF4-FFF2-40B4-BE49-F238E27FC236}">
                    <a16:creationId xmlns:a16="http://schemas.microsoft.com/office/drawing/2014/main" id="{01C4F1D1-2123-4E5A-7951-1F5D556195F0}"/>
                  </a:ext>
                </a:extLst>
              </p:cNvPr>
              <p:cNvSpPr/>
              <p:nvPr/>
            </p:nvSpPr>
            <p:spPr>
              <a:xfrm>
                <a:off x="4564315"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76" name="Freeform: Shape 11375">
                <a:extLst>
                  <a:ext uri="{FF2B5EF4-FFF2-40B4-BE49-F238E27FC236}">
                    <a16:creationId xmlns:a16="http://schemas.microsoft.com/office/drawing/2014/main" id="{D6513199-A70A-AA8B-CD26-AA23F5824D33}"/>
                  </a:ext>
                </a:extLst>
              </p:cNvPr>
              <p:cNvSpPr/>
              <p:nvPr/>
            </p:nvSpPr>
            <p:spPr>
              <a:xfrm>
                <a:off x="4564315"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77" name="Freeform: Shape 11376">
                <a:extLst>
                  <a:ext uri="{FF2B5EF4-FFF2-40B4-BE49-F238E27FC236}">
                    <a16:creationId xmlns:a16="http://schemas.microsoft.com/office/drawing/2014/main" id="{9D199982-D5F9-1144-7A96-AB1640AE3D55}"/>
                  </a:ext>
                </a:extLst>
              </p:cNvPr>
              <p:cNvSpPr/>
              <p:nvPr/>
            </p:nvSpPr>
            <p:spPr>
              <a:xfrm>
                <a:off x="4564315"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78" name="Freeform: Shape 11377">
                <a:extLst>
                  <a:ext uri="{FF2B5EF4-FFF2-40B4-BE49-F238E27FC236}">
                    <a16:creationId xmlns:a16="http://schemas.microsoft.com/office/drawing/2014/main" id="{403E8869-BD40-7570-BBDD-8EED3512A656}"/>
                  </a:ext>
                </a:extLst>
              </p:cNvPr>
              <p:cNvSpPr/>
              <p:nvPr/>
            </p:nvSpPr>
            <p:spPr>
              <a:xfrm>
                <a:off x="4564315"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379" name="Freeform: Shape 11378">
                <a:extLst>
                  <a:ext uri="{FF2B5EF4-FFF2-40B4-BE49-F238E27FC236}">
                    <a16:creationId xmlns:a16="http://schemas.microsoft.com/office/drawing/2014/main" id="{844EEEF4-1C0F-B53D-6F33-493166D453CC}"/>
                  </a:ext>
                </a:extLst>
              </p:cNvPr>
              <p:cNvSpPr/>
              <p:nvPr/>
            </p:nvSpPr>
            <p:spPr>
              <a:xfrm>
                <a:off x="4564315"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380" name="Freeform: Shape 11379">
                <a:extLst>
                  <a:ext uri="{FF2B5EF4-FFF2-40B4-BE49-F238E27FC236}">
                    <a16:creationId xmlns:a16="http://schemas.microsoft.com/office/drawing/2014/main" id="{27802DF3-F51C-8736-F1DA-A6AEC4B6C6DD}"/>
                  </a:ext>
                </a:extLst>
              </p:cNvPr>
              <p:cNvSpPr/>
              <p:nvPr/>
            </p:nvSpPr>
            <p:spPr>
              <a:xfrm>
                <a:off x="4564315"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381" name="Freeform: Shape 11380">
                <a:extLst>
                  <a:ext uri="{FF2B5EF4-FFF2-40B4-BE49-F238E27FC236}">
                    <a16:creationId xmlns:a16="http://schemas.microsoft.com/office/drawing/2014/main" id="{F8D90C52-BD76-8CFD-DB73-E06F42C3104F}"/>
                  </a:ext>
                </a:extLst>
              </p:cNvPr>
              <p:cNvSpPr/>
              <p:nvPr/>
            </p:nvSpPr>
            <p:spPr>
              <a:xfrm>
                <a:off x="4564315"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82" name="Freeform: Shape 11381">
                <a:extLst>
                  <a:ext uri="{FF2B5EF4-FFF2-40B4-BE49-F238E27FC236}">
                    <a16:creationId xmlns:a16="http://schemas.microsoft.com/office/drawing/2014/main" id="{7141A927-AA89-60D1-DFDD-B09CDE085E50}"/>
                  </a:ext>
                </a:extLst>
              </p:cNvPr>
              <p:cNvSpPr/>
              <p:nvPr/>
            </p:nvSpPr>
            <p:spPr>
              <a:xfrm>
                <a:off x="4564315"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83" name="Freeform: Shape 11382">
                <a:extLst>
                  <a:ext uri="{FF2B5EF4-FFF2-40B4-BE49-F238E27FC236}">
                    <a16:creationId xmlns:a16="http://schemas.microsoft.com/office/drawing/2014/main" id="{423A2608-1F06-A7F6-EF62-4A1A052A2477}"/>
                  </a:ext>
                </a:extLst>
              </p:cNvPr>
              <p:cNvSpPr/>
              <p:nvPr/>
            </p:nvSpPr>
            <p:spPr>
              <a:xfrm>
                <a:off x="4564315"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FA6"/>
              </a:solidFill>
              <a:ln w="2679" cap="rnd">
                <a:solidFill>
                  <a:srgbClr val="999999"/>
                </a:solidFill>
                <a:prstDash val="solid"/>
                <a:round/>
              </a:ln>
            </p:spPr>
            <p:txBody>
              <a:bodyPr/>
              <a:lstStyle/>
              <a:p>
                <a:endParaRPr lang="en-US" sz="1701"/>
              </a:p>
            </p:txBody>
          </p:sp>
          <p:sp>
            <p:nvSpPr>
              <p:cNvPr id="11384" name="Freeform: Shape 11383">
                <a:extLst>
                  <a:ext uri="{FF2B5EF4-FFF2-40B4-BE49-F238E27FC236}">
                    <a16:creationId xmlns:a16="http://schemas.microsoft.com/office/drawing/2014/main" id="{C5727485-7B5F-E414-90EB-D99FF07A6754}"/>
                  </a:ext>
                </a:extLst>
              </p:cNvPr>
              <p:cNvSpPr/>
              <p:nvPr/>
            </p:nvSpPr>
            <p:spPr>
              <a:xfrm>
                <a:off x="4564315"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6500"/>
              </a:solidFill>
              <a:ln w="2679" cap="rnd">
                <a:solidFill>
                  <a:srgbClr val="999999"/>
                </a:solidFill>
                <a:prstDash val="solid"/>
                <a:round/>
              </a:ln>
            </p:spPr>
            <p:txBody>
              <a:bodyPr/>
              <a:lstStyle/>
              <a:p>
                <a:endParaRPr lang="en-US" sz="1701"/>
              </a:p>
            </p:txBody>
          </p:sp>
          <p:sp>
            <p:nvSpPr>
              <p:cNvPr id="11385" name="Freeform: Shape 11384">
                <a:extLst>
                  <a:ext uri="{FF2B5EF4-FFF2-40B4-BE49-F238E27FC236}">
                    <a16:creationId xmlns:a16="http://schemas.microsoft.com/office/drawing/2014/main" id="{C7FFB6C5-4704-F73D-A563-879F05DECDB2}"/>
                  </a:ext>
                </a:extLst>
              </p:cNvPr>
              <p:cNvSpPr/>
              <p:nvPr/>
            </p:nvSpPr>
            <p:spPr>
              <a:xfrm>
                <a:off x="4564315"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386" name="Freeform: Shape 11385">
                <a:extLst>
                  <a:ext uri="{FF2B5EF4-FFF2-40B4-BE49-F238E27FC236}">
                    <a16:creationId xmlns:a16="http://schemas.microsoft.com/office/drawing/2014/main" id="{6BACF7F6-17B0-00C4-B73E-4370FF2FEF18}"/>
                  </a:ext>
                </a:extLst>
              </p:cNvPr>
              <p:cNvSpPr/>
              <p:nvPr/>
            </p:nvSpPr>
            <p:spPr>
              <a:xfrm>
                <a:off x="4564315"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387" name="Freeform: Shape 11386">
                <a:extLst>
                  <a:ext uri="{FF2B5EF4-FFF2-40B4-BE49-F238E27FC236}">
                    <a16:creationId xmlns:a16="http://schemas.microsoft.com/office/drawing/2014/main" id="{263D89E0-EFE7-CFBF-7694-70C2C17A57E9}"/>
                  </a:ext>
                </a:extLst>
              </p:cNvPr>
              <p:cNvSpPr/>
              <p:nvPr/>
            </p:nvSpPr>
            <p:spPr>
              <a:xfrm>
                <a:off x="4564315"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388" name="Freeform: Shape 11387">
                <a:extLst>
                  <a:ext uri="{FF2B5EF4-FFF2-40B4-BE49-F238E27FC236}">
                    <a16:creationId xmlns:a16="http://schemas.microsoft.com/office/drawing/2014/main" id="{9DC67592-9C1C-8DBE-085D-1EDFFBCF4551}"/>
                  </a:ext>
                </a:extLst>
              </p:cNvPr>
              <p:cNvSpPr/>
              <p:nvPr/>
            </p:nvSpPr>
            <p:spPr>
              <a:xfrm>
                <a:off x="4626629"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389" name="Freeform: Shape 11388">
                <a:extLst>
                  <a:ext uri="{FF2B5EF4-FFF2-40B4-BE49-F238E27FC236}">
                    <a16:creationId xmlns:a16="http://schemas.microsoft.com/office/drawing/2014/main" id="{E0B28DFC-9192-5D03-736D-7E3041153955}"/>
                  </a:ext>
                </a:extLst>
              </p:cNvPr>
              <p:cNvSpPr/>
              <p:nvPr/>
            </p:nvSpPr>
            <p:spPr>
              <a:xfrm>
                <a:off x="4626629"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0" name="Freeform: Shape 11389">
                <a:extLst>
                  <a:ext uri="{FF2B5EF4-FFF2-40B4-BE49-F238E27FC236}">
                    <a16:creationId xmlns:a16="http://schemas.microsoft.com/office/drawing/2014/main" id="{DCA6378F-971B-0390-800B-C72BE488305A}"/>
                  </a:ext>
                </a:extLst>
              </p:cNvPr>
              <p:cNvSpPr/>
              <p:nvPr/>
            </p:nvSpPr>
            <p:spPr>
              <a:xfrm>
                <a:off x="4626629"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1" name="Freeform: Shape 11390">
                <a:extLst>
                  <a:ext uri="{FF2B5EF4-FFF2-40B4-BE49-F238E27FC236}">
                    <a16:creationId xmlns:a16="http://schemas.microsoft.com/office/drawing/2014/main" id="{5F13A5C3-4552-C2B3-066F-88B526162BFE}"/>
                  </a:ext>
                </a:extLst>
              </p:cNvPr>
              <p:cNvSpPr/>
              <p:nvPr/>
            </p:nvSpPr>
            <p:spPr>
              <a:xfrm>
                <a:off x="4626629"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2" name="Freeform: Shape 11391">
                <a:extLst>
                  <a:ext uri="{FF2B5EF4-FFF2-40B4-BE49-F238E27FC236}">
                    <a16:creationId xmlns:a16="http://schemas.microsoft.com/office/drawing/2014/main" id="{C5AF9786-E5F3-BB92-74D0-7336372C78C1}"/>
                  </a:ext>
                </a:extLst>
              </p:cNvPr>
              <p:cNvSpPr/>
              <p:nvPr/>
            </p:nvSpPr>
            <p:spPr>
              <a:xfrm>
                <a:off x="4626629"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3" name="Freeform: Shape 11392">
                <a:extLst>
                  <a:ext uri="{FF2B5EF4-FFF2-40B4-BE49-F238E27FC236}">
                    <a16:creationId xmlns:a16="http://schemas.microsoft.com/office/drawing/2014/main" id="{1A9FB9F8-1480-5800-E808-1B9F2389E3D5}"/>
                  </a:ext>
                </a:extLst>
              </p:cNvPr>
              <p:cNvSpPr/>
              <p:nvPr/>
            </p:nvSpPr>
            <p:spPr>
              <a:xfrm>
                <a:off x="4626629"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4" name="Freeform: Shape 11393">
                <a:extLst>
                  <a:ext uri="{FF2B5EF4-FFF2-40B4-BE49-F238E27FC236}">
                    <a16:creationId xmlns:a16="http://schemas.microsoft.com/office/drawing/2014/main" id="{779EC952-D257-8F02-7B44-12872102056D}"/>
                  </a:ext>
                </a:extLst>
              </p:cNvPr>
              <p:cNvSpPr/>
              <p:nvPr/>
            </p:nvSpPr>
            <p:spPr>
              <a:xfrm>
                <a:off x="4626629"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F77"/>
              </a:solidFill>
              <a:ln w="2679" cap="rnd">
                <a:solidFill>
                  <a:srgbClr val="999999"/>
                </a:solidFill>
                <a:prstDash val="solid"/>
                <a:round/>
              </a:ln>
            </p:spPr>
            <p:txBody>
              <a:bodyPr/>
              <a:lstStyle/>
              <a:p>
                <a:endParaRPr lang="en-US" sz="1701"/>
              </a:p>
            </p:txBody>
          </p:sp>
          <p:sp>
            <p:nvSpPr>
              <p:cNvPr id="11395" name="Freeform: Shape 11394">
                <a:extLst>
                  <a:ext uri="{FF2B5EF4-FFF2-40B4-BE49-F238E27FC236}">
                    <a16:creationId xmlns:a16="http://schemas.microsoft.com/office/drawing/2014/main" id="{FB63C843-8999-8D90-899A-90ABC19421DB}"/>
                  </a:ext>
                </a:extLst>
              </p:cNvPr>
              <p:cNvSpPr/>
              <p:nvPr/>
            </p:nvSpPr>
            <p:spPr>
              <a:xfrm>
                <a:off x="4626629"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6" name="Freeform: Shape 11395">
                <a:extLst>
                  <a:ext uri="{FF2B5EF4-FFF2-40B4-BE49-F238E27FC236}">
                    <a16:creationId xmlns:a16="http://schemas.microsoft.com/office/drawing/2014/main" id="{0526AEA0-254D-09D3-7C64-00EFDEA4CD69}"/>
                  </a:ext>
                </a:extLst>
              </p:cNvPr>
              <p:cNvSpPr/>
              <p:nvPr/>
            </p:nvSpPr>
            <p:spPr>
              <a:xfrm>
                <a:off x="4626629"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7" name="Freeform: Shape 11396">
                <a:extLst>
                  <a:ext uri="{FF2B5EF4-FFF2-40B4-BE49-F238E27FC236}">
                    <a16:creationId xmlns:a16="http://schemas.microsoft.com/office/drawing/2014/main" id="{F382E967-E5AF-FE0F-B44F-1BE9BC2B2E4C}"/>
                  </a:ext>
                </a:extLst>
              </p:cNvPr>
              <p:cNvSpPr/>
              <p:nvPr/>
            </p:nvSpPr>
            <p:spPr>
              <a:xfrm>
                <a:off x="4626629"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8" name="Freeform: Shape 11397">
                <a:extLst>
                  <a:ext uri="{FF2B5EF4-FFF2-40B4-BE49-F238E27FC236}">
                    <a16:creationId xmlns:a16="http://schemas.microsoft.com/office/drawing/2014/main" id="{FDB9B2F9-7AA3-42CA-9614-D4049C067B7F}"/>
                  </a:ext>
                </a:extLst>
              </p:cNvPr>
              <p:cNvSpPr/>
              <p:nvPr/>
            </p:nvSpPr>
            <p:spPr>
              <a:xfrm>
                <a:off x="4626629"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399" name="Freeform: Shape 11398">
                <a:extLst>
                  <a:ext uri="{FF2B5EF4-FFF2-40B4-BE49-F238E27FC236}">
                    <a16:creationId xmlns:a16="http://schemas.microsoft.com/office/drawing/2014/main" id="{ADA54CFD-C8CB-F9D5-53E1-97B9727185B6}"/>
                  </a:ext>
                </a:extLst>
              </p:cNvPr>
              <p:cNvSpPr/>
              <p:nvPr/>
            </p:nvSpPr>
            <p:spPr>
              <a:xfrm>
                <a:off x="4626629"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400" name="Freeform: Shape 11399">
                <a:extLst>
                  <a:ext uri="{FF2B5EF4-FFF2-40B4-BE49-F238E27FC236}">
                    <a16:creationId xmlns:a16="http://schemas.microsoft.com/office/drawing/2014/main" id="{8AED3562-66A4-7EB7-489B-4AE9E1FA044E}"/>
                  </a:ext>
                </a:extLst>
              </p:cNvPr>
              <p:cNvSpPr/>
              <p:nvPr/>
            </p:nvSpPr>
            <p:spPr>
              <a:xfrm>
                <a:off x="4626629"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01" name="Freeform: Shape 11400">
                <a:extLst>
                  <a:ext uri="{FF2B5EF4-FFF2-40B4-BE49-F238E27FC236}">
                    <a16:creationId xmlns:a16="http://schemas.microsoft.com/office/drawing/2014/main" id="{8CE5C861-F1F0-EFC7-6797-688168F1E8DA}"/>
                  </a:ext>
                </a:extLst>
              </p:cNvPr>
              <p:cNvSpPr/>
              <p:nvPr/>
            </p:nvSpPr>
            <p:spPr>
              <a:xfrm>
                <a:off x="4626629"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02" name="Freeform: Shape 11401">
                <a:extLst>
                  <a:ext uri="{FF2B5EF4-FFF2-40B4-BE49-F238E27FC236}">
                    <a16:creationId xmlns:a16="http://schemas.microsoft.com/office/drawing/2014/main" id="{2893ED47-28C8-3B65-EFC8-FEEFFBC69320}"/>
                  </a:ext>
                </a:extLst>
              </p:cNvPr>
              <p:cNvSpPr/>
              <p:nvPr/>
            </p:nvSpPr>
            <p:spPr>
              <a:xfrm>
                <a:off x="4626629"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03" name="Freeform: Shape 11402">
                <a:extLst>
                  <a:ext uri="{FF2B5EF4-FFF2-40B4-BE49-F238E27FC236}">
                    <a16:creationId xmlns:a16="http://schemas.microsoft.com/office/drawing/2014/main" id="{C92B3926-DEF8-35FB-B71D-5A4050E195DE}"/>
                  </a:ext>
                </a:extLst>
              </p:cNvPr>
              <p:cNvSpPr/>
              <p:nvPr/>
            </p:nvSpPr>
            <p:spPr>
              <a:xfrm>
                <a:off x="4626629"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04" name="Freeform: Shape 11403">
                <a:extLst>
                  <a:ext uri="{FF2B5EF4-FFF2-40B4-BE49-F238E27FC236}">
                    <a16:creationId xmlns:a16="http://schemas.microsoft.com/office/drawing/2014/main" id="{BEDF967A-4990-D7CF-FE93-5E560E882709}"/>
                  </a:ext>
                </a:extLst>
              </p:cNvPr>
              <p:cNvSpPr/>
              <p:nvPr/>
            </p:nvSpPr>
            <p:spPr>
              <a:xfrm>
                <a:off x="4626629"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05" name="Freeform: Shape 11404">
                <a:extLst>
                  <a:ext uri="{FF2B5EF4-FFF2-40B4-BE49-F238E27FC236}">
                    <a16:creationId xmlns:a16="http://schemas.microsoft.com/office/drawing/2014/main" id="{B9D61BAD-BDEE-099D-C462-4D5DF0544799}"/>
                  </a:ext>
                </a:extLst>
              </p:cNvPr>
              <p:cNvSpPr/>
              <p:nvPr/>
            </p:nvSpPr>
            <p:spPr>
              <a:xfrm>
                <a:off x="4626629"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06" name="Freeform: Shape 11405">
                <a:extLst>
                  <a:ext uri="{FF2B5EF4-FFF2-40B4-BE49-F238E27FC236}">
                    <a16:creationId xmlns:a16="http://schemas.microsoft.com/office/drawing/2014/main" id="{3D4A6F13-7D62-23E9-57ED-D5137A63D928}"/>
                  </a:ext>
                </a:extLst>
              </p:cNvPr>
              <p:cNvSpPr/>
              <p:nvPr/>
            </p:nvSpPr>
            <p:spPr>
              <a:xfrm>
                <a:off x="4626629"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407" name="Freeform: Shape 11406">
                <a:extLst>
                  <a:ext uri="{FF2B5EF4-FFF2-40B4-BE49-F238E27FC236}">
                    <a16:creationId xmlns:a16="http://schemas.microsoft.com/office/drawing/2014/main" id="{1D0BAE8F-D9C8-003E-93C6-B7B1EDEB1C45}"/>
                  </a:ext>
                </a:extLst>
              </p:cNvPr>
              <p:cNvSpPr/>
              <p:nvPr/>
            </p:nvSpPr>
            <p:spPr>
              <a:xfrm>
                <a:off x="4626629"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408" name="Freeform: Shape 11407">
                <a:extLst>
                  <a:ext uri="{FF2B5EF4-FFF2-40B4-BE49-F238E27FC236}">
                    <a16:creationId xmlns:a16="http://schemas.microsoft.com/office/drawing/2014/main" id="{4E66B6CA-0E00-DF2C-4A8C-A22A5E0B7B0F}"/>
                  </a:ext>
                </a:extLst>
              </p:cNvPr>
              <p:cNvSpPr/>
              <p:nvPr/>
            </p:nvSpPr>
            <p:spPr>
              <a:xfrm>
                <a:off x="4626629"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09" name="Freeform: Shape 11408">
                <a:extLst>
                  <a:ext uri="{FF2B5EF4-FFF2-40B4-BE49-F238E27FC236}">
                    <a16:creationId xmlns:a16="http://schemas.microsoft.com/office/drawing/2014/main" id="{57C4264E-90C5-1325-48CD-CB8C8639B3E1}"/>
                  </a:ext>
                </a:extLst>
              </p:cNvPr>
              <p:cNvSpPr/>
              <p:nvPr/>
            </p:nvSpPr>
            <p:spPr>
              <a:xfrm>
                <a:off x="4626629"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410" name="Freeform: Shape 11409">
                <a:extLst>
                  <a:ext uri="{FF2B5EF4-FFF2-40B4-BE49-F238E27FC236}">
                    <a16:creationId xmlns:a16="http://schemas.microsoft.com/office/drawing/2014/main" id="{838FA8C5-B011-3BB6-CE99-B1C02BC5107E}"/>
                  </a:ext>
                </a:extLst>
              </p:cNvPr>
              <p:cNvSpPr/>
              <p:nvPr/>
            </p:nvSpPr>
            <p:spPr>
              <a:xfrm>
                <a:off x="4626629"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6500"/>
              </a:solidFill>
              <a:ln w="2679" cap="rnd">
                <a:solidFill>
                  <a:srgbClr val="999999"/>
                </a:solidFill>
                <a:prstDash val="solid"/>
                <a:round/>
              </a:ln>
            </p:spPr>
            <p:txBody>
              <a:bodyPr/>
              <a:lstStyle/>
              <a:p>
                <a:endParaRPr lang="en-US" sz="1701"/>
              </a:p>
            </p:txBody>
          </p:sp>
          <p:sp>
            <p:nvSpPr>
              <p:cNvPr id="11411" name="Freeform: Shape 11410">
                <a:extLst>
                  <a:ext uri="{FF2B5EF4-FFF2-40B4-BE49-F238E27FC236}">
                    <a16:creationId xmlns:a16="http://schemas.microsoft.com/office/drawing/2014/main" id="{5BA900EB-41C4-F480-BE4B-7A459815592F}"/>
                  </a:ext>
                </a:extLst>
              </p:cNvPr>
              <p:cNvSpPr/>
              <p:nvPr/>
            </p:nvSpPr>
            <p:spPr>
              <a:xfrm>
                <a:off x="4626629"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1412" name="Freeform: Shape 11411">
                <a:extLst>
                  <a:ext uri="{FF2B5EF4-FFF2-40B4-BE49-F238E27FC236}">
                    <a16:creationId xmlns:a16="http://schemas.microsoft.com/office/drawing/2014/main" id="{5F2D68C0-EEF9-6395-58B9-FC8D9D318A2B}"/>
                  </a:ext>
                </a:extLst>
              </p:cNvPr>
              <p:cNvSpPr/>
              <p:nvPr/>
            </p:nvSpPr>
            <p:spPr>
              <a:xfrm>
                <a:off x="4626629"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413" name="Freeform: Shape 11412">
                <a:extLst>
                  <a:ext uri="{FF2B5EF4-FFF2-40B4-BE49-F238E27FC236}">
                    <a16:creationId xmlns:a16="http://schemas.microsoft.com/office/drawing/2014/main" id="{528315F7-5644-8EB8-480C-D4012817E4DD}"/>
                  </a:ext>
                </a:extLst>
              </p:cNvPr>
              <p:cNvSpPr/>
              <p:nvPr/>
            </p:nvSpPr>
            <p:spPr>
              <a:xfrm>
                <a:off x="4626629"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14" name="Freeform: Shape 11413">
                <a:extLst>
                  <a:ext uri="{FF2B5EF4-FFF2-40B4-BE49-F238E27FC236}">
                    <a16:creationId xmlns:a16="http://schemas.microsoft.com/office/drawing/2014/main" id="{082C8B61-819F-AACF-6AB0-570479900D1E}"/>
                  </a:ext>
                </a:extLst>
              </p:cNvPr>
              <p:cNvSpPr/>
              <p:nvPr/>
            </p:nvSpPr>
            <p:spPr>
              <a:xfrm>
                <a:off x="4626629"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15" name="Freeform: Shape 11414">
                <a:extLst>
                  <a:ext uri="{FF2B5EF4-FFF2-40B4-BE49-F238E27FC236}">
                    <a16:creationId xmlns:a16="http://schemas.microsoft.com/office/drawing/2014/main" id="{B69D4CB5-F651-C182-78B9-E4404A03BEFE}"/>
                  </a:ext>
                </a:extLst>
              </p:cNvPr>
              <p:cNvSpPr/>
              <p:nvPr/>
            </p:nvSpPr>
            <p:spPr>
              <a:xfrm>
                <a:off x="4688867"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16" name="Freeform: Shape 11415">
                <a:extLst>
                  <a:ext uri="{FF2B5EF4-FFF2-40B4-BE49-F238E27FC236}">
                    <a16:creationId xmlns:a16="http://schemas.microsoft.com/office/drawing/2014/main" id="{84CAC45A-A7F8-D89B-6433-671043487BC4}"/>
                  </a:ext>
                </a:extLst>
              </p:cNvPr>
              <p:cNvSpPr/>
              <p:nvPr/>
            </p:nvSpPr>
            <p:spPr>
              <a:xfrm>
                <a:off x="4688867"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17" name="Freeform: Shape 11416">
                <a:extLst>
                  <a:ext uri="{FF2B5EF4-FFF2-40B4-BE49-F238E27FC236}">
                    <a16:creationId xmlns:a16="http://schemas.microsoft.com/office/drawing/2014/main" id="{C41714D8-6B3B-5CEE-473E-E4DFB2AA12FC}"/>
                  </a:ext>
                </a:extLst>
              </p:cNvPr>
              <p:cNvSpPr/>
              <p:nvPr/>
            </p:nvSpPr>
            <p:spPr>
              <a:xfrm>
                <a:off x="4688867"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18" name="Freeform: Shape 11417">
                <a:extLst>
                  <a:ext uri="{FF2B5EF4-FFF2-40B4-BE49-F238E27FC236}">
                    <a16:creationId xmlns:a16="http://schemas.microsoft.com/office/drawing/2014/main" id="{411F45F9-8B9D-3232-A412-A90F26D9E6A8}"/>
                  </a:ext>
                </a:extLst>
              </p:cNvPr>
              <p:cNvSpPr/>
              <p:nvPr/>
            </p:nvSpPr>
            <p:spPr>
              <a:xfrm>
                <a:off x="4688867"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19" name="Freeform: Shape 11418">
                <a:extLst>
                  <a:ext uri="{FF2B5EF4-FFF2-40B4-BE49-F238E27FC236}">
                    <a16:creationId xmlns:a16="http://schemas.microsoft.com/office/drawing/2014/main" id="{72CE4FE3-B972-4C51-44B2-78560450C0CE}"/>
                  </a:ext>
                </a:extLst>
              </p:cNvPr>
              <p:cNvSpPr/>
              <p:nvPr/>
            </p:nvSpPr>
            <p:spPr>
              <a:xfrm>
                <a:off x="4688867"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20" name="Freeform: Shape 11419">
                <a:extLst>
                  <a:ext uri="{FF2B5EF4-FFF2-40B4-BE49-F238E27FC236}">
                    <a16:creationId xmlns:a16="http://schemas.microsoft.com/office/drawing/2014/main" id="{657706B9-FD5C-ED34-C631-3441DA05181F}"/>
                  </a:ext>
                </a:extLst>
              </p:cNvPr>
              <p:cNvSpPr/>
              <p:nvPr/>
            </p:nvSpPr>
            <p:spPr>
              <a:xfrm>
                <a:off x="4688867"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21" name="Freeform: Shape 11420">
                <a:extLst>
                  <a:ext uri="{FF2B5EF4-FFF2-40B4-BE49-F238E27FC236}">
                    <a16:creationId xmlns:a16="http://schemas.microsoft.com/office/drawing/2014/main" id="{BEC21B66-B2CE-9C72-A998-ED555E2C2505}"/>
                  </a:ext>
                </a:extLst>
              </p:cNvPr>
              <p:cNvSpPr/>
              <p:nvPr/>
            </p:nvSpPr>
            <p:spPr>
              <a:xfrm>
                <a:off x="4688867"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22" name="Freeform: Shape 11421">
                <a:extLst>
                  <a:ext uri="{FF2B5EF4-FFF2-40B4-BE49-F238E27FC236}">
                    <a16:creationId xmlns:a16="http://schemas.microsoft.com/office/drawing/2014/main" id="{D22CCAA2-97F4-674A-7EC9-CFB825EF5C4F}"/>
                  </a:ext>
                </a:extLst>
              </p:cNvPr>
              <p:cNvSpPr/>
              <p:nvPr/>
            </p:nvSpPr>
            <p:spPr>
              <a:xfrm>
                <a:off x="4688867"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423" name="Freeform: Shape 11422">
                <a:extLst>
                  <a:ext uri="{FF2B5EF4-FFF2-40B4-BE49-F238E27FC236}">
                    <a16:creationId xmlns:a16="http://schemas.microsoft.com/office/drawing/2014/main" id="{EB2821AC-D610-6398-8008-9EE7C1123173}"/>
                  </a:ext>
                </a:extLst>
              </p:cNvPr>
              <p:cNvSpPr/>
              <p:nvPr/>
            </p:nvSpPr>
            <p:spPr>
              <a:xfrm>
                <a:off x="4688867"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24" name="Freeform: Shape 11423">
                <a:extLst>
                  <a:ext uri="{FF2B5EF4-FFF2-40B4-BE49-F238E27FC236}">
                    <a16:creationId xmlns:a16="http://schemas.microsoft.com/office/drawing/2014/main" id="{3BB2C6CA-50D9-526E-8D3D-E7D36ABA8A26}"/>
                  </a:ext>
                </a:extLst>
              </p:cNvPr>
              <p:cNvSpPr/>
              <p:nvPr/>
            </p:nvSpPr>
            <p:spPr>
              <a:xfrm>
                <a:off x="4688867"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25" name="Freeform: Shape 11424">
                <a:extLst>
                  <a:ext uri="{FF2B5EF4-FFF2-40B4-BE49-F238E27FC236}">
                    <a16:creationId xmlns:a16="http://schemas.microsoft.com/office/drawing/2014/main" id="{6EA15467-A2EB-28F5-5F2D-2277395F2FCF}"/>
                  </a:ext>
                </a:extLst>
              </p:cNvPr>
              <p:cNvSpPr/>
              <p:nvPr/>
            </p:nvSpPr>
            <p:spPr>
              <a:xfrm>
                <a:off x="4688867"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26" name="Freeform: Shape 11425">
                <a:extLst>
                  <a:ext uri="{FF2B5EF4-FFF2-40B4-BE49-F238E27FC236}">
                    <a16:creationId xmlns:a16="http://schemas.microsoft.com/office/drawing/2014/main" id="{5EAEBB98-D722-A89D-0D48-296A198A093A}"/>
                  </a:ext>
                </a:extLst>
              </p:cNvPr>
              <p:cNvSpPr/>
              <p:nvPr/>
            </p:nvSpPr>
            <p:spPr>
              <a:xfrm>
                <a:off x="4688867"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427" name="Freeform: Shape 11426">
                <a:extLst>
                  <a:ext uri="{FF2B5EF4-FFF2-40B4-BE49-F238E27FC236}">
                    <a16:creationId xmlns:a16="http://schemas.microsoft.com/office/drawing/2014/main" id="{9D7404E8-8698-EBF8-4ADE-32A0EA842F69}"/>
                  </a:ext>
                </a:extLst>
              </p:cNvPr>
              <p:cNvSpPr/>
              <p:nvPr/>
            </p:nvSpPr>
            <p:spPr>
              <a:xfrm>
                <a:off x="4688867"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28" name="Freeform: Shape 11427">
                <a:extLst>
                  <a:ext uri="{FF2B5EF4-FFF2-40B4-BE49-F238E27FC236}">
                    <a16:creationId xmlns:a16="http://schemas.microsoft.com/office/drawing/2014/main" id="{AA4CEC51-A3AE-359D-F7A8-7F1B118FD460}"/>
                  </a:ext>
                </a:extLst>
              </p:cNvPr>
              <p:cNvSpPr/>
              <p:nvPr/>
            </p:nvSpPr>
            <p:spPr>
              <a:xfrm>
                <a:off x="4688867"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29" name="Freeform: Shape 11428">
                <a:extLst>
                  <a:ext uri="{FF2B5EF4-FFF2-40B4-BE49-F238E27FC236}">
                    <a16:creationId xmlns:a16="http://schemas.microsoft.com/office/drawing/2014/main" id="{87600BF1-50FA-2289-E9BE-395AA4BAD51A}"/>
                  </a:ext>
                </a:extLst>
              </p:cNvPr>
              <p:cNvSpPr/>
              <p:nvPr/>
            </p:nvSpPr>
            <p:spPr>
              <a:xfrm>
                <a:off x="4688867"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30" name="Freeform: Shape 11429">
                <a:extLst>
                  <a:ext uri="{FF2B5EF4-FFF2-40B4-BE49-F238E27FC236}">
                    <a16:creationId xmlns:a16="http://schemas.microsoft.com/office/drawing/2014/main" id="{C54212AD-64B5-5797-13F5-AF724F798845}"/>
                  </a:ext>
                </a:extLst>
              </p:cNvPr>
              <p:cNvSpPr/>
              <p:nvPr/>
            </p:nvSpPr>
            <p:spPr>
              <a:xfrm>
                <a:off x="4688867"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31" name="Freeform: Shape 11430">
                <a:extLst>
                  <a:ext uri="{FF2B5EF4-FFF2-40B4-BE49-F238E27FC236}">
                    <a16:creationId xmlns:a16="http://schemas.microsoft.com/office/drawing/2014/main" id="{B86E6456-0C8C-5CE6-AC78-F62BEE4AD95E}"/>
                  </a:ext>
                </a:extLst>
              </p:cNvPr>
              <p:cNvSpPr/>
              <p:nvPr/>
            </p:nvSpPr>
            <p:spPr>
              <a:xfrm>
                <a:off x="4688867"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32" name="Freeform: Shape 11431">
                <a:extLst>
                  <a:ext uri="{FF2B5EF4-FFF2-40B4-BE49-F238E27FC236}">
                    <a16:creationId xmlns:a16="http://schemas.microsoft.com/office/drawing/2014/main" id="{84B4E9C2-3662-F06D-16F3-775290E87A9B}"/>
                  </a:ext>
                </a:extLst>
              </p:cNvPr>
              <p:cNvSpPr/>
              <p:nvPr/>
            </p:nvSpPr>
            <p:spPr>
              <a:xfrm>
                <a:off x="4688867"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33" name="Freeform: Shape 11432">
                <a:extLst>
                  <a:ext uri="{FF2B5EF4-FFF2-40B4-BE49-F238E27FC236}">
                    <a16:creationId xmlns:a16="http://schemas.microsoft.com/office/drawing/2014/main" id="{5EDF40BA-3AA2-8DDE-732C-211CAD3AB081}"/>
                  </a:ext>
                </a:extLst>
              </p:cNvPr>
              <p:cNvSpPr/>
              <p:nvPr/>
            </p:nvSpPr>
            <p:spPr>
              <a:xfrm>
                <a:off x="4688867"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34" name="Freeform: Shape 11433">
                <a:extLst>
                  <a:ext uri="{FF2B5EF4-FFF2-40B4-BE49-F238E27FC236}">
                    <a16:creationId xmlns:a16="http://schemas.microsoft.com/office/drawing/2014/main" id="{F77D3A9D-DDD4-271B-4718-883F2F2AC621}"/>
                  </a:ext>
                </a:extLst>
              </p:cNvPr>
              <p:cNvSpPr/>
              <p:nvPr/>
            </p:nvSpPr>
            <p:spPr>
              <a:xfrm>
                <a:off x="4688867"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35" name="Freeform: Shape 11434">
                <a:extLst>
                  <a:ext uri="{FF2B5EF4-FFF2-40B4-BE49-F238E27FC236}">
                    <a16:creationId xmlns:a16="http://schemas.microsoft.com/office/drawing/2014/main" id="{05418AD0-00B2-7AB5-44D5-C5ECBA36D5DC}"/>
                  </a:ext>
                </a:extLst>
              </p:cNvPr>
              <p:cNvSpPr/>
              <p:nvPr/>
            </p:nvSpPr>
            <p:spPr>
              <a:xfrm>
                <a:off x="4688867"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436" name="Freeform: Shape 11435">
                <a:extLst>
                  <a:ext uri="{FF2B5EF4-FFF2-40B4-BE49-F238E27FC236}">
                    <a16:creationId xmlns:a16="http://schemas.microsoft.com/office/drawing/2014/main" id="{010DFFB0-4A79-7113-CC7B-CAB2460C3761}"/>
                  </a:ext>
                </a:extLst>
              </p:cNvPr>
              <p:cNvSpPr/>
              <p:nvPr/>
            </p:nvSpPr>
            <p:spPr>
              <a:xfrm>
                <a:off x="4688867"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37" name="Freeform: Shape 11436">
                <a:extLst>
                  <a:ext uri="{FF2B5EF4-FFF2-40B4-BE49-F238E27FC236}">
                    <a16:creationId xmlns:a16="http://schemas.microsoft.com/office/drawing/2014/main" id="{18EBAB13-5A67-07C9-0C79-244CF5CC0740}"/>
                  </a:ext>
                </a:extLst>
              </p:cNvPr>
              <p:cNvSpPr/>
              <p:nvPr/>
            </p:nvSpPr>
            <p:spPr>
              <a:xfrm>
                <a:off x="4688867"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4600"/>
              </a:solidFill>
              <a:ln w="2679" cap="rnd">
                <a:solidFill>
                  <a:srgbClr val="999999"/>
                </a:solidFill>
                <a:prstDash val="solid"/>
                <a:round/>
              </a:ln>
            </p:spPr>
            <p:txBody>
              <a:bodyPr/>
              <a:lstStyle/>
              <a:p>
                <a:endParaRPr lang="en-US" sz="1701"/>
              </a:p>
            </p:txBody>
          </p:sp>
          <p:sp>
            <p:nvSpPr>
              <p:cNvPr id="11438" name="Freeform: Shape 11437">
                <a:extLst>
                  <a:ext uri="{FF2B5EF4-FFF2-40B4-BE49-F238E27FC236}">
                    <a16:creationId xmlns:a16="http://schemas.microsoft.com/office/drawing/2014/main" id="{6A544D73-5A13-9E89-4A25-56D9880F9060}"/>
                  </a:ext>
                </a:extLst>
              </p:cNvPr>
              <p:cNvSpPr/>
              <p:nvPr/>
            </p:nvSpPr>
            <p:spPr>
              <a:xfrm>
                <a:off x="4688867"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487"/>
              </a:solidFill>
              <a:ln w="2679" cap="rnd">
                <a:solidFill>
                  <a:srgbClr val="999999"/>
                </a:solidFill>
                <a:prstDash val="solid"/>
                <a:round/>
              </a:ln>
            </p:spPr>
            <p:txBody>
              <a:bodyPr/>
              <a:lstStyle/>
              <a:p>
                <a:endParaRPr lang="en-US" sz="1701"/>
              </a:p>
            </p:txBody>
          </p:sp>
          <p:sp>
            <p:nvSpPr>
              <p:cNvPr id="11439" name="Freeform: Shape 11438">
                <a:extLst>
                  <a:ext uri="{FF2B5EF4-FFF2-40B4-BE49-F238E27FC236}">
                    <a16:creationId xmlns:a16="http://schemas.microsoft.com/office/drawing/2014/main" id="{5DFB0880-78A1-9B69-BE74-44C539B2C39E}"/>
                  </a:ext>
                </a:extLst>
              </p:cNvPr>
              <p:cNvSpPr/>
              <p:nvPr/>
            </p:nvSpPr>
            <p:spPr>
              <a:xfrm>
                <a:off x="4688867"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440" name="Freeform: Shape 11439">
                <a:extLst>
                  <a:ext uri="{FF2B5EF4-FFF2-40B4-BE49-F238E27FC236}">
                    <a16:creationId xmlns:a16="http://schemas.microsoft.com/office/drawing/2014/main" id="{862D18EF-3A0D-71D5-EF75-2DE4E3DFEF99}"/>
                  </a:ext>
                </a:extLst>
              </p:cNvPr>
              <p:cNvSpPr/>
              <p:nvPr/>
            </p:nvSpPr>
            <p:spPr>
              <a:xfrm>
                <a:off x="4688867"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41" name="Freeform: Shape 11440">
                <a:extLst>
                  <a:ext uri="{FF2B5EF4-FFF2-40B4-BE49-F238E27FC236}">
                    <a16:creationId xmlns:a16="http://schemas.microsoft.com/office/drawing/2014/main" id="{600A21AB-7D09-7BF1-FE1D-9DDF042213F3}"/>
                  </a:ext>
                </a:extLst>
              </p:cNvPr>
              <p:cNvSpPr/>
              <p:nvPr/>
            </p:nvSpPr>
            <p:spPr>
              <a:xfrm>
                <a:off x="4688867"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442" name="Freeform: Shape 11441">
                <a:extLst>
                  <a:ext uri="{FF2B5EF4-FFF2-40B4-BE49-F238E27FC236}">
                    <a16:creationId xmlns:a16="http://schemas.microsoft.com/office/drawing/2014/main" id="{7934DCAB-0D31-278E-436E-42204B1C81EB}"/>
                  </a:ext>
                </a:extLst>
              </p:cNvPr>
              <p:cNvSpPr/>
              <p:nvPr/>
            </p:nvSpPr>
            <p:spPr>
              <a:xfrm>
                <a:off x="4751181"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FA6"/>
              </a:solidFill>
              <a:ln w="2679" cap="rnd">
                <a:solidFill>
                  <a:srgbClr val="999999"/>
                </a:solidFill>
                <a:prstDash val="solid"/>
                <a:round/>
              </a:ln>
            </p:spPr>
            <p:txBody>
              <a:bodyPr/>
              <a:lstStyle/>
              <a:p>
                <a:endParaRPr lang="en-US" sz="1701"/>
              </a:p>
            </p:txBody>
          </p:sp>
          <p:sp>
            <p:nvSpPr>
              <p:cNvPr id="11443" name="Freeform: Shape 11442">
                <a:extLst>
                  <a:ext uri="{FF2B5EF4-FFF2-40B4-BE49-F238E27FC236}">
                    <a16:creationId xmlns:a16="http://schemas.microsoft.com/office/drawing/2014/main" id="{CBB0E647-37D4-D223-A480-5482B3845574}"/>
                  </a:ext>
                </a:extLst>
              </p:cNvPr>
              <p:cNvSpPr/>
              <p:nvPr/>
            </p:nvSpPr>
            <p:spPr>
              <a:xfrm>
                <a:off x="4751181"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444" name="Freeform: Shape 11443">
                <a:extLst>
                  <a:ext uri="{FF2B5EF4-FFF2-40B4-BE49-F238E27FC236}">
                    <a16:creationId xmlns:a16="http://schemas.microsoft.com/office/drawing/2014/main" id="{95554381-4CD9-9B21-BD52-61C8CD017058}"/>
                  </a:ext>
                </a:extLst>
              </p:cNvPr>
              <p:cNvSpPr/>
              <p:nvPr/>
            </p:nvSpPr>
            <p:spPr>
              <a:xfrm>
                <a:off x="4751181"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3C00"/>
              </a:solidFill>
              <a:ln w="2679" cap="rnd">
                <a:solidFill>
                  <a:srgbClr val="999999"/>
                </a:solidFill>
                <a:prstDash val="solid"/>
                <a:round/>
              </a:ln>
            </p:spPr>
            <p:txBody>
              <a:bodyPr/>
              <a:lstStyle/>
              <a:p>
                <a:endParaRPr lang="en-US" sz="1701"/>
              </a:p>
            </p:txBody>
          </p:sp>
          <p:sp>
            <p:nvSpPr>
              <p:cNvPr id="11445" name="Freeform: Shape 11444">
                <a:extLst>
                  <a:ext uri="{FF2B5EF4-FFF2-40B4-BE49-F238E27FC236}">
                    <a16:creationId xmlns:a16="http://schemas.microsoft.com/office/drawing/2014/main" id="{2F394015-A604-407A-06F9-95618DB0CD4A}"/>
                  </a:ext>
                </a:extLst>
              </p:cNvPr>
              <p:cNvSpPr/>
              <p:nvPr/>
            </p:nvSpPr>
            <p:spPr>
              <a:xfrm>
                <a:off x="4751181"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46" name="Freeform: Shape 11445">
                <a:extLst>
                  <a:ext uri="{FF2B5EF4-FFF2-40B4-BE49-F238E27FC236}">
                    <a16:creationId xmlns:a16="http://schemas.microsoft.com/office/drawing/2014/main" id="{72A4C8B2-32E0-3E23-AB4A-B7A097FB396B}"/>
                  </a:ext>
                </a:extLst>
              </p:cNvPr>
              <p:cNvSpPr/>
              <p:nvPr/>
            </p:nvSpPr>
            <p:spPr>
              <a:xfrm>
                <a:off x="4751181"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47" name="Freeform: Shape 11446">
                <a:extLst>
                  <a:ext uri="{FF2B5EF4-FFF2-40B4-BE49-F238E27FC236}">
                    <a16:creationId xmlns:a16="http://schemas.microsoft.com/office/drawing/2014/main" id="{ABF49681-4EEC-F352-781C-B0762C400689}"/>
                  </a:ext>
                </a:extLst>
              </p:cNvPr>
              <p:cNvSpPr/>
              <p:nvPr/>
            </p:nvSpPr>
            <p:spPr>
              <a:xfrm>
                <a:off x="4751181"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48" name="Freeform: Shape 11447">
                <a:extLst>
                  <a:ext uri="{FF2B5EF4-FFF2-40B4-BE49-F238E27FC236}">
                    <a16:creationId xmlns:a16="http://schemas.microsoft.com/office/drawing/2014/main" id="{49AFA1C2-DBE8-94B0-FC24-FCE9FC88CBFA}"/>
                  </a:ext>
                </a:extLst>
              </p:cNvPr>
              <p:cNvSpPr/>
              <p:nvPr/>
            </p:nvSpPr>
            <p:spPr>
              <a:xfrm>
                <a:off x="4751181"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49" name="Freeform: Shape 11448">
                <a:extLst>
                  <a:ext uri="{FF2B5EF4-FFF2-40B4-BE49-F238E27FC236}">
                    <a16:creationId xmlns:a16="http://schemas.microsoft.com/office/drawing/2014/main" id="{E2A6FA2C-6DA7-D03C-2C6E-6C3563B5E65A}"/>
                  </a:ext>
                </a:extLst>
              </p:cNvPr>
              <p:cNvSpPr/>
              <p:nvPr/>
            </p:nvSpPr>
            <p:spPr>
              <a:xfrm>
                <a:off x="4751181"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50" name="Freeform: Shape 11449">
                <a:extLst>
                  <a:ext uri="{FF2B5EF4-FFF2-40B4-BE49-F238E27FC236}">
                    <a16:creationId xmlns:a16="http://schemas.microsoft.com/office/drawing/2014/main" id="{954D7ECE-E76A-799A-CBBC-9824F3107571}"/>
                  </a:ext>
                </a:extLst>
              </p:cNvPr>
              <p:cNvSpPr/>
              <p:nvPr/>
            </p:nvSpPr>
            <p:spPr>
              <a:xfrm>
                <a:off x="4751181"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451" name="Freeform: Shape 11450">
                <a:extLst>
                  <a:ext uri="{FF2B5EF4-FFF2-40B4-BE49-F238E27FC236}">
                    <a16:creationId xmlns:a16="http://schemas.microsoft.com/office/drawing/2014/main" id="{348E98F4-AE97-2F65-0EC5-37753258A5FC}"/>
                  </a:ext>
                </a:extLst>
              </p:cNvPr>
              <p:cNvSpPr/>
              <p:nvPr/>
            </p:nvSpPr>
            <p:spPr>
              <a:xfrm>
                <a:off x="4751181"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52" name="Freeform: Shape 11451">
                <a:extLst>
                  <a:ext uri="{FF2B5EF4-FFF2-40B4-BE49-F238E27FC236}">
                    <a16:creationId xmlns:a16="http://schemas.microsoft.com/office/drawing/2014/main" id="{1B5D70E2-242E-A9D9-2EE5-2E3549FFDFB4}"/>
                  </a:ext>
                </a:extLst>
              </p:cNvPr>
              <p:cNvSpPr/>
              <p:nvPr/>
            </p:nvSpPr>
            <p:spPr>
              <a:xfrm>
                <a:off x="4751181"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453" name="Freeform: Shape 11452">
                <a:extLst>
                  <a:ext uri="{FF2B5EF4-FFF2-40B4-BE49-F238E27FC236}">
                    <a16:creationId xmlns:a16="http://schemas.microsoft.com/office/drawing/2014/main" id="{820280A0-DA9F-5E6B-1388-E1C55097E9A9}"/>
                  </a:ext>
                </a:extLst>
              </p:cNvPr>
              <p:cNvSpPr/>
              <p:nvPr/>
            </p:nvSpPr>
            <p:spPr>
              <a:xfrm>
                <a:off x="4751181"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454" name="Freeform: Shape 11453">
                <a:extLst>
                  <a:ext uri="{FF2B5EF4-FFF2-40B4-BE49-F238E27FC236}">
                    <a16:creationId xmlns:a16="http://schemas.microsoft.com/office/drawing/2014/main" id="{313AB1F2-1658-3E3A-5B1D-4FE99A85FC9C}"/>
                  </a:ext>
                </a:extLst>
              </p:cNvPr>
              <p:cNvSpPr/>
              <p:nvPr/>
            </p:nvSpPr>
            <p:spPr>
              <a:xfrm>
                <a:off x="4751181"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55" name="Freeform: Shape 11454">
                <a:extLst>
                  <a:ext uri="{FF2B5EF4-FFF2-40B4-BE49-F238E27FC236}">
                    <a16:creationId xmlns:a16="http://schemas.microsoft.com/office/drawing/2014/main" id="{78F89BA9-D901-9413-8FC9-2AB485284FE3}"/>
                  </a:ext>
                </a:extLst>
              </p:cNvPr>
              <p:cNvSpPr/>
              <p:nvPr/>
            </p:nvSpPr>
            <p:spPr>
              <a:xfrm>
                <a:off x="4751181"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56" name="Freeform: Shape 11455">
                <a:extLst>
                  <a:ext uri="{FF2B5EF4-FFF2-40B4-BE49-F238E27FC236}">
                    <a16:creationId xmlns:a16="http://schemas.microsoft.com/office/drawing/2014/main" id="{13289359-CF1C-5B7C-7378-41C1A92075C8}"/>
                  </a:ext>
                </a:extLst>
              </p:cNvPr>
              <p:cNvSpPr/>
              <p:nvPr/>
            </p:nvSpPr>
            <p:spPr>
              <a:xfrm>
                <a:off x="4751181"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57" name="Freeform: Shape 11456">
                <a:extLst>
                  <a:ext uri="{FF2B5EF4-FFF2-40B4-BE49-F238E27FC236}">
                    <a16:creationId xmlns:a16="http://schemas.microsoft.com/office/drawing/2014/main" id="{BA2EA94B-7948-2920-E666-7FD5594931AD}"/>
                  </a:ext>
                </a:extLst>
              </p:cNvPr>
              <p:cNvSpPr/>
              <p:nvPr/>
            </p:nvSpPr>
            <p:spPr>
              <a:xfrm>
                <a:off x="4751181"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58" name="Freeform: Shape 11457">
                <a:extLst>
                  <a:ext uri="{FF2B5EF4-FFF2-40B4-BE49-F238E27FC236}">
                    <a16:creationId xmlns:a16="http://schemas.microsoft.com/office/drawing/2014/main" id="{9DD8A4B3-719C-232E-F33B-3B4F1CED631E}"/>
                  </a:ext>
                </a:extLst>
              </p:cNvPr>
              <p:cNvSpPr/>
              <p:nvPr/>
            </p:nvSpPr>
            <p:spPr>
              <a:xfrm>
                <a:off x="4751181"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59" name="Freeform: Shape 11458">
                <a:extLst>
                  <a:ext uri="{FF2B5EF4-FFF2-40B4-BE49-F238E27FC236}">
                    <a16:creationId xmlns:a16="http://schemas.microsoft.com/office/drawing/2014/main" id="{3B6B0DA0-9170-D30E-B8B4-EC574E639E3B}"/>
                  </a:ext>
                </a:extLst>
              </p:cNvPr>
              <p:cNvSpPr/>
              <p:nvPr/>
            </p:nvSpPr>
            <p:spPr>
              <a:xfrm>
                <a:off x="4751181"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60" name="Freeform: Shape 11459">
                <a:extLst>
                  <a:ext uri="{FF2B5EF4-FFF2-40B4-BE49-F238E27FC236}">
                    <a16:creationId xmlns:a16="http://schemas.microsoft.com/office/drawing/2014/main" id="{BE6EFB7C-7CCB-1B58-0D7A-9FB1C4F059F9}"/>
                  </a:ext>
                </a:extLst>
              </p:cNvPr>
              <p:cNvSpPr/>
              <p:nvPr/>
            </p:nvSpPr>
            <p:spPr>
              <a:xfrm>
                <a:off x="4751181"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61" name="Freeform: Shape 11460">
                <a:extLst>
                  <a:ext uri="{FF2B5EF4-FFF2-40B4-BE49-F238E27FC236}">
                    <a16:creationId xmlns:a16="http://schemas.microsoft.com/office/drawing/2014/main" id="{0B7DA986-3785-5156-C496-6F1DD9B17DC0}"/>
                  </a:ext>
                </a:extLst>
              </p:cNvPr>
              <p:cNvSpPr/>
              <p:nvPr/>
            </p:nvSpPr>
            <p:spPr>
              <a:xfrm>
                <a:off x="4751181"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62" name="Freeform: Shape 11461">
                <a:extLst>
                  <a:ext uri="{FF2B5EF4-FFF2-40B4-BE49-F238E27FC236}">
                    <a16:creationId xmlns:a16="http://schemas.microsoft.com/office/drawing/2014/main" id="{912B641D-6D7E-E3D1-FCA2-61B342F470CD}"/>
                  </a:ext>
                </a:extLst>
              </p:cNvPr>
              <p:cNvSpPr/>
              <p:nvPr/>
            </p:nvSpPr>
            <p:spPr>
              <a:xfrm>
                <a:off x="4751181"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63" name="Freeform: Shape 11462">
                <a:extLst>
                  <a:ext uri="{FF2B5EF4-FFF2-40B4-BE49-F238E27FC236}">
                    <a16:creationId xmlns:a16="http://schemas.microsoft.com/office/drawing/2014/main" id="{CD3CAB8F-C68A-BADB-40CF-AE0F27974D6B}"/>
                  </a:ext>
                </a:extLst>
              </p:cNvPr>
              <p:cNvSpPr/>
              <p:nvPr/>
            </p:nvSpPr>
            <p:spPr>
              <a:xfrm>
                <a:off x="4751181"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64" name="Freeform: Shape 11463">
                <a:extLst>
                  <a:ext uri="{FF2B5EF4-FFF2-40B4-BE49-F238E27FC236}">
                    <a16:creationId xmlns:a16="http://schemas.microsoft.com/office/drawing/2014/main" id="{E844E620-EBAA-5A9D-4BC2-03B1DB2C59D7}"/>
                  </a:ext>
                </a:extLst>
              </p:cNvPr>
              <p:cNvSpPr/>
              <p:nvPr/>
            </p:nvSpPr>
            <p:spPr>
              <a:xfrm>
                <a:off x="4751181"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465" name="Freeform: Shape 11464">
                <a:extLst>
                  <a:ext uri="{FF2B5EF4-FFF2-40B4-BE49-F238E27FC236}">
                    <a16:creationId xmlns:a16="http://schemas.microsoft.com/office/drawing/2014/main" id="{B3C6AFC3-2B87-9C3A-931A-CCFE5590A3C6}"/>
                  </a:ext>
                </a:extLst>
              </p:cNvPr>
              <p:cNvSpPr/>
              <p:nvPr/>
            </p:nvSpPr>
            <p:spPr>
              <a:xfrm>
                <a:off x="4751181"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466" name="Freeform: Shape 11465">
                <a:extLst>
                  <a:ext uri="{FF2B5EF4-FFF2-40B4-BE49-F238E27FC236}">
                    <a16:creationId xmlns:a16="http://schemas.microsoft.com/office/drawing/2014/main" id="{018E19EC-2FA5-D19A-37C4-79D9ADD77334}"/>
                  </a:ext>
                </a:extLst>
              </p:cNvPr>
              <p:cNvSpPr/>
              <p:nvPr/>
            </p:nvSpPr>
            <p:spPr>
              <a:xfrm>
                <a:off x="4751181"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67" name="Freeform: Shape 11466">
                <a:extLst>
                  <a:ext uri="{FF2B5EF4-FFF2-40B4-BE49-F238E27FC236}">
                    <a16:creationId xmlns:a16="http://schemas.microsoft.com/office/drawing/2014/main" id="{78190CBC-67D6-67B5-6D04-7B4F0530C4FF}"/>
                  </a:ext>
                </a:extLst>
              </p:cNvPr>
              <p:cNvSpPr/>
              <p:nvPr/>
            </p:nvSpPr>
            <p:spPr>
              <a:xfrm>
                <a:off x="4751181"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468" name="Freeform: Shape 11467">
                <a:extLst>
                  <a:ext uri="{FF2B5EF4-FFF2-40B4-BE49-F238E27FC236}">
                    <a16:creationId xmlns:a16="http://schemas.microsoft.com/office/drawing/2014/main" id="{73E9FBCD-57AE-0BF8-2883-553CDB46AFDA}"/>
                  </a:ext>
                </a:extLst>
              </p:cNvPr>
              <p:cNvSpPr/>
              <p:nvPr/>
            </p:nvSpPr>
            <p:spPr>
              <a:xfrm>
                <a:off x="4751181"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469" name="Freeform: Shape 11468">
                <a:extLst>
                  <a:ext uri="{FF2B5EF4-FFF2-40B4-BE49-F238E27FC236}">
                    <a16:creationId xmlns:a16="http://schemas.microsoft.com/office/drawing/2014/main" id="{BA129E50-9180-F3E8-36A4-4967C01ACA45}"/>
                  </a:ext>
                </a:extLst>
              </p:cNvPr>
              <p:cNvSpPr/>
              <p:nvPr/>
            </p:nvSpPr>
            <p:spPr>
              <a:xfrm>
                <a:off x="4813418"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0" name="Freeform: Shape 11469">
                <a:extLst>
                  <a:ext uri="{FF2B5EF4-FFF2-40B4-BE49-F238E27FC236}">
                    <a16:creationId xmlns:a16="http://schemas.microsoft.com/office/drawing/2014/main" id="{96FBBA02-E2EA-26A9-29D3-6CFA36163517}"/>
                  </a:ext>
                </a:extLst>
              </p:cNvPr>
              <p:cNvSpPr/>
              <p:nvPr/>
            </p:nvSpPr>
            <p:spPr>
              <a:xfrm>
                <a:off x="4813418"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1" name="Freeform: Shape 11470">
                <a:extLst>
                  <a:ext uri="{FF2B5EF4-FFF2-40B4-BE49-F238E27FC236}">
                    <a16:creationId xmlns:a16="http://schemas.microsoft.com/office/drawing/2014/main" id="{47371ABE-3A81-D86C-3E61-3BF0729FDFDD}"/>
                  </a:ext>
                </a:extLst>
              </p:cNvPr>
              <p:cNvSpPr/>
              <p:nvPr/>
            </p:nvSpPr>
            <p:spPr>
              <a:xfrm>
                <a:off x="4813418"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2" name="Freeform: Shape 11471">
                <a:extLst>
                  <a:ext uri="{FF2B5EF4-FFF2-40B4-BE49-F238E27FC236}">
                    <a16:creationId xmlns:a16="http://schemas.microsoft.com/office/drawing/2014/main" id="{F2663CB9-E6E9-53B3-0B79-45F4BEF127D9}"/>
                  </a:ext>
                </a:extLst>
              </p:cNvPr>
              <p:cNvSpPr/>
              <p:nvPr/>
            </p:nvSpPr>
            <p:spPr>
              <a:xfrm>
                <a:off x="4813418"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3" name="Freeform: Shape 11472">
                <a:extLst>
                  <a:ext uri="{FF2B5EF4-FFF2-40B4-BE49-F238E27FC236}">
                    <a16:creationId xmlns:a16="http://schemas.microsoft.com/office/drawing/2014/main" id="{67D3C4B2-FE09-BC50-86FA-77CA6AEDBB9A}"/>
                  </a:ext>
                </a:extLst>
              </p:cNvPr>
              <p:cNvSpPr/>
              <p:nvPr/>
            </p:nvSpPr>
            <p:spPr>
              <a:xfrm>
                <a:off x="4813418"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4" name="Freeform: Shape 11473">
                <a:extLst>
                  <a:ext uri="{FF2B5EF4-FFF2-40B4-BE49-F238E27FC236}">
                    <a16:creationId xmlns:a16="http://schemas.microsoft.com/office/drawing/2014/main" id="{775C6737-BFF0-0B24-9587-8F28CE40C29A}"/>
                  </a:ext>
                </a:extLst>
              </p:cNvPr>
              <p:cNvSpPr/>
              <p:nvPr/>
            </p:nvSpPr>
            <p:spPr>
              <a:xfrm>
                <a:off x="4813418"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5" name="Freeform: Shape 11474">
                <a:extLst>
                  <a:ext uri="{FF2B5EF4-FFF2-40B4-BE49-F238E27FC236}">
                    <a16:creationId xmlns:a16="http://schemas.microsoft.com/office/drawing/2014/main" id="{6E27D765-249D-F9A1-B7A6-6B288054CC98}"/>
                  </a:ext>
                </a:extLst>
              </p:cNvPr>
              <p:cNvSpPr/>
              <p:nvPr/>
            </p:nvSpPr>
            <p:spPr>
              <a:xfrm>
                <a:off x="4813418"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476" name="Freeform: Shape 11475">
                <a:extLst>
                  <a:ext uri="{FF2B5EF4-FFF2-40B4-BE49-F238E27FC236}">
                    <a16:creationId xmlns:a16="http://schemas.microsoft.com/office/drawing/2014/main" id="{A5A9B7DF-D95E-1C70-53D9-2514AF4DA7D1}"/>
                  </a:ext>
                </a:extLst>
              </p:cNvPr>
              <p:cNvSpPr/>
              <p:nvPr/>
            </p:nvSpPr>
            <p:spPr>
              <a:xfrm>
                <a:off x="4813418"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7" name="Freeform: Shape 11476">
                <a:extLst>
                  <a:ext uri="{FF2B5EF4-FFF2-40B4-BE49-F238E27FC236}">
                    <a16:creationId xmlns:a16="http://schemas.microsoft.com/office/drawing/2014/main" id="{EA39517B-1348-C61E-607C-EE35358406CB}"/>
                  </a:ext>
                </a:extLst>
              </p:cNvPr>
              <p:cNvSpPr/>
              <p:nvPr/>
            </p:nvSpPr>
            <p:spPr>
              <a:xfrm>
                <a:off x="4813418"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8" name="Freeform: Shape 11477">
                <a:extLst>
                  <a:ext uri="{FF2B5EF4-FFF2-40B4-BE49-F238E27FC236}">
                    <a16:creationId xmlns:a16="http://schemas.microsoft.com/office/drawing/2014/main" id="{64C8B8B9-EBB4-0718-D20F-4A9F2BD5AE46}"/>
                  </a:ext>
                </a:extLst>
              </p:cNvPr>
              <p:cNvSpPr/>
              <p:nvPr/>
            </p:nvSpPr>
            <p:spPr>
              <a:xfrm>
                <a:off x="4813418"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79" name="Freeform: Shape 11478">
                <a:extLst>
                  <a:ext uri="{FF2B5EF4-FFF2-40B4-BE49-F238E27FC236}">
                    <a16:creationId xmlns:a16="http://schemas.microsoft.com/office/drawing/2014/main" id="{B2A182B5-373D-CCAC-CD21-EDD104ED8B1F}"/>
                  </a:ext>
                </a:extLst>
              </p:cNvPr>
              <p:cNvSpPr/>
              <p:nvPr/>
            </p:nvSpPr>
            <p:spPr>
              <a:xfrm>
                <a:off x="4813418"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80" name="Freeform: Shape 11479">
                <a:extLst>
                  <a:ext uri="{FF2B5EF4-FFF2-40B4-BE49-F238E27FC236}">
                    <a16:creationId xmlns:a16="http://schemas.microsoft.com/office/drawing/2014/main" id="{83459B29-0383-97EC-E58D-9A88F4CAD45C}"/>
                  </a:ext>
                </a:extLst>
              </p:cNvPr>
              <p:cNvSpPr/>
              <p:nvPr/>
            </p:nvSpPr>
            <p:spPr>
              <a:xfrm>
                <a:off x="4813418"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81" name="Freeform: Shape 11480">
                <a:extLst>
                  <a:ext uri="{FF2B5EF4-FFF2-40B4-BE49-F238E27FC236}">
                    <a16:creationId xmlns:a16="http://schemas.microsoft.com/office/drawing/2014/main" id="{18B2023A-384E-278B-F0E2-35AE66F47BA8}"/>
                  </a:ext>
                </a:extLst>
              </p:cNvPr>
              <p:cNvSpPr/>
              <p:nvPr/>
            </p:nvSpPr>
            <p:spPr>
              <a:xfrm>
                <a:off x="4813418"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482" name="Freeform: Shape 11481">
                <a:extLst>
                  <a:ext uri="{FF2B5EF4-FFF2-40B4-BE49-F238E27FC236}">
                    <a16:creationId xmlns:a16="http://schemas.microsoft.com/office/drawing/2014/main" id="{0D1DD2EB-F54A-E425-218C-C49B91ED93E8}"/>
                  </a:ext>
                </a:extLst>
              </p:cNvPr>
              <p:cNvSpPr/>
              <p:nvPr/>
            </p:nvSpPr>
            <p:spPr>
              <a:xfrm>
                <a:off x="4813418"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83" name="Freeform: Shape 11482">
                <a:extLst>
                  <a:ext uri="{FF2B5EF4-FFF2-40B4-BE49-F238E27FC236}">
                    <a16:creationId xmlns:a16="http://schemas.microsoft.com/office/drawing/2014/main" id="{89BE62A4-0D25-F7E6-97DB-A16080A43D84}"/>
                  </a:ext>
                </a:extLst>
              </p:cNvPr>
              <p:cNvSpPr/>
              <p:nvPr/>
            </p:nvSpPr>
            <p:spPr>
              <a:xfrm>
                <a:off x="4813418"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84" name="Freeform: Shape 11483">
                <a:extLst>
                  <a:ext uri="{FF2B5EF4-FFF2-40B4-BE49-F238E27FC236}">
                    <a16:creationId xmlns:a16="http://schemas.microsoft.com/office/drawing/2014/main" id="{25D61978-9BE6-DB60-07B1-3D261F9AF9A0}"/>
                  </a:ext>
                </a:extLst>
              </p:cNvPr>
              <p:cNvSpPr/>
              <p:nvPr/>
            </p:nvSpPr>
            <p:spPr>
              <a:xfrm>
                <a:off x="4813418"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85" name="Freeform: Shape 11484">
                <a:extLst>
                  <a:ext uri="{FF2B5EF4-FFF2-40B4-BE49-F238E27FC236}">
                    <a16:creationId xmlns:a16="http://schemas.microsoft.com/office/drawing/2014/main" id="{2C1940C9-8174-9B17-FDD0-A456ED01B64D}"/>
                  </a:ext>
                </a:extLst>
              </p:cNvPr>
              <p:cNvSpPr/>
              <p:nvPr/>
            </p:nvSpPr>
            <p:spPr>
              <a:xfrm>
                <a:off x="4813418"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486" name="Freeform: Shape 11485">
                <a:extLst>
                  <a:ext uri="{FF2B5EF4-FFF2-40B4-BE49-F238E27FC236}">
                    <a16:creationId xmlns:a16="http://schemas.microsoft.com/office/drawing/2014/main" id="{FC8EB65D-A29B-12C3-83DA-F0BFC3633E63}"/>
                  </a:ext>
                </a:extLst>
              </p:cNvPr>
              <p:cNvSpPr/>
              <p:nvPr/>
            </p:nvSpPr>
            <p:spPr>
              <a:xfrm>
                <a:off x="4813418"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487" name="Freeform: Shape 11486">
                <a:extLst>
                  <a:ext uri="{FF2B5EF4-FFF2-40B4-BE49-F238E27FC236}">
                    <a16:creationId xmlns:a16="http://schemas.microsoft.com/office/drawing/2014/main" id="{3ED6DD68-F033-8993-E193-CCA499538A91}"/>
                  </a:ext>
                </a:extLst>
              </p:cNvPr>
              <p:cNvSpPr/>
              <p:nvPr/>
            </p:nvSpPr>
            <p:spPr>
              <a:xfrm>
                <a:off x="4813418"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88" name="Freeform: Shape 11487">
                <a:extLst>
                  <a:ext uri="{FF2B5EF4-FFF2-40B4-BE49-F238E27FC236}">
                    <a16:creationId xmlns:a16="http://schemas.microsoft.com/office/drawing/2014/main" id="{3456C7C4-6071-64D4-33CF-435F518D167A}"/>
                  </a:ext>
                </a:extLst>
              </p:cNvPr>
              <p:cNvSpPr/>
              <p:nvPr/>
            </p:nvSpPr>
            <p:spPr>
              <a:xfrm>
                <a:off x="4813418"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89" name="Freeform: Shape 11488">
                <a:extLst>
                  <a:ext uri="{FF2B5EF4-FFF2-40B4-BE49-F238E27FC236}">
                    <a16:creationId xmlns:a16="http://schemas.microsoft.com/office/drawing/2014/main" id="{23ED9387-5662-51B6-44B0-E4199FA09490}"/>
                  </a:ext>
                </a:extLst>
              </p:cNvPr>
              <p:cNvSpPr/>
              <p:nvPr/>
            </p:nvSpPr>
            <p:spPr>
              <a:xfrm>
                <a:off x="4813418"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490" name="Freeform: Shape 11489">
                <a:extLst>
                  <a:ext uri="{FF2B5EF4-FFF2-40B4-BE49-F238E27FC236}">
                    <a16:creationId xmlns:a16="http://schemas.microsoft.com/office/drawing/2014/main" id="{458BC512-E477-454E-955C-81B45ADC28CC}"/>
                  </a:ext>
                </a:extLst>
              </p:cNvPr>
              <p:cNvSpPr/>
              <p:nvPr/>
            </p:nvSpPr>
            <p:spPr>
              <a:xfrm>
                <a:off x="4813418"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91" name="Freeform: Shape 11490">
                <a:extLst>
                  <a:ext uri="{FF2B5EF4-FFF2-40B4-BE49-F238E27FC236}">
                    <a16:creationId xmlns:a16="http://schemas.microsoft.com/office/drawing/2014/main" id="{6F2AD234-0364-CE7F-6D8E-A4C9389DD127}"/>
                  </a:ext>
                </a:extLst>
              </p:cNvPr>
              <p:cNvSpPr/>
              <p:nvPr/>
            </p:nvSpPr>
            <p:spPr>
              <a:xfrm>
                <a:off x="4813418"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492" name="Freeform: Shape 11491">
                <a:extLst>
                  <a:ext uri="{FF2B5EF4-FFF2-40B4-BE49-F238E27FC236}">
                    <a16:creationId xmlns:a16="http://schemas.microsoft.com/office/drawing/2014/main" id="{4B528A5D-2718-2601-6F5C-CEA020E07433}"/>
                  </a:ext>
                </a:extLst>
              </p:cNvPr>
              <p:cNvSpPr/>
              <p:nvPr/>
            </p:nvSpPr>
            <p:spPr>
              <a:xfrm>
                <a:off x="4813418"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493" name="Freeform: Shape 11492">
                <a:extLst>
                  <a:ext uri="{FF2B5EF4-FFF2-40B4-BE49-F238E27FC236}">
                    <a16:creationId xmlns:a16="http://schemas.microsoft.com/office/drawing/2014/main" id="{4BCF997A-3CE4-63A9-F33F-9101902B5E95}"/>
                  </a:ext>
                </a:extLst>
              </p:cNvPr>
              <p:cNvSpPr/>
              <p:nvPr/>
            </p:nvSpPr>
            <p:spPr>
              <a:xfrm>
                <a:off x="4813418"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494" name="Freeform: Shape 11493">
                <a:extLst>
                  <a:ext uri="{FF2B5EF4-FFF2-40B4-BE49-F238E27FC236}">
                    <a16:creationId xmlns:a16="http://schemas.microsoft.com/office/drawing/2014/main" id="{0F704706-CCAA-55AC-367D-D50F326AC2E5}"/>
                  </a:ext>
                </a:extLst>
              </p:cNvPr>
              <p:cNvSpPr/>
              <p:nvPr/>
            </p:nvSpPr>
            <p:spPr>
              <a:xfrm>
                <a:off x="4813418"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495" name="Freeform: Shape 11494">
                <a:extLst>
                  <a:ext uri="{FF2B5EF4-FFF2-40B4-BE49-F238E27FC236}">
                    <a16:creationId xmlns:a16="http://schemas.microsoft.com/office/drawing/2014/main" id="{1E7543C1-8A5A-5E5C-CB3B-499E17698123}"/>
                  </a:ext>
                </a:extLst>
              </p:cNvPr>
              <p:cNvSpPr/>
              <p:nvPr/>
            </p:nvSpPr>
            <p:spPr>
              <a:xfrm>
                <a:off x="4813418"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1400"/>
              </a:solidFill>
              <a:ln w="2679" cap="rnd">
                <a:solidFill>
                  <a:srgbClr val="999999"/>
                </a:solidFill>
                <a:prstDash val="solid"/>
                <a:round/>
              </a:ln>
            </p:spPr>
            <p:txBody>
              <a:bodyPr/>
              <a:lstStyle/>
              <a:p>
                <a:endParaRPr lang="en-US" sz="1701"/>
              </a:p>
            </p:txBody>
          </p:sp>
          <p:sp>
            <p:nvSpPr>
              <p:cNvPr id="11496" name="Freeform: Shape 11495">
                <a:extLst>
                  <a:ext uri="{FF2B5EF4-FFF2-40B4-BE49-F238E27FC236}">
                    <a16:creationId xmlns:a16="http://schemas.microsoft.com/office/drawing/2014/main" id="{0F5505CA-6D93-8287-FBEA-59A32FC7BD90}"/>
                  </a:ext>
                </a:extLst>
              </p:cNvPr>
              <p:cNvSpPr/>
              <p:nvPr/>
            </p:nvSpPr>
            <p:spPr>
              <a:xfrm>
                <a:off x="4875735"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1497" name="Freeform: Shape 11496">
                <a:extLst>
                  <a:ext uri="{FF2B5EF4-FFF2-40B4-BE49-F238E27FC236}">
                    <a16:creationId xmlns:a16="http://schemas.microsoft.com/office/drawing/2014/main" id="{2D23B300-86B8-96F7-0C74-E78CA9F296FB}"/>
                  </a:ext>
                </a:extLst>
              </p:cNvPr>
              <p:cNvSpPr/>
              <p:nvPr/>
            </p:nvSpPr>
            <p:spPr>
              <a:xfrm>
                <a:off x="4875735"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98" name="Freeform: Shape 11497">
                <a:extLst>
                  <a:ext uri="{FF2B5EF4-FFF2-40B4-BE49-F238E27FC236}">
                    <a16:creationId xmlns:a16="http://schemas.microsoft.com/office/drawing/2014/main" id="{375251D9-9D8E-7AC5-612A-39A1039412A5}"/>
                  </a:ext>
                </a:extLst>
              </p:cNvPr>
              <p:cNvSpPr/>
              <p:nvPr/>
            </p:nvSpPr>
            <p:spPr>
              <a:xfrm>
                <a:off x="4875735"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499" name="Freeform: Shape 11498">
                <a:extLst>
                  <a:ext uri="{FF2B5EF4-FFF2-40B4-BE49-F238E27FC236}">
                    <a16:creationId xmlns:a16="http://schemas.microsoft.com/office/drawing/2014/main" id="{75AA586F-1575-A5BE-5FA5-F83FF36418B5}"/>
                  </a:ext>
                </a:extLst>
              </p:cNvPr>
              <p:cNvSpPr/>
              <p:nvPr/>
            </p:nvSpPr>
            <p:spPr>
              <a:xfrm>
                <a:off x="4875735"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00" name="Freeform: Shape 11499">
                <a:extLst>
                  <a:ext uri="{FF2B5EF4-FFF2-40B4-BE49-F238E27FC236}">
                    <a16:creationId xmlns:a16="http://schemas.microsoft.com/office/drawing/2014/main" id="{1CB3855C-D886-4696-A179-0C23CC78C0AA}"/>
                  </a:ext>
                </a:extLst>
              </p:cNvPr>
              <p:cNvSpPr/>
              <p:nvPr/>
            </p:nvSpPr>
            <p:spPr>
              <a:xfrm>
                <a:off x="4875735"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01" name="Freeform: Shape 11500">
                <a:extLst>
                  <a:ext uri="{FF2B5EF4-FFF2-40B4-BE49-F238E27FC236}">
                    <a16:creationId xmlns:a16="http://schemas.microsoft.com/office/drawing/2014/main" id="{C9704D40-4ED4-E4DB-5661-1A47916D101B}"/>
                  </a:ext>
                </a:extLst>
              </p:cNvPr>
              <p:cNvSpPr/>
              <p:nvPr/>
            </p:nvSpPr>
            <p:spPr>
              <a:xfrm>
                <a:off x="4875735"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02" name="Freeform: Shape 11501">
                <a:extLst>
                  <a:ext uri="{FF2B5EF4-FFF2-40B4-BE49-F238E27FC236}">
                    <a16:creationId xmlns:a16="http://schemas.microsoft.com/office/drawing/2014/main" id="{6264E573-0F6D-D8F3-D323-384B29C9B38A}"/>
                  </a:ext>
                </a:extLst>
              </p:cNvPr>
              <p:cNvSpPr/>
              <p:nvPr/>
            </p:nvSpPr>
            <p:spPr>
              <a:xfrm>
                <a:off x="4875735"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03" name="Freeform: Shape 11502">
                <a:extLst>
                  <a:ext uri="{FF2B5EF4-FFF2-40B4-BE49-F238E27FC236}">
                    <a16:creationId xmlns:a16="http://schemas.microsoft.com/office/drawing/2014/main" id="{920A39E5-3435-3AF3-5271-E8E7DA1381DB}"/>
                  </a:ext>
                </a:extLst>
              </p:cNvPr>
              <p:cNvSpPr/>
              <p:nvPr/>
            </p:nvSpPr>
            <p:spPr>
              <a:xfrm>
                <a:off x="4875735"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504" name="Freeform: Shape 11503">
                <a:extLst>
                  <a:ext uri="{FF2B5EF4-FFF2-40B4-BE49-F238E27FC236}">
                    <a16:creationId xmlns:a16="http://schemas.microsoft.com/office/drawing/2014/main" id="{6F371485-F1BB-27E5-4845-2A3D32E6AE39}"/>
                  </a:ext>
                </a:extLst>
              </p:cNvPr>
              <p:cNvSpPr/>
              <p:nvPr/>
            </p:nvSpPr>
            <p:spPr>
              <a:xfrm>
                <a:off x="4875735"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05" name="Freeform: Shape 11504">
                <a:extLst>
                  <a:ext uri="{FF2B5EF4-FFF2-40B4-BE49-F238E27FC236}">
                    <a16:creationId xmlns:a16="http://schemas.microsoft.com/office/drawing/2014/main" id="{E31B981D-ACBD-9C1D-FBB0-22BE854251C0}"/>
                  </a:ext>
                </a:extLst>
              </p:cNvPr>
              <p:cNvSpPr/>
              <p:nvPr/>
            </p:nvSpPr>
            <p:spPr>
              <a:xfrm>
                <a:off x="4875735"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506" name="Freeform: Shape 11505">
                <a:extLst>
                  <a:ext uri="{FF2B5EF4-FFF2-40B4-BE49-F238E27FC236}">
                    <a16:creationId xmlns:a16="http://schemas.microsoft.com/office/drawing/2014/main" id="{C0F1C186-9CDE-DC56-E4DE-81710967273F}"/>
                  </a:ext>
                </a:extLst>
              </p:cNvPr>
              <p:cNvSpPr/>
              <p:nvPr/>
            </p:nvSpPr>
            <p:spPr>
              <a:xfrm>
                <a:off x="4875735"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507" name="Freeform: Shape 11506">
                <a:extLst>
                  <a:ext uri="{FF2B5EF4-FFF2-40B4-BE49-F238E27FC236}">
                    <a16:creationId xmlns:a16="http://schemas.microsoft.com/office/drawing/2014/main" id="{64EC2A78-7BDD-30D5-B456-9A4051883D71}"/>
                  </a:ext>
                </a:extLst>
              </p:cNvPr>
              <p:cNvSpPr/>
              <p:nvPr/>
            </p:nvSpPr>
            <p:spPr>
              <a:xfrm>
                <a:off x="4875735"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FAE1A"/>
              </a:solidFill>
              <a:ln w="2679" cap="rnd">
                <a:solidFill>
                  <a:srgbClr val="999999"/>
                </a:solidFill>
                <a:prstDash val="solid"/>
                <a:round/>
              </a:ln>
            </p:spPr>
            <p:txBody>
              <a:bodyPr/>
              <a:lstStyle/>
              <a:p>
                <a:endParaRPr lang="en-US" sz="1701"/>
              </a:p>
            </p:txBody>
          </p:sp>
          <p:sp>
            <p:nvSpPr>
              <p:cNvPr id="11508" name="Freeform: Shape 11507">
                <a:extLst>
                  <a:ext uri="{FF2B5EF4-FFF2-40B4-BE49-F238E27FC236}">
                    <a16:creationId xmlns:a16="http://schemas.microsoft.com/office/drawing/2014/main" id="{ABFBD8CB-BAA3-805C-D691-770256AFAC78}"/>
                  </a:ext>
                </a:extLst>
              </p:cNvPr>
              <p:cNvSpPr/>
              <p:nvPr/>
            </p:nvSpPr>
            <p:spPr>
              <a:xfrm>
                <a:off x="4875735"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09" name="Freeform: Shape 11508">
                <a:extLst>
                  <a:ext uri="{FF2B5EF4-FFF2-40B4-BE49-F238E27FC236}">
                    <a16:creationId xmlns:a16="http://schemas.microsoft.com/office/drawing/2014/main" id="{91AAFE8E-503C-C81A-8231-39A9D465D759}"/>
                  </a:ext>
                </a:extLst>
              </p:cNvPr>
              <p:cNvSpPr/>
              <p:nvPr/>
            </p:nvSpPr>
            <p:spPr>
              <a:xfrm>
                <a:off x="4875735"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510" name="Freeform: Shape 11509">
                <a:extLst>
                  <a:ext uri="{FF2B5EF4-FFF2-40B4-BE49-F238E27FC236}">
                    <a16:creationId xmlns:a16="http://schemas.microsoft.com/office/drawing/2014/main" id="{F9598070-8BFF-BBD0-75C3-BE14AD43283C}"/>
                  </a:ext>
                </a:extLst>
              </p:cNvPr>
              <p:cNvSpPr/>
              <p:nvPr/>
            </p:nvSpPr>
            <p:spPr>
              <a:xfrm>
                <a:off x="4875735"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11" name="Freeform: Shape 11510">
                <a:extLst>
                  <a:ext uri="{FF2B5EF4-FFF2-40B4-BE49-F238E27FC236}">
                    <a16:creationId xmlns:a16="http://schemas.microsoft.com/office/drawing/2014/main" id="{5971187C-B383-3FD9-48C4-5803D464B0E5}"/>
                  </a:ext>
                </a:extLst>
              </p:cNvPr>
              <p:cNvSpPr/>
              <p:nvPr/>
            </p:nvSpPr>
            <p:spPr>
              <a:xfrm>
                <a:off x="4875735"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512" name="Freeform: Shape 11511">
                <a:extLst>
                  <a:ext uri="{FF2B5EF4-FFF2-40B4-BE49-F238E27FC236}">
                    <a16:creationId xmlns:a16="http://schemas.microsoft.com/office/drawing/2014/main" id="{D6135B0A-7426-C147-C5E4-31D9B82B27C9}"/>
                  </a:ext>
                </a:extLst>
              </p:cNvPr>
              <p:cNvSpPr/>
              <p:nvPr/>
            </p:nvSpPr>
            <p:spPr>
              <a:xfrm>
                <a:off x="4875735"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13" name="Freeform: Shape 11512">
                <a:extLst>
                  <a:ext uri="{FF2B5EF4-FFF2-40B4-BE49-F238E27FC236}">
                    <a16:creationId xmlns:a16="http://schemas.microsoft.com/office/drawing/2014/main" id="{94B95921-99A3-B8B7-34F4-4010D6D487F6}"/>
                  </a:ext>
                </a:extLst>
              </p:cNvPr>
              <p:cNvSpPr/>
              <p:nvPr/>
            </p:nvSpPr>
            <p:spPr>
              <a:xfrm>
                <a:off x="4875735"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514" name="Freeform: Shape 11513">
                <a:extLst>
                  <a:ext uri="{FF2B5EF4-FFF2-40B4-BE49-F238E27FC236}">
                    <a16:creationId xmlns:a16="http://schemas.microsoft.com/office/drawing/2014/main" id="{2B028530-3291-025B-7773-1E9612C7013B}"/>
                  </a:ext>
                </a:extLst>
              </p:cNvPr>
              <p:cNvSpPr/>
              <p:nvPr/>
            </p:nvSpPr>
            <p:spPr>
              <a:xfrm>
                <a:off x="4875735"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515" name="Freeform: Shape 11514">
                <a:extLst>
                  <a:ext uri="{FF2B5EF4-FFF2-40B4-BE49-F238E27FC236}">
                    <a16:creationId xmlns:a16="http://schemas.microsoft.com/office/drawing/2014/main" id="{5DB0E991-735E-894B-1126-75613D47779E}"/>
                  </a:ext>
                </a:extLst>
              </p:cNvPr>
              <p:cNvSpPr/>
              <p:nvPr/>
            </p:nvSpPr>
            <p:spPr>
              <a:xfrm>
                <a:off x="4875735"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16" name="Freeform: Shape 11515">
                <a:extLst>
                  <a:ext uri="{FF2B5EF4-FFF2-40B4-BE49-F238E27FC236}">
                    <a16:creationId xmlns:a16="http://schemas.microsoft.com/office/drawing/2014/main" id="{2BD36041-A295-4895-026D-8397836C3591}"/>
                  </a:ext>
                </a:extLst>
              </p:cNvPr>
              <p:cNvSpPr/>
              <p:nvPr/>
            </p:nvSpPr>
            <p:spPr>
              <a:xfrm>
                <a:off x="4875735"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517" name="Freeform: Shape 11516">
                <a:extLst>
                  <a:ext uri="{FF2B5EF4-FFF2-40B4-BE49-F238E27FC236}">
                    <a16:creationId xmlns:a16="http://schemas.microsoft.com/office/drawing/2014/main" id="{1E26415E-D488-93CF-37C9-01F14999693E}"/>
                  </a:ext>
                </a:extLst>
              </p:cNvPr>
              <p:cNvSpPr/>
              <p:nvPr/>
            </p:nvSpPr>
            <p:spPr>
              <a:xfrm>
                <a:off x="4875735"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18" name="Freeform: Shape 11517">
                <a:extLst>
                  <a:ext uri="{FF2B5EF4-FFF2-40B4-BE49-F238E27FC236}">
                    <a16:creationId xmlns:a16="http://schemas.microsoft.com/office/drawing/2014/main" id="{84969B4B-2E7D-69FD-2DAC-6E8C1841466B}"/>
                  </a:ext>
                </a:extLst>
              </p:cNvPr>
              <p:cNvSpPr/>
              <p:nvPr/>
            </p:nvSpPr>
            <p:spPr>
              <a:xfrm>
                <a:off x="4875735"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519" name="Freeform: Shape 11518">
                <a:extLst>
                  <a:ext uri="{FF2B5EF4-FFF2-40B4-BE49-F238E27FC236}">
                    <a16:creationId xmlns:a16="http://schemas.microsoft.com/office/drawing/2014/main" id="{F387B131-9055-99C7-4EFC-6F688BE8AD57}"/>
                  </a:ext>
                </a:extLst>
              </p:cNvPr>
              <p:cNvSpPr/>
              <p:nvPr/>
            </p:nvSpPr>
            <p:spPr>
              <a:xfrm>
                <a:off x="4875735"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520" name="Freeform: Shape 11519">
                <a:extLst>
                  <a:ext uri="{FF2B5EF4-FFF2-40B4-BE49-F238E27FC236}">
                    <a16:creationId xmlns:a16="http://schemas.microsoft.com/office/drawing/2014/main" id="{7560A55A-0174-D338-337F-D4930162AA30}"/>
                  </a:ext>
                </a:extLst>
              </p:cNvPr>
              <p:cNvSpPr/>
              <p:nvPr/>
            </p:nvSpPr>
            <p:spPr>
              <a:xfrm>
                <a:off x="4875735"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521" name="Freeform: Shape 11520">
                <a:extLst>
                  <a:ext uri="{FF2B5EF4-FFF2-40B4-BE49-F238E27FC236}">
                    <a16:creationId xmlns:a16="http://schemas.microsoft.com/office/drawing/2014/main" id="{96C478EF-C01A-E4DC-D920-5649C627D1E1}"/>
                  </a:ext>
                </a:extLst>
              </p:cNvPr>
              <p:cNvSpPr/>
              <p:nvPr/>
            </p:nvSpPr>
            <p:spPr>
              <a:xfrm>
                <a:off x="4875735"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522" name="Freeform: Shape 11521">
                <a:extLst>
                  <a:ext uri="{FF2B5EF4-FFF2-40B4-BE49-F238E27FC236}">
                    <a16:creationId xmlns:a16="http://schemas.microsoft.com/office/drawing/2014/main" id="{D11C939A-04C7-417A-F2CD-2304A79A82D1}"/>
                  </a:ext>
                </a:extLst>
              </p:cNvPr>
              <p:cNvSpPr/>
              <p:nvPr/>
            </p:nvSpPr>
            <p:spPr>
              <a:xfrm>
                <a:off x="4875735"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E48"/>
              </a:solidFill>
              <a:ln w="2679" cap="rnd">
                <a:solidFill>
                  <a:srgbClr val="999999"/>
                </a:solidFill>
                <a:prstDash val="solid"/>
                <a:round/>
              </a:ln>
            </p:spPr>
            <p:txBody>
              <a:bodyPr/>
              <a:lstStyle/>
              <a:p>
                <a:endParaRPr lang="en-US" sz="1701"/>
              </a:p>
            </p:txBody>
          </p:sp>
          <p:sp>
            <p:nvSpPr>
              <p:cNvPr id="11523" name="Freeform: Shape 11522">
                <a:extLst>
                  <a:ext uri="{FF2B5EF4-FFF2-40B4-BE49-F238E27FC236}">
                    <a16:creationId xmlns:a16="http://schemas.microsoft.com/office/drawing/2014/main" id="{5C997CB5-B82B-4BCE-9472-29818C1AC48F}"/>
                  </a:ext>
                </a:extLst>
              </p:cNvPr>
              <p:cNvSpPr/>
              <p:nvPr/>
            </p:nvSpPr>
            <p:spPr>
              <a:xfrm>
                <a:off x="4937970"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524" name="Freeform: Shape 11523">
                <a:extLst>
                  <a:ext uri="{FF2B5EF4-FFF2-40B4-BE49-F238E27FC236}">
                    <a16:creationId xmlns:a16="http://schemas.microsoft.com/office/drawing/2014/main" id="{EECD38AD-9424-8FDA-D283-348323289BBF}"/>
                  </a:ext>
                </a:extLst>
              </p:cNvPr>
              <p:cNvSpPr/>
              <p:nvPr/>
            </p:nvSpPr>
            <p:spPr>
              <a:xfrm>
                <a:off x="4937970"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525" name="Freeform: Shape 11524">
                <a:extLst>
                  <a:ext uri="{FF2B5EF4-FFF2-40B4-BE49-F238E27FC236}">
                    <a16:creationId xmlns:a16="http://schemas.microsoft.com/office/drawing/2014/main" id="{DCE69FEF-AE5E-B071-ACCC-2C00835B3AEC}"/>
                  </a:ext>
                </a:extLst>
              </p:cNvPr>
              <p:cNvSpPr/>
              <p:nvPr/>
            </p:nvSpPr>
            <p:spPr>
              <a:xfrm>
                <a:off x="4937970"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9C9C9"/>
              </a:solidFill>
              <a:ln w="2679" cap="rnd">
                <a:solidFill>
                  <a:srgbClr val="999999"/>
                </a:solidFill>
                <a:prstDash val="solid"/>
                <a:round/>
              </a:ln>
            </p:spPr>
            <p:txBody>
              <a:bodyPr/>
              <a:lstStyle/>
              <a:p>
                <a:endParaRPr lang="en-US" sz="1701"/>
              </a:p>
            </p:txBody>
          </p:sp>
          <p:sp>
            <p:nvSpPr>
              <p:cNvPr id="11526" name="Freeform: Shape 11525">
                <a:extLst>
                  <a:ext uri="{FF2B5EF4-FFF2-40B4-BE49-F238E27FC236}">
                    <a16:creationId xmlns:a16="http://schemas.microsoft.com/office/drawing/2014/main" id="{341691B0-A5D1-107F-ADFE-DB9264A15482}"/>
                  </a:ext>
                </a:extLst>
              </p:cNvPr>
              <p:cNvSpPr/>
              <p:nvPr/>
            </p:nvSpPr>
            <p:spPr>
              <a:xfrm>
                <a:off x="4937970"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527" name="Freeform: Shape 11526">
                <a:extLst>
                  <a:ext uri="{FF2B5EF4-FFF2-40B4-BE49-F238E27FC236}">
                    <a16:creationId xmlns:a16="http://schemas.microsoft.com/office/drawing/2014/main" id="{CF38F798-A7B5-478E-ABD8-00C858CF90F3}"/>
                  </a:ext>
                </a:extLst>
              </p:cNvPr>
              <p:cNvSpPr/>
              <p:nvPr/>
            </p:nvSpPr>
            <p:spPr>
              <a:xfrm>
                <a:off x="4937970"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11528" name="Freeform: Shape 11527">
                <a:extLst>
                  <a:ext uri="{FF2B5EF4-FFF2-40B4-BE49-F238E27FC236}">
                    <a16:creationId xmlns:a16="http://schemas.microsoft.com/office/drawing/2014/main" id="{77F58BDF-C2C5-F49F-839A-459DA8F59B2E}"/>
                  </a:ext>
                </a:extLst>
              </p:cNvPr>
              <p:cNvSpPr/>
              <p:nvPr/>
            </p:nvSpPr>
            <p:spPr>
              <a:xfrm>
                <a:off x="4937970"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11529" name="Freeform: Shape 11528">
                <a:extLst>
                  <a:ext uri="{FF2B5EF4-FFF2-40B4-BE49-F238E27FC236}">
                    <a16:creationId xmlns:a16="http://schemas.microsoft.com/office/drawing/2014/main" id="{253FBE88-A198-C725-6BA4-3C7784C3590B}"/>
                  </a:ext>
                </a:extLst>
              </p:cNvPr>
              <p:cNvSpPr/>
              <p:nvPr/>
            </p:nvSpPr>
            <p:spPr>
              <a:xfrm>
                <a:off x="4937970"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530" name="Freeform: Shape 11529">
                <a:extLst>
                  <a:ext uri="{FF2B5EF4-FFF2-40B4-BE49-F238E27FC236}">
                    <a16:creationId xmlns:a16="http://schemas.microsoft.com/office/drawing/2014/main" id="{8F475388-E2E7-6EB3-D069-E35FA40252DA}"/>
                  </a:ext>
                </a:extLst>
              </p:cNvPr>
              <p:cNvSpPr/>
              <p:nvPr/>
            </p:nvSpPr>
            <p:spPr>
              <a:xfrm>
                <a:off x="4937970"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531" name="Freeform: Shape 11530">
                <a:extLst>
                  <a:ext uri="{FF2B5EF4-FFF2-40B4-BE49-F238E27FC236}">
                    <a16:creationId xmlns:a16="http://schemas.microsoft.com/office/drawing/2014/main" id="{335FED8D-3400-3472-74F0-E33F2CC3E306}"/>
                  </a:ext>
                </a:extLst>
              </p:cNvPr>
              <p:cNvSpPr/>
              <p:nvPr/>
            </p:nvSpPr>
            <p:spPr>
              <a:xfrm>
                <a:off x="4937970"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532" name="Freeform: Shape 11531">
                <a:extLst>
                  <a:ext uri="{FF2B5EF4-FFF2-40B4-BE49-F238E27FC236}">
                    <a16:creationId xmlns:a16="http://schemas.microsoft.com/office/drawing/2014/main" id="{F119F90D-DCD7-E8CF-294F-903AAFEB4478}"/>
                  </a:ext>
                </a:extLst>
              </p:cNvPr>
              <p:cNvSpPr/>
              <p:nvPr/>
            </p:nvSpPr>
            <p:spPr>
              <a:xfrm>
                <a:off x="4937970"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533" name="Freeform: Shape 11532">
                <a:extLst>
                  <a:ext uri="{FF2B5EF4-FFF2-40B4-BE49-F238E27FC236}">
                    <a16:creationId xmlns:a16="http://schemas.microsoft.com/office/drawing/2014/main" id="{8EE53EF3-1642-BDC5-4D90-0C86135C0CFD}"/>
                  </a:ext>
                </a:extLst>
              </p:cNvPr>
              <p:cNvSpPr/>
              <p:nvPr/>
            </p:nvSpPr>
            <p:spPr>
              <a:xfrm>
                <a:off x="4937970"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534" name="Freeform: Shape 11533">
                <a:extLst>
                  <a:ext uri="{FF2B5EF4-FFF2-40B4-BE49-F238E27FC236}">
                    <a16:creationId xmlns:a16="http://schemas.microsoft.com/office/drawing/2014/main" id="{D5F8CDE9-8637-54AC-44AC-ADE6D5677CEC}"/>
                  </a:ext>
                </a:extLst>
              </p:cNvPr>
              <p:cNvSpPr/>
              <p:nvPr/>
            </p:nvSpPr>
            <p:spPr>
              <a:xfrm>
                <a:off x="4937970"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535" name="Freeform: Shape 11534">
                <a:extLst>
                  <a:ext uri="{FF2B5EF4-FFF2-40B4-BE49-F238E27FC236}">
                    <a16:creationId xmlns:a16="http://schemas.microsoft.com/office/drawing/2014/main" id="{ED4CF391-DCF1-1C9C-2AB6-125E21AAC7EF}"/>
                  </a:ext>
                </a:extLst>
              </p:cNvPr>
              <p:cNvSpPr/>
              <p:nvPr/>
            </p:nvSpPr>
            <p:spPr>
              <a:xfrm>
                <a:off x="4937970"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536" name="Freeform: Shape 11535">
                <a:extLst>
                  <a:ext uri="{FF2B5EF4-FFF2-40B4-BE49-F238E27FC236}">
                    <a16:creationId xmlns:a16="http://schemas.microsoft.com/office/drawing/2014/main" id="{9F0811B7-7C86-CFA8-FA31-72020DE171AD}"/>
                  </a:ext>
                </a:extLst>
              </p:cNvPr>
              <p:cNvSpPr/>
              <p:nvPr/>
            </p:nvSpPr>
            <p:spPr>
              <a:xfrm>
                <a:off x="4937970"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37" name="Freeform: Shape 11536">
                <a:extLst>
                  <a:ext uri="{FF2B5EF4-FFF2-40B4-BE49-F238E27FC236}">
                    <a16:creationId xmlns:a16="http://schemas.microsoft.com/office/drawing/2014/main" id="{E2BEED25-3727-7BD2-3C53-87578BBE3ABC}"/>
                  </a:ext>
                </a:extLst>
              </p:cNvPr>
              <p:cNvSpPr/>
              <p:nvPr/>
            </p:nvSpPr>
            <p:spPr>
              <a:xfrm>
                <a:off x="4937970"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1C1C1"/>
              </a:solidFill>
              <a:ln w="2679" cap="rnd">
                <a:solidFill>
                  <a:srgbClr val="999999"/>
                </a:solidFill>
                <a:prstDash val="solid"/>
                <a:round/>
              </a:ln>
            </p:spPr>
            <p:txBody>
              <a:bodyPr/>
              <a:lstStyle/>
              <a:p>
                <a:endParaRPr lang="en-US" sz="1701"/>
              </a:p>
            </p:txBody>
          </p:sp>
          <p:sp>
            <p:nvSpPr>
              <p:cNvPr id="11538" name="Freeform: Shape 11537">
                <a:extLst>
                  <a:ext uri="{FF2B5EF4-FFF2-40B4-BE49-F238E27FC236}">
                    <a16:creationId xmlns:a16="http://schemas.microsoft.com/office/drawing/2014/main" id="{788C0510-65FC-3F7A-2FFA-ECD8ED0D87AF}"/>
                  </a:ext>
                </a:extLst>
              </p:cNvPr>
              <p:cNvSpPr/>
              <p:nvPr/>
            </p:nvSpPr>
            <p:spPr>
              <a:xfrm>
                <a:off x="4937970"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39" name="Freeform: Shape 11538">
                <a:extLst>
                  <a:ext uri="{FF2B5EF4-FFF2-40B4-BE49-F238E27FC236}">
                    <a16:creationId xmlns:a16="http://schemas.microsoft.com/office/drawing/2014/main" id="{665E183A-E678-907D-A36D-138B138281EE}"/>
                  </a:ext>
                </a:extLst>
              </p:cNvPr>
              <p:cNvSpPr/>
              <p:nvPr/>
            </p:nvSpPr>
            <p:spPr>
              <a:xfrm>
                <a:off x="4937970"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5C5C5"/>
              </a:solidFill>
              <a:ln w="2679" cap="rnd">
                <a:solidFill>
                  <a:srgbClr val="999999"/>
                </a:solidFill>
                <a:prstDash val="solid"/>
                <a:round/>
              </a:ln>
            </p:spPr>
            <p:txBody>
              <a:bodyPr/>
              <a:lstStyle/>
              <a:p>
                <a:endParaRPr lang="en-US" sz="1701"/>
              </a:p>
            </p:txBody>
          </p:sp>
          <p:sp>
            <p:nvSpPr>
              <p:cNvPr id="11540" name="Freeform: Shape 11539">
                <a:extLst>
                  <a:ext uri="{FF2B5EF4-FFF2-40B4-BE49-F238E27FC236}">
                    <a16:creationId xmlns:a16="http://schemas.microsoft.com/office/drawing/2014/main" id="{FCCB145A-16D2-ABDD-4FB5-8ECD70FA6F08}"/>
                  </a:ext>
                </a:extLst>
              </p:cNvPr>
              <p:cNvSpPr/>
              <p:nvPr/>
            </p:nvSpPr>
            <p:spPr>
              <a:xfrm>
                <a:off x="4937970"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541" name="Freeform: Shape 11540">
                <a:extLst>
                  <a:ext uri="{FF2B5EF4-FFF2-40B4-BE49-F238E27FC236}">
                    <a16:creationId xmlns:a16="http://schemas.microsoft.com/office/drawing/2014/main" id="{FBD188C9-63F9-8F20-B4CC-2348C6D0D398}"/>
                  </a:ext>
                </a:extLst>
              </p:cNvPr>
              <p:cNvSpPr/>
              <p:nvPr/>
            </p:nvSpPr>
            <p:spPr>
              <a:xfrm>
                <a:off x="4937970"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542" name="Freeform: Shape 11541">
                <a:extLst>
                  <a:ext uri="{FF2B5EF4-FFF2-40B4-BE49-F238E27FC236}">
                    <a16:creationId xmlns:a16="http://schemas.microsoft.com/office/drawing/2014/main" id="{1BDB5E79-B3E2-C249-5844-7DD25E5E76C8}"/>
                  </a:ext>
                </a:extLst>
              </p:cNvPr>
              <p:cNvSpPr/>
              <p:nvPr/>
            </p:nvSpPr>
            <p:spPr>
              <a:xfrm>
                <a:off x="4937970"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43" name="Freeform: Shape 11542">
                <a:extLst>
                  <a:ext uri="{FF2B5EF4-FFF2-40B4-BE49-F238E27FC236}">
                    <a16:creationId xmlns:a16="http://schemas.microsoft.com/office/drawing/2014/main" id="{4E8B6EB4-48C4-190A-AFF9-0EDE3C3FC7CC}"/>
                  </a:ext>
                </a:extLst>
              </p:cNvPr>
              <p:cNvSpPr/>
              <p:nvPr/>
            </p:nvSpPr>
            <p:spPr>
              <a:xfrm>
                <a:off x="4937970"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544" name="Freeform: Shape 11543">
                <a:extLst>
                  <a:ext uri="{FF2B5EF4-FFF2-40B4-BE49-F238E27FC236}">
                    <a16:creationId xmlns:a16="http://schemas.microsoft.com/office/drawing/2014/main" id="{62EF4DF3-2C52-8ABB-16EC-E71E54272DBF}"/>
                  </a:ext>
                </a:extLst>
              </p:cNvPr>
              <p:cNvSpPr/>
              <p:nvPr/>
            </p:nvSpPr>
            <p:spPr>
              <a:xfrm>
                <a:off x="4937970"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545" name="Freeform: Shape 11544">
                <a:extLst>
                  <a:ext uri="{FF2B5EF4-FFF2-40B4-BE49-F238E27FC236}">
                    <a16:creationId xmlns:a16="http://schemas.microsoft.com/office/drawing/2014/main" id="{12E07C88-6E12-2A93-5933-DFDEE7685CD3}"/>
                  </a:ext>
                </a:extLst>
              </p:cNvPr>
              <p:cNvSpPr/>
              <p:nvPr/>
            </p:nvSpPr>
            <p:spPr>
              <a:xfrm>
                <a:off x="4937970"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546" name="Freeform: Shape 11545">
                <a:extLst>
                  <a:ext uri="{FF2B5EF4-FFF2-40B4-BE49-F238E27FC236}">
                    <a16:creationId xmlns:a16="http://schemas.microsoft.com/office/drawing/2014/main" id="{AD0F268E-FF42-8447-6E31-F8F4E3C21D2B}"/>
                  </a:ext>
                </a:extLst>
              </p:cNvPr>
              <p:cNvSpPr/>
              <p:nvPr/>
            </p:nvSpPr>
            <p:spPr>
              <a:xfrm>
                <a:off x="4937970"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547" name="Freeform: Shape 11546">
                <a:extLst>
                  <a:ext uri="{FF2B5EF4-FFF2-40B4-BE49-F238E27FC236}">
                    <a16:creationId xmlns:a16="http://schemas.microsoft.com/office/drawing/2014/main" id="{780BACB9-8E81-326D-9148-0AA83ED2AA94}"/>
                  </a:ext>
                </a:extLst>
              </p:cNvPr>
              <p:cNvSpPr/>
              <p:nvPr/>
            </p:nvSpPr>
            <p:spPr>
              <a:xfrm>
                <a:off x="4937970"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FA6"/>
              </a:solidFill>
              <a:ln w="2679" cap="rnd">
                <a:solidFill>
                  <a:srgbClr val="999999"/>
                </a:solidFill>
                <a:prstDash val="solid"/>
                <a:round/>
              </a:ln>
            </p:spPr>
            <p:txBody>
              <a:bodyPr/>
              <a:lstStyle/>
              <a:p>
                <a:endParaRPr lang="en-US" sz="1701"/>
              </a:p>
            </p:txBody>
          </p:sp>
          <p:sp>
            <p:nvSpPr>
              <p:cNvPr id="11548" name="Freeform: Shape 11547">
                <a:extLst>
                  <a:ext uri="{FF2B5EF4-FFF2-40B4-BE49-F238E27FC236}">
                    <a16:creationId xmlns:a16="http://schemas.microsoft.com/office/drawing/2014/main" id="{F55775E5-50E1-079C-B331-D98C2810463B}"/>
                  </a:ext>
                </a:extLst>
              </p:cNvPr>
              <p:cNvSpPr/>
              <p:nvPr/>
            </p:nvSpPr>
            <p:spPr>
              <a:xfrm>
                <a:off x="4937970"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549" name="Freeform: Shape 11548">
                <a:extLst>
                  <a:ext uri="{FF2B5EF4-FFF2-40B4-BE49-F238E27FC236}">
                    <a16:creationId xmlns:a16="http://schemas.microsoft.com/office/drawing/2014/main" id="{82E2068E-973F-98B1-B8EC-BD8FB4D1B91C}"/>
                  </a:ext>
                </a:extLst>
              </p:cNvPr>
              <p:cNvSpPr/>
              <p:nvPr/>
            </p:nvSpPr>
            <p:spPr>
              <a:xfrm>
                <a:off x="4937970"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A100"/>
              </a:solidFill>
              <a:ln w="2679" cap="rnd">
                <a:solidFill>
                  <a:srgbClr val="999999"/>
                </a:solidFill>
                <a:prstDash val="solid"/>
                <a:round/>
              </a:ln>
            </p:spPr>
            <p:txBody>
              <a:bodyPr/>
              <a:lstStyle/>
              <a:p>
                <a:endParaRPr lang="en-US" sz="1701"/>
              </a:p>
            </p:txBody>
          </p:sp>
          <p:sp>
            <p:nvSpPr>
              <p:cNvPr id="11550" name="Freeform: Shape 11549">
                <a:extLst>
                  <a:ext uri="{FF2B5EF4-FFF2-40B4-BE49-F238E27FC236}">
                    <a16:creationId xmlns:a16="http://schemas.microsoft.com/office/drawing/2014/main" id="{7A9A53FB-248C-A7CD-735E-2730FD14710D}"/>
                  </a:ext>
                </a:extLst>
              </p:cNvPr>
              <p:cNvSpPr/>
              <p:nvPr/>
            </p:nvSpPr>
            <p:spPr>
              <a:xfrm>
                <a:off x="5000208"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E48"/>
              </a:solidFill>
              <a:ln w="2679" cap="rnd">
                <a:solidFill>
                  <a:srgbClr val="999999"/>
                </a:solidFill>
                <a:prstDash val="solid"/>
                <a:round/>
              </a:ln>
            </p:spPr>
            <p:txBody>
              <a:bodyPr/>
              <a:lstStyle/>
              <a:p>
                <a:endParaRPr lang="en-US" sz="1701"/>
              </a:p>
            </p:txBody>
          </p:sp>
          <p:sp>
            <p:nvSpPr>
              <p:cNvPr id="11551" name="Freeform: Shape 11550">
                <a:extLst>
                  <a:ext uri="{FF2B5EF4-FFF2-40B4-BE49-F238E27FC236}">
                    <a16:creationId xmlns:a16="http://schemas.microsoft.com/office/drawing/2014/main" id="{324FAAF0-7791-E5B8-B48E-C32AF32D6445}"/>
                  </a:ext>
                </a:extLst>
              </p:cNvPr>
              <p:cNvSpPr/>
              <p:nvPr/>
            </p:nvSpPr>
            <p:spPr>
              <a:xfrm>
                <a:off x="5000208"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52" name="Freeform: Shape 11551">
                <a:extLst>
                  <a:ext uri="{FF2B5EF4-FFF2-40B4-BE49-F238E27FC236}">
                    <a16:creationId xmlns:a16="http://schemas.microsoft.com/office/drawing/2014/main" id="{AD43EBB2-7625-41AE-38F9-CD4436A3E321}"/>
                  </a:ext>
                </a:extLst>
              </p:cNvPr>
              <p:cNvSpPr/>
              <p:nvPr/>
            </p:nvSpPr>
            <p:spPr>
              <a:xfrm>
                <a:off x="5000208"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553" name="Freeform: Shape 11552">
                <a:extLst>
                  <a:ext uri="{FF2B5EF4-FFF2-40B4-BE49-F238E27FC236}">
                    <a16:creationId xmlns:a16="http://schemas.microsoft.com/office/drawing/2014/main" id="{52A876E5-9F6B-FF8A-EA4B-41FC529E70F6}"/>
                  </a:ext>
                </a:extLst>
              </p:cNvPr>
              <p:cNvSpPr/>
              <p:nvPr/>
            </p:nvSpPr>
            <p:spPr>
              <a:xfrm>
                <a:off x="5000208"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554" name="Freeform: Shape 11553">
                <a:extLst>
                  <a:ext uri="{FF2B5EF4-FFF2-40B4-BE49-F238E27FC236}">
                    <a16:creationId xmlns:a16="http://schemas.microsoft.com/office/drawing/2014/main" id="{9663B35A-E5A0-14EF-E74B-8422C928FCF0}"/>
                  </a:ext>
                </a:extLst>
              </p:cNvPr>
              <p:cNvSpPr/>
              <p:nvPr/>
            </p:nvSpPr>
            <p:spPr>
              <a:xfrm>
                <a:off x="5000208"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555" name="Freeform: Shape 11554">
                <a:extLst>
                  <a:ext uri="{FF2B5EF4-FFF2-40B4-BE49-F238E27FC236}">
                    <a16:creationId xmlns:a16="http://schemas.microsoft.com/office/drawing/2014/main" id="{853A35C3-AC58-DCC0-1A8C-B8EA3305F714}"/>
                  </a:ext>
                </a:extLst>
              </p:cNvPr>
              <p:cNvSpPr/>
              <p:nvPr/>
            </p:nvSpPr>
            <p:spPr>
              <a:xfrm>
                <a:off x="5000208"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556" name="Freeform: Shape 11555">
                <a:extLst>
                  <a:ext uri="{FF2B5EF4-FFF2-40B4-BE49-F238E27FC236}">
                    <a16:creationId xmlns:a16="http://schemas.microsoft.com/office/drawing/2014/main" id="{B391316C-2FDE-D889-10D3-B438BBABDFA3}"/>
                  </a:ext>
                </a:extLst>
              </p:cNvPr>
              <p:cNvSpPr/>
              <p:nvPr/>
            </p:nvSpPr>
            <p:spPr>
              <a:xfrm>
                <a:off x="5000208"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557" name="Freeform: Shape 11556">
                <a:extLst>
                  <a:ext uri="{FF2B5EF4-FFF2-40B4-BE49-F238E27FC236}">
                    <a16:creationId xmlns:a16="http://schemas.microsoft.com/office/drawing/2014/main" id="{F48633AA-4044-FDD1-4562-50B796D15D40}"/>
                  </a:ext>
                </a:extLst>
              </p:cNvPr>
              <p:cNvSpPr/>
              <p:nvPr/>
            </p:nvSpPr>
            <p:spPr>
              <a:xfrm>
                <a:off x="5000208"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58" name="Freeform: Shape 11557">
                <a:extLst>
                  <a:ext uri="{FF2B5EF4-FFF2-40B4-BE49-F238E27FC236}">
                    <a16:creationId xmlns:a16="http://schemas.microsoft.com/office/drawing/2014/main" id="{5757D5D5-DC32-5C68-A2FB-B7E302C0C602}"/>
                  </a:ext>
                </a:extLst>
              </p:cNvPr>
              <p:cNvSpPr/>
              <p:nvPr/>
            </p:nvSpPr>
            <p:spPr>
              <a:xfrm>
                <a:off x="5000208"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559" name="Freeform: Shape 11558">
                <a:extLst>
                  <a:ext uri="{FF2B5EF4-FFF2-40B4-BE49-F238E27FC236}">
                    <a16:creationId xmlns:a16="http://schemas.microsoft.com/office/drawing/2014/main" id="{BDEC4CF7-EFA8-F946-9AE7-09698B37B218}"/>
                  </a:ext>
                </a:extLst>
              </p:cNvPr>
              <p:cNvSpPr/>
              <p:nvPr/>
            </p:nvSpPr>
            <p:spPr>
              <a:xfrm>
                <a:off x="5000208"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560" name="Freeform: Shape 11559">
                <a:extLst>
                  <a:ext uri="{FF2B5EF4-FFF2-40B4-BE49-F238E27FC236}">
                    <a16:creationId xmlns:a16="http://schemas.microsoft.com/office/drawing/2014/main" id="{2E229BDD-0016-D95D-48F1-D9CA6B5C5F8A}"/>
                  </a:ext>
                </a:extLst>
              </p:cNvPr>
              <p:cNvSpPr/>
              <p:nvPr/>
            </p:nvSpPr>
            <p:spPr>
              <a:xfrm>
                <a:off x="5000208"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561" name="Freeform: Shape 11560">
                <a:extLst>
                  <a:ext uri="{FF2B5EF4-FFF2-40B4-BE49-F238E27FC236}">
                    <a16:creationId xmlns:a16="http://schemas.microsoft.com/office/drawing/2014/main" id="{B969524B-3440-C9A1-B966-6BB50D798D31}"/>
                  </a:ext>
                </a:extLst>
              </p:cNvPr>
              <p:cNvSpPr/>
              <p:nvPr/>
            </p:nvSpPr>
            <p:spPr>
              <a:xfrm>
                <a:off x="5000208"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562" name="Freeform: Shape 11561">
                <a:extLst>
                  <a:ext uri="{FF2B5EF4-FFF2-40B4-BE49-F238E27FC236}">
                    <a16:creationId xmlns:a16="http://schemas.microsoft.com/office/drawing/2014/main" id="{5D3E4C5D-77A6-D612-A003-15A70470B38F}"/>
                  </a:ext>
                </a:extLst>
              </p:cNvPr>
              <p:cNvSpPr/>
              <p:nvPr/>
            </p:nvSpPr>
            <p:spPr>
              <a:xfrm>
                <a:off x="5000208"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63" name="Freeform: Shape 11562">
                <a:extLst>
                  <a:ext uri="{FF2B5EF4-FFF2-40B4-BE49-F238E27FC236}">
                    <a16:creationId xmlns:a16="http://schemas.microsoft.com/office/drawing/2014/main" id="{8811575F-D45A-46C2-6739-EBF5B413B80A}"/>
                  </a:ext>
                </a:extLst>
              </p:cNvPr>
              <p:cNvSpPr/>
              <p:nvPr/>
            </p:nvSpPr>
            <p:spPr>
              <a:xfrm>
                <a:off x="5000208"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64" name="Freeform: Shape 11563">
                <a:extLst>
                  <a:ext uri="{FF2B5EF4-FFF2-40B4-BE49-F238E27FC236}">
                    <a16:creationId xmlns:a16="http://schemas.microsoft.com/office/drawing/2014/main" id="{528050CA-5AC9-7E1E-4193-04F44E69D61F}"/>
                  </a:ext>
                </a:extLst>
              </p:cNvPr>
              <p:cNvSpPr/>
              <p:nvPr/>
            </p:nvSpPr>
            <p:spPr>
              <a:xfrm>
                <a:off x="5000208"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565" name="Freeform: Shape 11564">
                <a:extLst>
                  <a:ext uri="{FF2B5EF4-FFF2-40B4-BE49-F238E27FC236}">
                    <a16:creationId xmlns:a16="http://schemas.microsoft.com/office/drawing/2014/main" id="{DF081EF0-12CF-8CE5-FD79-D46A94CAD298}"/>
                  </a:ext>
                </a:extLst>
              </p:cNvPr>
              <p:cNvSpPr/>
              <p:nvPr/>
            </p:nvSpPr>
            <p:spPr>
              <a:xfrm>
                <a:off x="5000208"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566" name="Freeform: Shape 11565">
                <a:extLst>
                  <a:ext uri="{FF2B5EF4-FFF2-40B4-BE49-F238E27FC236}">
                    <a16:creationId xmlns:a16="http://schemas.microsoft.com/office/drawing/2014/main" id="{88AC62D3-1083-D7F4-8BF6-C956DDE877AA}"/>
                  </a:ext>
                </a:extLst>
              </p:cNvPr>
              <p:cNvSpPr/>
              <p:nvPr/>
            </p:nvSpPr>
            <p:spPr>
              <a:xfrm>
                <a:off x="5000208"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567" name="Freeform: Shape 11566">
                <a:extLst>
                  <a:ext uri="{FF2B5EF4-FFF2-40B4-BE49-F238E27FC236}">
                    <a16:creationId xmlns:a16="http://schemas.microsoft.com/office/drawing/2014/main" id="{E9AA5373-1CA7-0133-4D06-B389258340E6}"/>
                  </a:ext>
                </a:extLst>
              </p:cNvPr>
              <p:cNvSpPr/>
              <p:nvPr/>
            </p:nvSpPr>
            <p:spPr>
              <a:xfrm>
                <a:off x="5000208"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568" name="Freeform: Shape 11567">
                <a:extLst>
                  <a:ext uri="{FF2B5EF4-FFF2-40B4-BE49-F238E27FC236}">
                    <a16:creationId xmlns:a16="http://schemas.microsoft.com/office/drawing/2014/main" id="{CDEC2AA5-4193-1184-5225-F6BE51DA731A}"/>
                  </a:ext>
                </a:extLst>
              </p:cNvPr>
              <p:cNvSpPr/>
              <p:nvPr/>
            </p:nvSpPr>
            <p:spPr>
              <a:xfrm>
                <a:off x="5000208"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569" name="Freeform: Shape 11568">
                <a:extLst>
                  <a:ext uri="{FF2B5EF4-FFF2-40B4-BE49-F238E27FC236}">
                    <a16:creationId xmlns:a16="http://schemas.microsoft.com/office/drawing/2014/main" id="{805293DC-3D85-CCA8-3AC8-5E663A6B7B0A}"/>
                  </a:ext>
                </a:extLst>
              </p:cNvPr>
              <p:cNvSpPr/>
              <p:nvPr/>
            </p:nvSpPr>
            <p:spPr>
              <a:xfrm>
                <a:off x="5000208"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570" name="Freeform: Shape 11569">
                <a:extLst>
                  <a:ext uri="{FF2B5EF4-FFF2-40B4-BE49-F238E27FC236}">
                    <a16:creationId xmlns:a16="http://schemas.microsoft.com/office/drawing/2014/main" id="{489BE70E-0662-F094-3B9B-280A884EE86F}"/>
                  </a:ext>
                </a:extLst>
              </p:cNvPr>
              <p:cNvSpPr/>
              <p:nvPr/>
            </p:nvSpPr>
            <p:spPr>
              <a:xfrm>
                <a:off x="5000208"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571" name="Freeform: Shape 11570">
                <a:extLst>
                  <a:ext uri="{FF2B5EF4-FFF2-40B4-BE49-F238E27FC236}">
                    <a16:creationId xmlns:a16="http://schemas.microsoft.com/office/drawing/2014/main" id="{E884402A-374B-6AA7-0DD2-C3FC88409ABD}"/>
                  </a:ext>
                </a:extLst>
              </p:cNvPr>
              <p:cNvSpPr/>
              <p:nvPr/>
            </p:nvSpPr>
            <p:spPr>
              <a:xfrm>
                <a:off x="5000208"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72" name="Freeform: Shape 11571">
                <a:extLst>
                  <a:ext uri="{FF2B5EF4-FFF2-40B4-BE49-F238E27FC236}">
                    <a16:creationId xmlns:a16="http://schemas.microsoft.com/office/drawing/2014/main" id="{10EFC10E-6E94-0EFA-251F-06BD235F2FDA}"/>
                  </a:ext>
                </a:extLst>
              </p:cNvPr>
              <p:cNvSpPr/>
              <p:nvPr/>
            </p:nvSpPr>
            <p:spPr>
              <a:xfrm>
                <a:off x="5000208"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573" name="Freeform: Shape 11572">
                <a:extLst>
                  <a:ext uri="{FF2B5EF4-FFF2-40B4-BE49-F238E27FC236}">
                    <a16:creationId xmlns:a16="http://schemas.microsoft.com/office/drawing/2014/main" id="{9258B8D3-3899-8F78-2705-D6669E9EEDE1}"/>
                  </a:ext>
                </a:extLst>
              </p:cNvPr>
              <p:cNvSpPr/>
              <p:nvPr/>
            </p:nvSpPr>
            <p:spPr>
              <a:xfrm>
                <a:off x="5000208"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574" name="Freeform: Shape 11573">
                <a:extLst>
                  <a:ext uri="{FF2B5EF4-FFF2-40B4-BE49-F238E27FC236}">
                    <a16:creationId xmlns:a16="http://schemas.microsoft.com/office/drawing/2014/main" id="{FB276BFF-927F-66D7-B478-AB756C2C2B8C}"/>
                  </a:ext>
                </a:extLst>
              </p:cNvPr>
              <p:cNvSpPr/>
              <p:nvPr/>
            </p:nvSpPr>
            <p:spPr>
              <a:xfrm>
                <a:off x="5000208"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8D00"/>
              </a:solidFill>
              <a:ln w="2679" cap="rnd">
                <a:solidFill>
                  <a:srgbClr val="999999"/>
                </a:solidFill>
                <a:prstDash val="solid"/>
                <a:round/>
              </a:ln>
            </p:spPr>
            <p:txBody>
              <a:bodyPr/>
              <a:lstStyle/>
              <a:p>
                <a:endParaRPr lang="en-US" sz="1701"/>
              </a:p>
            </p:txBody>
          </p:sp>
          <p:sp>
            <p:nvSpPr>
              <p:cNvPr id="11575" name="Freeform: Shape 11574">
                <a:extLst>
                  <a:ext uri="{FF2B5EF4-FFF2-40B4-BE49-F238E27FC236}">
                    <a16:creationId xmlns:a16="http://schemas.microsoft.com/office/drawing/2014/main" id="{B57AFF78-D190-4B05-B6F0-0009AB1F325E}"/>
                  </a:ext>
                </a:extLst>
              </p:cNvPr>
              <p:cNvSpPr/>
              <p:nvPr/>
            </p:nvSpPr>
            <p:spPr>
              <a:xfrm>
                <a:off x="5000208"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76" name="Freeform: Shape 11575">
                <a:extLst>
                  <a:ext uri="{FF2B5EF4-FFF2-40B4-BE49-F238E27FC236}">
                    <a16:creationId xmlns:a16="http://schemas.microsoft.com/office/drawing/2014/main" id="{D0D354B2-49A1-4785-74E1-C142A467BF73}"/>
                  </a:ext>
                </a:extLst>
              </p:cNvPr>
              <p:cNvSpPr/>
              <p:nvPr/>
            </p:nvSpPr>
            <p:spPr>
              <a:xfrm>
                <a:off x="5000208"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577" name="Freeform: Shape 11576">
                <a:extLst>
                  <a:ext uri="{FF2B5EF4-FFF2-40B4-BE49-F238E27FC236}">
                    <a16:creationId xmlns:a16="http://schemas.microsoft.com/office/drawing/2014/main" id="{C00D9F60-BF1B-1D58-153D-6CF5063021BB}"/>
                  </a:ext>
                </a:extLst>
              </p:cNvPr>
              <p:cNvSpPr/>
              <p:nvPr/>
            </p:nvSpPr>
            <p:spPr>
              <a:xfrm>
                <a:off x="5062522"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78" name="Freeform: Shape 11577">
                <a:extLst>
                  <a:ext uri="{FF2B5EF4-FFF2-40B4-BE49-F238E27FC236}">
                    <a16:creationId xmlns:a16="http://schemas.microsoft.com/office/drawing/2014/main" id="{12C0A30C-D79E-26C8-0BAC-2D16BC139F49}"/>
                  </a:ext>
                </a:extLst>
              </p:cNvPr>
              <p:cNvSpPr/>
              <p:nvPr/>
            </p:nvSpPr>
            <p:spPr>
              <a:xfrm>
                <a:off x="5062522"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79" name="Freeform: Shape 11578">
                <a:extLst>
                  <a:ext uri="{FF2B5EF4-FFF2-40B4-BE49-F238E27FC236}">
                    <a16:creationId xmlns:a16="http://schemas.microsoft.com/office/drawing/2014/main" id="{876C5920-4434-0EFF-9022-4FDDCE5C1A41}"/>
                  </a:ext>
                </a:extLst>
              </p:cNvPr>
              <p:cNvSpPr/>
              <p:nvPr/>
            </p:nvSpPr>
            <p:spPr>
              <a:xfrm>
                <a:off x="5062522"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580" name="Freeform: Shape 11579">
                <a:extLst>
                  <a:ext uri="{FF2B5EF4-FFF2-40B4-BE49-F238E27FC236}">
                    <a16:creationId xmlns:a16="http://schemas.microsoft.com/office/drawing/2014/main" id="{8A5EF20E-4602-20B9-5124-7553C2071F6A}"/>
                  </a:ext>
                </a:extLst>
              </p:cNvPr>
              <p:cNvSpPr/>
              <p:nvPr/>
            </p:nvSpPr>
            <p:spPr>
              <a:xfrm>
                <a:off x="5062522"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81" name="Freeform: Shape 11580">
                <a:extLst>
                  <a:ext uri="{FF2B5EF4-FFF2-40B4-BE49-F238E27FC236}">
                    <a16:creationId xmlns:a16="http://schemas.microsoft.com/office/drawing/2014/main" id="{6F3FE9AF-D1A9-8CC6-171D-8263079018E9}"/>
                  </a:ext>
                </a:extLst>
              </p:cNvPr>
              <p:cNvSpPr/>
              <p:nvPr/>
            </p:nvSpPr>
            <p:spPr>
              <a:xfrm>
                <a:off x="5062522"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582" name="Freeform: Shape 11581">
                <a:extLst>
                  <a:ext uri="{FF2B5EF4-FFF2-40B4-BE49-F238E27FC236}">
                    <a16:creationId xmlns:a16="http://schemas.microsoft.com/office/drawing/2014/main" id="{B6B538A0-A758-348A-EDC1-72128EB3BD28}"/>
                  </a:ext>
                </a:extLst>
              </p:cNvPr>
              <p:cNvSpPr/>
              <p:nvPr/>
            </p:nvSpPr>
            <p:spPr>
              <a:xfrm>
                <a:off x="5062522"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1400"/>
              </a:solidFill>
              <a:ln w="2679" cap="rnd">
                <a:solidFill>
                  <a:srgbClr val="999999"/>
                </a:solidFill>
                <a:prstDash val="solid"/>
                <a:round/>
              </a:ln>
            </p:spPr>
            <p:txBody>
              <a:bodyPr/>
              <a:lstStyle/>
              <a:p>
                <a:endParaRPr lang="en-US" sz="1701"/>
              </a:p>
            </p:txBody>
          </p:sp>
          <p:sp>
            <p:nvSpPr>
              <p:cNvPr id="11583" name="Freeform: Shape 11582">
                <a:extLst>
                  <a:ext uri="{FF2B5EF4-FFF2-40B4-BE49-F238E27FC236}">
                    <a16:creationId xmlns:a16="http://schemas.microsoft.com/office/drawing/2014/main" id="{AA9B5D93-C3D2-4C70-5007-7860494B97DF}"/>
                  </a:ext>
                </a:extLst>
              </p:cNvPr>
              <p:cNvSpPr/>
              <p:nvPr/>
            </p:nvSpPr>
            <p:spPr>
              <a:xfrm>
                <a:off x="5062522"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584" name="Freeform: Shape 11583">
                <a:extLst>
                  <a:ext uri="{FF2B5EF4-FFF2-40B4-BE49-F238E27FC236}">
                    <a16:creationId xmlns:a16="http://schemas.microsoft.com/office/drawing/2014/main" id="{62B17550-B8C7-4646-30BA-3335390D61A7}"/>
                  </a:ext>
                </a:extLst>
              </p:cNvPr>
              <p:cNvSpPr/>
              <p:nvPr/>
            </p:nvSpPr>
            <p:spPr>
              <a:xfrm>
                <a:off x="5062522"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85" name="Freeform: Shape 11584">
                <a:extLst>
                  <a:ext uri="{FF2B5EF4-FFF2-40B4-BE49-F238E27FC236}">
                    <a16:creationId xmlns:a16="http://schemas.microsoft.com/office/drawing/2014/main" id="{BA10D5ED-825A-A4A1-5390-8A000E0E1118}"/>
                  </a:ext>
                </a:extLst>
              </p:cNvPr>
              <p:cNvSpPr/>
              <p:nvPr/>
            </p:nvSpPr>
            <p:spPr>
              <a:xfrm>
                <a:off x="5062522"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86" name="Freeform: Shape 11585">
                <a:extLst>
                  <a:ext uri="{FF2B5EF4-FFF2-40B4-BE49-F238E27FC236}">
                    <a16:creationId xmlns:a16="http://schemas.microsoft.com/office/drawing/2014/main" id="{6D606300-17D9-F9F8-ED7A-D9E6801FB256}"/>
                  </a:ext>
                </a:extLst>
              </p:cNvPr>
              <p:cNvSpPr/>
              <p:nvPr/>
            </p:nvSpPr>
            <p:spPr>
              <a:xfrm>
                <a:off x="5062522"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587" name="Freeform: Shape 11586">
                <a:extLst>
                  <a:ext uri="{FF2B5EF4-FFF2-40B4-BE49-F238E27FC236}">
                    <a16:creationId xmlns:a16="http://schemas.microsoft.com/office/drawing/2014/main" id="{7F2FFA09-AD11-AA9F-BFFB-B200A02340FD}"/>
                  </a:ext>
                </a:extLst>
              </p:cNvPr>
              <p:cNvSpPr/>
              <p:nvPr/>
            </p:nvSpPr>
            <p:spPr>
              <a:xfrm>
                <a:off x="5062522"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588" name="Freeform: Shape 11587">
                <a:extLst>
                  <a:ext uri="{FF2B5EF4-FFF2-40B4-BE49-F238E27FC236}">
                    <a16:creationId xmlns:a16="http://schemas.microsoft.com/office/drawing/2014/main" id="{8C15085A-87E7-E8E3-AE62-53BD6C25C387}"/>
                  </a:ext>
                </a:extLst>
              </p:cNvPr>
              <p:cNvSpPr/>
              <p:nvPr/>
            </p:nvSpPr>
            <p:spPr>
              <a:xfrm>
                <a:off x="5062522"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89" name="Freeform: Shape 11588">
                <a:extLst>
                  <a:ext uri="{FF2B5EF4-FFF2-40B4-BE49-F238E27FC236}">
                    <a16:creationId xmlns:a16="http://schemas.microsoft.com/office/drawing/2014/main" id="{5B650CA1-C996-86CA-10B3-E28610D464FC}"/>
                  </a:ext>
                </a:extLst>
              </p:cNvPr>
              <p:cNvSpPr/>
              <p:nvPr/>
            </p:nvSpPr>
            <p:spPr>
              <a:xfrm>
                <a:off x="5062522"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590" name="Freeform: Shape 11589">
                <a:extLst>
                  <a:ext uri="{FF2B5EF4-FFF2-40B4-BE49-F238E27FC236}">
                    <a16:creationId xmlns:a16="http://schemas.microsoft.com/office/drawing/2014/main" id="{8ACF08BC-F14D-2B1A-152C-E2309B9C3C92}"/>
                  </a:ext>
                </a:extLst>
              </p:cNvPr>
              <p:cNvSpPr/>
              <p:nvPr/>
            </p:nvSpPr>
            <p:spPr>
              <a:xfrm>
                <a:off x="5062522"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91" name="Freeform: Shape 11590">
                <a:extLst>
                  <a:ext uri="{FF2B5EF4-FFF2-40B4-BE49-F238E27FC236}">
                    <a16:creationId xmlns:a16="http://schemas.microsoft.com/office/drawing/2014/main" id="{B41DC3C7-876C-1D45-5BFE-F170816D905F}"/>
                  </a:ext>
                </a:extLst>
              </p:cNvPr>
              <p:cNvSpPr/>
              <p:nvPr/>
            </p:nvSpPr>
            <p:spPr>
              <a:xfrm>
                <a:off x="5062522"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92" name="Freeform: Shape 11591">
                <a:extLst>
                  <a:ext uri="{FF2B5EF4-FFF2-40B4-BE49-F238E27FC236}">
                    <a16:creationId xmlns:a16="http://schemas.microsoft.com/office/drawing/2014/main" id="{D627516E-3E52-76BF-64EF-8028CE035D85}"/>
                  </a:ext>
                </a:extLst>
              </p:cNvPr>
              <p:cNvSpPr/>
              <p:nvPr/>
            </p:nvSpPr>
            <p:spPr>
              <a:xfrm>
                <a:off x="5062522"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93" name="Freeform: Shape 11592">
                <a:extLst>
                  <a:ext uri="{FF2B5EF4-FFF2-40B4-BE49-F238E27FC236}">
                    <a16:creationId xmlns:a16="http://schemas.microsoft.com/office/drawing/2014/main" id="{5DC30F27-DBE9-678C-9046-21E9C35CED1A}"/>
                  </a:ext>
                </a:extLst>
              </p:cNvPr>
              <p:cNvSpPr/>
              <p:nvPr/>
            </p:nvSpPr>
            <p:spPr>
              <a:xfrm>
                <a:off x="5062522"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594" name="Freeform: Shape 11593">
                <a:extLst>
                  <a:ext uri="{FF2B5EF4-FFF2-40B4-BE49-F238E27FC236}">
                    <a16:creationId xmlns:a16="http://schemas.microsoft.com/office/drawing/2014/main" id="{D2BB2F6A-19A3-0082-6710-7E7248076674}"/>
                  </a:ext>
                </a:extLst>
              </p:cNvPr>
              <p:cNvSpPr/>
              <p:nvPr/>
            </p:nvSpPr>
            <p:spPr>
              <a:xfrm>
                <a:off x="5062522"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95" name="Freeform: Shape 11594">
                <a:extLst>
                  <a:ext uri="{FF2B5EF4-FFF2-40B4-BE49-F238E27FC236}">
                    <a16:creationId xmlns:a16="http://schemas.microsoft.com/office/drawing/2014/main" id="{F70488A4-40B9-1B99-B71E-5A41CB52927B}"/>
                  </a:ext>
                </a:extLst>
              </p:cNvPr>
              <p:cNvSpPr/>
              <p:nvPr/>
            </p:nvSpPr>
            <p:spPr>
              <a:xfrm>
                <a:off x="5062522"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596" name="Freeform: Shape 11595">
                <a:extLst>
                  <a:ext uri="{FF2B5EF4-FFF2-40B4-BE49-F238E27FC236}">
                    <a16:creationId xmlns:a16="http://schemas.microsoft.com/office/drawing/2014/main" id="{DD97C40C-BF14-ED41-358D-9419FBED0BF3}"/>
                  </a:ext>
                </a:extLst>
              </p:cNvPr>
              <p:cNvSpPr/>
              <p:nvPr/>
            </p:nvSpPr>
            <p:spPr>
              <a:xfrm>
                <a:off x="5062522"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597" name="Freeform: Shape 11596">
                <a:extLst>
                  <a:ext uri="{FF2B5EF4-FFF2-40B4-BE49-F238E27FC236}">
                    <a16:creationId xmlns:a16="http://schemas.microsoft.com/office/drawing/2014/main" id="{E8558478-04A3-EE0D-8BAC-64AABBFC2488}"/>
                  </a:ext>
                </a:extLst>
              </p:cNvPr>
              <p:cNvSpPr/>
              <p:nvPr/>
            </p:nvSpPr>
            <p:spPr>
              <a:xfrm>
                <a:off x="5062522"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98" name="Freeform: Shape 11597">
                <a:extLst>
                  <a:ext uri="{FF2B5EF4-FFF2-40B4-BE49-F238E27FC236}">
                    <a16:creationId xmlns:a16="http://schemas.microsoft.com/office/drawing/2014/main" id="{7530E610-1D94-E87F-23BB-2A97BE452A19}"/>
                  </a:ext>
                </a:extLst>
              </p:cNvPr>
              <p:cNvSpPr/>
              <p:nvPr/>
            </p:nvSpPr>
            <p:spPr>
              <a:xfrm>
                <a:off x="5062522"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599" name="Freeform: Shape 11598">
                <a:extLst>
                  <a:ext uri="{FF2B5EF4-FFF2-40B4-BE49-F238E27FC236}">
                    <a16:creationId xmlns:a16="http://schemas.microsoft.com/office/drawing/2014/main" id="{EF09F7A7-6C26-566B-0A5B-164E29464544}"/>
                  </a:ext>
                </a:extLst>
              </p:cNvPr>
              <p:cNvSpPr/>
              <p:nvPr/>
            </p:nvSpPr>
            <p:spPr>
              <a:xfrm>
                <a:off x="5062522"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00" name="Freeform: Shape 11599">
                <a:extLst>
                  <a:ext uri="{FF2B5EF4-FFF2-40B4-BE49-F238E27FC236}">
                    <a16:creationId xmlns:a16="http://schemas.microsoft.com/office/drawing/2014/main" id="{A5DFAA1D-9D36-03E2-91B0-032E73DBA43C}"/>
                  </a:ext>
                </a:extLst>
              </p:cNvPr>
              <p:cNvSpPr/>
              <p:nvPr/>
            </p:nvSpPr>
            <p:spPr>
              <a:xfrm>
                <a:off x="5062522"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01" name="Freeform: Shape 11600">
                <a:extLst>
                  <a:ext uri="{FF2B5EF4-FFF2-40B4-BE49-F238E27FC236}">
                    <a16:creationId xmlns:a16="http://schemas.microsoft.com/office/drawing/2014/main" id="{85F1C0BE-831B-F21E-D873-00FA7A67DF25}"/>
                  </a:ext>
                </a:extLst>
              </p:cNvPr>
              <p:cNvSpPr/>
              <p:nvPr/>
            </p:nvSpPr>
            <p:spPr>
              <a:xfrm>
                <a:off x="5062522"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02" name="Freeform: Shape 11601">
                <a:extLst>
                  <a:ext uri="{FF2B5EF4-FFF2-40B4-BE49-F238E27FC236}">
                    <a16:creationId xmlns:a16="http://schemas.microsoft.com/office/drawing/2014/main" id="{6A6780D8-978A-ACC6-F309-857940EF28C1}"/>
                  </a:ext>
                </a:extLst>
              </p:cNvPr>
              <p:cNvSpPr/>
              <p:nvPr/>
            </p:nvSpPr>
            <p:spPr>
              <a:xfrm>
                <a:off x="5062522"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03" name="Freeform: Shape 11602">
                <a:extLst>
                  <a:ext uri="{FF2B5EF4-FFF2-40B4-BE49-F238E27FC236}">
                    <a16:creationId xmlns:a16="http://schemas.microsoft.com/office/drawing/2014/main" id="{07FF9DF3-A37B-2D8C-BEAD-D0BBA4581F61}"/>
                  </a:ext>
                </a:extLst>
              </p:cNvPr>
              <p:cNvSpPr/>
              <p:nvPr/>
            </p:nvSpPr>
            <p:spPr>
              <a:xfrm>
                <a:off x="5062522"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04" name="Freeform: Shape 11603">
                <a:extLst>
                  <a:ext uri="{FF2B5EF4-FFF2-40B4-BE49-F238E27FC236}">
                    <a16:creationId xmlns:a16="http://schemas.microsoft.com/office/drawing/2014/main" id="{CE49A362-0B7A-B1B8-EA66-B279B7DF76CE}"/>
                  </a:ext>
                </a:extLst>
              </p:cNvPr>
              <p:cNvSpPr/>
              <p:nvPr/>
            </p:nvSpPr>
            <p:spPr>
              <a:xfrm>
                <a:off x="5124759"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05" name="Freeform: Shape 11604">
                <a:extLst>
                  <a:ext uri="{FF2B5EF4-FFF2-40B4-BE49-F238E27FC236}">
                    <a16:creationId xmlns:a16="http://schemas.microsoft.com/office/drawing/2014/main" id="{7DC39253-618C-9130-A44B-4FF1D8E74E12}"/>
                  </a:ext>
                </a:extLst>
              </p:cNvPr>
              <p:cNvSpPr/>
              <p:nvPr/>
            </p:nvSpPr>
            <p:spPr>
              <a:xfrm>
                <a:off x="5124759"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06" name="Freeform: Shape 11605">
                <a:extLst>
                  <a:ext uri="{FF2B5EF4-FFF2-40B4-BE49-F238E27FC236}">
                    <a16:creationId xmlns:a16="http://schemas.microsoft.com/office/drawing/2014/main" id="{2AC31EF6-93F6-8BD7-EB0E-A91E262D3FC8}"/>
                  </a:ext>
                </a:extLst>
              </p:cNvPr>
              <p:cNvSpPr/>
              <p:nvPr/>
            </p:nvSpPr>
            <p:spPr>
              <a:xfrm>
                <a:off x="5124759"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607" name="Freeform: Shape 11606">
                <a:extLst>
                  <a:ext uri="{FF2B5EF4-FFF2-40B4-BE49-F238E27FC236}">
                    <a16:creationId xmlns:a16="http://schemas.microsoft.com/office/drawing/2014/main" id="{D50A514B-6CF8-A15C-61B4-D90EEB0E45E2}"/>
                  </a:ext>
                </a:extLst>
              </p:cNvPr>
              <p:cNvSpPr/>
              <p:nvPr/>
            </p:nvSpPr>
            <p:spPr>
              <a:xfrm>
                <a:off x="5124759"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08" name="Freeform: Shape 11607">
                <a:extLst>
                  <a:ext uri="{FF2B5EF4-FFF2-40B4-BE49-F238E27FC236}">
                    <a16:creationId xmlns:a16="http://schemas.microsoft.com/office/drawing/2014/main" id="{3C5C5262-6F9C-BC6D-5825-27323B2B17E4}"/>
                  </a:ext>
                </a:extLst>
              </p:cNvPr>
              <p:cNvSpPr/>
              <p:nvPr/>
            </p:nvSpPr>
            <p:spPr>
              <a:xfrm>
                <a:off x="5124759"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09" name="Freeform: Shape 11608">
                <a:extLst>
                  <a:ext uri="{FF2B5EF4-FFF2-40B4-BE49-F238E27FC236}">
                    <a16:creationId xmlns:a16="http://schemas.microsoft.com/office/drawing/2014/main" id="{FD481B05-954A-20EF-446C-B4C7E9616960}"/>
                  </a:ext>
                </a:extLst>
              </p:cNvPr>
              <p:cNvSpPr/>
              <p:nvPr/>
            </p:nvSpPr>
            <p:spPr>
              <a:xfrm>
                <a:off x="5124759"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000"/>
              </a:solidFill>
              <a:ln w="2679" cap="rnd">
                <a:solidFill>
                  <a:srgbClr val="999999"/>
                </a:solidFill>
                <a:prstDash val="solid"/>
                <a:round/>
              </a:ln>
            </p:spPr>
            <p:txBody>
              <a:bodyPr/>
              <a:lstStyle/>
              <a:p>
                <a:endParaRPr lang="en-US" sz="1701"/>
              </a:p>
            </p:txBody>
          </p:sp>
          <p:sp>
            <p:nvSpPr>
              <p:cNvPr id="11610" name="Freeform: Shape 11609">
                <a:extLst>
                  <a:ext uri="{FF2B5EF4-FFF2-40B4-BE49-F238E27FC236}">
                    <a16:creationId xmlns:a16="http://schemas.microsoft.com/office/drawing/2014/main" id="{5D7D497C-D30D-D198-4F99-6ABBBEA58B04}"/>
                  </a:ext>
                </a:extLst>
              </p:cNvPr>
              <p:cNvSpPr/>
              <p:nvPr/>
            </p:nvSpPr>
            <p:spPr>
              <a:xfrm>
                <a:off x="5124759"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611" name="Freeform: Shape 11610">
                <a:extLst>
                  <a:ext uri="{FF2B5EF4-FFF2-40B4-BE49-F238E27FC236}">
                    <a16:creationId xmlns:a16="http://schemas.microsoft.com/office/drawing/2014/main" id="{20CE5C07-07D4-5811-87C2-5845BCC46EDA}"/>
                  </a:ext>
                </a:extLst>
              </p:cNvPr>
              <p:cNvSpPr/>
              <p:nvPr/>
            </p:nvSpPr>
            <p:spPr>
              <a:xfrm>
                <a:off x="5124759"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12" name="Freeform: Shape 11611">
                <a:extLst>
                  <a:ext uri="{FF2B5EF4-FFF2-40B4-BE49-F238E27FC236}">
                    <a16:creationId xmlns:a16="http://schemas.microsoft.com/office/drawing/2014/main" id="{860DE6DB-2DFC-0709-FE84-AECC5639669C}"/>
                  </a:ext>
                </a:extLst>
              </p:cNvPr>
              <p:cNvSpPr/>
              <p:nvPr/>
            </p:nvSpPr>
            <p:spPr>
              <a:xfrm>
                <a:off x="5124759"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13" name="Freeform: Shape 11612">
                <a:extLst>
                  <a:ext uri="{FF2B5EF4-FFF2-40B4-BE49-F238E27FC236}">
                    <a16:creationId xmlns:a16="http://schemas.microsoft.com/office/drawing/2014/main" id="{97062B57-AFAB-3833-52E1-CE3B8B0A9EAB}"/>
                  </a:ext>
                </a:extLst>
              </p:cNvPr>
              <p:cNvSpPr/>
              <p:nvPr/>
            </p:nvSpPr>
            <p:spPr>
              <a:xfrm>
                <a:off x="5124759"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614" name="Freeform: Shape 11613">
                <a:extLst>
                  <a:ext uri="{FF2B5EF4-FFF2-40B4-BE49-F238E27FC236}">
                    <a16:creationId xmlns:a16="http://schemas.microsoft.com/office/drawing/2014/main" id="{4C737E28-14CE-1155-D929-59B604015991}"/>
                  </a:ext>
                </a:extLst>
              </p:cNvPr>
              <p:cNvSpPr/>
              <p:nvPr/>
            </p:nvSpPr>
            <p:spPr>
              <a:xfrm>
                <a:off x="5124759"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615" name="Freeform: Shape 11614">
                <a:extLst>
                  <a:ext uri="{FF2B5EF4-FFF2-40B4-BE49-F238E27FC236}">
                    <a16:creationId xmlns:a16="http://schemas.microsoft.com/office/drawing/2014/main" id="{35A27D44-F09D-B48C-A2C5-F0E52B02034B}"/>
                  </a:ext>
                </a:extLst>
              </p:cNvPr>
              <p:cNvSpPr/>
              <p:nvPr/>
            </p:nvSpPr>
            <p:spPr>
              <a:xfrm>
                <a:off x="5124759"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16" name="Freeform: Shape 11615">
                <a:extLst>
                  <a:ext uri="{FF2B5EF4-FFF2-40B4-BE49-F238E27FC236}">
                    <a16:creationId xmlns:a16="http://schemas.microsoft.com/office/drawing/2014/main" id="{D8986689-4200-74FF-AEB2-7A4C6AA7723C}"/>
                  </a:ext>
                </a:extLst>
              </p:cNvPr>
              <p:cNvSpPr/>
              <p:nvPr/>
            </p:nvSpPr>
            <p:spPr>
              <a:xfrm>
                <a:off x="5124759"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17" name="Freeform: Shape 11616">
                <a:extLst>
                  <a:ext uri="{FF2B5EF4-FFF2-40B4-BE49-F238E27FC236}">
                    <a16:creationId xmlns:a16="http://schemas.microsoft.com/office/drawing/2014/main" id="{E69ED7FF-50BA-C63A-D67B-9A83D653CC05}"/>
                  </a:ext>
                </a:extLst>
              </p:cNvPr>
              <p:cNvSpPr/>
              <p:nvPr/>
            </p:nvSpPr>
            <p:spPr>
              <a:xfrm>
                <a:off x="5124759"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18" name="Freeform: Shape 11617">
                <a:extLst>
                  <a:ext uri="{FF2B5EF4-FFF2-40B4-BE49-F238E27FC236}">
                    <a16:creationId xmlns:a16="http://schemas.microsoft.com/office/drawing/2014/main" id="{4CD15CF0-40CD-B4DD-8F5C-1522AF9A6A98}"/>
                  </a:ext>
                </a:extLst>
              </p:cNvPr>
              <p:cNvSpPr/>
              <p:nvPr/>
            </p:nvSpPr>
            <p:spPr>
              <a:xfrm>
                <a:off x="5124759"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19" name="Freeform: Shape 11618">
                <a:extLst>
                  <a:ext uri="{FF2B5EF4-FFF2-40B4-BE49-F238E27FC236}">
                    <a16:creationId xmlns:a16="http://schemas.microsoft.com/office/drawing/2014/main" id="{33234364-D568-DBB6-09B0-CC610530A614}"/>
                  </a:ext>
                </a:extLst>
              </p:cNvPr>
              <p:cNvSpPr/>
              <p:nvPr/>
            </p:nvSpPr>
            <p:spPr>
              <a:xfrm>
                <a:off x="5124759"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20" name="Freeform: Shape 11619">
                <a:extLst>
                  <a:ext uri="{FF2B5EF4-FFF2-40B4-BE49-F238E27FC236}">
                    <a16:creationId xmlns:a16="http://schemas.microsoft.com/office/drawing/2014/main" id="{BF530106-1DA8-4959-8E95-8651B733CD3E}"/>
                  </a:ext>
                </a:extLst>
              </p:cNvPr>
              <p:cNvSpPr/>
              <p:nvPr/>
            </p:nvSpPr>
            <p:spPr>
              <a:xfrm>
                <a:off x="5124759"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21" name="Freeform: Shape 11620">
                <a:extLst>
                  <a:ext uri="{FF2B5EF4-FFF2-40B4-BE49-F238E27FC236}">
                    <a16:creationId xmlns:a16="http://schemas.microsoft.com/office/drawing/2014/main" id="{70153E83-14FB-D783-DBEE-DA9AD5E43306}"/>
                  </a:ext>
                </a:extLst>
              </p:cNvPr>
              <p:cNvSpPr/>
              <p:nvPr/>
            </p:nvSpPr>
            <p:spPr>
              <a:xfrm>
                <a:off x="5124759"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22" name="Freeform: Shape 11621">
                <a:extLst>
                  <a:ext uri="{FF2B5EF4-FFF2-40B4-BE49-F238E27FC236}">
                    <a16:creationId xmlns:a16="http://schemas.microsoft.com/office/drawing/2014/main" id="{742467D8-9739-C169-A48E-2B281AB77230}"/>
                  </a:ext>
                </a:extLst>
              </p:cNvPr>
              <p:cNvSpPr/>
              <p:nvPr/>
            </p:nvSpPr>
            <p:spPr>
              <a:xfrm>
                <a:off x="5124759"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623" name="Freeform: Shape 11622">
                <a:extLst>
                  <a:ext uri="{FF2B5EF4-FFF2-40B4-BE49-F238E27FC236}">
                    <a16:creationId xmlns:a16="http://schemas.microsoft.com/office/drawing/2014/main" id="{0DEE9D7F-21B1-A0A4-6C40-C1BB78866B4D}"/>
                  </a:ext>
                </a:extLst>
              </p:cNvPr>
              <p:cNvSpPr/>
              <p:nvPr/>
            </p:nvSpPr>
            <p:spPr>
              <a:xfrm>
                <a:off x="5124759"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624" name="Freeform: Shape 11623">
                <a:extLst>
                  <a:ext uri="{FF2B5EF4-FFF2-40B4-BE49-F238E27FC236}">
                    <a16:creationId xmlns:a16="http://schemas.microsoft.com/office/drawing/2014/main" id="{19CF1DD1-9CE2-1FE8-0988-2495AB457120}"/>
                  </a:ext>
                </a:extLst>
              </p:cNvPr>
              <p:cNvSpPr/>
              <p:nvPr/>
            </p:nvSpPr>
            <p:spPr>
              <a:xfrm>
                <a:off x="5124759"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625" name="Freeform: Shape 11624">
                <a:extLst>
                  <a:ext uri="{FF2B5EF4-FFF2-40B4-BE49-F238E27FC236}">
                    <a16:creationId xmlns:a16="http://schemas.microsoft.com/office/drawing/2014/main" id="{44D1DEF2-A2BB-EC95-F405-0620E8B982E8}"/>
                  </a:ext>
                </a:extLst>
              </p:cNvPr>
              <p:cNvSpPr/>
              <p:nvPr/>
            </p:nvSpPr>
            <p:spPr>
              <a:xfrm>
                <a:off x="5124759"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26" name="Freeform: Shape 11625">
                <a:extLst>
                  <a:ext uri="{FF2B5EF4-FFF2-40B4-BE49-F238E27FC236}">
                    <a16:creationId xmlns:a16="http://schemas.microsoft.com/office/drawing/2014/main" id="{21F16045-E1B4-8864-B525-2BCC85167954}"/>
                  </a:ext>
                </a:extLst>
              </p:cNvPr>
              <p:cNvSpPr/>
              <p:nvPr/>
            </p:nvSpPr>
            <p:spPr>
              <a:xfrm>
                <a:off x="5124759"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27" name="Freeform: Shape 11626">
                <a:extLst>
                  <a:ext uri="{FF2B5EF4-FFF2-40B4-BE49-F238E27FC236}">
                    <a16:creationId xmlns:a16="http://schemas.microsoft.com/office/drawing/2014/main" id="{490161BE-C5B2-B235-0789-3E85E3F7EB8E}"/>
                  </a:ext>
                </a:extLst>
              </p:cNvPr>
              <p:cNvSpPr/>
              <p:nvPr/>
            </p:nvSpPr>
            <p:spPr>
              <a:xfrm>
                <a:off x="5124759"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28" name="Freeform: Shape 11627">
                <a:extLst>
                  <a:ext uri="{FF2B5EF4-FFF2-40B4-BE49-F238E27FC236}">
                    <a16:creationId xmlns:a16="http://schemas.microsoft.com/office/drawing/2014/main" id="{8631AA88-424A-AAD0-CE48-32A3CD410382}"/>
                  </a:ext>
                </a:extLst>
              </p:cNvPr>
              <p:cNvSpPr/>
              <p:nvPr/>
            </p:nvSpPr>
            <p:spPr>
              <a:xfrm>
                <a:off x="5124759"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29" name="Freeform: Shape 11628">
                <a:extLst>
                  <a:ext uri="{FF2B5EF4-FFF2-40B4-BE49-F238E27FC236}">
                    <a16:creationId xmlns:a16="http://schemas.microsoft.com/office/drawing/2014/main" id="{F8A06B97-7FC2-9ED0-BDD8-3F42280EB32D}"/>
                  </a:ext>
                </a:extLst>
              </p:cNvPr>
              <p:cNvSpPr/>
              <p:nvPr/>
            </p:nvSpPr>
            <p:spPr>
              <a:xfrm>
                <a:off x="5124759"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30" name="Freeform: Shape 11629">
                <a:extLst>
                  <a:ext uri="{FF2B5EF4-FFF2-40B4-BE49-F238E27FC236}">
                    <a16:creationId xmlns:a16="http://schemas.microsoft.com/office/drawing/2014/main" id="{17EE860A-9136-6FD1-D7D8-F4DD233AF4EB}"/>
                  </a:ext>
                </a:extLst>
              </p:cNvPr>
              <p:cNvSpPr/>
              <p:nvPr/>
            </p:nvSpPr>
            <p:spPr>
              <a:xfrm>
                <a:off x="5124759"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631" name="Freeform: Shape 11630">
                <a:extLst>
                  <a:ext uri="{FF2B5EF4-FFF2-40B4-BE49-F238E27FC236}">
                    <a16:creationId xmlns:a16="http://schemas.microsoft.com/office/drawing/2014/main" id="{B9E94BD4-5C1A-1656-3E10-2D6F98ADC562}"/>
                  </a:ext>
                </a:extLst>
              </p:cNvPr>
              <p:cNvSpPr/>
              <p:nvPr/>
            </p:nvSpPr>
            <p:spPr>
              <a:xfrm>
                <a:off x="5187074"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32" name="Freeform: Shape 11631">
                <a:extLst>
                  <a:ext uri="{FF2B5EF4-FFF2-40B4-BE49-F238E27FC236}">
                    <a16:creationId xmlns:a16="http://schemas.microsoft.com/office/drawing/2014/main" id="{3C2E9B4A-F2CC-AF99-DC57-852964FA30C8}"/>
                  </a:ext>
                </a:extLst>
              </p:cNvPr>
              <p:cNvSpPr/>
              <p:nvPr/>
            </p:nvSpPr>
            <p:spPr>
              <a:xfrm>
                <a:off x="5187074"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33" name="Freeform: Shape 11632">
                <a:extLst>
                  <a:ext uri="{FF2B5EF4-FFF2-40B4-BE49-F238E27FC236}">
                    <a16:creationId xmlns:a16="http://schemas.microsoft.com/office/drawing/2014/main" id="{C3CEA4A0-0C56-96E2-B274-D859846003B5}"/>
                  </a:ext>
                </a:extLst>
              </p:cNvPr>
              <p:cNvSpPr/>
              <p:nvPr/>
            </p:nvSpPr>
            <p:spPr>
              <a:xfrm>
                <a:off x="5187074"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C458"/>
              </a:solidFill>
              <a:ln w="2679" cap="rnd">
                <a:solidFill>
                  <a:srgbClr val="999999"/>
                </a:solidFill>
                <a:prstDash val="solid"/>
                <a:round/>
              </a:ln>
            </p:spPr>
            <p:txBody>
              <a:bodyPr/>
              <a:lstStyle/>
              <a:p>
                <a:endParaRPr lang="en-US" sz="1701"/>
              </a:p>
            </p:txBody>
          </p:sp>
          <p:sp>
            <p:nvSpPr>
              <p:cNvPr id="11634" name="Freeform: Shape 11633">
                <a:extLst>
                  <a:ext uri="{FF2B5EF4-FFF2-40B4-BE49-F238E27FC236}">
                    <a16:creationId xmlns:a16="http://schemas.microsoft.com/office/drawing/2014/main" id="{702F4927-3AF3-1EAC-E5AE-8C698C7AC517}"/>
                  </a:ext>
                </a:extLst>
              </p:cNvPr>
              <p:cNvSpPr/>
              <p:nvPr/>
            </p:nvSpPr>
            <p:spPr>
              <a:xfrm>
                <a:off x="5187074"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35" name="Freeform: Shape 11634">
                <a:extLst>
                  <a:ext uri="{FF2B5EF4-FFF2-40B4-BE49-F238E27FC236}">
                    <a16:creationId xmlns:a16="http://schemas.microsoft.com/office/drawing/2014/main" id="{2968A30A-0C02-9719-5A43-0B99C882A0DA}"/>
                  </a:ext>
                </a:extLst>
              </p:cNvPr>
              <p:cNvSpPr/>
              <p:nvPr/>
            </p:nvSpPr>
            <p:spPr>
              <a:xfrm>
                <a:off x="5187074"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36" name="Freeform: Shape 11635">
                <a:extLst>
                  <a:ext uri="{FF2B5EF4-FFF2-40B4-BE49-F238E27FC236}">
                    <a16:creationId xmlns:a16="http://schemas.microsoft.com/office/drawing/2014/main" id="{417C478A-A1AC-3B26-ED09-4916D74C646E}"/>
                  </a:ext>
                </a:extLst>
              </p:cNvPr>
              <p:cNvSpPr/>
              <p:nvPr/>
            </p:nvSpPr>
            <p:spPr>
              <a:xfrm>
                <a:off x="5187074"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37" name="Freeform: Shape 11636">
                <a:extLst>
                  <a:ext uri="{FF2B5EF4-FFF2-40B4-BE49-F238E27FC236}">
                    <a16:creationId xmlns:a16="http://schemas.microsoft.com/office/drawing/2014/main" id="{011B7820-61FC-1C11-001F-339A30C3FBAE}"/>
                  </a:ext>
                </a:extLst>
              </p:cNvPr>
              <p:cNvSpPr/>
              <p:nvPr/>
            </p:nvSpPr>
            <p:spPr>
              <a:xfrm>
                <a:off x="5187074"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38" name="Freeform: Shape 11637">
                <a:extLst>
                  <a:ext uri="{FF2B5EF4-FFF2-40B4-BE49-F238E27FC236}">
                    <a16:creationId xmlns:a16="http://schemas.microsoft.com/office/drawing/2014/main" id="{B31A8D31-5C6C-BE98-C565-FD7E592E61FD}"/>
                  </a:ext>
                </a:extLst>
              </p:cNvPr>
              <p:cNvSpPr/>
              <p:nvPr/>
            </p:nvSpPr>
            <p:spPr>
              <a:xfrm>
                <a:off x="5187074"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39" name="Freeform: Shape 11638">
                <a:extLst>
                  <a:ext uri="{FF2B5EF4-FFF2-40B4-BE49-F238E27FC236}">
                    <a16:creationId xmlns:a16="http://schemas.microsoft.com/office/drawing/2014/main" id="{9B67C0AE-7232-6114-9522-C9AADC90131A}"/>
                  </a:ext>
                </a:extLst>
              </p:cNvPr>
              <p:cNvSpPr/>
              <p:nvPr/>
            </p:nvSpPr>
            <p:spPr>
              <a:xfrm>
                <a:off x="5187074"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40" name="Freeform: Shape 11639">
                <a:extLst>
                  <a:ext uri="{FF2B5EF4-FFF2-40B4-BE49-F238E27FC236}">
                    <a16:creationId xmlns:a16="http://schemas.microsoft.com/office/drawing/2014/main" id="{D108AB7A-6A58-5AEC-7DA7-A380251CF2B3}"/>
                  </a:ext>
                </a:extLst>
              </p:cNvPr>
              <p:cNvSpPr/>
              <p:nvPr/>
            </p:nvSpPr>
            <p:spPr>
              <a:xfrm>
                <a:off x="5187074"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41" name="Freeform: Shape 11640">
                <a:extLst>
                  <a:ext uri="{FF2B5EF4-FFF2-40B4-BE49-F238E27FC236}">
                    <a16:creationId xmlns:a16="http://schemas.microsoft.com/office/drawing/2014/main" id="{67D9064F-CAD7-A7D6-83A7-82B57C512896}"/>
                  </a:ext>
                </a:extLst>
              </p:cNvPr>
              <p:cNvSpPr/>
              <p:nvPr/>
            </p:nvSpPr>
            <p:spPr>
              <a:xfrm>
                <a:off x="5187074"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642" name="Freeform: Shape 11641">
                <a:extLst>
                  <a:ext uri="{FF2B5EF4-FFF2-40B4-BE49-F238E27FC236}">
                    <a16:creationId xmlns:a16="http://schemas.microsoft.com/office/drawing/2014/main" id="{2FC9BA63-0A7C-CAFF-7A03-09B282189303}"/>
                  </a:ext>
                </a:extLst>
              </p:cNvPr>
              <p:cNvSpPr/>
              <p:nvPr/>
            </p:nvSpPr>
            <p:spPr>
              <a:xfrm>
                <a:off x="5187074"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643" name="Freeform: Shape 11642">
                <a:extLst>
                  <a:ext uri="{FF2B5EF4-FFF2-40B4-BE49-F238E27FC236}">
                    <a16:creationId xmlns:a16="http://schemas.microsoft.com/office/drawing/2014/main" id="{7842DD8C-E30E-D7C8-99C0-C0B681A152EB}"/>
                  </a:ext>
                </a:extLst>
              </p:cNvPr>
              <p:cNvSpPr/>
              <p:nvPr/>
            </p:nvSpPr>
            <p:spPr>
              <a:xfrm>
                <a:off x="5187074"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44" name="Freeform: Shape 11643">
                <a:extLst>
                  <a:ext uri="{FF2B5EF4-FFF2-40B4-BE49-F238E27FC236}">
                    <a16:creationId xmlns:a16="http://schemas.microsoft.com/office/drawing/2014/main" id="{C0DA4D6A-7006-C44E-4A4D-3DB1C801E60C}"/>
                  </a:ext>
                </a:extLst>
              </p:cNvPr>
              <p:cNvSpPr/>
              <p:nvPr/>
            </p:nvSpPr>
            <p:spPr>
              <a:xfrm>
                <a:off x="5187074"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45" name="Freeform: Shape 11644">
                <a:extLst>
                  <a:ext uri="{FF2B5EF4-FFF2-40B4-BE49-F238E27FC236}">
                    <a16:creationId xmlns:a16="http://schemas.microsoft.com/office/drawing/2014/main" id="{04FAABFE-CE4E-A731-8F5D-770ABD66535F}"/>
                  </a:ext>
                </a:extLst>
              </p:cNvPr>
              <p:cNvSpPr/>
              <p:nvPr/>
            </p:nvSpPr>
            <p:spPr>
              <a:xfrm>
                <a:off x="5187074"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46" name="Freeform: Shape 11645">
                <a:extLst>
                  <a:ext uri="{FF2B5EF4-FFF2-40B4-BE49-F238E27FC236}">
                    <a16:creationId xmlns:a16="http://schemas.microsoft.com/office/drawing/2014/main" id="{0DF56B29-E1DB-BF74-1F30-313904D6C2FB}"/>
                  </a:ext>
                </a:extLst>
              </p:cNvPr>
              <p:cNvSpPr/>
              <p:nvPr/>
            </p:nvSpPr>
            <p:spPr>
              <a:xfrm>
                <a:off x="5187074"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647" name="Freeform: Shape 11646">
                <a:extLst>
                  <a:ext uri="{FF2B5EF4-FFF2-40B4-BE49-F238E27FC236}">
                    <a16:creationId xmlns:a16="http://schemas.microsoft.com/office/drawing/2014/main" id="{6EE65D82-74F4-FE75-9EEF-6B31A1203FF9}"/>
                  </a:ext>
                </a:extLst>
              </p:cNvPr>
              <p:cNvSpPr/>
              <p:nvPr/>
            </p:nvSpPr>
            <p:spPr>
              <a:xfrm>
                <a:off x="5187074"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48" name="Freeform: Shape 11647">
                <a:extLst>
                  <a:ext uri="{FF2B5EF4-FFF2-40B4-BE49-F238E27FC236}">
                    <a16:creationId xmlns:a16="http://schemas.microsoft.com/office/drawing/2014/main" id="{2CB1F85D-1C84-7B07-7939-0540E4D42552}"/>
                  </a:ext>
                </a:extLst>
              </p:cNvPr>
              <p:cNvSpPr/>
              <p:nvPr/>
            </p:nvSpPr>
            <p:spPr>
              <a:xfrm>
                <a:off x="5187074"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49" name="Freeform: Shape 11648">
                <a:extLst>
                  <a:ext uri="{FF2B5EF4-FFF2-40B4-BE49-F238E27FC236}">
                    <a16:creationId xmlns:a16="http://schemas.microsoft.com/office/drawing/2014/main" id="{0FF2931F-A198-ACEF-70C5-E08A3C14233D}"/>
                  </a:ext>
                </a:extLst>
              </p:cNvPr>
              <p:cNvSpPr/>
              <p:nvPr/>
            </p:nvSpPr>
            <p:spPr>
              <a:xfrm>
                <a:off x="5187074"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A100"/>
              </a:solidFill>
              <a:ln w="2679" cap="rnd">
                <a:solidFill>
                  <a:srgbClr val="999999"/>
                </a:solidFill>
                <a:prstDash val="solid"/>
                <a:round/>
              </a:ln>
            </p:spPr>
            <p:txBody>
              <a:bodyPr/>
              <a:lstStyle/>
              <a:p>
                <a:endParaRPr lang="en-US" sz="1701"/>
              </a:p>
            </p:txBody>
          </p:sp>
          <p:sp>
            <p:nvSpPr>
              <p:cNvPr id="11650" name="Freeform: Shape 11649">
                <a:extLst>
                  <a:ext uri="{FF2B5EF4-FFF2-40B4-BE49-F238E27FC236}">
                    <a16:creationId xmlns:a16="http://schemas.microsoft.com/office/drawing/2014/main" id="{0FD5A943-D79B-C614-D8B2-87B33D6ED478}"/>
                  </a:ext>
                </a:extLst>
              </p:cNvPr>
              <p:cNvSpPr/>
              <p:nvPr/>
            </p:nvSpPr>
            <p:spPr>
              <a:xfrm>
                <a:off x="5187074"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C458"/>
              </a:solidFill>
              <a:ln w="2679" cap="rnd">
                <a:solidFill>
                  <a:srgbClr val="999999"/>
                </a:solidFill>
                <a:prstDash val="solid"/>
                <a:round/>
              </a:ln>
            </p:spPr>
            <p:txBody>
              <a:bodyPr/>
              <a:lstStyle/>
              <a:p>
                <a:endParaRPr lang="en-US" sz="1701"/>
              </a:p>
            </p:txBody>
          </p:sp>
          <p:sp>
            <p:nvSpPr>
              <p:cNvPr id="11651" name="Freeform: Shape 11650">
                <a:extLst>
                  <a:ext uri="{FF2B5EF4-FFF2-40B4-BE49-F238E27FC236}">
                    <a16:creationId xmlns:a16="http://schemas.microsoft.com/office/drawing/2014/main" id="{D39AFB73-7400-59F1-5556-B37420408D8D}"/>
                  </a:ext>
                </a:extLst>
              </p:cNvPr>
              <p:cNvSpPr/>
              <p:nvPr/>
            </p:nvSpPr>
            <p:spPr>
              <a:xfrm>
                <a:off x="5187074"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DFA6"/>
              </a:solidFill>
              <a:ln w="2679" cap="rnd">
                <a:solidFill>
                  <a:srgbClr val="999999"/>
                </a:solidFill>
                <a:prstDash val="solid"/>
                <a:round/>
              </a:ln>
            </p:spPr>
            <p:txBody>
              <a:bodyPr/>
              <a:lstStyle/>
              <a:p>
                <a:endParaRPr lang="en-US" sz="1701"/>
              </a:p>
            </p:txBody>
          </p:sp>
          <p:sp>
            <p:nvSpPr>
              <p:cNvPr id="11652" name="Freeform: Shape 11651">
                <a:extLst>
                  <a:ext uri="{FF2B5EF4-FFF2-40B4-BE49-F238E27FC236}">
                    <a16:creationId xmlns:a16="http://schemas.microsoft.com/office/drawing/2014/main" id="{1C946E68-51F2-FB4F-5E06-3EB2FD2C2B85}"/>
                  </a:ext>
                </a:extLst>
              </p:cNvPr>
              <p:cNvSpPr/>
              <p:nvPr/>
            </p:nvSpPr>
            <p:spPr>
              <a:xfrm>
                <a:off x="5187074"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653" name="Freeform: Shape 11652">
                <a:extLst>
                  <a:ext uri="{FF2B5EF4-FFF2-40B4-BE49-F238E27FC236}">
                    <a16:creationId xmlns:a16="http://schemas.microsoft.com/office/drawing/2014/main" id="{CE33CB55-C524-8E7F-5642-9736D84DF05D}"/>
                  </a:ext>
                </a:extLst>
              </p:cNvPr>
              <p:cNvSpPr/>
              <p:nvPr/>
            </p:nvSpPr>
            <p:spPr>
              <a:xfrm>
                <a:off x="5187074"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54" name="Freeform: Shape 11653">
                <a:extLst>
                  <a:ext uri="{FF2B5EF4-FFF2-40B4-BE49-F238E27FC236}">
                    <a16:creationId xmlns:a16="http://schemas.microsoft.com/office/drawing/2014/main" id="{9992A9E3-AEDC-54E7-D007-AAFE207B9F86}"/>
                  </a:ext>
                </a:extLst>
              </p:cNvPr>
              <p:cNvSpPr/>
              <p:nvPr/>
            </p:nvSpPr>
            <p:spPr>
              <a:xfrm>
                <a:off x="5187074"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55" name="Freeform: Shape 11654">
                <a:extLst>
                  <a:ext uri="{FF2B5EF4-FFF2-40B4-BE49-F238E27FC236}">
                    <a16:creationId xmlns:a16="http://schemas.microsoft.com/office/drawing/2014/main" id="{9CB349A5-61E5-8B6E-9702-3CC471B1467B}"/>
                  </a:ext>
                </a:extLst>
              </p:cNvPr>
              <p:cNvSpPr/>
              <p:nvPr/>
            </p:nvSpPr>
            <p:spPr>
              <a:xfrm>
                <a:off x="5187074"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56" name="Freeform: Shape 11655">
                <a:extLst>
                  <a:ext uri="{FF2B5EF4-FFF2-40B4-BE49-F238E27FC236}">
                    <a16:creationId xmlns:a16="http://schemas.microsoft.com/office/drawing/2014/main" id="{7A3AD881-9814-3667-FFDF-FC9CABEABA0F}"/>
                  </a:ext>
                </a:extLst>
              </p:cNvPr>
              <p:cNvSpPr/>
              <p:nvPr/>
            </p:nvSpPr>
            <p:spPr>
              <a:xfrm>
                <a:off x="5187074"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57" name="Freeform: Shape 11656">
                <a:extLst>
                  <a:ext uri="{FF2B5EF4-FFF2-40B4-BE49-F238E27FC236}">
                    <a16:creationId xmlns:a16="http://schemas.microsoft.com/office/drawing/2014/main" id="{CAFFE7D9-BE7E-C5EC-DF65-03CDDFD01FCB}"/>
                  </a:ext>
                </a:extLst>
              </p:cNvPr>
              <p:cNvSpPr/>
              <p:nvPr/>
            </p:nvSpPr>
            <p:spPr>
              <a:xfrm>
                <a:off x="5187074"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658" name="Freeform: Shape 11657">
                <a:extLst>
                  <a:ext uri="{FF2B5EF4-FFF2-40B4-BE49-F238E27FC236}">
                    <a16:creationId xmlns:a16="http://schemas.microsoft.com/office/drawing/2014/main" id="{277A8A61-B740-6129-5DB8-B69F59A3C6A3}"/>
                  </a:ext>
                </a:extLst>
              </p:cNvPr>
              <p:cNvSpPr/>
              <p:nvPr/>
            </p:nvSpPr>
            <p:spPr>
              <a:xfrm>
                <a:off x="5249311"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59" name="Freeform: Shape 11658">
                <a:extLst>
                  <a:ext uri="{FF2B5EF4-FFF2-40B4-BE49-F238E27FC236}">
                    <a16:creationId xmlns:a16="http://schemas.microsoft.com/office/drawing/2014/main" id="{9C33D78C-2918-9CCF-9780-008D2B261526}"/>
                  </a:ext>
                </a:extLst>
              </p:cNvPr>
              <p:cNvSpPr/>
              <p:nvPr/>
            </p:nvSpPr>
            <p:spPr>
              <a:xfrm>
                <a:off x="5249311"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60" name="Freeform: Shape 11659">
                <a:extLst>
                  <a:ext uri="{FF2B5EF4-FFF2-40B4-BE49-F238E27FC236}">
                    <a16:creationId xmlns:a16="http://schemas.microsoft.com/office/drawing/2014/main" id="{1F42C537-8EE7-CEE3-2560-93C88FB30E1B}"/>
                  </a:ext>
                </a:extLst>
              </p:cNvPr>
              <p:cNvSpPr/>
              <p:nvPr/>
            </p:nvSpPr>
            <p:spPr>
              <a:xfrm>
                <a:off x="5249311"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5A00"/>
              </a:solidFill>
              <a:ln w="2679" cap="rnd">
                <a:solidFill>
                  <a:srgbClr val="999999"/>
                </a:solidFill>
                <a:prstDash val="solid"/>
                <a:round/>
              </a:ln>
            </p:spPr>
            <p:txBody>
              <a:bodyPr/>
              <a:lstStyle/>
              <a:p>
                <a:endParaRPr lang="en-US" sz="1701"/>
              </a:p>
            </p:txBody>
          </p:sp>
          <p:sp>
            <p:nvSpPr>
              <p:cNvPr id="11661" name="Freeform: Shape 11660">
                <a:extLst>
                  <a:ext uri="{FF2B5EF4-FFF2-40B4-BE49-F238E27FC236}">
                    <a16:creationId xmlns:a16="http://schemas.microsoft.com/office/drawing/2014/main" id="{BA21CAE9-E9FD-5330-B27B-947C051ACE57}"/>
                  </a:ext>
                </a:extLst>
              </p:cNvPr>
              <p:cNvSpPr/>
              <p:nvPr/>
            </p:nvSpPr>
            <p:spPr>
              <a:xfrm>
                <a:off x="5249311"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62" name="Freeform: Shape 11661">
                <a:extLst>
                  <a:ext uri="{FF2B5EF4-FFF2-40B4-BE49-F238E27FC236}">
                    <a16:creationId xmlns:a16="http://schemas.microsoft.com/office/drawing/2014/main" id="{08AFC9FC-B6A5-657E-9CAD-1666ECA9084B}"/>
                  </a:ext>
                </a:extLst>
              </p:cNvPr>
              <p:cNvSpPr/>
              <p:nvPr/>
            </p:nvSpPr>
            <p:spPr>
              <a:xfrm>
                <a:off x="5249311"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63" name="Freeform: Shape 11662">
                <a:extLst>
                  <a:ext uri="{FF2B5EF4-FFF2-40B4-BE49-F238E27FC236}">
                    <a16:creationId xmlns:a16="http://schemas.microsoft.com/office/drawing/2014/main" id="{A55E5843-A0F1-DAED-3174-7E5DD668F829}"/>
                  </a:ext>
                </a:extLst>
              </p:cNvPr>
              <p:cNvSpPr/>
              <p:nvPr/>
            </p:nvSpPr>
            <p:spPr>
              <a:xfrm>
                <a:off x="5249311"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64" name="Freeform: Shape 11663">
                <a:extLst>
                  <a:ext uri="{FF2B5EF4-FFF2-40B4-BE49-F238E27FC236}">
                    <a16:creationId xmlns:a16="http://schemas.microsoft.com/office/drawing/2014/main" id="{0EFD9489-E5B9-FAB6-4EC0-2DFEB5AFEF7C}"/>
                  </a:ext>
                </a:extLst>
              </p:cNvPr>
              <p:cNvSpPr/>
              <p:nvPr/>
            </p:nvSpPr>
            <p:spPr>
              <a:xfrm>
                <a:off x="5249311"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65" name="Freeform: Shape 11664">
                <a:extLst>
                  <a:ext uri="{FF2B5EF4-FFF2-40B4-BE49-F238E27FC236}">
                    <a16:creationId xmlns:a16="http://schemas.microsoft.com/office/drawing/2014/main" id="{535332E7-95AB-0A98-7D88-927897027D8C}"/>
                  </a:ext>
                </a:extLst>
              </p:cNvPr>
              <p:cNvSpPr/>
              <p:nvPr/>
            </p:nvSpPr>
            <p:spPr>
              <a:xfrm>
                <a:off x="5249311"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66" name="Freeform: Shape 11665">
                <a:extLst>
                  <a:ext uri="{FF2B5EF4-FFF2-40B4-BE49-F238E27FC236}">
                    <a16:creationId xmlns:a16="http://schemas.microsoft.com/office/drawing/2014/main" id="{06FBED84-D1D3-170F-CAC0-57070682194B}"/>
                  </a:ext>
                </a:extLst>
              </p:cNvPr>
              <p:cNvSpPr/>
              <p:nvPr/>
            </p:nvSpPr>
            <p:spPr>
              <a:xfrm>
                <a:off x="5249311"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67" name="Freeform: Shape 11666">
                <a:extLst>
                  <a:ext uri="{FF2B5EF4-FFF2-40B4-BE49-F238E27FC236}">
                    <a16:creationId xmlns:a16="http://schemas.microsoft.com/office/drawing/2014/main" id="{6CB8FC06-B8D1-3531-CB05-5CA4C54B0659}"/>
                  </a:ext>
                </a:extLst>
              </p:cNvPr>
              <p:cNvSpPr/>
              <p:nvPr/>
            </p:nvSpPr>
            <p:spPr>
              <a:xfrm>
                <a:off x="5249311"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68" name="Freeform: Shape 11667">
                <a:extLst>
                  <a:ext uri="{FF2B5EF4-FFF2-40B4-BE49-F238E27FC236}">
                    <a16:creationId xmlns:a16="http://schemas.microsoft.com/office/drawing/2014/main" id="{4FE86E39-4278-F0B2-3716-0CC1D6A65AE2}"/>
                  </a:ext>
                </a:extLst>
              </p:cNvPr>
              <p:cNvSpPr/>
              <p:nvPr/>
            </p:nvSpPr>
            <p:spPr>
              <a:xfrm>
                <a:off x="5249311"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669" name="Freeform: Shape 11668">
                <a:extLst>
                  <a:ext uri="{FF2B5EF4-FFF2-40B4-BE49-F238E27FC236}">
                    <a16:creationId xmlns:a16="http://schemas.microsoft.com/office/drawing/2014/main" id="{DF8BDBA4-D614-5E40-9EAD-7468F004E3FA}"/>
                  </a:ext>
                </a:extLst>
              </p:cNvPr>
              <p:cNvSpPr/>
              <p:nvPr/>
            </p:nvSpPr>
            <p:spPr>
              <a:xfrm>
                <a:off x="5249311"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670" name="Freeform: Shape 11669">
                <a:extLst>
                  <a:ext uri="{FF2B5EF4-FFF2-40B4-BE49-F238E27FC236}">
                    <a16:creationId xmlns:a16="http://schemas.microsoft.com/office/drawing/2014/main" id="{DCB5E6BA-B79F-4B49-D06D-F344DC1749D8}"/>
                  </a:ext>
                </a:extLst>
              </p:cNvPr>
              <p:cNvSpPr/>
              <p:nvPr/>
            </p:nvSpPr>
            <p:spPr>
              <a:xfrm>
                <a:off x="5249311"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71" name="Freeform: Shape 11670">
                <a:extLst>
                  <a:ext uri="{FF2B5EF4-FFF2-40B4-BE49-F238E27FC236}">
                    <a16:creationId xmlns:a16="http://schemas.microsoft.com/office/drawing/2014/main" id="{1E45BEDC-58B4-FA57-4FFE-06427AE13D80}"/>
                  </a:ext>
                </a:extLst>
              </p:cNvPr>
              <p:cNvSpPr/>
              <p:nvPr/>
            </p:nvSpPr>
            <p:spPr>
              <a:xfrm>
                <a:off x="5249311"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72" name="Freeform: Shape 11671">
                <a:extLst>
                  <a:ext uri="{FF2B5EF4-FFF2-40B4-BE49-F238E27FC236}">
                    <a16:creationId xmlns:a16="http://schemas.microsoft.com/office/drawing/2014/main" id="{81CEC6A5-FD95-FD4F-80B5-A4080C009C93}"/>
                  </a:ext>
                </a:extLst>
              </p:cNvPr>
              <p:cNvSpPr/>
              <p:nvPr/>
            </p:nvSpPr>
            <p:spPr>
              <a:xfrm>
                <a:off x="5249311"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73" name="Freeform: Shape 11672">
                <a:extLst>
                  <a:ext uri="{FF2B5EF4-FFF2-40B4-BE49-F238E27FC236}">
                    <a16:creationId xmlns:a16="http://schemas.microsoft.com/office/drawing/2014/main" id="{3743FE9A-047C-FA9F-0211-0FB7118445AE}"/>
                  </a:ext>
                </a:extLst>
              </p:cNvPr>
              <p:cNvSpPr/>
              <p:nvPr/>
            </p:nvSpPr>
            <p:spPr>
              <a:xfrm>
                <a:off x="5249311"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74" name="Freeform: Shape 11673">
                <a:extLst>
                  <a:ext uri="{FF2B5EF4-FFF2-40B4-BE49-F238E27FC236}">
                    <a16:creationId xmlns:a16="http://schemas.microsoft.com/office/drawing/2014/main" id="{923FAC41-9C2B-F757-E874-120A1F2D6C5F}"/>
                  </a:ext>
                </a:extLst>
              </p:cNvPr>
              <p:cNvSpPr/>
              <p:nvPr/>
            </p:nvSpPr>
            <p:spPr>
              <a:xfrm>
                <a:off x="5249311"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75" name="Freeform: Shape 11674">
                <a:extLst>
                  <a:ext uri="{FF2B5EF4-FFF2-40B4-BE49-F238E27FC236}">
                    <a16:creationId xmlns:a16="http://schemas.microsoft.com/office/drawing/2014/main" id="{AC0F377F-85E5-65C6-511C-EC484ED975E8}"/>
                  </a:ext>
                </a:extLst>
              </p:cNvPr>
              <p:cNvSpPr/>
              <p:nvPr/>
            </p:nvSpPr>
            <p:spPr>
              <a:xfrm>
                <a:off x="5249311"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76" name="Freeform: Shape 11675">
                <a:extLst>
                  <a:ext uri="{FF2B5EF4-FFF2-40B4-BE49-F238E27FC236}">
                    <a16:creationId xmlns:a16="http://schemas.microsoft.com/office/drawing/2014/main" id="{5564A018-BCD7-EBF9-1FE5-6A105387E012}"/>
                  </a:ext>
                </a:extLst>
              </p:cNvPr>
              <p:cNvSpPr/>
              <p:nvPr/>
            </p:nvSpPr>
            <p:spPr>
              <a:xfrm>
                <a:off x="5249311"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F77"/>
              </a:solidFill>
              <a:ln w="2679" cap="rnd">
                <a:solidFill>
                  <a:srgbClr val="999999"/>
                </a:solidFill>
                <a:prstDash val="solid"/>
                <a:round/>
              </a:ln>
            </p:spPr>
            <p:txBody>
              <a:bodyPr/>
              <a:lstStyle/>
              <a:p>
                <a:endParaRPr lang="en-US" sz="1701"/>
              </a:p>
            </p:txBody>
          </p:sp>
          <p:sp>
            <p:nvSpPr>
              <p:cNvPr id="11677" name="Freeform: Shape 11676">
                <a:extLst>
                  <a:ext uri="{FF2B5EF4-FFF2-40B4-BE49-F238E27FC236}">
                    <a16:creationId xmlns:a16="http://schemas.microsoft.com/office/drawing/2014/main" id="{B6723CE4-499F-9667-E6A1-6FA2412FA09B}"/>
                  </a:ext>
                </a:extLst>
              </p:cNvPr>
              <p:cNvSpPr/>
              <p:nvPr/>
            </p:nvSpPr>
            <p:spPr>
              <a:xfrm>
                <a:off x="5249311"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1678" name="Freeform: Shape 11677">
                <a:extLst>
                  <a:ext uri="{FF2B5EF4-FFF2-40B4-BE49-F238E27FC236}">
                    <a16:creationId xmlns:a16="http://schemas.microsoft.com/office/drawing/2014/main" id="{F038628F-B5CA-E5E4-0595-96DE6A2D2469}"/>
                  </a:ext>
                </a:extLst>
              </p:cNvPr>
              <p:cNvSpPr/>
              <p:nvPr/>
            </p:nvSpPr>
            <p:spPr>
              <a:xfrm>
                <a:off x="5249311"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679" name="Freeform: Shape 11678">
                <a:extLst>
                  <a:ext uri="{FF2B5EF4-FFF2-40B4-BE49-F238E27FC236}">
                    <a16:creationId xmlns:a16="http://schemas.microsoft.com/office/drawing/2014/main" id="{43EEE588-F493-6F53-82B6-12C71630E942}"/>
                  </a:ext>
                </a:extLst>
              </p:cNvPr>
              <p:cNvSpPr/>
              <p:nvPr/>
            </p:nvSpPr>
            <p:spPr>
              <a:xfrm>
                <a:off x="5249311"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680" name="Freeform: Shape 11679">
                <a:extLst>
                  <a:ext uri="{FF2B5EF4-FFF2-40B4-BE49-F238E27FC236}">
                    <a16:creationId xmlns:a16="http://schemas.microsoft.com/office/drawing/2014/main" id="{797DA112-7437-1570-B124-9C7DB001F47D}"/>
                  </a:ext>
                </a:extLst>
              </p:cNvPr>
              <p:cNvSpPr/>
              <p:nvPr/>
            </p:nvSpPr>
            <p:spPr>
              <a:xfrm>
                <a:off x="5249311"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81" name="Freeform: Shape 11680">
                <a:extLst>
                  <a:ext uri="{FF2B5EF4-FFF2-40B4-BE49-F238E27FC236}">
                    <a16:creationId xmlns:a16="http://schemas.microsoft.com/office/drawing/2014/main" id="{4BE08E78-3A4B-D853-8DFD-C0A01BAAB172}"/>
                  </a:ext>
                </a:extLst>
              </p:cNvPr>
              <p:cNvSpPr/>
              <p:nvPr/>
            </p:nvSpPr>
            <p:spPr>
              <a:xfrm>
                <a:off x="5249311"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82" name="Freeform: Shape 11681">
                <a:extLst>
                  <a:ext uri="{FF2B5EF4-FFF2-40B4-BE49-F238E27FC236}">
                    <a16:creationId xmlns:a16="http://schemas.microsoft.com/office/drawing/2014/main" id="{B271ED8A-D2FF-9723-B7D0-E44B24C5E45C}"/>
                  </a:ext>
                </a:extLst>
              </p:cNvPr>
              <p:cNvSpPr/>
              <p:nvPr/>
            </p:nvSpPr>
            <p:spPr>
              <a:xfrm>
                <a:off x="5249311"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83" name="Freeform: Shape 11682">
                <a:extLst>
                  <a:ext uri="{FF2B5EF4-FFF2-40B4-BE49-F238E27FC236}">
                    <a16:creationId xmlns:a16="http://schemas.microsoft.com/office/drawing/2014/main" id="{D49F3793-256B-7C1C-AB85-869FF971E50B}"/>
                  </a:ext>
                </a:extLst>
              </p:cNvPr>
              <p:cNvSpPr/>
              <p:nvPr/>
            </p:nvSpPr>
            <p:spPr>
              <a:xfrm>
                <a:off x="5249311"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84" name="Freeform: Shape 11683">
                <a:extLst>
                  <a:ext uri="{FF2B5EF4-FFF2-40B4-BE49-F238E27FC236}">
                    <a16:creationId xmlns:a16="http://schemas.microsoft.com/office/drawing/2014/main" id="{BD5AFD1A-000A-06FB-5946-93774D29CA85}"/>
                  </a:ext>
                </a:extLst>
              </p:cNvPr>
              <p:cNvSpPr/>
              <p:nvPr/>
            </p:nvSpPr>
            <p:spPr>
              <a:xfrm>
                <a:off x="5249311"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685" name="Freeform: Shape 11684">
                <a:extLst>
                  <a:ext uri="{FF2B5EF4-FFF2-40B4-BE49-F238E27FC236}">
                    <a16:creationId xmlns:a16="http://schemas.microsoft.com/office/drawing/2014/main" id="{7652F2A1-0C0D-487A-BD1A-F69761A6590B}"/>
                  </a:ext>
                </a:extLst>
              </p:cNvPr>
              <p:cNvSpPr/>
              <p:nvPr/>
            </p:nvSpPr>
            <p:spPr>
              <a:xfrm>
                <a:off x="5311628"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86" name="Freeform: Shape 11685">
                <a:extLst>
                  <a:ext uri="{FF2B5EF4-FFF2-40B4-BE49-F238E27FC236}">
                    <a16:creationId xmlns:a16="http://schemas.microsoft.com/office/drawing/2014/main" id="{94C56A19-9B37-BEF1-22E1-87B0ABFEA158}"/>
                  </a:ext>
                </a:extLst>
              </p:cNvPr>
              <p:cNvSpPr/>
              <p:nvPr/>
            </p:nvSpPr>
            <p:spPr>
              <a:xfrm>
                <a:off x="5311628"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687" name="Freeform: Shape 11686">
                <a:extLst>
                  <a:ext uri="{FF2B5EF4-FFF2-40B4-BE49-F238E27FC236}">
                    <a16:creationId xmlns:a16="http://schemas.microsoft.com/office/drawing/2014/main" id="{4F476EC1-ED03-FCC4-30F4-4678BDFCE50A}"/>
                  </a:ext>
                </a:extLst>
              </p:cNvPr>
              <p:cNvSpPr/>
              <p:nvPr/>
            </p:nvSpPr>
            <p:spPr>
              <a:xfrm>
                <a:off x="5311628"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88" name="Freeform: Shape 11687">
                <a:extLst>
                  <a:ext uri="{FF2B5EF4-FFF2-40B4-BE49-F238E27FC236}">
                    <a16:creationId xmlns:a16="http://schemas.microsoft.com/office/drawing/2014/main" id="{484B81D2-3808-44D2-5AB6-E3FE60C42055}"/>
                  </a:ext>
                </a:extLst>
              </p:cNvPr>
              <p:cNvSpPr/>
              <p:nvPr/>
            </p:nvSpPr>
            <p:spPr>
              <a:xfrm>
                <a:off x="5311628"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89" name="Freeform: Shape 11688">
                <a:extLst>
                  <a:ext uri="{FF2B5EF4-FFF2-40B4-BE49-F238E27FC236}">
                    <a16:creationId xmlns:a16="http://schemas.microsoft.com/office/drawing/2014/main" id="{89338473-AD56-4F31-F911-2FAA3421C90F}"/>
                  </a:ext>
                </a:extLst>
              </p:cNvPr>
              <p:cNvSpPr/>
              <p:nvPr/>
            </p:nvSpPr>
            <p:spPr>
              <a:xfrm>
                <a:off x="5311628"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90" name="Freeform: Shape 11689">
                <a:extLst>
                  <a:ext uri="{FF2B5EF4-FFF2-40B4-BE49-F238E27FC236}">
                    <a16:creationId xmlns:a16="http://schemas.microsoft.com/office/drawing/2014/main" id="{023B3006-E243-BBC0-954F-FAE8C8B9B828}"/>
                  </a:ext>
                </a:extLst>
              </p:cNvPr>
              <p:cNvSpPr/>
              <p:nvPr/>
            </p:nvSpPr>
            <p:spPr>
              <a:xfrm>
                <a:off x="5311628"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91" name="Freeform: Shape 11690">
                <a:extLst>
                  <a:ext uri="{FF2B5EF4-FFF2-40B4-BE49-F238E27FC236}">
                    <a16:creationId xmlns:a16="http://schemas.microsoft.com/office/drawing/2014/main" id="{919A5FA1-6513-9177-88A2-0C8F904EB550}"/>
                  </a:ext>
                </a:extLst>
              </p:cNvPr>
              <p:cNvSpPr/>
              <p:nvPr/>
            </p:nvSpPr>
            <p:spPr>
              <a:xfrm>
                <a:off x="5311628"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92" name="Freeform: Shape 11691">
                <a:extLst>
                  <a:ext uri="{FF2B5EF4-FFF2-40B4-BE49-F238E27FC236}">
                    <a16:creationId xmlns:a16="http://schemas.microsoft.com/office/drawing/2014/main" id="{CF215173-146E-64F8-844E-F8DB7670E46C}"/>
                  </a:ext>
                </a:extLst>
              </p:cNvPr>
              <p:cNvSpPr/>
              <p:nvPr/>
            </p:nvSpPr>
            <p:spPr>
              <a:xfrm>
                <a:off x="5311628"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693" name="Freeform: Shape 11692">
                <a:extLst>
                  <a:ext uri="{FF2B5EF4-FFF2-40B4-BE49-F238E27FC236}">
                    <a16:creationId xmlns:a16="http://schemas.microsoft.com/office/drawing/2014/main" id="{7642F44B-8549-AC22-7436-D2853EDAE15B}"/>
                  </a:ext>
                </a:extLst>
              </p:cNvPr>
              <p:cNvSpPr/>
              <p:nvPr/>
            </p:nvSpPr>
            <p:spPr>
              <a:xfrm>
                <a:off x="5311628"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94" name="Freeform: Shape 11693">
                <a:extLst>
                  <a:ext uri="{FF2B5EF4-FFF2-40B4-BE49-F238E27FC236}">
                    <a16:creationId xmlns:a16="http://schemas.microsoft.com/office/drawing/2014/main" id="{AFBB9BA8-7D88-2BB3-6B20-F108773C0552}"/>
                  </a:ext>
                </a:extLst>
              </p:cNvPr>
              <p:cNvSpPr/>
              <p:nvPr/>
            </p:nvSpPr>
            <p:spPr>
              <a:xfrm>
                <a:off x="5311628"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95" name="Freeform: Shape 11694">
                <a:extLst>
                  <a:ext uri="{FF2B5EF4-FFF2-40B4-BE49-F238E27FC236}">
                    <a16:creationId xmlns:a16="http://schemas.microsoft.com/office/drawing/2014/main" id="{52057FE0-159B-0594-947F-A0265BA7A9C3}"/>
                  </a:ext>
                </a:extLst>
              </p:cNvPr>
              <p:cNvSpPr/>
              <p:nvPr/>
            </p:nvSpPr>
            <p:spPr>
              <a:xfrm>
                <a:off x="5311628"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696" name="Freeform: Shape 11695">
                <a:extLst>
                  <a:ext uri="{FF2B5EF4-FFF2-40B4-BE49-F238E27FC236}">
                    <a16:creationId xmlns:a16="http://schemas.microsoft.com/office/drawing/2014/main" id="{A2162979-D8E1-1EFB-E465-FF4CF244CA89}"/>
                  </a:ext>
                </a:extLst>
              </p:cNvPr>
              <p:cNvSpPr/>
              <p:nvPr/>
            </p:nvSpPr>
            <p:spPr>
              <a:xfrm>
                <a:off x="5311628"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697" name="Freeform: Shape 11696">
                <a:extLst>
                  <a:ext uri="{FF2B5EF4-FFF2-40B4-BE49-F238E27FC236}">
                    <a16:creationId xmlns:a16="http://schemas.microsoft.com/office/drawing/2014/main" id="{B26AD02B-9F04-08D4-0BA9-F758F960D540}"/>
                  </a:ext>
                </a:extLst>
              </p:cNvPr>
              <p:cNvSpPr/>
              <p:nvPr/>
            </p:nvSpPr>
            <p:spPr>
              <a:xfrm>
                <a:off x="5311628"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98" name="Freeform: Shape 11697">
                <a:extLst>
                  <a:ext uri="{FF2B5EF4-FFF2-40B4-BE49-F238E27FC236}">
                    <a16:creationId xmlns:a16="http://schemas.microsoft.com/office/drawing/2014/main" id="{FC67FD3B-5821-2DD6-876D-F9013F1441B6}"/>
                  </a:ext>
                </a:extLst>
              </p:cNvPr>
              <p:cNvSpPr/>
              <p:nvPr/>
            </p:nvSpPr>
            <p:spPr>
              <a:xfrm>
                <a:off x="5311628"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699" name="Freeform: Shape 11698">
                <a:extLst>
                  <a:ext uri="{FF2B5EF4-FFF2-40B4-BE49-F238E27FC236}">
                    <a16:creationId xmlns:a16="http://schemas.microsoft.com/office/drawing/2014/main" id="{93DA1994-DE16-57A2-F9AE-B1932420C9C1}"/>
                  </a:ext>
                </a:extLst>
              </p:cNvPr>
              <p:cNvSpPr/>
              <p:nvPr/>
            </p:nvSpPr>
            <p:spPr>
              <a:xfrm>
                <a:off x="5311628"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00" name="Freeform: Shape 11699">
                <a:extLst>
                  <a:ext uri="{FF2B5EF4-FFF2-40B4-BE49-F238E27FC236}">
                    <a16:creationId xmlns:a16="http://schemas.microsoft.com/office/drawing/2014/main" id="{F8E67A1F-6A09-89DB-40D0-4EAB16B8DFE0}"/>
                  </a:ext>
                </a:extLst>
              </p:cNvPr>
              <p:cNvSpPr/>
              <p:nvPr/>
            </p:nvSpPr>
            <p:spPr>
              <a:xfrm>
                <a:off x="5311628"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01" name="Freeform: Shape 11700">
                <a:extLst>
                  <a:ext uri="{FF2B5EF4-FFF2-40B4-BE49-F238E27FC236}">
                    <a16:creationId xmlns:a16="http://schemas.microsoft.com/office/drawing/2014/main" id="{C8D61B38-3BC5-6063-50D1-3B0A3A79B0FB}"/>
                  </a:ext>
                </a:extLst>
              </p:cNvPr>
              <p:cNvSpPr/>
              <p:nvPr/>
            </p:nvSpPr>
            <p:spPr>
              <a:xfrm>
                <a:off x="5311628"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02" name="Freeform: Shape 11701">
                <a:extLst>
                  <a:ext uri="{FF2B5EF4-FFF2-40B4-BE49-F238E27FC236}">
                    <a16:creationId xmlns:a16="http://schemas.microsoft.com/office/drawing/2014/main" id="{D541EF9B-B882-ED0E-58A1-941B60CA7C88}"/>
                  </a:ext>
                </a:extLst>
              </p:cNvPr>
              <p:cNvSpPr/>
              <p:nvPr/>
            </p:nvSpPr>
            <p:spPr>
              <a:xfrm>
                <a:off x="5311628"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03" name="Freeform: Shape 11702">
                <a:extLst>
                  <a:ext uri="{FF2B5EF4-FFF2-40B4-BE49-F238E27FC236}">
                    <a16:creationId xmlns:a16="http://schemas.microsoft.com/office/drawing/2014/main" id="{EEC6C0D1-1053-722E-4C19-FE19A7D27DA0}"/>
                  </a:ext>
                </a:extLst>
              </p:cNvPr>
              <p:cNvSpPr/>
              <p:nvPr/>
            </p:nvSpPr>
            <p:spPr>
              <a:xfrm>
                <a:off x="5311628"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04" name="Freeform: Shape 11703">
                <a:extLst>
                  <a:ext uri="{FF2B5EF4-FFF2-40B4-BE49-F238E27FC236}">
                    <a16:creationId xmlns:a16="http://schemas.microsoft.com/office/drawing/2014/main" id="{DBE437FA-1FE8-6ACA-DC91-E8B497134553}"/>
                  </a:ext>
                </a:extLst>
              </p:cNvPr>
              <p:cNvSpPr/>
              <p:nvPr/>
            </p:nvSpPr>
            <p:spPr>
              <a:xfrm>
                <a:off x="5311628"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1400"/>
              </a:solidFill>
              <a:ln w="2679" cap="rnd">
                <a:solidFill>
                  <a:srgbClr val="999999"/>
                </a:solidFill>
                <a:prstDash val="solid"/>
                <a:round/>
              </a:ln>
            </p:spPr>
            <p:txBody>
              <a:bodyPr/>
              <a:lstStyle/>
              <a:p>
                <a:endParaRPr lang="en-US" sz="1701"/>
              </a:p>
            </p:txBody>
          </p:sp>
          <p:sp>
            <p:nvSpPr>
              <p:cNvPr id="11705" name="Freeform: Shape 11704">
                <a:extLst>
                  <a:ext uri="{FF2B5EF4-FFF2-40B4-BE49-F238E27FC236}">
                    <a16:creationId xmlns:a16="http://schemas.microsoft.com/office/drawing/2014/main" id="{0672E87B-9856-6D11-AC8E-04C44DA10D67}"/>
                  </a:ext>
                </a:extLst>
              </p:cNvPr>
              <p:cNvSpPr/>
              <p:nvPr/>
            </p:nvSpPr>
            <p:spPr>
              <a:xfrm>
                <a:off x="5311628"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06" name="Freeform: Shape 11705">
                <a:extLst>
                  <a:ext uri="{FF2B5EF4-FFF2-40B4-BE49-F238E27FC236}">
                    <a16:creationId xmlns:a16="http://schemas.microsoft.com/office/drawing/2014/main" id="{C6F1467E-3237-49CA-5CC2-FF643038D898}"/>
                  </a:ext>
                </a:extLst>
              </p:cNvPr>
              <p:cNvSpPr/>
              <p:nvPr/>
            </p:nvSpPr>
            <p:spPr>
              <a:xfrm>
                <a:off x="5311628"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07" name="Freeform: Shape 11706">
                <a:extLst>
                  <a:ext uri="{FF2B5EF4-FFF2-40B4-BE49-F238E27FC236}">
                    <a16:creationId xmlns:a16="http://schemas.microsoft.com/office/drawing/2014/main" id="{DD0E58EC-DD72-5BBE-EC22-2EC4EB8F92B5}"/>
                  </a:ext>
                </a:extLst>
              </p:cNvPr>
              <p:cNvSpPr/>
              <p:nvPr/>
            </p:nvSpPr>
            <p:spPr>
              <a:xfrm>
                <a:off x="5311628"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08" name="Freeform: Shape 11707">
                <a:extLst>
                  <a:ext uri="{FF2B5EF4-FFF2-40B4-BE49-F238E27FC236}">
                    <a16:creationId xmlns:a16="http://schemas.microsoft.com/office/drawing/2014/main" id="{3FF6DC6E-A29F-E35B-D1F0-B911EC2AA35A}"/>
                  </a:ext>
                </a:extLst>
              </p:cNvPr>
              <p:cNvSpPr/>
              <p:nvPr/>
            </p:nvSpPr>
            <p:spPr>
              <a:xfrm>
                <a:off x="5311628"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09" name="Freeform: Shape 11708">
                <a:extLst>
                  <a:ext uri="{FF2B5EF4-FFF2-40B4-BE49-F238E27FC236}">
                    <a16:creationId xmlns:a16="http://schemas.microsoft.com/office/drawing/2014/main" id="{947CF9C9-C0E4-981C-734A-E4D9B2EE3AC7}"/>
                  </a:ext>
                </a:extLst>
              </p:cNvPr>
              <p:cNvSpPr/>
              <p:nvPr/>
            </p:nvSpPr>
            <p:spPr>
              <a:xfrm>
                <a:off x="5311628"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0" name="Freeform: Shape 11709">
                <a:extLst>
                  <a:ext uri="{FF2B5EF4-FFF2-40B4-BE49-F238E27FC236}">
                    <a16:creationId xmlns:a16="http://schemas.microsoft.com/office/drawing/2014/main" id="{5B3F6A18-1946-C313-6726-597C06671C74}"/>
                  </a:ext>
                </a:extLst>
              </p:cNvPr>
              <p:cNvSpPr/>
              <p:nvPr/>
            </p:nvSpPr>
            <p:spPr>
              <a:xfrm>
                <a:off x="5311628"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1" name="Freeform: Shape 11710">
                <a:extLst>
                  <a:ext uri="{FF2B5EF4-FFF2-40B4-BE49-F238E27FC236}">
                    <a16:creationId xmlns:a16="http://schemas.microsoft.com/office/drawing/2014/main" id="{2060ACB6-F743-B7F0-952E-66D596B49954}"/>
                  </a:ext>
                </a:extLst>
              </p:cNvPr>
              <p:cNvSpPr/>
              <p:nvPr/>
            </p:nvSpPr>
            <p:spPr>
              <a:xfrm>
                <a:off x="5311628"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2" name="Freeform: Shape 11711">
                <a:extLst>
                  <a:ext uri="{FF2B5EF4-FFF2-40B4-BE49-F238E27FC236}">
                    <a16:creationId xmlns:a16="http://schemas.microsoft.com/office/drawing/2014/main" id="{A35EE484-45F8-B531-6CF3-5F2843B37293}"/>
                  </a:ext>
                </a:extLst>
              </p:cNvPr>
              <p:cNvSpPr/>
              <p:nvPr/>
            </p:nvSpPr>
            <p:spPr>
              <a:xfrm>
                <a:off x="5373942"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3" name="Freeform: Shape 11712">
                <a:extLst>
                  <a:ext uri="{FF2B5EF4-FFF2-40B4-BE49-F238E27FC236}">
                    <a16:creationId xmlns:a16="http://schemas.microsoft.com/office/drawing/2014/main" id="{C371CE54-3C9A-3B32-3B67-DA5D8335C7C5}"/>
                  </a:ext>
                </a:extLst>
              </p:cNvPr>
              <p:cNvSpPr/>
              <p:nvPr/>
            </p:nvSpPr>
            <p:spPr>
              <a:xfrm>
                <a:off x="5373942"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4" name="Freeform: Shape 11713">
                <a:extLst>
                  <a:ext uri="{FF2B5EF4-FFF2-40B4-BE49-F238E27FC236}">
                    <a16:creationId xmlns:a16="http://schemas.microsoft.com/office/drawing/2014/main" id="{391E6436-5463-8DE3-8EF9-D83A22A666C3}"/>
                  </a:ext>
                </a:extLst>
              </p:cNvPr>
              <p:cNvSpPr/>
              <p:nvPr/>
            </p:nvSpPr>
            <p:spPr>
              <a:xfrm>
                <a:off x="5373942"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5" name="Freeform: Shape 11714">
                <a:extLst>
                  <a:ext uri="{FF2B5EF4-FFF2-40B4-BE49-F238E27FC236}">
                    <a16:creationId xmlns:a16="http://schemas.microsoft.com/office/drawing/2014/main" id="{1A399EE5-31AF-9083-E5FC-5C019077A520}"/>
                  </a:ext>
                </a:extLst>
              </p:cNvPr>
              <p:cNvSpPr/>
              <p:nvPr/>
            </p:nvSpPr>
            <p:spPr>
              <a:xfrm>
                <a:off x="5373942"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6" name="Freeform: Shape 11715">
                <a:extLst>
                  <a:ext uri="{FF2B5EF4-FFF2-40B4-BE49-F238E27FC236}">
                    <a16:creationId xmlns:a16="http://schemas.microsoft.com/office/drawing/2014/main" id="{FAEAA87E-FA4E-6A72-C6E1-33C179FAA9EF}"/>
                  </a:ext>
                </a:extLst>
              </p:cNvPr>
              <p:cNvSpPr/>
              <p:nvPr/>
            </p:nvSpPr>
            <p:spPr>
              <a:xfrm>
                <a:off x="5373942"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7" name="Freeform: Shape 11716">
                <a:extLst>
                  <a:ext uri="{FF2B5EF4-FFF2-40B4-BE49-F238E27FC236}">
                    <a16:creationId xmlns:a16="http://schemas.microsoft.com/office/drawing/2014/main" id="{5BBF6173-AE7C-67E8-2B78-68331CFFA972}"/>
                  </a:ext>
                </a:extLst>
              </p:cNvPr>
              <p:cNvSpPr/>
              <p:nvPr/>
            </p:nvSpPr>
            <p:spPr>
              <a:xfrm>
                <a:off x="5373942"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8" name="Freeform: Shape 11717">
                <a:extLst>
                  <a:ext uri="{FF2B5EF4-FFF2-40B4-BE49-F238E27FC236}">
                    <a16:creationId xmlns:a16="http://schemas.microsoft.com/office/drawing/2014/main" id="{0EF80BE4-1AA6-AC1F-53CE-7557EAD885EF}"/>
                  </a:ext>
                </a:extLst>
              </p:cNvPr>
              <p:cNvSpPr/>
              <p:nvPr/>
            </p:nvSpPr>
            <p:spPr>
              <a:xfrm>
                <a:off x="5373942"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19" name="Freeform: Shape 11718">
                <a:extLst>
                  <a:ext uri="{FF2B5EF4-FFF2-40B4-BE49-F238E27FC236}">
                    <a16:creationId xmlns:a16="http://schemas.microsoft.com/office/drawing/2014/main" id="{33E4F20B-E6E8-6D10-79E7-EE43924AF7EF}"/>
                  </a:ext>
                </a:extLst>
              </p:cNvPr>
              <p:cNvSpPr/>
              <p:nvPr/>
            </p:nvSpPr>
            <p:spPr>
              <a:xfrm>
                <a:off x="5373942"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0" name="Freeform: Shape 11719">
                <a:extLst>
                  <a:ext uri="{FF2B5EF4-FFF2-40B4-BE49-F238E27FC236}">
                    <a16:creationId xmlns:a16="http://schemas.microsoft.com/office/drawing/2014/main" id="{2C763B64-7ABA-2D20-5093-E8D12A44E390}"/>
                  </a:ext>
                </a:extLst>
              </p:cNvPr>
              <p:cNvSpPr/>
              <p:nvPr/>
            </p:nvSpPr>
            <p:spPr>
              <a:xfrm>
                <a:off x="5373942"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1" name="Freeform: Shape 11720">
                <a:extLst>
                  <a:ext uri="{FF2B5EF4-FFF2-40B4-BE49-F238E27FC236}">
                    <a16:creationId xmlns:a16="http://schemas.microsoft.com/office/drawing/2014/main" id="{E9C52F90-CCCC-C0D1-C072-E260D0D02CA7}"/>
                  </a:ext>
                </a:extLst>
              </p:cNvPr>
              <p:cNvSpPr/>
              <p:nvPr/>
            </p:nvSpPr>
            <p:spPr>
              <a:xfrm>
                <a:off x="5373942"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2" name="Freeform: Shape 11721">
                <a:extLst>
                  <a:ext uri="{FF2B5EF4-FFF2-40B4-BE49-F238E27FC236}">
                    <a16:creationId xmlns:a16="http://schemas.microsoft.com/office/drawing/2014/main" id="{AB9C0F17-F26C-B8D2-A191-89A7E30BE76D}"/>
                  </a:ext>
                </a:extLst>
              </p:cNvPr>
              <p:cNvSpPr/>
              <p:nvPr/>
            </p:nvSpPr>
            <p:spPr>
              <a:xfrm>
                <a:off x="5373942"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E48"/>
              </a:solidFill>
              <a:ln w="2679" cap="rnd">
                <a:solidFill>
                  <a:srgbClr val="999999"/>
                </a:solidFill>
                <a:prstDash val="solid"/>
                <a:round/>
              </a:ln>
            </p:spPr>
            <p:txBody>
              <a:bodyPr/>
              <a:lstStyle/>
              <a:p>
                <a:endParaRPr lang="en-US" sz="1701"/>
              </a:p>
            </p:txBody>
          </p:sp>
          <p:sp>
            <p:nvSpPr>
              <p:cNvPr id="11723" name="Freeform: Shape 11722">
                <a:extLst>
                  <a:ext uri="{FF2B5EF4-FFF2-40B4-BE49-F238E27FC236}">
                    <a16:creationId xmlns:a16="http://schemas.microsoft.com/office/drawing/2014/main" id="{19DA8A91-948C-0423-01D4-8620E3BB2444}"/>
                  </a:ext>
                </a:extLst>
              </p:cNvPr>
              <p:cNvSpPr/>
              <p:nvPr/>
            </p:nvSpPr>
            <p:spPr>
              <a:xfrm>
                <a:off x="5373942"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4" name="Freeform: Shape 11723">
                <a:extLst>
                  <a:ext uri="{FF2B5EF4-FFF2-40B4-BE49-F238E27FC236}">
                    <a16:creationId xmlns:a16="http://schemas.microsoft.com/office/drawing/2014/main" id="{1A8E94EB-4325-E92C-32BD-1963F5833D3C}"/>
                  </a:ext>
                </a:extLst>
              </p:cNvPr>
              <p:cNvSpPr/>
              <p:nvPr/>
            </p:nvSpPr>
            <p:spPr>
              <a:xfrm>
                <a:off x="5373942"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5" name="Freeform: Shape 11724">
                <a:extLst>
                  <a:ext uri="{FF2B5EF4-FFF2-40B4-BE49-F238E27FC236}">
                    <a16:creationId xmlns:a16="http://schemas.microsoft.com/office/drawing/2014/main" id="{3D15FD98-671D-C61A-8ED4-FE45146F6641}"/>
                  </a:ext>
                </a:extLst>
              </p:cNvPr>
              <p:cNvSpPr/>
              <p:nvPr/>
            </p:nvSpPr>
            <p:spPr>
              <a:xfrm>
                <a:off x="5373942"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6" name="Freeform: Shape 11725">
                <a:extLst>
                  <a:ext uri="{FF2B5EF4-FFF2-40B4-BE49-F238E27FC236}">
                    <a16:creationId xmlns:a16="http://schemas.microsoft.com/office/drawing/2014/main" id="{CA662110-FF16-F2CB-2F12-D990F5749EB0}"/>
                  </a:ext>
                </a:extLst>
              </p:cNvPr>
              <p:cNvSpPr/>
              <p:nvPr/>
            </p:nvSpPr>
            <p:spPr>
              <a:xfrm>
                <a:off x="5373942"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7" name="Freeform: Shape 11726">
                <a:extLst>
                  <a:ext uri="{FF2B5EF4-FFF2-40B4-BE49-F238E27FC236}">
                    <a16:creationId xmlns:a16="http://schemas.microsoft.com/office/drawing/2014/main" id="{4422C4E3-67A9-092B-90F6-9F04BA7B9A25}"/>
                  </a:ext>
                </a:extLst>
              </p:cNvPr>
              <p:cNvSpPr/>
              <p:nvPr/>
            </p:nvSpPr>
            <p:spPr>
              <a:xfrm>
                <a:off x="5373942"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8" name="Freeform: Shape 11727">
                <a:extLst>
                  <a:ext uri="{FF2B5EF4-FFF2-40B4-BE49-F238E27FC236}">
                    <a16:creationId xmlns:a16="http://schemas.microsoft.com/office/drawing/2014/main" id="{7ED6FF17-608D-0EC5-A4EF-AE25DD4468E5}"/>
                  </a:ext>
                </a:extLst>
              </p:cNvPr>
              <p:cNvSpPr/>
              <p:nvPr/>
            </p:nvSpPr>
            <p:spPr>
              <a:xfrm>
                <a:off x="5373942"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29" name="Freeform: Shape 11728">
                <a:extLst>
                  <a:ext uri="{FF2B5EF4-FFF2-40B4-BE49-F238E27FC236}">
                    <a16:creationId xmlns:a16="http://schemas.microsoft.com/office/drawing/2014/main" id="{12F51919-D3C6-0CAD-F98C-B68D830074DA}"/>
                  </a:ext>
                </a:extLst>
              </p:cNvPr>
              <p:cNvSpPr/>
              <p:nvPr/>
            </p:nvSpPr>
            <p:spPr>
              <a:xfrm>
                <a:off x="5373942"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30" name="Freeform: Shape 11729">
                <a:extLst>
                  <a:ext uri="{FF2B5EF4-FFF2-40B4-BE49-F238E27FC236}">
                    <a16:creationId xmlns:a16="http://schemas.microsoft.com/office/drawing/2014/main" id="{6842953A-B324-C7F6-79D5-39818CFA81CF}"/>
                  </a:ext>
                </a:extLst>
              </p:cNvPr>
              <p:cNvSpPr/>
              <p:nvPr/>
            </p:nvSpPr>
            <p:spPr>
              <a:xfrm>
                <a:off x="5373942"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31" name="Freeform: Shape 11730">
                <a:extLst>
                  <a:ext uri="{FF2B5EF4-FFF2-40B4-BE49-F238E27FC236}">
                    <a16:creationId xmlns:a16="http://schemas.microsoft.com/office/drawing/2014/main" id="{9A150A2E-F25C-16AB-E2B3-B7C9E375E243}"/>
                  </a:ext>
                </a:extLst>
              </p:cNvPr>
              <p:cNvSpPr/>
              <p:nvPr/>
            </p:nvSpPr>
            <p:spPr>
              <a:xfrm>
                <a:off x="5373942"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6F00"/>
              </a:solidFill>
              <a:ln w="2679" cap="rnd">
                <a:solidFill>
                  <a:srgbClr val="999999"/>
                </a:solidFill>
                <a:prstDash val="solid"/>
                <a:round/>
              </a:ln>
            </p:spPr>
            <p:txBody>
              <a:bodyPr/>
              <a:lstStyle/>
              <a:p>
                <a:endParaRPr lang="en-US" sz="1701"/>
              </a:p>
            </p:txBody>
          </p:sp>
          <p:sp>
            <p:nvSpPr>
              <p:cNvPr id="11732" name="Freeform: Shape 11731">
                <a:extLst>
                  <a:ext uri="{FF2B5EF4-FFF2-40B4-BE49-F238E27FC236}">
                    <a16:creationId xmlns:a16="http://schemas.microsoft.com/office/drawing/2014/main" id="{E75E4CAF-2619-81F8-B91F-A1EC2FB9D3EB}"/>
                  </a:ext>
                </a:extLst>
              </p:cNvPr>
              <p:cNvSpPr/>
              <p:nvPr/>
            </p:nvSpPr>
            <p:spPr>
              <a:xfrm>
                <a:off x="5373942"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968"/>
              </a:solidFill>
              <a:ln w="2679" cap="rnd">
                <a:solidFill>
                  <a:srgbClr val="999999"/>
                </a:solidFill>
                <a:prstDash val="solid"/>
                <a:round/>
              </a:ln>
            </p:spPr>
            <p:txBody>
              <a:bodyPr/>
              <a:lstStyle/>
              <a:p>
                <a:endParaRPr lang="en-US" sz="1701"/>
              </a:p>
            </p:txBody>
          </p:sp>
          <p:sp>
            <p:nvSpPr>
              <p:cNvPr id="11733" name="Freeform: Shape 11732">
                <a:extLst>
                  <a:ext uri="{FF2B5EF4-FFF2-40B4-BE49-F238E27FC236}">
                    <a16:creationId xmlns:a16="http://schemas.microsoft.com/office/drawing/2014/main" id="{E2985476-7872-94FA-E643-D7A79740F6EA}"/>
                  </a:ext>
                </a:extLst>
              </p:cNvPr>
              <p:cNvSpPr/>
              <p:nvPr/>
            </p:nvSpPr>
            <p:spPr>
              <a:xfrm>
                <a:off x="5373942"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34" name="Freeform: Shape 11733">
                <a:extLst>
                  <a:ext uri="{FF2B5EF4-FFF2-40B4-BE49-F238E27FC236}">
                    <a16:creationId xmlns:a16="http://schemas.microsoft.com/office/drawing/2014/main" id="{93F429FD-25DC-D3DA-DD15-A549F1455EEF}"/>
                  </a:ext>
                </a:extLst>
              </p:cNvPr>
              <p:cNvSpPr/>
              <p:nvPr/>
            </p:nvSpPr>
            <p:spPr>
              <a:xfrm>
                <a:off x="5373942"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35" name="Freeform: Shape 11734">
                <a:extLst>
                  <a:ext uri="{FF2B5EF4-FFF2-40B4-BE49-F238E27FC236}">
                    <a16:creationId xmlns:a16="http://schemas.microsoft.com/office/drawing/2014/main" id="{0F14641E-EF7A-C14D-1ADB-1425801D9B70}"/>
                  </a:ext>
                </a:extLst>
              </p:cNvPr>
              <p:cNvSpPr/>
              <p:nvPr/>
            </p:nvSpPr>
            <p:spPr>
              <a:xfrm>
                <a:off x="5373942"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36" name="Freeform: Shape 11735">
                <a:extLst>
                  <a:ext uri="{FF2B5EF4-FFF2-40B4-BE49-F238E27FC236}">
                    <a16:creationId xmlns:a16="http://schemas.microsoft.com/office/drawing/2014/main" id="{E1BF995E-F47B-D4C2-D987-D3BCDA394768}"/>
                  </a:ext>
                </a:extLst>
              </p:cNvPr>
              <p:cNvSpPr/>
              <p:nvPr/>
            </p:nvSpPr>
            <p:spPr>
              <a:xfrm>
                <a:off x="5373942"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737" name="Freeform: Shape 11736">
                <a:extLst>
                  <a:ext uri="{FF2B5EF4-FFF2-40B4-BE49-F238E27FC236}">
                    <a16:creationId xmlns:a16="http://schemas.microsoft.com/office/drawing/2014/main" id="{68D088A4-C032-3CBF-67AB-265D447A428D}"/>
                  </a:ext>
                </a:extLst>
              </p:cNvPr>
              <p:cNvSpPr/>
              <p:nvPr/>
            </p:nvSpPr>
            <p:spPr>
              <a:xfrm>
                <a:off x="5373942"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38" name="Freeform: Shape 11737">
                <a:extLst>
                  <a:ext uri="{FF2B5EF4-FFF2-40B4-BE49-F238E27FC236}">
                    <a16:creationId xmlns:a16="http://schemas.microsoft.com/office/drawing/2014/main" id="{59607BEC-8DC0-8FA7-F73A-057CBA3E9E14}"/>
                  </a:ext>
                </a:extLst>
              </p:cNvPr>
              <p:cNvSpPr/>
              <p:nvPr/>
            </p:nvSpPr>
            <p:spPr>
              <a:xfrm>
                <a:off x="5373942"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1739" name="Freeform: Shape 11738">
                <a:extLst>
                  <a:ext uri="{FF2B5EF4-FFF2-40B4-BE49-F238E27FC236}">
                    <a16:creationId xmlns:a16="http://schemas.microsoft.com/office/drawing/2014/main" id="{3AA6D1E5-1C46-D6AA-E672-C9C9C88CA3B4}"/>
                  </a:ext>
                </a:extLst>
              </p:cNvPr>
              <p:cNvSpPr/>
              <p:nvPr/>
            </p:nvSpPr>
            <p:spPr>
              <a:xfrm>
                <a:off x="5436179"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B939"/>
              </a:solidFill>
              <a:ln w="2679" cap="rnd">
                <a:solidFill>
                  <a:srgbClr val="999999"/>
                </a:solidFill>
                <a:prstDash val="solid"/>
                <a:round/>
              </a:ln>
            </p:spPr>
            <p:txBody>
              <a:bodyPr/>
              <a:lstStyle/>
              <a:p>
                <a:endParaRPr lang="en-US" sz="1701"/>
              </a:p>
            </p:txBody>
          </p:sp>
          <p:sp>
            <p:nvSpPr>
              <p:cNvPr id="11740" name="Freeform: Shape 11739">
                <a:extLst>
                  <a:ext uri="{FF2B5EF4-FFF2-40B4-BE49-F238E27FC236}">
                    <a16:creationId xmlns:a16="http://schemas.microsoft.com/office/drawing/2014/main" id="{F69A05B6-FED3-4315-281F-FC3D6FD920FF}"/>
                  </a:ext>
                </a:extLst>
              </p:cNvPr>
              <p:cNvSpPr/>
              <p:nvPr/>
            </p:nvSpPr>
            <p:spPr>
              <a:xfrm>
                <a:off x="5436179"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6F00"/>
              </a:solidFill>
              <a:ln w="2679" cap="rnd">
                <a:solidFill>
                  <a:srgbClr val="999999"/>
                </a:solidFill>
                <a:prstDash val="solid"/>
                <a:round/>
              </a:ln>
            </p:spPr>
            <p:txBody>
              <a:bodyPr/>
              <a:lstStyle/>
              <a:p>
                <a:endParaRPr lang="en-US" sz="1701"/>
              </a:p>
            </p:txBody>
          </p:sp>
          <p:sp>
            <p:nvSpPr>
              <p:cNvPr id="11741" name="Freeform: Shape 11740">
                <a:extLst>
                  <a:ext uri="{FF2B5EF4-FFF2-40B4-BE49-F238E27FC236}">
                    <a16:creationId xmlns:a16="http://schemas.microsoft.com/office/drawing/2014/main" id="{CCD37E2B-7E79-2509-705C-122C938C0B70}"/>
                  </a:ext>
                </a:extLst>
              </p:cNvPr>
              <p:cNvSpPr/>
              <p:nvPr/>
            </p:nvSpPr>
            <p:spPr>
              <a:xfrm>
                <a:off x="5436179"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742" name="Freeform: Shape 11741">
                <a:extLst>
                  <a:ext uri="{FF2B5EF4-FFF2-40B4-BE49-F238E27FC236}">
                    <a16:creationId xmlns:a16="http://schemas.microsoft.com/office/drawing/2014/main" id="{477FADC6-6B52-1FA2-620B-8BEB6905EFDE}"/>
                  </a:ext>
                </a:extLst>
              </p:cNvPr>
              <p:cNvSpPr/>
              <p:nvPr/>
            </p:nvSpPr>
            <p:spPr>
              <a:xfrm>
                <a:off x="5436179"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743" name="Freeform: Shape 11742">
                <a:extLst>
                  <a:ext uri="{FF2B5EF4-FFF2-40B4-BE49-F238E27FC236}">
                    <a16:creationId xmlns:a16="http://schemas.microsoft.com/office/drawing/2014/main" id="{1F74CF0D-628A-7224-DAED-6071FFFF0ECA}"/>
                  </a:ext>
                </a:extLst>
              </p:cNvPr>
              <p:cNvSpPr/>
              <p:nvPr/>
            </p:nvSpPr>
            <p:spPr>
              <a:xfrm>
                <a:off x="5436179"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744" name="Freeform: Shape 11743">
                <a:extLst>
                  <a:ext uri="{FF2B5EF4-FFF2-40B4-BE49-F238E27FC236}">
                    <a16:creationId xmlns:a16="http://schemas.microsoft.com/office/drawing/2014/main" id="{CF9A1938-D4EE-B744-8A07-B47A71E6D5D6}"/>
                  </a:ext>
                </a:extLst>
              </p:cNvPr>
              <p:cNvSpPr/>
              <p:nvPr/>
            </p:nvSpPr>
            <p:spPr>
              <a:xfrm>
                <a:off x="5436179"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745" name="Freeform: Shape 11744">
                <a:extLst>
                  <a:ext uri="{FF2B5EF4-FFF2-40B4-BE49-F238E27FC236}">
                    <a16:creationId xmlns:a16="http://schemas.microsoft.com/office/drawing/2014/main" id="{71C09390-E60B-9D2F-B962-42944333657C}"/>
                  </a:ext>
                </a:extLst>
              </p:cNvPr>
              <p:cNvSpPr/>
              <p:nvPr/>
            </p:nvSpPr>
            <p:spPr>
              <a:xfrm>
                <a:off x="5436179"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746" name="Freeform: Shape 11745">
                <a:extLst>
                  <a:ext uri="{FF2B5EF4-FFF2-40B4-BE49-F238E27FC236}">
                    <a16:creationId xmlns:a16="http://schemas.microsoft.com/office/drawing/2014/main" id="{4D6A49AB-74DF-94E5-0EBB-6DE8AF6829CB}"/>
                  </a:ext>
                </a:extLst>
              </p:cNvPr>
              <p:cNvSpPr/>
              <p:nvPr/>
            </p:nvSpPr>
            <p:spPr>
              <a:xfrm>
                <a:off x="5436179"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747" name="Freeform: Shape 11746">
                <a:extLst>
                  <a:ext uri="{FF2B5EF4-FFF2-40B4-BE49-F238E27FC236}">
                    <a16:creationId xmlns:a16="http://schemas.microsoft.com/office/drawing/2014/main" id="{1D8E9D97-DD3B-1EE6-CBE6-2617CD42EE07}"/>
                  </a:ext>
                </a:extLst>
              </p:cNvPr>
              <p:cNvSpPr/>
              <p:nvPr/>
            </p:nvSpPr>
            <p:spPr>
              <a:xfrm>
                <a:off x="5436179"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1748" name="Freeform: Shape 11747">
                <a:extLst>
                  <a:ext uri="{FF2B5EF4-FFF2-40B4-BE49-F238E27FC236}">
                    <a16:creationId xmlns:a16="http://schemas.microsoft.com/office/drawing/2014/main" id="{1B337EE7-6521-BF86-30B4-1A5702E45BA6}"/>
                  </a:ext>
                </a:extLst>
              </p:cNvPr>
              <p:cNvSpPr/>
              <p:nvPr/>
            </p:nvSpPr>
            <p:spPr>
              <a:xfrm>
                <a:off x="5436179"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749" name="Freeform: Shape 11748">
                <a:extLst>
                  <a:ext uri="{FF2B5EF4-FFF2-40B4-BE49-F238E27FC236}">
                    <a16:creationId xmlns:a16="http://schemas.microsoft.com/office/drawing/2014/main" id="{78A25CEF-0D49-EEE6-4F4F-32E4B437D558}"/>
                  </a:ext>
                </a:extLst>
              </p:cNvPr>
              <p:cNvSpPr/>
              <p:nvPr/>
            </p:nvSpPr>
            <p:spPr>
              <a:xfrm>
                <a:off x="5436179"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750" name="Freeform: Shape 11749">
                <a:extLst>
                  <a:ext uri="{FF2B5EF4-FFF2-40B4-BE49-F238E27FC236}">
                    <a16:creationId xmlns:a16="http://schemas.microsoft.com/office/drawing/2014/main" id="{EE2BC90D-8FA2-1887-4F0E-03ED18936FC4}"/>
                  </a:ext>
                </a:extLst>
              </p:cNvPr>
              <p:cNvSpPr/>
              <p:nvPr/>
            </p:nvSpPr>
            <p:spPr>
              <a:xfrm>
                <a:off x="5436179"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51" name="Freeform: Shape 11750">
                <a:extLst>
                  <a:ext uri="{FF2B5EF4-FFF2-40B4-BE49-F238E27FC236}">
                    <a16:creationId xmlns:a16="http://schemas.microsoft.com/office/drawing/2014/main" id="{9B160A19-A7B2-7229-6FDA-4F44DA869FC5}"/>
                  </a:ext>
                </a:extLst>
              </p:cNvPr>
              <p:cNvSpPr/>
              <p:nvPr/>
            </p:nvSpPr>
            <p:spPr>
              <a:xfrm>
                <a:off x="5436179"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752" name="Freeform: Shape 11751">
                <a:extLst>
                  <a:ext uri="{FF2B5EF4-FFF2-40B4-BE49-F238E27FC236}">
                    <a16:creationId xmlns:a16="http://schemas.microsoft.com/office/drawing/2014/main" id="{13E2288F-0070-8B39-02E9-DCFBC50A4E79}"/>
                  </a:ext>
                </a:extLst>
              </p:cNvPr>
              <p:cNvSpPr/>
              <p:nvPr/>
            </p:nvSpPr>
            <p:spPr>
              <a:xfrm>
                <a:off x="5436179"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753" name="Freeform: Shape 11752">
                <a:extLst>
                  <a:ext uri="{FF2B5EF4-FFF2-40B4-BE49-F238E27FC236}">
                    <a16:creationId xmlns:a16="http://schemas.microsoft.com/office/drawing/2014/main" id="{3588707B-A0D6-2462-08FA-AF890E5BE4CB}"/>
                  </a:ext>
                </a:extLst>
              </p:cNvPr>
              <p:cNvSpPr/>
              <p:nvPr/>
            </p:nvSpPr>
            <p:spPr>
              <a:xfrm>
                <a:off x="5436179"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754" name="Freeform: Shape 11753">
                <a:extLst>
                  <a:ext uri="{FF2B5EF4-FFF2-40B4-BE49-F238E27FC236}">
                    <a16:creationId xmlns:a16="http://schemas.microsoft.com/office/drawing/2014/main" id="{F59CD2F2-4154-E50B-868F-FDD669C14150}"/>
                  </a:ext>
                </a:extLst>
              </p:cNvPr>
              <p:cNvSpPr/>
              <p:nvPr/>
            </p:nvSpPr>
            <p:spPr>
              <a:xfrm>
                <a:off x="5436179"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55" name="Freeform: Shape 11754">
                <a:extLst>
                  <a:ext uri="{FF2B5EF4-FFF2-40B4-BE49-F238E27FC236}">
                    <a16:creationId xmlns:a16="http://schemas.microsoft.com/office/drawing/2014/main" id="{12F6DEFA-A36B-EC88-1CC1-8F7CB3ABD081}"/>
                  </a:ext>
                </a:extLst>
              </p:cNvPr>
              <p:cNvSpPr/>
              <p:nvPr/>
            </p:nvSpPr>
            <p:spPr>
              <a:xfrm>
                <a:off x="5436179"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756" name="Freeform: Shape 11755">
                <a:extLst>
                  <a:ext uri="{FF2B5EF4-FFF2-40B4-BE49-F238E27FC236}">
                    <a16:creationId xmlns:a16="http://schemas.microsoft.com/office/drawing/2014/main" id="{BB19C4E7-1F4C-1C64-2C4F-0701CAEAB55A}"/>
                  </a:ext>
                </a:extLst>
              </p:cNvPr>
              <p:cNvSpPr/>
              <p:nvPr/>
            </p:nvSpPr>
            <p:spPr>
              <a:xfrm>
                <a:off x="5436179"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757" name="Freeform: Shape 11756">
                <a:extLst>
                  <a:ext uri="{FF2B5EF4-FFF2-40B4-BE49-F238E27FC236}">
                    <a16:creationId xmlns:a16="http://schemas.microsoft.com/office/drawing/2014/main" id="{733F9BAC-AC01-F226-2635-724B75931E08}"/>
                  </a:ext>
                </a:extLst>
              </p:cNvPr>
              <p:cNvSpPr/>
              <p:nvPr/>
            </p:nvSpPr>
            <p:spPr>
              <a:xfrm>
                <a:off x="5436179"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758" name="Freeform: Shape 11757">
                <a:extLst>
                  <a:ext uri="{FF2B5EF4-FFF2-40B4-BE49-F238E27FC236}">
                    <a16:creationId xmlns:a16="http://schemas.microsoft.com/office/drawing/2014/main" id="{F049A7DD-B95C-4E80-575A-D2E47CE9BC19}"/>
                  </a:ext>
                </a:extLst>
              </p:cNvPr>
              <p:cNvSpPr/>
              <p:nvPr/>
            </p:nvSpPr>
            <p:spPr>
              <a:xfrm>
                <a:off x="5436179"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759" name="Freeform: Shape 11758">
                <a:extLst>
                  <a:ext uri="{FF2B5EF4-FFF2-40B4-BE49-F238E27FC236}">
                    <a16:creationId xmlns:a16="http://schemas.microsoft.com/office/drawing/2014/main" id="{095603DA-9561-D4BC-150A-DB15249DBFDB}"/>
                  </a:ext>
                </a:extLst>
              </p:cNvPr>
              <p:cNvSpPr/>
              <p:nvPr/>
            </p:nvSpPr>
            <p:spPr>
              <a:xfrm>
                <a:off x="5436179"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760" name="Freeform: Shape 11759">
                <a:extLst>
                  <a:ext uri="{FF2B5EF4-FFF2-40B4-BE49-F238E27FC236}">
                    <a16:creationId xmlns:a16="http://schemas.microsoft.com/office/drawing/2014/main" id="{489A4297-E38A-A8F1-F04E-2CE16471200E}"/>
                  </a:ext>
                </a:extLst>
              </p:cNvPr>
              <p:cNvSpPr/>
              <p:nvPr/>
            </p:nvSpPr>
            <p:spPr>
              <a:xfrm>
                <a:off x="5436179"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761" name="Freeform: Shape 11760">
                <a:extLst>
                  <a:ext uri="{FF2B5EF4-FFF2-40B4-BE49-F238E27FC236}">
                    <a16:creationId xmlns:a16="http://schemas.microsoft.com/office/drawing/2014/main" id="{3B57B2EC-D986-6D88-7346-27391642E15F}"/>
                  </a:ext>
                </a:extLst>
              </p:cNvPr>
              <p:cNvSpPr/>
              <p:nvPr/>
            </p:nvSpPr>
            <p:spPr>
              <a:xfrm>
                <a:off x="5436179"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762" name="Freeform: Shape 11761">
                <a:extLst>
                  <a:ext uri="{FF2B5EF4-FFF2-40B4-BE49-F238E27FC236}">
                    <a16:creationId xmlns:a16="http://schemas.microsoft.com/office/drawing/2014/main" id="{BDD6B94C-52FE-3EDA-653D-3BD76E8A9B27}"/>
                  </a:ext>
                </a:extLst>
              </p:cNvPr>
              <p:cNvSpPr/>
              <p:nvPr/>
            </p:nvSpPr>
            <p:spPr>
              <a:xfrm>
                <a:off x="5436179"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763" name="Freeform: Shape 11762">
                <a:extLst>
                  <a:ext uri="{FF2B5EF4-FFF2-40B4-BE49-F238E27FC236}">
                    <a16:creationId xmlns:a16="http://schemas.microsoft.com/office/drawing/2014/main" id="{D461B789-B84A-2A66-1F40-3EB6F08D80FE}"/>
                  </a:ext>
                </a:extLst>
              </p:cNvPr>
              <p:cNvSpPr/>
              <p:nvPr/>
            </p:nvSpPr>
            <p:spPr>
              <a:xfrm>
                <a:off x="5436179"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764" name="Freeform: Shape 11763">
                <a:extLst>
                  <a:ext uri="{FF2B5EF4-FFF2-40B4-BE49-F238E27FC236}">
                    <a16:creationId xmlns:a16="http://schemas.microsoft.com/office/drawing/2014/main" id="{04D829BC-4D99-D735-C385-047CFF224359}"/>
                  </a:ext>
                </a:extLst>
              </p:cNvPr>
              <p:cNvSpPr/>
              <p:nvPr/>
            </p:nvSpPr>
            <p:spPr>
              <a:xfrm>
                <a:off x="5436179"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65" name="Freeform: Shape 11764">
                <a:extLst>
                  <a:ext uri="{FF2B5EF4-FFF2-40B4-BE49-F238E27FC236}">
                    <a16:creationId xmlns:a16="http://schemas.microsoft.com/office/drawing/2014/main" id="{DE928257-4880-2509-E433-E8EED393E97A}"/>
                  </a:ext>
                </a:extLst>
              </p:cNvPr>
              <p:cNvSpPr/>
              <p:nvPr/>
            </p:nvSpPr>
            <p:spPr>
              <a:xfrm>
                <a:off x="5436179"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766" name="Freeform: Shape 11765">
                <a:extLst>
                  <a:ext uri="{FF2B5EF4-FFF2-40B4-BE49-F238E27FC236}">
                    <a16:creationId xmlns:a16="http://schemas.microsoft.com/office/drawing/2014/main" id="{0D1E6113-EDFB-0494-79CA-A828A0CFAC6E}"/>
                  </a:ext>
                </a:extLst>
              </p:cNvPr>
              <p:cNvSpPr/>
              <p:nvPr/>
            </p:nvSpPr>
            <p:spPr>
              <a:xfrm>
                <a:off x="5498415"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67" name="Freeform: Shape 11766">
                <a:extLst>
                  <a:ext uri="{FF2B5EF4-FFF2-40B4-BE49-F238E27FC236}">
                    <a16:creationId xmlns:a16="http://schemas.microsoft.com/office/drawing/2014/main" id="{F3C4F230-92C1-C51E-8280-D5E0F7A92BE5}"/>
                  </a:ext>
                </a:extLst>
              </p:cNvPr>
              <p:cNvSpPr/>
              <p:nvPr/>
            </p:nvSpPr>
            <p:spPr>
              <a:xfrm>
                <a:off x="5498415"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0A00"/>
              </a:solidFill>
              <a:ln w="2679" cap="rnd">
                <a:solidFill>
                  <a:srgbClr val="999999"/>
                </a:solidFill>
                <a:prstDash val="solid"/>
                <a:round/>
              </a:ln>
            </p:spPr>
            <p:txBody>
              <a:bodyPr/>
              <a:lstStyle/>
              <a:p>
                <a:endParaRPr lang="en-US" sz="1701"/>
              </a:p>
            </p:txBody>
          </p:sp>
          <p:sp>
            <p:nvSpPr>
              <p:cNvPr id="11768" name="Freeform: Shape 11767">
                <a:extLst>
                  <a:ext uri="{FF2B5EF4-FFF2-40B4-BE49-F238E27FC236}">
                    <a16:creationId xmlns:a16="http://schemas.microsoft.com/office/drawing/2014/main" id="{547D0E4F-0E33-2D20-6BAA-70EA17BD767A}"/>
                  </a:ext>
                </a:extLst>
              </p:cNvPr>
              <p:cNvSpPr/>
              <p:nvPr/>
            </p:nvSpPr>
            <p:spPr>
              <a:xfrm>
                <a:off x="5498415"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69" name="Freeform: Shape 11768">
                <a:extLst>
                  <a:ext uri="{FF2B5EF4-FFF2-40B4-BE49-F238E27FC236}">
                    <a16:creationId xmlns:a16="http://schemas.microsoft.com/office/drawing/2014/main" id="{0DE479D0-BA32-94E6-22D9-11121A7CAA12}"/>
                  </a:ext>
                </a:extLst>
              </p:cNvPr>
              <p:cNvSpPr/>
              <p:nvPr/>
            </p:nvSpPr>
            <p:spPr>
              <a:xfrm>
                <a:off x="5498415"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70" name="Freeform: Shape 11769">
                <a:extLst>
                  <a:ext uri="{FF2B5EF4-FFF2-40B4-BE49-F238E27FC236}">
                    <a16:creationId xmlns:a16="http://schemas.microsoft.com/office/drawing/2014/main" id="{741B803A-F490-32DB-D144-028347D507B1}"/>
                  </a:ext>
                </a:extLst>
              </p:cNvPr>
              <p:cNvSpPr/>
              <p:nvPr/>
            </p:nvSpPr>
            <p:spPr>
              <a:xfrm>
                <a:off x="5498415"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71" name="Freeform: Shape 11770">
                <a:extLst>
                  <a:ext uri="{FF2B5EF4-FFF2-40B4-BE49-F238E27FC236}">
                    <a16:creationId xmlns:a16="http://schemas.microsoft.com/office/drawing/2014/main" id="{BD8DD1B5-2405-7349-145C-47B60A5CA63C}"/>
                  </a:ext>
                </a:extLst>
              </p:cNvPr>
              <p:cNvSpPr/>
              <p:nvPr/>
            </p:nvSpPr>
            <p:spPr>
              <a:xfrm>
                <a:off x="5498415"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72" name="Freeform: Shape 11771">
                <a:extLst>
                  <a:ext uri="{FF2B5EF4-FFF2-40B4-BE49-F238E27FC236}">
                    <a16:creationId xmlns:a16="http://schemas.microsoft.com/office/drawing/2014/main" id="{BF2CAD6A-FA20-F4CC-CF06-5A3638F146A9}"/>
                  </a:ext>
                </a:extLst>
              </p:cNvPr>
              <p:cNvSpPr/>
              <p:nvPr/>
            </p:nvSpPr>
            <p:spPr>
              <a:xfrm>
                <a:off x="5498415"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773" name="Freeform: Shape 11772">
                <a:extLst>
                  <a:ext uri="{FF2B5EF4-FFF2-40B4-BE49-F238E27FC236}">
                    <a16:creationId xmlns:a16="http://schemas.microsoft.com/office/drawing/2014/main" id="{BC26554B-1036-EF19-6228-3C5A44C18F8D}"/>
                  </a:ext>
                </a:extLst>
              </p:cNvPr>
              <p:cNvSpPr/>
              <p:nvPr/>
            </p:nvSpPr>
            <p:spPr>
              <a:xfrm>
                <a:off x="5498415"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774" name="Freeform: Shape 11773">
                <a:extLst>
                  <a:ext uri="{FF2B5EF4-FFF2-40B4-BE49-F238E27FC236}">
                    <a16:creationId xmlns:a16="http://schemas.microsoft.com/office/drawing/2014/main" id="{30D8A1DB-AF0C-5F87-E0C6-4E1405085358}"/>
                  </a:ext>
                </a:extLst>
              </p:cNvPr>
              <p:cNvSpPr/>
              <p:nvPr/>
            </p:nvSpPr>
            <p:spPr>
              <a:xfrm>
                <a:off x="5498415"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775" name="Freeform: Shape 11774">
                <a:extLst>
                  <a:ext uri="{FF2B5EF4-FFF2-40B4-BE49-F238E27FC236}">
                    <a16:creationId xmlns:a16="http://schemas.microsoft.com/office/drawing/2014/main" id="{69970548-742F-557A-9068-D9AEA7DECDF0}"/>
                  </a:ext>
                </a:extLst>
              </p:cNvPr>
              <p:cNvSpPr/>
              <p:nvPr/>
            </p:nvSpPr>
            <p:spPr>
              <a:xfrm>
                <a:off x="5498415"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76" name="Freeform: Shape 11775">
                <a:extLst>
                  <a:ext uri="{FF2B5EF4-FFF2-40B4-BE49-F238E27FC236}">
                    <a16:creationId xmlns:a16="http://schemas.microsoft.com/office/drawing/2014/main" id="{211E9554-78A3-9254-00B6-D435D5A169FC}"/>
                  </a:ext>
                </a:extLst>
              </p:cNvPr>
              <p:cNvSpPr/>
              <p:nvPr/>
            </p:nvSpPr>
            <p:spPr>
              <a:xfrm>
                <a:off x="5498415"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777" name="Freeform: Shape 11776">
                <a:extLst>
                  <a:ext uri="{FF2B5EF4-FFF2-40B4-BE49-F238E27FC236}">
                    <a16:creationId xmlns:a16="http://schemas.microsoft.com/office/drawing/2014/main" id="{70A1B663-5CF9-BA2C-95B5-AA92D98F0EB2}"/>
                  </a:ext>
                </a:extLst>
              </p:cNvPr>
              <p:cNvSpPr/>
              <p:nvPr/>
            </p:nvSpPr>
            <p:spPr>
              <a:xfrm>
                <a:off x="5498415"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78" name="Freeform: Shape 11777">
                <a:extLst>
                  <a:ext uri="{FF2B5EF4-FFF2-40B4-BE49-F238E27FC236}">
                    <a16:creationId xmlns:a16="http://schemas.microsoft.com/office/drawing/2014/main" id="{0FFCECD6-DD63-8B5C-F80A-B465E77DD455}"/>
                  </a:ext>
                </a:extLst>
              </p:cNvPr>
              <p:cNvSpPr/>
              <p:nvPr/>
            </p:nvSpPr>
            <p:spPr>
              <a:xfrm>
                <a:off x="5498415"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79" name="Freeform: Shape 11778">
                <a:extLst>
                  <a:ext uri="{FF2B5EF4-FFF2-40B4-BE49-F238E27FC236}">
                    <a16:creationId xmlns:a16="http://schemas.microsoft.com/office/drawing/2014/main" id="{C7D0DA3D-7AB1-BFEB-9C36-D89B5C023235}"/>
                  </a:ext>
                </a:extLst>
              </p:cNvPr>
              <p:cNvSpPr/>
              <p:nvPr/>
            </p:nvSpPr>
            <p:spPr>
              <a:xfrm>
                <a:off x="5498415"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80" name="Freeform: Shape 11779">
                <a:extLst>
                  <a:ext uri="{FF2B5EF4-FFF2-40B4-BE49-F238E27FC236}">
                    <a16:creationId xmlns:a16="http://schemas.microsoft.com/office/drawing/2014/main" id="{A65F4B0A-796B-10C7-A3CB-FB517104F2AF}"/>
                  </a:ext>
                </a:extLst>
              </p:cNvPr>
              <p:cNvSpPr/>
              <p:nvPr/>
            </p:nvSpPr>
            <p:spPr>
              <a:xfrm>
                <a:off x="5498415"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81" name="Freeform: Shape 11780">
                <a:extLst>
                  <a:ext uri="{FF2B5EF4-FFF2-40B4-BE49-F238E27FC236}">
                    <a16:creationId xmlns:a16="http://schemas.microsoft.com/office/drawing/2014/main" id="{DAC250CC-A0E0-9583-9BB5-0811496B291F}"/>
                  </a:ext>
                </a:extLst>
              </p:cNvPr>
              <p:cNvSpPr/>
              <p:nvPr/>
            </p:nvSpPr>
            <p:spPr>
              <a:xfrm>
                <a:off x="5498415"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82" name="Freeform: Shape 11781">
                <a:extLst>
                  <a:ext uri="{FF2B5EF4-FFF2-40B4-BE49-F238E27FC236}">
                    <a16:creationId xmlns:a16="http://schemas.microsoft.com/office/drawing/2014/main" id="{BF61EA5C-50B5-665F-8FBE-97ECE485C383}"/>
                  </a:ext>
                </a:extLst>
              </p:cNvPr>
              <p:cNvSpPr/>
              <p:nvPr/>
            </p:nvSpPr>
            <p:spPr>
              <a:xfrm>
                <a:off x="5498415"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83" name="Freeform: Shape 11782">
                <a:extLst>
                  <a:ext uri="{FF2B5EF4-FFF2-40B4-BE49-F238E27FC236}">
                    <a16:creationId xmlns:a16="http://schemas.microsoft.com/office/drawing/2014/main" id="{0B0E6501-76E4-7DB6-ED1C-C29861E98D7E}"/>
                  </a:ext>
                </a:extLst>
              </p:cNvPr>
              <p:cNvSpPr/>
              <p:nvPr/>
            </p:nvSpPr>
            <p:spPr>
              <a:xfrm>
                <a:off x="5498415"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84" name="Freeform: Shape 11783">
                <a:extLst>
                  <a:ext uri="{FF2B5EF4-FFF2-40B4-BE49-F238E27FC236}">
                    <a16:creationId xmlns:a16="http://schemas.microsoft.com/office/drawing/2014/main" id="{90832F46-887D-B914-4B5B-7AC1E890D6C9}"/>
                  </a:ext>
                </a:extLst>
              </p:cNvPr>
              <p:cNvSpPr/>
              <p:nvPr/>
            </p:nvSpPr>
            <p:spPr>
              <a:xfrm>
                <a:off x="5498415"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85" name="Freeform: Shape 11784">
                <a:extLst>
                  <a:ext uri="{FF2B5EF4-FFF2-40B4-BE49-F238E27FC236}">
                    <a16:creationId xmlns:a16="http://schemas.microsoft.com/office/drawing/2014/main" id="{433FC6C7-D3AF-FF5C-5FF1-83105FE21DAF}"/>
                  </a:ext>
                </a:extLst>
              </p:cNvPr>
              <p:cNvSpPr/>
              <p:nvPr/>
            </p:nvSpPr>
            <p:spPr>
              <a:xfrm>
                <a:off x="5498415"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86" name="Freeform: Shape 11785">
                <a:extLst>
                  <a:ext uri="{FF2B5EF4-FFF2-40B4-BE49-F238E27FC236}">
                    <a16:creationId xmlns:a16="http://schemas.microsoft.com/office/drawing/2014/main" id="{5FF05C20-6AED-2A9C-E81C-F102ECF385E9}"/>
                  </a:ext>
                </a:extLst>
              </p:cNvPr>
              <p:cNvSpPr/>
              <p:nvPr/>
            </p:nvSpPr>
            <p:spPr>
              <a:xfrm>
                <a:off x="5498415"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787" name="Freeform: Shape 11786">
                <a:extLst>
                  <a:ext uri="{FF2B5EF4-FFF2-40B4-BE49-F238E27FC236}">
                    <a16:creationId xmlns:a16="http://schemas.microsoft.com/office/drawing/2014/main" id="{EBB92532-25A3-5C8A-F816-2F75A9B79C55}"/>
                  </a:ext>
                </a:extLst>
              </p:cNvPr>
              <p:cNvSpPr/>
              <p:nvPr/>
            </p:nvSpPr>
            <p:spPr>
              <a:xfrm>
                <a:off x="5498415"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88" name="Freeform: Shape 11787">
                <a:extLst>
                  <a:ext uri="{FF2B5EF4-FFF2-40B4-BE49-F238E27FC236}">
                    <a16:creationId xmlns:a16="http://schemas.microsoft.com/office/drawing/2014/main" id="{2D92037A-759A-3F73-EC08-59F6C27DC679}"/>
                  </a:ext>
                </a:extLst>
              </p:cNvPr>
              <p:cNvSpPr/>
              <p:nvPr/>
            </p:nvSpPr>
            <p:spPr>
              <a:xfrm>
                <a:off x="5498415"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89" name="Freeform: Shape 11788">
                <a:extLst>
                  <a:ext uri="{FF2B5EF4-FFF2-40B4-BE49-F238E27FC236}">
                    <a16:creationId xmlns:a16="http://schemas.microsoft.com/office/drawing/2014/main" id="{81170826-CAC3-D2CE-201A-20FE7D3385ED}"/>
                  </a:ext>
                </a:extLst>
              </p:cNvPr>
              <p:cNvSpPr/>
              <p:nvPr/>
            </p:nvSpPr>
            <p:spPr>
              <a:xfrm>
                <a:off x="5498415"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790" name="Freeform: Shape 11789">
                <a:extLst>
                  <a:ext uri="{FF2B5EF4-FFF2-40B4-BE49-F238E27FC236}">
                    <a16:creationId xmlns:a16="http://schemas.microsoft.com/office/drawing/2014/main" id="{A24FFBD1-16B9-D787-5F6C-D9F90FBCF16E}"/>
                  </a:ext>
                </a:extLst>
              </p:cNvPr>
              <p:cNvSpPr/>
              <p:nvPr/>
            </p:nvSpPr>
            <p:spPr>
              <a:xfrm>
                <a:off x="5498415"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91" name="Freeform: Shape 11790">
                <a:extLst>
                  <a:ext uri="{FF2B5EF4-FFF2-40B4-BE49-F238E27FC236}">
                    <a16:creationId xmlns:a16="http://schemas.microsoft.com/office/drawing/2014/main" id="{1565E0CB-FE54-08D9-BB29-78AFD7877D5E}"/>
                  </a:ext>
                </a:extLst>
              </p:cNvPr>
              <p:cNvSpPr/>
              <p:nvPr/>
            </p:nvSpPr>
            <p:spPr>
              <a:xfrm>
                <a:off x="5498415"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92" name="Freeform: Shape 11791">
                <a:extLst>
                  <a:ext uri="{FF2B5EF4-FFF2-40B4-BE49-F238E27FC236}">
                    <a16:creationId xmlns:a16="http://schemas.microsoft.com/office/drawing/2014/main" id="{38505988-0C6F-8E6C-F996-1A2B819DE1D3}"/>
                  </a:ext>
                </a:extLst>
              </p:cNvPr>
              <p:cNvSpPr/>
              <p:nvPr/>
            </p:nvSpPr>
            <p:spPr>
              <a:xfrm>
                <a:off x="5498415"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793" name="Freeform: Shape 11792">
                <a:extLst>
                  <a:ext uri="{FF2B5EF4-FFF2-40B4-BE49-F238E27FC236}">
                    <a16:creationId xmlns:a16="http://schemas.microsoft.com/office/drawing/2014/main" id="{A6D4677F-3578-AB59-71DA-4619568FF67B}"/>
                  </a:ext>
                </a:extLst>
              </p:cNvPr>
              <p:cNvSpPr/>
              <p:nvPr/>
            </p:nvSpPr>
            <p:spPr>
              <a:xfrm>
                <a:off x="5560731"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94" name="Freeform: Shape 11793">
                <a:extLst>
                  <a:ext uri="{FF2B5EF4-FFF2-40B4-BE49-F238E27FC236}">
                    <a16:creationId xmlns:a16="http://schemas.microsoft.com/office/drawing/2014/main" id="{134B0A1A-F0E8-974D-AF10-22A9A12BB04E}"/>
                  </a:ext>
                </a:extLst>
              </p:cNvPr>
              <p:cNvSpPr/>
              <p:nvPr/>
            </p:nvSpPr>
            <p:spPr>
              <a:xfrm>
                <a:off x="5560731"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000"/>
              </a:solidFill>
              <a:ln w="2679" cap="rnd">
                <a:solidFill>
                  <a:srgbClr val="999999"/>
                </a:solidFill>
                <a:prstDash val="solid"/>
                <a:round/>
              </a:ln>
            </p:spPr>
            <p:txBody>
              <a:bodyPr/>
              <a:lstStyle/>
              <a:p>
                <a:endParaRPr lang="en-US" sz="1701"/>
              </a:p>
            </p:txBody>
          </p:sp>
          <p:sp>
            <p:nvSpPr>
              <p:cNvPr id="11795" name="Freeform: Shape 11794">
                <a:extLst>
                  <a:ext uri="{FF2B5EF4-FFF2-40B4-BE49-F238E27FC236}">
                    <a16:creationId xmlns:a16="http://schemas.microsoft.com/office/drawing/2014/main" id="{EE6904F0-A5C3-1782-66FF-C147A3577D36}"/>
                  </a:ext>
                </a:extLst>
              </p:cNvPr>
              <p:cNvSpPr/>
              <p:nvPr/>
            </p:nvSpPr>
            <p:spPr>
              <a:xfrm>
                <a:off x="5560731"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96" name="Freeform: Shape 11795">
                <a:extLst>
                  <a:ext uri="{FF2B5EF4-FFF2-40B4-BE49-F238E27FC236}">
                    <a16:creationId xmlns:a16="http://schemas.microsoft.com/office/drawing/2014/main" id="{B5665013-1821-5D0D-EA7F-19B7389C89D1}"/>
                  </a:ext>
                </a:extLst>
              </p:cNvPr>
              <p:cNvSpPr/>
              <p:nvPr/>
            </p:nvSpPr>
            <p:spPr>
              <a:xfrm>
                <a:off x="5560731"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97" name="Freeform: Shape 11796">
                <a:extLst>
                  <a:ext uri="{FF2B5EF4-FFF2-40B4-BE49-F238E27FC236}">
                    <a16:creationId xmlns:a16="http://schemas.microsoft.com/office/drawing/2014/main" id="{00C2DAFF-0475-46C0-857E-D4FD887E3198}"/>
                  </a:ext>
                </a:extLst>
              </p:cNvPr>
              <p:cNvSpPr/>
              <p:nvPr/>
            </p:nvSpPr>
            <p:spPr>
              <a:xfrm>
                <a:off x="5560731"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98" name="Freeform: Shape 11797">
                <a:extLst>
                  <a:ext uri="{FF2B5EF4-FFF2-40B4-BE49-F238E27FC236}">
                    <a16:creationId xmlns:a16="http://schemas.microsoft.com/office/drawing/2014/main" id="{90A1ADBE-042B-26E3-266B-78E15BB56878}"/>
                  </a:ext>
                </a:extLst>
              </p:cNvPr>
              <p:cNvSpPr/>
              <p:nvPr/>
            </p:nvSpPr>
            <p:spPr>
              <a:xfrm>
                <a:off x="5560731"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799" name="Freeform: Shape 11798">
                <a:extLst>
                  <a:ext uri="{FF2B5EF4-FFF2-40B4-BE49-F238E27FC236}">
                    <a16:creationId xmlns:a16="http://schemas.microsoft.com/office/drawing/2014/main" id="{0090BCF9-EEA0-9BE8-4436-E1AF24DE4742}"/>
                  </a:ext>
                </a:extLst>
              </p:cNvPr>
              <p:cNvSpPr/>
              <p:nvPr/>
            </p:nvSpPr>
            <p:spPr>
              <a:xfrm>
                <a:off x="5560731"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00" name="Freeform: Shape 11799">
                <a:extLst>
                  <a:ext uri="{FF2B5EF4-FFF2-40B4-BE49-F238E27FC236}">
                    <a16:creationId xmlns:a16="http://schemas.microsoft.com/office/drawing/2014/main" id="{3FF89E15-4774-C94A-471C-AD77FCC51E76}"/>
                  </a:ext>
                </a:extLst>
              </p:cNvPr>
              <p:cNvSpPr/>
              <p:nvPr/>
            </p:nvSpPr>
            <p:spPr>
              <a:xfrm>
                <a:off x="5560731"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801" name="Freeform: Shape 11800">
                <a:extLst>
                  <a:ext uri="{FF2B5EF4-FFF2-40B4-BE49-F238E27FC236}">
                    <a16:creationId xmlns:a16="http://schemas.microsoft.com/office/drawing/2014/main" id="{89E1FCA2-6A13-1BE6-07CC-E93A175C3921}"/>
                  </a:ext>
                </a:extLst>
              </p:cNvPr>
              <p:cNvSpPr/>
              <p:nvPr/>
            </p:nvSpPr>
            <p:spPr>
              <a:xfrm>
                <a:off x="5560731"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02" name="Freeform: Shape 11801">
                <a:extLst>
                  <a:ext uri="{FF2B5EF4-FFF2-40B4-BE49-F238E27FC236}">
                    <a16:creationId xmlns:a16="http://schemas.microsoft.com/office/drawing/2014/main" id="{E24E307B-2830-0A72-DA56-87FDFD5ECDC6}"/>
                  </a:ext>
                </a:extLst>
              </p:cNvPr>
              <p:cNvSpPr/>
              <p:nvPr/>
            </p:nvSpPr>
            <p:spPr>
              <a:xfrm>
                <a:off x="5560731"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03" name="Freeform: Shape 11802">
                <a:extLst>
                  <a:ext uri="{FF2B5EF4-FFF2-40B4-BE49-F238E27FC236}">
                    <a16:creationId xmlns:a16="http://schemas.microsoft.com/office/drawing/2014/main" id="{D8C60D47-091E-F78B-871C-37415FB94514}"/>
                  </a:ext>
                </a:extLst>
              </p:cNvPr>
              <p:cNvSpPr/>
              <p:nvPr/>
            </p:nvSpPr>
            <p:spPr>
              <a:xfrm>
                <a:off x="5560731"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804" name="Freeform: Shape 11803">
                <a:extLst>
                  <a:ext uri="{FF2B5EF4-FFF2-40B4-BE49-F238E27FC236}">
                    <a16:creationId xmlns:a16="http://schemas.microsoft.com/office/drawing/2014/main" id="{7FD249F3-F5E8-A7B2-7934-F1D74CFE2BD9}"/>
                  </a:ext>
                </a:extLst>
              </p:cNvPr>
              <p:cNvSpPr/>
              <p:nvPr/>
            </p:nvSpPr>
            <p:spPr>
              <a:xfrm>
                <a:off x="5560731"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805" name="Freeform: Shape 11804">
                <a:extLst>
                  <a:ext uri="{FF2B5EF4-FFF2-40B4-BE49-F238E27FC236}">
                    <a16:creationId xmlns:a16="http://schemas.microsoft.com/office/drawing/2014/main" id="{BC95BACA-47D2-8522-3D06-4CB8CBE5FEED}"/>
                  </a:ext>
                </a:extLst>
              </p:cNvPr>
              <p:cNvSpPr/>
              <p:nvPr/>
            </p:nvSpPr>
            <p:spPr>
              <a:xfrm>
                <a:off x="5560731"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06" name="Freeform: Shape 11805">
                <a:extLst>
                  <a:ext uri="{FF2B5EF4-FFF2-40B4-BE49-F238E27FC236}">
                    <a16:creationId xmlns:a16="http://schemas.microsoft.com/office/drawing/2014/main" id="{9285FDC8-4BE6-2FAE-0854-063CEEEA4F63}"/>
                  </a:ext>
                </a:extLst>
              </p:cNvPr>
              <p:cNvSpPr/>
              <p:nvPr/>
            </p:nvSpPr>
            <p:spPr>
              <a:xfrm>
                <a:off x="5560731"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07" name="Freeform: Shape 11806">
                <a:extLst>
                  <a:ext uri="{FF2B5EF4-FFF2-40B4-BE49-F238E27FC236}">
                    <a16:creationId xmlns:a16="http://schemas.microsoft.com/office/drawing/2014/main" id="{B161A52A-F6EA-86EC-C798-FC23CDCF4DEA}"/>
                  </a:ext>
                </a:extLst>
              </p:cNvPr>
              <p:cNvSpPr/>
              <p:nvPr/>
            </p:nvSpPr>
            <p:spPr>
              <a:xfrm>
                <a:off x="5560731"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08" name="Freeform: Shape 11807">
                <a:extLst>
                  <a:ext uri="{FF2B5EF4-FFF2-40B4-BE49-F238E27FC236}">
                    <a16:creationId xmlns:a16="http://schemas.microsoft.com/office/drawing/2014/main" id="{D28FCF7A-E99B-FB9B-2246-1025B0E5F5D4}"/>
                  </a:ext>
                </a:extLst>
              </p:cNvPr>
              <p:cNvSpPr/>
              <p:nvPr/>
            </p:nvSpPr>
            <p:spPr>
              <a:xfrm>
                <a:off x="5560731"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809" name="Freeform: Shape 11808">
                <a:extLst>
                  <a:ext uri="{FF2B5EF4-FFF2-40B4-BE49-F238E27FC236}">
                    <a16:creationId xmlns:a16="http://schemas.microsoft.com/office/drawing/2014/main" id="{221ADFA8-57FA-05D6-F087-F5C12FE1522C}"/>
                  </a:ext>
                </a:extLst>
              </p:cNvPr>
              <p:cNvSpPr/>
              <p:nvPr/>
            </p:nvSpPr>
            <p:spPr>
              <a:xfrm>
                <a:off x="5560731"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10" name="Freeform: Shape 11809">
                <a:extLst>
                  <a:ext uri="{FF2B5EF4-FFF2-40B4-BE49-F238E27FC236}">
                    <a16:creationId xmlns:a16="http://schemas.microsoft.com/office/drawing/2014/main" id="{2AFAB1F2-7778-2DCA-F7C1-D9EBB7F0AA0A}"/>
                  </a:ext>
                </a:extLst>
              </p:cNvPr>
              <p:cNvSpPr/>
              <p:nvPr/>
            </p:nvSpPr>
            <p:spPr>
              <a:xfrm>
                <a:off x="5560731"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11" name="Freeform: Shape 11810">
                <a:extLst>
                  <a:ext uri="{FF2B5EF4-FFF2-40B4-BE49-F238E27FC236}">
                    <a16:creationId xmlns:a16="http://schemas.microsoft.com/office/drawing/2014/main" id="{97F471FE-FEF9-5E41-BD76-36E37185892E}"/>
                  </a:ext>
                </a:extLst>
              </p:cNvPr>
              <p:cNvSpPr/>
              <p:nvPr/>
            </p:nvSpPr>
            <p:spPr>
              <a:xfrm>
                <a:off x="5560731"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12" name="Freeform: Shape 11811">
                <a:extLst>
                  <a:ext uri="{FF2B5EF4-FFF2-40B4-BE49-F238E27FC236}">
                    <a16:creationId xmlns:a16="http://schemas.microsoft.com/office/drawing/2014/main" id="{632530D4-6DF4-EB2B-1261-1AA2FCBFB622}"/>
                  </a:ext>
                </a:extLst>
              </p:cNvPr>
              <p:cNvSpPr/>
              <p:nvPr/>
            </p:nvSpPr>
            <p:spPr>
              <a:xfrm>
                <a:off x="5560731"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13" name="Freeform: Shape 11812">
                <a:extLst>
                  <a:ext uri="{FF2B5EF4-FFF2-40B4-BE49-F238E27FC236}">
                    <a16:creationId xmlns:a16="http://schemas.microsoft.com/office/drawing/2014/main" id="{3B3C4E00-C869-29BB-8FC0-5097C1109DE2}"/>
                  </a:ext>
                </a:extLst>
              </p:cNvPr>
              <p:cNvSpPr/>
              <p:nvPr/>
            </p:nvSpPr>
            <p:spPr>
              <a:xfrm>
                <a:off x="5560731"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814" name="Freeform: Shape 11813">
                <a:extLst>
                  <a:ext uri="{FF2B5EF4-FFF2-40B4-BE49-F238E27FC236}">
                    <a16:creationId xmlns:a16="http://schemas.microsoft.com/office/drawing/2014/main" id="{2484DC4C-CA55-CD1A-72E2-F48E6890844D}"/>
                  </a:ext>
                </a:extLst>
              </p:cNvPr>
              <p:cNvSpPr/>
              <p:nvPr/>
            </p:nvSpPr>
            <p:spPr>
              <a:xfrm>
                <a:off x="5560731"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15" name="Freeform: Shape 11814">
                <a:extLst>
                  <a:ext uri="{FF2B5EF4-FFF2-40B4-BE49-F238E27FC236}">
                    <a16:creationId xmlns:a16="http://schemas.microsoft.com/office/drawing/2014/main" id="{AC152E4F-C3DB-E381-C7EB-335BCE48967B}"/>
                  </a:ext>
                </a:extLst>
              </p:cNvPr>
              <p:cNvSpPr/>
              <p:nvPr/>
            </p:nvSpPr>
            <p:spPr>
              <a:xfrm>
                <a:off x="5560731"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16" name="Freeform: Shape 11815">
                <a:extLst>
                  <a:ext uri="{FF2B5EF4-FFF2-40B4-BE49-F238E27FC236}">
                    <a16:creationId xmlns:a16="http://schemas.microsoft.com/office/drawing/2014/main" id="{8E864D45-A266-98A4-A2D4-7FF73FF7B504}"/>
                  </a:ext>
                </a:extLst>
              </p:cNvPr>
              <p:cNvSpPr/>
              <p:nvPr/>
            </p:nvSpPr>
            <p:spPr>
              <a:xfrm>
                <a:off x="5560731"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17" name="Freeform: Shape 11816">
                <a:extLst>
                  <a:ext uri="{FF2B5EF4-FFF2-40B4-BE49-F238E27FC236}">
                    <a16:creationId xmlns:a16="http://schemas.microsoft.com/office/drawing/2014/main" id="{5FD82CBB-7B93-2679-77C4-027EB6CBE377}"/>
                  </a:ext>
                </a:extLst>
              </p:cNvPr>
              <p:cNvSpPr/>
              <p:nvPr/>
            </p:nvSpPr>
            <p:spPr>
              <a:xfrm>
                <a:off x="5560731"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818" name="Freeform: Shape 11817">
                <a:extLst>
                  <a:ext uri="{FF2B5EF4-FFF2-40B4-BE49-F238E27FC236}">
                    <a16:creationId xmlns:a16="http://schemas.microsoft.com/office/drawing/2014/main" id="{C27F1A78-40FD-A95F-3E32-7CD6728BE8F4}"/>
                  </a:ext>
                </a:extLst>
              </p:cNvPr>
              <p:cNvSpPr/>
              <p:nvPr/>
            </p:nvSpPr>
            <p:spPr>
              <a:xfrm>
                <a:off x="5560731"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19" name="Freeform: Shape 11818">
                <a:extLst>
                  <a:ext uri="{FF2B5EF4-FFF2-40B4-BE49-F238E27FC236}">
                    <a16:creationId xmlns:a16="http://schemas.microsoft.com/office/drawing/2014/main" id="{661BB3D1-008B-4C59-6A88-2876970D63AE}"/>
                  </a:ext>
                </a:extLst>
              </p:cNvPr>
              <p:cNvSpPr/>
              <p:nvPr/>
            </p:nvSpPr>
            <p:spPr>
              <a:xfrm>
                <a:off x="5560731"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20" name="Freeform: Shape 11819">
                <a:extLst>
                  <a:ext uri="{FF2B5EF4-FFF2-40B4-BE49-F238E27FC236}">
                    <a16:creationId xmlns:a16="http://schemas.microsoft.com/office/drawing/2014/main" id="{8B22181A-7EBE-3E25-9B2E-4902CAFE25B3}"/>
                  </a:ext>
                </a:extLst>
              </p:cNvPr>
              <p:cNvSpPr/>
              <p:nvPr/>
            </p:nvSpPr>
            <p:spPr>
              <a:xfrm>
                <a:off x="5622966"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21" name="Freeform: Shape 11820">
                <a:extLst>
                  <a:ext uri="{FF2B5EF4-FFF2-40B4-BE49-F238E27FC236}">
                    <a16:creationId xmlns:a16="http://schemas.microsoft.com/office/drawing/2014/main" id="{88A4034B-B58D-6448-522B-A955B8D930D6}"/>
                  </a:ext>
                </a:extLst>
              </p:cNvPr>
              <p:cNvSpPr/>
              <p:nvPr/>
            </p:nvSpPr>
            <p:spPr>
              <a:xfrm>
                <a:off x="5622966"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0000"/>
              </a:solidFill>
              <a:ln w="2679" cap="rnd">
                <a:solidFill>
                  <a:srgbClr val="999999"/>
                </a:solidFill>
                <a:prstDash val="solid"/>
                <a:round/>
              </a:ln>
            </p:spPr>
            <p:txBody>
              <a:bodyPr/>
              <a:lstStyle/>
              <a:p>
                <a:endParaRPr lang="en-US" sz="1701"/>
              </a:p>
            </p:txBody>
          </p:sp>
          <p:sp>
            <p:nvSpPr>
              <p:cNvPr id="11822" name="Freeform: Shape 11821">
                <a:extLst>
                  <a:ext uri="{FF2B5EF4-FFF2-40B4-BE49-F238E27FC236}">
                    <a16:creationId xmlns:a16="http://schemas.microsoft.com/office/drawing/2014/main" id="{35D587F0-9EA7-D810-AE45-42201F397B94}"/>
                  </a:ext>
                </a:extLst>
              </p:cNvPr>
              <p:cNvSpPr/>
              <p:nvPr/>
            </p:nvSpPr>
            <p:spPr>
              <a:xfrm>
                <a:off x="5622966"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23" name="Freeform: Shape 11822">
                <a:extLst>
                  <a:ext uri="{FF2B5EF4-FFF2-40B4-BE49-F238E27FC236}">
                    <a16:creationId xmlns:a16="http://schemas.microsoft.com/office/drawing/2014/main" id="{F0C9ACE7-6724-267B-3832-FDFC6C64F4E2}"/>
                  </a:ext>
                </a:extLst>
              </p:cNvPr>
              <p:cNvSpPr/>
              <p:nvPr/>
            </p:nvSpPr>
            <p:spPr>
              <a:xfrm>
                <a:off x="5622966"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24" name="Freeform: Shape 11823">
                <a:extLst>
                  <a:ext uri="{FF2B5EF4-FFF2-40B4-BE49-F238E27FC236}">
                    <a16:creationId xmlns:a16="http://schemas.microsoft.com/office/drawing/2014/main" id="{7E6A3FC6-E5D8-C5E9-0AED-E2F4C48D846B}"/>
                  </a:ext>
                </a:extLst>
              </p:cNvPr>
              <p:cNvSpPr/>
              <p:nvPr/>
            </p:nvSpPr>
            <p:spPr>
              <a:xfrm>
                <a:off x="5622966"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25" name="Freeform: Shape 11824">
                <a:extLst>
                  <a:ext uri="{FF2B5EF4-FFF2-40B4-BE49-F238E27FC236}">
                    <a16:creationId xmlns:a16="http://schemas.microsoft.com/office/drawing/2014/main" id="{8F9B1B83-2A3A-1BAF-8450-924FB44FF984}"/>
                  </a:ext>
                </a:extLst>
              </p:cNvPr>
              <p:cNvSpPr/>
              <p:nvPr/>
            </p:nvSpPr>
            <p:spPr>
              <a:xfrm>
                <a:off x="5622966"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26" name="Freeform: Shape 11825">
                <a:extLst>
                  <a:ext uri="{FF2B5EF4-FFF2-40B4-BE49-F238E27FC236}">
                    <a16:creationId xmlns:a16="http://schemas.microsoft.com/office/drawing/2014/main" id="{79CCC030-F005-A399-DE8E-30F48E9E760C}"/>
                  </a:ext>
                </a:extLst>
              </p:cNvPr>
              <p:cNvSpPr/>
              <p:nvPr/>
            </p:nvSpPr>
            <p:spPr>
              <a:xfrm>
                <a:off x="5622966"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27" name="Freeform: Shape 11826">
                <a:extLst>
                  <a:ext uri="{FF2B5EF4-FFF2-40B4-BE49-F238E27FC236}">
                    <a16:creationId xmlns:a16="http://schemas.microsoft.com/office/drawing/2014/main" id="{3FFF739F-829E-8AA3-61DB-4829020A864D}"/>
                  </a:ext>
                </a:extLst>
              </p:cNvPr>
              <p:cNvSpPr/>
              <p:nvPr/>
            </p:nvSpPr>
            <p:spPr>
              <a:xfrm>
                <a:off x="5622966"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828" name="Freeform: Shape 11827">
                <a:extLst>
                  <a:ext uri="{FF2B5EF4-FFF2-40B4-BE49-F238E27FC236}">
                    <a16:creationId xmlns:a16="http://schemas.microsoft.com/office/drawing/2014/main" id="{EE411AA3-B8CC-C7A3-76B8-6309340E4BB0}"/>
                  </a:ext>
                </a:extLst>
              </p:cNvPr>
              <p:cNvSpPr/>
              <p:nvPr/>
            </p:nvSpPr>
            <p:spPr>
              <a:xfrm>
                <a:off x="5622966"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29" name="Freeform: Shape 11828">
                <a:extLst>
                  <a:ext uri="{FF2B5EF4-FFF2-40B4-BE49-F238E27FC236}">
                    <a16:creationId xmlns:a16="http://schemas.microsoft.com/office/drawing/2014/main" id="{D6098B1C-A2EE-9868-B582-AEEFF07ED980}"/>
                  </a:ext>
                </a:extLst>
              </p:cNvPr>
              <p:cNvSpPr/>
              <p:nvPr/>
            </p:nvSpPr>
            <p:spPr>
              <a:xfrm>
                <a:off x="5622966"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830" name="Freeform: Shape 11829">
                <a:extLst>
                  <a:ext uri="{FF2B5EF4-FFF2-40B4-BE49-F238E27FC236}">
                    <a16:creationId xmlns:a16="http://schemas.microsoft.com/office/drawing/2014/main" id="{88223119-6D85-7126-F908-2BDA344F2DDC}"/>
                  </a:ext>
                </a:extLst>
              </p:cNvPr>
              <p:cNvSpPr/>
              <p:nvPr/>
            </p:nvSpPr>
            <p:spPr>
              <a:xfrm>
                <a:off x="5622966"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831" name="Freeform: Shape 11830">
                <a:extLst>
                  <a:ext uri="{FF2B5EF4-FFF2-40B4-BE49-F238E27FC236}">
                    <a16:creationId xmlns:a16="http://schemas.microsoft.com/office/drawing/2014/main" id="{A32E9CD1-A836-83E4-2D63-113DD0D81636}"/>
                  </a:ext>
                </a:extLst>
              </p:cNvPr>
              <p:cNvSpPr/>
              <p:nvPr/>
            </p:nvSpPr>
            <p:spPr>
              <a:xfrm>
                <a:off x="5622966"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32" name="Freeform: Shape 11831">
                <a:extLst>
                  <a:ext uri="{FF2B5EF4-FFF2-40B4-BE49-F238E27FC236}">
                    <a16:creationId xmlns:a16="http://schemas.microsoft.com/office/drawing/2014/main" id="{55E719D2-F897-CFE0-C191-654F8AB39965}"/>
                  </a:ext>
                </a:extLst>
              </p:cNvPr>
              <p:cNvSpPr/>
              <p:nvPr/>
            </p:nvSpPr>
            <p:spPr>
              <a:xfrm>
                <a:off x="5622966"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33" name="Freeform: Shape 11832">
                <a:extLst>
                  <a:ext uri="{FF2B5EF4-FFF2-40B4-BE49-F238E27FC236}">
                    <a16:creationId xmlns:a16="http://schemas.microsoft.com/office/drawing/2014/main" id="{1F6AECF6-813B-FC52-12A9-653CDB3974B1}"/>
                  </a:ext>
                </a:extLst>
              </p:cNvPr>
              <p:cNvSpPr/>
              <p:nvPr/>
            </p:nvSpPr>
            <p:spPr>
              <a:xfrm>
                <a:off x="5622966"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34" name="Freeform: Shape 11833">
                <a:extLst>
                  <a:ext uri="{FF2B5EF4-FFF2-40B4-BE49-F238E27FC236}">
                    <a16:creationId xmlns:a16="http://schemas.microsoft.com/office/drawing/2014/main" id="{D4951F8B-CBFA-4320-5ECF-9B725C2F857B}"/>
                  </a:ext>
                </a:extLst>
              </p:cNvPr>
              <p:cNvSpPr/>
              <p:nvPr/>
            </p:nvSpPr>
            <p:spPr>
              <a:xfrm>
                <a:off x="5622966"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35" name="Freeform: Shape 11834">
                <a:extLst>
                  <a:ext uri="{FF2B5EF4-FFF2-40B4-BE49-F238E27FC236}">
                    <a16:creationId xmlns:a16="http://schemas.microsoft.com/office/drawing/2014/main" id="{54FF983C-A121-DF78-CB62-A40A620AE00D}"/>
                  </a:ext>
                </a:extLst>
              </p:cNvPr>
              <p:cNvSpPr/>
              <p:nvPr/>
            </p:nvSpPr>
            <p:spPr>
              <a:xfrm>
                <a:off x="5622966"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36" name="Freeform: Shape 11835">
                <a:extLst>
                  <a:ext uri="{FF2B5EF4-FFF2-40B4-BE49-F238E27FC236}">
                    <a16:creationId xmlns:a16="http://schemas.microsoft.com/office/drawing/2014/main" id="{1266331E-8996-8482-FD23-B80D7AA10589}"/>
                  </a:ext>
                </a:extLst>
              </p:cNvPr>
              <p:cNvSpPr/>
              <p:nvPr/>
            </p:nvSpPr>
            <p:spPr>
              <a:xfrm>
                <a:off x="5622966"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37" name="Freeform: Shape 11836">
                <a:extLst>
                  <a:ext uri="{FF2B5EF4-FFF2-40B4-BE49-F238E27FC236}">
                    <a16:creationId xmlns:a16="http://schemas.microsoft.com/office/drawing/2014/main" id="{D1EF5D75-EA6D-8D5B-7A33-2B8CEFB3A588}"/>
                  </a:ext>
                </a:extLst>
              </p:cNvPr>
              <p:cNvSpPr/>
              <p:nvPr/>
            </p:nvSpPr>
            <p:spPr>
              <a:xfrm>
                <a:off x="5622966"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838" name="Freeform: Shape 11837">
                <a:extLst>
                  <a:ext uri="{FF2B5EF4-FFF2-40B4-BE49-F238E27FC236}">
                    <a16:creationId xmlns:a16="http://schemas.microsoft.com/office/drawing/2014/main" id="{627037CD-8E0A-EA15-2CC2-0235CE653159}"/>
                  </a:ext>
                </a:extLst>
              </p:cNvPr>
              <p:cNvSpPr/>
              <p:nvPr/>
            </p:nvSpPr>
            <p:spPr>
              <a:xfrm>
                <a:off x="5622966"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39" name="Freeform: Shape 11838">
                <a:extLst>
                  <a:ext uri="{FF2B5EF4-FFF2-40B4-BE49-F238E27FC236}">
                    <a16:creationId xmlns:a16="http://schemas.microsoft.com/office/drawing/2014/main" id="{05BA241A-FCE5-8082-A659-1FC7360F8399}"/>
                  </a:ext>
                </a:extLst>
              </p:cNvPr>
              <p:cNvSpPr/>
              <p:nvPr/>
            </p:nvSpPr>
            <p:spPr>
              <a:xfrm>
                <a:off x="5622966"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40" name="Freeform: Shape 11839">
                <a:extLst>
                  <a:ext uri="{FF2B5EF4-FFF2-40B4-BE49-F238E27FC236}">
                    <a16:creationId xmlns:a16="http://schemas.microsoft.com/office/drawing/2014/main" id="{FEDF6452-B783-EF1D-74F6-A6523A7204F4}"/>
                  </a:ext>
                </a:extLst>
              </p:cNvPr>
              <p:cNvSpPr/>
              <p:nvPr/>
            </p:nvSpPr>
            <p:spPr>
              <a:xfrm>
                <a:off x="5622966"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841" name="Freeform: Shape 11840">
                <a:extLst>
                  <a:ext uri="{FF2B5EF4-FFF2-40B4-BE49-F238E27FC236}">
                    <a16:creationId xmlns:a16="http://schemas.microsoft.com/office/drawing/2014/main" id="{0D3CFEF9-3A54-781C-1BFB-C35A258B74DC}"/>
                  </a:ext>
                </a:extLst>
              </p:cNvPr>
              <p:cNvSpPr/>
              <p:nvPr/>
            </p:nvSpPr>
            <p:spPr>
              <a:xfrm>
                <a:off x="5622966"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42" name="Freeform: Shape 11841">
                <a:extLst>
                  <a:ext uri="{FF2B5EF4-FFF2-40B4-BE49-F238E27FC236}">
                    <a16:creationId xmlns:a16="http://schemas.microsoft.com/office/drawing/2014/main" id="{D1FBF7AE-0EA1-356D-FE47-36E5FE32BD23}"/>
                  </a:ext>
                </a:extLst>
              </p:cNvPr>
              <p:cNvSpPr/>
              <p:nvPr/>
            </p:nvSpPr>
            <p:spPr>
              <a:xfrm>
                <a:off x="5622966"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43" name="Freeform: Shape 11842">
                <a:extLst>
                  <a:ext uri="{FF2B5EF4-FFF2-40B4-BE49-F238E27FC236}">
                    <a16:creationId xmlns:a16="http://schemas.microsoft.com/office/drawing/2014/main" id="{439083B7-2A55-2CBB-071A-31AA25A2B97E}"/>
                  </a:ext>
                </a:extLst>
              </p:cNvPr>
              <p:cNvSpPr/>
              <p:nvPr/>
            </p:nvSpPr>
            <p:spPr>
              <a:xfrm>
                <a:off x="5622966"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844" name="Freeform: Shape 11843">
                <a:extLst>
                  <a:ext uri="{FF2B5EF4-FFF2-40B4-BE49-F238E27FC236}">
                    <a16:creationId xmlns:a16="http://schemas.microsoft.com/office/drawing/2014/main" id="{2E290BDB-174A-8434-2188-5948C9265D38}"/>
                  </a:ext>
                </a:extLst>
              </p:cNvPr>
              <p:cNvSpPr/>
              <p:nvPr/>
            </p:nvSpPr>
            <p:spPr>
              <a:xfrm>
                <a:off x="5622966"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45" name="Freeform: Shape 11844">
                <a:extLst>
                  <a:ext uri="{FF2B5EF4-FFF2-40B4-BE49-F238E27FC236}">
                    <a16:creationId xmlns:a16="http://schemas.microsoft.com/office/drawing/2014/main" id="{87CF7EC4-F2CC-D4DF-015C-3B8579CBFC37}"/>
                  </a:ext>
                </a:extLst>
              </p:cNvPr>
              <p:cNvSpPr/>
              <p:nvPr/>
            </p:nvSpPr>
            <p:spPr>
              <a:xfrm>
                <a:off x="5622966"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46" name="Freeform: Shape 11845">
                <a:extLst>
                  <a:ext uri="{FF2B5EF4-FFF2-40B4-BE49-F238E27FC236}">
                    <a16:creationId xmlns:a16="http://schemas.microsoft.com/office/drawing/2014/main" id="{5192ED8F-C0EB-AF29-74EA-EA2E8A5C9046}"/>
                  </a:ext>
                </a:extLst>
              </p:cNvPr>
              <p:cNvSpPr/>
              <p:nvPr/>
            </p:nvSpPr>
            <p:spPr>
              <a:xfrm>
                <a:off x="5622966"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47" name="Freeform: Shape 11846">
                <a:extLst>
                  <a:ext uri="{FF2B5EF4-FFF2-40B4-BE49-F238E27FC236}">
                    <a16:creationId xmlns:a16="http://schemas.microsoft.com/office/drawing/2014/main" id="{36FD8F23-616D-7948-9321-A1105104F116}"/>
                  </a:ext>
                </a:extLst>
              </p:cNvPr>
              <p:cNvSpPr/>
              <p:nvPr/>
            </p:nvSpPr>
            <p:spPr>
              <a:xfrm>
                <a:off x="5685283"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848" name="Freeform: Shape 11847">
                <a:extLst>
                  <a:ext uri="{FF2B5EF4-FFF2-40B4-BE49-F238E27FC236}">
                    <a16:creationId xmlns:a16="http://schemas.microsoft.com/office/drawing/2014/main" id="{6FCB89DC-9A59-9006-94B0-0F021CCA20EB}"/>
                  </a:ext>
                </a:extLst>
              </p:cNvPr>
              <p:cNvSpPr/>
              <p:nvPr/>
            </p:nvSpPr>
            <p:spPr>
              <a:xfrm>
                <a:off x="5685283"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A80A"/>
              </a:solidFill>
              <a:ln w="2679" cap="rnd">
                <a:solidFill>
                  <a:srgbClr val="999999"/>
                </a:solidFill>
                <a:prstDash val="solid"/>
                <a:round/>
              </a:ln>
            </p:spPr>
            <p:txBody>
              <a:bodyPr/>
              <a:lstStyle/>
              <a:p>
                <a:endParaRPr lang="en-US" sz="1701"/>
              </a:p>
            </p:txBody>
          </p:sp>
          <p:sp>
            <p:nvSpPr>
              <p:cNvPr id="11849" name="Freeform: Shape 11848">
                <a:extLst>
                  <a:ext uri="{FF2B5EF4-FFF2-40B4-BE49-F238E27FC236}">
                    <a16:creationId xmlns:a16="http://schemas.microsoft.com/office/drawing/2014/main" id="{216A76B4-F58A-8ECF-FE18-FA07BE5B51AD}"/>
                  </a:ext>
                </a:extLst>
              </p:cNvPr>
              <p:cNvSpPr/>
              <p:nvPr/>
            </p:nvSpPr>
            <p:spPr>
              <a:xfrm>
                <a:off x="5685283"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850" name="Freeform: Shape 11849">
                <a:extLst>
                  <a:ext uri="{FF2B5EF4-FFF2-40B4-BE49-F238E27FC236}">
                    <a16:creationId xmlns:a16="http://schemas.microsoft.com/office/drawing/2014/main" id="{DE9B51F0-2078-9AFB-CE09-08C8FA689161}"/>
                  </a:ext>
                </a:extLst>
              </p:cNvPr>
              <p:cNvSpPr/>
              <p:nvPr/>
            </p:nvSpPr>
            <p:spPr>
              <a:xfrm>
                <a:off x="5685283"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851" name="Freeform: Shape 11850">
                <a:extLst>
                  <a:ext uri="{FF2B5EF4-FFF2-40B4-BE49-F238E27FC236}">
                    <a16:creationId xmlns:a16="http://schemas.microsoft.com/office/drawing/2014/main" id="{A1EC5D8D-FFA4-3A80-F644-CD4A21749AC9}"/>
                  </a:ext>
                </a:extLst>
              </p:cNvPr>
              <p:cNvSpPr/>
              <p:nvPr/>
            </p:nvSpPr>
            <p:spPr>
              <a:xfrm>
                <a:off x="5685283"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852" name="Freeform: Shape 11851">
                <a:extLst>
                  <a:ext uri="{FF2B5EF4-FFF2-40B4-BE49-F238E27FC236}">
                    <a16:creationId xmlns:a16="http://schemas.microsoft.com/office/drawing/2014/main" id="{4AFF09F9-FBD6-A629-F7C3-39A8799B29BE}"/>
                  </a:ext>
                </a:extLst>
              </p:cNvPr>
              <p:cNvSpPr/>
              <p:nvPr/>
            </p:nvSpPr>
            <p:spPr>
              <a:xfrm>
                <a:off x="5685283"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1853" name="Freeform: Shape 11852">
                <a:extLst>
                  <a:ext uri="{FF2B5EF4-FFF2-40B4-BE49-F238E27FC236}">
                    <a16:creationId xmlns:a16="http://schemas.microsoft.com/office/drawing/2014/main" id="{59BB996A-47C8-F0EA-E098-498F291E787A}"/>
                  </a:ext>
                </a:extLst>
              </p:cNvPr>
              <p:cNvSpPr/>
              <p:nvPr/>
            </p:nvSpPr>
            <p:spPr>
              <a:xfrm>
                <a:off x="5685283"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854" name="Freeform: Shape 11853">
                <a:extLst>
                  <a:ext uri="{FF2B5EF4-FFF2-40B4-BE49-F238E27FC236}">
                    <a16:creationId xmlns:a16="http://schemas.microsoft.com/office/drawing/2014/main" id="{F16923FC-3326-919A-4ED0-109BB308DAC0}"/>
                  </a:ext>
                </a:extLst>
              </p:cNvPr>
              <p:cNvSpPr/>
              <p:nvPr/>
            </p:nvSpPr>
            <p:spPr>
              <a:xfrm>
                <a:off x="5685283"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55" name="Freeform: Shape 11854">
                <a:extLst>
                  <a:ext uri="{FF2B5EF4-FFF2-40B4-BE49-F238E27FC236}">
                    <a16:creationId xmlns:a16="http://schemas.microsoft.com/office/drawing/2014/main" id="{C51426BB-A1F9-0619-3CC5-6697141B4B8F}"/>
                  </a:ext>
                </a:extLst>
              </p:cNvPr>
              <p:cNvSpPr/>
              <p:nvPr/>
            </p:nvSpPr>
            <p:spPr>
              <a:xfrm>
                <a:off x="5685283"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856" name="Freeform: Shape 11855">
                <a:extLst>
                  <a:ext uri="{FF2B5EF4-FFF2-40B4-BE49-F238E27FC236}">
                    <a16:creationId xmlns:a16="http://schemas.microsoft.com/office/drawing/2014/main" id="{5222655E-EDDE-1B41-F92A-7351C74C4FE0}"/>
                  </a:ext>
                </a:extLst>
              </p:cNvPr>
              <p:cNvSpPr/>
              <p:nvPr/>
            </p:nvSpPr>
            <p:spPr>
              <a:xfrm>
                <a:off x="5685283"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857" name="Freeform: Shape 11856">
                <a:extLst>
                  <a:ext uri="{FF2B5EF4-FFF2-40B4-BE49-F238E27FC236}">
                    <a16:creationId xmlns:a16="http://schemas.microsoft.com/office/drawing/2014/main" id="{7998EFD9-9027-A1E5-BA43-691253B1C172}"/>
                  </a:ext>
                </a:extLst>
              </p:cNvPr>
              <p:cNvSpPr/>
              <p:nvPr/>
            </p:nvSpPr>
            <p:spPr>
              <a:xfrm>
                <a:off x="5685283"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858" name="Freeform: Shape 11857">
                <a:extLst>
                  <a:ext uri="{FF2B5EF4-FFF2-40B4-BE49-F238E27FC236}">
                    <a16:creationId xmlns:a16="http://schemas.microsoft.com/office/drawing/2014/main" id="{6732BB0D-1F8B-435C-7A20-4B71AA7438CE}"/>
                  </a:ext>
                </a:extLst>
              </p:cNvPr>
              <p:cNvSpPr/>
              <p:nvPr/>
            </p:nvSpPr>
            <p:spPr>
              <a:xfrm>
                <a:off x="5685283"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859" name="Freeform: Shape 11858">
                <a:extLst>
                  <a:ext uri="{FF2B5EF4-FFF2-40B4-BE49-F238E27FC236}">
                    <a16:creationId xmlns:a16="http://schemas.microsoft.com/office/drawing/2014/main" id="{EF79A3EF-2374-19DA-095E-B14A1D987EDF}"/>
                  </a:ext>
                </a:extLst>
              </p:cNvPr>
              <p:cNvSpPr/>
              <p:nvPr/>
            </p:nvSpPr>
            <p:spPr>
              <a:xfrm>
                <a:off x="5685283"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860" name="Freeform: Shape 11859">
                <a:extLst>
                  <a:ext uri="{FF2B5EF4-FFF2-40B4-BE49-F238E27FC236}">
                    <a16:creationId xmlns:a16="http://schemas.microsoft.com/office/drawing/2014/main" id="{4C4CBB1E-5EF3-742B-E063-0A7E75C70081}"/>
                  </a:ext>
                </a:extLst>
              </p:cNvPr>
              <p:cNvSpPr/>
              <p:nvPr/>
            </p:nvSpPr>
            <p:spPr>
              <a:xfrm>
                <a:off x="5685283"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861" name="Freeform: Shape 11860">
                <a:extLst>
                  <a:ext uri="{FF2B5EF4-FFF2-40B4-BE49-F238E27FC236}">
                    <a16:creationId xmlns:a16="http://schemas.microsoft.com/office/drawing/2014/main" id="{9B48299E-FDCC-0282-8D84-703EE10A2995}"/>
                  </a:ext>
                </a:extLst>
              </p:cNvPr>
              <p:cNvSpPr/>
              <p:nvPr/>
            </p:nvSpPr>
            <p:spPr>
              <a:xfrm>
                <a:off x="5685283"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862" name="Freeform: Shape 11861">
                <a:extLst>
                  <a:ext uri="{FF2B5EF4-FFF2-40B4-BE49-F238E27FC236}">
                    <a16:creationId xmlns:a16="http://schemas.microsoft.com/office/drawing/2014/main" id="{54CAF246-C5CD-0159-DBBC-2BA285B928B2}"/>
                  </a:ext>
                </a:extLst>
              </p:cNvPr>
              <p:cNvSpPr/>
              <p:nvPr/>
            </p:nvSpPr>
            <p:spPr>
              <a:xfrm>
                <a:off x="5685283"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863" name="Freeform: Shape 11862">
                <a:extLst>
                  <a:ext uri="{FF2B5EF4-FFF2-40B4-BE49-F238E27FC236}">
                    <a16:creationId xmlns:a16="http://schemas.microsoft.com/office/drawing/2014/main" id="{7122DB6B-BAF8-8C04-4FAD-F7D06560E42C}"/>
                  </a:ext>
                </a:extLst>
              </p:cNvPr>
              <p:cNvSpPr/>
              <p:nvPr/>
            </p:nvSpPr>
            <p:spPr>
              <a:xfrm>
                <a:off x="5685283"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864" name="Freeform: Shape 11863">
                <a:extLst>
                  <a:ext uri="{FF2B5EF4-FFF2-40B4-BE49-F238E27FC236}">
                    <a16:creationId xmlns:a16="http://schemas.microsoft.com/office/drawing/2014/main" id="{3CB2B7CF-07F7-11C1-5348-D5254649EE11}"/>
                  </a:ext>
                </a:extLst>
              </p:cNvPr>
              <p:cNvSpPr/>
              <p:nvPr/>
            </p:nvSpPr>
            <p:spPr>
              <a:xfrm>
                <a:off x="5685283"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865" name="Freeform: Shape 11864">
                <a:extLst>
                  <a:ext uri="{FF2B5EF4-FFF2-40B4-BE49-F238E27FC236}">
                    <a16:creationId xmlns:a16="http://schemas.microsoft.com/office/drawing/2014/main" id="{725C046D-6555-2386-F1AF-64CC3F88C209}"/>
                  </a:ext>
                </a:extLst>
              </p:cNvPr>
              <p:cNvSpPr/>
              <p:nvPr/>
            </p:nvSpPr>
            <p:spPr>
              <a:xfrm>
                <a:off x="5685283"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866" name="Freeform: Shape 11865">
                <a:extLst>
                  <a:ext uri="{FF2B5EF4-FFF2-40B4-BE49-F238E27FC236}">
                    <a16:creationId xmlns:a16="http://schemas.microsoft.com/office/drawing/2014/main" id="{FF5D24B8-4206-0310-3561-24912233855F}"/>
                  </a:ext>
                </a:extLst>
              </p:cNvPr>
              <p:cNvSpPr/>
              <p:nvPr/>
            </p:nvSpPr>
            <p:spPr>
              <a:xfrm>
                <a:off x="5685283"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F77"/>
              </a:solidFill>
              <a:ln w="2679" cap="rnd">
                <a:solidFill>
                  <a:srgbClr val="999999"/>
                </a:solidFill>
                <a:prstDash val="solid"/>
                <a:round/>
              </a:ln>
            </p:spPr>
            <p:txBody>
              <a:bodyPr/>
              <a:lstStyle/>
              <a:p>
                <a:endParaRPr lang="en-US" sz="1701"/>
              </a:p>
            </p:txBody>
          </p:sp>
          <p:sp>
            <p:nvSpPr>
              <p:cNvPr id="11867" name="Freeform: Shape 11866">
                <a:extLst>
                  <a:ext uri="{FF2B5EF4-FFF2-40B4-BE49-F238E27FC236}">
                    <a16:creationId xmlns:a16="http://schemas.microsoft.com/office/drawing/2014/main" id="{14CACF2E-29E1-F612-934F-ACC7519178A1}"/>
                  </a:ext>
                </a:extLst>
              </p:cNvPr>
              <p:cNvSpPr/>
              <p:nvPr/>
            </p:nvSpPr>
            <p:spPr>
              <a:xfrm>
                <a:off x="5685283"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868" name="Freeform: Shape 11867">
                <a:extLst>
                  <a:ext uri="{FF2B5EF4-FFF2-40B4-BE49-F238E27FC236}">
                    <a16:creationId xmlns:a16="http://schemas.microsoft.com/office/drawing/2014/main" id="{CE22BD7C-32F2-51AB-8947-94B13A018C7A}"/>
                  </a:ext>
                </a:extLst>
              </p:cNvPr>
              <p:cNvSpPr/>
              <p:nvPr/>
            </p:nvSpPr>
            <p:spPr>
              <a:xfrm>
                <a:off x="5685283"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69" name="Freeform: Shape 11868">
                <a:extLst>
                  <a:ext uri="{FF2B5EF4-FFF2-40B4-BE49-F238E27FC236}">
                    <a16:creationId xmlns:a16="http://schemas.microsoft.com/office/drawing/2014/main" id="{052A45CE-215F-28E5-6962-4C003BAB94B4}"/>
                  </a:ext>
                </a:extLst>
              </p:cNvPr>
              <p:cNvSpPr/>
              <p:nvPr/>
            </p:nvSpPr>
            <p:spPr>
              <a:xfrm>
                <a:off x="5685283"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870" name="Freeform: Shape 11869">
                <a:extLst>
                  <a:ext uri="{FF2B5EF4-FFF2-40B4-BE49-F238E27FC236}">
                    <a16:creationId xmlns:a16="http://schemas.microsoft.com/office/drawing/2014/main" id="{235F480A-3CCC-5FA0-9559-4A7155FEB3AD}"/>
                  </a:ext>
                </a:extLst>
              </p:cNvPr>
              <p:cNvSpPr/>
              <p:nvPr/>
            </p:nvSpPr>
            <p:spPr>
              <a:xfrm>
                <a:off x="5685283"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871" name="Freeform: Shape 11870">
                <a:extLst>
                  <a:ext uri="{FF2B5EF4-FFF2-40B4-BE49-F238E27FC236}">
                    <a16:creationId xmlns:a16="http://schemas.microsoft.com/office/drawing/2014/main" id="{C648C061-FD04-205A-147E-F538A49E0C04}"/>
                  </a:ext>
                </a:extLst>
              </p:cNvPr>
              <p:cNvSpPr/>
              <p:nvPr/>
            </p:nvSpPr>
            <p:spPr>
              <a:xfrm>
                <a:off x="5685283"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872" name="Freeform: Shape 11871">
                <a:extLst>
                  <a:ext uri="{FF2B5EF4-FFF2-40B4-BE49-F238E27FC236}">
                    <a16:creationId xmlns:a16="http://schemas.microsoft.com/office/drawing/2014/main" id="{3FFE718C-F8AB-8850-0D53-165AAC210273}"/>
                  </a:ext>
                </a:extLst>
              </p:cNvPr>
              <p:cNvSpPr/>
              <p:nvPr/>
            </p:nvSpPr>
            <p:spPr>
              <a:xfrm>
                <a:off x="5685283"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873" name="Freeform: Shape 11872">
                <a:extLst>
                  <a:ext uri="{FF2B5EF4-FFF2-40B4-BE49-F238E27FC236}">
                    <a16:creationId xmlns:a16="http://schemas.microsoft.com/office/drawing/2014/main" id="{37D918EA-B68E-8C27-0D9F-6272FDB5158B}"/>
                  </a:ext>
                </a:extLst>
              </p:cNvPr>
              <p:cNvSpPr/>
              <p:nvPr/>
            </p:nvSpPr>
            <p:spPr>
              <a:xfrm>
                <a:off x="5685283"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CDCDCD"/>
              </a:solidFill>
              <a:ln w="2679" cap="rnd">
                <a:solidFill>
                  <a:srgbClr val="999999"/>
                </a:solidFill>
                <a:prstDash val="solid"/>
                <a:round/>
              </a:ln>
            </p:spPr>
            <p:txBody>
              <a:bodyPr/>
              <a:lstStyle/>
              <a:p>
                <a:endParaRPr lang="en-US" sz="1701"/>
              </a:p>
            </p:txBody>
          </p:sp>
          <p:sp>
            <p:nvSpPr>
              <p:cNvPr id="11874" name="Freeform: Shape 11873">
                <a:extLst>
                  <a:ext uri="{FF2B5EF4-FFF2-40B4-BE49-F238E27FC236}">
                    <a16:creationId xmlns:a16="http://schemas.microsoft.com/office/drawing/2014/main" id="{90CB98AB-B01D-28AC-F451-E73BDDE79CB6}"/>
                  </a:ext>
                </a:extLst>
              </p:cNvPr>
              <p:cNvSpPr/>
              <p:nvPr/>
            </p:nvSpPr>
            <p:spPr>
              <a:xfrm>
                <a:off x="5747518"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75" name="Freeform: Shape 11874">
                <a:extLst>
                  <a:ext uri="{FF2B5EF4-FFF2-40B4-BE49-F238E27FC236}">
                    <a16:creationId xmlns:a16="http://schemas.microsoft.com/office/drawing/2014/main" id="{F5459A59-095D-ED56-A518-34729296CA1D}"/>
                  </a:ext>
                </a:extLst>
              </p:cNvPr>
              <p:cNvSpPr/>
              <p:nvPr/>
            </p:nvSpPr>
            <p:spPr>
              <a:xfrm>
                <a:off x="5747518"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B329"/>
              </a:solidFill>
              <a:ln w="2679" cap="rnd">
                <a:solidFill>
                  <a:srgbClr val="999999"/>
                </a:solidFill>
                <a:prstDash val="solid"/>
                <a:round/>
              </a:ln>
            </p:spPr>
            <p:txBody>
              <a:bodyPr/>
              <a:lstStyle/>
              <a:p>
                <a:endParaRPr lang="en-US" sz="1701"/>
              </a:p>
            </p:txBody>
          </p:sp>
          <p:sp>
            <p:nvSpPr>
              <p:cNvPr id="11876" name="Freeform: Shape 11875">
                <a:extLst>
                  <a:ext uri="{FF2B5EF4-FFF2-40B4-BE49-F238E27FC236}">
                    <a16:creationId xmlns:a16="http://schemas.microsoft.com/office/drawing/2014/main" id="{B9510C3C-5AE1-7752-7B4C-30B89CD538A1}"/>
                  </a:ext>
                </a:extLst>
              </p:cNvPr>
              <p:cNvSpPr/>
              <p:nvPr/>
            </p:nvSpPr>
            <p:spPr>
              <a:xfrm>
                <a:off x="5747518"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77" name="Freeform: Shape 11876">
                <a:extLst>
                  <a:ext uri="{FF2B5EF4-FFF2-40B4-BE49-F238E27FC236}">
                    <a16:creationId xmlns:a16="http://schemas.microsoft.com/office/drawing/2014/main" id="{A641757F-05A2-A687-5E30-5346C8BFCACC}"/>
                  </a:ext>
                </a:extLst>
              </p:cNvPr>
              <p:cNvSpPr/>
              <p:nvPr/>
            </p:nvSpPr>
            <p:spPr>
              <a:xfrm>
                <a:off x="5747518"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878" name="Freeform: Shape 11877">
                <a:extLst>
                  <a:ext uri="{FF2B5EF4-FFF2-40B4-BE49-F238E27FC236}">
                    <a16:creationId xmlns:a16="http://schemas.microsoft.com/office/drawing/2014/main" id="{C266EC9D-EFB2-198D-1796-60623AA1C3DD}"/>
                  </a:ext>
                </a:extLst>
              </p:cNvPr>
              <p:cNvSpPr/>
              <p:nvPr/>
            </p:nvSpPr>
            <p:spPr>
              <a:xfrm>
                <a:off x="5747518"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79" name="Freeform: Shape 11878">
                <a:extLst>
                  <a:ext uri="{FF2B5EF4-FFF2-40B4-BE49-F238E27FC236}">
                    <a16:creationId xmlns:a16="http://schemas.microsoft.com/office/drawing/2014/main" id="{F215961C-0DD2-BBFC-AF87-EE371ED8A42B}"/>
                  </a:ext>
                </a:extLst>
              </p:cNvPr>
              <p:cNvSpPr/>
              <p:nvPr/>
            </p:nvSpPr>
            <p:spPr>
              <a:xfrm>
                <a:off x="5747518"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80" name="Freeform: Shape 11879">
                <a:extLst>
                  <a:ext uri="{FF2B5EF4-FFF2-40B4-BE49-F238E27FC236}">
                    <a16:creationId xmlns:a16="http://schemas.microsoft.com/office/drawing/2014/main" id="{521E38DA-3B2B-66F7-118F-A643C3D0A156}"/>
                  </a:ext>
                </a:extLst>
              </p:cNvPr>
              <p:cNvSpPr/>
              <p:nvPr/>
            </p:nvSpPr>
            <p:spPr>
              <a:xfrm>
                <a:off x="5747518"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81" name="Freeform: Shape 11880">
                <a:extLst>
                  <a:ext uri="{FF2B5EF4-FFF2-40B4-BE49-F238E27FC236}">
                    <a16:creationId xmlns:a16="http://schemas.microsoft.com/office/drawing/2014/main" id="{36871B85-83E1-80BD-67CB-4EBE31920196}"/>
                  </a:ext>
                </a:extLst>
              </p:cNvPr>
              <p:cNvSpPr/>
              <p:nvPr/>
            </p:nvSpPr>
            <p:spPr>
              <a:xfrm>
                <a:off x="5747518"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82" name="Freeform: Shape 11881">
                <a:extLst>
                  <a:ext uri="{FF2B5EF4-FFF2-40B4-BE49-F238E27FC236}">
                    <a16:creationId xmlns:a16="http://schemas.microsoft.com/office/drawing/2014/main" id="{FB95B0C0-4BE4-F776-AED3-C3432F1F159C}"/>
                  </a:ext>
                </a:extLst>
              </p:cNvPr>
              <p:cNvSpPr/>
              <p:nvPr/>
            </p:nvSpPr>
            <p:spPr>
              <a:xfrm>
                <a:off x="5747518"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83" name="Freeform: Shape 11882">
                <a:extLst>
                  <a:ext uri="{FF2B5EF4-FFF2-40B4-BE49-F238E27FC236}">
                    <a16:creationId xmlns:a16="http://schemas.microsoft.com/office/drawing/2014/main" id="{BD638040-C4A3-82AC-2357-0A8DB2C55AAF}"/>
                  </a:ext>
                </a:extLst>
              </p:cNvPr>
              <p:cNvSpPr/>
              <p:nvPr/>
            </p:nvSpPr>
            <p:spPr>
              <a:xfrm>
                <a:off x="5747518"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884" name="Freeform: Shape 11883">
                <a:extLst>
                  <a:ext uri="{FF2B5EF4-FFF2-40B4-BE49-F238E27FC236}">
                    <a16:creationId xmlns:a16="http://schemas.microsoft.com/office/drawing/2014/main" id="{F4047AF9-41BA-2779-468D-1C1801DB1636}"/>
                  </a:ext>
                </a:extLst>
              </p:cNvPr>
              <p:cNvSpPr/>
              <p:nvPr/>
            </p:nvSpPr>
            <p:spPr>
              <a:xfrm>
                <a:off x="5747518"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885" name="Freeform: Shape 11884">
                <a:extLst>
                  <a:ext uri="{FF2B5EF4-FFF2-40B4-BE49-F238E27FC236}">
                    <a16:creationId xmlns:a16="http://schemas.microsoft.com/office/drawing/2014/main" id="{816BBB6A-D20E-BA73-A29F-9A6A328CDF23}"/>
                  </a:ext>
                </a:extLst>
              </p:cNvPr>
              <p:cNvSpPr/>
              <p:nvPr/>
            </p:nvSpPr>
            <p:spPr>
              <a:xfrm>
                <a:off x="5747518"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886" name="Freeform: Shape 11885">
                <a:extLst>
                  <a:ext uri="{FF2B5EF4-FFF2-40B4-BE49-F238E27FC236}">
                    <a16:creationId xmlns:a16="http://schemas.microsoft.com/office/drawing/2014/main" id="{9A119319-F8D5-785F-6042-4FA9C9F62843}"/>
                  </a:ext>
                </a:extLst>
              </p:cNvPr>
              <p:cNvSpPr/>
              <p:nvPr/>
            </p:nvSpPr>
            <p:spPr>
              <a:xfrm>
                <a:off x="5747518"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87" name="Freeform: Shape 11886">
                <a:extLst>
                  <a:ext uri="{FF2B5EF4-FFF2-40B4-BE49-F238E27FC236}">
                    <a16:creationId xmlns:a16="http://schemas.microsoft.com/office/drawing/2014/main" id="{34982242-474A-375D-E9D1-A7632D49FF2D}"/>
                  </a:ext>
                </a:extLst>
              </p:cNvPr>
              <p:cNvSpPr/>
              <p:nvPr/>
            </p:nvSpPr>
            <p:spPr>
              <a:xfrm>
                <a:off x="5747518"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888" name="Freeform: Shape 11887">
                <a:extLst>
                  <a:ext uri="{FF2B5EF4-FFF2-40B4-BE49-F238E27FC236}">
                    <a16:creationId xmlns:a16="http://schemas.microsoft.com/office/drawing/2014/main" id="{713B7E9F-E436-86C1-DB75-316E3ECC816B}"/>
                  </a:ext>
                </a:extLst>
              </p:cNvPr>
              <p:cNvSpPr/>
              <p:nvPr/>
            </p:nvSpPr>
            <p:spPr>
              <a:xfrm>
                <a:off x="5747518"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89" name="Freeform: Shape 11888">
                <a:extLst>
                  <a:ext uri="{FF2B5EF4-FFF2-40B4-BE49-F238E27FC236}">
                    <a16:creationId xmlns:a16="http://schemas.microsoft.com/office/drawing/2014/main" id="{D73CADA4-5B29-EDBD-834C-19D38DCC7C79}"/>
                  </a:ext>
                </a:extLst>
              </p:cNvPr>
              <p:cNvSpPr/>
              <p:nvPr/>
            </p:nvSpPr>
            <p:spPr>
              <a:xfrm>
                <a:off x="5747518"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90" name="Freeform: Shape 11889">
                <a:extLst>
                  <a:ext uri="{FF2B5EF4-FFF2-40B4-BE49-F238E27FC236}">
                    <a16:creationId xmlns:a16="http://schemas.microsoft.com/office/drawing/2014/main" id="{4DA55592-5728-8FE9-EB29-27EF8EA85D90}"/>
                  </a:ext>
                </a:extLst>
              </p:cNvPr>
              <p:cNvSpPr/>
              <p:nvPr/>
            </p:nvSpPr>
            <p:spPr>
              <a:xfrm>
                <a:off x="5747518"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91" name="Freeform: Shape 11890">
                <a:extLst>
                  <a:ext uri="{FF2B5EF4-FFF2-40B4-BE49-F238E27FC236}">
                    <a16:creationId xmlns:a16="http://schemas.microsoft.com/office/drawing/2014/main" id="{ECF761F2-C7D3-8709-7C90-C1F993843C4A}"/>
                  </a:ext>
                </a:extLst>
              </p:cNvPr>
              <p:cNvSpPr/>
              <p:nvPr/>
            </p:nvSpPr>
            <p:spPr>
              <a:xfrm>
                <a:off x="5747518"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1892" name="Freeform: Shape 11891">
                <a:extLst>
                  <a:ext uri="{FF2B5EF4-FFF2-40B4-BE49-F238E27FC236}">
                    <a16:creationId xmlns:a16="http://schemas.microsoft.com/office/drawing/2014/main" id="{80828FF6-5F2A-8E4B-5C42-CA60651456B2}"/>
                  </a:ext>
                </a:extLst>
              </p:cNvPr>
              <p:cNvSpPr/>
              <p:nvPr/>
            </p:nvSpPr>
            <p:spPr>
              <a:xfrm>
                <a:off x="5747518"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93" name="Freeform: Shape 11892">
                <a:extLst>
                  <a:ext uri="{FF2B5EF4-FFF2-40B4-BE49-F238E27FC236}">
                    <a16:creationId xmlns:a16="http://schemas.microsoft.com/office/drawing/2014/main" id="{1C20255A-33B9-214D-DE15-9861FADD05E6}"/>
                  </a:ext>
                </a:extLst>
              </p:cNvPr>
              <p:cNvSpPr/>
              <p:nvPr/>
            </p:nvSpPr>
            <p:spPr>
              <a:xfrm>
                <a:off x="5747518"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894" name="Freeform: Shape 11893">
                <a:extLst>
                  <a:ext uri="{FF2B5EF4-FFF2-40B4-BE49-F238E27FC236}">
                    <a16:creationId xmlns:a16="http://schemas.microsoft.com/office/drawing/2014/main" id="{37C830FA-B4A5-3245-A9F4-848F3318060E}"/>
                  </a:ext>
                </a:extLst>
              </p:cNvPr>
              <p:cNvSpPr/>
              <p:nvPr/>
            </p:nvSpPr>
            <p:spPr>
              <a:xfrm>
                <a:off x="5747518"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895" name="Freeform: Shape 11894">
                <a:extLst>
                  <a:ext uri="{FF2B5EF4-FFF2-40B4-BE49-F238E27FC236}">
                    <a16:creationId xmlns:a16="http://schemas.microsoft.com/office/drawing/2014/main" id="{5B18BFDD-9261-4B09-76B4-5E52641BE503}"/>
                  </a:ext>
                </a:extLst>
              </p:cNvPr>
              <p:cNvSpPr/>
              <p:nvPr/>
            </p:nvSpPr>
            <p:spPr>
              <a:xfrm>
                <a:off x="5747518"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96" name="Freeform: Shape 11895">
                <a:extLst>
                  <a:ext uri="{FF2B5EF4-FFF2-40B4-BE49-F238E27FC236}">
                    <a16:creationId xmlns:a16="http://schemas.microsoft.com/office/drawing/2014/main" id="{15678F0D-1121-9399-23FE-855D96FFBE9E}"/>
                  </a:ext>
                </a:extLst>
              </p:cNvPr>
              <p:cNvSpPr/>
              <p:nvPr/>
            </p:nvSpPr>
            <p:spPr>
              <a:xfrm>
                <a:off x="5747518"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97" name="Freeform: Shape 11896">
                <a:extLst>
                  <a:ext uri="{FF2B5EF4-FFF2-40B4-BE49-F238E27FC236}">
                    <a16:creationId xmlns:a16="http://schemas.microsoft.com/office/drawing/2014/main" id="{475D3BED-CB01-676D-D043-E3FBB931D866}"/>
                  </a:ext>
                </a:extLst>
              </p:cNvPr>
              <p:cNvSpPr/>
              <p:nvPr/>
            </p:nvSpPr>
            <p:spPr>
              <a:xfrm>
                <a:off x="5747518"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898" name="Freeform: Shape 11897">
                <a:extLst>
                  <a:ext uri="{FF2B5EF4-FFF2-40B4-BE49-F238E27FC236}">
                    <a16:creationId xmlns:a16="http://schemas.microsoft.com/office/drawing/2014/main" id="{790987AF-6DD0-3F0C-BE0E-E0E870561400}"/>
                  </a:ext>
                </a:extLst>
              </p:cNvPr>
              <p:cNvSpPr/>
              <p:nvPr/>
            </p:nvSpPr>
            <p:spPr>
              <a:xfrm>
                <a:off x="5747518"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1899" name="Freeform: Shape 11898">
                <a:extLst>
                  <a:ext uri="{FF2B5EF4-FFF2-40B4-BE49-F238E27FC236}">
                    <a16:creationId xmlns:a16="http://schemas.microsoft.com/office/drawing/2014/main" id="{14CA9C57-818F-01C4-2493-210F2E57D625}"/>
                  </a:ext>
                </a:extLst>
              </p:cNvPr>
              <p:cNvSpPr/>
              <p:nvPr/>
            </p:nvSpPr>
            <p:spPr>
              <a:xfrm>
                <a:off x="5747518"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9700"/>
              </a:solidFill>
              <a:ln w="2679" cap="rnd">
                <a:solidFill>
                  <a:srgbClr val="999999"/>
                </a:solidFill>
                <a:prstDash val="solid"/>
                <a:round/>
              </a:ln>
            </p:spPr>
            <p:txBody>
              <a:bodyPr/>
              <a:lstStyle/>
              <a:p>
                <a:endParaRPr lang="en-US" sz="1701"/>
              </a:p>
            </p:txBody>
          </p:sp>
          <p:sp>
            <p:nvSpPr>
              <p:cNvPr id="11900" name="Freeform: Shape 11899">
                <a:extLst>
                  <a:ext uri="{FF2B5EF4-FFF2-40B4-BE49-F238E27FC236}">
                    <a16:creationId xmlns:a16="http://schemas.microsoft.com/office/drawing/2014/main" id="{B9113C3D-B177-A9C4-760F-709BE8781980}"/>
                  </a:ext>
                </a:extLst>
              </p:cNvPr>
              <p:cNvSpPr/>
              <p:nvPr/>
            </p:nvSpPr>
            <p:spPr>
              <a:xfrm>
                <a:off x="5747518"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1901" name="Freeform: Shape 11900">
                <a:extLst>
                  <a:ext uri="{FF2B5EF4-FFF2-40B4-BE49-F238E27FC236}">
                    <a16:creationId xmlns:a16="http://schemas.microsoft.com/office/drawing/2014/main" id="{44C76B27-346F-62E4-92CE-E6663B7CB9E3}"/>
                  </a:ext>
                </a:extLst>
              </p:cNvPr>
              <p:cNvSpPr/>
              <p:nvPr/>
            </p:nvSpPr>
            <p:spPr>
              <a:xfrm>
                <a:off x="5809835"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02" name="Freeform: Shape 11901">
                <a:extLst>
                  <a:ext uri="{FF2B5EF4-FFF2-40B4-BE49-F238E27FC236}">
                    <a16:creationId xmlns:a16="http://schemas.microsoft.com/office/drawing/2014/main" id="{18443BE5-FACB-509D-3CFC-59AA37C8A87E}"/>
                  </a:ext>
                </a:extLst>
              </p:cNvPr>
              <p:cNvSpPr/>
              <p:nvPr/>
            </p:nvSpPr>
            <p:spPr>
              <a:xfrm>
                <a:off x="5809835"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903" name="Freeform: Shape 11902">
                <a:extLst>
                  <a:ext uri="{FF2B5EF4-FFF2-40B4-BE49-F238E27FC236}">
                    <a16:creationId xmlns:a16="http://schemas.microsoft.com/office/drawing/2014/main" id="{0B8DEFCA-9E09-CBCC-E93D-892309FD19B2}"/>
                  </a:ext>
                </a:extLst>
              </p:cNvPr>
              <p:cNvSpPr/>
              <p:nvPr/>
            </p:nvSpPr>
            <p:spPr>
              <a:xfrm>
                <a:off x="5809835"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04" name="Freeform: Shape 11903">
                <a:extLst>
                  <a:ext uri="{FF2B5EF4-FFF2-40B4-BE49-F238E27FC236}">
                    <a16:creationId xmlns:a16="http://schemas.microsoft.com/office/drawing/2014/main" id="{ADEC21C1-88CC-47E6-A1E2-D317BF75502E}"/>
                  </a:ext>
                </a:extLst>
              </p:cNvPr>
              <p:cNvSpPr/>
              <p:nvPr/>
            </p:nvSpPr>
            <p:spPr>
              <a:xfrm>
                <a:off x="5809835"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05" name="Freeform: Shape 11904">
                <a:extLst>
                  <a:ext uri="{FF2B5EF4-FFF2-40B4-BE49-F238E27FC236}">
                    <a16:creationId xmlns:a16="http://schemas.microsoft.com/office/drawing/2014/main" id="{C8DAF581-6C6C-509C-E4CE-5BA0DDBE8EBA}"/>
                  </a:ext>
                </a:extLst>
              </p:cNvPr>
              <p:cNvSpPr/>
              <p:nvPr/>
            </p:nvSpPr>
            <p:spPr>
              <a:xfrm>
                <a:off x="5809835"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06" name="Freeform: Shape 11905">
                <a:extLst>
                  <a:ext uri="{FF2B5EF4-FFF2-40B4-BE49-F238E27FC236}">
                    <a16:creationId xmlns:a16="http://schemas.microsoft.com/office/drawing/2014/main" id="{F3E7F194-16D4-1D92-5339-E3E6FCF42D79}"/>
                  </a:ext>
                </a:extLst>
              </p:cNvPr>
              <p:cNvSpPr/>
              <p:nvPr/>
            </p:nvSpPr>
            <p:spPr>
              <a:xfrm>
                <a:off x="5809835"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07" name="Freeform: Shape 11906">
                <a:extLst>
                  <a:ext uri="{FF2B5EF4-FFF2-40B4-BE49-F238E27FC236}">
                    <a16:creationId xmlns:a16="http://schemas.microsoft.com/office/drawing/2014/main" id="{865B5637-0C5D-19F1-8DF7-3EA8ED65E531}"/>
                  </a:ext>
                </a:extLst>
              </p:cNvPr>
              <p:cNvSpPr/>
              <p:nvPr/>
            </p:nvSpPr>
            <p:spPr>
              <a:xfrm>
                <a:off x="5809835"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08" name="Freeform: Shape 11907">
                <a:extLst>
                  <a:ext uri="{FF2B5EF4-FFF2-40B4-BE49-F238E27FC236}">
                    <a16:creationId xmlns:a16="http://schemas.microsoft.com/office/drawing/2014/main" id="{149BDD4F-B370-EAF2-8E14-5777A45C6589}"/>
                  </a:ext>
                </a:extLst>
              </p:cNvPr>
              <p:cNvSpPr/>
              <p:nvPr/>
            </p:nvSpPr>
            <p:spPr>
              <a:xfrm>
                <a:off x="5809835"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09" name="Freeform: Shape 11908">
                <a:extLst>
                  <a:ext uri="{FF2B5EF4-FFF2-40B4-BE49-F238E27FC236}">
                    <a16:creationId xmlns:a16="http://schemas.microsoft.com/office/drawing/2014/main" id="{85F2A558-21EC-7052-2624-A9687954D3BA}"/>
                  </a:ext>
                </a:extLst>
              </p:cNvPr>
              <p:cNvSpPr/>
              <p:nvPr/>
            </p:nvSpPr>
            <p:spPr>
              <a:xfrm>
                <a:off x="5809835"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10" name="Freeform: Shape 11909">
                <a:extLst>
                  <a:ext uri="{FF2B5EF4-FFF2-40B4-BE49-F238E27FC236}">
                    <a16:creationId xmlns:a16="http://schemas.microsoft.com/office/drawing/2014/main" id="{5DD727C5-E12F-C781-F2AA-F718A9CD891C}"/>
                  </a:ext>
                </a:extLst>
              </p:cNvPr>
              <p:cNvSpPr/>
              <p:nvPr/>
            </p:nvSpPr>
            <p:spPr>
              <a:xfrm>
                <a:off x="5809835"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11" name="Freeform: Shape 11910">
                <a:extLst>
                  <a:ext uri="{FF2B5EF4-FFF2-40B4-BE49-F238E27FC236}">
                    <a16:creationId xmlns:a16="http://schemas.microsoft.com/office/drawing/2014/main" id="{9A1E6DEF-C348-BD07-06A7-0E6DEF8B7A23}"/>
                  </a:ext>
                </a:extLst>
              </p:cNvPr>
              <p:cNvSpPr/>
              <p:nvPr/>
            </p:nvSpPr>
            <p:spPr>
              <a:xfrm>
                <a:off x="5809835"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1912" name="Freeform: Shape 11911">
                <a:extLst>
                  <a:ext uri="{FF2B5EF4-FFF2-40B4-BE49-F238E27FC236}">
                    <a16:creationId xmlns:a16="http://schemas.microsoft.com/office/drawing/2014/main" id="{13B1A221-A633-497C-DC29-5E3A30F07322}"/>
                  </a:ext>
                </a:extLst>
              </p:cNvPr>
              <p:cNvSpPr/>
              <p:nvPr/>
            </p:nvSpPr>
            <p:spPr>
              <a:xfrm>
                <a:off x="5809835"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13" name="Freeform: Shape 11912">
                <a:extLst>
                  <a:ext uri="{FF2B5EF4-FFF2-40B4-BE49-F238E27FC236}">
                    <a16:creationId xmlns:a16="http://schemas.microsoft.com/office/drawing/2014/main" id="{F328ED68-648A-1C80-010C-83503135B76E}"/>
                  </a:ext>
                </a:extLst>
              </p:cNvPr>
              <p:cNvSpPr/>
              <p:nvPr/>
            </p:nvSpPr>
            <p:spPr>
              <a:xfrm>
                <a:off x="5809835"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458"/>
              </a:solidFill>
              <a:ln w="2679" cap="rnd">
                <a:solidFill>
                  <a:srgbClr val="999999"/>
                </a:solidFill>
                <a:prstDash val="solid"/>
                <a:round/>
              </a:ln>
            </p:spPr>
            <p:txBody>
              <a:bodyPr/>
              <a:lstStyle/>
              <a:p>
                <a:endParaRPr lang="en-US" sz="1701"/>
              </a:p>
            </p:txBody>
          </p:sp>
          <p:sp>
            <p:nvSpPr>
              <p:cNvPr id="11914" name="Freeform: Shape 11913">
                <a:extLst>
                  <a:ext uri="{FF2B5EF4-FFF2-40B4-BE49-F238E27FC236}">
                    <a16:creationId xmlns:a16="http://schemas.microsoft.com/office/drawing/2014/main" id="{1729F558-C163-2DB7-C017-B735CAFA3E15}"/>
                  </a:ext>
                </a:extLst>
              </p:cNvPr>
              <p:cNvSpPr/>
              <p:nvPr/>
            </p:nvSpPr>
            <p:spPr>
              <a:xfrm>
                <a:off x="5809835"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915" name="Freeform: Shape 11914">
                <a:extLst>
                  <a:ext uri="{FF2B5EF4-FFF2-40B4-BE49-F238E27FC236}">
                    <a16:creationId xmlns:a16="http://schemas.microsoft.com/office/drawing/2014/main" id="{A008E8BC-4D53-6D30-8F35-4BB3F1764C41}"/>
                  </a:ext>
                </a:extLst>
              </p:cNvPr>
              <p:cNvSpPr/>
              <p:nvPr/>
            </p:nvSpPr>
            <p:spPr>
              <a:xfrm>
                <a:off x="5809835"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16" name="Freeform: Shape 11915">
                <a:extLst>
                  <a:ext uri="{FF2B5EF4-FFF2-40B4-BE49-F238E27FC236}">
                    <a16:creationId xmlns:a16="http://schemas.microsoft.com/office/drawing/2014/main" id="{E5AC31BD-7F60-00F9-561D-E6B8E10CD3DA}"/>
                  </a:ext>
                </a:extLst>
              </p:cNvPr>
              <p:cNvSpPr/>
              <p:nvPr/>
            </p:nvSpPr>
            <p:spPr>
              <a:xfrm>
                <a:off x="5809835"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17" name="Freeform: Shape 11916">
                <a:extLst>
                  <a:ext uri="{FF2B5EF4-FFF2-40B4-BE49-F238E27FC236}">
                    <a16:creationId xmlns:a16="http://schemas.microsoft.com/office/drawing/2014/main" id="{B317D0C5-B324-97D4-6D26-CCA3153CF683}"/>
                  </a:ext>
                </a:extLst>
              </p:cNvPr>
              <p:cNvSpPr/>
              <p:nvPr/>
            </p:nvSpPr>
            <p:spPr>
              <a:xfrm>
                <a:off x="5809835"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18" name="Freeform: Shape 11917">
                <a:extLst>
                  <a:ext uri="{FF2B5EF4-FFF2-40B4-BE49-F238E27FC236}">
                    <a16:creationId xmlns:a16="http://schemas.microsoft.com/office/drawing/2014/main" id="{2D88F85A-82B9-7297-9BF8-42CEE29CB005}"/>
                  </a:ext>
                </a:extLst>
              </p:cNvPr>
              <p:cNvSpPr/>
              <p:nvPr/>
            </p:nvSpPr>
            <p:spPr>
              <a:xfrm>
                <a:off x="5809835"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19" name="Freeform: Shape 11918">
                <a:extLst>
                  <a:ext uri="{FF2B5EF4-FFF2-40B4-BE49-F238E27FC236}">
                    <a16:creationId xmlns:a16="http://schemas.microsoft.com/office/drawing/2014/main" id="{2D57AF60-9408-FFBD-726D-C84AD2B03DB4}"/>
                  </a:ext>
                </a:extLst>
              </p:cNvPr>
              <p:cNvSpPr/>
              <p:nvPr/>
            </p:nvSpPr>
            <p:spPr>
              <a:xfrm>
                <a:off x="5809835"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20" name="Freeform: Shape 11919">
                <a:extLst>
                  <a:ext uri="{FF2B5EF4-FFF2-40B4-BE49-F238E27FC236}">
                    <a16:creationId xmlns:a16="http://schemas.microsoft.com/office/drawing/2014/main" id="{621A0BC4-3FB7-C388-F18D-C74345D62E6F}"/>
                  </a:ext>
                </a:extLst>
              </p:cNvPr>
              <p:cNvSpPr/>
              <p:nvPr/>
            </p:nvSpPr>
            <p:spPr>
              <a:xfrm>
                <a:off x="5809835"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21" name="Freeform: Shape 11920">
                <a:extLst>
                  <a:ext uri="{FF2B5EF4-FFF2-40B4-BE49-F238E27FC236}">
                    <a16:creationId xmlns:a16="http://schemas.microsoft.com/office/drawing/2014/main" id="{69243470-435B-4432-7AAC-4752976ACDBE}"/>
                  </a:ext>
                </a:extLst>
              </p:cNvPr>
              <p:cNvSpPr/>
              <p:nvPr/>
            </p:nvSpPr>
            <p:spPr>
              <a:xfrm>
                <a:off x="5809835"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922" name="Freeform: Shape 11921">
                <a:extLst>
                  <a:ext uri="{FF2B5EF4-FFF2-40B4-BE49-F238E27FC236}">
                    <a16:creationId xmlns:a16="http://schemas.microsoft.com/office/drawing/2014/main" id="{92019B78-BA36-C51D-C595-29ED926FB776}"/>
                  </a:ext>
                </a:extLst>
              </p:cNvPr>
              <p:cNvSpPr/>
              <p:nvPr/>
            </p:nvSpPr>
            <p:spPr>
              <a:xfrm>
                <a:off x="5809835"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6500"/>
              </a:solidFill>
              <a:ln w="2679" cap="rnd">
                <a:solidFill>
                  <a:srgbClr val="999999"/>
                </a:solidFill>
                <a:prstDash val="solid"/>
                <a:round/>
              </a:ln>
            </p:spPr>
            <p:txBody>
              <a:bodyPr/>
              <a:lstStyle/>
              <a:p>
                <a:endParaRPr lang="en-US" sz="1701"/>
              </a:p>
            </p:txBody>
          </p:sp>
          <p:sp>
            <p:nvSpPr>
              <p:cNvPr id="11923" name="Freeform: Shape 11922">
                <a:extLst>
                  <a:ext uri="{FF2B5EF4-FFF2-40B4-BE49-F238E27FC236}">
                    <a16:creationId xmlns:a16="http://schemas.microsoft.com/office/drawing/2014/main" id="{DC289541-78FA-EA61-407E-81784691A1E7}"/>
                  </a:ext>
                </a:extLst>
              </p:cNvPr>
              <p:cNvSpPr/>
              <p:nvPr/>
            </p:nvSpPr>
            <p:spPr>
              <a:xfrm>
                <a:off x="5809835"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C968"/>
              </a:solidFill>
              <a:ln w="2679" cap="rnd">
                <a:solidFill>
                  <a:srgbClr val="999999"/>
                </a:solidFill>
                <a:prstDash val="solid"/>
                <a:round/>
              </a:ln>
            </p:spPr>
            <p:txBody>
              <a:bodyPr/>
              <a:lstStyle/>
              <a:p>
                <a:endParaRPr lang="en-US" sz="1701"/>
              </a:p>
            </p:txBody>
          </p:sp>
          <p:sp>
            <p:nvSpPr>
              <p:cNvPr id="11924" name="Freeform: Shape 11923">
                <a:extLst>
                  <a:ext uri="{FF2B5EF4-FFF2-40B4-BE49-F238E27FC236}">
                    <a16:creationId xmlns:a16="http://schemas.microsoft.com/office/drawing/2014/main" id="{6D7A18A1-AB7D-BE21-DABD-2EF84205EFF0}"/>
                  </a:ext>
                </a:extLst>
              </p:cNvPr>
              <p:cNvSpPr/>
              <p:nvPr/>
            </p:nvSpPr>
            <p:spPr>
              <a:xfrm>
                <a:off x="5809835"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925" name="Freeform: Shape 11924">
                <a:extLst>
                  <a:ext uri="{FF2B5EF4-FFF2-40B4-BE49-F238E27FC236}">
                    <a16:creationId xmlns:a16="http://schemas.microsoft.com/office/drawing/2014/main" id="{580D69FC-70B0-83AA-CC1C-38CC873A3141}"/>
                  </a:ext>
                </a:extLst>
              </p:cNvPr>
              <p:cNvSpPr/>
              <p:nvPr/>
            </p:nvSpPr>
            <p:spPr>
              <a:xfrm>
                <a:off x="5809835"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1926" name="Freeform: Shape 11925">
                <a:extLst>
                  <a:ext uri="{FF2B5EF4-FFF2-40B4-BE49-F238E27FC236}">
                    <a16:creationId xmlns:a16="http://schemas.microsoft.com/office/drawing/2014/main" id="{86386C79-1B17-55FD-F81C-8196793ED2D7}"/>
                  </a:ext>
                </a:extLst>
              </p:cNvPr>
              <p:cNvSpPr/>
              <p:nvPr/>
            </p:nvSpPr>
            <p:spPr>
              <a:xfrm>
                <a:off x="5809835"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27" name="Freeform: Shape 11926">
                <a:extLst>
                  <a:ext uri="{FF2B5EF4-FFF2-40B4-BE49-F238E27FC236}">
                    <a16:creationId xmlns:a16="http://schemas.microsoft.com/office/drawing/2014/main" id="{23EB533A-C2D2-670F-2A59-6EDE2AE26A1D}"/>
                  </a:ext>
                </a:extLst>
              </p:cNvPr>
              <p:cNvSpPr/>
              <p:nvPr/>
            </p:nvSpPr>
            <p:spPr>
              <a:xfrm>
                <a:off x="5809835"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928" name="Freeform: Shape 11927">
                <a:extLst>
                  <a:ext uri="{FF2B5EF4-FFF2-40B4-BE49-F238E27FC236}">
                    <a16:creationId xmlns:a16="http://schemas.microsoft.com/office/drawing/2014/main" id="{95FFD750-26DD-3E84-B826-8F0DBF994244}"/>
                  </a:ext>
                </a:extLst>
              </p:cNvPr>
              <p:cNvSpPr/>
              <p:nvPr/>
            </p:nvSpPr>
            <p:spPr>
              <a:xfrm>
                <a:off x="5872072"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29" name="Freeform: Shape 11928">
                <a:extLst>
                  <a:ext uri="{FF2B5EF4-FFF2-40B4-BE49-F238E27FC236}">
                    <a16:creationId xmlns:a16="http://schemas.microsoft.com/office/drawing/2014/main" id="{37E3C644-0823-A772-B391-F7FAED97F657}"/>
                  </a:ext>
                </a:extLst>
              </p:cNvPr>
              <p:cNvSpPr/>
              <p:nvPr/>
            </p:nvSpPr>
            <p:spPr>
              <a:xfrm>
                <a:off x="5872072"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30" name="Freeform: Shape 11929">
                <a:extLst>
                  <a:ext uri="{FF2B5EF4-FFF2-40B4-BE49-F238E27FC236}">
                    <a16:creationId xmlns:a16="http://schemas.microsoft.com/office/drawing/2014/main" id="{87DD5F4D-56F7-7D82-21DD-670712B13568}"/>
                  </a:ext>
                </a:extLst>
              </p:cNvPr>
              <p:cNvSpPr/>
              <p:nvPr/>
            </p:nvSpPr>
            <p:spPr>
              <a:xfrm>
                <a:off x="5872072"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31" name="Freeform: Shape 11930">
                <a:extLst>
                  <a:ext uri="{FF2B5EF4-FFF2-40B4-BE49-F238E27FC236}">
                    <a16:creationId xmlns:a16="http://schemas.microsoft.com/office/drawing/2014/main" id="{15413A65-8CFE-91B0-4387-DB1B4F32B40B}"/>
                  </a:ext>
                </a:extLst>
              </p:cNvPr>
              <p:cNvSpPr/>
              <p:nvPr/>
            </p:nvSpPr>
            <p:spPr>
              <a:xfrm>
                <a:off x="5872072"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32" name="Freeform: Shape 11931">
                <a:extLst>
                  <a:ext uri="{FF2B5EF4-FFF2-40B4-BE49-F238E27FC236}">
                    <a16:creationId xmlns:a16="http://schemas.microsoft.com/office/drawing/2014/main" id="{2A1BF488-B2C2-0ACD-4361-8BC2EFA20EEB}"/>
                  </a:ext>
                </a:extLst>
              </p:cNvPr>
              <p:cNvSpPr/>
              <p:nvPr/>
            </p:nvSpPr>
            <p:spPr>
              <a:xfrm>
                <a:off x="5872072"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33" name="Freeform: Shape 11932">
                <a:extLst>
                  <a:ext uri="{FF2B5EF4-FFF2-40B4-BE49-F238E27FC236}">
                    <a16:creationId xmlns:a16="http://schemas.microsoft.com/office/drawing/2014/main" id="{5476DAAF-BDFE-A62A-482D-261E91310D93}"/>
                  </a:ext>
                </a:extLst>
              </p:cNvPr>
              <p:cNvSpPr/>
              <p:nvPr/>
            </p:nvSpPr>
            <p:spPr>
              <a:xfrm>
                <a:off x="5872072"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34" name="Freeform: Shape 11933">
                <a:extLst>
                  <a:ext uri="{FF2B5EF4-FFF2-40B4-BE49-F238E27FC236}">
                    <a16:creationId xmlns:a16="http://schemas.microsoft.com/office/drawing/2014/main" id="{54702ED5-4833-464A-0D7F-3D6A6C82549A}"/>
                  </a:ext>
                </a:extLst>
              </p:cNvPr>
              <p:cNvSpPr/>
              <p:nvPr/>
            </p:nvSpPr>
            <p:spPr>
              <a:xfrm>
                <a:off x="5872072"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35" name="Freeform: Shape 11934">
                <a:extLst>
                  <a:ext uri="{FF2B5EF4-FFF2-40B4-BE49-F238E27FC236}">
                    <a16:creationId xmlns:a16="http://schemas.microsoft.com/office/drawing/2014/main" id="{D7123143-0A16-20A0-B468-7A8762E46FD7}"/>
                  </a:ext>
                </a:extLst>
              </p:cNvPr>
              <p:cNvSpPr/>
              <p:nvPr/>
            </p:nvSpPr>
            <p:spPr>
              <a:xfrm>
                <a:off x="5872072"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36" name="Freeform: Shape 11935">
                <a:extLst>
                  <a:ext uri="{FF2B5EF4-FFF2-40B4-BE49-F238E27FC236}">
                    <a16:creationId xmlns:a16="http://schemas.microsoft.com/office/drawing/2014/main" id="{97BC8E2F-7824-6E16-D0F1-7B295A379991}"/>
                  </a:ext>
                </a:extLst>
              </p:cNvPr>
              <p:cNvSpPr/>
              <p:nvPr/>
            </p:nvSpPr>
            <p:spPr>
              <a:xfrm>
                <a:off x="5872072"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37" name="Freeform: Shape 11936">
                <a:extLst>
                  <a:ext uri="{FF2B5EF4-FFF2-40B4-BE49-F238E27FC236}">
                    <a16:creationId xmlns:a16="http://schemas.microsoft.com/office/drawing/2014/main" id="{F3FFBADB-CEB9-1D39-FF9F-434EC0858D42}"/>
                  </a:ext>
                </a:extLst>
              </p:cNvPr>
              <p:cNvSpPr/>
              <p:nvPr/>
            </p:nvSpPr>
            <p:spPr>
              <a:xfrm>
                <a:off x="5872072"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38" name="Freeform: Shape 11937">
                <a:extLst>
                  <a:ext uri="{FF2B5EF4-FFF2-40B4-BE49-F238E27FC236}">
                    <a16:creationId xmlns:a16="http://schemas.microsoft.com/office/drawing/2014/main" id="{558BC1E6-C9E8-AC29-4B89-17CF87ABB211}"/>
                  </a:ext>
                </a:extLst>
              </p:cNvPr>
              <p:cNvSpPr/>
              <p:nvPr/>
            </p:nvSpPr>
            <p:spPr>
              <a:xfrm>
                <a:off x="5872072"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39" name="Freeform: Shape 11938">
                <a:extLst>
                  <a:ext uri="{FF2B5EF4-FFF2-40B4-BE49-F238E27FC236}">
                    <a16:creationId xmlns:a16="http://schemas.microsoft.com/office/drawing/2014/main" id="{56BBF1CA-F91E-5C9C-7D6B-0FE4D373F353}"/>
                  </a:ext>
                </a:extLst>
              </p:cNvPr>
              <p:cNvSpPr/>
              <p:nvPr/>
            </p:nvSpPr>
            <p:spPr>
              <a:xfrm>
                <a:off x="5872072"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40" name="Freeform: Shape 11939">
                <a:extLst>
                  <a:ext uri="{FF2B5EF4-FFF2-40B4-BE49-F238E27FC236}">
                    <a16:creationId xmlns:a16="http://schemas.microsoft.com/office/drawing/2014/main" id="{DEFEA95A-26FB-FD35-9376-B2891FDB69AD}"/>
                  </a:ext>
                </a:extLst>
              </p:cNvPr>
              <p:cNvSpPr/>
              <p:nvPr/>
            </p:nvSpPr>
            <p:spPr>
              <a:xfrm>
                <a:off x="5872072"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7900"/>
              </a:solidFill>
              <a:ln w="2679" cap="rnd">
                <a:solidFill>
                  <a:srgbClr val="999999"/>
                </a:solidFill>
                <a:prstDash val="solid"/>
                <a:round/>
              </a:ln>
            </p:spPr>
            <p:txBody>
              <a:bodyPr/>
              <a:lstStyle/>
              <a:p>
                <a:endParaRPr lang="en-US" sz="1701"/>
              </a:p>
            </p:txBody>
          </p:sp>
          <p:sp>
            <p:nvSpPr>
              <p:cNvPr id="11941" name="Freeform: Shape 11940">
                <a:extLst>
                  <a:ext uri="{FF2B5EF4-FFF2-40B4-BE49-F238E27FC236}">
                    <a16:creationId xmlns:a16="http://schemas.microsoft.com/office/drawing/2014/main" id="{6F63F836-45E1-8C35-ED28-FC47B5F9D1CC}"/>
                  </a:ext>
                </a:extLst>
              </p:cNvPr>
              <p:cNvSpPr/>
              <p:nvPr/>
            </p:nvSpPr>
            <p:spPr>
              <a:xfrm>
                <a:off x="5872072"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42" name="Freeform: Shape 11941">
                <a:extLst>
                  <a:ext uri="{FF2B5EF4-FFF2-40B4-BE49-F238E27FC236}">
                    <a16:creationId xmlns:a16="http://schemas.microsoft.com/office/drawing/2014/main" id="{833A2675-E6B7-8A11-4A23-5E939B20930C}"/>
                  </a:ext>
                </a:extLst>
              </p:cNvPr>
              <p:cNvSpPr/>
              <p:nvPr/>
            </p:nvSpPr>
            <p:spPr>
              <a:xfrm>
                <a:off x="5872072"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43" name="Freeform: Shape 11942">
                <a:extLst>
                  <a:ext uri="{FF2B5EF4-FFF2-40B4-BE49-F238E27FC236}">
                    <a16:creationId xmlns:a16="http://schemas.microsoft.com/office/drawing/2014/main" id="{C2517381-284F-0CD6-5022-27A5517B32FC}"/>
                  </a:ext>
                </a:extLst>
              </p:cNvPr>
              <p:cNvSpPr/>
              <p:nvPr/>
            </p:nvSpPr>
            <p:spPr>
              <a:xfrm>
                <a:off x="5872072"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44" name="Freeform: Shape 11943">
                <a:extLst>
                  <a:ext uri="{FF2B5EF4-FFF2-40B4-BE49-F238E27FC236}">
                    <a16:creationId xmlns:a16="http://schemas.microsoft.com/office/drawing/2014/main" id="{E19C61B2-8888-3148-B990-E35D8D09259E}"/>
                  </a:ext>
                </a:extLst>
              </p:cNvPr>
              <p:cNvSpPr/>
              <p:nvPr/>
            </p:nvSpPr>
            <p:spPr>
              <a:xfrm>
                <a:off x="5872072"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45" name="Freeform: Shape 11944">
                <a:extLst>
                  <a:ext uri="{FF2B5EF4-FFF2-40B4-BE49-F238E27FC236}">
                    <a16:creationId xmlns:a16="http://schemas.microsoft.com/office/drawing/2014/main" id="{25172ED2-B352-625E-9A83-E9D4332D7BAB}"/>
                  </a:ext>
                </a:extLst>
              </p:cNvPr>
              <p:cNvSpPr/>
              <p:nvPr/>
            </p:nvSpPr>
            <p:spPr>
              <a:xfrm>
                <a:off x="5872072"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46" name="Freeform: Shape 11945">
                <a:extLst>
                  <a:ext uri="{FF2B5EF4-FFF2-40B4-BE49-F238E27FC236}">
                    <a16:creationId xmlns:a16="http://schemas.microsoft.com/office/drawing/2014/main" id="{D7559ABE-A961-C2B8-928C-3E59364FB822}"/>
                  </a:ext>
                </a:extLst>
              </p:cNvPr>
              <p:cNvSpPr/>
              <p:nvPr/>
            </p:nvSpPr>
            <p:spPr>
              <a:xfrm>
                <a:off x="5872072"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47" name="Freeform: Shape 11946">
                <a:extLst>
                  <a:ext uri="{FF2B5EF4-FFF2-40B4-BE49-F238E27FC236}">
                    <a16:creationId xmlns:a16="http://schemas.microsoft.com/office/drawing/2014/main" id="{2C541B18-7621-A230-57F3-E658904BB4BA}"/>
                  </a:ext>
                </a:extLst>
              </p:cNvPr>
              <p:cNvSpPr/>
              <p:nvPr/>
            </p:nvSpPr>
            <p:spPr>
              <a:xfrm>
                <a:off x="5872072"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48" name="Freeform: Shape 11947">
                <a:extLst>
                  <a:ext uri="{FF2B5EF4-FFF2-40B4-BE49-F238E27FC236}">
                    <a16:creationId xmlns:a16="http://schemas.microsoft.com/office/drawing/2014/main" id="{5910D711-74F1-E04B-6377-CC4183631EF8}"/>
                  </a:ext>
                </a:extLst>
              </p:cNvPr>
              <p:cNvSpPr/>
              <p:nvPr/>
            </p:nvSpPr>
            <p:spPr>
              <a:xfrm>
                <a:off x="5872072"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949" name="Freeform: Shape 11948">
                <a:extLst>
                  <a:ext uri="{FF2B5EF4-FFF2-40B4-BE49-F238E27FC236}">
                    <a16:creationId xmlns:a16="http://schemas.microsoft.com/office/drawing/2014/main" id="{1A4B4B4C-5E85-BB11-4896-18C86506D227}"/>
                  </a:ext>
                </a:extLst>
              </p:cNvPr>
              <p:cNvSpPr/>
              <p:nvPr/>
            </p:nvSpPr>
            <p:spPr>
              <a:xfrm>
                <a:off x="5872072"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D487"/>
              </a:solidFill>
              <a:ln w="2679" cap="rnd">
                <a:solidFill>
                  <a:srgbClr val="999999"/>
                </a:solidFill>
                <a:prstDash val="solid"/>
                <a:round/>
              </a:ln>
            </p:spPr>
            <p:txBody>
              <a:bodyPr/>
              <a:lstStyle/>
              <a:p>
                <a:endParaRPr lang="en-US" sz="1701"/>
              </a:p>
            </p:txBody>
          </p:sp>
          <p:sp>
            <p:nvSpPr>
              <p:cNvPr id="11950" name="Freeform: Shape 11949">
                <a:extLst>
                  <a:ext uri="{FF2B5EF4-FFF2-40B4-BE49-F238E27FC236}">
                    <a16:creationId xmlns:a16="http://schemas.microsoft.com/office/drawing/2014/main" id="{2833F394-08A4-A46C-2D1E-1AD471BA02D7}"/>
                  </a:ext>
                </a:extLst>
              </p:cNvPr>
              <p:cNvSpPr/>
              <p:nvPr/>
            </p:nvSpPr>
            <p:spPr>
              <a:xfrm>
                <a:off x="5872072"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CF77"/>
              </a:solidFill>
              <a:ln w="2679" cap="rnd">
                <a:solidFill>
                  <a:srgbClr val="999999"/>
                </a:solidFill>
                <a:prstDash val="solid"/>
                <a:round/>
              </a:ln>
            </p:spPr>
            <p:txBody>
              <a:bodyPr/>
              <a:lstStyle/>
              <a:p>
                <a:endParaRPr lang="en-US" sz="1701"/>
              </a:p>
            </p:txBody>
          </p:sp>
          <p:sp>
            <p:nvSpPr>
              <p:cNvPr id="11951" name="Freeform: Shape 11950">
                <a:extLst>
                  <a:ext uri="{FF2B5EF4-FFF2-40B4-BE49-F238E27FC236}">
                    <a16:creationId xmlns:a16="http://schemas.microsoft.com/office/drawing/2014/main" id="{DD67172C-6F97-6BC6-A8EF-6E5FB1581543}"/>
                  </a:ext>
                </a:extLst>
              </p:cNvPr>
              <p:cNvSpPr/>
              <p:nvPr/>
            </p:nvSpPr>
            <p:spPr>
              <a:xfrm>
                <a:off x="5872072"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952" name="Freeform: Shape 11951">
                <a:extLst>
                  <a:ext uri="{FF2B5EF4-FFF2-40B4-BE49-F238E27FC236}">
                    <a16:creationId xmlns:a16="http://schemas.microsoft.com/office/drawing/2014/main" id="{BFE368E7-A6C6-34B7-D255-E13F4B2455E9}"/>
                  </a:ext>
                </a:extLst>
              </p:cNvPr>
              <p:cNvSpPr/>
              <p:nvPr/>
            </p:nvSpPr>
            <p:spPr>
              <a:xfrm>
                <a:off x="5872072"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1953" name="Freeform: Shape 11952">
                <a:extLst>
                  <a:ext uri="{FF2B5EF4-FFF2-40B4-BE49-F238E27FC236}">
                    <a16:creationId xmlns:a16="http://schemas.microsoft.com/office/drawing/2014/main" id="{CA973212-8E8A-7FBB-939F-07920A291BB7}"/>
                  </a:ext>
                </a:extLst>
              </p:cNvPr>
              <p:cNvSpPr/>
              <p:nvPr/>
            </p:nvSpPr>
            <p:spPr>
              <a:xfrm>
                <a:off x="5872072"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CF77"/>
              </a:solidFill>
              <a:ln w="2679" cap="rnd">
                <a:solidFill>
                  <a:srgbClr val="999999"/>
                </a:solidFill>
                <a:prstDash val="solid"/>
                <a:round/>
              </a:ln>
            </p:spPr>
            <p:txBody>
              <a:bodyPr/>
              <a:lstStyle/>
              <a:p>
                <a:endParaRPr lang="en-US" sz="1701"/>
              </a:p>
            </p:txBody>
          </p:sp>
          <p:sp>
            <p:nvSpPr>
              <p:cNvPr id="11954" name="Freeform: Shape 11953">
                <a:extLst>
                  <a:ext uri="{FF2B5EF4-FFF2-40B4-BE49-F238E27FC236}">
                    <a16:creationId xmlns:a16="http://schemas.microsoft.com/office/drawing/2014/main" id="{FCB04756-ED3E-08DA-DEC6-89F214ECBB0F}"/>
                  </a:ext>
                </a:extLst>
              </p:cNvPr>
              <p:cNvSpPr/>
              <p:nvPr/>
            </p:nvSpPr>
            <p:spPr>
              <a:xfrm>
                <a:off x="5872072"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955" name="Freeform: Shape 11954">
                <a:extLst>
                  <a:ext uri="{FF2B5EF4-FFF2-40B4-BE49-F238E27FC236}">
                    <a16:creationId xmlns:a16="http://schemas.microsoft.com/office/drawing/2014/main" id="{DD38F82F-4E0A-0ED0-1540-9BDF99DB48F3}"/>
                  </a:ext>
                </a:extLst>
              </p:cNvPr>
              <p:cNvSpPr/>
              <p:nvPr/>
            </p:nvSpPr>
            <p:spPr>
              <a:xfrm>
                <a:off x="5934387"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56" name="Freeform: Shape 11955">
                <a:extLst>
                  <a:ext uri="{FF2B5EF4-FFF2-40B4-BE49-F238E27FC236}">
                    <a16:creationId xmlns:a16="http://schemas.microsoft.com/office/drawing/2014/main" id="{8D8D25CE-A57A-EBDA-49D8-8E1285AEBA7D}"/>
                  </a:ext>
                </a:extLst>
              </p:cNvPr>
              <p:cNvSpPr/>
              <p:nvPr/>
            </p:nvSpPr>
            <p:spPr>
              <a:xfrm>
                <a:off x="5934387"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57" name="Freeform: Shape 11956">
                <a:extLst>
                  <a:ext uri="{FF2B5EF4-FFF2-40B4-BE49-F238E27FC236}">
                    <a16:creationId xmlns:a16="http://schemas.microsoft.com/office/drawing/2014/main" id="{92BA8A7A-3CD0-CAD9-7A6E-BB95FC7C4CB3}"/>
                  </a:ext>
                </a:extLst>
              </p:cNvPr>
              <p:cNvSpPr/>
              <p:nvPr/>
            </p:nvSpPr>
            <p:spPr>
              <a:xfrm>
                <a:off x="5934387"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58" name="Freeform: Shape 11957">
                <a:extLst>
                  <a:ext uri="{FF2B5EF4-FFF2-40B4-BE49-F238E27FC236}">
                    <a16:creationId xmlns:a16="http://schemas.microsoft.com/office/drawing/2014/main" id="{E7C793B7-4E4D-FE19-740A-3D09ECB9EBC3}"/>
                  </a:ext>
                </a:extLst>
              </p:cNvPr>
              <p:cNvSpPr/>
              <p:nvPr/>
            </p:nvSpPr>
            <p:spPr>
              <a:xfrm>
                <a:off x="5934387"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59" name="Freeform: Shape 11958">
                <a:extLst>
                  <a:ext uri="{FF2B5EF4-FFF2-40B4-BE49-F238E27FC236}">
                    <a16:creationId xmlns:a16="http://schemas.microsoft.com/office/drawing/2014/main" id="{E86B5484-4EB0-5F4C-CBFD-52529198526D}"/>
                  </a:ext>
                </a:extLst>
              </p:cNvPr>
              <p:cNvSpPr/>
              <p:nvPr/>
            </p:nvSpPr>
            <p:spPr>
              <a:xfrm>
                <a:off x="5934387"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60" name="Freeform: Shape 11959">
                <a:extLst>
                  <a:ext uri="{FF2B5EF4-FFF2-40B4-BE49-F238E27FC236}">
                    <a16:creationId xmlns:a16="http://schemas.microsoft.com/office/drawing/2014/main" id="{6621DC4B-4FFB-A0F3-E361-C4839014A632}"/>
                  </a:ext>
                </a:extLst>
              </p:cNvPr>
              <p:cNvSpPr/>
              <p:nvPr/>
            </p:nvSpPr>
            <p:spPr>
              <a:xfrm>
                <a:off x="5934387"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61" name="Freeform: Shape 11960">
                <a:extLst>
                  <a:ext uri="{FF2B5EF4-FFF2-40B4-BE49-F238E27FC236}">
                    <a16:creationId xmlns:a16="http://schemas.microsoft.com/office/drawing/2014/main" id="{E38BD64E-1DFE-795A-8954-2A470F4C965E}"/>
                  </a:ext>
                </a:extLst>
              </p:cNvPr>
              <p:cNvSpPr/>
              <p:nvPr/>
            </p:nvSpPr>
            <p:spPr>
              <a:xfrm>
                <a:off x="5934387"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62" name="Freeform: Shape 11961">
                <a:extLst>
                  <a:ext uri="{FF2B5EF4-FFF2-40B4-BE49-F238E27FC236}">
                    <a16:creationId xmlns:a16="http://schemas.microsoft.com/office/drawing/2014/main" id="{EDAA7136-3AF8-C08E-2BCD-5A4A2EA37C84}"/>
                  </a:ext>
                </a:extLst>
              </p:cNvPr>
              <p:cNvSpPr/>
              <p:nvPr/>
            </p:nvSpPr>
            <p:spPr>
              <a:xfrm>
                <a:off x="5934387"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63" name="Freeform: Shape 11962">
                <a:extLst>
                  <a:ext uri="{FF2B5EF4-FFF2-40B4-BE49-F238E27FC236}">
                    <a16:creationId xmlns:a16="http://schemas.microsoft.com/office/drawing/2014/main" id="{9DDD8D94-E152-6BC4-67F2-140578BC6225}"/>
                  </a:ext>
                </a:extLst>
              </p:cNvPr>
              <p:cNvSpPr/>
              <p:nvPr/>
            </p:nvSpPr>
            <p:spPr>
              <a:xfrm>
                <a:off x="5934387"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1964" name="Freeform: Shape 11963">
                <a:extLst>
                  <a:ext uri="{FF2B5EF4-FFF2-40B4-BE49-F238E27FC236}">
                    <a16:creationId xmlns:a16="http://schemas.microsoft.com/office/drawing/2014/main" id="{BB363795-7B1A-DA73-D373-78313D910CAD}"/>
                  </a:ext>
                </a:extLst>
              </p:cNvPr>
              <p:cNvSpPr/>
              <p:nvPr/>
            </p:nvSpPr>
            <p:spPr>
              <a:xfrm>
                <a:off x="5934387"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65" name="Freeform: Shape 11964">
                <a:extLst>
                  <a:ext uri="{FF2B5EF4-FFF2-40B4-BE49-F238E27FC236}">
                    <a16:creationId xmlns:a16="http://schemas.microsoft.com/office/drawing/2014/main" id="{76BF471E-6575-BB96-F0CC-531606E9CF67}"/>
                  </a:ext>
                </a:extLst>
              </p:cNvPr>
              <p:cNvSpPr/>
              <p:nvPr/>
            </p:nvSpPr>
            <p:spPr>
              <a:xfrm>
                <a:off x="5934387"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1966" name="Freeform: Shape 11965">
                <a:extLst>
                  <a:ext uri="{FF2B5EF4-FFF2-40B4-BE49-F238E27FC236}">
                    <a16:creationId xmlns:a16="http://schemas.microsoft.com/office/drawing/2014/main" id="{7B3B4EDA-86AF-D371-9544-C5B5EFE7BF8B}"/>
                  </a:ext>
                </a:extLst>
              </p:cNvPr>
              <p:cNvSpPr/>
              <p:nvPr/>
            </p:nvSpPr>
            <p:spPr>
              <a:xfrm>
                <a:off x="5934387"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67" name="Freeform: Shape 11966">
                <a:extLst>
                  <a:ext uri="{FF2B5EF4-FFF2-40B4-BE49-F238E27FC236}">
                    <a16:creationId xmlns:a16="http://schemas.microsoft.com/office/drawing/2014/main" id="{04674BD8-7779-E539-58DB-71C7CD8A8944}"/>
                  </a:ext>
                </a:extLst>
              </p:cNvPr>
              <p:cNvSpPr/>
              <p:nvPr/>
            </p:nvSpPr>
            <p:spPr>
              <a:xfrm>
                <a:off x="5934387"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68" name="Freeform: Shape 11967">
                <a:extLst>
                  <a:ext uri="{FF2B5EF4-FFF2-40B4-BE49-F238E27FC236}">
                    <a16:creationId xmlns:a16="http://schemas.microsoft.com/office/drawing/2014/main" id="{59D53AA5-BABB-1ED3-89A2-A132C59F8D3B}"/>
                  </a:ext>
                </a:extLst>
              </p:cNvPr>
              <p:cNvSpPr/>
              <p:nvPr/>
            </p:nvSpPr>
            <p:spPr>
              <a:xfrm>
                <a:off x="5934387"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69" name="Freeform: Shape 11968">
                <a:extLst>
                  <a:ext uri="{FF2B5EF4-FFF2-40B4-BE49-F238E27FC236}">
                    <a16:creationId xmlns:a16="http://schemas.microsoft.com/office/drawing/2014/main" id="{4D5153C8-BE76-9523-3C0C-805BA9E0D3F0}"/>
                  </a:ext>
                </a:extLst>
              </p:cNvPr>
              <p:cNvSpPr/>
              <p:nvPr/>
            </p:nvSpPr>
            <p:spPr>
              <a:xfrm>
                <a:off x="5934387"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70" name="Freeform: Shape 11969">
                <a:extLst>
                  <a:ext uri="{FF2B5EF4-FFF2-40B4-BE49-F238E27FC236}">
                    <a16:creationId xmlns:a16="http://schemas.microsoft.com/office/drawing/2014/main" id="{48928C6F-2F5E-506E-6FB7-DAD67E5129D7}"/>
                  </a:ext>
                </a:extLst>
              </p:cNvPr>
              <p:cNvSpPr/>
              <p:nvPr/>
            </p:nvSpPr>
            <p:spPr>
              <a:xfrm>
                <a:off x="5934387"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71" name="Freeform: Shape 11970">
                <a:extLst>
                  <a:ext uri="{FF2B5EF4-FFF2-40B4-BE49-F238E27FC236}">
                    <a16:creationId xmlns:a16="http://schemas.microsoft.com/office/drawing/2014/main" id="{CB0F96E9-7842-79D1-F2AF-64DB0A3E59B4}"/>
                  </a:ext>
                </a:extLst>
              </p:cNvPr>
              <p:cNvSpPr/>
              <p:nvPr/>
            </p:nvSpPr>
            <p:spPr>
              <a:xfrm>
                <a:off x="5934387"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1972" name="Freeform: Shape 11971">
                <a:extLst>
                  <a:ext uri="{FF2B5EF4-FFF2-40B4-BE49-F238E27FC236}">
                    <a16:creationId xmlns:a16="http://schemas.microsoft.com/office/drawing/2014/main" id="{738E4ECC-AFC5-5CEC-0591-A1BFD73C4A37}"/>
                  </a:ext>
                </a:extLst>
              </p:cNvPr>
              <p:cNvSpPr/>
              <p:nvPr/>
            </p:nvSpPr>
            <p:spPr>
              <a:xfrm>
                <a:off x="5934387"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73" name="Freeform: Shape 11972">
                <a:extLst>
                  <a:ext uri="{FF2B5EF4-FFF2-40B4-BE49-F238E27FC236}">
                    <a16:creationId xmlns:a16="http://schemas.microsoft.com/office/drawing/2014/main" id="{803D3B88-F49E-3F9B-1FE4-E7CCF969BA8E}"/>
                  </a:ext>
                </a:extLst>
              </p:cNvPr>
              <p:cNvSpPr/>
              <p:nvPr/>
            </p:nvSpPr>
            <p:spPr>
              <a:xfrm>
                <a:off x="5934387"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74" name="Freeform: Shape 11973">
                <a:extLst>
                  <a:ext uri="{FF2B5EF4-FFF2-40B4-BE49-F238E27FC236}">
                    <a16:creationId xmlns:a16="http://schemas.microsoft.com/office/drawing/2014/main" id="{EADC631F-4B7A-B023-C727-AE752F4FB80A}"/>
                  </a:ext>
                </a:extLst>
              </p:cNvPr>
              <p:cNvSpPr/>
              <p:nvPr/>
            </p:nvSpPr>
            <p:spPr>
              <a:xfrm>
                <a:off x="5934387"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75" name="Freeform: Shape 11974">
                <a:extLst>
                  <a:ext uri="{FF2B5EF4-FFF2-40B4-BE49-F238E27FC236}">
                    <a16:creationId xmlns:a16="http://schemas.microsoft.com/office/drawing/2014/main" id="{F88212C3-8A94-7684-C0F3-400F9D7D4AE5}"/>
                  </a:ext>
                </a:extLst>
              </p:cNvPr>
              <p:cNvSpPr/>
              <p:nvPr/>
            </p:nvSpPr>
            <p:spPr>
              <a:xfrm>
                <a:off x="5934387"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976" name="Freeform: Shape 11975">
                <a:extLst>
                  <a:ext uri="{FF2B5EF4-FFF2-40B4-BE49-F238E27FC236}">
                    <a16:creationId xmlns:a16="http://schemas.microsoft.com/office/drawing/2014/main" id="{885EA587-7A4E-7EA1-F26E-2E3590EEB6E8}"/>
                  </a:ext>
                </a:extLst>
              </p:cNvPr>
              <p:cNvSpPr/>
              <p:nvPr/>
            </p:nvSpPr>
            <p:spPr>
              <a:xfrm>
                <a:off x="5934387"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A100"/>
              </a:solidFill>
              <a:ln w="2679" cap="rnd">
                <a:solidFill>
                  <a:srgbClr val="999999"/>
                </a:solidFill>
                <a:prstDash val="solid"/>
                <a:round/>
              </a:ln>
            </p:spPr>
            <p:txBody>
              <a:bodyPr/>
              <a:lstStyle/>
              <a:p>
                <a:endParaRPr lang="en-US" sz="1701"/>
              </a:p>
            </p:txBody>
          </p:sp>
          <p:sp>
            <p:nvSpPr>
              <p:cNvPr id="11977" name="Freeform: Shape 11976">
                <a:extLst>
                  <a:ext uri="{FF2B5EF4-FFF2-40B4-BE49-F238E27FC236}">
                    <a16:creationId xmlns:a16="http://schemas.microsoft.com/office/drawing/2014/main" id="{B3B0437B-0667-A4E0-9860-DE9172F2E47B}"/>
                  </a:ext>
                </a:extLst>
              </p:cNvPr>
              <p:cNvSpPr/>
              <p:nvPr/>
            </p:nvSpPr>
            <p:spPr>
              <a:xfrm>
                <a:off x="5934387"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978" name="Freeform: Shape 11977">
                <a:extLst>
                  <a:ext uri="{FF2B5EF4-FFF2-40B4-BE49-F238E27FC236}">
                    <a16:creationId xmlns:a16="http://schemas.microsoft.com/office/drawing/2014/main" id="{F030C9B5-2B8F-CE8E-1D93-6A8CEACF07BC}"/>
                  </a:ext>
                </a:extLst>
              </p:cNvPr>
              <p:cNvSpPr/>
              <p:nvPr/>
            </p:nvSpPr>
            <p:spPr>
              <a:xfrm>
                <a:off x="5934387"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1979" name="Freeform: Shape 11978">
                <a:extLst>
                  <a:ext uri="{FF2B5EF4-FFF2-40B4-BE49-F238E27FC236}">
                    <a16:creationId xmlns:a16="http://schemas.microsoft.com/office/drawing/2014/main" id="{1A2486C2-E0DE-A38A-C528-397130E72FB1}"/>
                  </a:ext>
                </a:extLst>
              </p:cNvPr>
              <p:cNvSpPr/>
              <p:nvPr/>
            </p:nvSpPr>
            <p:spPr>
              <a:xfrm>
                <a:off x="5934387"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0D5"/>
              </a:solidFill>
              <a:ln w="2679" cap="rnd">
                <a:solidFill>
                  <a:srgbClr val="999999"/>
                </a:solidFill>
                <a:prstDash val="solid"/>
                <a:round/>
              </a:ln>
            </p:spPr>
            <p:txBody>
              <a:bodyPr/>
              <a:lstStyle/>
              <a:p>
                <a:endParaRPr lang="en-US" sz="1701"/>
              </a:p>
            </p:txBody>
          </p:sp>
          <p:sp>
            <p:nvSpPr>
              <p:cNvPr id="11980" name="Freeform: Shape 11979">
                <a:extLst>
                  <a:ext uri="{FF2B5EF4-FFF2-40B4-BE49-F238E27FC236}">
                    <a16:creationId xmlns:a16="http://schemas.microsoft.com/office/drawing/2014/main" id="{3F9C543D-9CD2-0DA9-840A-E800DE261DD5}"/>
                  </a:ext>
                </a:extLst>
              </p:cNvPr>
              <p:cNvSpPr/>
              <p:nvPr/>
            </p:nvSpPr>
            <p:spPr>
              <a:xfrm>
                <a:off x="5934387"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A100"/>
              </a:solidFill>
              <a:ln w="2679" cap="rnd">
                <a:solidFill>
                  <a:srgbClr val="999999"/>
                </a:solidFill>
                <a:prstDash val="solid"/>
                <a:round/>
              </a:ln>
            </p:spPr>
            <p:txBody>
              <a:bodyPr/>
              <a:lstStyle/>
              <a:p>
                <a:endParaRPr lang="en-US" sz="1701"/>
              </a:p>
            </p:txBody>
          </p:sp>
          <p:sp>
            <p:nvSpPr>
              <p:cNvPr id="11981" name="Freeform: Shape 11980">
                <a:extLst>
                  <a:ext uri="{FF2B5EF4-FFF2-40B4-BE49-F238E27FC236}">
                    <a16:creationId xmlns:a16="http://schemas.microsoft.com/office/drawing/2014/main" id="{DF173977-8911-4C53-3B65-7ED59A2666C4}"/>
                  </a:ext>
                </a:extLst>
              </p:cNvPr>
              <p:cNvSpPr/>
              <p:nvPr/>
            </p:nvSpPr>
            <p:spPr>
              <a:xfrm>
                <a:off x="5934387"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1982" name="Freeform: Shape 11981">
                <a:extLst>
                  <a:ext uri="{FF2B5EF4-FFF2-40B4-BE49-F238E27FC236}">
                    <a16:creationId xmlns:a16="http://schemas.microsoft.com/office/drawing/2014/main" id="{B4054428-AED0-1700-B5E5-57F914B19AD5}"/>
                  </a:ext>
                </a:extLst>
              </p:cNvPr>
              <p:cNvSpPr/>
              <p:nvPr/>
            </p:nvSpPr>
            <p:spPr>
              <a:xfrm>
                <a:off x="5996624"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83" name="Freeform: Shape 11982">
                <a:extLst>
                  <a:ext uri="{FF2B5EF4-FFF2-40B4-BE49-F238E27FC236}">
                    <a16:creationId xmlns:a16="http://schemas.microsoft.com/office/drawing/2014/main" id="{262A6454-3F22-8FFE-3BA9-61DA00AE98E6}"/>
                  </a:ext>
                </a:extLst>
              </p:cNvPr>
              <p:cNvSpPr/>
              <p:nvPr/>
            </p:nvSpPr>
            <p:spPr>
              <a:xfrm>
                <a:off x="5996624"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984" name="Freeform: Shape 11983">
                <a:extLst>
                  <a:ext uri="{FF2B5EF4-FFF2-40B4-BE49-F238E27FC236}">
                    <a16:creationId xmlns:a16="http://schemas.microsoft.com/office/drawing/2014/main" id="{E3EB6B84-E502-17CE-51A1-2FADC9E170AE}"/>
                  </a:ext>
                </a:extLst>
              </p:cNvPr>
              <p:cNvSpPr/>
              <p:nvPr/>
            </p:nvSpPr>
            <p:spPr>
              <a:xfrm>
                <a:off x="5996624"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85" name="Freeform: Shape 11984">
                <a:extLst>
                  <a:ext uri="{FF2B5EF4-FFF2-40B4-BE49-F238E27FC236}">
                    <a16:creationId xmlns:a16="http://schemas.microsoft.com/office/drawing/2014/main" id="{BC565B91-D948-78BF-29CC-32AE64CE99A4}"/>
                  </a:ext>
                </a:extLst>
              </p:cNvPr>
              <p:cNvSpPr/>
              <p:nvPr/>
            </p:nvSpPr>
            <p:spPr>
              <a:xfrm>
                <a:off x="5996624"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86" name="Freeform: Shape 11985">
                <a:extLst>
                  <a:ext uri="{FF2B5EF4-FFF2-40B4-BE49-F238E27FC236}">
                    <a16:creationId xmlns:a16="http://schemas.microsoft.com/office/drawing/2014/main" id="{C3621AB5-F2B4-8F10-977F-F0400AAD4806}"/>
                  </a:ext>
                </a:extLst>
              </p:cNvPr>
              <p:cNvSpPr/>
              <p:nvPr/>
            </p:nvSpPr>
            <p:spPr>
              <a:xfrm>
                <a:off x="5996624"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BF4"/>
              </a:solidFill>
              <a:ln w="2679" cap="rnd">
                <a:solidFill>
                  <a:srgbClr val="999999"/>
                </a:solidFill>
                <a:prstDash val="solid"/>
                <a:round/>
              </a:ln>
            </p:spPr>
            <p:txBody>
              <a:bodyPr/>
              <a:lstStyle/>
              <a:p>
                <a:endParaRPr lang="en-US" sz="1701"/>
              </a:p>
            </p:txBody>
          </p:sp>
          <p:sp>
            <p:nvSpPr>
              <p:cNvPr id="11987" name="Freeform: Shape 11986">
                <a:extLst>
                  <a:ext uri="{FF2B5EF4-FFF2-40B4-BE49-F238E27FC236}">
                    <a16:creationId xmlns:a16="http://schemas.microsoft.com/office/drawing/2014/main" id="{FED1D6BE-B50D-42E9-5765-C23758213695}"/>
                  </a:ext>
                </a:extLst>
              </p:cNvPr>
              <p:cNvSpPr/>
              <p:nvPr/>
            </p:nvSpPr>
            <p:spPr>
              <a:xfrm>
                <a:off x="5996624"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88" name="Freeform: Shape 11987">
                <a:extLst>
                  <a:ext uri="{FF2B5EF4-FFF2-40B4-BE49-F238E27FC236}">
                    <a16:creationId xmlns:a16="http://schemas.microsoft.com/office/drawing/2014/main" id="{8BE8E4A7-2918-AC4A-EF62-5C8347C980B9}"/>
                  </a:ext>
                </a:extLst>
              </p:cNvPr>
              <p:cNvSpPr/>
              <p:nvPr/>
            </p:nvSpPr>
            <p:spPr>
              <a:xfrm>
                <a:off x="5996624"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89" name="Freeform: Shape 11988">
                <a:extLst>
                  <a:ext uri="{FF2B5EF4-FFF2-40B4-BE49-F238E27FC236}">
                    <a16:creationId xmlns:a16="http://schemas.microsoft.com/office/drawing/2014/main" id="{73BE94C6-169E-527A-3272-7B7B402D849E}"/>
                  </a:ext>
                </a:extLst>
              </p:cNvPr>
              <p:cNvSpPr/>
              <p:nvPr/>
            </p:nvSpPr>
            <p:spPr>
              <a:xfrm>
                <a:off x="5996624"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0" name="Freeform: Shape 11989">
                <a:extLst>
                  <a:ext uri="{FF2B5EF4-FFF2-40B4-BE49-F238E27FC236}">
                    <a16:creationId xmlns:a16="http://schemas.microsoft.com/office/drawing/2014/main" id="{1D1C0305-1B78-B5DD-DF51-05089F5EB381}"/>
                  </a:ext>
                </a:extLst>
              </p:cNvPr>
              <p:cNvSpPr/>
              <p:nvPr/>
            </p:nvSpPr>
            <p:spPr>
              <a:xfrm>
                <a:off x="5996624"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1" name="Freeform: Shape 11990">
                <a:extLst>
                  <a:ext uri="{FF2B5EF4-FFF2-40B4-BE49-F238E27FC236}">
                    <a16:creationId xmlns:a16="http://schemas.microsoft.com/office/drawing/2014/main" id="{F29CC806-49F8-5EBB-A130-5D51D6282CD3}"/>
                  </a:ext>
                </a:extLst>
              </p:cNvPr>
              <p:cNvSpPr/>
              <p:nvPr/>
            </p:nvSpPr>
            <p:spPr>
              <a:xfrm>
                <a:off x="5996624"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2" name="Freeform: Shape 11991">
                <a:extLst>
                  <a:ext uri="{FF2B5EF4-FFF2-40B4-BE49-F238E27FC236}">
                    <a16:creationId xmlns:a16="http://schemas.microsoft.com/office/drawing/2014/main" id="{77DBA3D4-8ED8-4348-FE0B-C7911CDC6965}"/>
                  </a:ext>
                </a:extLst>
              </p:cNvPr>
              <p:cNvSpPr/>
              <p:nvPr/>
            </p:nvSpPr>
            <p:spPr>
              <a:xfrm>
                <a:off x="5996624"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1993" name="Freeform: Shape 11992">
                <a:extLst>
                  <a:ext uri="{FF2B5EF4-FFF2-40B4-BE49-F238E27FC236}">
                    <a16:creationId xmlns:a16="http://schemas.microsoft.com/office/drawing/2014/main" id="{A74060AE-4FF3-62B4-22B8-237924D8D469}"/>
                  </a:ext>
                </a:extLst>
              </p:cNvPr>
              <p:cNvSpPr/>
              <p:nvPr/>
            </p:nvSpPr>
            <p:spPr>
              <a:xfrm>
                <a:off x="5996624"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4" name="Freeform: Shape 11993">
                <a:extLst>
                  <a:ext uri="{FF2B5EF4-FFF2-40B4-BE49-F238E27FC236}">
                    <a16:creationId xmlns:a16="http://schemas.microsoft.com/office/drawing/2014/main" id="{D66A395B-7145-988F-AA1E-4F16F003B2F7}"/>
                  </a:ext>
                </a:extLst>
              </p:cNvPr>
              <p:cNvSpPr/>
              <p:nvPr/>
            </p:nvSpPr>
            <p:spPr>
              <a:xfrm>
                <a:off x="5996624"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5" name="Freeform: Shape 11994">
                <a:extLst>
                  <a:ext uri="{FF2B5EF4-FFF2-40B4-BE49-F238E27FC236}">
                    <a16:creationId xmlns:a16="http://schemas.microsoft.com/office/drawing/2014/main" id="{260B5715-7C94-B92C-491A-4A6E5F097B32}"/>
                  </a:ext>
                </a:extLst>
              </p:cNvPr>
              <p:cNvSpPr/>
              <p:nvPr/>
            </p:nvSpPr>
            <p:spPr>
              <a:xfrm>
                <a:off x="5996624"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6" name="Freeform: Shape 11995">
                <a:extLst>
                  <a:ext uri="{FF2B5EF4-FFF2-40B4-BE49-F238E27FC236}">
                    <a16:creationId xmlns:a16="http://schemas.microsoft.com/office/drawing/2014/main" id="{E70BEFC5-FF1B-64D1-DA46-7F8CF50FD02C}"/>
                  </a:ext>
                </a:extLst>
              </p:cNvPr>
              <p:cNvSpPr/>
              <p:nvPr/>
            </p:nvSpPr>
            <p:spPr>
              <a:xfrm>
                <a:off x="5996624"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7" name="Freeform: Shape 11996">
                <a:extLst>
                  <a:ext uri="{FF2B5EF4-FFF2-40B4-BE49-F238E27FC236}">
                    <a16:creationId xmlns:a16="http://schemas.microsoft.com/office/drawing/2014/main" id="{E42F23A1-CD7D-6493-13BB-92DCACBA8D99}"/>
                  </a:ext>
                </a:extLst>
              </p:cNvPr>
              <p:cNvSpPr/>
              <p:nvPr/>
            </p:nvSpPr>
            <p:spPr>
              <a:xfrm>
                <a:off x="5996624"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8" name="Freeform: Shape 11997">
                <a:extLst>
                  <a:ext uri="{FF2B5EF4-FFF2-40B4-BE49-F238E27FC236}">
                    <a16:creationId xmlns:a16="http://schemas.microsoft.com/office/drawing/2014/main" id="{781B15CD-2BF6-2FBA-3067-24204175232B}"/>
                  </a:ext>
                </a:extLst>
              </p:cNvPr>
              <p:cNvSpPr/>
              <p:nvPr/>
            </p:nvSpPr>
            <p:spPr>
              <a:xfrm>
                <a:off x="5996624"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1999" name="Freeform: Shape 11998">
                <a:extLst>
                  <a:ext uri="{FF2B5EF4-FFF2-40B4-BE49-F238E27FC236}">
                    <a16:creationId xmlns:a16="http://schemas.microsoft.com/office/drawing/2014/main" id="{F1D96B7E-B910-9D5C-F42A-44DEFA2D25F4}"/>
                  </a:ext>
                </a:extLst>
              </p:cNvPr>
              <p:cNvSpPr/>
              <p:nvPr/>
            </p:nvSpPr>
            <p:spPr>
              <a:xfrm>
                <a:off x="5996624"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00" name="Freeform: Shape 11999">
                <a:extLst>
                  <a:ext uri="{FF2B5EF4-FFF2-40B4-BE49-F238E27FC236}">
                    <a16:creationId xmlns:a16="http://schemas.microsoft.com/office/drawing/2014/main" id="{1DE91EFE-DE19-86B4-4487-AC95C24E0D05}"/>
                  </a:ext>
                </a:extLst>
              </p:cNvPr>
              <p:cNvSpPr/>
              <p:nvPr/>
            </p:nvSpPr>
            <p:spPr>
              <a:xfrm>
                <a:off x="5996624"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01" name="Freeform: Shape 12000">
                <a:extLst>
                  <a:ext uri="{FF2B5EF4-FFF2-40B4-BE49-F238E27FC236}">
                    <a16:creationId xmlns:a16="http://schemas.microsoft.com/office/drawing/2014/main" id="{297B7018-2F32-A530-B521-3283D9760172}"/>
                  </a:ext>
                </a:extLst>
              </p:cNvPr>
              <p:cNvSpPr/>
              <p:nvPr/>
            </p:nvSpPr>
            <p:spPr>
              <a:xfrm>
                <a:off x="5996624"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2002" name="Freeform: Shape 12001">
                <a:extLst>
                  <a:ext uri="{FF2B5EF4-FFF2-40B4-BE49-F238E27FC236}">
                    <a16:creationId xmlns:a16="http://schemas.microsoft.com/office/drawing/2014/main" id="{7C02ED13-038B-7B5D-AEF7-FBEC04FBDD43}"/>
                  </a:ext>
                </a:extLst>
              </p:cNvPr>
              <p:cNvSpPr/>
              <p:nvPr/>
            </p:nvSpPr>
            <p:spPr>
              <a:xfrm>
                <a:off x="5996624"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2003" name="Freeform: Shape 12002">
                <a:extLst>
                  <a:ext uri="{FF2B5EF4-FFF2-40B4-BE49-F238E27FC236}">
                    <a16:creationId xmlns:a16="http://schemas.microsoft.com/office/drawing/2014/main" id="{DEF52D11-9CB2-A702-0FBD-F622D417BAB3}"/>
                  </a:ext>
                </a:extLst>
              </p:cNvPr>
              <p:cNvSpPr/>
              <p:nvPr/>
            </p:nvSpPr>
            <p:spPr>
              <a:xfrm>
                <a:off x="5996624"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1400"/>
              </a:solidFill>
              <a:ln w="2679" cap="rnd">
                <a:solidFill>
                  <a:srgbClr val="999999"/>
                </a:solidFill>
                <a:prstDash val="solid"/>
                <a:round/>
              </a:ln>
            </p:spPr>
            <p:txBody>
              <a:bodyPr/>
              <a:lstStyle/>
              <a:p>
                <a:endParaRPr lang="en-US" sz="1701"/>
              </a:p>
            </p:txBody>
          </p:sp>
          <p:sp>
            <p:nvSpPr>
              <p:cNvPr id="12004" name="Freeform: Shape 12003">
                <a:extLst>
                  <a:ext uri="{FF2B5EF4-FFF2-40B4-BE49-F238E27FC236}">
                    <a16:creationId xmlns:a16="http://schemas.microsoft.com/office/drawing/2014/main" id="{0D15E2FA-5D15-FFB3-31E0-545D207B1660}"/>
                  </a:ext>
                </a:extLst>
              </p:cNvPr>
              <p:cNvSpPr/>
              <p:nvPr/>
            </p:nvSpPr>
            <p:spPr>
              <a:xfrm>
                <a:off x="5996624"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05" name="Freeform: Shape 12004">
                <a:extLst>
                  <a:ext uri="{FF2B5EF4-FFF2-40B4-BE49-F238E27FC236}">
                    <a16:creationId xmlns:a16="http://schemas.microsoft.com/office/drawing/2014/main" id="{6F7D5DD0-C371-A80B-7A96-E3CF7C2E136F}"/>
                  </a:ext>
                </a:extLst>
              </p:cNvPr>
              <p:cNvSpPr/>
              <p:nvPr/>
            </p:nvSpPr>
            <p:spPr>
              <a:xfrm>
                <a:off x="5996624"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06" name="Freeform: Shape 12005">
                <a:extLst>
                  <a:ext uri="{FF2B5EF4-FFF2-40B4-BE49-F238E27FC236}">
                    <a16:creationId xmlns:a16="http://schemas.microsoft.com/office/drawing/2014/main" id="{E0FC3096-794D-C745-A85B-B66433329F97}"/>
                  </a:ext>
                </a:extLst>
              </p:cNvPr>
              <p:cNvSpPr/>
              <p:nvPr/>
            </p:nvSpPr>
            <p:spPr>
              <a:xfrm>
                <a:off x="5996624"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07" name="Freeform: Shape 12006">
                <a:extLst>
                  <a:ext uri="{FF2B5EF4-FFF2-40B4-BE49-F238E27FC236}">
                    <a16:creationId xmlns:a16="http://schemas.microsoft.com/office/drawing/2014/main" id="{78E3C7C1-43C9-D5E7-7771-480EB40EA5AB}"/>
                  </a:ext>
                </a:extLst>
              </p:cNvPr>
              <p:cNvSpPr/>
              <p:nvPr/>
            </p:nvSpPr>
            <p:spPr>
              <a:xfrm>
                <a:off x="5996624"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2008" name="Freeform: Shape 12007">
                <a:extLst>
                  <a:ext uri="{FF2B5EF4-FFF2-40B4-BE49-F238E27FC236}">
                    <a16:creationId xmlns:a16="http://schemas.microsoft.com/office/drawing/2014/main" id="{FB495483-D7F7-515A-59B0-0309D13E5544}"/>
                  </a:ext>
                </a:extLst>
              </p:cNvPr>
              <p:cNvSpPr/>
              <p:nvPr/>
            </p:nvSpPr>
            <p:spPr>
              <a:xfrm>
                <a:off x="5996624"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09" name="Freeform: Shape 12008">
                <a:extLst>
                  <a:ext uri="{FF2B5EF4-FFF2-40B4-BE49-F238E27FC236}">
                    <a16:creationId xmlns:a16="http://schemas.microsoft.com/office/drawing/2014/main" id="{8790EA11-42D2-B568-21A9-E8DB47589189}"/>
                  </a:ext>
                </a:extLst>
              </p:cNvPr>
              <p:cNvSpPr/>
              <p:nvPr/>
            </p:nvSpPr>
            <p:spPr>
              <a:xfrm>
                <a:off x="6058938"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5F5F5"/>
              </a:solidFill>
              <a:ln w="2679" cap="rnd">
                <a:solidFill>
                  <a:srgbClr val="999999"/>
                </a:solidFill>
                <a:prstDash val="solid"/>
                <a:round/>
              </a:ln>
            </p:spPr>
            <p:txBody>
              <a:bodyPr/>
              <a:lstStyle/>
              <a:p>
                <a:endParaRPr lang="en-US" sz="1701"/>
              </a:p>
            </p:txBody>
          </p:sp>
          <p:sp>
            <p:nvSpPr>
              <p:cNvPr id="12010" name="Freeform: Shape 12009">
                <a:extLst>
                  <a:ext uri="{FF2B5EF4-FFF2-40B4-BE49-F238E27FC236}">
                    <a16:creationId xmlns:a16="http://schemas.microsoft.com/office/drawing/2014/main" id="{C39CDFD6-11FF-AF8A-2CB8-FAFE74CDBA99}"/>
                  </a:ext>
                </a:extLst>
              </p:cNvPr>
              <p:cNvSpPr/>
              <p:nvPr/>
            </p:nvSpPr>
            <p:spPr>
              <a:xfrm>
                <a:off x="6058938"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011" name="Freeform: Shape 12010">
                <a:extLst>
                  <a:ext uri="{FF2B5EF4-FFF2-40B4-BE49-F238E27FC236}">
                    <a16:creationId xmlns:a16="http://schemas.microsoft.com/office/drawing/2014/main" id="{825B2D28-B01E-C614-DB4F-9FBB7BBCE385}"/>
                  </a:ext>
                </a:extLst>
              </p:cNvPr>
              <p:cNvSpPr/>
              <p:nvPr/>
            </p:nvSpPr>
            <p:spPr>
              <a:xfrm>
                <a:off x="6058938"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12" name="Freeform: Shape 12011">
                <a:extLst>
                  <a:ext uri="{FF2B5EF4-FFF2-40B4-BE49-F238E27FC236}">
                    <a16:creationId xmlns:a16="http://schemas.microsoft.com/office/drawing/2014/main" id="{D1DE9EF5-C9D5-156F-59BF-B2C3FF254273}"/>
                  </a:ext>
                </a:extLst>
              </p:cNvPr>
              <p:cNvSpPr/>
              <p:nvPr/>
            </p:nvSpPr>
            <p:spPr>
              <a:xfrm>
                <a:off x="6058938"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13" name="Freeform: Shape 12012">
                <a:extLst>
                  <a:ext uri="{FF2B5EF4-FFF2-40B4-BE49-F238E27FC236}">
                    <a16:creationId xmlns:a16="http://schemas.microsoft.com/office/drawing/2014/main" id="{6E269EFD-44C4-0A9B-9A04-D0427CDC5C40}"/>
                  </a:ext>
                </a:extLst>
              </p:cNvPr>
              <p:cNvSpPr/>
              <p:nvPr/>
            </p:nvSpPr>
            <p:spPr>
              <a:xfrm>
                <a:off x="6058938"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14" name="Freeform: Shape 12013">
                <a:extLst>
                  <a:ext uri="{FF2B5EF4-FFF2-40B4-BE49-F238E27FC236}">
                    <a16:creationId xmlns:a16="http://schemas.microsoft.com/office/drawing/2014/main" id="{8FDEF36F-AA62-66E3-C621-6F38313814BB}"/>
                  </a:ext>
                </a:extLst>
              </p:cNvPr>
              <p:cNvSpPr/>
              <p:nvPr/>
            </p:nvSpPr>
            <p:spPr>
              <a:xfrm>
                <a:off x="6058938"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15" name="Freeform: Shape 12014">
                <a:extLst>
                  <a:ext uri="{FF2B5EF4-FFF2-40B4-BE49-F238E27FC236}">
                    <a16:creationId xmlns:a16="http://schemas.microsoft.com/office/drawing/2014/main" id="{DFADB7BC-2D2F-7D1A-78FC-F0B7B669ABF0}"/>
                  </a:ext>
                </a:extLst>
              </p:cNvPr>
              <p:cNvSpPr/>
              <p:nvPr/>
            </p:nvSpPr>
            <p:spPr>
              <a:xfrm>
                <a:off x="6058938"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2016" name="Freeform: Shape 12015">
                <a:extLst>
                  <a:ext uri="{FF2B5EF4-FFF2-40B4-BE49-F238E27FC236}">
                    <a16:creationId xmlns:a16="http://schemas.microsoft.com/office/drawing/2014/main" id="{964231AE-8C53-3DB1-C986-126BB808CC8C}"/>
                  </a:ext>
                </a:extLst>
              </p:cNvPr>
              <p:cNvSpPr/>
              <p:nvPr/>
            </p:nvSpPr>
            <p:spPr>
              <a:xfrm>
                <a:off x="6058938"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2017" name="Freeform: Shape 12016">
                <a:extLst>
                  <a:ext uri="{FF2B5EF4-FFF2-40B4-BE49-F238E27FC236}">
                    <a16:creationId xmlns:a16="http://schemas.microsoft.com/office/drawing/2014/main" id="{32F36108-B629-2286-D86D-0CA96174EC8F}"/>
                  </a:ext>
                </a:extLst>
              </p:cNvPr>
              <p:cNvSpPr/>
              <p:nvPr/>
            </p:nvSpPr>
            <p:spPr>
              <a:xfrm>
                <a:off x="6058938"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CF77"/>
              </a:solidFill>
              <a:ln w="2679" cap="rnd">
                <a:solidFill>
                  <a:srgbClr val="999999"/>
                </a:solidFill>
                <a:prstDash val="solid"/>
                <a:round/>
              </a:ln>
            </p:spPr>
            <p:txBody>
              <a:bodyPr/>
              <a:lstStyle/>
              <a:p>
                <a:endParaRPr lang="en-US" sz="1701"/>
              </a:p>
            </p:txBody>
          </p:sp>
          <p:sp>
            <p:nvSpPr>
              <p:cNvPr id="12018" name="Freeform: Shape 12017">
                <a:extLst>
                  <a:ext uri="{FF2B5EF4-FFF2-40B4-BE49-F238E27FC236}">
                    <a16:creationId xmlns:a16="http://schemas.microsoft.com/office/drawing/2014/main" id="{3A42CF58-8AB0-18E3-7157-B7E9FAAF603A}"/>
                  </a:ext>
                </a:extLst>
              </p:cNvPr>
              <p:cNvSpPr/>
              <p:nvPr/>
            </p:nvSpPr>
            <p:spPr>
              <a:xfrm>
                <a:off x="6058938"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2019" name="Freeform: Shape 12018">
                <a:extLst>
                  <a:ext uri="{FF2B5EF4-FFF2-40B4-BE49-F238E27FC236}">
                    <a16:creationId xmlns:a16="http://schemas.microsoft.com/office/drawing/2014/main" id="{6C7A8D8F-503B-4CBF-0172-1D8D0CF0CC61}"/>
                  </a:ext>
                </a:extLst>
              </p:cNvPr>
              <p:cNvSpPr/>
              <p:nvPr/>
            </p:nvSpPr>
            <p:spPr>
              <a:xfrm>
                <a:off x="6058938"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2020" name="Freeform: Shape 12019">
                <a:extLst>
                  <a:ext uri="{FF2B5EF4-FFF2-40B4-BE49-F238E27FC236}">
                    <a16:creationId xmlns:a16="http://schemas.microsoft.com/office/drawing/2014/main" id="{8BEA1342-3BB8-487C-8934-EB77FA5ACBDC}"/>
                  </a:ext>
                </a:extLst>
              </p:cNvPr>
              <p:cNvSpPr/>
              <p:nvPr/>
            </p:nvSpPr>
            <p:spPr>
              <a:xfrm>
                <a:off x="6058938"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FFB329"/>
              </a:solidFill>
              <a:ln w="2679" cap="rnd">
                <a:solidFill>
                  <a:srgbClr val="999999"/>
                </a:solidFill>
                <a:prstDash val="solid"/>
                <a:round/>
              </a:ln>
            </p:spPr>
            <p:txBody>
              <a:bodyPr/>
              <a:lstStyle/>
              <a:p>
                <a:endParaRPr lang="en-US" sz="1701"/>
              </a:p>
            </p:txBody>
          </p:sp>
          <p:sp>
            <p:nvSpPr>
              <p:cNvPr id="12021" name="Freeform: Shape 12020">
                <a:extLst>
                  <a:ext uri="{FF2B5EF4-FFF2-40B4-BE49-F238E27FC236}">
                    <a16:creationId xmlns:a16="http://schemas.microsoft.com/office/drawing/2014/main" id="{1FDC7456-3FEA-A9E1-53C3-CCEFD4CE1B22}"/>
                  </a:ext>
                </a:extLst>
              </p:cNvPr>
              <p:cNvSpPr/>
              <p:nvPr/>
            </p:nvSpPr>
            <p:spPr>
              <a:xfrm>
                <a:off x="6058938"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2022" name="Freeform: Shape 12021">
                <a:extLst>
                  <a:ext uri="{FF2B5EF4-FFF2-40B4-BE49-F238E27FC236}">
                    <a16:creationId xmlns:a16="http://schemas.microsoft.com/office/drawing/2014/main" id="{10ADA4D4-F7C3-EB77-6B21-9507169AFCD0}"/>
                  </a:ext>
                </a:extLst>
              </p:cNvPr>
              <p:cNvSpPr/>
              <p:nvPr/>
            </p:nvSpPr>
            <p:spPr>
              <a:xfrm>
                <a:off x="6058938"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2023" name="Freeform: Shape 12022">
                <a:extLst>
                  <a:ext uri="{FF2B5EF4-FFF2-40B4-BE49-F238E27FC236}">
                    <a16:creationId xmlns:a16="http://schemas.microsoft.com/office/drawing/2014/main" id="{0B88357D-6363-24FE-6645-D1DF04739BF7}"/>
                  </a:ext>
                </a:extLst>
              </p:cNvPr>
              <p:cNvSpPr/>
              <p:nvPr/>
            </p:nvSpPr>
            <p:spPr>
              <a:xfrm>
                <a:off x="6058938"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24" name="Freeform: Shape 12023">
                <a:extLst>
                  <a:ext uri="{FF2B5EF4-FFF2-40B4-BE49-F238E27FC236}">
                    <a16:creationId xmlns:a16="http://schemas.microsoft.com/office/drawing/2014/main" id="{AAE2DF9D-9C74-93FE-E82C-1107DC1E1F2C}"/>
                  </a:ext>
                </a:extLst>
              </p:cNvPr>
              <p:cNvSpPr/>
              <p:nvPr/>
            </p:nvSpPr>
            <p:spPr>
              <a:xfrm>
                <a:off x="6058938"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25" name="Freeform: Shape 12024">
                <a:extLst>
                  <a:ext uri="{FF2B5EF4-FFF2-40B4-BE49-F238E27FC236}">
                    <a16:creationId xmlns:a16="http://schemas.microsoft.com/office/drawing/2014/main" id="{4425E0F9-DD7A-C8A0-A1E7-137E33428080}"/>
                  </a:ext>
                </a:extLst>
              </p:cNvPr>
              <p:cNvSpPr/>
              <p:nvPr/>
            </p:nvSpPr>
            <p:spPr>
              <a:xfrm>
                <a:off x="6058938"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26" name="Freeform: Shape 12025">
                <a:extLst>
                  <a:ext uri="{FF2B5EF4-FFF2-40B4-BE49-F238E27FC236}">
                    <a16:creationId xmlns:a16="http://schemas.microsoft.com/office/drawing/2014/main" id="{2DA2751F-BDEC-881C-0BCF-CB0E25973128}"/>
                  </a:ext>
                </a:extLst>
              </p:cNvPr>
              <p:cNvSpPr/>
              <p:nvPr/>
            </p:nvSpPr>
            <p:spPr>
              <a:xfrm>
                <a:off x="6058938"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2027" name="Freeform: Shape 12026">
                <a:extLst>
                  <a:ext uri="{FF2B5EF4-FFF2-40B4-BE49-F238E27FC236}">
                    <a16:creationId xmlns:a16="http://schemas.microsoft.com/office/drawing/2014/main" id="{73F4DBE8-F44F-874C-6BD0-FDE87288FED0}"/>
                  </a:ext>
                </a:extLst>
              </p:cNvPr>
              <p:cNvSpPr/>
              <p:nvPr/>
            </p:nvSpPr>
            <p:spPr>
              <a:xfrm>
                <a:off x="6058938"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28" name="Freeform: Shape 12027">
                <a:extLst>
                  <a:ext uri="{FF2B5EF4-FFF2-40B4-BE49-F238E27FC236}">
                    <a16:creationId xmlns:a16="http://schemas.microsoft.com/office/drawing/2014/main" id="{5CE4B76D-A2B3-2FFD-DF1E-4EDCBC90BCD4}"/>
                  </a:ext>
                </a:extLst>
              </p:cNvPr>
              <p:cNvSpPr/>
              <p:nvPr/>
            </p:nvSpPr>
            <p:spPr>
              <a:xfrm>
                <a:off x="6058938"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5D5D5"/>
              </a:solidFill>
              <a:ln w="2679" cap="rnd">
                <a:solidFill>
                  <a:srgbClr val="999999"/>
                </a:solidFill>
                <a:prstDash val="solid"/>
                <a:round/>
              </a:ln>
            </p:spPr>
            <p:txBody>
              <a:bodyPr/>
              <a:lstStyle/>
              <a:p>
                <a:endParaRPr lang="en-US" sz="1701"/>
              </a:p>
            </p:txBody>
          </p:sp>
          <p:sp>
            <p:nvSpPr>
              <p:cNvPr id="12029" name="Freeform: Shape 12028">
                <a:extLst>
                  <a:ext uri="{FF2B5EF4-FFF2-40B4-BE49-F238E27FC236}">
                    <a16:creationId xmlns:a16="http://schemas.microsoft.com/office/drawing/2014/main" id="{0AF6A607-5A8E-7B08-F0BA-5B01DAF64ACE}"/>
                  </a:ext>
                </a:extLst>
              </p:cNvPr>
              <p:cNvSpPr/>
              <p:nvPr/>
            </p:nvSpPr>
            <p:spPr>
              <a:xfrm>
                <a:off x="6058938"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2030" name="Freeform: Shape 12029">
                <a:extLst>
                  <a:ext uri="{FF2B5EF4-FFF2-40B4-BE49-F238E27FC236}">
                    <a16:creationId xmlns:a16="http://schemas.microsoft.com/office/drawing/2014/main" id="{2D92FA7E-B737-D1BE-73A9-66CF01B55E30}"/>
                  </a:ext>
                </a:extLst>
              </p:cNvPr>
              <p:cNvSpPr/>
              <p:nvPr/>
            </p:nvSpPr>
            <p:spPr>
              <a:xfrm>
                <a:off x="6058938"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31" name="Freeform: Shape 12030">
                <a:extLst>
                  <a:ext uri="{FF2B5EF4-FFF2-40B4-BE49-F238E27FC236}">
                    <a16:creationId xmlns:a16="http://schemas.microsoft.com/office/drawing/2014/main" id="{5A8D46D8-C6DC-4F2C-56FE-D3D7399E9ED4}"/>
                  </a:ext>
                </a:extLst>
              </p:cNvPr>
              <p:cNvSpPr/>
              <p:nvPr/>
            </p:nvSpPr>
            <p:spPr>
              <a:xfrm>
                <a:off x="6058938"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2032" name="Freeform: Shape 12031">
                <a:extLst>
                  <a:ext uri="{FF2B5EF4-FFF2-40B4-BE49-F238E27FC236}">
                    <a16:creationId xmlns:a16="http://schemas.microsoft.com/office/drawing/2014/main" id="{DAB3B30E-7A68-604E-906B-067B0ED43834}"/>
                  </a:ext>
                </a:extLst>
              </p:cNvPr>
              <p:cNvSpPr/>
              <p:nvPr/>
            </p:nvSpPr>
            <p:spPr>
              <a:xfrm>
                <a:off x="6058938"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33" name="Freeform: Shape 12032">
                <a:extLst>
                  <a:ext uri="{FF2B5EF4-FFF2-40B4-BE49-F238E27FC236}">
                    <a16:creationId xmlns:a16="http://schemas.microsoft.com/office/drawing/2014/main" id="{F53C0459-A430-EA3E-3242-D87A1906A20A}"/>
                  </a:ext>
                </a:extLst>
              </p:cNvPr>
              <p:cNvSpPr/>
              <p:nvPr/>
            </p:nvSpPr>
            <p:spPr>
              <a:xfrm>
                <a:off x="6058938"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BE48"/>
              </a:solidFill>
              <a:ln w="2679" cap="rnd">
                <a:solidFill>
                  <a:srgbClr val="999999"/>
                </a:solidFill>
                <a:prstDash val="solid"/>
                <a:round/>
              </a:ln>
            </p:spPr>
            <p:txBody>
              <a:bodyPr/>
              <a:lstStyle/>
              <a:p>
                <a:endParaRPr lang="en-US" sz="1701"/>
              </a:p>
            </p:txBody>
          </p:sp>
          <p:sp>
            <p:nvSpPr>
              <p:cNvPr id="12034" name="Freeform: Shape 12033">
                <a:extLst>
                  <a:ext uri="{FF2B5EF4-FFF2-40B4-BE49-F238E27FC236}">
                    <a16:creationId xmlns:a16="http://schemas.microsoft.com/office/drawing/2014/main" id="{87C7626D-9616-6E32-20AC-1E6DE2E7F1A4}"/>
                  </a:ext>
                </a:extLst>
              </p:cNvPr>
              <p:cNvSpPr/>
              <p:nvPr/>
            </p:nvSpPr>
            <p:spPr>
              <a:xfrm>
                <a:off x="6058938"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35" name="Freeform: Shape 12034">
                <a:extLst>
                  <a:ext uri="{FF2B5EF4-FFF2-40B4-BE49-F238E27FC236}">
                    <a16:creationId xmlns:a16="http://schemas.microsoft.com/office/drawing/2014/main" id="{0C576C15-4E6A-D54F-F0D4-13A63BC833F3}"/>
                  </a:ext>
                </a:extLst>
              </p:cNvPr>
              <p:cNvSpPr/>
              <p:nvPr/>
            </p:nvSpPr>
            <p:spPr>
              <a:xfrm>
                <a:off x="6058938"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36" name="Freeform: Shape 12035">
                <a:extLst>
                  <a:ext uri="{FF2B5EF4-FFF2-40B4-BE49-F238E27FC236}">
                    <a16:creationId xmlns:a16="http://schemas.microsoft.com/office/drawing/2014/main" id="{E8181E98-F2DF-6A5E-6BD3-D0431B3E3376}"/>
                  </a:ext>
                </a:extLst>
              </p:cNvPr>
              <p:cNvSpPr/>
              <p:nvPr/>
            </p:nvSpPr>
            <p:spPr>
              <a:xfrm>
                <a:off x="6121176"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2037" name="Freeform: Shape 12036">
                <a:extLst>
                  <a:ext uri="{FF2B5EF4-FFF2-40B4-BE49-F238E27FC236}">
                    <a16:creationId xmlns:a16="http://schemas.microsoft.com/office/drawing/2014/main" id="{025FDE70-D90A-79CD-9688-37DA7D3D867D}"/>
                  </a:ext>
                </a:extLst>
              </p:cNvPr>
              <p:cNvSpPr/>
              <p:nvPr/>
            </p:nvSpPr>
            <p:spPr>
              <a:xfrm>
                <a:off x="6121176"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38" name="Freeform: Shape 12037">
                <a:extLst>
                  <a:ext uri="{FF2B5EF4-FFF2-40B4-BE49-F238E27FC236}">
                    <a16:creationId xmlns:a16="http://schemas.microsoft.com/office/drawing/2014/main" id="{319E8268-17B2-AFD1-D25E-ADC4E139FF7C}"/>
                  </a:ext>
                </a:extLst>
              </p:cNvPr>
              <p:cNvSpPr/>
              <p:nvPr/>
            </p:nvSpPr>
            <p:spPr>
              <a:xfrm>
                <a:off x="6121176"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39" name="Freeform: Shape 12038">
                <a:extLst>
                  <a:ext uri="{FF2B5EF4-FFF2-40B4-BE49-F238E27FC236}">
                    <a16:creationId xmlns:a16="http://schemas.microsoft.com/office/drawing/2014/main" id="{BBF80A39-5419-9DD6-C3CF-D1D5645194FB}"/>
                  </a:ext>
                </a:extLst>
              </p:cNvPr>
              <p:cNvSpPr/>
              <p:nvPr/>
            </p:nvSpPr>
            <p:spPr>
              <a:xfrm>
                <a:off x="6121176"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40" name="Freeform: Shape 12039">
                <a:extLst>
                  <a:ext uri="{FF2B5EF4-FFF2-40B4-BE49-F238E27FC236}">
                    <a16:creationId xmlns:a16="http://schemas.microsoft.com/office/drawing/2014/main" id="{871E614C-B0A9-1496-E468-341953AB2750}"/>
                  </a:ext>
                </a:extLst>
              </p:cNvPr>
              <p:cNvSpPr/>
              <p:nvPr/>
            </p:nvSpPr>
            <p:spPr>
              <a:xfrm>
                <a:off x="6121176"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41" name="Freeform: Shape 12040">
                <a:extLst>
                  <a:ext uri="{FF2B5EF4-FFF2-40B4-BE49-F238E27FC236}">
                    <a16:creationId xmlns:a16="http://schemas.microsoft.com/office/drawing/2014/main" id="{24394402-CD66-126F-046B-0A7E66C35454}"/>
                  </a:ext>
                </a:extLst>
              </p:cNvPr>
              <p:cNvSpPr/>
              <p:nvPr/>
            </p:nvSpPr>
            <p:spPr>
              <a:xfrm>
                <a:off x="6121176"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42" name="Freeform: Shape 12041">
                <a:extLst>
                  <a:ext uri="{FF2B5EF4-FFF2-40B4-BE49-F238E27FC236}">
                    <a16:creationId xmlns:a16="http://schemas.microsoft.com/office/drawing/2014/main" id="{5846912F-ABC3-C9B2-5C48-EED710E5E8A4}"/>
                  </a:ext>
                </a:extLst>
              </p:cNvPr>
              <p:cNvSpPr/>
              <p:nvPr/>
            </p:nvSpPr>
            <p:spPr>
              <a:xfrm>
                <a:off x="6121176"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43" name="Freeform: Shape 12042">
                <a:extLst>
                  <a:ext uri="{FF2B5EF4-FFF2-40B4-BE49-F238E27FC236}">
                    <a16:creationId xmlns:a16="http://schemas.microsoft.com/office/drawing/2014/main" id="{D39FD4CA-25BD-FDFC-91B5-8BB2F509D844}"/>
                  </a:ext>
                </a:extLst>
              </p:cNvPr>
              <p:cNvSpPr/>
              <p:nvPr/>
            </p:nvSpPr>
            <p:spPr>
              <a:xfrm>
                <a:off x="6121176"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44" name="Freeform: Shape 12043">
                <a:extLst>
                  <a:ext uri="{FF2B5EF4-FFF2-40B4-BE49-F238E27FC236}">
                    <a16:creationId xmlns:a16="http://schemas.microsoft.com/office/drawing/2014/main" id="{ACCF1F63-498D-24CA-39A3-4191846398E8}"/>
                  </a:ext>
                </a:extLst>
              </p:cNvPr>
              <p:cNvSpPr/>
              <p:nvPr/>
            </p:nvSpPr>
            <p:spPr>
              <a:xfrm>
                <a:off x="6121176"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45" name="Freeform: Shape 12044">
                <a:extLst>
                  <a:ext uri="{FF2B5EF4-FFF2-40B4-BE49-F238E27FC236}">
                    <a16:creationId xmlns:a16="http://schemas.microsoft.com/office/drawing/2014/main" id="{BE3F6AE7-9868-118A-80A3-46EA9C31E634}"/>
                  </a:ext>
                </a:extLst>
              </p:cNvPr>
              <p:cNvSpPr/>
              <p:nvPr/>
            </p:nvSpPr>
            <p:spPr>
              <a:xfrm>
                <a:off x="6121176"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2046" name="Freeform: Shape 12045">
                <a:extLst>
                  <a:ext uri="{FF2B5EF4-FFF2-40B4-BE49-F238E27FC236}">
                    <a16:creationId xmlns:a16="http://schemas.microsoft.com/office/drawing/2014/main" id="{EF2D3015-CCD1-29C5-FC35-5423365E935A}"/>
                  </a:ext>
                </a:extLst>
              </p:cNvPr>
              <p:cNvSpPr/>
              <p:nvPr/>
            </p:nvSpPr>
            <p:spPr>
              <a:xfrm>
                <a:off x="6121176"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47" name="Freeform: Shape 12046">
                <a:extLst>
                  <a:ext uri="{FF2B5EF4-FFF2-40B4-BE49-F238E27FC236}">
                    <a16:creationId xmlns:a16="http://schemas.microsoft.com/office/drawing/2014/main" id="{657A32E9-4424-D018-5D12-84E9649F0D0F}"/>
                  </a:ext>
                </a:extLst>
              </p:cNvPr>
              <p:cNvSpPr/>
              <p:nvPr/>
            </p:nvSpPr>
            <p:spPr>
              <a:xfrm>
                <a:off x="6121176"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48" name="Freeform: Shape 12047">
                <a:extLst>
                  <a:ext uri="{FF2B5EF4-FFF2-40B4-BE49-F238E27FC236}">
                    <a16:creationId xmlns:a16="http://schemas.microsoft.com/office/drawing/2014/main" id="{D2AC89A6-4D6D-043B-93BB-1E5532BB888C}"/>
                  </a:ext>
                </a:extLst>
              </p:cNvPr>
              <p:cNvSpPr/>
              <p:nvPr/>
            </p:nvSpPr>
            <p:spPr>
              <a:xfrm>
                <a:off x="6121176"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2049" name="Freeform: Shape 12048">
                <a:extLst>
                  <a:ext uri="{FF2B5EF4-FFF2-40B4-BE49-F238E27FC236}">
                    <a16:creationId xmlns:a16="http://schemas.microsoft.com/office/drawing/2014/main" id="{5F0E878F-9657-FDD7-ECCA-BAFFF5180FCE}"/>
                  </a:ext>
                </a:extLst>
              </p:cNvPr>
              <p:cNvSpPr/>
              <p:nvPr/>
            </p:nvSpPr>
            <p:spPr>
              <a:xfrm>
                <a:off x="6121176"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50" name="Freeform: Shape 12049">
                <a:extLst>
                  <a:ext uri="{FF2B5EF4-FFF2-40B4-BE49-F238E27FC236}">
                    <a16:creationId xmlns:a16="http://schemas.microsoft.com/office/drawing/2014/main" id="{B9173352-6027-767A-327D-131A07065FED}"/>
                  </a:ext>
                </a:extLst>
              </p:cNvPr>
              <p:cNvSpPr/>
              <p:nvPr/>
            </p:nvSpPr>
            <p:spPr>
              <a:xfrm>
                <a:off x="6121176"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51" name="Freeform: Shape 12050">
                <a:extLst>
                  <a:ext uri="{FF2B5EF4-FFF2-40B4-BE49-F238E27FC236}">
                    <a16:creationId xmlns:a16="http://schemas.microsoft.com/office/drawing/2014/main" id="{C16685C3-F8AE-7FE0-E497-0BE33B47B863}"/>
                  </a:ext>
                </a:extLst>
              </p:cNvPr>
              <p:cNvSpPr/>
              <p:nvPr/>
            </p:nvSpPr>
            <p:spPr>
              <a:xfrm>
                <a:off x="6121176"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52" name="Freeform: Shape 12051">
                <a:extLst>
                  <a:ext uri="{FF2B5EF4-FFF2-40B4-BE49-F238E27FC236}">
                    <a16:creationId xmlns:a16="http://schemas.microsoft.com/office/drawing/2014/main" id="{28D6EFD1-D00E-3C9E-96DB-9896904C4A6E}"/>
                  </a:ext>
                </a:extLst>
              </p:cNvPr>
              <p:cNvSpPr/>
              <p:nvPr/>
            </p:nvSpPr>
            <p:spPr>
              <a:xfrm>
                <a:off x="6121176"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53" name="Freeform: Shape 12052">
                <a:extLst>
                  <a:ext uri="{FF2B5EF4-FFF2-40B4-BE49-F238E27FC236}">
                    <a16:creationId xmlns:a16="http://schemas.microsoft.com/office/drawing/2014/main" id="{57A98A51-7BD9-F8C2-F4F8-04C447BCA261}"/>
                  </a:ext>
                </a:extLst>
              </p:cNvPr>
              <p:cNvSpPr/>
              <p:nvPr/>
            </p:nvSpPr>
            <p:spPr>
              <a:xfrm>
                <a:off x="6121176"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54" name="Freeform: Shape 12053">
                <a:extLst>
                  <a:ext uri="{FF2B5EF4-FFF2-40B4-BE49-F238E27FC236}">
                    <a16:creationId xmlns:a16="http://schemas.microsoft.com/office/drawing/2014/main" id="{362B85F3-8902-C7AB-A145-39E90D692156}"/>
                  </a:ext>
                </a:extLst>
              </p:cNvPr>
              <p:cNvSpPr/>
              <p:nvPr/>
            </p:nvSpPr>
            <p:spPr>
              <a:xfrm>
                <a:off x="6121176"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55" name="Freeform: Shape 12054">
                <a:extLst>
                  <a:ext uri="{FF2B5EF4-FFF2-40B4-BE49-F238E27FC236}">
                    <a16:creationId xmlns:a16="http://schemas.microsoft.com/office/drawing/2014/main" id="{FD09E7CC-68E6-8B77-7FB6-315EC4B6CF3A}"/>
                  </a:ext>
                </a:extLst>
              </p:cNvPr>
              <p:cNvSpPr/>
              <p:nvPr/>
            </p:nvSpPr>
            <p:spPr>
              <a:xfrm>
                <a:off x="6121176"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56" name="Freeform: Shape 12055">
                <a:extLst>
                  <a:ext uri="{FF2B5EF4-FFF2-40B4-BE49-F238E27FC236}">
                    <a16:creationId xmlns:a16="http://schemas.microsoft.com/office/drawing/2014/main" id="{78A87ABD-B8FD-8632-8650-49826BC54675}"/>
                  </a:ext>
                </a:extLst>
              </p:cNvPr>
              <p:cNvSpPr/>
              <p:nvPr/>
            </p:nvSpPr>
            <p:spPr>
              <a:xfrm>
                <a:off x="6121176"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2057" name="Freeform: Shape 12056">
                <a:extLst>
                  <a:ext uri="{FF2B5EF4-FFF2-40B4-BE49-F238E27FC236}">
                    <a16:creationId xmlns:a16="http://schemas.microsoft.com/office/drawing/2014/main" id="{90EE5317-2DCA-54EB-E696-EB832CCDBC1D}"/>
                  </a:ext>
                </a:extLst>
              </p:cNvPr>
              <p:cNvSpPr/>
              <p:nvPr/>
            </p:nvSpPr>
            <p:spPr>
              <a:xfrm>
                <a:off x="6121176"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2058" name="Freeform: Shape 12057">
                <a:extLst>
                  <a:ext uri="{FF2B5EF4-FFF2-40B4-BE49-F238E27FC236}">
                    <a16:creationId xmlns:a16="http://schemas.microsoft.com/office/drawing/2014/main" id="{7BA32EFB-E8C1-5A11-F876-94D1995896A4}"/>
                  </a:ext>
                </a:extLst>
              </p:cNvPr>
              <p:cNvSpPr/>
              <p:nvPr/>
            </p:nvSpPr>
            <p:spPr>
              <a:xfrm>
                <a:off x="6121176"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DEDED"/>
              </a:solidFill>
              <a:ln w="2679" cap="rnd">
                <a:solidFill>
                  <a:srgbClr val="999999"/>
                </a:solidFill>
                <a:prstDash val="solid"/>
                <a:round/>
              </a:ln>
            </p:spPr>
            <p:txBody>
              <a:bodyPr/>
              <a:lstStyle/>
              <a:p>
                <a:endParaRPr lang="en-US" sz="1701"/>
              </a:p>
            </p:txBody>
          </p:sp>
          <p:sp>
            <p:nvSpPr>
              <p:cNvPr id="12059" name="Freeform: Shape 12058">
                <a:extLst>
                  <a:ext uri="{FF2B5EF4-FFF2-40B4-BE49-F238E27FC236}">
                    <a16:creationId xmlns:a16="http://schemas.microsoft.com/office/drawing/2014/main" id="{3E318EBA-AF12-01B6-07B9-D1FD89809A95}"/>
                  </a:ext>
                </a:extLst>
              </p:cNvPr>
              <p:cNvSpPr/>
              <p:nvPr/>
            </p:nvSpPr>
            <p:spPr>
              <a:xfrm>
                <a:off x="6121176"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1E1E1"/>
              </a:solidFill>
              <a:ln w="2679" cap="rnd">
                <a:solidFill>
                  <a:srgbClr val="999999"/>
                </a:solidFill>
                <a:prstDash val="solid"/>
                <a:round/>
              </a:ln>
            </p:spPr>
            <p:txBody>
              <a:bodyPr/>
              <a:lstStyle/>
              <a:p>
                <a:endParaRPr lang="en-US" sz="1701"/>
              </a:p>
            </p:txBody>
          </p:sp>
          <p:sp>
            <p:nvSpPr>
              <p:cNvPr id="12060" name="Freeform: Shape 12059">
                <a:extLst>
                  <a:ext uri="{FF2B5EF4-FFF2-40B4-BE49-F238E27FC236}">
                    <a16:creationId xmlns:a16="http://schemas.microsoft.com/office/drawing/2014/main" id="{D41734B9-5C34-8849-0179-207A61E7D988}"/>
                  </a:ext>
                </a:extLst>
              </p:cNvPr>
              <p:cNvSpPr/>
              <p:nvPr/>
            </p:nvSpPr>
            <p:spPr>
              <a:xfrm>
                <a:off x="6121176"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A00"/>
              </a:solidFill>
              <a:ln w="2679" cap="rnd">
                <a:solidFill>
                  <a:srgbClr val="999999"/>
                </a:solidFill>
                <a:prstDash val="solid"/>
                <a:round/>
              </a:ln>
            </p:spPr>
            <p:txBody>
              <a:bodyPr/>
              <a:lstStyle/>
              <a:p>
                <a:endParaRPr lang="en-US" sz="1701"/>
              </a:p>
            </p:txBody>
          </p:sp>
          <p:sp>
            <p:nvSpPr>
              <p:cNvPr id="12061" name="Freeform: Shape 12060">
                <a:extLst>
                  <a:ext uri="{FF2B5EF4-FFF2-40B4-BE49-F238E27FC236}">
                    <a16:creationId xmlns:a16="http://schemas.microsoft.com/office/drawing/2014/main" id="{63CC0FC4-09E1-4F80-C38B-A096B671A086}"/>
                  </a:ext>
                </a:extLst>
              </p:cNvPr>
              <p:cNvSpPr/>
              <p:nvPr/>
            </p:nvSpPr>
            <p:spPr>
              <a:xfrm>
                <a:off x="6121176"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62" name="Freeform: Shape 12061">
                <a:extLst>
                  <a:ext uri="{FF2B5EF4-FFF2-40B4-BE49-F238E27FC236}">
                    <a16:creationId xmlns:a16="http://schemas.microsoft.com/office/drawing/2014/main" id="{82024F6B-B6E4-32BC-EC34-1D3B5030CD94}"/>
                  </a:ext>
                </a:extLst>
              </p:cNvPr>
              <p:cNvSpPr/>
              <p:nvPr/>
            </p:nvSpPr>
            <p:spPr>
              <a:xfrm>
                <a:off x="6121176"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63" name="Freeform: Shape 12062">
                <a:extLst>
                  <a:ext uri="{FF2B5EF4-FFF2-40B4-BE49-F238E27FC236}">
                    <a16:creationId xmlns:a16="http://schemas.microsoft.com/office/drawing/2014/main" id="{0DA649AC-05D0-28A2-F336-0AD5EA61057A}"/>
                  </a:ext>
                </a:extLst>
              </p:cNvPr>
              <p:cNvSpPr/>
              <p:nvPr/>
            </p:nvSpPr>
            <p:spPr>
              <a:xfrm>
                <a:off x="6183490"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64" name="Freeform: Shape 12063">
                <a:extLst>
                  <a:ext uri="{FF2B5EF4-FFF2-40B4-BE49-F238E27FC236}">
                    <a16:creationId xmlns:a16="http://schemas.microsoft.com/office/drawing/2014/main" id="{48A1BB97-1263-9947-00BC-4276C9FA53F9}"/>
                  </a:ext>
                </a:extLst>
              </p:cNvPr>
              <p:cNvSpPr/>
              <p:nvPr/>
            </p:nvSpPr>
            <p:spPr>
              <a:xfrm>
                <a:off x="6183490"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9E9E9"/>
              </a:solidFill>
              <a:ln w="2679" cap="rnd">
                <a:solidFill>
                  <a:srgbClr val="999999"/>
                </a:solidFill>
                <a:prstDash val="solid"/>
                <a:round/>
              </a:ln>
            </p:spPr>
            <p:txBody>
              <a:bodyPr/>
              <a:lstStyle/>
              <a:p>
                <a:endParaRPr lang="en-US" sz="1701"/>
              </a:p>
            </p:txBody>
          </p:sp>
          <p:sp>
            <p:nvSpPr>
              <p:cNvPr id="12065" name="Freeform: Shape 12064">
                <a:extLst>
                  <a:ext uri="{FF2B5EF4-FFF2-40B4-BE49-F238E27FC236}">
                    <a16:creationId xmlns:a16="http://schemas.microsoft.com/office/drawing/2014/main" id="{F3EFEA18-C75C-939E-4DF4-0A168B20BB0B}"/>
                  </a:ext>
                </a:extLst>
              </p:cNvPr>
              <p:cNvSpPr/>
              <p:nvPr/>
            </p:nvSpPr>
            <p:spPr>
              <a:xfrm>
                <a:off x="6183490"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066" name="Freeform: Shape 12065">
                <a:extLst>
                  <a:ext uri="{FF2B5EF4-FFF2-40B4-BE49-F238E27FC236}">
                    <a16:creationId xmlns:a16="http://schemas.microsoft.com/office/drawing/2014/main" id="{8AC305EA-60F8-0811-90C3-8FF26D81A1D2}"/>
                  </a:ext>
                </a:extLst>
              </p:cNvPr>
              <p:cNvSpPr/>
              <p:nvPr/>
            </p:nvSpPr>
            <p:spPr>
              <a:xfrm>
                <a:off x="6183490"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67" name="Freeform: Shape 12066">
                <a:extLst>
                  <a:ext uri="{FF2B5EF4-FFF2-40B4-BE49-F238E27FC236}">
                    <a16:creationId xmlns:a16="http://schemas.microsoft.com/office/drawing/2014/main" id="{A6385F23-CD30-FA8B-D4A2-4C828C3D9BAC}"/>
                  </a:ext>
                </a:extLst>
              </p:cNvPr>
              <p:cNvSpPr/>
              <p:nvPr/>
            </p:nvSpPr>
            <p:spPr>
              <a:xfrm>
                <a:off x="6183490"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68" name="Freeform: Shape 12067">
                <a:extLst>
                  <a:ext uri="{FF2B5EF4-FFF2-40B4-BE49-F238E27FC236}">
                    <a16:creationId xmlns:a16="http://schemas.microsoft.com/office/drawing/2014/main" id="{E0C1B655-0D64-6A28-A857-C333CBF33C96}"/>
                  </a:ext>
                </a:extLst>
              </p:cNvPr>
              <p:cNvSpPr/>
              <p:nvPr/>
            </p:nvSpPr>
            <p:spPr>
              <a:xfrm>
                <a:off x="6183490"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2069" name="Freeform: Shape 12068">
                <a:extLst>
                  <a:ext uri="{FF2B5EF4-FFF2-40B4-BE49-F238E27FC236}">
                    <a16:creationId xmlns:a16="http://schemas.microsoft.com/office/drawing/2014/main" id="{3B2E361E-F6BA-C03F-474D-4D62F4EBFB1F}"/>
                  </a:ext>
                </a:extLst>
              </p:cNvPr>
              <p:cNvSpPr/>
              <p:nvPr/>
            </p:nvSpPr>
            <p:spPr>
              <a:xfrm>
                <a:off x="6183490"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70" name="Freeform: Shape 12069">
                <a:extLst>
                  <a:ext uri="{FF2B5EF4-FFF2-40B4-BE49-F238E27FC236}">
                    <a16:creationId xmlns:a16="http://schemas.microsoft.com/office/drawing/2014/main" id="{ECE1C676-C6FF-9701-A573-57014DAE5934}"/>
                  </a:ext>
                </a:extLst>
              </p:cNvPr>
              <p:cNvSpPr/>
              <p:nvPr/>
            </p:nvSpPr>
            <p:spPr>
              <a:xfrm>
                <a:off x="6183490"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71" name="Freeform: Shape 12070">
                <a:extLst>
                  <a:ext uri="{FF2B5EF4-FFF2-40B4-BE49-F238E27FC236}">
                    <a16:creationId xmlns:a16="http://schemas.microsoft.com/office/drawing/2014/main" id="{BE8B86B8-3106-424B-9370-93B0A6C46890}"/>
                  </a:ext>
                </a:extLst>
              </p:cNvPr>
              <p:cNvSpPr/>
              <p:nvPr/>
            </p:nvSpPr>
            <p:spPr>
              <a:xfrm>
                <a:off x="6183490"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72" name="Freeform: Shape 12071">
                <a:extLst>
                  <a:ext uri="{FF2B5EF4-FFF2-40B4-BE49-F238E27FC236}">
                    <a16:creationId xmlns:a16="http://schemas.microsoft.com/office/drawing/2014/main" id="{56182876-5B3D-751F-8A35-19B435F27C2C}"/>
                  </a:ext>
                </a:extLst>
              </p:cNvPr>
              <p:cNvSpPr/>
              <p:nvPr/>
            </p:nvSpPr>
            <p:spPr>
              <a:xfrm>
                <a:off x="6183490"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2073" name="Freeform: Shape 12072">
                <a:extLst>
                  <a:ext uri="{FF2B5EF4-FFF2-40B4-BE49-F238E27FC236}">
                    <a16:creationId xmlns:a16="http://schemas.microsoft.com/office/drawing/2014/main" id="{F3C4CD52-97F5-9FD9-0B9B-C857DE16F737}"/>
                  </a:ext>
                </a:extLst>
              </p:cNvPr>
              <p:cNvSpPr/>
              <p:nvPr/>
            </p:nvSpPr>
            <p:spPr>
              <a:xfrm>
                <a:off x="6183490"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2074" name="Freeform: Shape 12073">
                <a:extLst>
                  <a:ext uri="{FF2B5EF4-FFF2-40B4-BE49-F238E27FC236}">
                    <a16:creationId xmlns:a16="http://schemas.microsoft.com/office/drawing/2014/main" id="{4BC5C4D7-1CED-6958-9739-9C745B14EF78}"/>
                  </a:ext>
                </a:extLst>
              </p:cNvPr>
              <p:cNvSpPr/>
              <p:nvPr/>
            </p:nvSpPr>
            <p:spPr>
              <a:xfrm>
                <a:off x="6183490"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2075" name="Freeform: Shape 12074">
                <a:extLst>
                  <a:ext uri="{FF2B5EF4-FFF2-40B4-BE49-F238E27FC236}">
                    <a16:creationId xmlns:a16="http://schemas.microsoft.com/office/drawing/2014/main" id="{B3A7BC11-6257-657E-F995-F5E4013730D2}"/>
                  </a:ext>
                </a:extLst>
              </p:cNvPr>
              <p:cNvSpPr/>
              <p:nvPr/>
            </p:nvSpPr>
            <p:spPr>
              <a:xfrm>
                <a:off x="6183490"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2076" name="Freeform: Shape 12075">
                <a:extLst>
                  <a:ext uri="{FF2B5EF4-FFF2-40B4-BE49-F238E27FC236}">
                    <a16:creationId xmlns:a16="http://schemas.microsoft.com/office/drawing/2014/main" id="{DB88F226-373A-40B1-E9A9-F2916A87AD66}"/>
                  </a:ext>
                </a:extLst>
              </p:cNvPr>
              <p:cNvSpPr/>
              <p:nvPr/>
            </p:nvSpPr>
            <p:spPr>
              <a:xfrm>
                <a:off x="6183490"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2077" name="Freeform: Shape 12076">
                <a:extLst>
                  <a:ext uri="{FF2B5EF4-FFF2-40B4-BE49-F238E27FC236}">
                    <a16:creationId xmlns:a16="http://schemas.microsoft.com/office/drawing/2014/main" id="{4ED003AA-5B29-3296-1903-11A42FB95866}"/>
                  </a:ext>
                </a:extLst>
              </p:cNvPr>
              <p:cNvSpPr/>
              <p:nvPr/>
            </p:nvSpPr>
            <p:spPr>
              <a:xfrm>
                <a:off x="6183490"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78" name="Freeform: Shape 12077">
                <a:extLst>
                  <a:ext uri="{FF2B5EF4-FFF2-40B4-BE49-F238E27FC236}">
                    <a16:creationId xmlns:a16="http://schemas.microsoft.com/office/drawing/2014/main" id="{B6930795-B14D-F0BF-5C5A-D6EBD27FB31B}"/>
                  </a:ext>
                </a:extLst>
              </p:cNvPr>
              <p:cNvSpPr/>
              <p:nvPr/>
            </p:nvSpPr>
            <p:spPr>
              <a:xfrm>
                <a:off x="6183490"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2079" name="Freeform: Shape 12078">
                <a:extLst>
                  <a:ext uri="{FF2B5EF4-FFF2-40B4-BE49-F238E27FC236}">
                    <a16:creationId xmlns:a16="http://schemas.microsoft.com/office/drawing/2014/main" id="{FC96121E-382F-7C43-0048-965859751BFF}"/>
                  </a:ext>
                </a:extLst>
              </p:cNvPr>
              <p:cNvSpPr/>
              <p:nvPr/>
            </p:nvSpPr>
            <p:spPr>
              <a:xfrm>
                <a:off x="6183490"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80" name="Freeform: Shape 12079">
                <a:extLst>
                  <a:ext uri="{FF2B5EF4-FFF2-40B4-BE49-F238E27FC236}">
                    <a16:creationId xmlns:a16="http://schemas.microsoft.com/office/drawing/2014/main" id="{4482F8D7-AB91-91A5-76DF-A158DC5D07B7}"/>
                  </a:ext>
                </a:extLst>
              </p:cNvPr>
              <p:cNvSpPr/>
              <p:nvPr/>
            </p:nvSpPr>
            <p:spPr>
              <a:xfrm>
                <a:off x="6183490"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081" name="Freeform: Shape 12080">
                <a:extLst>
                  <a:ext uri="{FF2B5EF4-FFF2-40B4-BE49-F238E27FC236}">
                    <a16:creationId xmlns:a16="http://schemas.microsoft.com/office/drawing/2014/main" id="{83F7250A-8CF7-1C19-0FD2-225D612160C3}"/>
                  </a:ext>
                </a:extLst>
              </p:cNvPr>
              <p:cNvSpPr/>
              <p:nvPr/>
            </p:nvSpPr>
            <p:spPr>
              <a:xfrm>
                <a:off x="6183490"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82" name="Freeform: Shape 12081">
                <a:extLst>
                  <a:ext uri="{FF2B5EF4-FFF2-40B4-BE49-F238E27FC236}">
                    <a16:creationId xmlns:a16="http://schemas.microsoft.com/office/drawing/2014/main" id="{00065F54-A609-2BF7-1195-545DA614ED61}"/>
                  </a:ext>
                </a:extLst>
              </p:cNvPr>
              <p:cNvSpPr/>
              <p:nvPr/>
            </p:nvSpPr>
            <p:spPr>
              <a:xfrm>
                <a:off x="6183490"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83" name="Freeform: Shape 12082">
                <a:extLst>
                  <a:ext uri="{FF2B5EF4-FFF2-40B4-BE49-F238E27FC236}">
                    <a16:creationId xmlns:a16="http://schemas.microsoft.com/office/drawing/2014/main" id="{D9269D7A-F295-25A4-7F61-44EC7E9407C8}"/>
                  </a:ext>
                </a:extLst>
              </p:cNvPr>
              <p:cNvSpPr/>
              <p:nvPr/>
            </p:nvSpPr>
            <p:spPr>
              <a:xfrm>
                <a:off x="6183490"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B939"/>
              </a:solidFill>
              <a:ln w="2679" cap="rnd">
                <a:solidFill>
                  <a:srgbClr val="999999"/>
                </a:solidFill>
                <a:prstDash val="solid"/>
                <a:round/>
              </a:ln>
            </p:spPr>
            <p:txBody>
              <a:bodyPr/>
              <a:lstStyle/>
              <a:p>
                <a:endParaRPr lang="en-US" sz="1701"/>
              </a:p>
            </p:txBody>
          </p:sp>
          <p:sp>
            <p:nvSpPr>
              <p:cNvPr id="12084" name="Freeform: Shape 12083">
                <a:extLst>
                  <a:ext uri="{FF2B5EF4-FFF2-40B4-BE49-F238E27FC236}">
                    <a16:creationId xmlns:a16="http://schemas.microsoft.com/office/drawing/2014/main" id="{7F87AFC0-A2BF-08EC-3D0F-6180BDE933E1}"/>
                  </a:ext>
                </a:extLst>
              </p:cNvPr>
              <p:cNvSpPr/>
              <p:nvPr/>
            </p:nvSpPr>
            <p:spPr>
              <a:xfrm>
                <a:off x="6183490"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D487"/>
              </a:solidFill>
              <a:ln w="2679" cap="rnd">
                <a:solidFill>
                  <a:srgbClr val="999999"/>
                </a:solidFill>
                <a:prstDash val="solid"/>
                <a:round/>
              </a:ln>
            </p:spPr>
            <p:txBody>
              <a:bodyPr/>
              <a:lstStyle/>
              <a:p>
                <a:endParaRPr lang="en-US" sz="1701"/>
              </a:p>
            </p:txBody>
          </p:sp>
          <p:sp>
            <p:nvSpPr>
              <p:cNvPr id="12085" name="Freeform: Shape 12084">
                <a:extLst>
                  <a:ext uri="{FF2B5EF4-FFF2-40B4-BE49-F238E27FC236}">
                    <a16:creationId xmlns:a16="http://schemas.microsoft.com/office/drawing/2014/main" id="{703458D5-7DE8-8FC7-07B2-B111ADC465F6}"/>
                  </a:ext>
                </a:extLst>
              </p:cNvPr>
              <p:cNvSpPr/>
              <p:nvPr/>
            </p:nvSpPr>
            <p:spPr>
              <a:xfrm>
                <a:off x="6183490"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9D9D9"/>
              </a:solidFill>
              <a:ln w="2679" cap="rnd">
                <a:solidFill>
                  <a:srgbClr val="999999"/>
                </a:solidFill>
                <a:prstDash val="solid"/>
                <a:round/>
              </a:ln>
            </p:spPr>
            <p:txBody>
              <a:bodyPr/>
              <a:lstStyle/>
              <a:p>
                <a:endParaRPr lang="en-US" sz="1701"/>
              </a:p>
            </p:txBody>
          </p:sp>
          <p:sp>
            <p:nvSpPr>
              <p:cNvPr id="12086" name="Freeform: Shape 12085">
                <a:extLst>
                  <a:ext uri="{FF2B5EF4-FFF2-40B4-BE49-F238E27FC236}">
                    <a16:creationId xmlns:a16="http://schemas.microsoft.com/office/drawing/2014/main" id="{E31B9ACE-2035-0E30-4069-C7127F6B0682}"/>
                  </a:ext>
                </a:extLst>
              </p:cNvPr>
              <p:cNvSpPr/>
              <p:nvPr/>
            </p:nvSpPr>
            <p:spPr>
              <a:xfrm>
                <a:off x="6183490"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1D1D1"/>
              </a:solidFill>
              <a:ln w="2679" cap="rnd">
                <a:solidFill>
                  <a:srgbClr val="999999"/>
                </a:solidFill>
                <a:prstDash val="solid"/>
                <a:round/>
              </a:ln>
            </p:spPr>
            <p:txBody>
              <a:bodyPr/>
              <a:lstStyle/>
              <a:p>
                <a:endParaRPr lang="en-US" sz="1701"/>
              </a:p>
            </p:txBody>
          </p:sp>
          <p:sp>
            <p:nvSpPr>
              <p:cNvPr id="12087" name="Freeform: Shape 12086">
                <a:extLst>
                  <a:ext uri="{FF2B5EF4-FFF2-40B4-BE49-F238E27FC236}">
                    <a16:creationId xmlns:a16="http://schemas.microsoft.com/office/drawing/2014/main" id="{15981011-FA2F-CA3D-0B0F-12A3C1229081}"/>
                  </a:ext>
                </a:extLst>
              </p:cNvPr>
              <p:cNvSpPr/>
              <p:nvPr/>
            </p:nvSpPr>
            <p:spPr>
              <a:xfrm>
                <a:off x="6183490"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088" name="Freeform: Shape 12087">
                <a:extLst>
                  <a:ext uri="{FF2B5EF4-FFF2-40B4-BE49-F238E27FC236}">
                    <a16:creationId xmlns:a16="http://schemas.microsoft.com/office/drawing/2014/main" id="{EE27B50F-6D4B-3B6C-D0D9-B7D050B05EF5}"/>
                  </a:ext>
                </a:extLst>
              </p:cNvPr>
              <p:cNvSpPr/>
              <p:nvPr/>
            </p:nvSpPr>
            <p:spPr>
              <a:xfrm>
                <a:off x="6183490"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2089" name="Freeform: Shape 12088">
                <a:extLst>
                  <a:ext uri="{FF2B5EF4-FFF2-40B4-BE49-F238E27FC236}">
                    <a16:creationId xmlns:a16="http://schemas.microsoft.com/office/drawing/2014/main" id="{62AD0FBA-4435-E473-CEDE-C00EED31CA35}"/>
                  </a:ext>
                </a:extLst>
              </p:cNvPr>
              <p:cNvSpPr/>
              <p:nvPr/>
            </p:nvSpPr>
            <p:spPr>
              <a:xfrm>
                <a:off x="6183490"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2090" name="Freeform: Shape 12089">
                <a:extLst>
                  <a:ext uri="{FF2B5EF4-FFF2-40B4-BE49-F238E27FC236}">
                    <a16:creationId xmlns:a16="http://schemas.microsoft.com/office/drawing/2014/main" id="{CE12176F-D29F-F3FC-FFD4-8AA3F5DE36F5}"/>
                  </a:ext>
                </a:extLst>
              </p:cNvPr>
              <p:cNvSpPr/>
              <p:nvPr/>
            </p:nvSpPr>
            <p:spPr>
              <a:xfrm>
                <a:off x="6245728" y="2725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1" name="Freeform: Shape 12090">
                <a:extLst>
                  <a:ext uri="{FF2B5EF4-FFF2-40B4-BE49-F238E27FC236}">
                    <a16:creationId xmlns:a16="http://schemas.microsoft.com/office/drawing/2014/main" id="{23781BE6-FCB0-B478-6C03-C4F25F476EC4}"/>
                  </a:ext>
                </a:extLst>
              </p:cNvPr>
              <p:cNvSpPr/>
              <p:nvPr/>
            </p:nvSpPr>
            <p:spPr>
              <a:xfrm>
                <a:off x="6245728" y="35335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2" name="Freeform: Shape 12091">
                <a:extLst>
                  <a:ext uri="{FF2B5EF4-FFF2-40B4-BE49-F238E27FC236}">
                    <a16:creationId xmlns:a16="http://schemas.microsoft.com/office/drawing/2014/main" id="{61571E66-6F50-404B-3DA1-E2F7B7999B2C}"/>
                  </a:ext>
                </a:extLst>
              </p:cNvPr>
              <p:cNvSpPr/>
              <p:nvPr/>
            </p:nvSpPr>
            <p:spPr>
              <a:xfrm>
                <a:off x="6245728" y="43420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3" name="Freeform: Shape 12092">
                <a:extLst>
                  <a:ext uri="{FF2B5EF4-FFF2-40B4-BE49-F238E27FC236}">
                    <a16:creationId xmlns:a16="http://schemas.microsoft.com/office/drawing/2014/main" id="{ED9197DC-BE71-F5AD-2A4A-492AF02F4580}"/>
                  </a:ext>
                </a:extLst>
              </p:cNvPr>
              <p:cNvSpPr/>
              <p:nvPr/>
            </p:nvSpPr>
            <p:spPr>
              <a:xfrm>
                <a:off x="6245728" y="51513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4" name="Freeform: Shape 12093">
                <a:extLst>
                  <a:ext uri="{FF2B5EF4-FFF2-40B4-BE49-F238E27FC236}">
                    <a16:creationId xmlns:a16="http://schemas.microsoft.com/office/drawing/2014/main" id="{583CB9A3-1907-1919-E1C5-61A566B994B2}"/>
                  </a:ext>
                </a:extLst>
              </p:cNvPr>
              <p:cNvSpPr/>
              <p:nvPr/>
            </p:nvSpPr>
            <p:spPr>
              <a:xfrm>
                <a:off x="6245728" y="59598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5" name="Freeform: Shape 12094">
                <a:extLst>
                  <a:ext uri="{FF2B5EF4-FFF2-40B4-BE49-F238E27FC236}">
                    <a16:creationId xmlns:a16="http://schemas.microsoft.com/office/drawing/2014/main" id="{82891018-E756-BF5F-7AE4-CC6CCA75FB50}"/>
                  </a:ext>
                </a:extLst>
              </p:cNvPr>
              <p:cNvSpPr/>
              <p:nvPr/>
            </p:nvSpPr>
            <p:spPr>
              <a:xfrm>
                <a:off x="6245728" y="67691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6" name="Freeform: Shape 12095">
                <a:extLst>
                  <a:ext uri="{FF2B5EF4-FFF2-40B4-BE49-F238E27FC236}">
                    <a16:creationId xmlns:a16="http://schemas.microsoft.com/office/drawing/2014/main" id="{F5614AB1-D900-C0B4-8FD4-FF0837F1D69F}"/>
                  </a:ext>
                </a:extLst>
              </p:cNvPr>
              <p:cNvSpPr/>
              <p:nvPr/>
            </p:nvSpPr>
            <p:spPr>
              <a:xfrm>
                <a:off x="6245728" y="75776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7" name="Freeform: Shape 12096">
                <a:extLst>
                  <a:ext uri="{FF2B5EF4-FFF2-40B4-BE49-F238E27FC236}">
                    <a16:creationId xmlns:a16="http://schemas.microsoft.com/office/drawing/2014/main" id="{894B34EA-B946-5F8C-7774-724588C5F6A1}"/>
                  </a:ext>
                </a:extLst>
              </p:cNvPr>
              <p:cNvSpPr/>
              <p:nvPr/>
            </p:nvSpPr>
            <p:spPr>
              <a:xfrm>
                <a:off x="6245728" y="83869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8" name="Freeform: Shape 12097">
                <a:extLst>
                  <a:ext uri="{FF2B5EF4-FFF2-40B4-BE49-F238E27FC236}">
                    <a16:creationId xmlns:a16="http://schemas.microsoft.com/office/drawing/2014/main" id="{DD69144C-7738-5710-F817-69451B077D34}"/>
                  </a:ext>
                </a:extLst>
              </p:cNvPr>
              <p:cNvSpPr/>
              <p:nvPr/>
            </p:nvSpPr>
            <p:spPr>
              <a:xfrm>
                <a:off x="6245728" y="91954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099" name="Freeform: Shape 12098">
                <a:extLst>
                  <a:ext uri="{FF2B5EF4-FFF2-40B4-BE49-F238E27FC236}">
                    <a16:creationId xmlns:a16="http://schemas.microsoft.com/office/drawing/2014/main" id="{D13CCE6B-7C3A-AC2F-A6C5-42B97FFA44B9}"/>
                  </a:ext>
                </a:extLst>
              </p:cNvPr>
              <p:cNvSpPr/>
              <p:nvPr/>
            </p:nvSpPr>
            <p:spPr>
              <a:xfrm>
                <a:off x="6245728" y="100046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2100" name="Freeform: Shape 12099">
                <a:extLst>
                  <a:ext uri="{FF2B5EF4-FFF2-40B4-BE49-F238E27FC236}">
                    <a16:creationId xmlns:a16="http://schemas.microsoft.com/office/drawing/2014/main" id="{29732B2E-2F87-2D57-2223-6C0CC7BC41B5}"/>
                  </a:ext>
                </a:extLst>
              </p:cNvPr>
              <p:cNvSpPr/>
              <p:nvPr/>
            </p:nvSpPr>
            <p:spPr>
              <a:xfrm>
                <a:off x="6245728" y="108131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2101" name="Freeform: Shape 12100">
                <a:extLst>
                  <a:ext uri="{FF2B5EF4-FFF2-40B4-BE49-F238E27FC236}">
                    <a16:creationId xmlns:a16="http://schemas.microsoft.com/office/drawing/2014/main" id="{3ED214F2-FA22-53D4-4731-E60289AD8905}"/>
                  </a:ext>
                </a:extLst>
              </p:cNvPr>
              <p:cNvSpPr/>
              <p:nvPr/>
            </p:nvSpPr>
            <p:spPr>
              <a:xfrm>
                <a:off x="6245728" y="1162245"/>
                <a:ext cx="62314" cy="80925"/>
              </a:xfrm>
              <a:custGeom>
                <a:avLst/>
                <a:gdLst>
                  <a:gd name="csX0" fmla="*/ 0 w 28396"/>
                  <a:gd name="csY0" fmla="*/ 37076 h 37075"/>
                  <a:gd name="csX1" fmla="*/ 28396 w 28396"/>
                  <a:gd name="csY1" fmla="*/ 37076 h 37075"/>
                  <a:gd name="csX2" fmla="*/ 28396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6" y="37076"/>
                    </a:lnTo>
                    <a:lnTo>
                      <a:pt x="28396" y="0"/>
                    </a:lnTo>
                    <a:lnTo>
                      <a:pt x="0" y="0"/>
                    </a:lnTo>
                    <a:lnTo>
                      <a:pt x="0" y="37076"/>
                    </a:lnTo>
                    <a:close/>
                  </a:path>
                </a:pathLst>
              </a:custGeom>
              <a:solidFill>
                <a:srgbClr val="F9F9F9"/>
              </a:solidFill>
              <a:ln w="2679" cap="rnd">
                <a:solidFill>
                  <a:srgbClr val="999999"/>
                </a:solidFill>
                <a:prstDash val="solid"/>
                <a:round/>
              </a:ln>
            </p:spPr>
            <p:txBody>
              <a:bodyPr/>
              <a:lstStyle/>
              <a:p>
                <a:endParaRPr lang="en-US" sz="1701"/>
              </a:p>
            </p:txBody>
          </p:sp>
          <p:sp>
            <p:nvSpPr>
              <p:cNvPr id="12102" name="Freeform: Shape 12101">
                <a:extLst>
                  <a:ext uri="{FF2B5EF4-FFF2-40B4-BE49-F238E27FC236}">
                    <a16:creationId xmlns:a16="http://schemas.microsoft.com/office/drawing/2014/main" id="{84306F80-48BA-B8DF-B854-59BC155B8EC4}"/>
                  </a:ext>
                </a:extLst>
              </p:cNvPr>
              <p:cNvSpPr/>
              <p:nvPr/>
            </p:nvSpPr>
            <p:spPr>
              <a:xfrm>
                <a:off x="6245728" y="124309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03" name="Freeform: Shape 12102">
                <a:extLst>
                  <a:ext uri="{FF2B5EF4-FFF2-40B4-BE49-F238E27FC236}">
                    <a16:creationId xmlns:a16="http://schemas.microsoft.com/office/drawing/2014/main" id="{FD15C0E4-A6EF-5FEC-B050-72D888CCA4AD}"/>
                  </a:ext>
                </a:extLst>
              </p:cNvPr>
              <p:cNvSpPr/>
              <p:nvPr/>
            </p:nvSpPr>
            <p:spPr>
              <a:xfrm>
                <a:off x="6245728" y="132394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04" name="Freeform: Shape 12103">
                <a:extLst>
                  <a:ext uri="{FF2B5EF4-FFF2-40B4-BE49-F238E27FC236}">
                    <a16:creationId xmlns:a16="http://schemas.microsoft.com/office/drawing/2014/main" id="{02BA1AB9-A896-F634-D138-51AD31F3B354}"/>
                  </a:ext>
                </a:extLst>
              </p:cNvPr>
              <p:cNvSpPr/>
              <p:nvPr/>
            </p:nvSpPr>
            <p:spPr>
              <a:xfrm>
                <a:off x="6245728" y="140487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05" name="Freeform: Shape 12104">
                <a:extLst>
                  <a:ext uri="{FF2B5EF4-FFF2-40B4-BE49-F238E27FC236}">
                    <a16:creationId xmlns:a16="http://schemas.microsoft.com/office/drawing/2014/main" id="{59FCEC8C-4D23-B21B-CF07-4460DA69B0CA}"/>
                  </a:ext>
                </a:extLst>
              </p:cNvPr>
              <p:cNvSpPr/>
              <p:nvPr/>
            </p:nvSpPr>
            <p:spPr>
              <a:xfrm>
                <a:off x="6245728" y="148572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06" name="Freeform: Shape 12105">
                <a:extLst>
                  <a:ext uri="{FF2B5EF4-FFF2-40B4-BE49-F238E27FC236}">
                    <a16:creationId xmlns:a16="http://schemas.microsoft.com/office/drawing/2014/main" id="{5F73EE72-C66B-35D2-F1BF-7EFD46155A5C}"/>
                  </a:ext>
                </a:extLst>
              </p:cNvPr>
              <p:cNvSpPr/>
              <p:nvPr/>
            </p:nvSpPr>
            <p:spPr>
              <a:xfrm>
                <a:off x="6245728" y="1566651"/>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07" name="Freeform: Shape 12106">
                <a:extLst>
                  <a:ext uri="{FF2B5EF4-FFF2-40B4-BE49-F238E27FC236}">
                    <a16:creationId xmlns:a16="http://schemas.microsoft.com/office/drawing/2014/main" id="{29F1CC96-E748-2E06-B43B-C4F6428AE824}"/>
                  </a:ext>
                </a:extLst>
              </p:cNvPr>
              <p:cNvSpPr/>
              <p:nvPr/>
            </p:nvSpPr>
            <p:spPr>
              <a:xfrm>
                <a:off x="6245728" y="164750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08" name="Freeform: Shape 12107">
                <a:extLst>
                  <a:ext uri="{FF2B5EF4-FFF2-40B4-BE49-F238E27FC236}">
                    <a16:creationId xmlns:a16="http://schemas.microsoft.com/office/drawing/2014/main" id="{09A04074-198C-8582-7A7D-1DE614D93784}"/>
                  </a:ext>
                </a:extLst>
              </p:cNvPr>
              <p:cNvSpPr/>
              <p:nvPr/>
            </p:nvSpPr>
            <p:spPr>
              <a:xfrm>
                <a:off x="6245728" y="1728349"/>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09" name="Freeform: Shape 12108">
                <a:extLst>
                  <a:ext uri="{FF2B5EF4-FFF2-40B4-BE49-F238E27FC236}">
                    <a16:creationId xmlns:a16="http://schemas.microsoft.com/office/drawing/2014/main" id="{C5BCB6DC-C099-C62C-87A5-9C445B4A9EC9}"/>
                  </a:ext>
                </a:extLst>
              </p:cNvPr>
              <p:cNvSpPr/>
              <p:nvPr/>
            </p:nvSpPr>
            <p:spPr>
              <a:xfrm>
                <a:off x="6245728" y="1809277"/>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10" name="Freeform: Shape 12109">
                <a:extLst>
                  <a:ext uri="{FF2B5EF4-FFF2-40B4-BE49-F238E27FC236}">
                    <a16:creationId xmlns:a16="http://schemas.microsoft.com/office/drawing/2014/main" id="{62A8B81C-8894-384A-6753-D247053707F7}"/>
                  </a:ext>
                </a:extLst>
              </p:cNvPr>
              <p:cNvSpPr/>
              <p:nvPr/>
            </p:nvSpPr>
            <p:spPr>
              <a:xfrm>
                <a:off x="6245728" y="1890128"/>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FF0A00"/>
              </a:solidFill>
              <a:ln w="2679" cap="rnd">
                <a:solidFill>
                  <a:srgbClr val="999999"/>
                </a:solidFill>
                <a:prstDash val="solid"/>
                <a:round/>
              </a:ln>
            </p:spPr>
            <p:txBody>
              <a:bodyPr/>
              <a:lstStyle/>
              <a:p>
                <a:endParaRPr lang="en-US" sz="1701"/>
              </a:p>
            </p:txBody>
          </p:sp>
          <p:sp>
            <p:nvSpPr>
              <p:cNvPr id="12111" name="Freeform: Shape 12110">
                <a:extLst>
                  <a:ext uri="{FF2B5EF4-FFF2-40B4-BE49-F238E27FC236}">
                    <a16:creationId xmlns:a16="http://schemas.microsoft.com/office/drawing/2014/main" id="{78F56054-0ADB-CB8D-BDB0-B683042AC8F0}"/>
                  </a:ext>
                </a:extLst>
              </p:cNvPr>
              <p:cNvSpPr/>
              <p:nvPr/>
            </p:nvSpPr>
            <p:spPr>
              <a:xfrm>
                <a:off x="6245728" y="1971056"/>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12" name="Freeform: Shape 12111">
                <a:extLst>
                  <a:ext uri="{FF2B5EF4-FFF2-40B4-BE49-F238E27FC236}">
                    <a16:creationId xmlns:a16="http://schemas.microsoft.com/office/drawing/2014/main" id="{4AF0DA0B-3496-A2F5-EBB9-D227036F97D8}"/>
                  </a:ext>
                </a:extLst>
              </p:cNvPr>
              <p:cNvSpPr/>
              <p:nvPr/>
            </p:nvSpPr>
            <p:spPr>
              <a:xfrm>
                <a:off x="6245728" y="2051905"/>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13" name="Freeform: Shape 12112">
                <a:extLst>
                  <a:ext uri="{FF2B5EF4-FFF2-40B4-BE49-F238E27FC236}">
                    <a16:creationId xmlns:a16="http://schemas.microsoft.com/office/drawing/2014/main" id="{778BD659-6381-5B40-214B-DD1750924651}"/>
                  </a:ext>
                </a:extLst>
              </p:cNvPr>
              <p:cNvSpPr/>
              <p:nvPr/>
            </p:nvSpPr>
            <p:spPr>
              <a:xfrm>
                <a:off x="6245728" y="2132754"/>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14" name="Freeform: Shape 12113">
                <a:extLst>
                  <a:ext uri="{FF2B5EF4-FFF2-40B4-BE49-F238E27FC236}">
                    <a16:creationId xmlns:a16="http://schemas.microsoft.com/office/drawing/2014/main" id="{2810193A-B5B1-C289-E833-B3B705E6C706}"/>
                  </a:ext>
                </a:extLst>
              </p:cNvPr>
              <p:cNvSpPr/>
              <p:nvPr/>
            </p:nvSpPr>
            <p:spPr>
              <a:xfrm>
                <a:off x="6245728" y="2213683"/>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15" name="Freeform: Shape 12114">
                <a:extLst>
                  <a:ext uri="{FF2B5EF4-FFF2-40B4-BE49-F238E27FC236}">
                    <a16:creationId xmlns:a16="http://schemas.microsoft.com/office/drawing/2014/main" id="{580C5EFF-F20C-8FB8-1195-5D8B7489577A}"/>
                  </a:ext>
                </a:extLst>
              </p:cNvPr>
              <p:cNvSpPr/>
              <p:nvPr/>
            </p:nvSpPr>
            <p:spPr>
              <a:xfrm>
                <a:off x="6245728" y="2294532"/>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16" name="Freeform: Shape 12115">
                <a:extLst>
                  <a:ext uri="{FF2B5EF4-FFF2-40B4-BE49-F238E27FC236}">
                    <a16:creationId xmlns:a16="http://schemas.microsoft.com/office/drawing/2014/main" id="{6B68A322-DADA-DF26-00B1-CC689D286345}"/>
                  </a:ext>
                </a:extLst>
              </p:cNvPr>
              <p:cNvSpPr/>
              <p:nvPr/>
            </p:nvSpPr>
            <p:spPr>
              <a:xfrm>
                <a:off x="6245728" y="2375460"/>
                <a:ext cx="62314" cy="80928"/>
              </a:xfrm>
              <a:custGeom>
                <a:avLst/>
                <a:gdLst>
                  <a:gd name="csX0" fmla="*/ 0 w 28396"/>
                  <a:gd name="csY0" fmla="*/ 37076 h 37076"/>
                  <a:gd name="csX1" fmla="*/ 28396 w 28396"/>
                  <a:gd name="csY1" fmla="*/ 37076 h 37076"/>
                  <a:gd name="csX2" fmla="*/ 28396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6" y="37076"/>
                    </a:lnTo>
                    <a:lnTo>
                      <a:pt x="28396" y="0"/>
                    </a:lnTo>
                    <a:lnTo>
                      <a:pt x="0" y="0"/>
                    </a:lnTo>
                    <a:lnTo>
                      <a:pt x="0" y="37076"/>
                    </a:lnTo>
                    <a:close/>
                  </a:path>
                </a:pathLst>
              </a:custGeom>
              <a:solidFill>
                <a:srgbClr val="E5E5E5"/>
              </a:solidFill>
              <a:ln w="2679" cap="rnd">
                <a:solidFill>
                  <a:srgbClr val="999999"/>
                </a:solidFill>
                <a:prstDash val="solid"/>
                <a:round/>
              </a:ln>
            </p:spPr>
            <p:txBody>
              <a:bodyPr/>
              <a:lstStyle/>
              <a:p>
                <a:endParaRPr lang="en-US" sz="1701"/>
              </a:p>
            </p:txBody>
          </p:sp>
          <p:sp>
            <p:nvSpPr>
              <p:cNvPr id="12117" name="Freeform: Shape 12116">
                <a:extLst>
                  <a:ext uri="{FF2B5EF4-FFF2-40B4-BE49-F238E27FC236}">
                    <a16:creationId xmlns:a16="http://schemas.microsoft.com/office/drawing/2014/main" id="{7A455EBD-2998-14D9-4CB3-433793332DD7}"/>
                  </a:ext>
                </a:extLst>
              </p:cNvPr>
              <p:cNvSpPr/>
              <p:nvPr/>
            </p:nvSpPr>
            <p:spPr>
              <a:xfrm>
                <a:off x="6308042" y="2725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18" name="Freeform: Shape 12117">
                <a:extLst>
                  <a:ext uri="{FF2B5EF4-FFF2-40B4-BE49-F238E27FC236}">
                    <a16:creationId xmlns:a16="http://schemas.microsoft.com/office/drawing/2014/main" id="{3EAA9C03-482B-D812-1DD7-2A2B1CABE401}"/>
                  </a:ext>
                </a:extLst>
              </p:cNvPr>
              <p:cNvSpPr/>
              <p:nvPr/>
            </p:nvSpPr>
            <p:spPr>
              <a:xfrm>
                <a:off x="6308042" y="35335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19" name="Freeform: Shape 12118">
                <a:extLst>
                  <a:ext uri="{FF2B5EF4-FFF2-40B4-BE49-F238E27FC236}">
                    <a16:creationId xmlns:a16="http://schemas.microsoft.com/office/drawing/2014/main" id="{052F7A7F-87F7-E02A-7BA7-EFEE436DAE73}"/>
                  </a:ext>
                </a:extLst>
              </p:cNvPr>
              <p:cNvSpPr/>
              <p:nvPr/>
            </p:nvSpPr>
            <p:spPr>
              <a:xfrm>
                <a:off x="6308042" y="43420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F5E4"/>
              </a:solidFill>
              <a:ln w="2679" cap="rnd">
                <a:solidFill>
                  <a:srgbClr val="999999"/>
                </a:solidFill>
                <a:prstDash val="solid"/>
                <a:round/>
              </a:ln>
            </p:spPr>
            <p:txBody>
              <a:bodyPr/>
              <a:lstStyle/>
              <a:p>
                <a:endParaRPr lang="en-US" sz="1701"/>
              </a:p>
            </p:txBody>
          </p:sp>
          <p:sp>
            <p:nvSpPr>
              <p:cNvPr id="12120" name="Freeform: Shape 12119">
                <a:extLst>
                  <a:ext uri="{FF2B5EF4-FFF2-40B4-BE49-F238E27FC236}">
                    <a16:creationId xmlns:a16="http://schemas.microsoft.com/office/drawing/2014/main" id="{6CD09DD2-316C-8E75-6D48-429C6AC92ACA}"/>
                  </a:ext>
                </a:extLst>
              </p:cNvPr>
              <p:cNvSpPr/>
              <p:nvPr/>
            </p:nvSpPr>
            <p:spPr>
              <a:xfrm>
                <a:off x="6308042" y="51513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21" name="Freeform: Shape 12120">
                <a:extLst>
                  <a:ext uri="{FF2B5EF4-FFF2-40B4-BE49-F238E27FC236}">
                    <a16:creationId xmlns:a16="http://schemas.microsoft.com/office/drawing/2014/main" id="{327B97F1-3F2B-7F1D-89A9-A07837939A85}"/>
                  </a:ext>
                </a:extLst>
              </p:cNvPr>
              <p:cNvSpPr/>
              <p:nvPr/>
            </p:nvSpPr>
            <p:spPr>
              <a:xfrm>
                <a:off x="6308042" y="59598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2122" name="Freeform: Shape 12121">
                <a:extLst>
                  <a:ext uri="{FF2B5EF4-FFF2-40B4-BE49-F238E27FC236}">
                    <a16:creationId xmlns:a16="http://schemas.microsoft.com/office/drawing/2014/main" id="{7486B8D8-584F-0413-650F-7766A8FC13B6}"/>
                  </a:ext>
                </a:extLst>
              </p:cNvPr>
              <p:cNvSpPr/>
              <p:nvPr/>
            </p:nvSpPr>
            <p:spPr>
              <a:xfrm>
                <a:off x="6308042" y="67691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23" name="Freeform: Shape 12122">
                <a:extLst>
                  <a:ext uri="{FF2B5EF4-FFF2-40B4-BE49-F238E27FC236}">
                    <a16:creationId xmlns:a16="http://schemas.microsoft.com/office/drawing/2014/main" id="{C4DC5FD4-9107-72D8-CAA0-9257434A84D3}"/>
                  </a:ext>
                </a:extLst>
              </p:cNvPr>
              <p:cNvSpPr/>
              <p:nvPr/>
            </p:nvSpPr>
            <p:spPr>
              <a:xfrm>
                <a:off x="6308042" y="75776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24" name="Freeform: Shape 12123">
                <a:extLst>
                  <a:ext uri="{FF2B5EF4-FFF2-40B4-BE49-F238E27FC236}">
                    <a16:creationId xmlns:a16="http://schemas.microsoft.com/office/drawing/2014/main" id="{9769C15A-90A5-2403-53D5-1413090C5FBE}"/>
                  </a:ext>
                </a:extLst>
              </p:cNvPr>
              <p:cNvSpPr/>
              <p:nvPr/>
            </p:nvSpPr>
            <p:spPr>
              <a:xfrm>
                <a:off x="6308042" y="83869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25" name="Freeform: Shape 12124">
                <a:extLst>
                  <a:ext uri="{FF2B5EF4-FFF2-40B4-BE49-F238E27FC236}">
                    <a16:creationId xmlns:a16="http://schemas.microsoft.com/office/drawing/2014/main" id="{C5BD747B-74A5-1093-8E78-2AF1628C42E6}"/>
                  </a:ext>
                </a:extLst>
              </p:cNvPr>
              <p:cNvSpPr/>
              <p:nvPr/>
            </p:nvSpPr>
            <p:spPr>
              <a:xfrm>
                <a:off x="6308042" y="91954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26" name="Freeform: Shape 12125">
                <a:extLst>
                  <a:ext uri="{FF2B5EF4-FFF2-40B4-BE49-F238E27FC236}">
                    <a16:creationId xmlns:a16="http://schemas.microsoft.com/office/drawing/2014/main" id="{D6B640C6-D602-45C4-B3F5-9B0D4D9E0571}"/>
                  </a:ext>
                </a:extLst>
              </p:cNvPr>
              <p:cNvSpPr/>
              <p:nvPr/>
            </p:nvSpPr>
            <p:spPr>
              <a:xfrm>
                <a:off x="6308042" y="100046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27" name="Freeform: Shape 12126">
                <a:extLst>
                  <a:ext uri="{FF2B5EF4-FFF2-40B4-BE49-F238E27FC236}">
                    <a16:creationId xmlns:a16="http://schemas.microsoft.com/office/drawing/2014/main" id="{154B5220-1B63-B3F9-1F42-6BD34D5D5720}"/>
                  </a:ext>
                </a:extLst>
              </p:cNvPr>
              <p:cNvSpPr/>
              <p:nvPr/>
            </p:nvSpPr>
            <p:spPr>
              <a:xfrm>
                <a:off x="6308042" y="108131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1F1F1"/>
              </a:solidFill>
              <a:ln w="2679" cap="rnd">
                <a:solidFill>
                  <a:srgbClr val="999999"/>
                </a:solidFill>
                <a:prstDash val="solid"/>
                <a:round/>
              </a:ln>
            </p:spPr>
            <p:txBody>
              <a:bodyPr/>
              <a:lstStyle/>
              <a:p>
                <a:endParaRPr lang="en-US" sz="1701"/>
              </a:p>
            </p:txBody>
          </p:sp>
          <p:sp>
            <p:nvSpPr>
              <p:cNvPr id="12128" name="Freeform: Shape 12127">
                <a:extLst>
                  <a:ext uri="{FF2B5EF4-FFF2-40B4-BE49-F238E27FC236}">
                    <a16:creationId xmlns:a16="http://schemas.microsoft.com/office/drawing/2014/main" id="{1BF7150E-C9AE-5C5F-1BDC-9AFAC2C45C37}"/>
                  </a:ext>
                </a:extLst>
              </p:cNvPr>
              <p:cNvSpPr/>
              <p:nvPr/>
            </p:nvSpPr>
            <p:spPr>
              <a:xfrm>
                <a:off x="6308042" y="1162245"/>
                <a:ext cx="62314" cy="80925"/>
              </a:xfrm>
              <a:custGeom>
                <a:avLst/>
                <a:gdLst>
                  <a:gd name="csX0" fmla="*/ 0 w 28396"/>
                  <a:gd name="csY0" fmla="*/ 37076 h 37075"/>
                  <a:gd name="csX1" fmla="*/ 28397 w 28396"/>
                  <a:gd name="csY1" fmla="*/ 37076 h 37075"/>
                  <a:gd name="csX2" fmla="*/ 28397 w 28396"/>
                  <a:gd name="csY2" fmla="*/ 0 h 37075"/>
                  <a:gd name="csX3" fmla="*/ 0 w 28396"/>
                  <a:gd name="csY3" fmla="*/ 0 h 37075"/>
                  <a:gd name="csX4" fmla="*/ 0 w 28396"/>
                  <a:gd name="csY4" fmla="*/ 37076 h 37075"/>
                </a:gdLst>
                <a:ahLst/>
                <a:cxnLst>
                  <a:cxn ang="0">
                    <a:pos x="csX0" y="csY0"/>
                  </a:cxn>
                  <a:cxn ang="0">
                    <a:pos x="csX1" y="csY1"/>
                  </a:cxn>
                  <a:cxn ang="0">
                    <a:pos x="csX2" y="csY2"/>
                  </a:cxn>
                  <a:cxn ang="0">
                    <a:pos x="csX3" y="csY3"/>
                  </a:cxn>
                  <a:cxn ang="0">
                    <a:pos x="csX4" y="csY4"/>
                  </a:cxn>
                </a:cxnLst>
                <a:rect l="l" t="t" r="r" b="b"/>
                <a:pathLst>
                  <a:path w="28396" h="37075">
                    <a:moveTo>
                      <a:pt x="0" y="37076"/>
                    </a:moveTo>
                    <a:lnTo>
                      <a:pt x="28397" y="37076"/>
                    </a:lnTo>
                    <a:lnTo>
                      <a:pt x="28397" y="0"/>
                    </a:lnTo>
                    <a:lnTo>
                      <a:pt x="0" y="0"/>
                    </a:lnTo>
                    <a:lnTo>
                      <a:pt x="0" y="37076"/>
                    </a:lnTo>
                    <a:close/>
                  </a:path>
                </a:pathLst>
              </a:custGeom>
              <a:solidFill>
                <a:srgbClr val="FFE5B6"/>
              </a:solidFill>
              <a:ln w="2679" cap="rnd">
                <a:solidFill>
                  <a:srgbClr val="999999"/>
                </a:solidFill>
                <a:prstDash val="solid"/>
                <a:round/>
              </a:ln>
            </p:spPr>
            <p:txBody>
              <a:bodyPr/>
              <a:lstStyle/>
              <a:p>
                <a:endParaRPr lang="en-US" sz="1701"/>
              </a:p>
            </p:txBody>
          </p:sp>
          <p:sp>
            <p:nvSpPr>
              <p:cNvPr id="12129" name="Freeform: Shape 12128">
                <a:extLst>
                  <a:ext uri="{FF2B5EF4-FFF2-40B4-BE49-F238E27FC236}">
                    <a16:creationId xmlns:a16="http://schemas.microsoft.com/office/drawing/2014/main" id="{CA65F18B-8B97-5F23-4918-105FADC6829E}"/>
                  </a:ext>
                </a:extLst>
              </p:cNvPr>
              <p:cNvSpPr/>
              <p:nvPr/>
            </p:nvSpPr>
            <p:spPr>
              <a:xfrm>
                <a:off x="6308042" y="124309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30" name="Freeform: Shape 12129">
                <a:extLst>
                  <a:ext uri="{FF2B5EF4-FFF2-40B4-BE49-F238E27FC236}">
                    <a16:creationId xmlns:a16="http://schemas.microsoft.com/office/drawing/2014/main" id="{7D63CFBD-22DB-78AC-FDE0-B4EBD25C608A}"/>
                  </a:ext>
                </a:extLst>
              </p:cNvPr>
              <p:cNvSpPr/>
              <p:nvPr/>
            </p:nvSpPr>
            <p:spPr>
              <a:xfrm>
                <a:off x="6308042" y="132394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31" name="Freeform: Shape 12130">
                <a:extLst>
                  <a:ext uri="{FF2B5EF4-FFF2-40B4-BE49-F238E27FC236}">
                    <a16:creationId xmlns:a16="http://schemas.microsoft.com/office/drawing/2014/main" id="{251BE2B6-D47B-3F09-489A-C52E64FFE7A9}"/>
                  </a:ext>
                </a:extLst>
              </p:cNvPr>
              <p:cNvSpPr/>
              <p:nvPr/>
            </p:nvSpPr>
            <p:spPr>
              <a:xfrm>
                <a:off x="6308042" y="140487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32" name="Freeform: Shape 12131">
                <a:extLst>
                  <a:ext uri="{FF2B5EF4-FFF2-40B4-BE49-F238E27FC236}">
                    <a16:creationId xmlns:a16="http://schemas.microsoft.com/office/drawing/2014/main" id="{4D762972-660C-92FF-047C-DC84E18BB7C8}"/>
                  </a:ext>
                </a:extLst>
              </p:cNvPr>
              <p:cNvSpPr/>
              <p:nvPr/>
            </p:nvSpPr>
            <p:spPr>
              <a:xfrm>
                <a:off x="6308042" y="148572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33" name="Freeform: Shape 12132">
                <a:extLst>
                  <a:ext uri="{FF2B5EF4-FFF2-40B4-BE49-F238E27FC236}">
                    <a16:creationId xmlns:a16="http://schemas.microsoft.com/office/drawing/2014/main" id="{BBF8BF11-BCBE-FD58-29B7-B8FDB023D840}"/>
                  </a:ext>
                </a:extLst>
              </p:cNvPr>
              <p:cNvSpPr/>
              <p:nvPr/>
            </p:nvSpPr>
            <p:spPr>
              <a:xfrm>
                <a:off x="6308042" y="1566651"/>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34" name="Freeform: Shape 12133">
                <a:extLst>
                  <a:ext uri="{FF2B5EF4-FFF2-40B4-BE49-F238E27FC236}">
                    <a16:creationId xmlns:a16="http://schemas.microsoft.com/office/drawing/2014/main" id="{BD3D1BB7-B3D6-4ED5-DFDC-41BCD9B8036B}"/>
                  </a:ext>
                </a:extLst>
              </p:cNvPr>
              <p:cNvSpPr/>
              <p:nvPr/>
            </p:nvSpPr>
            <p:spPr>
              <a:xfrm>
                <a:off x="6308042" y="164750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35" name="Freeform: Shape 12134">
                <a:extLst>
                  <a:ext uri="{FF2B5EF4-FFF2-40B4-BE49-F238E27FC236}">
                    <a16:creationId xmlns:a16="http://schemas.microsoft.com/office/drawing/2014/main" id="{3E285AD3-B443-A20D-B176-7548A22B4880}"/>
                  </a:ext>
                </a:extLst>
              </p:cNvPr>
              <p:cNvSpPr/>
              <p:nvPr/>
            </p:nvSpPr>
            <p:spPr>
              <a:xfrm>
                <a:off x="6308042" y="1728349"/>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DFDFD"/>
              </a:solidFill>
              <a:ln w="2679" cap="rnd">
                <a:solidFill>
                  <a:srgbClr val="999999"/>
                </a:solidFill>
                <a:prstDash val="solid"/>
                <a:round/>
              </a:ln>
            </p:spPr>
            <p:txBody>
              <a:bodyPr/>
              <a:lstStyle/>
              <a:p>
                <a:endParaRPr lang="en-US" sz="1701"/>
              </a:p>
            </p:txBody>
          </p:sp>
          <p:sp>
            <p:nvSpPr>
              <p:cNvPr id="12136" name="Freeform: Shape 12135">
                <a:extLst>
                  <a:ext uri="{FF2B5EF4-FFF2-40B4-BE49-F238E27FC236}">
                    <a16:creationId xmlns:a16="http://schemas.microsoft.com/office/drawing/2014/main" id="{2A8C1074-7647-5C0F-9345-AB5158267018}"/>
                  </a:ext>
                </a:extLst>
              </p:cNvPr>
              <p:cNvSpPr/>
              <p:nvPr/>
            </p:nvSpPr>
            <p:spPr>
              <a:xfrm>
                <a:off x="6308042" y="1809277"/>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37" name="Freeform: Shape 12136">
                <a:extLst>
                  <a:ext uri="{FF2B5EF4-FFF2-40B4-BE49-F238E27FC236}">
                    <a16:creationId xmlns:a16="http://schemas.microsoft.com/office/drawing/2014/main" id="{822D3520-EABA-11BD-7B92-C93B47B21694}"/>
                  </a:ext>
                </a:extLst>
              </p:cNvPr>
              <p:cNvSpPr/>
              <p:nvPr/>
            </p:nvSpPr>
            <p:spPr>
              <a:xfrm>
                <a:off x="6308042" y="1890128"/>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5000"/>
              </a:solidFill>
              <a:ln w="2679" cap="rnd">
                <a:solidFill>
                  <a:srgbClr val="999999"/>
                </a:solidFill>
                <a:prstDash val="solid"/>
                <a:round/>
              </a:ln>
            </p:spPr>
            <p:txBody>
              <a:bodyPr/>
              <a:lstStyle/>
              <a:p>
                <a:endParaRPr lang="en-US" sz="1701"/>
              </a:p>
            </p:txBody>
          </p:sp>
          <p:sp>
            <p:nvSpPr>
              <p:cNvPr id="12138" name="Freeform: Shape 12137">
                <a:extLst>
                  <a:ext uri="{FF2B5EF4-FFF2-40B4-BE49-F238E27FC236}">
                    <a16:creationId xmlns:a16="http://schemas.microsoft.com/office/drawing/2014/main" id="{D69433B4-C7AD-886E-E036-83FF1FD19B75}"/>
                  </a:ext>
                </a:extLst>
              </p:cNvPr>
              <p:cNvSpPr/>
              <p:nvPr/>
            </p:nvSpPr>
            <p:spPr>
              <a:xfrm>
                <a:off x="6308042" y="1971056"/>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EAC5"/>
              </a:solidFill>
              <a:ln w="2679" cap="rnd">
                <a:solidFill>
                  <a:srgbClr val="999999"/>
                </a:solidFill>
                <a:prstDash val="solid"/>
                <a:round/>
              </a:ln>
            </p:spPr>
            <p:txBody>
              <a:bodyPr/>
              <a:lstStyle/>
              <a:p>
                <a:endParaRPr lang="en-US" sz="1701"/>
              </a:p>
            </p:txBody>
          </p:sp>
          <p:sp>
            <p:nvSpPr>
              <p:cNvPr id="12139" name="Freeform: Shape 12138">
                <a:extLst>
                  <a:ext uri="{FF2B5EF4-FFF2-40B4-BE49-F238E27FC236}">
                    <a16:creationId xmlns:a16="http://schemas.microsoft.com/office/drawing/2014/main" id="{E972403F-007F-1FA0-A9DB-6CF1DC156389}"/>
                  </a:ext>
                </a:extLst>
              </p:cNvPr>
              <p:cNvSpPr/>
              <p:nvPr/>
            </p:nvSpPr>
            <p:spPr>
              <a:xfrm>
                <a:off x="6308042" y="2051905"/>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40" name="Freeform: Shape 12139">
                <a:extLst>
                  <a:ext uri="{FF2B5EF4-FFF2-40B4-BE49-F238E27FC236}">
                    <a16:creationId xmlns:a16="http://schemas.microsoft.com/office/drawing/2014/main" id="{27CED064-C9DC-7583-4E1B-53DA08FD8EE5}"/>
                  </a:ext>
                </a:extLst>
              </p:cNvPr>
              <p:cNvSpPr/>
              <p:nvPr/>
            </p:nvSpPr>
            <p:spPr>
              <a:xfrm>
                <a:off x="6308042" y="2132754"/>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41" name="Freeform: Shape 12140">
                <a:extLst>
                  <a:ext uri="{FF2B5EF4-FFF2-40B4-BE49-F238E27FC236}">
                    <a16:creationId xmlns:a16="http://schemas.microsoft.com/office/drawing/2014/main" id="{DB524FE2-9A6B-A973-4963-43DE256A47DF}"/>
                  </a:ext>
                </a:extLst>
              </p:cNvPr>
              <p:cNvSpPr/>
              <p:nvPr/>
            </p:nvSpPr>
            <p:spPr>
              <a:xfrm>
                <a:off x="6308042" y="2213683"/>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FFDA96"/>
              </a:solidFill>
              <a:ln w="2679" cap="rnd">
                <a:solidFill>
                  <a:srgbClr val="999999"/>
                </a:solidFill>
                <a:prstDash val="solid"/>
                <a:round/>
              </a:ln>
            </p:spPr>
            <p:txBody>
              <a:bodyPr/>
              <a:lstStyle/>
              <a:p>
                <a:endParaRPr lang="en-US" sz="1701"/>
              </a:p>
            </p:txBody>
          </p:sp>
          <p:sp>
            <p:nvSpPr>
              <p:cNvPr id="12142" name="Freeform: Shape 12141">
                <a:extLst>
                  <a:ext uri="{FF2B5EF4-FFF2-40B4-BE49-F238E27FC236}">
                    <a16:creationId xmlns:a16="http://schemas.microsoft.com/office/drawing/2014/main" id="{5BD58177-39F4-89A5-812A-F25695E992B4}"/>
                  </a:ext>
                </a:extLst>
              </p:cNvPr>
              <p:cNvSpPr/>
              <p:nvPr/>
            </p:nvSpPr>
            <p:spPr>
              <a:xfrm>
                <a:off x="6308042" y="2294532"/>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43" name="Freeform: Shape 12142">
                <a:extLst>
                  <a:ext uri="{FF2B5EF4-FFF2-40B4-BE49-F238E27FC236}">
                    <a16:creationId xmlns:a16="http://schemas.microsoft.com/office/drawing/2014/main" id="{A15231E3-58DE-97B6-290E-3A8F72F51CC4}"/>
                  </a:ext>
                </a:extLst>
              </p:cNvPr>
              <p:cNvSpPr/>
              <p:nvPr/>
            </p:nvSpPr>
            <p:spPr>
              <a:xfrm>
                <a:off x="6308042" y="2375460"/>
                <a:ext cx="62314" cy="80928"/>
              </a:xfrm>
              <a:custGeom>
                <a:avLst/>
                <a:gdLst>
                  <a:gd name="csX0" fmla="*/ 0 w 28396"/>
                  <a:gd name="csY0" fmla="*/ 37076 h 37076"/>
                  <a:gd name="csX1" fmla="*/ 28397 w 28396"/>
                  <a:gd name="csY1" fmla="*/ 37076 h 37076"/>
                  <a:gd name="csX2" fmla="*/ 28397 w 28396"/>
                  <a:gd name="csY2" fmla="*/ 0 h 37076"/>
                  <a:gd name="csX3" fmla="*/ 0 w 28396"/>
                  <a:gd name="csY3" fmla="*/ 0 h 37076"/>
                  <a:gd name="csX4" fmla="*/ 0 w 28396"/>
                  <a:gd name="csY4" fmla="*/ 37076 h 37076"/>
                </a:gdLst>
                <a:ahLst/>
                <a:cxnLst>
                  <a:cxn ang="0">
                    <a:pos x="csX0" y="csY0"/>
                  </a:cxn>
                  <a:cxn ang="0">
                    <a:pos x="csX1" y="csY1"/>
                  </a:cxn>
                  <a:cxn ang="0">
                    <a:pos x="csX2" y="csY2"/>
                  </a:cxn>
                  <a:cxn ang="0">
                    <a:pos x="csX3" y="csY3"/>
                  </a:cxn>
                  <a:cxn ang="0">
                    <a:pos x="csX4" y="csY4"/>
                  </a:cxn>
                </a:cxnLst>
                <a:rect l="l" t="t" r="r" b="b"/>
                <a:pathLst>
                  <a:path w="28396" h="37076">
                    <a:moveTo>
                      <a:pt x="0" y="37076"/>
                    </a:moveTo>
                    <a:lnTo>
                      <a:pt x="28397" y="37076"/>
                    </a:lnTo>
                    <a:lnTo>
                      <a:pt x="28397" y="0"/>
                    </a:lnTo>
                    <a:lnTo>
                      <a:pt x="0" y="0"/>
                    </a:lnTo>
                    <a:lnTo>
                      <a:pt x="0" y="37076"/>
                    </a:lnTo>
                    <a:close/>
                  </a:path>
                </a:pathLst>
              </a:custGeom>
              <a:solidFill>
                <a:srgbClr val="DDDDDD"/>
              </a:solidFill>
              <a:ln w="2679" cap="rnd">
                <a:solidFill>
                  <a:srgbClr val="999999"/>
                </a:solidFill>
                <a:prstDash val="solid"/>
                <a:round/>
              </a:ln>
            </p:spPr>
            <p:txBody>
              <a:bodyPr/>
              <a:lstStyle/>
              <a:p>
                <a:endParaRPr lang="en-US" sz="1701"/>
              </a:p>
            </p:txBody>
          </p:sp>
          <p:sp>
            <p:nvSpPr>
              <p:cNvPr id="12145" name="Freeform: Shape 12144">
                <a:extLst>
                  <a:ext uri="{FF2B5EF4-FFF2-40B4-BE49-F238E27FC236}">
                    <a16:creationId xmlns:a16="http://schemas.microsoft.com/office/drawing/2014/main" id="{5E199F5D-C77D-0D73-6AA4-CA8F9B46929F}"/>
                  </a:ext>
                </a:extLst>
              </p:cNvPr>
              <p:cNvSpPr/>
              <p:nvPr/>
            </p:nvSpPr>
            <p:spPr>
              <a:xfrm>
                <a:off x="3138982" y="2519227"/>
                <a:ext cx="56121" cy="51144"/>
              </a:xfrm>
              <a:custGeom>
                <a:avLst/>
                <a:gdLst>
                  <a:gd name="csX0" fmla="*/ 25575 w 25574"/>
                  <a:gd name="csY0" fmla="*/ 13537 h 23431"/>
                  <a:gd name="csX1" fmla="*/ 0 w 25574"/>
                  <a:gd name="csY1" fmla="*/ 23431 h 23431"/>
                  <a:gd name="csX2" fmla="*/ 0 w 25574"/>
                  <a:gd name="csY2" fmla="*/ 19752 h 23431"/>
                  <a:gd name="csX3" fmla="*/ 18574 w 25574"/>
                  <a:gd name="csY3" fmla="*/ 13109 h 23431"/>
                  <a:gd name="csX4" fmla="*/ 22753 w 25574"/>
                  <a:gd name="csY4" fmla="*/ 11751 h 23431"/>
                  <a:gd name="csX5" fmla="*/ 18574 w 25574"/>
                  <a:gd name="csY5" fmla="*/ 10358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7"/>
                    </a:moveTo>
                    <a:lnTo>
                      <a:pt x="0" y="23431"/>
                    </a:lnTo>
                    <a:lnTo>
                      <a:pt x="0" y="19752"/>
                    </a:lnTo>
                    <a:lnTo>
                      <a:pt x="18574" y="13109"/>
                    </a:lnTo>
                    <a:cubicBezTo>
                      <a:pt x="20038" y="12573"/>
                      <a:pt x="21431" y="12144"/>
                      <a:pt x="22753" y="11751"/>
                    </a:cubicBezTo>
                    <a:cubicBezTo>
                      <a:pt x="21360" y="11359"/>
                      <a:pt x="19967" y="10894"/>
                      <a:pt x="18574" y="10358"/>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146" name="Freeform: Shape 12145">
                <a:extLst>
                  <a:ext uri="{FF2B5EF4-FFF2-40B4-BE49-F238E27FC236}">
                    <a16:creationId xmlns:a16="http://schemas.microsoft.com/office/drawing/2014/main" id="{41532E0D-4181-41F3-9254-19F2F4F01BB8}"/>
                  </a:ext>
                </a:extLst>
              </p:cNvPr>
              <p:cNvSpPr/>
              <p:nvPr/>
            </p:nvSpPr>
            <p:spPr>
              <a:xfrm>
                <a:off x="3153327" y="2480479"/>
                <a:ext cx="42641" cy="35162"/>
              </a:xfrm>
              <a:custGeom>
                <a:avLst/>
                <a:gdLst>
                  <a:gd name="csX0" fmla="*/ 12252 w 19431"/>
                  <a:gd name="csY0" fmla="*/ 3072 h 16109"/>
                  <a:gd name="csX1" fmla="*/ 12644 w 19431"/>
                  <a:gd name="csY1" fmla="*/ 0 h 16109"/>
                  <a:gd name="csX2" fmla="*/ 17645 w 19431"/>
                  <a:gd name="csY2" fmla="*/ 2572 h 16109"/>
                  <a:gd name="csX3" fmla="*/ 19431 w 19431"/>
                  <a:gd name="csY3" fmla="*/ 7680 h 16109"/>
                  <a:gd name="csX4" fmla="*/ 16931 w 19431"/>
                  <a:gd name="csY4" fmla="*/ 13788 h 16109"/>
                  <a:gd name="csX5" fmla="*/ 9787 w 19431"/>
                  <a:gd name="csY5" fmla="*/ 16109 h 16109"/>
                  <a:gd name="csX6" fmla="*/ 4536 w 19431"/>
                  <a:gd name="csY6" fmla="*/ 15109 h 16109"/>
                  <a:gd name="csX7" fmla="*/ 1143 w 19431"/>
                  <a:gd name="csY7" fmla="*/ 12073 h 16109"/>
                  <a:gd name="csX8" fmla="*/ 0 w 19431"/>
                  <a:gd name="csY8" fmla="*/ 7644 h 16109"/>
                  <a:gd name="csX9" fmla="*/ 1536 w 19431"/>
                  <a:gd name="csY9" fmla="*/ 2715 h 16109"/>
                  <a:gd name="csX10" fmla="*/ 5858 w 19431"/>
                  <a:gd name="csY10" fmla="*/ 250 h 16109"/>
                  <a:gd name="csX11" fmla="*/ 6322 w 19431"/>
                  <a:gd name="csY11" fmla="*/ 3322 h 16109"/>
                  <a:gd name="csX12" fmla="*/ 3500 w 19431"/>
                  <a:gd name="csY12" fmla="*/ 4858 h 16109"/>
                  <a:gd name="csX13" fmla="*/ 2572 w 19431"/>
                  <a:gd name="csY13" fmla="*/ 7537 h 16109"/>
                  <a:gd name="csX14" fmla="*/ 4251 w 19431"/>
                  <a:gd name="csY14" fmla="*/ 11394 h 16109"/>
                  <a:gd name="csX15" fmla="*/ 9644 w 19431"/>
                  <a:gd name="csY15" fmla="*/ 12895 h 16109"/>
                  <a:gd name="csX16" fmla="*/ 15073 w 19431"/>
                  <a:gd name="csY16" fmla="*/ 11466 h 16109"/>
                  <a:gd name="csX17" fmla="*/ 16752 w 19431"/>
                  <a:gd name="csY17" fmla="*/ 7751 h 16109"/>
                  <a:gd name="csX18" fmla="*/ 15609 w 19431"/>
                  <a:gd name="csY18" fmla="*/ 4679 h 16109"/>
                  <a:gd name="csX19" fmla="*/ 12109 w 19431"/>
                  <a:gd name="csY19" fmla="*/ 3108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9431" h="16109">
                    <a:moveTo>
                      <a:pt x="12252" y="3072"/>
                    </a:moveTo>
                    <a:lnTo>
                      <a:pt x="12644" y="0"/>
                    </a:lnTo>
                    <a:cubicBezTo>
                      <a:pt x="14752" y="322"/>
                      <a:pt x="16431" y="1215"/>
                      <a:pt x="17645" y="2572"/>
                    </a:cubicBezTo>
                    <a:cubicBezTo>
                      <a:pt x="18859" y="3965"/>
                      <a:pt x="19431" y="5679"/>
                      <a:pt x="19431" y="7680"/>
                    </a:cubicBezTo>
                    <a:cubicBezTo>
                      <a:pt x="19431" y="10216"/>
                      <a:pt x="18609" y="12252"/>
                      <a:pt x="16931" y="13788"/>
                    </a:cubicBezTo>
                    <a:cubicBezTo>
                      <a:pt x="15288" y="15323"/>
                      <a:pt x="12894" y="16109"/>
                      <a:pt x="9787" y="16109"/>
                    </a:cubicBezTo>
                    <a:cubicBezTo>
                      <a:pt x="7787" y="16109"/>
                      <a:pt x="6036" y="15788"/>
                      <a:pt x="4536" y="15109"/>
                    </a:cubicBezTo>
                    <a:cubicBezTo>
                      <a:pt x="3036" y="14431"/>
                      <a:pt x="1929" y="13430"/>
                      <a:pt x="1143" y="12073"/>
                    </a:cubicBezTo>
                    <a:cubicBezTo>
                      <a:pt x="393" y="10716"/>
                      <a:pt x="0" y="9251"/>
                      <a:pt x="0" y="7644"/>
                    </a:cubicBezTo>
                    <a:cubicBezTo>
                      <a:pt x="0" y="5644"/>
                      <a:pt x="500" y="4000"/>
                      <a:pt x="1536" y="2715"/>
                    </a:cubicBezTo>
                    <a:cubicBezTo>
                      <a:pt x="2572" y="1429"/>
                      <a:pt x="4000" y="607"/>
                      <a:pt x="5858" y="250"/>
                    </a:cubicBezTo>
                    <a:lnTo>
                      <a:pt x="6322" y="3322"/>
                    </a:lnTo>
                    <a:cubicBezTo>
                      <a:pt x="5072" y="3608"/>
                      <a:pt x="4143" y="4108"/>
                      <a:pt x="3500" y="4858"/>
                    </a:cubicBezTo>
                    <a:cubicBezTo>
                      <a:pt x="2857" y="5608"/>
                      <a:pt x="2572" y="6501"/>
                      <a:pt x="2572" y="7537"/>
                    </a:cubicBezTo>
                    <a:cubicBezTo>
                      <a:pt x="2572" y="9144"/>
                      <a:pt x="3143" y="10394"/>
                      <a:pt x="4251" y="11394"/>
                    </a:cubicBezTo>
                    <a:cubicBezTo>
                      <a:pt x="5394" y="12395"/>
                      <a:pt x="7180" y="12895"/>
                      <a:pt x="9644" y="12895"/>
                    </a:cubicBezTo>
                    <a:cubicBezTo>
                      <a:pt x="12109" y="12895"/>
                      <a:pt x="13930" y="12430"/>
                      <a:pt x="15073" y="11466"/>
                    </a:cubicBezTo>
                    <a:cubicBezTo>
                      <a:pt x="16216" y="10501"/>
                      <a:pt x="16752" y="9287"/>
                      <a:pt x="16752" y="7751"/>
                    </a:cubicBezTo>
                    <a:cubicBezTo>
                      <a:pt x="16752" y="6501"/>
                      <a:pt x="16359" y="5501"/>
                      <a:pt x="15609" y="4679"/>
                    </a:cubicBezTo>
                    <a:cubicBezTo>
                      <a:pt x="14859" y="3858"/>
                      <a:pt x="13680" y="3322"/>
                      <a:pt x="12109" y="3108"/>
                    </a:cubicBezTo>
                    <a:close/>
                  </a:path>
                </a:pathLst>
              </a:custGeom>
              <a:solidFill>
                <a:srgbClr val="000000"/>
              </a:solidFill>
              <a:ln w="3572" cap="flat">
                <a:noFill/>
                <a:prstDash val="solid"/>
                <a:miter/>
              </a:ln>
            </p:spPr>
            <p:txBody>
              <a:bodyPr/>
              <a:lstStyle/>
              <a:p>
                <a:endParaRPr lang="en-US" sz="1701"/>
              </a:p>
            </p:txBody>
          </p:sp>
          <p:sp>
            <p:nvSpPr>
              <p:cNvPr id="12148" name="Freeform: Shape 12147">
                <a:extLst>
                  <a:ext uri="{FF2B5EF4-FFF2-40B4-BE49-F238E27FC236}">
                    <a16:creationId xmlns:a16="http://schemas.microsoft.com/office/drawing/2014/main" id="{B31254E5-BE18-24A2-3925-75C9DEA540AA}"/>
                  </a:ext>
                </a:extLst>
              </p:cNvPr>
              <p:cNvSpPr/>
              <p:nvPr/>
            </p:nvSpPr>
            <p:spPr>
              <a:xfrm>
                <a:off x="3200278" y="2547762"/>
                <a:ext cx="58081" cy="49352"/>
              </a:xfrm>
              <a:custGeom>
                <a:avLst/>
                <a:gdLst>
                  <a:gd name="csX0" fmla="*/ 17074 w 26467"/>
                  <a:gd name="csY0" fmla="*/ 3393 h 22610"/>
                  <a:gd name="csX1" fmla="*/ 17931 w 26467"/>
                  <a:gd name="csY1" fmla="*/ 0 h 22610"/>
                  <a:gd name="csX2" fmla="*/ 24289 w 26467"/>
                  <a:gd name="csY2" fmla="*/ 3822 h 22610"/>
                  <a:gd name="csX3" fmla="*/ 26467 w 26467"/>
                  <a:gd name="csY3" fmla="*/ 10573 h 22610"/>
                  <a:gd name="csX4" fmla="*/ 24789 w 26467"/>
                  <a:gd name="csY4" fmla="*/ 17288 h 22610"/>
                  <a:gd name="csX5" fmla="*/ 19895 w 26467"/>
                  <a:gd name="csY5" fmla="*/ 21253 h 22610"/>
                  <a:gd name="csX6" fmla="*/ 13037 w 26467"/>
                  <a:gd name="csY6" fmla="*/ 22610 h 22610"/>
                  <a:gd name="csX7" fmla="*/ 6072 w 26467"/>
                  <a:gd name="csY7" fmla="*/ 21074 h 22610"/>
                  <a:gd name="csX8" fmla="*/ 1536 w 26467"/>
                  <a:gd name="csY8" fmla="*/ 16752 h 22610"/>
                  <a:gd name="csX9" fmla="*/ 0 w 26467"/>
                  <a:gd name="csY9" fmla="*/ 10537 h 22610"/>
                  <a:gd name="csX10" fmla="*/ 1964 w 26467"/>
                  <a:gd name="csY10" fmla="*/ 4108 h 22610"/>
                  <a:gd name="csX11" fmla="*/ 7465 w 26467"/>
                  <a:gd name="csY11" fmla="*/ 464 h 22610"/>
                  <a:gd name="csX12" fmla="*/ 8251 w 26467"/>
                  <a:gd name="csY12" fmla="*/ 3786 h 22610"/>
                  <a:gd name="csX13" fmla="*/ 4179 w 26467"/>
                  <a:gd name="csY13" fmla="*/ 6394 h 22610"/>
                  <a:gd name="csX14" fmla="*/ 2893 w 26467"/>
                  <a:gd name="csY14" fmla="*/ 10644 h 22610"/>
                  <a:gd name="csX15" fmla="*/ 4286 w 26467"/>
                  <a:gd name="csY15" fmla="*/ 15573 h 22610"/>
                  <a:gd name="csX16" fmla="*/ 8072 w 26467"/>
                  <a:gd name="csY16" fmla="*/ 18359 h 22610"/>
                  <a:gd name="csX17" fmla="*/ 13002 w 26467"/>
                  <a:gd name="csY17" fmla="*/ 19145 h 22610"/>
                  <a:gd name="csX18" fmla="*/ 18681 w 26467"/>
                  <a:gd name="csY18" fmla="*/ 18181 h 22610"/>
                  <a:gd name="csX19" fmla="*/ 22324 w 26467"/>
                  <a:gd name="csY19" fmla="*/ 15216 h 22610"/>
                  <a:gd name="csX20" fmla="*/ 23539 w 26467"/>
                  <a:gd name="csY20" fmla="*/ 10894 h 22610"/>
                  <a:gd name="csX21" fmla="*/ 21896 w 26467"/>
                  <a:gd name="csY21" fmla="*/ 6072 h 22610"/>
                  <a:gd name="csX22" fmla="*/ 17038 w 26467"/>
                  <a:gd name="csY22" fmla="*/ 3393 h 22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6467" h="22610">
                    <a:moveTo>
                      <a:pt x="17074" y="3393"/>
                    </a:moveTo>
                    <a:lnTo>
                      <a:pt x="17931" y="0"/>
                    </a:lnTo>
                    <a:cubicBezTo>
                      <a:pt x="20717" y="714"/>
                      <a:pt x="22824" y="2000"/>
                      <a:pt x="24289" y="3822"/>
                    </a:cubicBezTo>
                    <a:cubicBezTo>
                      <a:pt x="25753" y="5679"/>
                      <a:pt x="26467" y="7894"/>
                      <a:pt x="26467" y="10573"/>
                    </a:cubicBezTo>
                    <a:cubicBezTo>
                      <a:pt x="26467" y="13252"/>
                      <a:pt x="25896" y="15573"/>
                      <a:pt x="24789" y="17288"/>
                    </a:cubicBezTo>
                    <a:cubicBezTo>
                      <a:pt x="23646" y="19002"/>
                      <a:pt x="22038" y="20324"/>
                      <a:pt x="19895" y="21253"/>
                    </a:cubicBezTo>
                    <a:cubicBezTo>
                      <a:pt x="17788" y="22146"/>
                      <a:pt x="15502" y="22610"/>
                      <a:pt x="13037" y="22610"/>
                    </a:cubicBezTo>
                    <a:cubicBezTo>
                      <a:pt x="10359" y="22610"/>
                      <a:pt x="8072" y="22110"/>
                      <a:pt x="6072" y="21074"/>
                    </a:cubicBezTo>
                    <a:cubicBezTo>
                      <a:pt x="4108" y="20038"/>
                      <a:pt x="2572" y="18610"/>
                      <a:pt x="1536" y="16752"/>
                    </a:cubicBezTo>
                    <a:cubicBezTo>
                      <a:pt x="500" y="14859"/>
                      <a:pt x="0" y="12787"/>
                      <a:pt x="0" y="10537"/>
                    </a:cubicBezTo>
                    <a:cubicBezTo>
                      <a:pt x="0" y="8001"/>
                      <a:pt x="643" y="5822"/>
                      <a:pt x="1964" y="4108"/>
                    </a:cubicBezTo>
                    <a:cubicBezTo>
                      <a:pt x="3286" y="2358"/>
                      <a:pt x="5108" y="1143"/>
                      <a:pt x="7465" y="464"/>
                    </a:cubicBezTo>
                    <a:lnTo>
                      <a:pt x="8251" y="3786"/>
                    </a:lnTo>
                    <a:cubicBezTo>
                      <a:pt x="6394" y="4394"/>
                      <a:pt x="5036" y="5251"/>
                      <a:pt x="4179" y="6394"/>
                    </a:cubicBezTo>
                    <a:cubicBezTo>
                      <a:pt x="3322" y="7501"/>
                      <a:pt x="2893" y="8930"/>
                      <a:pt x="2893" y="10644"/>
                    </a:cubicBezTo>
                    <a:cubicBezTo>
                      <a:pt x="2893" y="12609"/>
                      <a:pt x="3358" y="14252"/>
                      <a:pt x="4286" y="15573"/>
                    </a:cubicBezTo>
                    <a:cubicBezTo>
                      <a:pt x="5215" y="16895"/>
                      <a:pt x="6501" y="17824"/>
                      <a:pt x="8072" y="18359"/>
                    </a:cubicBezTo>
                    <a:cubicBezTo>
                      <a:pt x="9680" y="18895"/>
                      <a:pt x="11287" y="19145"/>
                      <a:pt x="13002" y="19145"/>
                    </a:cubicBezTo>
                    <a:cubicBezTo>
                      <a:pt x="15180" y="19145"/>
                      <a:pt x="17074" y="18824"/>
                      <a:pt x="18681" y="18181"/>
                    </a:cubicBezTo>
                    <a:cubicBezTo>
                      <a:pt x="20288" y="17538"/>
                      <a:pt x="21503" y="16574"/>
                      <a:pt x="22324" y="15216"/>
                    </a:cubicBezTo>
                    <a:cubicBezTo>
                      <a:pt x="23110" y="13895"/>
                      <a:pt x="23539" y="12430"/>
                      <a:pt x="23539" y="10894"/>
                    </a:cubicBezTo>
                    <a:cubicBezTo>
                      <a:pt x="23539" y="9001"/>
                      <a:pt x="23003" y="7394"/>
                      <a:pt x="21896" y="6072"/>
                    </a:cubicBezTo>
                    <a:cubicBezTo>
                      <a:pt x="20824" y="4751"/>
                      <a:pt x="19181" y="3858"/>
                      <a:pt x="17038" y="3393"/>
                    </a:cubicBezTo>
                    <a:close/>
                  </a:path>
                </a:pathLst>
              </a:custGeom>
              <a:solidFill>
                <a:srgbClr val="000000"/>
              </a:solidFill>
              <a:ln w="3572" cap="flat">
                <a:noFill/>
                <a:prstDash val="solid"/>
                <a:miter/>
              </a:ln>
            </p:spPr>
            <p:txBody>
              <a:bodyPr/>
              <a:lstStyle/>
              <a:p>
                <a:endParaRPr lang="en-US" sz="1701"/>
              </a:p>
            </p:txBody>
          </p:sp>
          <p:sp>
            <p:nvSpPr>
              <p:cNvPr id="12149" name="Freeform: Shape 12148">
                <a:extLst>
                  <a:ext uri="{FF2B5EF4-FFF2-40B4-BE49-F238E27FC236}">
                    <a16:creationId xmlns:a16="http://schemas.microsoft.com/office/drawing/2014/main" id="{845DC97F-B4C8-4978-E689-327A0B8AF867}"/>
                  </a:ext>
                </a:extLst>
              </p:cNvPr>
              <p:cNvSpPr/>
              <p:nvPr/>
            </p:nvSpPr>
            <p:spPr>
              <a:xfrm>
                <a:off x="3201298" y="2485547"/>
                <a:ext cx="56200" cy="53327"/>
              </a:xfrm>
              <a:custGeom>
                <a:avLst/>
                <a:gdLst>
                  <a:gd name="csX0" fmla="*/ 25575 w 25610"/>
                  <a:gd name="csY0" fmla="*/ 24432 h 24431"/>
                  <a:gd name="csX1" fmla="*/ 0 w 25610"/>
                  <a:gd name="csY1" fmla="*/ 24432 h 24431"/>
                  <a:gd name="csX2" fmla="*/ 0 w 25610"/>
                  <a:gd name="csY2" fmla="*/ 19324 h 24431"/>
                  <a:gd name="csX3" fmla="*/ 18109 w 25610"/>
                  <a:gd name="csY3" fmla="*/ 13252 h 24431"/>
                  <a:gd name="csX4" fmla="*/ 21896 w 25610"/>
                  <a:gd name="csY4" fmla="*/ 12037 h 24431"/>
                  <a:gd name="csX5" fmla="*/ 17824 w 25610"/>
                  <a:gd name="csY5" fmla="*/ 10680 h 24431"/>
                  <a:gd name="csX6" fmla="*/ 36 w 25610"/>
                  <a:gd name="csY6" fmla="*/ 4572 h 24431"/>
                  <a:gd name="csX7" fmla="*/ 36 w 25610"/>
                  <a:gd name="csY7" fmla="*/ 0 h 24431"/>
                  <a:gd name="csX8" fmla="*/ 25610 w 25610"/>
                  <a:gd name="csY8" fmla="*/ 0 h 24431"/>
                  <a:gd name="csX9" fmla="*/ 25610 w 25610"/>
                  <a:gd name="csY9" fmla="*/ 3250 h 24431"/>
                  <a:gd name="csX10" fmla="*/ 4215 w 25610"/>
                  <a:gd name="csY10" fmla="*/ 3250 h 24431"/>
                  <a:gd name="csX11" fmla="*/ 25610 w 25610"/>
                  <a:gd name="csY11" fmla="*/ 10680 h 24431"/>
                  <a:gd name="csX12" fmla="*/ 25610 w 25610"/>
                  <a:gd name="csY12" fmla="*/ 13716 h 24431"/>
                  <a:gd name="csX13" fmla="*/ 3858 w 25610"/>
                  <a:gd name="csY13" fmla="*/ 21110 h 24431"/>
                  <a:gd name="csX14" fmla="*/ 25610 w 25610"/>
                  <a:gd name="csY14" fmla="*/ 21110 h 24431"/>
                  <a:gd name="csX15" fmla="*/ 25610 w 25610"/>
                  <a:gd name="csY15" fmla="*/ 24360 h 24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610" h="24431">
                    <a:moveTo>
                      <a:pt x="25575" y="24432"/>
                    </a:moveTo>
                    <a:lnTo>
                      <a:pt x="0" y="24432"/>
                    </a:lnTo>
                    <a:lnTo>
                      <a:pt x="0" y="19324"/>
                    </a:lnTo>
                    <a:lnTo>
                      <a:pt x="18109" y="13252"/>
                    </a:lnTo>
                    <a:cubicBezTo>
                      <a:pt x="19788" y="12680"/>
                      <a:pt x="21038" y="12287"/>
                      <a:pt x="21896" y="12037"/>
                    </a:cubicBezTo>
                    <a:cubicBezTo>
                      <a:pt x="20967" y="11751"/>
                      <a:pt x="19610" y="11287"/>
                      <a:pt x="17824" y="10680"/>
                    </a:cubicBezTo>
                    <a:lnTo>
                      <a:pt x="36" y="4572"/>
                    </a:lnTo>
                    <a:lnTo>
                      <a:pt x="36" y="0"/>
                    </a:lnTo>
                    <a:lnTo>
                      <a:pt x="25610" y="0"/>
                    </a:lnTo>
                    <a:lnTo>
                      <a:pt x="25610" y="3250"/>
                    </a:lnTo>
                    <a:lnTo>
                      <a:pt x="4215" y="3250"/>
                    </a:lnTo>
                    <a:lnTo>
                      <a:pt x="25610" y="10680"/>
                    </a:lnTo>
                    <a:lnTo>
                      <a:pt x="25610" y="13716"/>
                    </a:lnTo>
                    <a:lnTo>
                      <a:pt x="3858" y="21110"/>
                    </a:lnTo>
                    <a:lnTo>
                      <a:pt x="25610" y="21110"/>
                    </a:lnTo>
                    <a:lnTo>
                      <a:pt x="25610" y="24360"/>
                    </a:lnTo>
                    <a:close/>
                  </a:path>
                </a:pathLst>
              </a:custGeom>
              <a:solidFill>
                <a:srgbClr val="000000"/>
              </a:solidFill>
              <a:ln w="3572" cap="flat">
                <a:noFill/>
                <a:prstDash val="solid"/>
                <a:miter/>
              </a:ln>
            </p:spPr>
            <p:txBody>
              <a:bodyPr/>
              <a:lstStyle/>
              <a:p>
                <a:endParaRPr lang="en-US" sz="1701"/>
              </a:p>
            </p:txBody>
          </p:sp>
          <p:sp>
            <p:nvSpPr>
              <p:cNvPr id="12151" name="Freeform: Shape 12150">
                <a:extLst>
                  <a:ext uri="{FF2B5EF4-FFF2-40B4-BE49-F238E27FC236}">
                    <a16:creationId xmlns:a16="http://schemas.microsoft.com/office/drawing/2014/main" id="{A9EF4C49-7030-E601-3B8C-2EF287A468B6}"/>
                  </a:ext>
                </a:extLst>
              </p:cNvPr>
              <p:cNvSpPr/>
              <p:nvPr/>
            </p:nvSpPr>
            <p:spPr>
              <a:xfrm>
                <a:off x="3263534" y="2588538"/>
                <a:ext cx="56121" cy="51144"/>
              </a:xfrm>
              <a:custGeom>
                <a:avLst/>
                <a:gdLst>
                  <a:gd name="csX0" fmla="*/ 25575 w 25574"/>
                  <a:gd name="csY0" fmla="*/ 13537 h 23431"/>
                  <a:gd name="csX1" fmla="*/ 0 w 25574"/>
                  <a:gd name="csY1" fmla="*/ 23431 h 23431"/>
                  <a:gd name="csX2" fmla="*/ 0 w 25574"/>
                  <a:gd name="csY2" fmla="*/ 19752 h 23431"/>
                  <a:gd name="csX3" fmla="*/ 18574 w 25574"/>
                  <a:gd name="csY3" fmla="*/ 13109 h 23431"/>
                  <a:gd name="csX4" fmla="*/ 22753 w 25574"/>
                  <a:gd name="csY4" fmla="*/ 11751 h 23431"/>
                  <a:gd name="csX5" fmla="*/ 18574 w 25574"/>
                  <a:gd name="csY5" fmla="*/ 10358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7"/>
                    </a:moveTo>
                    <a:lnTo>
                      <a:pt x="0" y="23431"/>
                    </a:lnTo>
                    <a:lnTo>
                      <a:pt x="0" y="19752"/>
                    </a:lnTo>
                    <a:lnTo>
                      <a:pt x="18574" y="13109"/>
                    </a:lnTo>
                    <a:cubicBezTo>
                      <a:pt x="20038" y="12573"/>
                      <a:pt x="21431" y="12144"/>
                      <a:pt x="22753" y="11751"/>
                    </a:cubicBezTo>
                    <a:cubicBezTo>
                      <a:pt x="21360" y="11359"/>
                      <a:pt x="19967" y="10894"/>
                      <a:pt x="18574" y="10358"/>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152" name="Freeform: Shape 12151">
                <a:extLst>
                  <a:ext uri="{FF2B5EF4-FFF2-40B4-BE49-F238E27FC236}">
                    <a16:creationId xmlns:a16="http://schemas.microsoft.com/office/drawing/2014/main" id="{EA292BC8-D9B4-37F6-52EC-34C48E56F25C}"/>
                  </a:ext>
                </a:extLst>
              </p:cNvPr>
              <p:cNvSpPr/>
              <p:nvPr/>
            </p:nvSpPr>
            <p:spPr>
              <a:xfrm>
                <a:off x="3263534" y="2550180"/>
                <a:ext cx="57063" cy="35162"/>
              </a:xfrm>
              <a:custGeom>
                <a:avLst/>
                <a:gdLst>
                  <a:gd name="csX0" fmla="*/ 25575 w 26003"/>
                  <a:gd name="csY0" fmla="*/ 2965 h 16109"/>
                  <a:gd name="csX1" fmla="*/ 23253 w 26003"/>
                  <a:gd name="csY1" fmla="*/ 2965 h 16109"/>
                  <a:gd name="csX2" fmla="*/ 26003 w 26003"/>
                  <a:gd name="csY2" fmla="*/ 8144 h 16109"/>
                  <a:gd name="csX3" fmla="*/ 24789 w 26003"/>
                  <a:gd name="csY3" fmla="*/ 12216 h 16109"/>
                  <a:gd name="csX4" fmla="*/ 21360 w 26003"/>
                  <a:gd name="csY4" fmla="*/ 15073 h 16109"/>
                  <a:gd name="csX5" fmla="*/ 16323 w 26003"/>
                  <a:gd name="csY5" fmla="*/ 16109 h 16109"/>
                  <a:gd name="csX6" fmla="*/ 11287 w 26003"/>
                  <a:gd name="csY6" fmla="*/ 15180 h 16109"/>
                  <a:gd name="csX7" fmla="*/ 7822 w 26003"/>
                  <a:gd name="csY7" fmla="*/ 12395 h 16109"/>
                  <a:gd name="csX8" fmla="*/ 6608 w 26003"/>
                  <a:gd name="csY8" fmla="*/ 8251 h 16109"/>
                  <a:gd name="csX9" fmla="*/ 7322 w 26003"/>
                  <a:gd name="csY9" fmla="*/ 5251 h 16109"/>
                  <a:gd name="csX10" fmla="*/ 9180 w 26003"/>
                  <a:gd name="csY10" fmla="*/ 3143 h 16109"/>
                  <a:gd name="csX11" fmla="*/ 0 w 26003"/>
                  <a:gd name="csY11" fmla="*/ 3143 h 16109"/>
                  <a:gd name="csX12" fmla="*/ 0 w 26003"/>
                  <a:gd name="csY12" fmla="*/ 0 h 16109"/>
                  <a:gd name="csX13" fmla="*/ 25575 w 26003"/>
                  <a:gd name="csY13" fmla="*/ 0 h 16109"/>
                  <a:gd name="csX14" fmla="*/ 25575 w 26003"/>
                  <a:gd name="csY14" fmla="*/ 2929 h 16109"/>
                  <a:gd name="csX15" fmla="*/ 16359 w 26003"/>
                  <a:gd name="csY15" fmla="*/ 12894 h 16109"/>
                  <a:gd name="csX16" fmla="*/ 21681 w 26003"/>
                  <a:gd name="csY16" fmla="*/ 11394 h 16109"/>
                  <a:gd name="csX17" fmla="*/ 23431 w 26003"/>
                  <a:gd name="csY17" fmla="*/ 7858 h 16109"/>
                  <a:gd name="csX18" fmla="*/ 21753 w 26003"/>
                  <a:gd name="csY18" fmla="*/ 4358 h 16109"/>
                  <a:gd name="csX19" fmla="*/ 16609 w 26003"/>
                  <a:gd name="csY19" fmla="*/ 2929 h 16109"/>
                  <a:gd name="csX20" fmla="*/ 11037 w 26003"/>
                  <a:gd name="csY20" fmla="*/ 4394 h 16109"/>
                  <a:gd name="csX21" fmla="*/ 9251 w 26003"/>
                  <a:gd name="csY21" fmla="*/ 8001 h 16109"/>
                  <a:gd name="csX22" fmla="*/ 10966 w 26003"/>
                  <a:gd name="csY22" fmla="*/ 11502 h 16109"/>
                  <a:gd name="csX23" fmla="*/ 16359 w 26003"/>
                  <a:gd name="csY23" fmla="*/ 12894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9">
                    <a:moveTo>
                      <a:pt x="25575" y="2965"/>
                    </a:moveTo>
                    <a:lnTo>
                      <a:pt x="23253" y="2965"/>
                    </a:lnTo>
                    <a:cubicBezTo>
                      <a:pt x="25075" y="4143"/>
                      <a:pt x="26003" y="5858"/>
                      <a:pt x="26003" y="8144"/>
                    </a:cubicBezTo>
                    <a:cubicBezTo>
                      <a:pt x="26003" y="9608"/>
                      <a:pt x="25610" y="10966"/>
                      <a:pt x="24789" y="12216"/>
                    </a:cubicBezTo>
                    <a:cubicBezTo>
                      <a:pt x="23967" y="13466"/>
                      <a:pt x="22824" y="14431"/>
                      <a:pt x="21360" y="15073"/>
                    </a:cubicBezTo>
                    <a:cubicBezTo>
                      <a:pt x="19895" y="15752"/>
                      <a:pt x="18216" y="16109"/>
                      <a:pt x="16323" y="16109"/>
                    </a:cubicBezTo>
                    <a:cubicBezTo>
                      <a:pt x="14430" y="16109"/>
                      <a:pt x="12787" y="15788"/>
                      <a:pt x="11287" y="15180"/>
                    </a:cubicBezTo>
                    <a:cubicBezTo>
                      <a:pt x="9787" y="14573"/>
                      <a:pt x="8608" y="13645"/>
                      <a:pt x="7822" y="12395"/>
                    </a:cubicBezTo>
                    <a:cubicBezTo>
                      <a:pt x="7001" y="11180"/>
                      <a:pt x="6608" y="9787"/>
                      <a:pt x="6608" y="8251"/>
                    </a:cubicBezTo>
                    <a:cubicBezTo>
                      <a:pt x="6608" y="7144"/>
                      <a:pt x="6858" y="6144"/>
                      <a:pt x="7322" y="5251"/>
                    </a:cubicBezTo>
                    <a:cubicBezTo>
                      <a:pt x="7787" y="4394"/>
                      <a:pt x="8394" y="3679"/>
                      <a:pt x="9180" y="3143"/>
                    </a:cubicBezTo>
                    <a:lnTo>
                      <a:pt x="0" y="3143"/>
                    </a:lnTo>
                    <a:lnTo>
                      <a:pt x="0" y="0"/>
                    </a:lnTo>
                    <a:lnTo>
                      <a:pt x="25575" y="0"/>
                    </a:lnTo>
                    <a:lnTo>
                      <a:pt x="25575" y="2929"/>
                    </a:lnTo>
                    <a:moveTo>
                      <a:pt x="16359" y="12894"/>
                    </a:moveTo>
                    <a:cubicBezTo>
                      <a:pt x="18717" y="12894"/>
                      <a:pt x="20503" y="12395"/>
                      <a:pt x="21681" y="11394"/>
                    </a:cubicBezTo>
                    <a:cubicBezTo>
                      <a:pt x="22860" y="10394"/>
                      <a:pt x="23431" y="9215"/>
                      <a:pt x="23431" y="7858"/>
                    </a:cubicBezTo>
                    <a:cubicBezTo>
                      <a:pt x="23431" y="6501"/>
                      <a:pt x="22860" y="5322"/>
                      <a:pt x="21753" y="4358"/>
                    </a:cubicBezTo>
                    <a:cubicBezTo>
                      <a:pt x="20645" y="3393"/>
                      <a:pt x="18931" y="2929"/>
                      <a:pt x="16609" y="2929"/>
                    </a:cubicBezTo>
                    <a:cubicBezTo>
                      <a:pt x="14073" y="2929"/>
                      <a:pt x="12216" y="3429"/>
                      <a:pt x="11037" y="4394"/>
                    </a:cubicBezTo>
                    <a:cubicBezTo>
                      <a:pt x="9858" y="5358"/>
                      <a:pt x="9251" y="6572"/>
                      <a:pt x="9251" y="8001"/>
                    </a:cubicBezTo>
                    <a:cubicBezTo>
                      <a:pt x="9251" y="9430"/>
                      <a:pt x="9823" y="10573"/>
                      <a:pt x="10966" y="11502"/>
                    </a:cubicBezTo>
                    <a:cubicBezTo>
                      <a:pt x="12109" y="12430"/>
                      <a:pt x="13895" y="12894"/>
                      <a:pt x="16359" y="12894"/>
                    </a:cubicBezTo>
                    <a:close/>
                  </a:path>
                </a:pathLst>
              </a:custGeom>
              <a:solidFill>
                <a:srgbClr val="000000"/>
              </a:solidFill>
              <a:ln w="3572" cap="flat">
                <a:noFill/>
                <a:prstDash val="solid"/>
                <a:miter/>
              </a:ln>
            </p:spPr>
            <p:txBody>
              <a:bodyPr/>
              <a:lstStyle/>
              <a:p>
                <a:endParaRPr lang="en-US" sz="1701"/>
              </a:p>
            </p:txBody>
          </p:sp>
          <p:sp>
            <p:nvSpPr>
              <p:cNvPr id="12153" name="Freeform: Shape 12152">
                <a:extLst>
                  <a:ext uri="{FF2B5EF4-FFF2-40B4-BE49-F238E27FC236}">
                    <a16:creationId xmlns:a16="http://schemas.microsoft.com/office/drawing/2014/main" id="{96BE56B6-4376-07EF-62DE-0338D6700265}"/>
                  </a:ext>
                </a:extLst>
              </p:cNvPr>
              <p:cNvSpPr/>
              <p:nvPr/>
            </p:nvSpPr>
            <p:spPr>
              <a:xfrm>
                <a:off x="3295906" y="2521176"/>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154" name="Freeform: Shape 12153">
                <a:extLst>
                  <a:ext uri="{FF2B5EF4-FFF2-40B4-BE49-F238E27FC236}">
                    <a16:creationId xmlns:a16="http://schemas.microsoft.com/office/drawing/2014/main" id="{ECDF3547-48F7-A4E7-B791-CEE7CA281371}"/>
                  </a:ext>
                </a:extLst>
              </p:cNvPr>
              <p:cNvSpPr/>
              <p:nvPr/>
            </p:nvSpPr>
            <p:spPr>
              <a:xfrm>
                <a:off x="3277879" y="2480479"/>
                <a:ext cx="42641" cy="35162"/>
              </a:xfrm>
              <a:custGeom>
                <a:avLst/>
                <a:gdLst>
                  <a:gd name="csX0" fmla="*/ 12252 w 19431"/>
                  <a:gd name="csY0" fmla="*/ 3072 h 16109"/>
                  <a:gd name="csX1" fmla="*/ 12644 w 19431"/>
                  <a:gd name="csY1" fmla="*/ 0 h 16109"/>
                  <a:gd name="csX2" fmla="*/ 17645 w 19431"/>
                  <a:gd name="csY2" fmla="*/ 2572 h 16109"/>
                  <a:gd name="csX3" fmla="*/ 19431 w 19431"/>
                  <a:gd name="csY3" fmla="*/ 7680 h 16109"/>
                  <a:gd name="csX4" fmla="*/ 16931 w 19431"/>
                  <a:gd name="csY4" fmla="*/ 13788 h 16109"/>
                  <a:gd name="csX5" fmla="*/ 9787 w 19431"/>
                  <a:gd name="csY5" fmla="*/ 16109 h 16109"/>
                  <a:gd name="csX6" fmla="*/ 4536 w 19431"/>
                  <a:gd name="csY6" fmla="*/ 15109 h 16109"/>
                  <a:gd name="csX7" fmla="*/ 1143 w 19431"/>
                  <a:gd name="csY7" fmla="*/ 12073 h 16109"/>
                  <a:gd name="csX8" fmla="*/ 0 w 19431"/>
                  <a:gd name="csY8" fmla="*/ 7644 h 16109"/>
                  <a:gd name="csX9" fmla="*/ 1536 w 19431"/>
                  <a:gd name="csY9" fmla="*/ 2715 h 16109"/>
                  <a:gd name="csX10" fmla="*/ 5858 w 19431"/>
                  <a:gd name="csY10" fmla="*/ 250 h 16109"/>
                  <a:gd name="csX11" fmla="*/ 6322 w 19431"/>
                  <a:gd name="csY11" fmla="*/ 3322 h 16109"/>
                  <a:gd name="csX12" fmla="*/ 3500 w 19431"/>
                  <a:gd name="csY12" fmla="*/ 4858 h 16109"/>
                  <a:gd name="csX13" fmla="*/ 2572 w 19431"/>
                  <a:gd name="csY13" fmla="*/ 7537 h 16109"/>
                  <a:gd name="csX14" fmla="*/ 4251 w 19431"/>
                  <a:gd name="csY14" fmla="*/ 11394 h 16109"/>
                  <a:gd name="csX15" fmla="*/ 9644 w 19431"/>
                  <a:gd name="csY15" fmla="*/ 12895 h 16109"/>
                  <a:gd name="csX16" fmla="*/ 15073 w 19431"/>
                  <a:gd name="csY16" fmla="*/ 11466 h 16109"/>
                  <a:gd name="csX17" fmla="*/ 16752 w 19431"/>
                  <a:gd name="csY17" fmla="*/ 7751 h 16109"/>
                  <a:gd name="csX18" fmla="*/ 15609 w 19431"/>
                  <a:gd name="csY18" fmla="*/ 4679 h 16109"/>
                  <a:gd name="csX19" fmla="*/ 12108 w 19431"/>
                  <a:gd name="csY19" fmla="*/ 3108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9431" h="16109">
                    <a:moveTo>
                      <a:pt x="12252" y="3072"/>
                    </a:moveTo>
                    <a:lnTo>
                      <a:pt x="12644" y="0"/>
                    </a:lnTo>
                    <a:cubicBezTo>
                      <a:pt x="14752" y="322"/>
                      <a:pt x="16431" y="1215"/>
                      <a:pt x="17645" y="2572"/>
                    </a:cubicBezTo>
                    <a:cubicBezTo>
                      <a:pt x="18859" y="3965"/>
                      <a:pt x="19431" y="5679"/>
                      <a:pt x="19431" y="7680"/>
                    </a:cubicBezTo>
                    <a:cubicBezTo>
                      <a:pt x="19431" y="10216"/>
                      <a:pt x="18609" y="12252"/>
                      <a:pt x="16931" y="13788"/>
                    </a:cubicBezTo>
                    <a:cubicBezTo>
                      <a:pt x="15288" y="15323"/>
                      <a:pt x="12894" y="16109"/>
                      <a:pt x="9787" y="16109"/>
                    </a:cubicBezTo>
                    <a:cubicBezTo>
                      <a:pt x="7787" y="16109"/>
                      <a:pt x="6036" y="15788"/>
                      <a:pt x="4536" y="15109"/>
                    </a:cubicBezTo>
                    <a:cubicBezTo>
                      <a:pt x="3036" y="14431"/>
                      <a:pt x="1929" y="13430"/>
                      <a:pt x="1143" y="12073"/>
                    </a:cubicBezTo>
                    <a:cubicBezTo>
                      <a:pt x="393" y="10716"/>
                      <a:pt x="0" y="9251"/>
                      <a:pt x="0" y="7644"/>
                    </a:cubicBezTo>
                    <a:cubicBezTo>
                      <a:pt x="0" y="5644"/>
                      <a:pt x="500" y="4000"/>
                      <a:pt x="1536" y="2715"/>
                    </a:cubicBezTo>
                    <a:cubicBezTo>
                      <a:pt x="2572" y="1429"/>
                      <a:pt x="4000" y="607"/>
                      <a:pt x="5858" y="250"/>
                    </a:cubicBezTo>
                    <a:lnTo>
                      <a:pt x="6322" y="3322"/>
                    </a:lnTo>
                    <a:cubicBezTo>
                      <a:pt x="5072" y="3608"/>
                      <a:pt x="4143" y="4108"/>
                      <a:pt x="3500" y="4858"/>
                    </a:cubicBezTo>
                    <a:cubicBezTo>
                      <a:pt x="2857" y="5608"/>
                      <a:pt x="2572" y="6501"/>
                      <a:pt x="2572" y="7537"/>
                    </a:cubicBezTo>
                    <a:cubicBezTo>
                      <a:pt x="2572" y="9144"/>
                      <a:pt x="3143" y="10394"/>
                      <a:pt x="4251" y="11394"/>
                    </a:cubicBezTo>
                    <a:cubicBezTo>
                      <a:pt x="5393" y="12395"/>
                      <a:pt x="7179" y="12895"/>
                      <a:pt x="9644" y="12895"/>
                    </a:cubicBezTo>
                    <a:cubicBezTo>
                      <a:pt x="12108" y="12895"/>
                      <a:pt x="13930" y="12430"/>
                      <a:pt x="15073" y="11466"/>
                    </a:cubicBezTo>
                    <a:cubicBezTo>
                      <a:pt x="16216" y="10501"/>
                      <a:pt x="16752" y="9287"/>
                      <a:pt x="16752" y="7751"/>
                    </a:cubicBezTo>
                    <a:cubicBezTo>
                      <a:pt x="16752" y="6501"/>
                      <a:pt x="16359" y="5501"/>
                      <a:pt x="15609" y="4679"/>
                    </a:cubicBezTo>
                    <a:cubicBezTo>
                      <a:pt x="14859" y="3858"/>
                      <a:pt x="13680" y="3322"/>
                      <a:pt x="12108" y="3108"/>
                    </a:cubicBezTo>
                    <a:close/>
                  </a:path>
                </a:pathLst>
              </a:custGeom>
              <a:solidFill>
                <a:srgbClr val="000000"/>
              </a:solidFill>
              <a:ln w="3572" cap="flat">
                <a:noFill/>
                <a:prstDash val="solid"/>
                <a:miter/>
              </a:ln>
            </p:spPr>
            <p:txBody>
              <a:bodyPr/>
              <a:lstStyle/>
              <a:p>
                <a:endParaRPr lang="en-US" sz="1701"/>
              </a:p>
            </p:txBody>
          </p:sp>
          <p:sp>
            <p:nvSpPr>
              <p:cNvPr id="12156" name="Freeform: Shape 12155">
                <a:extLst>
                  <a:ext uri="{FF2B5EF4-FFF2-40B4-BE49-F238E27FC236}">
                    <a16:creationId xmlns:a16="http://schemas.microsoft.com/office/drawing/2014/main" id="{A8141EFC-B1ED-B807-8965-01A10A438541}"/>
                  </a:ext>
                </a:extLst>
              </p:cNvPr>
              <p:cNvSpPr/>
              <p:nvPr/>
            </p:nvSpPr>
            <p:spPr>
              <a:xfrm>
                <a:off x="3325850" y="2610134"/>
                <a:ext cx="56121" cy="51144"/>
              </a:xfrm>
              <a:custGeom>
                <a:avLst/>
                <a:gdLst>
                  <a:gd name="csX0" fmla="*/ 25575 w 25574"/>
                  <a:gd name="csY0" fmla="*/ 13538 h 23431"/>
                  <a:gd name="csX1" fmla="*/ 0 w 25574"/>
                  <a:gd name="csY1" fmla="*/ 23431 h 23431"/>
                  <a:gd name="csX2" fmla="*/ 0 w 25574"/>
                  <a:gd name="csY2" fmla="*/ 19753 h 23431"/>
                  <a:gd name="csX3" fmla="*/ 18574 w 25574"/>
                  <a:gd name="csY3" fmla="*/ 13109 h 23431"/>
                  <a:gd name="csX4" fmla="*/ 22753 w 25574"/>
                  <a:gd name="csY4" fmla="*/ 11752 h 23431"/>
                  <a:gd name="csX5" fmla="*/ 18574 w 25574"/>
                  <a:gd name="csY5" fmla="*/ 10359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8"/>
                    </a:moveTo>
                    <a:lnTo>
                      <a:pt x="0" y="23431"/>
                    </a:lnTo>
                    <a:lnTo>
                      <a:pt x="0" y="19753"/>
                    </a:lnTo>
                    <a:lnTo>
                      <a:pt x="18574" y="13109"/>
                    </a:lnTo>
                    <a:cubicBezTo>
                      <a:pt x="20038" y="12573"/>
                      <a:pt x="21431" y="12144"/>
                      <a:pt x="22753" y="11752"/>
                    </a:cubicBezTo>
                    <a:cubicBezTo>
                      <a:pt x="21360" y="11359"/>
                      <a:pt x="19967" y="10894"/>
                      <a:pt x="18574" y="10359"/>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157" name="Freeform: Shape 12156">
                <a:extLst>
                  <a:ext uri="{FF2B5EF4-FFF2-40B4-BE49-F238E27FC236}">
                    <a16:creationId xmlns:a16="http://schemas.microsoft.com/office/drawing/2014/main" id="{AD7A3F1C-13D9-561D-480C-A165EA60174D}"/>
                  </a:ext>
                </a:extLst>
              </p:cNvPr>
              <p:cNvSpPr/>
              <p:nvPr/>
            </p:nvSpPr>
            <p:spPr>
              <a:xfrm>
                <a:off x="3340193" y="2573726"/>
                <a:ext cx="42404" cy="33525"/>
              </a:xfrm>
              <a:custGeom>
                <a:avLst/>
                <a:gdLst>
                  <a:gd name="csX0" fmla="*/ 13502 w 19323"/>
                  <a:gd name="csY0" fmla="*/ 15323 h 15359"/>
                  <a:gd name="csX1" fmla="*/ 13002 w 19323"/>
                  <a:gd name="csY1" fmla="*/ 12216 h 15359"/>
                  <a:gd name="csX2" fmla="*/ 15859 w 19323"/>
                  <a:gd name="csY2" fmla="*/ 10751 h 15359"/>
                  <a:gd name="csX3" fmla="*/ 16859 w 19323"/>
                  <a:gd name="csY3" fmla="*/ 7430 h 15359"/>
                  <a:gd name="csX4" fmla="*/ 15966 w 19323"/>
                  <a:gd name="csY4" fmla="*/ 4215 h 15359"/>
                  <a:gd name="csX5" fmla="*/ 13895 w 19323"/>
                  <a:gd name="csY5" fmla="*/ 3179 h 15359"/>
                  <a:gd name="csX6" fmla="*/ 12216 w 19323"/>
                  <a:gd name="csY6" fmla="*/ 4108 h 15359"/>
                  <a:gd name="csX7" fmla="*/ 11144 w 19323"/>
                  <a:gd name="csY7" fmla="*/ 7322 h 15359"/>
                  <a:gd name="csX8" fmla="*/ 9608 w 19323"/>
                  <a:gd name="csY8" fmla="*/ 12109 h 15359"/>
                  <a:gd name="csX9" fmla="*/ 7858 w 19323"/>
                  <a:gd name="csY9" fmla="*/ 14145 h 15359"/>
                  <a:gd name="csX10" fmla="*/ 5358 w 19323"/>
                  <a:gd name="csY10" fmla="*/ 14859 h 15359"/>
                  <a:gd name="csX11" fmla="*/ 3072 w 19323"/>
                  <a:gd name="csY11" fmla="*/ 14288 h 15359"/>
                  <a:gd name="csX12" fmla="*/ 1322 w 19323"/>
                  <a:gd name="csY12" fmla="*/ 12752 h 15359"/>
                  <a:gd name="csX13" fmla="*/ 393 w 19323"/>
                  <a:gd name="csY13" fmla="*/ 10751 h 15359"/>
                  <a:gd name="csX14" fmla="*/ 0 w 19323"/>
                  <a:gd name="csY14" fmla="*/ 8037 h 15359"/>
                  <a:gd name="csX15" fmla="*/ 643 w 19323"/>
                  <a:gd name="csY15" fmla="*/ 4215 h 15359"/>
                  <a:gd name="csX16" fmla="*/ 2322 w 19323"/>
                  <a:gd name="csY16" fmla="*/ 1786 h 15359"/>
                  <a:gd name="csX17" fmla="*/ 5179 w 19323"/>
                  <a:gd name="csY17" fmla="*/ 714 h 15359"/>
                  <a:gd name="csX18" fmla="*/ 5608 w 19323"/>
                  <a:gd name="csY18" fmla="*/ 3786 h 15359"/>
                  <a:gd name="csX19" fmla="*/ 3358 w 19323"/>
                  <a:gd name="csY19" fmla="*/ 5001 h 15359"/>
                  <a:gd name="csX20" fmla="*/ 2572 w 19323"/>
                  <a:gd name="csY20" fmla="*/ 7822 h 15359"/>
                  <a:gd name="csX21" fmla="*/ 3286 w 19323"/>
                  <a:gd name="csY21" fmla="*/ 10894 h 15359"/>
                  <a:gd name="csX22" fmla="*/ 4965 w 19323"/>
                  <a:gd name="csY22" fmla="*/ 11823 h 15359"/>
                  <a:gd name="csX23" fmla="*/ 6072 w 19323"/>
                  <a:gd name="csY23" fmla="*/ 11430 h 15359"/>
                  <a:gd name="csX24" fmla="*/ 6894 w 19323"/>
                  <a:gd name="csY24" fmla="*/ 10216 h 15359"/>
                  <a:gd name="csX25" fmla="*/ 7680 w 19323"/>
                  <a:gd name="csY25" fmla="*/ 7465 h 15359"/>
                  <a:gd name="csX26" fmla="*/ 9144 w 19323"/>
                  <a:gd name="csY26" fmla="*/ 2822 h 15359"/>
                  <a:gd name="csX27" fmla="*/ 10787 w 19323"/>
                  <a:gd name="csY27" fmla="*/ 750 h 15359"/>
                  <a:gd name="csX28" fmla="*/ 13466 w 19323"/>
                  <a:gd name="csY28" fmla="*/ 0 h 15359"/>
                  <a:gd name="csX29" fmla="*/ 16431 w 19323"/>
                  <a:gd name="csY29" fmla="*/ 893 h 15359"/>
                  <a:gd name="csX30" fmla="*/ 18574 w 19323"/>
                  <a:gd name="csY30" fmla="*/ 3536 h 15359"/>
                  <a:gd name="csX31" fmla="*/ 19324 w 19323"/>
                  <a:gd name="csY31" fmla="*/ 7430 h 15359"/>
                  <a:gd name="csX32" fmla="*/ 17824 w 19323"/>
                  <a:gd name="csY32" fmla="*/ 12930 h 15359"/>
                  <a:gd name="csX33" fmla="*/ 13359 w 19323"/>
                  <a:gd name="csY33" fmla="*/ 15359 h 153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9323" h="15359">
                    <a:moveTo>
                      <a:pt x="13502" y="15323"/>
                    </a:moveTo>
                    <a:lnTo>
                      <a:pt x="13002" y="12216"/>
                    </a:lnTo>
                    <a:cubicBezTo>
                      <a:pt x="14252" y="12037"/>
                      <a:pt x="15180" y="11537"/>
                      <a:pt x="15859" y="10751"/>
                    </a:cubicBezTo>
                    <a:cubicBezTo>
                      <a:pt x="16502" y="9965"/>
                      <a:pt x="16859" y="8858"/>
                      <a:pt x="16859" y="7430"/>
                    </a:cubicBezTo>
                    <a:cubicBezTo>
                      <a:pt x="16859" y="6001"/>
                      <a:pt x="16574" y="4929"/>
                      <a:pt x="15966" y="4215"/>
                    </a:cubicBezTo>
                    <a:cubicBezTo>
                      <a:pt x="15395" y="3500"/>
                      <a:pt x="14681" y="3179"/>
                      <a:pt x="13895" y="3179"/>
                    </a:cubicBezTo>
                    <a:cubicBezTo>
                      <a:pt x="13180" y="3179"/>
                      <a:pt x="12609" y="3500"/>
                      <a:pt x="12216" y="4108"/>
                    </a:cubicBezTo>
                    <a:cubicBezTo>
                      <a:pt x="11930" y="4536"/>
                      <a:pt x="11573" y="5608"/>
                      <a:pt x="11144" y="7322"/>
                    </a:cubicBezTo>
                    <a:cubicBezTo>
                      <a:pt x="10573" y="9608"/>
                      <a:pt x="10073" y="11216"/>
                      <a:pt x="9608" y="12109"/>
                    </a:cubicBezTo>
                    <a:cubicBezTo>
                      <a:pt x="9180" y="13002"/>
                      <a:pt x="8608" y="13680"/>
                      <a:pt x="7858" y="14145"/>
                    </a:cubicBezTo>
                    <a:cubicBezTo>
                      <a:pt x="7108" y="14609"/>
                      <a:pt x="6287" y="14859"/>
                      <a:pt x="5358" y="14859"/>
                    </a:cubicBezTo>
                    <a:cubicBezTo>
                      <a:pt x="4536" y="14859"/>
                      <a:pt x="3751" y="14680"/>
                      <a:pt x="3072" y="14288"/>
                    </a:cubicBezTo>
                    <a:cubicBezTo>
                      <a:pt x="2358" y="13895"/>
                      <a:pt x="1786" y="13395"/>
                      <a:pt x="1322" y="12752"/>
                    </a:cubicBezTo>
                    <a:cubicBezTo>
                      <a:pt x="964" y="12252"/>
                      <a:pt x="643" y="11609"/>
                      <a:pt x="393" y="10751"/>
                    </a:cubicBezTo>
                    <a:cubicBezTo>
                      <a:pt x="143" y="9930"/>
                      <a:pt x="0" y="9001"/>
                      <a:pt x="0" y="8037"/>
                    </a:cubicBezTo>
                    <a:cubicBezTo>
                      <a:pt x="0" y="6572"/>
                      <a:pt x="214" y="5286"/>
                      <a:pt x="643" y="4215"/>
                    </a:cubicBezTo>
                    <a:cubicBezTo>
                      <a:pt x="1072" y="3108"/>
                      <a:pt x="1607" y="2286"/>
                      <a:pt x="2322" y="1786"/>
                    </a:cubicBezTo>
                    <a:cubicBezTo>
                      <a:pt x="3036" y="1286"/>
                      <a:pt x="4000" y="893"/>
                      <a:pt x="5179" y="714"/>
                    </a:cubicBezTo>
                    <a:lnTo>
                      <a:pt x="5608" y="3786"/>
                    </a:lnTo>
                    <a:cubicBezTo>
                      <a:pt x="4644" y="3929"/>
                      <a:pt x="3893" y="4322"/>
                      <a:pt x="3358" y="5001"/>
                    </a:cubicBezTo>
                    <a:cubicBezTo>
                      <a:pt x="2822" y="5679"/>
                      <a:pt x="2572" y="6608"/>
                      <a:pt x="2572" y="7822"/>
                    </a:cubicBezTo>
                    <a:cubicBezTo>
                      <a:pt x="2572" y="9251"/>
                      <a:pt x="2822" y="10287"/>
                      <a:pt x="3286" y="10894"/>
                    </a:cubicBezTo>
                    <a:cubicBezTo>
                      <a:pt x="3751" y="11501"/>
                      <a:pt x="4322" y="11823"/>
                      <a:pt x="4965" y="11823"/>
                    </a:cubicBezTo>
                    <a:cubicBezTo>
                      <a:pt x="5358" y="11823"/>
                      <a:pt x="5715" y="11680"/>
                      <a:pt x="6072" y="11430"/>
                    </a:cubicBezTo>
                    <a:cubicBezTo>
                      <a:pt x="6394" y="11180"/>
                      <a:pt x="6679" y="10787"/>
                      <a:pt x="6894" y="10216"/>
                    </a:cubicBezTo>
                    <a:cubicBezTo>
                      <a:pt x="7001" y="9894"/>
                      <a:pt x="7287" y="9001"/>
                      <a:pt x="7680" y="7465"/>
                    </a:cubicBezTo>
                    <a:cubicBezTo>
                      <a:pt x="8287" y="5251"/>
                      <a:pt x="8751" y="3715"/>
                      <a:pt x="9144" y="2822"/>
                    </a:cubicBezTo>
                    <a:cubicBezTo>
                      <a:pt x="9537" y="1929"/>
                      <a:pt x="10073" y="1250"/>
                      <a:pt x="10787" y="750"/>
                    </a:cubicBezTo>
                    <a:cubicBezTo>
                      <a:pt x="11502" y="250"/>
                      <a:pt x="12395" y="0"/>
                      <a:pt x="13466" y="0"/>
                    </a:cubicBezTo>
                    <a:cubicBezTo>
                      <a:pt x="14538" y="0"/>
                      <a:pt x="15502" y="321"/>
                      <a:pt x="16431" y="893"/>
                    </a:cubicBezTo>
                    <a:cubicBezTo>
                      <a:pt x="17359" y="1500"/>
                      <a:pt x="18074" y="2393"/>
                      <a:pt x="18574" y="3536"/>
                    </a:cubicBezTo>
                    <a:cubicBezTo>
                      <a:pt x="19074" y="4679"/>
                      <a:pt x="19324" y="6001"/>
                      <a:pt x="19324" y="7430"/>
                    </a:cubicBezTo>
                    <a:cubicBezTo>
                      <a:pt x="19324" y="9823"/>
                      <a:pt x="18824" y="11680"/>
                      <a:pt x="17824" y="12930"/>
                    </a:cubicBezTo>
                    <a:cubicBezTo>
                      <a:pt x="16824" y="14216"/>
                      <a:pt x="15323" y="15002"/>
                      <a:pt x="13359" y="15359"/>
                    </a:cubicBezTo>
                    <a:close/>
                  </a:path>
                </a:pathLst>
              </a:custGeom>
              <a:solidFill>
                <a:srgbClr val="000000"/>
              </a:solidFill>
              <a:ln w="3572" cap="flat">
                <a:noFill/>
                <a:prstDash val="solid"/>
                <a:miter/>
              </a:ln>
            </p:spPr>
            <p:txBody>
              <a:bodyPr/>
              <a:lstStyle/>
              <a:p>
                <a:endParaRPr lang="en-US" sz="1701"/>
              </a:p>
            </p:txBody>
          </p:sp>
          <p:sp>
            <p:nvSpPr>
              <p:cNvPr id="12158" name="Freeform: Shape 12157">
                <a:extLst>
                  <a:ext uri="{FF2B5EF4-FFF2-40B4-BE49-F238E27FC236}">
                    <a16:creationId xmlns:a16="http://schemas.microsoft.com/office/drawing/2014/main" id="{4649872C-BBCD-DF6B-3113-6FC021125687}"/>
                  </a:ext>
                </a:extLst>
              </p:cNvPr>
              <p:cNvSpPr/>
              <p:nvPr/>
            </p:nvSpPr>
            <p:spPr>
              <a:xfrm>
                <a:off x="3358223" y="2547138"/>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159" name="Freeform: Shape 12158">
                <a:extLst>
                  <a:ext uri="{FF2B5EF4-FFF2-40B4-BE49-F238E27FC236}">
                    <a16:creationId xmlns:a16="http://schemas.microsoft.com/office/drawing/2014/main" id="{7E2EE997-D0F0-509A-13CA-3D352ECCCBE5}"/>
                  </a:ext>
                </a:extLst>
              </p:cNvPr>
              <p:cNvSpPr/>
              <p:nvPr/>
            </p:nvSpPr>
            <p:spPr>
              <a:xfrm>
                <a:off x="3340428" y="2484689"/>
                <a:ext cx="41620" cy="54809"/>
              </a:xfrm>
              <a:custGeom>
                <a:avLst/>
                <a:gdLst>
                  <a:gd name="csX0" fmla="*/ 18931 w 18966"/>
                  <a:gd name="csY0" fmla="*/ 25110 h 25110"/>
                  <a:gd name="csX1" fmla="*/ 393 w 18966"/>
                  <a:gd name="csY1" fmla="*/ 25110 h 25110"/>
                  <a:gd name="csX2" fmla="*/ 393 w 18966"/>
                  <a:gd name="csY2" fmla="*/ 22288 h 25110"/>
                  <a:gd name="csX3" fmla="*/ 3000 w 18966"/>
                  <a:gd name="csY3" fmla="*/ 22288 h 25110"/>
                  <a:gd name="csX4" fmla="*/ 821 w 18966"/>
                  <a:gd name="csY4" fmla="*/ 19967 h 25110"/>
                  <a:gd name="csX5" fmla="*/ 0 w 18966"/>
                  <a:gd name="csY5" fmla="*/ 16645 h 25110"/>
                  <a:gd name="csX6" fmla="*/ 857 w 18966"/>
                  <a:gd name="csY6" fmla="*/ 13287 h 25110"/>
                  <a:gd name="csX7" fmla="*/ 3250 w 18966"/>
                  <a:gd name="csY7" fmla="*/ 11430 h 25110"/>
                  <a:gd name="csX8" fmla="*/ 0 w 18966"/>
                  <a:gd name="csY8" fmla="*/ 5715 h 25110"/>
                  <a:gd name="csX9" fmla="*/ 1536 w 18966"/>
                  <a:gd name="csY9" fmla="*/ 1500 h 25110"/>
                  <a:gd name="csX10" fmla="*/ 6251 w 18966"/>
                  <a:gd name="csY10" fmla="*/ 0 h 25110"/>
                  <a:gd name="csX11" fmla="*/ 18967 w 18966"/>
                  <a:gd name="csY11" fmla="*/ 0 h 25110"/>
                  <a:gd name="csX12" fmla="*/ 18967 w 18966"/>
                  <a:gd name="csY12" fmla="*/ 3143 h 25110"/>
                  <a:gd name="csX13" fmla="*/ 7287 w 18966"/>
                  <a:gd name="csY13" fmla="*/ 3143 h 25110"/>
                  <a:gd name="csX14" fmla="*/ 4572 w 18966"/>
                  <a:gd name="csY14" fmla="*/ 3465 h 25110"/>
                  <a:gd name="csX15" fmla="*/ 3250 w 18966"/>
                  <a:gd name="csY15" fmla="*/ 4572 h 25110"/>
                  <a:gd name="csX16" fmla="*/ 2750 w 18966"/>
                  <a:gd name="csY16" fmla="*/ 6429 h 25110"/>
                  <a:gd name="csX17" fmla="*/ 4036 w 18966"/>
                  <a:gd name="csY17" fmla="*/ 9680 h 25110"/>
                  <a:gd name="csX18" fmla="*/ 8180 w 18966"/>
                  <a:gd name="csY18" fmla="*/ 10966 h 25110"/>
                  <a:gd name="csX19" fmla="*/ 18931 w 18966"/>
                  <a:gd name="csY19" fmla="*/ 10966 h 25110"/>
                  <a:gd name="csX20" fmla="*/ 18931 w 18966"/>
                  <a:gd name="csY20" fmla="*/ 14109 h 25110"/>
                  <a:gd name="csX21" fmla="*/ 6894 w 18966"/>
                  <a:gd name="csY21" fmla="*/ 14109 h 25110"/>
                  <a:gd name="csX22" fmla="*/ 3750 w 18966"/>
                  <a:gd name="csY22" fmla="*/ 14859 h 25110"/>
                  <a:gd name="csX23" fmla="*/ 2715 w 18966"/>
                  <a:gd name="csY23" fmla="*/ 17359 h 25110"/>
                  <a:gd name="csX24" fmla="*/ 3429 w 18966"/>
                  <a:gd name="csY24" fmla="*/ 19824 h 25110"/>
                  <a:gd name="csX25" fmla="*/ 5465 w 18966"/>
                  <a:gd name="csY25" fmla="*/ 21467 h 25110"/>
                  <a:gd name="csX26" fmla="*/ 9323 w 18966"/>
                  <a:gd name="csY26" fmla="*/ 21967 h 25110"/>
                  <a:gd name="csX27" fmla="*/ 18931 w 18966"/>
                  <a:gd name="csY27" fmla="*/ 21967 h 25110"/>
                  <a:gd name="csX28" fmla="*/ 18931 w 18966"/>
                  <a:gd name="csY28" fmla="*/ 25110 h 25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8966" h="25110">
                    <a:moveTo>
                      <a:pt x="18931" y="25110"/>
                    </a:moveTo>
                    <a:lnTo>
                      <a:pt x="393" y="25110"/>
                    </a:lnTo>
                    <a:lnTo>
                      <a:pt x="393" y="22288"/>
                    </a:lnTo>
                    <a:lnTo>
                      <a:pt x="3000" y="22288"/>
                    </a:lnTo>
                    <a:cubicBezTo>
                      <a:pt x="2107" y="21717"/>
                      <a:pt x="1357" y="20931"/>
                      <a:pt x="821" y="19967"/>
                    </a:cubicBezTo>
                    <a:cubicBezTo>
                      <a:pt x="250" y="19002"/>
                      <a:pt x="0" y="17895"/>
                      <a:pt x="0" y="16645"/>
                    </a:cubicBezTo>
                    <a:cubicBezTo>
                      <a:pt x="0" y="15288"/>
                      <a:pt x="286" y="14144"/>
                      <a:pt x="857" y="13287"/>
                    </a:cubicBezTo>
                    <a:cubicBezTo>
                      <a:pt x="1429" y="12394"/>
                      <a:pt x="2215" y="11787"/>
                      <a:pt x="3250" y="11430"/>
                    </a:cubicBezTo>
                    <a:cubicBezTo>
                      <a:pt x="1072" y="9965"/>
                      <a:pt x="0" y="8072"/>
                      <a:pt x="0" y="5715"/>
                    </a:cubicBezTo>
                    <a:cubicBezTo>
                      <a:pt x="0" y="3893"/>
                      <a:pt x="500" y="2465"/>
                      <a:pt x="1536" y="1500"/>
                    </a:cubicBezTo>
                    <a:cubicBezTo>
                      <a:pt x="2572" y="500"/>
                      <a:pt x="4108" y="0"/>
                      <a:pt x="6251" y="0"/>
                    </a:cubicBezTo>
                    <a:lnTo>
                      <a:pt x="18967" y="0"/>
                    </a:lnTo>
                    <a:lnTo>
                      <a:pt x="18967" y="3143"/>
                    </a:lnTo>
                    <a:lnTo>
                      <a:pt x="7287" y="3143"/>
                    </a:lnTo>
                    <a:cubicBezTo>
                      <a:pt x="6036" y="3143"/>
                      <a:pt x="5108" y="3250"/>
                      <a:pt x="4572" y="3465"/>
                    </a:cubicBezTo>
                    <a:cubicBezTo>
                      <a:pt x="4036" y="3679"/>
                      <a:pt x="3572" y="4036"/>
                      <a:pt x="3250" y="4572"/>
                    </a:cubicBezTo>
                    <a:cubicBezTo>
                      <a:pt x="2929" y="5108"/>
                      <a:pt x="2750" y="5715"/>
                      <a:pt x="2750" y="6429"/>
                    </a:cubicBezTo>
                    <a:cubicBezTo>
                      <a:pt x="2750" y="7751"/>
                      <a:pt x="3179" y="8822"/>
                      <a:pt x="4036" y="9680"/>
                    </a:cubicBezTo>
                    <a:cubicBezTo>
                      <a:pt x="4893" y="10537"/>
                      <a:pt x="6287" y="10966"/>
                      <a:pt x="8180" y="10966"/>
                    </a:cubicBezTo>
                    <a:lnTo>
                      <a:pt x="18931" y="10966"/>
                    </a:lnTo>
                    <a:lnTo>
                      <a:pt x="18931" y="14109"/>
                    </a:lnTo>
                    <a:lnTo>
                      <a:pt x="6894" y="14109"/>
                    </a:lnTo>
                    <a:cubicBezTo>
                      <a:pt x="5501" y="14109"/>
                      <a:pt x="4465" y="14359"/>
                      <a:pt x="3750" y="14859"/>
                    </a:cubicBezTo>
                    <a:cubicBezTo>
                      <a:pt x="3072" y="15359"/>
                      <a:pt x="2715" y="16216"/>
                      <a:pt x="2715" y="17359"/>
                    </a:cubicBezTo>
                    <a:cubicBezTo>
                      <a:pt x="2715" y="18252"/>
                      <a:pt x="2929" y="19074"/>
                      <a:pt x="3429" y="19824"/>
                    </a:cubicBezTo>
                    <a:cubicBezTo>
                      <a:pt x="3893" y="20574"/>
                      <a:pt x="4572" y="21110"/>
                      <a:pt x="5465" y="21467"/>
                    </a:cubicBezTo>
                    <a:cubicBezTo>
                      <a:pt x="6358" y="21824"/>
                      <a:pt x="7644" y="21967"/>
                      <a:pt x="9323" y="21967"/>
                    </a:cubicBezTo>
                    <a:lnTo>
                      <a:pt x="18931" y="21967"/>
                    </a:lnTo>
                    <a:lnTo>
                      <a:pt x="18931" y="25110"/>
                    </a:lnTo>
                    <a:close/>
                  </a:path>
                </a:pathLst>
              </a:custGeom>
              <a:solidFill>
                <a:srgbClr val="000000"/>
              </a:solidFill>
              <a:ln w="3572" cap="flat">
                <a:noFill/>
                <a:prstDash val="solid"/>
                <a:miter/>
              </a:ln>
            </p:spPr>
            <p:txBody>
              <a:bodyPr/>
              <a:lstStyle/>
              <a:p>
                <a:endParaRPr lang="en-US" sz="1701"/>
              </a:p>
            </p:txBody>
          </p:sp>
          <p:sp>
            <p:nvSpPr>
              <p:cNvPr id="12161" name="Freeform: Shape 12160">
                <a:extLst>
                  <a:ext uri="{FF2B5EF4-FFF2-40B4-BE49-F238E27FC236}">
                    <a16:creationId xmlns:a16="http://schemas.microsoft.com/office/drawing/2014/main" id="{47D17055-7D14-0D9F-7F33-F16ECF9C205A}"/>
                  </a:ext>
                </a:extLst>
              </p:cNvPr>
              <p:cNvSpPr/>
              <p:nvPr/>
            </p:nvSpPr>
            <p:spPr>
              <a:xfrm>
                <a:off x="3402586" y="2584797"/>
                <a:ext cx="41620" cy="32822"/>
              </a:xfrm>
              <a:custGeom>
                <a:avLst/>
                <a:gdLst>
                  <a:gd name="csX0" fmla="*/ 18967 w 18966"/>
                  <a:gd name="csY0" fmla="*/ 15038 h 15037"/>
                  <a:gd name="csX1" fmla="*/ 429 w 18966"/>
                  <a:gd name="csY1" fmla="*/ 15038 h 15037"/>
                  <a:gd name="csX2" fmla="*/ 429 w 18966"/>
                  <a:gd name="csY2" fmla="*/ 12216 h 15037"/>
                  <a:gd name="csX3" fmla="*/ 3072 w 18966"/>
                  <a:gd name="csY3" fmla="*/ 12216 h 15037"/>
                  <a:gd name="csX4" fmla="*/ 0 w 18966"/>
                  <a:gd name="csY4" fmla="*/ 6322 h 15037"/>
                  <a:gd name="csX5" fmla="*/ 607 w 18966"/>
                  <a:gd name="csY5" fmla="*/ 3251 h 15037"/>
                  <a:gd name="csX6" fmla="*/ 2179 w 18966"/>
                  <a:gd name="csY6" fmla="*/ 1143 h 15037"/>
                  <a:gd name="csX7" fmla="*/ 4501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1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8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8"/>
                    </a:moveTo>
                    <a:lnTo>
                      <a:pt x="429" y="15038"/>
                    </a:lnTo>
                    <a:lnTo>
                      <a:pt x="429" y="12216"/>
                    </a:lnTo>
                    <a:lnTo>
                      <a:pt x="3072" y="12216"/>
                    </a:lnTo>
                    <a:cubicBezTo>
                      <a:pt x="1036" y="10859"/>
                      <a:pt x="0" y="8894"/>
                      <a:pt x="0" y="6322"/>
                    </a:cubicBezTo>
                    <a:cubicBezTo>
                      <a:pt x="0" y="5215"/>
                      <a:pt x="214" y="4179"/>
                      <a:pt x="607" y="3251"/>
                    </a:cubicBezTo>
                    <a:cubicBezTo>
                      <a:pt x="1000" y="2322"/>
                      <a:pt x="1536" y="1607"/>
                      <a:pt x="2179" y="1143"/>
                    </a:cubicBezTo>
                    <a:cubicBezTo>
                      <a:pt x="2822" y="679"/>
                      <a:pt x="3608" y="357"/>
                      <a:pt x="4501" y="179"/>
                    </a:cubicBezTo>
                    <a:cubicBezTo>
                      <a:pt x="5072" y="72"/>
                      <a:pt x="6108" y="0"/>
                      <a:pt x="7572" y="0"/>
                    </a:cubicBezTo>
                    <a:lnTo>
                      <a:pt x="18967" y="0"/>
                    </a:lnTo>
                    <a:lnTo>
                      <a:pt x="18967" y="3143"/>
                    </a:lnTo>
                    <a:lnTo>
                      <a:pt x="7715" y="3143"/>
                    </a:lnTo>
                    <a:cubicBezTo>
                      <a:pt x="6429" y="3143"/>
                      <a:pt x="5465" y="3251"/>
                      <a:pt x="4858" y="3501"/>
                    </a:cubicBezTo>
                    <a:cubicBezTo>
                      <a:pt x="4215" y="3750"/>
                      <a:pt x="3715" y="4179"/>
                      <a:pt x="3322" y="4786"/>
                    </a:cubicBezTo>
                    <a:cubicBezTo>
                      <a:pt x="2929" y="5394"/>
                      <a:pt x="2750" y="6144"/>
                      <a:pt x="2750" y="6965"/>
                    </a:cubicBezTo>
                    <a:cubicBezTo>
                      <a:pt x="2750" y="8323"/>
                      <a:pt x="3179" y="9466"/>
                      <a:pt x="4036" y="10430"/>
                    </a:cubicBezTo>
                    <a:cubicBezTo>
                      <a:pt x="4893" y="11394"/>
                      <a:pt x="6501" y="11894"/>
                      <a:pt x="8858" y="11894"/>
                    </a:cubicBezTo>
                    <a:lnTo>
                      <a:pt x="18967" y="11894"/>
                    </a:lnTo>
                    <a:lnTo>
                      <a:pt x="18967" y="15038"/>
                    </a:lnTo>
                    <a:close/>
                  </a:path>
                </a:pathLst>
              </a:custGeom>
              <a:solidFill>
                <a:srgbClr val="000000"/>
              </a:solidFill>
              <a:ln w="3572" cap="flat">
                <a:noFill/>
                <a:prstDash val="solid"/>
                <a:miter/>
              </a:ln>
            </p:spPr>
            <p:txBody>
              <a:bodyPr/>
              <a:lstStyle/>
              <a:p>
                <a:endParaRPr lang="en-US" sz="1701"/>
              </a:p>
            </p:txBody>
          </p:sp>
          <p:sp>
            <p:nvSpPr>
              <p:cNvPr id="12162" name="Freeform: Shape 12161">
                <a:extLst>
                  <a:ext uri="{FF2B5EF4-FFF2-40B4-BE49-F238E27FC236}">
                    <a16:creationId xmlns:a16="http://schemas.microsoft.com/office/drawing/2014/main" id="{620BBCAF-2FB7-0612-F2B8-7AE9F52A81C5}"/>
                  </a:ext>
                </a:extLst>
              </p:cNvPr>
              <p:cNvSpPr/>
              <p:nvPr/>
            </p:nvSpPr>
            <p:spPr>
              <a:xfrm>
                <a:off x="3388088" y="2529363"/>
                <a:ext cx="56121" cy="43814"/>
              </a:xfrm>
              <a:custGeom>
                <a:avLst/>
                <a:gdLst>
                  <a:gd name="csX0" fmla="*/ 25575 w 25574"/>
                  <a:gd name="csY0" fmla="*/ 20074 h 20073"/>
                  <a:gd name="csX1" fmla="*/ 0 w 25574"/>
                  <a:gd name="csY1" fmla="*/ 20074 h 20073"/>
                  <a:gd name="csX2" fmla="*/ 0 w 25574"/>
                  <a:gd name="csY2" fmla="*/ 16681 h 20073"/>
                  <a:gd name="csX3" fmla="*/ 10501 w 25574"/>
                  <a:gd name="csY3" fmla="*/ 16681 h 20073"/>
                  <a:gd name="csX4" fmla="*/ 10501 w 25574"/>
                  <a:gd name="csY4" fmla="*/ 3393 h 20073"/>
                  <a:gd name="csX5" fmla="*/ 0 w 25574"/>
                  <a:gd name="csY5" fmla="*/ 3393 h 20073"/>
                  <a:gd name="csX6" fmla="*/ 0 w 25574"/>
                  <a:gd name="csY6" fmla="*/ 0 h 20073"/>
                  <a:gd name="csX7" fmla="*/ 25575 w 25574"/>
                  <a:gd name="csY7" fmla="*/ 0 h 20073"/>
                  <a:gd name="csX8" fmla="*/ 25575 w 25574"/>
                  <a:gd name="csY8" fmla="*/ 3393 h 20073"/>
                  <a:gd name="csX9" fmla="*/ 13502 w 25574"/>
                  <a:gd name="csY9" fmla="*/ 3393 h 20073"/>
                  <a:gd name="csX10" fmla="*/ 13502 w 25574"/>
                  <a:gd name="csY10" fmla="*/ 16681 h 20073"/>
                  <a:gd name="csX11" fmla="*/ 25575 w 25574"/>
                  <a:gd name="csY11" fmla="*/ 16681 h 20073"/>
                  <a:gd name="csX12" fmla="*/ 25575 w 25574"/>
                  <a:gd name="csY12" fmla="*/ 20074 h 200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5574" h="20073">
                    <a:moveTo>
                      <a:pt x="25575" y="20074"/>
                    </a:moveTo>
                    <a:lnTo>
                      <a:pt x="0" y="20074"/>
                    </a:lnTo>
                    <a:lnTo>
                      <a:pt x="0" y="16681"/>
                    </a:lnTo>
                    <a:lnTo>
                      <a:pt x="10501" y="16681"/>
                    </a:lnTo>
                    <a:lnTo>
                      <a:pt x="10501" y="3393"/>
                    </a:lnTo>
                    <a:lnTo>
                      <a:pt x="0" y="3393"/>
                    </a:lnTo>
                    <a:lnTo>
                      <a:pt x="0" y="0"/>
                    </a:lnTo>
                    <a:lnTo>
                      <a:pt x="25575" y="0"/>
                    </a:lnTo>
                    <a:lnTo>
                      <a:pt x="25575" y="3393"/>
                    </a:lnTo>
                    <a:lnTo>
                      <a:pt x="13502" y="3393"/>
                    </a:lnTo>
                    <a:lnTo>
                      <a:pt x="13502" y="16681"/>
                    </a:lnTo>
                    <a:lnTo>
                      <a:pt x="25575" y="16681"/>
                    </a:lnTo>
                    <a:lnTo>
                      <a:pt x="25575" y="20074"/>
                    </a:lnTo>
                    <a:close/>
                  </a:path>
                </a:pathLst>
              </a:custGeom>
              <a:solidFill>
                <a:srgbClr val="000000"/>
              </a:solidFill>
              <a:ln w="3572" cap="flat">
                <a:noFill/>
                <a:prstDash val="solid"/>
                <a:miter/>
              </a:ln>
            </p:spPr>
            <p:txBody>
              <a:bodyPr/>
              <a:lstStyle/>
              <a:p>
                <a:endParaRPr lang="en-US" sz="1701"/>
              </a:p>
            </p:txBody>
          </p:sp>
          <p:sp>
            <p:nvSpPr>
              <p:cNvPr id="12163" name="Freeform: Shape 12162">
                <a:extLst>
                  <a:ext uri="{FF2B5EF4-FFF2-40B4-BE49-F238E27FC236}">
                    <a16:creationId xmlns:a16="http://schemas.microsoft.com/office/drawing/2014/main" id="{7293897F-FF0B-E23C-2F11-D4F876356771}"/>
                  </a:ext>
                </a:extLst>
              </p:cNvPr>
              <p:cNvSpPr/>
              <p:nvPr/>
            </p:nvSpPr>
            <p:spPr>
              <a:xfrm>
                <a:off x="3388088" y="2485235"/>
                <a:ext cx="57063" cy="35160"/>
              </a:xfrm>
              <a:custGeom>
                <a:avLst/>
                <a:gdLst>
                  <a:gd name="csX0" fmla="*/ 25575 w 26003"/>
                  <a:gd name="csY0" fmla="*/ 2964 h 16108"/>
                  <a:gd name="csX1" fmla="*/ 23253 w 26003"/>
                  <a:gd name="csY1" fmla="*/ 2964 h 16108"/>
                  <a:gd name="csX2" fmla="*/ 26003 w 26003"/>
                  <a:gd name="csY2" fmla="*/ 8144 h 16108"/>
                  <a:gd name="csX3" fmla="*/ 24789 w 26003"/>
                  <a:gd name="csY3" fmla="*/ 12216 h 16108"/>
                  <a:gd name="csX4" fmla="*/ 21360 w 26003"/>
                  <a:gd name="csY4" fmla="*/ 15073 h 16108"/>
                  <a:gd name="csX5" fmla="*/ 16323 w 26003"/>
                  <a:gd name="csY5" fmla="*/ 16109 h 16108"/>
                  <a:gd name="csX6" fmla="*/ 11287 w 26003"/>
                  <a:gd name="csY6" fmla="*/ 15180 h 16108"/>
                  <a:gd name="csX7" fmla="*/ 7822 w 26003"/>
                  <a:gd name="csY7" fmla="*/ 12394 h 16108"/>
                  <a:gd name="csX8" fmla="*/ 6608 w 26003"/>
                  <a:gd name="csY8" fmla="*/ 8251 h 16108"/>
                  <a:gd name="csX9" fmla="*/ 7322 w 26003"/>
                  <a:gd name="csY9" fmla="*/ 5251 h 16108"/>
                  <a:gd name="csX10" fmla="*/ 9180 w 26003"/>
                  <a:gd name="csY10" fmla="*/ 3143 h 16108"/>
                  <a:gd name="csX11" fmla="*/ 0 w 26003"/>
                  <a:gd name="csY11" fmla="*/ 3143 h 16108"/>
                  <a:gd name="csX12" fmla="*/ 0 w 26003"/>
                  <a:gd name="csY12" fmla="*/ 0 h 16108"/>
                  <a:gd name="csX13" fmla="*/ 25575 w 26003"/>
                  <a:gd name="csY13" fmla="*/ 0 h 16108"/>
                  <a:gd name="csX14" fmla="*/ 25575 w 26003"/>
                  <a:gd name="csY14" fmla="*/ 2929 h 16108"/>
                  <a:gd name="csX15" fmla="*/ 16359 w 26003"/>
                  <a:gd name="csY15" fmla="*/ 12894 h 16108"/>
                  <a:gd name="csX16" fmla="*/ 21681 w 26003"/>
                  <a:gd name="csY16" fmla="*/ 11394 h 16108"/>
                  <a:gd name="csX17" fmla="*/ 23431 w 26003"/>
                  <a:gd name="csY17" fmla="*/ 7858 h 16108"/>
                  <a:gd name="csX18" fmla="*/ 21753 w 26003"/>
                  <a:gd name="csY18" fmla="*/ 4358 h 16108"/>
                  <a:gd name="csX19" fmla="*/ 16609 w 26003"/>
                  <a:gd name="csY19" fmla="*/ 2929 h 16108"/>
                  <a:gd name="csX20" fmla="*/ 11037 w 26003"/>
                  <a:gd name="csY20" fmla="*/ 4393 h 16108"/>
                  <a:gd name="csX21" fmla="*/ 9251 w 26003"/>
                  <a:gd name="csY21" fmla="*/ 8001 h 16108"/>
                  <a:gd name="csX22" fmla="*/ 10966 w 26003"/>
                  <a:gd name="csY22" fmla="*/ 11501 h 16108"/>
                  <a:gd name="csX23" fmla="*/ 16359 w 26003"/>
                  <a:gd name="csY23" fmla="*/ 12894 h 16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8">
                    <a:moveTo>
                      <a:pt x="25575" y="2964"/>
                    </a:moveTo>
                    <a:lnTo>
                      <a:pt x="23253" y="2964"/>
                    </a:lnTo>
                    <a:cubicBezTo>
                      <a:pt x="25074" y="4143"/>
                      <a:pt x="26003" y="5858"/>
                      <a:pt x="26003" y="8144"/>
                    </a:cubicBezTo>
                    <a:cubicBezTo>
                      <a:pt x="26003" y="9608"/>
                      <a:pt x="25610" y="10965"/>
                      <a:pt x="24789" y="12216"/>
                    </a:cubicBezTo>
                    <a:cubicBezTo>
                      <a:pt x="23967" y="13466"/>
                      <a:pt x="22824" y="14430"/>
                      <a:pt x="21360" y="15073"/>
                    </a:cubicBezTo>
                    <a:cubicBezTo>
                      <a:pt x="19895" y="15752"/>
                      <a:pt x="18216" y="16109"/>
                      <a:pt x="16323" y="16109"/>
                    </a:cubicBezTo>
                    <a:cubicBezTo>
                      <a:pt x="14430" y="16109"/>
                      <a:pt x="12787" y="15788"/>
                      <a:pt x="11287" y="15180"/>
                    </a:cubicBezTo>
                    <a:cubicBezTo>
                      <a:pt x="9787" y="14573"/>
                      <a:pt x="8608" y="13644"/>
                      <a:pt x="7822" y="12394"/>
                    </a:cubicBezTo>
                    <a:cubicBezTo>
                      <a:pt x="7001" y="11180"/>
                      <a:pt x="6608" y="9787"/>
                      <a:pt x="6608" y="8251"/>
                    </a:cubicBezTo>
                    <a:cubicBezTo>
                      <a:pt x="6608" y="7144"/>
                      <a:pt x="6858" y="6144"/>
                      <a:pt x="7322" y="5251"/>
                    </a:cubicBezTo>
                    <a:cubicBezTo>
                      <a:pt x="7787" y="4393"/>
                      <a:pt x="8394" y="3679"/>
                      <a:pt x="9180" y="3143"/>
                    </a:cubicBezTo>
                    <a:lnTo>
                      <a:pt x="0" y="3143"/>
                    </a:lnTo>
                    <a:lnTo>
                      <a:pt x="0" y="0"/>
                    </a:lnTo>
                    <a:lnTo>
                      <a:pt x="25575" y="0"/>
                    </a:lnTo>
                    <a:lnTo>
                      <a:pt x="25575" y="2929"/>
                    </a:lnTo>
                    <a:moveTo>
                      <a:pt x="16359" y="12894"/>
                    </a:moveTo>
                    <a:cubicBezTo>
                      <a:pt x="18717" y="12894"/>
                      <a:pt x="20503" y="12394"/>
                      <a:pt x="21681" y="11394"/>
                    </a:cubicBezTo>
                    <a:cubicBezTo>
                      <a:pt x="22860" y="10394"/>
                      <a:pt x="23431" y="9215"/>
                      <a:pt x="23431" y="7858"/>
                    </a:cubicBezTo>
                    <a:cubicBezTo>
                      <a:pt x="23431" y="6501"/>
                      <a:pt x="22860" y="5322"/>
                      <a:pt x="21753" y="4358"/>
                    </a:cubicBezTo>
                    <a:cubicBezTo>
                      <a:pt x="20645" y="3393"/>
                      <a:pt x="18931" y="2929"/>
                      <a:pt x="16609" y="2929"/>
                    </a:cubicBezTo>
                    <a:cubicBezTo>
                      <a:pt x="14073" y="2929"/>
                      <a:pt x="12216" y="3429"/>
                      <a:pt x="11037" y="4393"/>
                    </a:cubicBezTo>
                    <a:cubicBezTo>
                      <a:pt x="9858" y="5358"/>
                      <a:pt x="9251" y="6572"/>
                      <a:pt x="9251" y="8001"/>
                    </a:cubicBezTo>
                    <a:cubicBezTo>
                      <a:pt x="9251" y="9430"/>
                      <a:pt x="9823" y="10573"/>
                      <a:pt x="10966" y="11501"/>
                    </a:cubicBezTo>
                    <a:cubicBezTo>
                      <a:pt x="12108" y="12430"/>
                      <a:pt x="13894" y="12894"/>
                      <a:pt x="16359" y="12894"/>
                    </a:cubicBezTo>
                    <a:close/>
                  </a:path>
                </a:pathLst>
              </a:custGeom>
              <a:solidFill>
                <a:srgbClr val="000000"/>
              </a:solidFill>
              <a:ln w="3572" cap="flat">
                <a:noFill/>
                <a:prstDash val="solid"/>
                <a:miter/>
              </a:ln>
            </p:spPr>
            <p:txBody>
              <a:bodyPr/>
              <a:lstStyle/>
              <a:p>
                <a:endParaRPr lang="en-US" sz="1701"/>
              </a:p>
            </p:txBody>
          </p:sp>
          <p:sp>
            <p:nvSpPr>
              <p:cNvPr id="12165" name="Freeform: Shape 12164">
                <a:extLst>
                  <a:ext uri="{FF2B5EF4-FFF2-40B4-BE49-F238E27FC236}">
                    <a16:creationId xmlns:a16="http://schemas.microsoft.com/office/drawing/2014/main" id="{5D0F24EC-1933-6253-1BD8-16A0521C2EA0}"/>
                  </a:ext>
                </a:extLst>
              </p:cNvPr>
              <p:cNvSpPr/>
              <p:nvPr/>
            </p:nvSpPr>
            <p:spPr>
              <a:xfrm>
                <a:off x="3464903" y="2580429"/>
                <a:ext cx="41620" cy="32822"/>
              </a:xfrm>
              <a:custGeom>
                <a:avLst/>
                <a:gdLst>
                  <a:gd name="csX0" fmla="*/ 18967 w 18966"/>
                  <a:gd name="csY0" fmla="*/ 15038 h 15037"/>
                  <a:gd name="csX1" fmla="*/ 429 w 18966"/>
                  <a:gd name="csY1" fmla="*/ 15038 h 15037"/>
                  <a:gd name="csX2" fmla="*/ 429 w 18966"/>
                  <a:gd name="csY2" fmla="*/ 12216 h 15037"/>
                  <a:gd name="csX3" fmla="*/ 3072 w 18966"/>
                  <a:gd name="csY3" fmla="*/ 12216 h 15037"/>
                  <a:gd name="csX4" fmla="*/ 0 w 18966"/>
                  <a:gd name="csY4" fmla="*/ 6322 h 15037"/>
                  <a:gd name="csX5" fmla="*/ 607 w 18966"/>
                  <a:gd name="csY5" fmla="*/ 3251 h 15037"/>
                  <a:gd name="csX6" fmla="*/ 2179 w 18966"/>
                  <a:gd name="csY6" fmla="*/ 1143 h 15037"/>
                  <a:gd name="csX7" fmla="*/ 4501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8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8"/>
                    </a:moveTo>
                    <a:lnTo>
                      <a:pt x="429" y="15038"/>
                    </a:lnTo>
                    <a:lnTo>
                      <a:pt x="429" y="12216"/>
                    </a:lnTo>
                    <a:lnTo>
                      <a:pt x="3072" y="12216"/>
                    </a:lnTo>
                    <a:cubicBezTo>
                      <a:pt x="1036" y="10859"/>
                      <a:pt x="0" y="8894"/>
                      <a:pt x="0" y="6322"/>
                    </a:cubicBezTo>
                    <a:cubicBezTo>
                      <a:pt x="0" y="5215"/>
                      <a:pt x="214" y="4179"/>
                      <a:pt x="607" y="3251"/>
                    </a:cubicBezTo>
                    <a:cubicBezTo>
                      <a:pt x="1000" y="2322"/>
                      <a:pt x="1536" y="1607"/>
                      <a:pt x="2179" y="1143"/>
                    </a:cubicBezTo>
                    <a:cubicBezTo>
                      <a:pt x="2822" y="679"/>
                      <a:pt x="3608" y="357"/>
                      <a:pt x="4501" y="179"/>
                    </a:cubicBezTo>
                    <a:cubicBezTo>
                      <a:pt x="5072" y="72"/>
                      <a:pt x="6108" y="0"/>
                      <a:pt x="7572" y="0"/>
                    </a:cubicBezTo>
                    <a:lnTo>
                      <a:pt x="18967" y="0"/>
                    </a:lnTo>
                    <a:lnTo>
                      <a:pt x="18967" y="3143"/>
                    </a:lnTo>
                    <a:lnTo>
                      <a:pt x="7715" y="3143"/>
                    </a:lnTo>
                    <a:cubicBezTo>
                      <a:pt x="6429" y="3143"/>
                      <a:pt x="5465" y="3251"/>
                      <a:pt x="4858" y="3500"/>
                    </a:cubicBezTo>
                    <a:cubicBezTo>
                      <a:pt x="4215" y="3750"/>
                      <a:pt x="3715" y="4179"/>
                      <a:pt x="3322" y="4786"/>
                    </a:cubicBezTo>
                    <a:cubicBezTo>
                      <a:pt x="2929" y="5394"/>
                      <a:pt x="2750" y="6144"/>
                      <a:pt x="2750" y="6965"/>
                    </a:cubicBezTo>
                    <a:cubicBezTo>
                      <a:pt x="2750" y="8323"/>
                      <a:pt x="3179" y="9466"/>
                      <a:pt x="4036" y="10430"/>
                    </a:cubicBezTo>
                    <a:cubicBezTo>
                      <a:pt x="4893" y="11394"/>
                      <a:pt x="6501" y="11894"/>
                      <a:pt x="8858" y="11894"/>
                    </a:cubicBezTo>
                    <a:lnTo>
                      <a:pt x="18967" y="11894"/>
                    </a:lnTo>
                    <a:lnTo>
                      <a:pt x="18967" y="15038"/>
                    </a:lnTo>
                    <a:close/>
                  </a:path>
                </a:pathLst>
              </a:custGeom>
              <a:solidFill>
                <a:srgbClr val="000000"/>
              </a:solidFill>
              <a:ln w="3572" cap="flat">
                <a:noFill/>
                <a:prstDash val="solid"/>
                <a:miter/>
              </a:ln>
            </p:spPr>
            <p:txBody>
              <a:bodyPr/>
              <a:lstStyle/>
              <a:p>
                <a:endParaRPr lang="en-US" sz="1701"/>
              </a:p>
            </p:txBody>
          </p:sp>
          <p:sp>
            <p:nvSpPr>
              <p:cNvPr id="12166" name="Freeform: Shape 12165">
                <a:extLst>
                  <a:ext uri="{FF2B5EF4-FFF2-40B4-BE49-F238E27FC236}">
                    <a16:creationId xmlns:a16="http://schemas.microsoft.com/office/drawing/2014/main" id="{E9944E8D-951E-126C-42A5-F4CF92207BC6}"/>
                  </a:ext>
                </a:extLst>
              </p:cNvPr>
              <p:cNvSpPr/>
              <p:nvPr/>
            </p:nvSpPr>
            <p:spPr>
              <a:xfrm>
                <a:off x="3450402" y="2524919"/>
                <a:ext cx="56121" cy="43814"/>
              </a:xfrm>
              <a:custGeom>
                <a:avLst/>
                <a:gdLst>
                  <a:gd name="csX0" fmla="*/ 25575 w 25574"/>
                  <a:gd name="csY0" fmla="*/ 20074 h 20073"/>
                  <a:gd name="csX1" fmla="*/ 0 w 25574"/>
                  <a:gd name="csY1" fmla="*/ 20074 h 20073"/>
                  <a:gd name="csX2" fmla="*/ 0 w 25574"/>
                  <a:gd name="csY2" fmla="*/ 16681 h 20073"/>
                  <a:gd name="csX3" fmla="*/ 10501 w 25574"/>
                  <a:gd name="csY3" fmla="*/ 16681 h 20073"/>
                  <a:gd name="csX4" fmla="*/ 10501 w 25574"/>
                  <a:gd name="csY4" fmla="*/ 3393 h 20073"/>
                  <a:gd name="csX5" fmla="*/ 0 w 25574"/>
                  <a:gd name="csY5" fmla="*/ 3393 h 20073"/>
                  <a:gd name="csX6" fmla="*/ 0 w 25574"/>
                  <a:gd name="csY6" fmla="*/ 0 h 20073"/>
                  <a:gd name="csX7" fmla="*/ 25575 w 25574"/>
                  <a:gd name="csY7" fmla="*/ 0 h 20073"/>
                  <a:gd name="csX8" fmla="*/ 25575 w 25574"/>
                  <a:gd name="csY8" fmla="*/ 3393 h 20073"/>
                  <a:gd name="csX9" fmla="*/ 13502 w 25574"/>
                  <a:gd name="csY9" fmla="*/ 3393 h 20073"/>
                  <a:gd name="csX10" fmla="*/ 13502 w 25574"/>
                  <a:gd name="csY10" fmla="*/ 16681 h 20073"/>
                  <a:gd name="csX11" fmla="*/ 25575 w 25574"/>
                  <a:gd name="csY11" fmla="*/ 16681 h 20073"/>
                  <a:gd name="csX12" fmla="*/ 25575 w 25574"/>
                  <a:gd name="csY12" fmla="*/ 20074 h 200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5574" h="20073">
                    <a:moveTo>
                      <a:pt x="25575" y="20074"/>
                    </a:moveTo>
                    <a:lnTo>
                      <a:pt x="0" y="20074"/>
                    </a:lnTo>
                    <a:lnTo>
                      <a:pt x="0" y="16681"/>
                    </a:lnTo>
                    <a:lnTo>
                      <a:pt x="10501" y="16681"/>
                    </a:lnTo>
                    <a:lnTo>
                      <a:pt x="10501" y="3393"/>
                    </a:lnTo>
                    <a:lnTo>
                      <a:pt x="0" y="3393"/>
                    </a:lnTo>
                    <a:lnTo>
                      <a:pt x="0" y="0"/>
                    </a:lnTo>
                    <a:lnTo>
                      <a:pt x="25575" y="0"/>
                    </a:lnTo>
                    <a:lnTo>
                      <a:pt x="25575" y="3393"/>
                    </a:lnTo>
                    <a:lnTo>
                      <a:pt x="13502" y="3393"/>
                    </a:lnTo>
                    <a:lnTo>
                      <a:pt x="13502" y="16681"/>
                    </a:lnTo>
                    <a:lnTo>
                      <a:pt x="25575" y="16681"/>
                    </a:lnTo>
                    <a:lnTo>
                      <a:pt x="25575" y="20074"/>
                    </a:lnTo>
                    <a:close/>
                  </a:path>
                </a:pathLst>
              </a:custGeom>
              <a:solidFill>
                <a:srgbClr val="000000"/>
              </a:solidFill>
              <a:ln w="3572" cap="flat">
                <a:noFill/>
                <a:prstDash val="solid"/>
                <a:miter/>
              </a:ln>
            </p:spPr>
            <p:txBody>
              <a:bodyPr/>
              <a:lstStyle/>
              <a:p>
                <a:endParaRPr lang="en-US" sz="1701"/>
              </a:p>
            </p:txBody>
          </p:sp>
          <p:sp>
            <p:nvSpPr>
              <p:cNvPr id="12167" name="Freeform: Shape 12166">
                <a:extLst>
                  <a:ext uri="{FF2B5EF4-FFF2-40B4-BE49-F238E27FC236}">
                    <a16:creationId xmlns:a16="http://schemas.microsoft.com/office/drawing/2014/main" id="{ACEB2ED9-7AB9-A5E7-9718-04B90620A447}"/>
                  </a:ext>
                </a:extLst>
              </p:cNvPr>
              <p:cNvSpPr/>
              <p:nvPr/>
            </p:nvSpPr>
            <p:spPr>
              <a:xfrm>
                <a:off x="3465842" y="2480634"/>
                <a:ext cx="40681" cy="37033"/>
              </a:xfrm>
              <a:custGeom>
                <a:avLst/>
                <a:gdLst>
                  <a:gd name="csX0" fmla="*/ 18538 w 18538"/>
                  <a:gd name="csY0" fmla="*/ 9930 h 16966"/>
                  <a:gd name="csX1" fmla="*/ 0 w 18538"/>
                  <a:gd name="csY1" fmla="*/ 16966 h 16966"/>
                  <a:gd name="csX2" fmla="*/ 0 w 18538"/>
                  <a:gd name="csY2" fmla="*/ 13645 h 16966"/>
                  <a:gd name="csX3" fmla="*/ 11108 w 18538"/>
                  <a:gd name="csY3" fmla="*/ 9680 h 16966"/>
                  <a:gd name="csX4" fmla="*/ 14823 w 18538"/>
                  <a:gd name="csY4" fmla="*/ 8501 h 16966"/>
                  <a:gd name="csX5" fmla="*/ 11287 w 18538"/>
                  <a:gd name="csY5" fmla="*/ 7322 h 16966"/>
                  <a:gd name="csX6" fmla="*/ 0 w 18538"/>
                  <a:gd name="csY6" fmla="*/ 3215 h 16966"/>
                  <a:gd name="csX7" fmla="*/ 0 w 18538"/>
                  <a:gd name="csY7" fmla="*/ 0 h 16966"/>
                  <a:gd name="csX8" fmla="*/ 18538 w 18538"/>
                  <a:gd name="csY8" fmla="*/ 7001 h 16966"/>
                  <a:gd name="csX9" fmla="*/ 18538 w 18538"/>
                  <a:gd name="csY9" fmla="*/ 9930 h 16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8538" h="16966">
                    <a:moveTo>
                      <a:pt x="18538" y="9930"/>
                    </a:moveTo>
                    <a:lnTo>
                      <a:pt x="0" y="16966"/>
                    </a:lnTo>
                    <a:lnTo>
                      <a:pt x="0" y="13645"/>
                    </a:lnTo>
                    <a:lnTo>
                      <a:pt x="11108" y="9680"/>
                    </a:lnTo>
                    <a:cubicBezTo>
                      <a:pt x="12287" y="9251"/>
                      <a:pt x="13537" y="8858"/>
                      <a:pt x="14823" y="8501"/>
                    </a:cubicBezTo>
                    <a:cubicBezTo>
                      <a:pt x="13859" y="8215"/>
                      <a:pt x="12680" y="7822"/>
                      <a:pt x="11287" y="7322"/>
                    </a:cubicBezTo>
                    <a:lnTo>
                      <a:pt x="0" y="3215"/>
                    </a:lnTo>
                    <a:lnTo>
                      <a:pt x="0" y="0"/>
                    </a:lnTo>
                    <a:lnTo>
                      <a:pt x="18538" y="7001"/>
                    </a:lnTo>
                    <a:lnTo>
                      <a:pt x="18538" y="9930"/>
                    </a:lnTo>
                    <a:close/>
                  </a:path>
                </a:pathLst>
              </a:custGeom>
              <a:solidFill>
                <a:srgbClr val="000000"/>
              </a:solidFill>
              <a:ln w="3572" cap="flat">
                <a:noFill/>
                <a:prstDash val="solid"/>
                <a:miter/>
              </a:ln>
            </p:spPr>
            <p:txBody>
              <a:bodyPr/>
              <a:lstStyle/>
              <a:p>
                <a:endParaRPr lang="en-US" sz="1701"/>
              </a:p>
            </p:txBody>
          </p:sp>
          <p:sp>
            <p:nvSpPr>
              <p:cNvPr id="12169" name="Freeform: Shape 12168">
                <a:extLst>
                  <a:ext uri="{FF2B5EF4-FFF2-40B4-BE49-F238E27FC236}">
                    <a16:creationId xmlns:a16="http://schemas.microsoft.com/office/drawing/2014/main" id="{9983321D-F094-E831-7353-619CE1245A32}"/>
                  </a:ext>
                </a:extLst>
              </p:cNvPr>
              <p:cNvSpPr/>
              <p:nvPr/>
            </p:nvSpPr>
            <p:spPr>
              <a:xfrm>
                <a:off x="3512637" y="2579883"/>
                <a:ext cx="56121" cy="51144"/>
              </a:xfrm>
              <a:custGeom>
                <a:avLst/>
                <a:gdLst>
                  <a:gd name="csX0" fmla="*/ 25575 w 25574"/>
                  <a:gd name="csY0" fmla="*/ 13538 h 23431"/>
                  <a:gd name="csX1" fmla="*/ 0 w 25574"/>
                  <a:gd name="csY1" fmla="*/ 23431 h 23431"/>
                  <a:gd name="csX2" fmla="*/ 0 w 25574"/>
                  <a:gd name="csY2" fmla="*/ 19753 h 23431"/>
                  <a:gd name="csX3" fmla="*/ 18574 w 25574"/>
                  <a:gd name="csY3" fmla="*/ 13109 h 23431"/>
                  <a:gd name="csX4" fmla="*/ 22753 w 25574"/>
                  <a:gd name="csY4" fmla="*/ 11752 h 23431"/>
                  <a:gd name="csX5" fmla="*/ 18574 w 25574"/>
                  <a:gd name="csY5" fmla="*/ 10359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8"/>
                    </a:moveTo>
                    <a:lnTo>
                      <a:pt x="0" y="23431"/>
                    </a:lnTo>
                    <a:lnTo>
                      <a:pt x="0" y="19753"/>
                    </a:lnTo>
                    <a:lnTo>
                      <a:pt x="18574" y="13109"/>
                    </a:lnTo>
                    <a:cubicBezTo>
                      <a:pt x="20038" y="12573"/>
                      <a:pt x="21431" y="12144"/>
                      <a:pt x="22753" y="11752"/>
                    </a:cubicBezTo>
                    <a:cubicBezTo>
                      <a:pt x="21360" y="11359"/>
                      <a:pt x="19967" y="10894"/>
                      <a:pt x="18574" y="10359"/>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170" name="Freeform: Shape 12169">
                <a:extLst>
                  <a:ext uri="{FF2B5EF4-FFF2-40B4-BE49-F238E27FC236}">
                    <a16:creationId xmlns:a16="http://schemas.microsoft.com/office/drawing/2014/main" id="{5E15335F-0199-7607-26B5-9A9692DB8847}"/>
                  </a:ext>
                </a:extLst>
              </p:cNvPr>
              <p:cNvSpPr/>
              <p:nvPr/>
            </p:nvSpPr>
            <p:spPr>
              <a:xfrm>
                <a:off x="3526982" y="2543554"/>
                <a:ext cx="42404" cy="33525"/>
              </a:xfrm>
              <a:custGeom>
                <a:avLst/>
                <a:gdLst>
                  <a:gd name="csX0" fmla="*/ 13502 w 19323"/>
                  <a:gd name="csY0" fmla="*/ 15323 h 15359"/>
                  <a:gd name="csX1" fmla="*/ 13002 w 19323"/>
                  <a:gd name="csY1" fmla="*/ 12216 h 15359"/>
                  <a:gd name="csX2" fmla="*/ 15859 w 19323"/>
                  <a:gd name="csY2" fmla="*/ 10751 h 15359"/>
                  <a:gd name="csX3" fmla="*/ 16859 w 19323"/>
                  <a:gd name="csY3" fmla="*/ 7430 h 15359"/>
                  <a:gd name="csX4" fmla="*/ 15966 w 19323"/>
                  <a:gd name="csY4" fmla="*/ 4215 h 15359"/>
                  <a:gd name="csX5" fmla="*/ 13895 w 19323"/>
                  <a:gd name="csY5" fmla="*/ 3179 h 15359"/>
                  <a:gd name="csX6" fmla="*/ 12216 w 19323"/>
                  <a:gd name="csY6" fmla="*/ 4108 h 15359"/>
                  <a:gd name="csX7" fmla="*/ 11144 w 19323"/>
                  <a:gd name="csY7" fmla="*/ 7322 h 15359"/>
                  <a:gd name="csX8" fmla="*/ 9608 w 19323"/>
                  <a:gd name="csY8" fmla="*/ 12109 h 15359"/>
                  <a:gd name="csX9" fmla="*/ 7858 w 19323"/>
                  <a:gd name="csY9" fmla="*/ 14144 h 15359"/>
                  <a:gd name="csX10" fmla="*/ 5358 w 19323"/>
                  <a:gd name="csY10" fmla="*/ 14859 h 15359"/>
                  <a:gd name="csX11" fmla="*/ 3072 w 19323"/>
                  <a:gd name="csY11" fmla="*/ 14288 h 15359"/>
                  <a:gd name="csX12" fmla="*/ 1322 w 19323"/>
                  <a:gd name="csY12" fmla="*/ 12752 h 15359"/>
                  <a:gd name="csX13" fmla="*/ 393 w 19323"/>
                  <a:gd name="csY13" fmla="*/ 10751 h 15359"/>
                  <a:gd name="csX14" fmla="*/ 0 w 19323"/>
                  <a:gd name="csY14" fmla="*/ 8037 h 15359"/>
                  <a:gd name="csX15" fmla="*/ 643 w 19323"/>
                  <a:gd name="csY15" fmla="*/ 4215 h 15359"/>
                  <a:gd name="csX16" fmla="*/ 2322 w 19323"/>
                  <a:gd name="csY16" fmla="*/ 1786 h 15359"/>
                  <a:gd name="csX17" fmla="*/ 5179 w 19323"/>
                  <a:gd name="csY17" fmla="*/ 714 h 15359"/>
                  <a:gd name="csX18" fmla="*/ 5608 w 19323"/>
                  <a:gd name="csY18" fmla="*/ 3786 h 15359"/>
                  <a:gd name="csX19" fmla="*/ 3358 w 19323"/>
                  <a:gd name="csY19" fmla="*/ 5000 h 15359"/>
                  <a:gd name="csX20" fmla="*/ 2572 w 19323"/>
                  <a:gd name="csY20" fmla="*/ 7822 h 15359"/>
                  <a:gd name="csX21" fmla="*/ 3286 w 19323"/>
                  <a:gd name="csY21" fmla="*/ 10894 h 15359"/>
                  <a:gd name="csX22" fmla="*/ 4965 w 19323"/>
                  <a:gd name="csY22" fmla="*/ 11823 h 15359"/>
                  <a:gd name="csX23" fmla="*/ 6072 w 19323"/>
                  <a:gd name="csY23" fmla="*/ 11430 h 15359"/>
                  <a:gd name="csX24" fmla="*/ 6894 w 19323"/>
                  <a:gd name="csY24" fmla="*/ 10216 h 15359"/>
                  <a:gd name="csX25" fmla="*/ 7680 w 19323"/>
                  <a:gd name="csY25" fmla="*/ 7465 h 15359"/>
                  <a:gd name="csX26" fmla="*/ 9144 w 19323"/>
                  <a:gd name="csY26" fmla="*/ 2822 h 15359"/>
                  <a:gd name="csX27" fmla="*/ 10787 w 19323"/>
                  <a:gd name="csY27" fmla="*/ 750 h 15359"/>
                  <a:gd name="csX28" fmla="*/ 13466 w 19323"/>
                  <a:gd name="csY28" fmla="*/ 0 h 15359"/>
                  <a:gd name="csX29" fmla="*/ 16431 w 19323"/>
                  <a:gd name="csY29" fmla="*/ 893 h 15359"/>
                  <a:gd name="csX30" fmla="*/ 18574 w 19323"/>
                  <a:gd name="csY30" fmla="*/ 3536 h 15359"/>
                  <a:gd name="csX31" fmla="*/ 19324 w 19323"/>
                  <a:gd name="csY31" fmla="*/ 7430 h 15359"/>
                  <a:gd name="csX32" fmla="*/ 17824 w 19323"/>
                  <a:gd name="csY32" fmla="*/ 12930 h 15359"/>
                  <a:gd name="csX33" fmla="*/ 13359 w 19323"/>
                  <a:gd name="csY33" fmla="*/ 15359 h 153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9323" h="15359">
                    <a:moveTo>
                      <a:pt x="13502" y="15323"/>
                    </a:moveTo>
                    <a:lnTo>
                      <a:pt x="13002" y="12216"/>
                    </a:lnTo>
                    <a:cubicBezTo>
                      <a:pt x="14252" y="12037"/>
                      <a:pt x="15180" y="11537"/>
                      <a:pt x="15859" y="10751"/>
                    </a:cubicBezTo>
                    <a:cubicBezTo>
                      <a:pt x="16502" y="9965"/>
                      <a:pt x="16859" y="8858"/>
                      <a:pt x="16859" y="7430"/>
                    </a:cubicBezTo>
                    <a:cubicBezTo>
                      <a:pt x="16859" y="6001"/>
                      <a:pt x="16574" y="4929"/>
                      <a:pt x="15966" y="4215"/>
                    </a:cubicBezTo>
                    <a:cubicBezTo>
                      <a:pt x="15395" y="3500"/>
                      <a:pt x="14680" y="3179"/>
                      <a:pt x="13895" y="3179"/>
                    </a:cubicBezTo>
                    <a:cubicBezTo>
                      <a:pt x="13180" y="3179"/>
                      <a:pt x="12609" y="3500"/>
                      <a:pt x="12216" y="4108"/>
                    </a:cubicBezTo>
                    <a:cubicBezTo>
                      <a:pt x="11930" y="4536"/>
                      <a:pt x="11573" y="5608"/>
                      <a:pt x="11144" y="7322"/>
                    </a:cubicBezTo>
                    <a:cubicBezTo>
                      <a:pt x="10573" y="9608"/>
                      <a:pt x="10073" y="11216"/>
                      <a:pt x="9608" y="12109"/>
                    </a:cubicBezTo>
                    <a:cubicBezTo>
                      <a:pt x="9180" y="13002"/>
                      <a:pt x="8608" y="13680"/>
                      <a:pt x="7858" y="14144"/>
                    </a:cubicBezTo>
                    <a:cubicBezTo>
                      <a:pt x="7108" y="14609"/>
                      <a:pt x="6287" y="14859"/>
                      <a:pt x="5358" y="14859"/>
                    </a:cubicBezTo>
                    <a:cubicBezTo>
                      <a:pt x="4536" y="14859"/>
                      <a:pt x="3750" y="14680"/>
                      <a:pt x="3072" y="14288"/>
                    </a:cubicBezTo>
                    <a:cubicBezTo>
                      <a:pt x="2358" y="13895"/>
                      <a:pt x="1786" y="13395"/>
                      <a:pt x="1322" y="12752"/>
                    </a:cubicBezTo>
                    <a:cubicBezTo>
                      <a:pt x="964" y="12252"/>
                      <a:pt x="643" y="11609"/>
                      <a:pt x="393" y="10751"/>
                    </a:cubicBezTo>
                    <a:cubicBezTo>
                      <a:pt x="143" y="9930"/>
                      <a:pt x="0" y="9001"/>
                      <a:pt x="0" y="8037"/>
                    </a:cubicBezTo>
                    <a:cubicBezTo>
                      <a:pt x="0" y="6572"/>
                      <a:pt x="214" y="5286"/>
                      <a:pt x="643" y="4215"/>
                    </a:cubicBezTo>
                    <a:cubicBezTo>
                      <a:pt x="1072" y="3108"/>
                      <a:pt x="1607" y="2286"/>
                      <a:pt x="2322" y="1786"/>
                    </a:cubicBezTo>
                    <a:cubicBezTo>
                      <a:pt x="3036" y="1286"/>
                      <a:pt x="4000" y="893"/>
                      <a:pt x="5179" y="714"/>
                    </a:cubicBezTo>
                    <a:lnTo>
                      <a:pt x="5608" y="3786"/>
                    </a:lnTo>
                    <a:cubicBezTo>
                      <a:pt x="4643" y="3929"/>
                      <a:pt x="3893" y="4322"/>
                      <a:pt x="3358" y="5000"/>
                    </a:cubicBezTo>
                    <a:cubicBezTo>
                      <a:pt x="2822" y="5679"/>
                      <a:pt x="2572" y="6608"/>
                      <a:pt x="2572" y="7822"/>
                    </a:cubicBezTo>
                    <a:cubicBezTo>
                      <a:pt x="2572" y="9251"/>
                      <a:pt x="2822" y="10287"/>
                      <a:pt x="3286" y="10894"/>
                    </a:cubicBezTo>
                    <a:cubicBezTo>
                      <a:pt x="3750" y="11501"/>
                      <a:pt x="4322" y="11823"/>
                      <a:pt x="4965" y="11823"/>
                    </a:cubicBezTo>
                    <a:cubicBezTo>
                      <a:pt x="5358" y="11823"/>
                      <a:pt x="5715" y="11680"/>
                      <a:pt x="6072" y="11430"/>
                    </a:cubicBezTo>
                    <a:cubicBezTo>
                      <a:pt x="6394" y="11180"/>
                      <a:pt x="6679" y="10787"/>
                      <a:pt x="6894" y="10216"/>
                    </a:cubicBezTo>
                    <a:cubicBezTo>
                      <a:pt x="7001" y="9894"/>
                      <a:pt x="7287" y="9001"/>
                      <a:pt x="7680" y="7465"/>
                    </a:cubicBezTo>
                    <a:cubicBezTo>
                      <a:pt x="8287" y="5251"/>
                      <a:pt x="8751" y="3715"/>
                      <a:pt x="9144" y="2822"/>
                    </a:cubicBezTo>
                    <a:cubicBezTo>
                      <a:pt x="9537" y="1929"/>
                      <a:pt x="10073" y="1250"/>
                      <a:pt x="10787" y="750"/>
                    </a:cubicBezTo>
                    <a:cubicBezTo>
                      <a:pt x="11502" y="250"/>
                      <a:pt x="12395" y="0"/>
                      <a:pt x="13466" y="0"/>
                    </a:cubicBezTo>
                    <a:cubicBezTo>
                      <a:pt x="14538" y="0"/>
                      <a:pt x="15502" y="321"/>
                      <a:pt x="16431" y="893"/>
                    </a:cubicBezTo>
                    <a:cubicBezTo>
                      <a:pt x="17359" y="1500"/>
                      <a:pt x="18074" y="2393"/>
                      <a:pt x="18574" y="3536"/>
                    </a:cubicBezTo>
                    <a:cubicBezTo>
                      <a:pt x="19074" y="4679"/>
                      <a:pt x="19324" y="6001"/>
                      <a:pt x="19324" y="7430"/>
                    </a:cubicBezTo>
                    <a:cubicBezTo>
                      <a:pt x="19324" y="9823"/>
                      <a:pt x="18824" y="11680"/>
                      <a:pt x="17824" y="12930"/>
                    </a:cubicBezTo>
                    <a:cubicBezTo>
                      <a:pt x="16824" y="14216"/>
                      <a:pt x="15323" y="15002"/>
                      <a:pt x="13359" y="15359"/>
                    </a:cubicBezTo>
                    <a:close/>
                  </a:path>
                </a:pathLst>
              </a:custGeom>
              <a:solidFill>
                <a:srgbClr val="000000"/>
              </a:solidFill>
              <a:ln w="3572" cap="flat">
                <a:noFill/>
                <a:prstDash val="solid"/>
                <a:miter/>
              </a:ln>
            </p:spPr>
            <p:txBody>
              <a:bodyPr/>
              <a:lstStyle/>
              <a:p>
                <a:endParaRPr lang="en-US" sz="1701"/>
              </a:p>
            </p:txBody>
          </p:sp>
          <p:sp>
            <p:nvSpPr>
              <p:cNvPr id="12171" name="Freeform: Shape 12170">
                <a:extLst>
                  <a:ext uri="{FF2B5EF4-FFF2-40B4-BE49-F238E27FC236}">
                    <a16:creationId xmlns:a16="http://schemas.microsoft.com/office/drawing/2014/main" id="{E83F4415-1389-EF17-6AEA-5041192065F0}"/>
                  </a:ext>
                </a:extLst>
              </p:cNvPr>
              <p:cNvSpPr/>
              <p:nvPr/>
            </p:nvSpPr>
            <p:spPr>
              <a:xfrm>
                <a:off x="3526982" y="2504570"/>
                <a:ext cx="42404" cy="33525"/>
              </a:xfrm>
              <a:custGeom>
                <a:avLst/>
                <a:gdLst>
                  <a:gd name="csX0" fmla="*/ 13502 w 19323"/>
                  <a:gd name="csY0" fmla="*/ 15323 h 15359"/>
                  <a:gd name="csX1" fmla="*/ 13002 w 19323"/>
                  <a:gd name="csY1" fmla="*/ 12216 h 15359"/>
                  <a:gd name="csX2" fmla="*/ 15859 w 19323"/>
                  <a:gd name="csY2" fmla="*/ 10751 h 15359"/>
                  <a:gd name="csX3" fmla="*/ 16859 w 19323"/>
                  <a:gd name="csY3" fmla="*/ 7430 h 15359"/>
                  <a:gd name="csX4" fmla="*/ 15966 w 19323"/>
                  <a:gd name="csY4" fmla="*/ 4215 h 15359"/>
                  <a:gd name="csX5" fmla="*/ 13895 w 19323"/>
                  <a:gd name="csY5" fmla="*/ 3179 h 15359"/>
                  <a:gd name="csX6" fmla="*/ 12216 w 19323"/>
                  <a:gd name="csY6" fmla="*/ 4108 h 15359"/>
                  <a:gd name="csX7" fmla="*/ 11144 w 19323"/>
                  <a:gd name="csY7" fmla="*/ 7322 h 15359"/>
                  <a:gd name="csX8" fmla="*/ 9608 w 19323"/>
                  <a:gd name="csY8" fmla="*/ 12109 h 15359"/>
                  <a:gd name="csX9" fmla="*/ 7858 w 19323"/>
                  <a:gd name="csY9" fmla="*/ 14144 h 15359"/>
                  <a:gd name="csX10" fmla="*/ 5358 w 19323"/>
                  <a:gd name="csY10" fmla="*/ 14859 h 15359"/>
                  <a:gd name="csX11" fmla="*/ 3072 w 19323"/>
                  <a:gd name="csY11" fmla="*/ 14288 h 15359"/>
                  <a:gd name="csX12" fmla="*/ 1322 w 19323"/>
                  <a:gd name="csY12" fmla="*/ 12752 h 15359"/>
                  <a:gd name="csX13" fmla="*/ 393 w 19323"/>
                  <a:gd name="csY13" fmla="*/ 10751 h 15359"/>
                  <a:gd name="csX14" fmla="*/ 0 w 19323"/>
                  <a:gd name="csY14" fmla="*/ 8037 h 15359"/>
                  <a:gd name="csX15" fmla="*/ 643 w 19323"/>
                  <a:gd name="csY15" fmla="*/ 4215 h 15359"/>
                  <a:gd name="csX16" fmla="*/ 2322 w 19323"/>
                  <a:gd name="csY16" fmla="*/ 1786 h 15359"/>
                  <a:gd name="csX17" fmla="*/ 5179 w 19323"/>
                  <a:gd name="csY17" fmla="*/ 714 h 15359"/>
                  <a:gd name="csX18" fmla="*/ 5608 w 19323"/>
                  <a:gd name="csY18" fmla="*/ 3786 h 15359"/>
                  <a:gd name="csX19" fmla="*/ 3358 w 19323"/>
                  <a:gd name="csY19" fmla="*/ 5000 h 15359"/>
                  <a:gd name="csX20" fmla="*/ 2572 w 19323"/>
                  <a:gd name="csY20" fmla="*/ 7822 h 15359"/>
                  <a:gd name="csX21" fmla="*/ 3286 w 19323"/>
                  <a:gd name="csY21" fmla="*/ 10894 h 15359"/>
                  <a:gd name="csX22" fmla="*/ 4965 w 19323"/>
                  <a:gd name="csY22" fmla="*/ 11823 h 15359"/>
                  <a:gd name="csX23" fmla="*/ 6072 w 19323"/>
                  <a:gd name="csY23" fmla="*/ 11430 h 15359"/>
                  <a:gd name="csX24" fmla="*/ 6894 w 19323"/>
                  <a:gd name="csY24" fmla="*/ 10216 h 15359"/>
                  <a:gd name="csX25" fmla="*/ 7680 w 19323"/>
                  <a:gd name="csY25" fmla="*/ 7465 h 15359"/>
                  <a:gd name="csX26" fmla="*/ 9144 w 19323"/>
                  <a:gd name="csY26" fmla="*/ 2822 h 15359"/>
                  <a:gd name="csX27" fmla="*/ 10787 w 19323"/>
                  <a:gd name="csY27" fmla="*/ 750 h 15359"/>
                  <a:gd name="csX28" fmla="*/ 13466 w 19323"/>
                  <a:gd name="csY28" fmla="*/ 0 h 15359"/>
                  <a:gd name="csX29" fmla="*/ 16431 w 19323"/>
                  <a:gd name="csY29" fmla="*/ 893 h 15359"/>
                  <a:gd name="csX30" fmla="*/ 18574 w 19323"/>
                  <a:gd name="csY30" fmla="*/ 3536 h 15359"/>
                  <a:gd name="csX31" fmla="*/ 19324 w 19323"/>
                  <a:gd name="csY31" fmla="*/ 7430 h 15359"/>
                  <a:gd name="csX32" fmla="*/ 17824 w 19323"/>
                  <a:gd name="csY32" fmla="*/ 12930 h 15359"/>
                  <a:gd name="csX33" fmla="*/ 13359 w 19323"/>
                  <a:gd name="csY33" fmla="*/ 15359 h 153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9323" h="15359">
                    <a:moveTo>
                      <a:pt x="13502" y="15323"/>
                    </a:moveTo>
                    <a:lnTo>
                      <a:pt x="13002" y="12216"/>
                    </a:lnTo>
                    <a:cubicBezTo>
                      <a:pt x="14252" y="12037"/>
                      <a:pt x="15180" y="11537"/>
                      <a:pt x="15859" y="10751"/>
                    </a:cubicBezTo>
                    <a:cubicBezTo>
                      <a:pt x="16502" y="9965"/>
                      <a:pt x="16859" y="8858"/>
                      <a:pt x="16859" y="7430"/>
                    </a:cubicBezTo>
                    <a:cubicBezTo>
                      <a:pt x="16859" y="6001"/>
                      <a:pt x="16574" y="4929"/>
                      <a:pt x="15966" y="4215"/>
                    </a:cubicBezTo>
                    <a:cubicBezTo>
                      <a:pt x="15395" y="3500"/>
                      <a:pt x="14680" y="3179"/>
                      <a:pt x="13895" y="3179"/>
                    </a:cubicBezTo>
                    <a:cubicBezTo>
                      <a:pt x="13180" y="3179"/>
                      <a:pt x="12609" y="3500"/>
                      <a:pt x="12216" y="4108"/>
                    </a:cubicBezTo>
                    <a:cubicBezTo>
                      <a:pt x="11930" y="4536"/>
                      <a:pt x="11573" y="5608"/>
                      <a:pt x="11144" y="7322"/>
                    </a:cubicBezTo>
                    <a:cubicBezTo>
                      <a:pt x="10573" y="9608"/>
                      <a:pt x="10073" y="11216"/>
                      <a:pt x="9608" y="12109"/>
                    </a:cubicBezTo>
                    <a:cubicBezTo>
                      <a:pt x="9180" y="13002"/>
                      <a:pt x="8608" y="13680"/>
                      <a:pt x="7858" y="14144"/>
                    </a:cubicBezTo>
                    <a:cubicBezTo>
                      <a:pt x="7108" y="14609"/>
                      <a:pt x="6287" y="14859"/>
                      <a:pt x="5358" y="14859"/>
                    </a:cubicBezTo>
                    <a:cubicBezTo>
                      <a:pt x="4536" y="14859"/>
                      <a:pt x="3750" y="14680"/>
                      <a:pt x="3072" y="14288"/>
                    </a:cubicBezTo>
                    <a:cubicBezTo>
                      <a:pt x="2358" y="13895"/>
                      <a:pt x="1786" y="13395"/>
                      <a:pt x="1322" y="12752"/>
                    </a:cubicBezTo>
                    <a:cubicBezTo>
                      <a:pt x="964" y="12252"/>
                      <a:pt x="643" y="11609"/>
                      <a:pt x="393" y="10751"/>
                    </a:cubicBezTo>
                    <a:cubicBezTo>
                      <a:pt x="143" y="9930"/>
                      <a:pt x="0" y="9001"/>
                      <a:pt x="0" y="8037"/>
                    </a:cubicBezTo>
                    <a:cubicBezTo>
                      <a:pt x="0" y="6572"/>
                      <a:pt x="214" y="5286"/>
                      <a:pt x="643" y="4215"/>
                    </a:cubicBezTo>
                    <a:cubicBezTo>
                      <a:pt x="1072" y="3108"/>
                      <a:pt x="1607" y="2286"/>
                      <a:pt x="2322" y="1786"/>
                    </a:cubicBezTo>
                    <a:cubicBezTo>
                      <a:pt x="3036" y="1286"/>
                      <a:pt x="4000" y="893"/>
                      <a:pt x="5179" y="714"/>
                    </a:cubicBezTo>
                    <a:lnTo>
                      <a:pt x="5608" y="3786"/>
                    </a:lnTo>
                    <a:cubicBezTo>
                      <a:pt x="4643" y="3929"/>
                      <a:pt x="3893" y="4322"/>
                      <a:pt x="3358" y="5000"/>
                    </a:cubicBezTo>
                    <a:cubicBezTo>
                      <a:pt x="2822" y="5679"/>
                      <a:pt x="2572" y="6608"/>
                      <a:pt x="2572" y="7822"/>
                    </a:cubicBezTo>
                    <a:cubicBezTo>
                      <a:pt x="2572" y="9251"/>
                      <a:pt x="2822" y="10287"/>
                      <a:pt x="3286" y="10894"/>
                    </a:cubicBezTo>
                    <a:cubicBezTo>
                      <a:pt x="3750" y="11501"/>
                      <a:pt x="4322" y="11823"/>
                      <a:pt x="4965" y="11823"/>
                    </a:cubicBezTo>
                    <a:cubicBezTo>
                      <a:pt x="5358" y="11823"/>
                      <a:pt x="5715" y="11680"/>
                      <a:pt x="6072" y="11430"/>
                    </a:cubicBezTo>
                    <a:cubicBezTo>
                      <a:pt x="6394" y="11180"/>
                      <a:pt x="6679" y="10787"/>
                      <a:pt x="6894" y="10216"/>
                    </a:cubicBezTo>
                    <a:cubicBezTo>
                      <a:pt x="7001" y="9894"/>
                      <a:pt x="7287" y="9001"/>
                      <a:pt x="7680" y="7465"/>
                    </a:cubicBezTo>
                    <a:cubicBezTo>
                      <a:pt x="8287" y="5251"/>
                      <a:pt x="8751" y="3715"/>
                      <a:pt x="9144" y="2822"/>
                    </a:cubicBezTo>
                    <a:cubicBezTo>
                      <a:pt x="9537" y="1929"/>
                      <a:pt x="10073" y="1250"/>
                      <a:pt x="10787" y="750"/>
                    </a:cubicBezTo>
                    <a:cubicBezTo>
                      <a:pt x="11502" y="250"/>
                      <a:pt x="12395" y="0"/>
                      <a:pt x="13466" y="0"/>
                    </a:cubicBezTo>
                    <a:cubicBezTo>
                      <a:pt x="14538" y="0"/>
                      <a:pt x="15502" y="321"/>
                      <a:pt x="16431" y="893"/>
                    </a:cubicBezTo>
                    <a:cubicBezTo>
                      <a:pt x="17359" y="1500"/>
                      <a:pt x="18074" y="2393"/>
                      <a:pt x="18574" y="3536"/>
                    </a:cubicBezTo>
                    <a:cubicBezTo>
                      <a:pt x="19074" y="4679"/>
                      <a:pt x="19324" y="6001"/>
                      <a:pt x="19324" y="7430"/>
                    </a:cubicBezTo>
                    <a:cubicBezTo>
                      <a:pt x="19324" y="9823"/>
                      <a:pt x="18824" y="11680"/>
                      <a:pt x="17824" y="12930"/>
                    </a:cubicBezTo>
                    <a:cubicBezTo>
                      <a:pt x="16824" y="14216"/>
                      <a:pt x="15323" y="15002"/>
                      <a:pt x="13359" y="15359"/>
                    </a:cubicBezTo>
                    <a:close/>
                  </a:path>
                </a:pathLst>
              </a:custGeom>
              <a:solidFill>
                <a:srgbClr val="000000"/>
              </a:solidFill>
              <a:ln w="3572" cap="flat">
                <a:noFill/>
                <a:prstDash val="solid"/>
                <a:miter/>
              </a:ln>
            </p:spPr>
            <p:txBody>
              <a:bodyPr/>
              <a:lstStyle/>
              <a:p>
                <a:endParaRPr lang="en-US" sz="1701"/>
              </a:p>
            </p:txBody>
          </p:sp>
          <p:sp>
            <p:nvSpPr>
              <p:cNvPr id="12172" name="Freeform: Shape 12171">
                <a:extLst>
                  <a:ext uri="{FF2B5EF4-FFF2-40B4-BE49-F238E27FC236}">
                    <a16:creationId xmlns:a16="http://schemas.microsoft.com/office/drawing/2014/main" id="{03894830-8B73-BA66-DCC3-1115F6D5F5EA}"/>
                  </a:ext>
                </a:extLst>
              </p:cNvPr>
              <p:cNvSpPr/>
              <p:nvPr/>
            </p:nvSpPr>
            <p:spPr>
              <a:xfrm>
                <a:off x="3513892" y="2480400"/>
                <a:ext cx="55417" cy="19647"/>
              </a:xfrm>
              <a:custGeom>
                <a:avLst/>
                <a:gdLst>
                  <a:gd name="csX0" fmla="*/ 22181 w 25253"/>
                  <a:gd name="csY0" fmla="*/ 429 h 9001"/>
                  <a:gd name="csX1" fmla="*/ 24967 w 25253"/>
                  <a:gd name="csY1" fmla="*/ 0 h 9001"/>
                  <a:gd name="csX2" fmla="*/ 25253 w 25253"/>
                  <a:gd name="csY2" fmla="*/ 2358 h 9001"/>
                  <a:gd name="csX3" fmla="*/ 24717 w 25253"/>
                  <a:gd name="csY3" fmla="*/ 5001 h 9001"/>
                  <a:gd name="csX4" fmla="*/ 23289 w 25253"/>
                  <a:gd name="csY4" fmla="*/ 6322 h 9001"/>
                  <a:gd name="csX5" fmla="*/ 19574 w 25253"/>
                  <a:gd name="csY5" fmla="*/ 6715 h 9001"/>
                  <a:gd name="csX6" fmla="*/ 8930 w 25253"/>
                  <a:gd name="csY6" fmla="*/ 6715 h 9001"/>
                  <a:gd name="csX7" fmla="*/ 8930 w 25253"/>
                  <a:gd name="csY7" fmla="*/ 9001 h 9001"/>
                  <a:gd name="csX8" fmla="*/ 6465 w 25253"/>
                  <a:gd name="csY8" fmla="*/ 9001 h 9001"/>
                  <a:gd name="csX9" fmla="*/ 6465 w 25253"/>
                  <a:gd name="csY9" fmla="*/ 6715 h 9001"/>
                  <a:gd name="csX10" fmla="*/ 1893 w 25253"/>
                  <a:gd name="csY10" fmla="*/ 6715 h 9001"/>
                  <a:gd name="csX11" fmla="*/ 0 w 25253"/>
                  <a:gd name="csY11" fmla="*/ 3572 h 9001"/>
                  <a:gd name="csX12" fmla="*/ 6465 w 25253"/>
                  <a:gd name="csY12" fmla="*/ 3572 h 9001"/>
                  <a:gd name="csX13" fmla="*/ 6465 w 25253"/>
                  <a:gd name="csY13" fmla="*/ 429 h 9001"/>
                  <a:gd name="csX14" fmla="*/ 8930 w 25253"/>
                  <a:gd name="csY14" fmla="*/ 429 h 9001"/>
                  <a:gd name="csX15" fmla="*/ 8930 w 25253"/>
                  <a:gd name="csY15" fmla="*/ 3572 h 9001"/>
                  <a:gd name="csX16" fmla="*/ 19752 w 25253"/>
                  <a:gd name="csY16" fmla="*/ 3572 h 9001"/>
                  <a:gd name="csX17" fmla="*/ 21467 w 25253"/>
                  <a:gd name="csY17" fmla="*/ 3393 h 9001"/>
                  <a:gd name="csX18" fmla="*/ 22074 w 25253"/>
                  <a:gd name="csY18" fmla="*/ 2858 h 9001"/>
                  <a:gd name="csX19" fmla="*/ 22324 w 25253"/>
                  <a:gd name="csY19" fmla="*/ 1786 h 9001"/>
                  <a:gd name="csX20" fmla="*/ 22181 w 25253"/>
                  <a:gd name="csY20" fmla="*/ 393 h 9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253" h="9001">
                    <a:moveTo>
                      <a:pt x="22181" y="429"/>
                    </a:moveTo>
                    <a:lnTo>
                      <a:pt x="24967" y="0"/>
                    </a:lnTo>
                    <a:cubicBezTo>
                      <a:pt x="25146" y="893"/>
                      <a:pt x="25253" y="1679"/>
                      <a:pt x="25253" y="2358"/>
                    </a:cubicBezTo>
                    <a:cubicBezTo>
                      <a:pt x="25253" y="3501"/>
                      <a:pt x="25075" y="4358"/>
                      <a:pt x="24717" y="5001"/>
                    </a:cubicBezTo>
                    <a:cubicBezTo>
                      <a:pt x="24360" y="5608"/>
                      <a:pt x="23896" y="6072"/>
                      <a:pt x="23289" y="6322"/>
                    </a:cubicBezTo>
                    <a:cubicBezTo>
                      <a:pt x="22717" y="6572"/>
                      <a:pt x="21467" y="6715"/>
                      <a:pt x="19574" y="6715"/>
                    </a:cubicBezTo>
                    <a:lnTo>
                      <a:pt x="8930" y="6715"/>
                    </a:lnTo>
                    <a:lnTo>
                      <a:pt x="8930" y="9001"/>
                    </a:lnTo>
                    <a:lnTo>
                      <a:pt x="6465" y="9001"/>
                    </a:lnTo>
                    <a:lnTo>
                      <a:pt x="6465" y="6715"/>
                    </a:lnTo>
                    <a:lnTo>
                      <a:pt x="1893" y="6715"/>
                    </a:lnTo>
                    <a:lnTo>
                      <a:pt x="0" y="3572"/>
                    </a:lnTo>
                    <a:lnTo>
                      <a:pt x="6465" y="3572"/>
                    </a:lnTo>
                    <a:lnTo>
                      <a:pt x="6465" y="429"/>
                    </a:lnTo>
                    <a:lnTo>
                      <a:pt x="8930" y="429"/>
                    </a:lnTo>
                    <a:lnTo>
                      <a:pt x="8930" y="3572"/>
                    </a:lnTo>
                    <a:lnTo>
                      <a:pt x="19752" y="3572"/>
                    </a:lnTo>
                    <a:cubicBezTo>
                      <a:pt x="20645" y="3572"/>
                      <a:pt x="21217" y="3501"/>
                      <a:pt x="21467" y="3393"/>
                    </a:cubicBezTo>
                    <a:cubicBezTo>
                      <a:pt x="21717" y="3286"/>
                      <a:pt x="21896" y="3108"/>
                      <a:pt x="22074" y="2858"/>
                    </a:cubicBezTo>
                    <a:cubicBezTo>
                      <a:pt x="22217" y="2608"/>
                      <a:pt x="22324" y="2250"/>
                      <a:pt x="22324" y="1786"/>
                    </a:cubicBezTo>
                    <a:cubicBezTo>
                      <a:pt x="22324" y="1429"/>
                      <a:pt x="22288" y="964"/>
                      <a:pt x="22181" y="393"/>
                    </a:cubicBezTo>
                    <a:close/>
                  </a:path>
                </a:pathLst>
              </a:custGeom>
              <a:solidFill>
                <a:srgbClr val="000000"/>
              </a:solidFill>
              <a:ln w="3572" cap="flat">
                <a:noFill/>
                <a:prstDash val="solid"/>
                <a:miter/>
              </a:ln>
            </p:spPr>
            <p:txBody>
              <a:bodyPr/>
              <a:lstStyle/>
              <a:p>
                <a:endParaRPr lang="en-US" sz="1701"/>
              </a:p>
            </p:txBody>
          </p:sp>
          <p:sp>
            <p:nvSpPr>
              <p:cNvPr id="12174" name="Freeform: Shape 12173">
                <a:extLst>
                  <a:ext uri="{FF2B5EF4-FFF2-40B4-BE49-F238E27FC236}">
                    <a16:creationId xmlns:a16="http://schemas.microsoft.com/office/drawing/2014/main" id="{6BDB78F5-390C-8DBC-D4A1-9DBD670BF855}"/>
                  </a:ext>
                </a:extLst>
              </p:cNvPr>
              <p:cNvSpPr/>
              <p:nvPr/>
            </p:nvSpPr>
            <p:spPr>
              <a:xfrm>
                <a:off x="3574875" y="2575518"/>
                <a:ext cx="56121" cy="51144"/>
              </a:xfrm>
              <a:custGeom>
                <a:avLst/>
                <a:gdLst>
                  <a:gd name="csX0" fmla="*/ 25575 w 25574"/>
                  <a:gd name="csY0" fmla="*/ 13538 h 23431"/>
                  <a:gd name="csX1" fmla="*/ 0 w 25574"/>
                  <a:gd name="csY1" fmla="*/ 23431 h 23431"/>
                  <a:gd name="csX2" fmla="*/ 0 w 25574"/>
                  <a:gd name="csY2" fmla="*/ 19753 h 23431"/>
                  <a:gd name="csX3" fmla="*/ 18574 w 25574"/>
                  <a:gd name="csY3" fmla="*/ 13109 h 23431"/>
                  <a:gd name="csX4" fmla="*/ 22753 w 25574"/>
                  <a:gd name="csY4" fmla="*/ 11752 h 23431"/>
                  <a:gd name="csX5" fmla="*/ 18574 w 25574"/>
                  <a:gd name="csY5" fmla="*/ 10359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8"/>
                    </a:moveTo>
                    <a:lnTo>
                      <a:pt x="0" y="23431"/>
                    </a:lnTo>
                    <a:lnTo>
                      <a:pt x="0" y="19753"/>
                    </a:lnTo>
                    <a:lnTo>
                      <a:pt x="18574" y="13109"/>
                    </a:lnTo>
                    <a:cubicBezTo>
                      <a:pt x="20038" y="12573"/>
                      <a:pt x="21431" y="12144"/>
                      <a:pt x="22753" y="11752"/>
                    </a:cubicBezTo>
                    <a:cubicBezTo>
                      <a:pt x="21360" y="11359"/>
                      <a:pt x="19967" y="10894"/>
                      <a:pt x="18574" y="10359"/>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175" name="Freeform: Shape 12174">
                <a:extLst>
                  <a:ext uri="{FF2B5EF4-FFF2-40B4-BE49-F238E27FC236}">
                    <a16:creationId xmlns:a16="http://schemas.microsoft.com/office/drawing/2014/main" id="{A83D2299-811F-6DD8-7D7C-2B8016CE25C0}"/>
                  </a:ext>
                </a:extLst>
              </p:cNvPr>
              <p:cNvSpPr/>
              <p:nvPr/>
            </p:nvSpPr>
            <p:spPr>
              <a:xfrm>
                <a:off x="3574875" y="2537160"/>
                <a:ext cx="57063" cy="35162"/>
              </a:xfrm>
              <a:custGeom>
                <a:avLst/>
                <a:gdLst>
                  <a:gd name="csX0" fmla="*/ 25575 w 26003"/>
                  <a:gd name="csY0" fmla="*/ 2965 h 16109"/>
                  <a:gd name="csX1" fmla="*/ 23253 w 26003"/>
                  <a:gd name="csY1" fmla="*/ 2965 h 16109"/>
                  <a:gd name="csX2" fmla="*/ 26003 w 26003"/>
                  <a:gd name="csY2" fmla="*/ 8144 h 16109"/>
                  <a:gd name="csX3" fmla="*/ 24789 w 26003"/>
                  <a:gd name="csY3" fmla="*/ 12216 h 16109"/>
                  <a:gd name="csX4" fmla="*/ 21360 w 26003"/>
                  <a:gd name="csY4" fmla="*/ 15073 h 16109"/>
                  <a:gd name="csX5" fmla="*/ 16323 w 26003"/>
                  <a:gd name="csY5" fmla="*/ 16109 h 16109"/>
                  <a:gd name="csX6" fmla="*/ 11287 w 26003"/>
                  <a:gd name="csY6" fmla="*/ 15180 h 16109"/>
                  <a:gd name="csX7" fmla="*/ 7822 w 26003"/>
                  <a:gd name="csY7" fmla="*/ 12394 h 16109"/>
                  <a:gd name="csX8" fmla="*/ 6608 w 26003"/>
                  <a:gd name="csY8" fmla="*/ 8251 h 16109"/>
                  <a:gd name="csX9" fmla="*/ 7323 w 26003"/>
                  <a:gd name="csY9" fmla="*/ 5251 h 16109"/>
                  <a:gd name="csX10" fmla="*/ 9180 w 26003"/>
                  <a:gd name="csY10" fmla="*/ 3143 h 16109"/>
                  <a:gd name="csX11" fmla="*/ 0 w 26003"/>
                  <a:gd name="csY11" fmla="*/ 3143 h 16109"/>
                  <a:gd name="csX12" fmla="*/ 0 w 26003"/>
                  <a:gd name="csY12" fmla="*/ 0 h 16109"/>
                  <a:gd name="csX13" fmla="*/ 25575 w 26003"/>
                  <a:gd name="csY13" fmla="*/ 0 h 16109"/>
                  <a:gd name="csX14" fmla="*/ 25575 w 26003"/>
                  <a:gd name="csY14" fmla="*/ 2929 h 16109"/>
                  <a:gd name="csX15" fmla="*/ 16359 w 26003"/>
                  <a:gd name="csY15" fmla="*/ 12894 h 16109"/>
                  <a:gd name="csX16" fmla="*/ 21681 w 26003"/>
                  <a:gd name="csY16" fmla="*/ 11394 h 16109"/>
                  <a:gd name="csX17" fmla="*/ 23431 w 26003"/>
                  <a:gd name="csY17" fmla="*/ 7858 h 16109"/>
                  <a:gd name="csX18" fmla="*/ 21753 w 26003"/>
                  <a:gd name="csY18" fmla="*/ 4358 h 16109"/>
                  <a:gd name="csX19" fmla="*/ 16609 w 26003"/>
                  <a:gd name="csY19" fmla="*/ 2929 h 16109"/>
                  <a:gd name="csX20" fmla="*/ 11037 w 26003"/>
                  <a:gd name="csY20" fmla="*/ 4393 h 16109"/>
                  <a:gd name="csX21" fmla="*/ 9251 w 26003"/>
                  <a:gd name="csY21" fmla="*/ 8001 h 16109"/>
                  <a:gd name="csX22" fmla="*/ 10966 w 26003"/>
                  <a:gd name="csY22" fmla="*/ 11501 h 16109"/>
                  <a:gd name="csX23" fmla="*/ 16359 w 26003"/>
                  <a:gd name="csY23" fmla="*/ 12894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9">
                    <a:moveTo>
                      <a:pt x="25575" y="2965"/>
                    </a:moveTo>
                    <a:lnTo>
                      <a:pt x="23253" y="2965"/>
                    </a:lnTo>
                    <a:cubicBezTo>
                      <a:pt x="25075" y="4143"/>
                      <a:pt x="26003" y="5858"/>
                      <a:pt x="26003" y="8144"/>
                    </a:cubicBezTo>
                    <a:cubicBezTo>
                      <a:pt x="26003" y="9608"/>
                      <a:pt x="25611" y="10966"/>
                      <a:pt x="24789" y="12216"/>
                    </a:cubicBezTo>
                    <a:cubicBezTo>
                      <a:pt x="23967" y="13466"/>
                      <a:pt x="22824" y="14430"/>
                      <a:pt x="21360" y="15073"/>
                    </a:cubicBezTo>
                    <a:cubicBezTo>
                      <a:pt x="19895" y="15752"/>
                      <a:pt x="18217" y="16109"/>
                      <a:pt x="16323" y="16109"/>
                    </a:cubicBezTo>
                    <a:cubicBezTo>
                      <a:pt x="14431" y="16109"/>
                      <a:pt x="12787" y="15788"/>
                      <a:pt x="11287" y="15180"/>
                    </a:cubicBezTo>
                    <a:cubicBezTo>
                      <a:pt x="9787" y="14573"/>
                      <a:pt x="8608" y="13645"/>
                      <a:pt x="7822" y="12394"/>
                    </a:cubicBezTo>
                    <a:cubicBezTo>
                      <a:pt x="7001" y="11180"/>
                      <a:pt x="6608" y="9787"/>
                      <a:pt x="6608" y="8251"/>
                    </a:cubicBezTo>
                    <a:cubicBezTo>
                      <a:pt x="6608" y="7144"/>
                      <a:pt x="6858" y="6144"/>
                      <a:pt x="7323" y="5251"/>
                    </a:cubicBezTo>
                    <a:cubicBezTo>
                      <a:pt x="7787" y="4393"/>
                      <a:pt x="8394" y="3679"/>
                      <a:pt x="9180" y="3143"/>
                    </a:cubicBezTo>
                    <a:lnTo>
                      <a:pt x="0" y="3143"/>
                    </a:lnTo>
                    <a:lnTo>
                      <a:pt x="0" y="0"/>
                    </a:lnTo>
                    <a:lnTo>
                      <a:pt x="25575" y="0"/>
                    </a:lnTo>
                    <a:lnTo>
                      <a:pt x="25575" y="2929"/>
                    </a:lnTo>
                    <a:moveTo>
                      <a:pt x="16359" y="12894"/>
                    </a:moveTo>
                    <a:cubicBezTo>
                      <a:pt x="18717" y="12894"/>
                      <a:pt x="20503" y="12394"/>
                      <a:pt x="21681" y="11394"/>
                    </a:cubicBezTo>
                    <a:cubicBezTo>
                      <a:pt x="22860" y="10394"/>
                      <a:pt x="23431" y="9215"/>
                      <a:pt x="23431" y="7858"/>
                    </a:cubicBezTo>
                    <a:cubicBezTo>
                      <a:pt x="23431" y="6501"/>
                      <a:pt x="22860" y="5322"/>
                      <a:pt x="21753" y="4358"/>
                    </a:cubicBezTo>
                    <a:cubicBezTo>
                      <a:pt x="20646" y="3393"/>
                      <a:pt x="18931" y="2929"/>
                      <a:pt x="16609" y="2929"/>
                    </a:cubicBezTo>
                    <a:cubicBezTo>
                      <a:pt x="14073" y="2929"/>
                      <a:pt x="12216" y="3429"/>
                      <a:pt x="11037" y="4393"/>
                    </a:cubicBezTo>
                    <a:cubicBezTo>
                      <a:pt x="9858" y="5358"/>
                      <a:pt x="9251" y="6572"/>
                      <a:pt x="9251" y="8001"/>
                    </a:cubicBezTo>
                    <a:cubicBezTo>
                      <a:pt x="9251" y="9430"/>
                      <a:pt x="9823" y="10573"/>
                      <a:pt x="10966" y="11501"/>
                    </a:cubicBezTo>
                    <a:cubicBezTo>
                      <a:pt x="12109" y="12430"/>
                      <a:pt x="13895" y="12894"/>
                      <a:pt x="16359" y="12894"/>
                    </a:cubicBezTo>
                    <a:close/>
                  </a:path>
                </a:pathLst>
              </a:custGeom>
              <a:solidFill>
                <a:srgbClr val="000000"/>
              </a:solidFill>
              <a:ln w="3572" cap="flat">
                <a:noFill/>
                <a:prstDash val="solid"/>
                <a:miter/>
              </a:ln>
            </p:spPr>
            <p:txBody>
              <a:bodyPr/>
              <a:lstStyle/>
              <a:p>
                <a:endParaRPr lang="en-US" sz="1701"/>
              </a:p>
            </p:txBody>
          </p:sp>
          <p:sp>
            <p:nvSpPr>
              <p:cNvPr id="12176" name="Freeform: Shape 12175">
                <a:extLst>
                  <a:ext uri="{FF2B5EF4-FFF2-40B4-BE49-F238E27FC236}">
                    <a16:creationId xmlns:a16="http://schemas.microsoft.com/office/drawing/2014/main" id="{77ED9102-75C9-CDAE-4C04-53EF907BBCF8}"/>
                  </a:ext>
                </a:extLst>
              </p:cNvPr>
              <p:cNvSpPr/>
              <p:nvPr/>
            </p:nvSpPr>
            <p:spPr>
              <a:xfrm>
                <a:off x="3607327" y="2508156"/>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177" name="Freeform: Shape 12176">
                <a:extLst>
                  <a:ext uri="{FF2B5EF4-FFF2-40B4-BE49-F238E27FC236}">
                    <a16:creationId xmlns:a16="http://schemas.microsoft.com/office/drawing/2014/main" id="{E0EB022F-260D-B380-314A-477431B550DC}"/>
                  </a:ext>
                </a:extLst>
              </p:cNvPr>
              <p:cNvSpPr/>
              <p:nvPr/>
            </p:nvSpPr>
            <p:spPr>
              <a:xfrm>
                <a:off x="3589376" y="2478687"/>
                <a:ext cx="41620" cy="21985"/>
              </a:xfrm>
              <a:custGeom>
                <a:avLst/>
                <a:gdLst>
                  <a:gd name="csX0" fmla="*/ 18967 w 18966"/>
                  <a:gd name="csY0" fmla="*/ 10073 h 10072"/>
                  <a:gd name="csX1" fmla="*/ 429 w 18966"/>
                  <a:gd name="csY1" fmla="*/ 10073 h 10072"/>
                  <a:gd name="csX2" fmla="*/ 429 w 18966"/>
                  <a:gd name="csY2" fmla="*/ 7251 h 10072"/>
                  <a:gd name="csX3" fmla="*/ 3250 w 18966"/>
                  <a:gd name="csY3" fmla="*/ 7251 h 10072"/>
                  <a:gd name="csX4" fmla="*/ 643 w 18966"/>
                  <a:gd name="csY4" fmla="*/ 5251 h 10072"/>
                  <a:gd name="csX5" fmla="*/ 0 w 18966"/>
                  <a:gd name="csY5" fmla="*/ 3250 h 10072"/>
                  <a:gd name="csX6" fmla="*/ 1036 w 18966"/>
                  <a:gd name="csY6" fmla="*/ 0 h 10072"/>
                  <a:gd name="csX7" fmla="*/ 3965 w 18966"/>
                  <a:gd name="csY7" fmla="*/ 1072 h 10072"/>
                  <a:gd name="csX8" fmla="*/ 3286 w 18966"/>
                  <a:gd name="csY8" fmla="*/ 3358 h 10072"/>
                  <a:gd name="csX9" fmla="*/ 3893 w 18966"/>
                  <a:gd name="csY9" fmla="*/ 5215 h 10072"/>
                  <a:gd name="csX10" fmla="*/ 5608 w 18966"/>
                  <a:gd name="csY10" fmla="*/ 6394 h 10072"/>
                  <a:gd name="csX11" fmla="*/ 9287 w 18966"/>
                  <a:gd name="csY11" fmla="*/ 6929 h 10072"/>
                  <a:gd name="csX12" fmla="*/ 18967 w 18966"/>
                  <a:gd name="csY12" fmla="*/ 6929 h 10072"/>
                  <a:gd name="csX13" fmla="*/ 18967 w 18966"/>
                  <a:gd name="csY13" fmla="*/ 10073 h 10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966" h="10072">
                    <a:moveTo>
                      <a:pt x="18967" y="10073"/>
                    </a:moveTo>
                    <a:lnTo>
                      <a:pt x="429" y="10073"/>
                    </a:lnTo>
                    <a:lnTo>
                      <a:pt x="429" y="7251"/>
                    </a:lnTo>
                    <a:lnTo>
                      <a:pt x="3250" y="7251"/>
                    </a:lnTo>
                    <a:cubicBezTo>
                      <a:pt x="1929" y="6537"/>
                      <a:pt x="1072" y="5858"/>
                      <a:pt x="643" y="5251"/>
                    </a:cubicBezTo>
                    <a:cubicBezTo>
                      <a:pt x="214" y="4643"/>
                      <a:pt x="0" y="3965"/>
                      <a:pt x="0" y="3250"/>
                    </a:cubicBezTo>
                    <a:cubicBezTo>
                      <a:pt x="0" y="2179"/>
                      <a:pt x="357" y="1107"/>
                      <a:pt x="1036" y="0"/>
                    </a:cubicBezTo>
                    <a:lnTo>
                      <a:pt x="3965" y="1072"/>
                    </a:lnTo>
                    <a:cubicBezTo>
                      <a:pt x="3500" y="1822"/>
                      <a:pt x="3286" y="2607"/>
                      <a:pt x="3286" y="3358"/>
                    </a:cubicBezTo>
                    <a:cubicBezTo>
                      <a:pt x="3286" y="4036"/>
                      <a:pt x="3500" y="4643"/>
                      <a:pt x="3893" y="5215"/>
                    </a:cubicBezTo>
                    <a:cubicBezTo>
                      <a:pt x="4322" y="5786"/>
                      <a:pt x="4893" y="6179"/>
                      <a:pt x="5608" y="6394"/>
                    </a:cubicBezTo>
                    <a:cubicBezTo>
                      <a:pt x="6715" y="6751"/>
                      <a:pt x="7965" y="6929"/>
                      <a:pt x="9287" y="6929"/>
                    </a:cubicBezTo>
                    <a:lnTo>
                      <a:pt x="18967" y="6929"/>
                    </a:lnTo>
                    <a:lnTo>
                      <a:pt x="18967" y="10073"/>
                    </a:lnTo>
                    <a:close/>
                  </a:path>
                </a:pathLst>
              </a:custGeom>
              <a:solidFill>
                <a:srgbClr val="000000"/>
              </a:solidFill>
              <a:ln w="3572" cap="flat">
                <a:noFill/>
                <a:prstDash val="solid"/>
                <a:miter/>
              </a:ln>
            </p:spPr>
            <p:txBody>
              <a:bodyPr/>
              <a:lstStyle/>
              <a:p>
                <a:endParaRPr lang="en-US" sz="1701"/>
              </a:p>
            </p:txBody>
          </p:sp>
          <p:sp>
            <p:nvSpPr>
              <p:cNvPr id="12179" name="Freeform: Shape 12178">
                <a:extLst>
                  <a:ext uri="{FF2B5EF4-FFF2-40B4-BE49-F238E27FC236}">
                    <a16:creationId xmlns:a16="http://schemas.microsoft.com/office/drawing/2014/main" id="{8B12BDB5-F337-D36B-9445-10B715153409}"/>
                  </a:ext>
                </a:extLst>
              </p:cNvPr>
              <p:cNvSpPr/>
              <p:nvPr/>
            </p:nvSpPr>
            <p:spPr>
              <a:xfrm>
                <a:off x="3637191" y="2519227"/>
                <a:ext cx="56121" cy="51144"/>
              </a:xfrm>
              <a:custGeom>
                <a:avLst/>
                <a:gdLst>
                  <a:gd name="csX0" fmla="*/ 25575 w 25574"/>
                  <a:gd name="csY0" fmla="*/ 13537 h 23431"/>
                  <a:gd name="csX1" fmla="*/ 0 w 25574"/>
                  <a:gd name="csY1" fmla="*/ 23431 h 23431"/>
                  <a:gd name="csX2" fmla="*/ 0 w 25574"/>
                  <a:gd name="csY2" fmla="*/ 19752 h 23431"/>
                  <a:gd name="csX3" fmla="*/ 18574 w 25574"/>
                  <a:gd name="csY3" fmla="*/ 13109 h 23431"/>
                  <a:gd name="csX4" fmla="*/ 22753 w 25574"/>
                  <a:gd name="csY4" fmla="*/ 11751 h 23431"/>
                  <a:gd name="csX5" fmla="*/ 18574 w 25574"/>
                  <a:gd name="csY5" fmla="*/ 10358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7"/>
                    </a:moveTo>
                    <a:lnTo>
                      <a:pt x="0" y="23431"/>
                    </a:lnTo>
                    <a:lnTo>
                      <a:pt x="0" y="19752"/>
                    </a:lnTo>
                    <a:lnTo>
                      <a:pt x="18574" y="13109"/>
                    </a:lnTo>
                    <a:cubicBezTo>
                      <a:pt x="20038" y="12573"/>
                      <a:pt x="21431" y="12144"/>
                      <a:pt x="22753" y="11751"/>
                    </a:cubicBezTo>
                    <a:cubicBezTo>
                      <a:pt x="21360" y="11359"/>
                      <a:pt x="19967" y="10894"/>
                      <a:pt x="18574" y="10358"/>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180" name="Freeform: Shape 12179">
                <a:extLst>
                  <a:ext uri="{FF2B5EF4-FFF2-40B4-BE49-F238E27FC236}">
                    <a16:creationId xmlns:a16="http://schemas.microsoft.com/office/drawing/2014/main" id="{36B33BC1-B52C-700A-B845-2024AC70642E}"/>
                  </a:ext>
                </a:extLst>
              </p:cNvPr>
              <p:cNvSpPr/>
              <p:nvPr/>
            </p:nvSpPr>
            <p:spPr>
              <a:xfrm>
                <a:off x="3652631" y="2480712"/>
                <a:ext cx="40681" cy="37033"/>
              </a:xfrm>
              <a:custGeom>
                <a:avLst/>
                <a:gdLst>
                  <a:gd name="csX0" fmla="*/ 18538 w 18538"/>
                  <a:gd name="csY0" fmla="*/ 9930 h 16966"/>
                  <a:gd name="csX1" fmla="*/ 0 w 18538"/>
                  <a:gd name="csY1" fmla="*/ 16966 h 16966"/>
                  <a:gd name="csX2" fmla="*/ 0 w 18538"/>
                  <a:gd name="csY2" fmla="*/ 13645 h 16966"/>
                  <a:gd name="csX3" fmla="*/ 11108 w 18538"/>
                  <a:gd name="csY3" fmla="*/ 9680 h 16966"/>
                  <a:gd name="csX4" fmla="*/ 14823 w 18538"/>
                  <a:gd name="csY4" fmla="*/ 8501 h 16966"/>
                  <a:gd name="csX5" fmla="*/ 11287 w 18538"/>
                  <a:gd name="csY5" fmla="*/ 7322 h 16966"/>
                  <a:gd name="csX6" fmla="*/ 0 w 18538"/>
                  <a:gd name="csY6" fmla="*/ 3215 h 16966"/>
                  <a:gd name="csX7" fmla="*/ 0 w 18538"/>
                  <a:gd name="csY7" fmla="*/ 0 h 16966"/>
                  <a:gd name="csX8" fmla="*/ 18538 w 18538"/>
                  <a:gd name="csY8" fmla="*/ 7001 h 16966"/>
                  <a:gd name="csX9" fmla="*/ 18538 w 18538"/>
                  <a:gd name="csY9" fmla="*/ 9930 h 16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8538" h="16966">
                    <a:moveTo>
                      <a:pt x="18538" y="9930"/>
                    </a:moveTo>
                    <a:lnTo>
                      <a:pt x="0" y="16966"/>
                    </a:lnTo>
                    <a:lnTo>
                      <a:pt x="0" y="13645"/>
                    </a:lnTo>
                    <a:lnTo>
                      <a:pt x="11108" y="9680"/>
                    </a:lnTo>
                    <a:cubicBezTo>
                      <a:pt x="12287" y="9251"/>
                      <a:pt x="13537" y="8858"/>
                      <a:pt x="14823" y="8501"/>
                    </a:cubicBezTo>
                    <a:cubicBezTo>
                      <a:pt x="13859" y="8215"/>
                      <a:pt x="12680" y="7822"/>
                      <a:pt x="11287" y="7322"/>
                    </a:cubicBezTo>
                    <a:lnTo>
                      <a:pt x="0" y="3215"/>
                    </a:lnTo>
                    <a:lnTo>
                      <a:pt x="0" y="0"/>
                    </a:lnTo>
                    <a:lnTo>
                      <a:pt x="18538" y="7001"/>
                    </a:lnTo>
                    <a:lnTo>
                      <a:pt x="18538" y="9930"/>
                    </a:lnTo>
                    <a:close/>
                  </a:path>
                </a:pathLst>
              </a:custGeom>
              <a:solidFill>
                <a:srgbClr val="000000"/>
              </a:solidFill>
              <a:ln w="3572" cap="flat">
                <a:noFill/>
                <a:prstDash val="solid"/>
                <a:miter/>
              </a:ln>
            </p:spPr>
            <p:txBody>
              <a:bodyPr/>
              <a:lstStyle/>
              <a:p>
                <a:endParaRPr lang="en-US" sz="1701"/>
              </a:p>
            </p:txBody>
          </p:sp>
          <p:sp>
            <p:nvSpPr>
              <p:cNvPr id="12182" name="Freeform: Shape 12181">
                <a:extLst>
                  <a:ext uri="{FF2B5EF4-FFF2-40B4-BE49-F238E27FC236}">
                    <a16:creationId xmlns:a16="http://schemas.microsoft.com/office/drawing/2014/main" id="{BB402462-19F3-0ACA-451A-3F26F7B02E98}"/>
                  </a:ext>
                </a:extLst>
              </p:cNvPr>
              <p:cNvSpPr/>
              <p:nvPr/>
            </p:nvSpPr>
            <p:spPr>
              <a:xfrm>
                <a:off x="3713927" y="2632511"/>
                <a:ext cx="41620" cy="32822"/>
              </a:xfrm>
              <a:custGeom>
                <a:avLst/>
                <a:gdLst>
                  <a:gd name="csX0" fmla="*/ 18967 w 18966"/>
                  <a:gd name="csY0" fmla="*/ 15038 h 15037"/>
                  <a:gd name="csX1" fmla="*/ 429 w 18966"/>
                  <a:gd name="csY1" fmla="*/ 15038 h 15037"/>
                  <a:gd name="csX2" fmla="*/ 429 w 18966"/>
                  <a:gd name="csY2" fmla="*/ 12216 h 15037"/>
                  <a:gd name="csX3" fmla="*/ 3072 w 18966"/>
                  <a:gd name="csY3" fmla="*/ 12216 h 15037"/>
                  <a:gd name="csX4" fmla="*/ 0 w 18966"/>
                  <a:gd name="csY4" fmla="*/ 6322 h 15037"/>
                  <a:gd name="csX5" fmla="*/ 607 w 18966"/>
                  <a:gd name="csY5" fmla="*/ 3251 h 15037"/>
                  <a:gd name="csX6" fmla="*/ 2179 w 18966"/>
                  <a:gd name="csY6" fmla="*/ 1143 h 15037"/>
                  <a:gd name="csX7" fmla="*/ 4500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1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8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8"/>
                    </a:moveTo>
                    <a:lnTo>
                      <a:pt x="429" y="15038"/>
                    </a:lnTo>
                    <a:lnTo>
                      <a:pt x="429" y="12216"/>
                    </a:lnTo>
                    <a:lnTo>
                      <a:pt x="3072" y="12216"/>
                    </a:lnTo>
                    <a:cubicBezTo>
                      <a:pt x="1036" y="10859"/>
                      <a:pt x="0" y="8894"/>
                      <a:pt x="0" y="6322"/>
                    </a:cubicBezTo>
                    <a:cubicBezTo>
                      <a:pt x="0" y="5215"/>
                      <a:pt x="214" y="4179"/>
                      <a:pt x="607" y="3251"/>
                    </a:cubicBezTo>
                    <a:cubicBezTo>
                      <a:pt x="1000" y="2322"/>
                      <a:pt x="1536" y="1607"/>
                      <a:pt x="2179" y="1143"/>
                    </a:cubicBezTo>
                    <a:cubicBezTo>
                      <a:pt x="2822" y="679"/>
                      <a:pt x="3607" y="357"/>
                      <a:pt x="4500" y="179"/>
                    </a:cubicBezTo>
                    <a:cubicBezTo>
                      <a:pt x="5072" y="72"/>
                      <a:pt x="6108" y="0"/>
                      <a:pt x="7572" y="0"/>
                    </a:cubicBezTo>
                    <a:lnTo>
                      <a:pt x="18967" y="0"/>
                    </a:lnTo>
                    <a:lnTo>
                      <a:pt x="18967" y="3143"/>
                    </a:lnTo>
                    <a:lnTo>
                      <a:pt x="7715" y="3143"/>
                    </a:lnTo>
                    <a:cubicBezTo>
                      <a:pt x="6429" y="3143"/>
                      <a:pt x="5465" y="3251"/>
                      <a:pt x="4858" y="3501"/>
                    </a:cubicBezTo>
                    <a:cubicBezTo>
                      <a:pt x="4215" y="3750"/>
                      <a:pt x="3715" y="4179"/>
                      <a:pt x="3322" y="4786"/>
                    </a:cubicBezTo>
                    <a:cubicBezTo>
                      <a:pt x="2929" y="5394"/>
                      <a:pt x="2750" y="6144"/>
                      <a:pt x="2750" y="6965"/>
                    </a:cubicBezTo>
                    <a:cubicBezTo>
                      <a:pt x="2750" y="8323"/>
                      <a:pt x="3179" y="9466"/>
                      <a:pt x="4036" y="10430"/>
                    </a:cubicBezTo>
                    <a:cubicBezTo>
                      <a:pt x="4893" y="11394"/>
                      <a:pt x="6501" y="11894"/>
                      <a:pt x="8858" y="11894"/>
                    </a:cubicBezTo>
                    <a:lnTo>
                      <a:pt x="18967" y="11894"/>
                    </a:lnTo>
                    <a:lnTo>
                      <a:pt x="18967" y="15038"/>
                    </a:lnTo>
                    <a:close/>
                  </a:path>
                </a:pathLst>
              </a:custGeom>
              <a:solidFill>
                <a:srgbClr val="000000"/>
              </a:solidFill>
              <a:ln w="3572" cap="flat">
                <a:noFill/>
                <a:prstDash val="solid"/>
                <a:miter/>
              </a:ln>
            </p:spPr>
            <p:txBody>
              <a:bodyPr/>
              <a:lstStyle/>
              <a:p>
                <a:endParaRPr lang="en-US" sz="1701"/>
              </a:p>
            </p:txBody>
          </p:sp>
          <p:sp>
            <p:nvSpPr>
              <p:cNvPr id="12183" name="Freeform: Shape 12182">
                <a:extLst>
                  <a:ext uri="{FF2B5EF4-FFF2-40B4-BE49-F238E27FC236}">
                    <a16:creationId xmlns:a16="http://schemas.microsoft.com/office/drawing/2014/main" id="{F7A48D4D-6DE4-C09D-529A-81D582CDC8F8}"/>
                  </a:ext>
                </a:extLst>
              </p:cNvPr>
              <p:cNvSpPr/>
              <p:nvPr/>
            </p:nvSpPr>
            <p:spPr>
              <a:xfrm>
                <a:off x="3699426" y="2578558"/>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30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80 w 25574"/>
                  <a:gd name="csY12" fmla="*/ 16109 h 19538"/>
                  <a:gd name="csX13" fmla="*/ 12180 w 25574"/>
                  <a:gd name="csY13" fmla="*/ 9501 h 19538"/>
                  <a:gd name="csX14" fmla="*/ 10966 w 25574"/>
                  <a:gd name="csY14" fmla="*/ 4858 h 19538"/>
                  <a:gd name="csX15" fmla="*/ 7537 w 25574"/>
                  <a:gd name="csY15" fmla="*/ 3500 h 19538"/>
                  <a:gd name="csX16" fmla="*/ 4786 w 25574"/>
                  <a:gd name="csY16" fmla="*/ 4322 h 19538"/>
                  <a:gd name="csX17" fmla="*/ 3286 w 25574"/>
                  <a:gd name="csY17" fmla="*/ 6465 h 19538"/>
                  <a:gd name="csX18" fmla="*/ 3072 w 25574"/>
                  <a:gd name="csY18" fmla="*/ 9608 h 19538"/>
                  <a:gd name="csX19" fmla="*/ 3072 w 25574"/>
                  <a:gd name="csY19" fmla="*/ 16145 h 19538"/>
                  <a:gd name="csX20" fmla="*/ 12216 w 25574"/>
                  <a:gd name="csY20" fmla="*/ 16145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7" y="1250"/>
                      <a:pt x="3929" y="750"/>
                    </a:cubicBezTo>
                    <a:cubicBezTo>
                      <a:pt x="4965" y="250"/>
                      <a:pt x="6144" y="0"/>
                      <a:pt x="7430" y="0"/>
                    </a:cubicBezTo>
                    <a:cubicBezTo>
                      <a:pt x="9608" y="0"/>
                      <a:pt x="11430" y="679"/>
                      <a:pt x="12930" y="2072"/>
                    </a:cubicBezTo>
                    <a:cubicBezTo>
                      <a:pt x="14430" y="3465"/>
                      <a:pt x="15180" y="5965"/>
                      <a:pt x="15180" y="9573"/>
                    </a:cubicBezTo>
                    <a:lnTo>
                      <a:pt x="15180" y="16145"/>
                    </a:lnTo>
                    <a:lnTo>
                      <a:pt x="25575" y="16145"/>
                    </a:lnTo>
                    <a:lnTo>
                      <a:pt x="25575" y="19538"/>
                    </a:lnTo>
                    <a:moveTo>
                      <a:pt x="12180" y="16109"/>
                    </a:moveTo>
                    <a:lnTo>
                      <a:pt x="12180" y="9501"/>
                    </a:lnTo>
                    <a:cubicBezTo>
                      <a:pt x="12180" y="7322"/>
                      <a:pt x="11787" y="5751"/>
                      <a:pt x="10966" y="4858"/>
                    </a:cubicBezTo>
                    <a:cubicBezTo>
                      <a:pt x="10144" y="3965"/>
                      <a:pt x="9001" y="3500"/>
                      <a:pt x="7537" y="3500"/>
                    </a:cubicBezTo>
                    <a:cubicBezTo>
                      <a:pt x="6465" y="3500"/>
                      <a:pt x="5572" y="3750"/>
                      <a:pt x="4786" y="4322"/>
                    </a:cubicBezTo>
                    <a:cubicBezTo>
                      <a:pt x="4036" y="4858"/>
                      <a:pt x="3536" y="5572"/>
                      <a:pt x="3286" y="6465"/>
                    </a:cubicBezTo>
                    <a:cubicBezTo>
                      <a:pt x="3143" y="7036"/>
                      <a:pt x="3072" y="8072"/>
                      <a:pt x="3072" y="9608"/>
                    </a:cubicBezTo>
                    <a:lnTo>
                      <a:pt x="3072" y="16145"/>
                    </a:lnTo>
                    <a:lnTo>
                      <a:pt x="12216" y="16145"/>
                    </a:lnTo>
                    <a:close/>
                  </a:path>
                </a:pathLst>
              </a:custGeom>
              <a:solidFill>
                <a:srgbClr val="000000"/>
              </a:solidFill>
              <a:ln w="3572" cap="flat">
                <a:noFill/>
                <a:prstDash val="solid"/>
                <a:miter/>
              </a:ln>
            </p:spPr>
            <p:txBody>
              <a:bodyPr/>
              <a:lstStyle/>
              <a:p>
                <a:endParaRPr lang="en-US" sz="1701"/>
              </a:p>
            </p:txBody>
          </p:sp>
          <p:sp>
            <p:nvSpPr>
              <p:cNvPr id="12184" name="Freeform: Shape 12183">
                <a:extLst>
                  <a:ext uri="{FF2B5EF4-FFF2-40B4-BE49-F238E27FC236}">
                    <a16:creationId xmlns:a16="http://schemas.microsoft.com/office/drawing/2014/main" id="{7C01C237-0B8A-7754-3286-168C017642FA}"/>
                  </a:ext>
                </a:extLst>
              </p:cNvPr>
              <p:cNvSpPr/>
              <p:nvPr/>
            </p:nvSpPr>
            <p:spPr>
              <a:xfrm>
                <a:off x="3699426" y="2526556"/>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30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80 w 25574"/>
                  <a:gd name="csY12" fmla="*/ 16109 h 19538"/>
                  <a:gd name="csX13" fmla="*/ 12180 w 25574"/>
                  <a:gd name="csY13" fmla="*/ 9501 h 19538"/>
                  <a:gd name="csX14" fmla="*/ 10966 w 25574"/>
                  <a:gd name="csY14" fmla="*/ 4858 h 19538"/>
                  <a:gd name="csX15" fmla="*/ 7537 w 25574"/>
                  <a:gd name="csY15" fmla="*/ 3500 h 19538"/>
                  <a:gd name="csX16" fmla="*/ 4786 w 25574"/>
                  <a:gd name="csY16" fmla="*/ 4322 h 19538"/>
                  <a:gd name="csX17" fmla="*/ 3286 w 25574"/>
                  <a:gd name="csY17" fmla="*/ 6465 h 19538"/>
                  <a:gd name="csX18" fmla="*/ 3072 w 25574"/>
                  <a:gd name="csY18" fmla="*/ 9608 h 19538"/>
                  <a:gd name="csX19" fmla="*/ 3072 w 25574"/>
                  <a:gd name="csY19" fmla="*/ 16145 h 19538"/>
                  <a:gd name="csX20" fmla="*/ 12216 w 25574"/>
                  <a:gd name="csY20" fmla="*/ 16145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7" y="1250"/>
                      <a:pt x="3929" y="750"/>
                    </a:cubicBezTo>
                    <a:cubicBezTo>
                      <a:pt x="4965" y="250"/>
                      <a:pt x="6144" y="0"/>
                      <a:pt x="7430" y="0"/>
                    </a:cubicBezTo>
                    <a:cubicBezTo>
                      <a:pt x="9608" y="0"/>
                      <a:pt x="11430" y="679"/>
                      <a:pt x="12930" y="2072"/>
                    </a:cubicBezTo>
                    <a:cubicBezTo>
                      <a:pt x="14430" y="3465"/>
                      <a:pt x="15180" y="5965"/>
                      <a:pt x="15180" y="9573"/>
                    </a:cubicBezTo>
                    <a:lnTo>
                      <a:pt x="15180" y="16145"/>
                    </a:lnTo>
                    <a:lnTo>
                      <a:pt x="25575" y="16145"/>
                    </a:lnTo>
                    <a:lnTo>
                      <a:pt x="25575" y="19538"/>
                    </a:lnTo>
                    <a:moveTo>
                      <a:pt x="12180" y="16109"/>
                    </a:moveTo>
                    <a:lnTo>
                      <a:pt x="12180" y="9501"/>
                    </a:lnTo>
                    <a:cubicBezTo>
                      <a:pt x="12180" y="7322"/>
                      <a:pt x="11787" y="5751"/>
                      <a:pt x="10966" y="4858"/>
                    </a:cubicBezTo>
                    <a:cubicBezTo>
                      <a:pt x="10144" y="3965"/>
                      <a:pt x="9001" y="3500"/>
                      <a:pt x="7537" y="3500"/>
                    </a:cubicBezTo>
                    <a:cubicBezTo>
                      <a:pt x="6465" y="3500"/>
                      <a:pt x="5572" y="3750"/>
                      <a:pt x="4786" y="4322"/>
                    </a:cubicBezTo>
                    <a:cubicBezTo>
                      <a:pt x="4036" y="4858"/>
                      <a:pt x="3536" y="5572"/>
                      <a:pt x="3286" y="6465"/>
                    </a:cubicBezTo>
                    <a:cubicBezTo>
                      <a:pt x="3143" y="7036"/>
                      <a:pt x="3072" y="8072"/>
                      <a:pt x="3072" y="9608"/>
                    </a:cubicBezTo>
                    <a:lnTo>
                      <a:pt x="3072" y="16145"/>
                    </a:lnTo>
                    <a:lnTo>
                      <a:pt x="12216" y="16145"/>
                    </a:lnTo>
                    <a:close/>
                  </a:path>
                </a:pathLst>
              </a:custGeom>
              <a:solidFill>
                <a:srgbClr val="000000"/>
              </a:solidFill>
              <a:ln w="3572" cap="flat">
                <a:noFill/>
                <a:prstDash val="solid"/>
                <a:miter/>
              </a:ln>
            </p:spPr>
            <p:txBody>
              <a:bodyPr/>
              <a:lstStyle/>
              <a:p>
                <a:endParaRPr lang="en-US" sz="1701"/>
              </a:p>
            </p:txBody>
          </p:sp>
          <p:sp>
            <p:nvSpPr>
              <p:cNvPr id="12185" name="Freeform: Shape 12184">
                <a:extLst>
                  <a:ext uri="{FF2B5EF4-FFF2-40B4-BE49-F238E27FC236}">
                    <a16:creationId xmlns:a16="http://schemas.microsoft.com/office/drawing/2014/main" id="{1D34C239-450D-4BAC-2384-D0794E3D06C1}"/>
                  </a:ext>
                </a:extLst>
              </p:cNvPr>
              <p:cNvSpPr/>
              <p:nvPr/>
            </p:nvSpPr>
            <p:spPr>
              <a:xfrm>
                <a:off x="3713851" y="2483131"/>
                <a:ext cx="42641" cy="37111"/>
              </a:xfrm>
              <a:custGeom>
                <a:avLst/>
                <a:gdLst>
                  <a:gd name="csX0" fmla="*/ 16716 w 19431"/>
                  <a:gd name="csY0" fmla="*/ 3858 h 17002"/>
                  <a:gd name="csX1" fmla="*/ 18824 w 19431"/>
                  <a:gd name="csY1" fmla="*/ 7215 h 17002"/>
                  <a:gd name="csX2" fmla="*/ 19431 w 19431"/>
                  <a:gd name="csY2" fmla="*/ 10680 h 17002"/>
                  <a:gd name="csX3" fmla="*/ 17931 w 19431"/>
                  <a:gd name="csY3" fmla="*/ 15359 h 17002"/>
                  <a:gd name="csX4" fmla="*/ 14109 w 19431"/>
                  <a:gd name="csY4" fmla="*/ 17002 h 17002"/>
                  <a:gd name="csX5" fmla="*/ 11609 w 19431"/>
                  <a:gd name="csY5" fmla="*/ 16395 h 17002"/>
                  <a:gd name="csX6" fmla="*/ 9787 w 19431"/>
                  <a:gd name="csY6" fmla="*/ 14788 h 17002"/>
                  <a:gd name="csX7" fmla="*/ 8751 w 19431"/>
                  <a:gd name="csY7" fmla="*/ 12537 h 17002"/>
                  <a:gd name="csX8" fmla="*/ 8287 w 19431"/>
                  <a:gd name="csY8" fmla="*/ 9751 h 17002"/>
                  <a:gd name="csX9" fmla="*/ 7215 w 19431"/>
                  <a:gd name="csY9" fmla="*/ 4143 h 17002"/>
                  <a:gd name="csX10" fmla="*/ 6394 w 19431"/>
                  <a:gd name="csY10" fmla="*/ 4143 h 17002"/>
                  <a:gd name="csX11" fmla="*/ 3679 w 19431"/>
                  <a:gd name="csY11" fmla="*/ 5036 h 17002"/>
                  <a:gd name="csX12" fmla="*/ 2607 w 19431"/>
                  <a:gd name="csY12" fmla="*/ 8608 h 17002"/>
                  <a:gd name="csX13" fmla="*/ 3358 w 19431"/>
                  <a:gd name="csY13" fmla="*/ 11894 h 17002"/>
                  <a:gd name="csX14" fmla="*/ 6108 w 19431"/>
                  <a:gd name="csY14" fmla="*/ 13466 h 17002"/>
                  <a:gd name="csX15" fmla="*/ 5679 w 19431"/>
                  <a:gd name="csY15" fmla="*/ 16538 h 17002"/>
                  <a:gd name="csX16" fmla="*/ 2500 w 19431"/>
                  <a:gd name="csY16" fmla="*/ 15145 h 17002"/>
                  <a:gd name="csX17" fmla="*/ 643 w 19431"/>
                  <a:gd name="csY17" fmla="*/ 12359 h 17002"/>
                  <a:gd name="csX18" fmla="*/ 0 w 19431"/>
                  <a:gd name="csY18" fmla="*/ 8144 h 17002"/>
                  <a:gd name="csX19" fmla="*/ 571 w 19431"/>
                  <a:gd name="csY19" fmla="*/ 4286 h 17002"/>
                  <a:gd name="csX20" fmla="*/ 1964 w 19431"/>
                  <a:gd name="csY20" fmla="*/ 2107 h 17002"/>
                  <a:gd name="csX21" fmla="*/ 4108 w 19431"/>
                  <a:gd name="csY21" fmla="*/ 1143 h 17002"/>
                  <a:gd name="csX22" fmla="*/ 7001 w 19431"/>
                  <a:gd name="csY22" fmla="*/ 964 h 17002"/>
                  <a:gd name="csX23" fmla="*/ 11180 w 19431"/>
                  <a:gd name="csY23" fmla="*/ 964 h 17002"/>
                  <a:gd name="csX24" fmla="*/ 16716 w 19431"/>
                  <a:gd name="csY24" fmla="*/ 786 h 17002"/>
                  <a:gd name="csX25" fmla="*/ 18931 w 19431"/>
                  <a:gd name="csY25" fmla="*/ 0 h 17002"/>
                  <a:gd name="csX26" fmla="*/ 18931 w 19431"/>
                  <a:gd name="csY26" fmla="*/ 3286 h 17002"/>
                  <a:gd name="csX27" fmla="*/ 16645 w 19431"/>
                  <a:gd name="csY27" fmla="*/ 3929 h 17002"/>
                  <a:gd name="csX28" fmla="*/ 9715 w 19431"/>
                  <a:gd name="csY28" fmla="*/ 4143 h 17002"/>
                  <a:gd name="csX29" fmla="*/ 10894 w 19431"/>
                  <a:gd name="csY29" fmla="*/ 9251 h 17002"/>
                  <a:gd name="csX30" fmla="*/ 11537 w 19431"/>
                  <a:gd name="csY30" fmla="*/ 12001 h 17002"/>
                  <a:gd name="csX31" fmla="*/ 12573 w 19431"/>
                  <a:gd name="csY31" fmla="*/ 13252 h 17002"/>
                  <a:gd name="csX32" fmla="*/ 14073 w 19431"/>
                  <a:gd name="csY32" fmla="*/ 13680 h 17002"/>
                  <a:gd name="csX33" fmla="*/ 16180 w 19431"/>
                  <a:gd name="csY33" fmla="*/ 12716 h 17002"/>
                  <a:gd name="csX34" fmla="*/ 17002 w 19431"/>
                  <a:gd name="csY34" fmla="*/ 9930 h 17002"/>
                  <a:gd name="csX35" fmla="*/ 16216 w 19431"/>
                  <a:gd name="csY35" fmla="*/ 6715 h 17002"/>
                  <a:gd name="csX36" fmla="*/ 14037 w 19431"/>
                  <a:gd name="csY36" fmla="*/ 4643 h 17002"/>
                  <a:gd name="csX37" fmla="*/ 10894 w 19431"/>
                  <a:gd name="csY37" fmla="*/ 4143 h 17002"/>
                  <a:gd name="csX38" fmla="*/ 9751 w 19431"/>
                  <a:gd name="csY38" fmla="*/ 4143 h 170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9431" h="17002">
                    <a:moveTo>
                      <a:pt x="16716" y="3858"/>
                    </a:moveTo>
                    <a:cubicBezTo>
                      <a:pt x="17716" y="5000"/>
                      <a:pt x="18395" y="6144"/>
                      <a:pt x="18824" y="7215"/>
                    </a:cubicBezTo>
                    <a:cubicBezTo>
                      <a:pt x="19217" y="8287"/>
                      <a:pt x="19431" y="9430"/>
                      <a:pt x="19431" y="10680"/>
                    </a:cubicBezTo>
                    <a:cubicBezTo>
                      <a:pt x="19431" y="12716"/>
                      <a:pt x="18931" y="14288"/>
                      <a:pt x="17931" y="15359"/>
                    </a:cubicBezTo>
                    <a:cubicBezTo>
                      <a:pt x="16931" y="16431"/>
                      <a:pt x="15680" y="17002"/>
                      <a:pt x="14109" y="17002"/>
                    </a:cubicBezTo>
                    <a:cubicBezTo>
                      <a:pt x="13216" y="17002"/>
                      <a:pt x="12394" y="16823"/>
                      <a:pt x="11609" y="16395"/>
                    </a:cubicBezTo>
                    <a:cubicBezTo>
                      <a:pt x="10858" y="16002"/>
                      <a:pt x="10251" y="15431"/>
                      <a:pt x="9787" y="14788"/>
                    </a:cubicBezTo>
                    <a:cubicBezTo>
                      <a:pt x="9358" y="14109"/>
                      <a:pt x="9001" y="13359"/>
                      <a:pt x="8751" y="12537"/>
                    </a:cubicBezTo>
                    <a:cubicBezTo>
                      <a:pt x="8572" y="11930"/>
                      <a:pt x="8430" y="11001"/>
                      <a:pt x="8287" y="9751"/>
                    </a:cubicBezTo>
                    <a:cubicBezTo>
                      <a:pt x="7965" y="7215"/>
                      <a:pt x="7644" y="5358"/>
                      <a:pt x="7215" y="4143"/>
                    </a:cubicBezTo>
                    <a:cubicBezTo>
                      <a:pt x="6786" y="4143"/>
                      <a:pt x="6501" y="4143"/>
                      <a:pt x="6394" y="4143"/>
                    </a:cubicBezTo>
                    <a:cubicBezTo>
                      <a:pt x="5108" y="4143"/>
                      <a:pt x="4215" y="4465"/>
                      <a:pt x="3679" y="5036"/>
                    </a:cubicBezTo>
                    <a:cubicBezTo>
                      <a:pt x="2964" y="5858"/>
                      <a:pt x="2607" y="7036"/>
                      <a:pt x="2607" y="8608"/>
                    </a:cubicBezTo>
                    <a:cubicBezTo>
                      <a:pt x="2607" y="10073"/>
                      <a:pt x="2857" y="11180"/>
                      <a:pt x="3358" y="11894"/>
                    </a:cubicBezTo>
                    <a:cubicBezTo>
                      <a:pt x="3857" y="12609"/>
                      <a:pt x="4786" y="13109"/>
                      <a:pt x="6108" y="13466"/>
                    </a:cubicBezTo>
                    <a:lnTo>
                      <a:pt x="5679" y="16538"/>
                    </a:lnTo>
                    <a:cubicBezTo>
                      <a:pt x="4358" y="16252"/>
                      <a:pt x="3322" y="15788"/>
                      <a:pt x="2500" y="15145"/>
                    </a:cubicBezTo>
                    <a:cubicBezTo>
                      <a:pt x="1679" y="14502"/>
                      <a:pt x="1072" y="13573"/>
                      <a:pt x="643" y="12359"/>
                    </a:cubicBezTo>
                    <a:cubicBezTo>
                      <a:pt x="214" y="11144"/>
                      <a:pt x="0" y="9751"/>
                      <a:pt x="0" y="8144"/>
                    </a:cubicBezTo>
                    <a:cubicBezTo>
                      <a:pt x="0" y="6537"/>
                      <a:pt x="179" y="5286"/>
                      <a:pt x="571" y="4286"/>
                    </a:cubicBezTo>
                    <a:cubicBezTo>
                      <a:pt x="964" y="3286"/>
                      <a:pt x="1429" y="2572"/>
                      <a:pt x="1964" y="2107"/>
                    </a:cubicBezTo>
                    <a:cubicBezTo>
                      <a:pt x="2536" y="1643"/>
                      <a:pt x="3250" y="1322"/>
                      <a:pt x="4108" y="1143"/>
                    </a:cubicBezTo>
                    <a:cubicBezTo>
                      <a:pt x="4643" y="1036"/>
                      <a:pt x="5608" y="964"/>
                      <a:pt x="7001" y="964"/>
                    </a:cubicBezTo>
                    <a:lnTo>
                      <a:pt x="11180" y="964"/>
                    </a:lnTo>
                    <a:cubicBezTo>
                      <a:pt x="14109" y="964"/>
                      <a:pt x="15930" y="893"/>
                      <a:pt x="16716" y="786"/>
                    </a:cubicBezTo>
                    <a:cubicBezTo>
                      <a:pt x="17466" y="643"/>
                      <a:pt x="18216" y="393"/>
                      <a:pt x="18931" y="0"/>
                    </a:cubicBezTo>
                    <a:lnTo>
                      <a:pt x="18931" y="3286"/>
                    </a:lnTo>
                    <a:cubicBezTo>
                      <a:pt x="18288" y="3608"/>
                      <a:pt x="17538" y="3822"/>
                      <a:pt x="16645" y="3929"/>
                    </a:cubicBezTo>
                    <a:moveTo>
                      <a:pt x="9715" y="4143"/>
                    </a:moveTo>
                    <a:cubicBezTo>
                      <a:pt x="10180" y="5286"/>
                      <a:pt x="10573" y="7001"/>
                      <a:pt x="10894" y="9251"/>
                    </a:cubicBezTo>
                    <a:cubicBezTo>
                      <a:pt x="11073" y="10537"/>
                      <a:pt x="11287" y="11466"/>
                      <a:pt x="11537" y="12001"/>
                    </a:cubicBezTo>
                    <a:cubicBezTo>
                      <a:pt x="11751" y="12537"/>
                      <a:pt x="12108" y="12966"/>
                      <a:pt x="12573" y="13252"/>
                    </a:cubicBezTo>
                    <a:cubicBezTo>
                      <a:pt x="13037" y="13537"/>
                      <a:pt x="13537" y="13680"/>
                      <a:pt x="14073" y="13680"/>
                    </a:cubicBezTo>
                    <a:cubicBezTo>
                      <a:pt x="14895" y="13680"/>
                      <a:pt x="15609" y="13359"/>
                      <a:pt x="16180" y="12716"/>
                    </a:cubicBezTo>
                    <a:cubicBezTo>
                      <a:pt x="16752" y="12073"/>
                      <a:pt x="17002" y="11180"/>
                      <a:pt x="17002" y="9930"/>
                    </a:cubicBezTo>
                    <a:cubicBezTo>
                      <a:pt x="17002" y="8680"/>
                      <a:pt x="16752" y="7644"/>
                      <a:pt x="16216" y="6715"/>
                    </a:cubicBezTo>
                    <a:cubicBezTo>
                      <a:pt x="15680" y="5751"/>
                      <a:pt x="14966" y="5072"/>
                      <a:pt x="14037" y="4643"/>
                    </a:cubicBezTo>
                    <a:cubicBezTo>
                      <a:pt x="13323" y="4322"/>
                      <a:pt x="12287" y="4143"/>
                      <a:pt x="10894" y="4143"/>
                    </a:cubicBezTo>
                    <a:lnTo>
                      <a:pt x="9751" y="4143"/>
                    </a:lnTo>
                    <a:close/>
                  </a:path>
                </a:pathLst>
              </a:custGeom>
              <a:solidFill>
                <a:srgbClr val="000000"/>
              </a:solidFill>
              <a:ln w="3572" cap="flat">
                <a:noFill/>
                <a:prstDash val="solid"/>
                <a:miter/>
              </a:ln>
            </p:spPr>
            <p:txBody>
              <a:bodyPr/>
              <a:lstStyle/>
              <a:p>
                <a:endParaRPr lang="en-US" sz="1701"/>
              </a:p>
            </p:txBody>
          </p:sp>
          <p:sp>
            <p:nvSpPr>
              <p:cNvPr id="12187" name="Freeform: Shape 12186">
                <a:extLst>
                  <a:ext uri="{FF2B5EF4-FFF2-40B4-BE49-F238E27FC236}">
                    <a16:creationId xmlns:a16="http://schemas.microsoft.com/office/drawing/2014/main" id="{A6EE9823-B043-D64C-3FB7-BA11C8920769}"/>
                  </a:ext>
                </a:extLst>
              </p:cNvPr>
              <p:cNvSpPr/>
              <p:nvPr/>
            </p:nvSpPr>
            <p:spPr>
              <a:xfrm>
                <a:off x="3776244" y="2658394"/>
                <a:ext cx="41620" cy="32822"/>
              </a:xfrm>
              <a:custGeom>
                <a:avLst/>
                <a:gdLst>
                  <a:gd name="csX0" fmla="*/ 18967 w 18966"/>
                  <a:gd name="csY0" fmla="*/ 15038 h 15037"/>
                  <a:gd name="csX1" fmla="*/ 429 w 18966"/>
                  <a:gd name="csY1" fmla="*/ 15038 h 15037"/>
                  <a:gd name="csX2" fmla="*/ 429 w 18966"/>
                  <a:gd name="csY2" fmla="*/ 12216 h 15037"/>
                  <a:gd name="csX3" fmla="*/ 3072 w 18966"/>
                  <a:gd name="csY3" fmla="*/ 12216 h 15037"/>
                  <a:gd name="csX4" fmla="*/ 0 w 18966"/>
                  <a:gd name="csY4" fmla="*/ 6322 h 15037"/>
                  <a:gd name="csX5" fmla="*/ 607 w 18966"/>
                  <a:gd name="csY5" fmla="*/ 3251 h 15037"/>
                  <a:gd name="csX6" fmla="*/ 2179 w 18966"/>
                  <a:gd name="csY6" fmla="*/ 1143 h 15037"/>
                  <a:gd name="csX7" fmla="*/ 4501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8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8"/>
                    </a:moveTo>
                    <a:lnTo>
                      <a:pt x="429" y="15038"/>
                    </a:lnTo>
                    <a:lnTo>
                      <a:pt x="429" y="12216"/>
                    </a:lnTo>
                    <a:lnTo>
                      <a:pt x="3072" y="12216"/>
                    </a:lnTo>
                    <a:cubicBezTo>
                      <a:pt x="1036" y="10859"/>
                      <a:pt x="0" y="8894"/>
                      <a:pt x="0" y="6322"/>
                    </a:cubicBezTo>
                    <a:cubicBezTo>
                      <a:pt x="0" y="5215"/>
                      <a:pt x="214" y="4179"/>
                      <a:pt x="607" y="3251"/>
                    </a:cubicBezTo>
                    <a:cubicBezTo>
                      <a:pt x="1000" y="2322"/>
                      <a:pt x="1536" y="1607"/>
                      <a:pt x="2179" y="1143"/>
                    </a:cubicBezTo>
                    <a:cubicBezTo>
                      <a:pt x="2822" y="679"/>
                      <a:pt x="3608" y="357"/>
                      <a:pt x="4501" y="179"/>
                    </a:cubicBezTo>
                    <a:cubicBezTo>
                      <a:pt x="5072" y="72"/>
                      <a:pt x="6108" y="0"/>
                      <a:pt x="7572" y="0"/>
                    </a:cubicBezTo>
                    <a:lnTo>
                      <a:pt x="18967" y="0"/>
                    </a:lnTo>
                    <a:lnTo>
                      <a:pt x="18967" y="3143"/>
                    </a:lnTo>
                    <a:lnTo>
                      <a:pt x="7715" y="3143"/>
                    </a:lnTo>
                    <a:cubicBezTo>
                      <a:pt x="6430" y="3143"/>
                      <a:pt x="5465" y="3251"/>
                      <a:pt x="4858" y="3500"/>
                    </a:cubicBezTo>
                    <a:cubicBezTo>
                      <a:pt x="4215" y="3750"/>
                      <a:pt x="3715" y="4179"/>
                      <a:pt x="3322" y="4786"/>
                    </a:cubicBezTo>
                    <a:cubicBezTo>
                      <a:pt x="2929" y="5394"/>
                      <a:pt x="2750" y="6144"/>
                      <a:pt x="2750" y="6965"/>
                    </a:cubicBezTo>
                    <a:cubicBezTo>
                      <a:pt x="2750" y="8323"/>
                      <a:pt x="3179" y="9466"/>
                      <a:pt x="4036" y="10430"/>
                    </a:cubicBezTo>
                    <a:cubicBezTo>
                      <a:pt x="4893" y="11394"/>
                      <a:pt x="6501" y="11894"/>
                      <a:pt x="8858" y="11894"/>
                    </a:cubicBezTo>
                    <a:lnTo>
                      <a:pt x="18967" y="11894"/>
                    </a:lnTo>
                    <a:lnTo>
                      <a:pt x="18967" y="15038"/>
                    </a:lnTo>
                    <a:close/>
                  </a:path>
                </a:pathLst>
              </a:custGeom>
              <a:solidFill>
                <a:srgbClr val="000000"/>
              </a:solidFill>
              <a:ln w="3572" cap="flat">
                <a:noFill/>
                <a:prstDash val="solid"/>
                <a:miter/>
              </a:ln>
            </p:spPr>
            <p:txBody>
              <a:bodyPr/>
              <a:lstStyle/>
              <a:p>
                <a:endParaRPr lang="en-US" sz="1701"/>
              </a:p>
            </p:txBody>
          </p:sp>
          <p:sp>
            <p:nvSpPr>
              <p:cNvPr id="12188" name="Freeform: Shape 12187">
                <a:extLst>
                  <a:ext uri="{FF2B5EF4-FFF2-40B4-BE49-F238E27FC236}">
                    <a16:creationId xmlns:a16="http://schemas.microsoft.com/office/drawing/2014/main" id="{17EC2303-218F-E4FC-6466-9AC230F42113}"/>
                  </a:ext>
                </a:extLst>
              </p:cNvPr>
              <p:cNvSpPr/>
              <p:nvPr/>
            </p:nvSpPr>
            <p:spPr>
              <a:xfrm>
                <a:off x="3761743" y="2593840"/>
                <a:ext cx="56200" cy="53327"/>
              </a:xfrm>
              <a:custGeom>
                <a:avLst/>
                <a:gdLst>
                  <a:gd name="csX0" fmla="*/ 25575 w 25610"/>
                  <a:gd name="csY0" fmla="*/ 24432 h 24431"/>
                  <a:gd name="csX1" fmla="*/ 0 w 25610"/>
                  <a:gd name="csY1" fmla="*/ 24432 h 24431"/>
                  <a:gd name="csX2" fmla="*/ 0 w 25610"/>
                  <a:gd name="csY2" fmla="*/ 19324 h 24431"/>
                  <a:gd name="csX3" fmla="*/ 18109 w 25610"/>
                  <a:gd name="csY3" fmla="*/ 13252 h 24431"/>
                  <a:gd name="csX4" fmla="*/ 21896 w 25610"/>
                  <a:gd name="csY4" fmla="*/ 12037 h 24431"/>
                  <a:gd name="csX5" fmla="*/ 17824 w 25610"/>
                  <a:gd name="csY5" fmla="*/ 10680 h 24431"/>
                  <a:gd name="csX6" fmla="*/ 36 w 25610"/>
                  <a:gd name="csY6" fmla="*/ 4572 h 24431"/>
                  <a:gd name="csX7" fmla="*/ 36 w 25610"/>
                  <a:gd name="csY7" fmla="*/ 0 h 24431"/>
                  <a:gd name="csX8" fmla="*/ 25610 w 25610"/>
                  <a:gd name="csY8" fmla="*/ 0 h 24431"/>
                  <a:gd name="csX9" fmla="*/ 25610 w 25610"/>
                  <a:gd name="csY9" fmla="*/ 3250 h 24431"/>
                  <a:gd name="csX10" fmla="*/ 4215 w 25610"/>
                  <a:gd name="csY10" fmla="*/ 3250 h 24431"/>
                  <a:gd name="csX11" fmla="*/ 25610 w 25610"/>
                  <a:gd name="csY11" fmla="*/ 10680 h 24431"/>
                  <a:gd name="csX12" fmla="*/ 25610 w 25610"/>
                  <a:gd name="csY12" fmla="*/ 13716 h 24431"/>
                  <a:gd name="csX13" fmla="*/ 3858 w 25610"/>
                  <a:gd name="csY13" fmla="*/ 21110 h 24431"/>
                  <a:gd name="csX14" fmla="*/ 25610 w 25610"/>
                  <a:gd name="csY14" fmla="*/ 21110 h 24431"/>
                  <a:gd name="csX15" fmla="*/ 25610 w 25610"/>
                  <a:gd name="csY15" fmla="*/ 24360 h 24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610" h="24431">
                    <a:moveTo>
                      <a:pt x="25575" y="24432"/>
                    </a:moveTo>
                    <a:lnTo>
                      <a:pt x="0" y="24432"/>
                    </a:lnTo>
                    <a:lnTo>
                      <a:pt x="0" y="19324"/>
                    </a:lnTo>
                    <a:lnTo>
                      <a:pt x="18109" y="13252"/>
                    </a:lnTo>
                    <a:cubicBezTo>
                      <a:pt x="19788" y="12680"/>
                      <a:pt x="21038" y="12287"/>
                      <a:pt x="21896" y="12037"/>
                    </a:cubicBezTo>
                    <a:cubicBezTo>
                      <a:pt x="20967" y="11751"/>
                      <a:pt x="19610" y="11287"/>
                      <a:pt x="17824" y="10680"/>
                    </a:cubicBezTo>
                    <a:lnTo>
                      <a:pt x="36" y="4572"/>
                    </a:lnTo>
                    <a:lnTo>
                      <a:pt x="36" y="0"/>
                    </a:lnTo>
                    <a:lnTo>
                      <a:pt x="25610" y="0"/>
                    </a:lnTo>
                    <a:lnTo>
                      <a:pt x="25610" y="3250"/>
                    </a:lnTo>
                    <a:lnTo>
                      <a:pt x="4215" y="3250"/>
                    </a:lnTo>
                    <a:lnTo>
                      <a:pt x="25610" y="10680"/>
                    </a:lnTo>
                    <a:lnTo>
                      <a:pt x="25610" y="13716"/>
                    </a:lnTo>
                    <a:lnTo>
                      <a:pt x="3858" y="21110"/>
                    </a:lnTo>
                    <a:lnTo>
                      <a:pt x="25610" y="21110"/>
                    </a:lnTo>
                    <a:lnTo>
                      <a:pt x="25610" y="24360"/>
                    </a:lnTo>
                    <a:close/>
                  </a:path>
                </a:pathLst>
              </a:custGeom>
              <a:solidFill>
                <a:srgbClr val="000000"/>
              </a:solidFill>
              <a:ln w="3572" cap="flat">
                <a:noFill/>
                <a:prstDash val="solid"/>
                <a:miter/>
              </a:ln>
            </p:spPr>
            <p:txBody>
              <a:bodyPr/>
              <a:lstStyle/>
              <a:p>
                <a:endParaRPr lang="en-US" sz="1701"/>
              </a:p>
            </p:txBody>
          </p:sp>
          <p:sp>
            <p:nvSpPr>
              <p:cNvPr id="12189" name="Freeform: Shape 12188">
                <a:extLst>
                  <a:ext uri="{FF2B5EF4-FFF2-40B4-BE49-F238E27FC236}">
                    <a16:creationId xmlns:a16="http://schemas.microsoft.com/office/drawing/2014/main" id="{F9F79ABD-5687-7C4C-2F6C-0C33A31795B3}"/>
                  </a:ext>
                </a:extLst>
              </p:cNvPr>
              <p:cNvSpPr/>
              <p:nvPr/>
            </p:nvSpPr>
            <p:spPr>
              <a:xfrm>
                <a:off x="3761743" y="2528894"/>
                <a:ext cx="56200" cy="53327"/>
              </a:xfrm>
              <a:custGeom>
                <a:avLst/>
                <a:gdLst>
                  <a:gd name="csX0" fmla="*/ 25575 w 25610"/>
                  <a:gd name="csY0" fmla="*/ 24432 h 24431"/>
                  <a:gd name="csX1" fmla="*/ 0 w 25610"/>
                  <a:gd name="csY1" fmla="*/ 24432 h 24431"/>
                  <a:gd name="csX2" fmla="*/ 0 w 25610"/>
                  <a:gd name="csY2" fmla="*/ 19324 h 24431"/>
                  <a:gd name="csX3" fmla="*/ 18109 w 25610"/>
                  <a:gd name="csY3" fmla="*/ 13252 h 24431"/>
                  <a:gd name="csX4" fmla="*/ 21896 w 25610"/>
                  <a:gd name="csY4" fmla="*/ 12037 h 24431"/>
                  <a:gd name="csX5" fmla="*/ 17824 w 25610"/>
                  <a:gd name="csY5" fmla="*/ 10680 h 24431"/>
                  <a:gd name="csX6" fmla="*/ 36 w 25610"/>
                  <a:gd name="csY6" fmla="*/ 4572 h 24431"/>
                  <a:gd name="csX7" fmla="*/ 36 w 25610"/>
                  <a:gd name="csY7" fmla="*/ 0 h 24431"/>
                  <a:gd name="csX8" fmla="*/ 25610 w 25610"/>
                  <a:gd name="csY8" fmla="*/ 0 h 24431"/>
                  <a:gd name="csX9" fmla="*/ 25610 w 25610"/>
                  <a:gd name="csY9" fmla="*/ 3250 h 24431"/>
                  <a:gd name="csX10" fmla="*/ 4215 w 25610"/>
                  <a:gd name="csY10" fmla="*/ 3250 h 24431"/>
                  <a:gd name="csX11" fmla="*/ 25610 w 25610"/>
                  <a:gd name="csY11" fmla="*/ 10680 h 24431"/>
                  <a:gd name="csX12" fmla="*/ 25610 w 25610"/>
                  <a:gd name="csY12" fmla="*/ 13716 h 24431"/>
                  <a:gd name="csX13" fmla="*/ 3858 w 25610"/>
                  <a:gd name="csY13" fmla="*/ 21110 h 24431"/>
                  <a:gd name="csX14" fmla="*/ 25610 w 25610"/>
                  <a:gd name="csY14" fmla="*/ 21110 h 24431"/>
                  <a:gd name="csX15" fmla="*/ 25610 w 25610"/>
                  <a:gd name="csY15" fmla="*/ 24360 h 24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610" h="24431">
                    <a:moveTo>
                      <a:pt x="25575" y="24432"/>
                    </a:moveTo>
                    <a:lnTo>
                      <a:pt x="0" y="24432"/>
                    </a:lnTo>
                    <a:lnTo>
                      <a:pt x="0" y="19324"/>
                    </a:lnTo>
                    <a:lnTo>
                      <a:pt x="18109" y="13252"/>
                    </a:lnTo>
                    <a:cubicBezTo>
                      <a:pt x="19788" y="12680"/>
                      <a:pt x="21038" y="12287"/>
                      <a:pt x="21896" y="12037"/>
                    </a:cubicBezTo>
                    <a:cubicBezTo>
                      <a:pt x="20967" y="11751"/>
                      <a:pt x="19610" y="11287"/>
                      <a:pt x="17824" y="10680"/>
                    </a:cubicBezTo>
                    <a:lnTo>
                      <a:pt x="36" y="4572"/>
                    </a:lnTo>
                    <a:lnTo>
                      <a:pt x="36" y="0"/>
                    </a:lnTo>
                    <a:lnTo>
                      <a:pt x="25610" y="0"/>
                    </a:lnTo>
                    <a:lnTo>
                      <a:pt x="25610" y="3250"/>
                    </a:lnTo>
                    <a:lnTo>
                      <a:pt x="4215" y="3250"/>
                    </a:lnTo>
                    <a:lnTo>
                      <a:pt x="25610" y="10680"/>
                    </a:lnTo>
                    <a:lnTo>
                      <a:pt x="25610" y="13716"/>
                    </a:lnTo>
                    <a:lnTo>
                      <a:pt x="3858" y="21110"/>
                    </a:lnTo>
                    <a:lnTo>
                      <a:pt x="25610" y="21110"/>
                    </a:lnTo>
                    <a:lnTo>
                      <a:pt x="25610" y="24360"/>
                    </a:lnTo>
                    <a:close/>
                  </a:path>
                </a:pathLst>
              </a:custGeom>
              <a:solidFill>
                <a:srgbClr val="000000"/>
              </a:solidFill>
              <a:ln w="3572" cap="flat">
                <a:noFill/>
                <a:prstDash val="solid"/>
                <a:miter/>
              </a:ln>
            </p:spPr>
            <p:txBody>
              <a:bodyPr/>
              <a:lstStyle/>
              <a:p>
                <a:endParaRPr lang="en-US" sz="1701"/>
              </a:p>
            </p:txBody>
          </p:sp>
          <p:sp>
            <p:nvSpPr>
              <p:cNvPr id="12190" name="Freeform: Shape 12189">
                <a:extLst>
                  <a:ext uri="{FF2B5EF4-FFF2-40B4-BE49-F238E27FC236}">
                    <a16:creationId xmlns:a16="http://schemas.microsoft.com/office/drawing/2014/main" id="{35F6EA6C-907A-AD48-0FDD-35B448929443}"/>
                  </a:ext>
                </a:extLst>
              </p:cNvPr>
              <p:cNvSpPr/>
              <p:nvPr/>
            </p:nvSpPr>
            <p:spPr>
              <a:xfrm>
                <a:off x="3776321" y="2482816"/>
                <a:ext cx="57142" cy="35162"/>
              </a:xfrm>
              <a:custGeom>
                <a:avLst/>
                <a:gdLst>
                  <a:gd name="csX0" fmla="*/ 26039 w 26039"/>
                  <a:gd name="csY0" fmla="*/ 16073 h 16109"/>
                  <a:gd name="csX1" fmla="*/ 393 w 26039"/>
                  <a:gd name="csY1" fmla="*/ 16073 h 16109"/>
                  <a:gd name="csX2" fmla="*/ 393 w 26039"/>
                  <a:gd name="csY2" fmla="*/ 13216 h 16109"/>
                  <a:gd name="csX3" fmla="*/ 2822 w 26039"/>
                  <a:gd name="csY3" fmla="*/ 13216 h 16109"/>
                  <a:gd name="csX4" fmla="*/ 714 w 26039"/>
                  <a:gd name="csY4" fmla="*/ 10930 h 16109"/>
                  <a:gd name="csX5" fmla="*/ 0 w 26039"/>
                  <a:gd name="csY5" fmla="*/ 7858 h 16109"/>
                  <a:gd name="csX6" fmla="*/ 1215 w 26039"/>
                  <a:gd name="csY6" fmla="*/ 3679 h 16109"/>
                  <a:gd name="csX7" fmla="*/ 4643 w 26039"/>
                  <a:gd name="csY7" fmla="*/ 929 h 16109"/>
                  <a:gd name="csX8" fmla="*/ 9501 w 26039"/>
                  <a:gd name="csY8" fmla="*/ 0 h 16109"/>
                  <a:gd name="csX9" fmla="*/ 14609 w 26039"/>
                  <a:gd name="csY9" fmla="*/ 1036 h 16109"/>
                  <a:gd name="csX10" fmla="*/ 18109 w 26039"/>
                  <a:gd name="csY10" fmla="*/ 4001 h 16109"/>
                  <a:gd name="csX11" fmla="*/ 19324 w 26039"/>
                  <a:gd name="csY11" fmla="*/ 8108 h 16109"/>
                  <a:gd name="csX12" fmla="*/ 18681 w 26039"/>
                  <a:gd name="csY12" fmla="*/ 10930 h 16109"/>
                  <a:gd name="csX13" fmla="*/ 17002 w 26039"/>
                  <a:gd name="csY13" fmla="*/ 12966 h 16109"/>
                  <a:gd name="csX14" fmla="*/ 26003 w 26039"/>
                  <a:gd name="csY14" fmla="*/ 12966 h 16109"/>
                  <a:gd name="csX15" fmla="*/ 26003 w 26039"/>
                  <a:gd name="csY15" fmla="*/ 16109 h 16109"/>
                  <a:gd name="csX16" fmla="*/ 9787 w 26039"/>
                  <a:gd name="csY16" fmla="*/ 13252 h 16109"/>
                  <a:gd name="csX17" fmla="*/ 15073 w 26039"/>
                  <a:gd name="csY17" fmla="*/ 11823 h 16109"/>
                  <a:gd name="csX18" fmla="*/ 16788 w 26039"/>
                  <a:gd name="csY18" fmla="*/ 8323 h 16109"/>
                  <a:gd name="csX19" fmla="*/ 15002 w 26039"/>
                  <a:gd name="csY19" fmla="*/ 4751 h 16109"/>
                  <a:gd name="csX20" fmla="*/ 9501 w 26039"/>
                  <a:gd name="csY20" fmla="*/ 3251 h 16109"/>
                  <a:gd name="csX21" fmla="*/ 4215 w 26039"/>
                  <a:gd name="csY21" fmla="*/ 4715 h 16109"/>
                  <a:gd name="csX22" fmla="*/ 2465 w 26039"/>
                  <a:gd name="csY22" fmla="*/ 8180 h 16109"/>
                  <a:gd name="csX23" fmla="*/ 4322 w 26039"/>
                  <a:gd name="csY23" fmla="*/ 11752 h 16109"/>
                  <a:gd name="csX24" fmla="*/ 9787 w 26039"/>
                  <a:gd name="csY24" fmla="*/ 13287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6039" h="16109">
                    <a:moveTo>
                      <a:pt x="26039" y="16073"/>
                    </a:moveTo>
                    <a:lnTo>
                      <a:pt x="393" y="16073"/>
                    </a:lnTo>
                    <a:lnTo>
                      <a:pt x="393" y="13216"/>
                    </a:lnTo>
                    <a:lnTo>
                      <a:pt x="2822" y="13216"/>
                    </a:lnTo>
                    <a:cubicBezTo>
                      <a:pt x="1893" y="12537"/>
                      <a:pt x="1179" y="11787"/>
                      <a:pt x="714" y="10930"/>
                    </a:cubicBezTo>
                    <a:cubicBezTo>
                      <a:pt x="250" y="10108"/>
                      <a:pt x="0" y="9073"/>
                      <a:pt x="0" y="7858"/>
                    </a:cubicBezTo>
                    <a:cubicBezTo>
                      <a:pt x="0" y="6287"/>
                      <a:pt x="429" y="4894"/>
                      <a:pt x="1215" y="3679"/>
                    </a:cubicBezTo>
                    <a:cubicBezTo>
                      <a:pt x="2036" y="2465"/>
                      <a:pt x="3179" y="1572"/>
                      <a:pt x="4643" y="929"/>
                    </a:cubicBezTo>
                    <a:cubicBezTo>
                      <a:pt x="6108" y="322"/>
                      <a:pt x="7751" y="0"/>
                      <a:pt x="9501" y="0"/>
                    </a:cubicBezTo>
                    <a:cubicBezTo>
                      <a:pt x="11394" y="0"/>
                      <a:pt x="13109" y="322"/>
                      <a:pt x="14609" y="1036"/>
                    </a:cubicBezTo>
                    <a:cubicBezTo>
                      <a:pt x="16109" y="1750"/>
                      <a:pt x="17288" y="2679"/>
                      <a:pt x="18109" y="4001"/>
                    </a:cubicBezTo>
                    <a:cubicBezTo>
                      <a:pt x="18931" y="5287"/>
                      <a:pt x="19324" y="6680"/>
                      <a:pt x="19324" y="8108"/>
                    </a:cubicBezTo>
                    <a:cubicBezTo>
                      <a:pt x="19324" y="9144"/>
                      <a:pt x="19110" y="10073"/>
                      <a:pt x="18681" y="10930"/>
                    </a:cubicBezTo>
                    <a:cubicBezTo>
                      <a:pt x="18252" y="11752"/>
                      <a:pt x="17681" y="12466"/>
                      <a:pt x="17002" y="12966"/>
                    </a:cubicBezTo>
                    <a:lnTo>
                      <a:pt x="26003" y="12966"/>
                    </a:lnTo>
                    <a:lnTo>
                      <a:pt x="26003" y="16109"/>
                    </a:lnTo>
                    <a:moveTo>
                      <a:pt x="9787" y="13252"/>
                    </a:moveTo>
                    <a:cubicBezTo>
                      <a:pt x="12180" y="13252"/>
                      <a:pt x="13930" y="12787"/>
                      <a:pt x="15073" y="11823"/>
                    </a:cubicBezTo>
                    <a:cubicBezTo>
                      <a:pt x="16216" y="10859"/>
                      <a:pt x="16788" y="9680"/>
                      <a:pt x="16788" y="8323"/>
                    </a:cubicBezTo>
                    <a:cubicBezTo>
                      <a:pt x="16788" y="6965"/>
                      <a:pt x="16216" y="5751"/>
                      <a:pt x="15002" y="4751"/>
                    </a:cubicBezTo>
                    <a:cubicBezTo>
                      <a:pt x="13823" y="3751"/>
                      <a:pt x="12001" y="3251"/>
                      <a:pt x="9501" y="3251"/>
                    </a:cubicBezTo>
                    <a:cubicBezTo>
                      <a:pt x="7001" y="3251"/>
                      <a:pt x="5358" y="3751"/>
                      <a:pt x="4215" y="4715"/>
                    </a:cubicBezTo>
                    <a:cubicBezTo>
                      <a:pt x="3036" y="5679"/>
                      <a:pt x="2465" y="6858"/>
                      <a:pt x="2465" y="8180"/>
                    </a:cubicBezTo>
                    <a:cubicBezTo>
                      <a:pt x="2465" y="9501"/>
                      <a:pt x="3108" y="10716"/>
                      <a:pt x="4322" y="11752"/>
                    </a:cubicBezTo>
                    <a:cubicBezTo>
                      <a:pt x="5572" y="12787"/>
                      <a:pt x="7394" y="13287"/>
                      <a:pt x="9787" y="13287"/>
                    </a:cubicBezTo>
                    <a:close/>
                  </a:path>
                </a:pathLst>
              </a:custGeom>
              <a:solidFill>
                <a:srgbClr val="000000"/>
              </a:solidFill>
              <a:ln w="3572" cap="flat">
                <a:noFill/>
                <a:prstDash val="solid"/>
                <a:miter/>
              </a:ln>
            </p:spPr>
            <p:txBody>
              <a:bodyPr/>
              <a:lstStyle/>
              <a:p>
                <a:endParaRPr lang="en-US" sz="1701"/>
              </a:p>
            </p:txBody>
          </p:sp>
          <p:sp>
            <p:nvSpPr>
              <p:cNvPr id="12192" name="Freeform: Shape 12191">
                <a:extLst>
                  <a:ext uri="{FF2B5EF4-FFF2-40B4-BE49-F238E27FC236}">
                    <a16:creationId xmlns:a16="http://schemas.microsoft.com/office/drawing/2014/main" id="{7740C3F0-5325-5F67-AD37-AFD1D627C167}"/>
                  </a:ext>
                </a:extLst>
              </p:cNvPr>
              <p:cNvSpPr/>
              <p:nvPr/>
            </p:nvSpPr>
            <p:spPr>
              <a:xfrm>
                <a:off x="3838558" y="2645453"/>
                <a:ext cx="41620" cy="32822"/>
              </a:xfrm>
              <a:custGeom>
                <a:avLst/>
                <a:gdLst>
                  <a:gd name="csX0" fmla="*/ 18967 w 18966"/>
                  <a:gd name="csY0" fmla="*/ 15037 h 15037"/>
                  <a:gd name="csX1" fmla="*/ 429 w 18966"/>
                  <a:gd name="csY1" fmla="*/ 15037 h 15037"/>
                  <a:gd name="csX2" fmla="*/ 429 w 18966"/>
                  <a:gd name="csY2" fmla="*/ 12216 h 15037"/>
                  <a:gd name="csX3" fmla="*/ 3072 w 18966"/>
                  <a:gd name="csY3" fmla="*/ 12216 h 15037"/>
                  <a:gd name="csX4" fmla="*/ 0 w 18966"/>
                  <a:gd name="csY4" fmla="*/ 6322 h 15037"/>
                  <a:gd name="csX5" fmla="*/ 607 w 18966"/>
                  <a:gd name="csY5" fmla="*/ 3250 h 15037"/>
                  <a:gd name="csX6" fmla="*/ 2179 w 18966"/>
                  <a:gd name="csY6" fmla="*/ 1143 h 15037"/>
                  <a:gd name="csX7" fmla="*/ 4501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7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7"/>
                    </a:moveTo>
                    <a:lnTo>
                      <a:pt x="429" y="15037"/>
                    </a:lnTo>
                    <a:lnTo>
                      <a:pt x="429" y="12216"/>
                    </a:lnTo>
                    <a:lnTo>
                      <a:pt x="3072" y="12216"/>
                    </a:lnTo>
                    <a:cubicBezTo>
                      <a:pt x="1036" y="10858"/>
                      <a:pt x="0" y="8894"/>
                      <a:pt x="0" y="6322"/>
                    </a:cubicBezTo>
                    <a:cubicBezTo>
                      <a:pt x="0" y="5215"/>
                      <a:pt x="214" y="4179"/>
                      <a:pt x="607" y="3250"/>
                    </a:cubicBezTo>
                    <a:cubicBezTo>
                      <a:pt x="1000" y="2322"/>
                      <a:pt x="1536" y="1607"/>
                      <a:pt x="2179" y="1143"/>
                    </a:cubicBezTo>
                    <a:cubicBezTo>
                      <a:pt x="2822" y="679"/>
                      <a:pt x="3608" y="357"/>
                      <a:pt x="4501" y="179"/>
                    </a:cubicBezTo>
                    <a:cubicBezTo>
                      <a:pt x="5072" y="71"/>
                      <a:pt x="6108" y="0"/>
                      <a:pt x="7572" y="0"/>
                    </a:cubicBezTo>
                    <a:lnTo>
                      <a:pt x="18967" y="0"/>
                    </a:lnTo>
                    <a:lnTo>
                      <a:pt x="18967" y="3143"/>
                    </a:lnTo>
                    <a:lnTo>
                      <a:pt x="7715" y="3143"/>
                    </a:lnTo>
                    <a:cubicBezTo>
                      <a:pt x="6429" y="3143"/>
                      <a:pt x="5465" y="3250"/>
                      <a:pt x="4858" y="3500"/>
                    </a:cubicBezTo>
                    <a:cubicBezTo>
                      <a:pt x="4215" y="3750"/>
                      <a:pt x="3715" y="4179"/>
                      <a:pt x="3322" y="4786"/>
                    </a:cubicBezTo>
                    <a:cubicBezTo>
                      <a:pt x="2929" y="5394"/>
                      <a:pt x="2750" y="6144"/>
                      <a:pt x="2750" y="6965"/>
                    </a:cubicBezTo>
                    <a:cubicBezTo>
                      <a:pt x="2750" y="8322"/>
                      <a:pt x="3179" y="9465"/>
                      <a:pt x="4036" y="10430"/>
                    </a:cubicBezTo>
                    <a:cubicBezTo>
                      <a:pt x="4893" y="11394"/>
                      <a:pt x="6501" y="11894"/>
                      <a:pt x="8858" y="11894"/>
                    </a:cubicBezTo>
                    <a:lnTo>
                      <a:pt x="18967" y="11894"/>
                    </a:lnTo>
                    <a:lnTo>
                      <a:pt x="18967" y="15037"/>
                    </a:lnTo>
                    <a:close/>
                  </a:path>
                </a:pathLst>
              </a:custGeom>
              <a:solidFill>
                <a:srgbClr val="000000"/>
              </a:solidFill>
              <a:ln w="3572" cap="flat">
                <a:noFill/>
                <a:prstDash val="solid"/>
                <a:miter/>
              </a:ln>
            </p:spPr>
            <p:txBody>
              <a:bodyPr/>
              <a:lstStyle/>
              <a:p>
                <a:endParaRPr lang="en-US" sz="1701"/>
              </a:p>
            </p:txBody>
          </p:sp>
          <p:sp>
            <p:nvSpPr>
              <p:cNvPr id="12193" name="Freeform: Shape 12192">
                <a:extLst>
                  <a:ext uri="{FF2B5EF4-FFF2-40B4-BE49-F238E27FC236}">
                    <a16:creationId xmlns:a16="http://schemas.microsoft.com/office/drawing/2014/main" id="{DEDCF16A-C9C2-C043-883C-772A82B41EC8}"/>
                  </a:ext>
                </a:extLst>
              </p:cNvPr>
              <p:cNvSpPr/>
              <p:nvPr/>
            </p:nvSpPr>
            <p:spPr>
              <a:xfrm>
                <a:off x="3824057" y="2591578"/>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4 w 25574"/>
                  <a:gd name="csY4" fmla="*/ 2786 h 19538"/>
                  <a:gd name="csX5" fmla="*/ 3929 w 25574"/>
                  <a:gd name="csY5" fmla="*/ 750 h 19538"/>
                  <a:gd name="csX6" fmla="*/ 7429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44 w 25574"/>
                  <a:gd name="csY12" fmla="*/ 16073 h 19538"/>
                  <a:gd name="csX13" fmla="*/ 12144 w 25574"/>
                  <a:gd name="csY13" fmla="*/ 9466 h 19538"/>
                  <a:gd name="csX14" fmla="*/ 10930 w 25574"/>
                  <a:gd name="csY14" fmla="*/ 4822 h 19538"/>
                  <a:gd name="csX15" fmla="*/ 7501 w 25574"/>
                  <a:gd name="csY15" fmla="*/ 3465 h 19538"/>
                  <a:gd name="csX16" fmla="*/ 4750 w 25574"/>
                  <a:gd name="csY16" fmla="*/ 4286 h 19538"/>
                  <a:gd name="csX17" fmla="*/ 3250 w 25574"/>
                  <a:gd name="csY17" fmla="*/ 6429 h 19538"/>
                  <a:gd name="csX18" fmla="*/ 3036 w 25574"/>
                  <a:gd name="csY18" fmla="*/ 9573 h 19538"/>
                  <a:gd name="csX19" fmla="*/ 3036 w 25574"/>
                  <a:gd name="csY19" fmla="*/ 16109 h 19538"/>
                  <a:gd name="csX20" fmla="*/ 12180 w 25574"/>
                  <a:gd name="csY20" fmla="*/ 16109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1" y="6822"/>
                      <a:pt x="250" y="5929"/>
                    </a:cubicBezTo>
                    <a:cubicBezTo>
                      <a:pt x="464" y="4679"/>
                      <a:pt x="857" y="3643"/>
                      <a:pt x="1464" y="2786"/>
                    </a:cubicBezTo>
                    <a:cubicBezTo>
                      <a:pt x="2036" y="1929"/>
                      <a:pt x="2857" y="1250"/>
                      <a:pt x="3929" y="750"/>
                    </a:cubicBezTo>
                    <a:cubicBezTo>
                      <a:pt x="4965" y="250"/>
                      <a:pt x="6144" y="0"/>
                      <a:pt x="7429" y="0"/>
                    </a:cubicBezTo>
                    <a:cubicBezTo>
                      <a:pt x="9608" y="0"/>
                      <a:pt x="11430" y="679"/>
                      <a:pt x="12930" y="2072"/>
                    </a:cubicBezTo>
                    <a:cubicBezTo>
                      <a:pt x="14430" y="3465"/>
                      <a:pt x="15180" y="5965"/>
                      <a:pt x="15180" y="9573"/>
                    </a:cubicBezTo>
                    <a:lnTo>
                      <a:pt x="15180" y="16145"/>
                    </a:lnTo>
                    <a:lnTo>
                      <a:pt x="25575" y="16145"/>
                    </a:lnTo>
                    <a:lnTo>
                      <a:pt x="25575" y="19538"/>
                    </a:lnTo>
                    <a:moveTo>
                      <a:pt x="12144" y="16073"/>
                    </a:moveTo>
                    <a:lnTo>
                      <a:pt x="12144" y="9466"/>
                    </a:lnTo>
                    <a:cubicBezTo>
                      <a:pt x="12144" y="7287"/>
                      <a:pt x="11751" y="5715"/>
                      <a:pt x="10930" y="4822"/>
                    </a:cubicBezTo>
                    <a:cubicBezTo>
                      <a:pt x="10108" y="3929"/>
                      <a:pt x="8965" y="3465"/>
                      <a:pt x="7501" y="3465"/>
                    </a:cubicBezTo>
                    <a:cubicBezTo>
                      <a:pt x="6429" y="3465"/>
                      <a:pt x="5536" y="3715"/>
                      <a:pt x="4750" y="4286"/>
                    </a:cubicBezTo>
                    <a:cubicBezTo>
                      <a:pt x="4000" y="4822"/>
                      <a:pt x="3500" y="5536"/>
                      <a:pt x="3250" y="6429"/>
                    </a:cubicBezTo>
                    <a:cubicBezTo>
                      <a:pt x="3108" y="7001"/>
                      <a:pt x="3036" y="8037"/>
                      <a:pt x="3036" y="9573"/>
                    </a:cubicBezTo>
                    <a:lnTo>
                      <a:pt x="3036" y="16109"/>
                    </a:lnTo>
                    <a:lnTo>
                      <a:pt x="12180" y="16109"/>
                    </a:lnTo>
                    <a:close/>
                  </a:path>
                </a:pathLst>
              </a:custGeom>
              <a:solidFill>
                <a:srgbClr val="000000"/>
              </a:solidFill>
              <a:ln w="3572" cap="flat">
                <a:noFill/>
                <a:prstDash val="solid"/>
                <a:miter/>
              </a:ln>
            </p:spPr>
            <p:txBody>
              <a:bodyPr/>
              <a:lstStyle/>
              <a:p>
                <a:endParaRPr lang="en-US" sz="1701"/>
              </a:p>
            </p:txBody>
          </p:sp>
          <p:sp>
            <p:nvSpPr>
              <p:cNvPr id="12194" name="Freeform: Shape 12193">
                <a:extLst>
                  <a:ext uri="{FF2B5EF4-FFF2-40B4-BE49-F238E27FC236}">
                    <a16:creationId xmlns:a16="http://schemas.microsoft.com/office/drawing/2014/main" id="{E4FBDE46-1EB8-7854-B49D-A639D258EB9E}"/>
                  </a:ext>
                </a:extLst>
              </p:cNvPr>
              <p:cNvSpPr/>
              <p:nvPr/>
            </p:nvSpPr>
            <p:spPr>
              <a:xfrm>
                <a:off x="3824057" y="2528973"/>
                <a:ext cx="56200" cy="53327"/>
              </a:xfrm>
              <a:custGeom>
                <a:avLst/>
                <a:gdLst>
                  <a:gd name="csX0" fmla="*/ 25575 w 25610"/>
                  <a:gd name="csY0" fmla="*/ 24432 h 24431"/>
                  <a:gd name="csX1" fmla="*/ 0 w 25610"/>
                  <a:gd name="csY1" fmla="*/ 24432 h 24431"/>
                  <a:gd name="csX2" fmla="*/ 0 w 25610"/>
                  <a:gd name="csY2" fmla="*/ 19324 h 24431"/>
                  <a:gd name="csX3" fmla="*/ 18109 w 25610"/>
                  <a:gd name="csY3" fmla="*/ 13252 h 24431"/>
                  <a:gd name="csX4" fmla="*/ 21896 w 25610"/>
                  <a:gd name="csY4" fmla="*/ 12037 h 24431"/>
                  <a:gd name="csX5" fmla="*/ 17824 w 25610"/>
                  <a:gd name="csY5" fmla="*/ 10680 h 24431"/>
                  <a:gd name="csX6" fmla="*/ 36 w 25610"/>
                  <a:gd name="csY6" fmla="*/ 4572 h 24431"/>
                  <a:gd name="csX7" fmla="*/ 36 w 25610"/>
                  <a:gd name="csY7" fmla="*/ 0 h 24431"/>
                  <a:gd name="csX8" fmla="*/ 25610 w 25610"/>
                  <a:gd name="csY8" fmla="*/ 0 h 24431"/>
                  <a:gd name="csX9" fmla="*/ 25610 w 25610"/>
                  <a:gd name="csY9" fmla="*/ 3250 h 24431"/>
                  <a:gd name="csX10" fmla="*/ 4215 w 25610"/>
                  <a:gd name="csY10" fmla="*/ 3250 h 24431"/>
                  <a:gd name="csX11" fmla="*/ 25610 w 25610"/>
                  <a:gd name="csY11" fmla="*/ 10680 h 24431"/>
                  <a:gd name="csX12" fmla="*/ 25610 w 25610"/>
                  <a:gd name="csY12" fmla="*/ 13716 h 24431"/>
                  <a:gd name="csX13" fmla="*/ 3857 w 25610"/>
                  <a:gd name="csY13" fmla="*/ 21110 h 24431"/>
                  <a:gd name="csX14" fmla="*/ 25610 w 25610"/>
                  <a:gd name="csY14" fmla="*/ 21110 h 24431"/>
                  <a:gd name="csX15" fmla="*/ 25610 w 25610"/>
                  <a:gd name="csY15" fmla="*/ 24360 h 24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610" h="24431">
                    <a:moveTo>
                      <a:pt x="25575" y="24432"/>
                    </a:moveTo>
                    <a:lnTo>
                      <a:pt x="0" y="24432"/>
                    </a:lnTo>
                    <a:lnTo>
                      <a:pt x="0" y="19324"/>
                    </a:lnTo>
                    <a:lnTo>
                      <a:pt x="18109" y="13252"/>
                    </a:lnTo>
                    <a:cubicBezTo>
                      <a:pt x="19788" y="12680"/>
                      <a:pt x="21038" y="12287"/>
                      <a:pt x="21896" y="12037"/>
                    </a:cubicBezTo>
                    <a:cubicBezTo>
                      <a:pt x="20967" y="11751"/>
                      <a:pt x="19610" y="11287"/>
                      <a:pt x="17824" y="10680"/>
                    </a:cubicBezTo>
                    <a:lnTo>
                      <a:pt x="36" y="4572"/>
                    </a:lnTo>
                    <a:lnTo>
                      <a:pt x="36" y="0"/>
                    </a:lnTo>
                    <a:lnTo>
                      <a:pt x="25610" y="0"/>
                    </a:lnTo>
                    <a:lnTo>
                      <a:pt x="25610" y="3250"/>
                    </a:lnTo>
                    <a:lnTo>
                      <a:pt x="4215" y="3250"/>
                    </a:lnTo>
                    <a:lnTo>
                      <a:pt x="25610" y="10680"/>
                    </a:lnTo>
                    <a:lnTo>
                      <a:pt x="25610" y="13716"/>
                    </a:lnTo>
                    <a:lnTo>
                      <a:pt x="3857" y="21110"/>
                    </a:lnTo>
                    <a:lnTo>
                      <a:pt x="25610" y="21110"/>
                    </a:lnTo>
                    <a:lnTo>
                      <a:pt x="25610" y="24360"/>
                    </a:lnTo>
                    <a:close/>
                  </a:path>
                </a:pathLst>
              </a:custGeom>
              <a:solidFill>
                <a:srgbClr val="000000"/>
              </a:solidFill>
              <a:ln w="3572" cap="flat">
                <a:noFill/>
                <a:prstDash val="solid"/>
                <a:miter/>
              </a:ln>
            </p:spPr>
            <p:txBody>
              <a:bodyPr/>
              <a:lstStyle/>
              <a:p>
                <a:endParaRPr lang="en-US" sz="1701"/>
              </a:p>
            </p:txBody>
          </p:sp>
          <p:sp>
            <p:nvSpPr>
              <p:cNvPr id="12195" name="Freeform: Shape 12194">
                <a:extLst>
                  <a:ext uri="{FF2B5EF4-FFF2-40B4-BE49-F238E27FC236}">
                    <a16:creationId xmlns:a16="http://schemas.microsoft.com/office/drawing/2014/main" id="{AA6BF42A-920B-18FA-7114-89D5B3B19ED5}"/>
                  </a:ext>
                </a:extLst>
              </p:cNvPr>
              <p:cNvSpPr/>
              <p:nvPr/>
            </p:nvSpPr>
            <p:spPr>
              <a:xfrm>
                <a:off x="3838558" y="2482895"/>
                <a:ext cx="57140" cy="35162"/>
              </a:xfrm>
              <a:custGeom>
                <a:avLst/>
                <a:gdLst>
                  <a:gd name="csX0" fmla="*/ 26039 w 26038"/>
                  <a:gd name="csY0" fmla="*/ 16073 h 16109"/>
                  <a:gd name="csX1" fmla="*/ 393 w 26038"/>
                  <a:gd name="csY1" fmla="*/ 16073 h 16109"/>
                  <a:gd name="csX2" fmla="*/ 393 w 26038"/>
                  <a:gd name="csY2" fmla="*/ 13216 h 16109"/>
                  <a:gd name="csX3" fmla="*/ 2822 w 26038"/>
                  <a:gd name="csY3" fmla="*/ 13216 h 16109"/>
                  <a:gd name="csX4" fmla="*/ 714 w 26038"/>
                  <a:gd name="csY4" fmla="*/ 10930 h 16109"/>
                  <a:gd name="csX5" fmla="*/ 0 w 26038"/>
                  <a:gd name="csY5" fmla="*/ 7858 h 16109"/>
                  <a:gd name="csX6" fmla="*/ 1215 w 26038"/>
                  <a:gd name="csY6" fmla="*/ 3679 h 16109"/>
                  <a:gd name="csX7" fmla="*/ 4643 w 26038"/>
                  <a:gd name="csY7" fmla="*/ 929 h 16109"/>
                  <a:gd name="csX8" fmla="*/ 9501 w 26038"/>
                  <a:gd name="csY8" fmla="*/ 0 h 16109"/>
                  <a:gd name="csX9" fmla="*/ 14609 w 26038"/>
                  <a:gd name="csY9" fmla="*/ 1036 h 16109"/>
                  <a:gd name="csX10" fmla="*/ 18109 w 26038"/>
                  <a:gd name="csY10" fmla="*/ 4000 h 16109"/>
                  <a:gd name="csX11" fmla="*/ 19324 w 26038"/>
                  <a:gd name="csY11" fmla="*/ 8108 h 16109"/>
                  <a:gd name="csX12" fmla="*/ 18681 w 26038"/>
                  <a:gd name="csY12" fmla="*/ 10930 h 16109"/>
                  <a:gd name="csX13" fmla="*/ 17002 w 26038"/>
                  <a:gd name="csY13" fmla="*/ 12966 h 16109"/>
                  <a:gd name="csX14" fmla="*/ 26003 w 26038"/>
                  <a:gd name="csY14" fmla="*/ 12966 h 16109"/>
                  <a:gd name="csX15" fmla="*/ 26003 w 26038"/>
                  <a:gd name="csY15" fmla="*/ 16109 h 16109"/>
                  <a:gd name="csX16" fmla="*/ 9787 w 26038"/>
                  <a:gd name="csY16" fmla="*/ 13216 h 16109"/>
                  <a:gd name="csX17" fmla="*/ 15073 w 26038"/>
                  <a:gd name="csY17" fmla="*/ 11787 h 16109"/>
                  <a:gd name="csX18" fmla="*/ 16788 w 26038"/>
                  <a:gd name="csY18" fmla="*/ 8287 h 16109"/>
                  <a:gd name="csX19" fmla="*/ 15002 w 26038"/>
                  <a:gd name="csY19" fmla="*/ 4715 h 16109"/>
                  <a:gd name="csX20" fmla="*/ 9501 w 26038"/>
                  <a:gd name="csY20" fmla="*/ 3215 h 16109"/>
                  <a:gd name="csX21" fmla="*/ 4215 w 26038"/>
                  <a:gd name="csY21" fmla="*/ 4679 h 16109"/>
                  <a:gd name="csX22" fmla="*/ 2465 w 26038"/>
                  <a:gd name="csY22" fmla="*/ 8144 h 16109"/>
                  <a:gd name="csX23" fmla="*/ 4322 w 26038"/>
                  <a:gd name="csY23" fmla="*/ 11716 h 16109"/>
                  <a:gd name="csX24" fmla="*/ 9787 w 26038"/>
                  <a:gd name="csY24" fmla="*/ 13252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6038" h="16109">
                    <a:moveTo>
                      <a:pt x="26039" y="16073"/>
                    </a:moveTo>
                    <a:lnTo>
                      <a:pt x="393" y="16073"/>
                    </a:lnTo>
                    <a:lnTo>
                      <a:pt x="393" y="13216"/>
                    </a:lnTo>
                    <a:lnTo>
                      <a:pt x="2822" y="13216"/>
                    </a:lnTo>
                    <a:cubicBezTo>
                      <a:pt x="1893" y="12537"/>
                      <a:pt x="1179" y="11787"/>
                      <a:pt x="714" y="10930"/>
                    </a:cubicBezTo>
                    <a:cubicBezTo>
                      <a:pt x="250" y="10108"/>
                      <a:pt x="0" y="9073"/>
                      <a:pt x="0" y="7858"/>
                    </a:cubicBezTo>
                    <a:cubicBezTo>
                      <a:pt x="0" y="6287"/>
                      <a:pt x="429" y="4893"/>
                      <a:pt x="1215" y="3679"/>
                    </a:cubicBezTo>
                    <a:cubicBezTo>
                      <a:pt x="2036" y="2465"/>
                      <a:pt x="3179" y="1572"/>
                      <a:pt x="4643" y="929"/>
                    </a:cubicBezTo>
                    <a:cubicBezTo>
                      <a:pt x="6108" y="322"/>
                      <a:pt x="7751" y="0"/>
                      <a:pt x="9501" y="0"/>
                    </a:cubicBezTo>
                    <a:cubicBezTo>
                      <a:pt x="11394" y="0"/>
                      <a:pt x="13109" y="322"/>
                      <a:pt x="14609" y="1036"/>
                    </a:cubicBezTo>
                    <a:cubicBezTo>
                      <a:pt x="16109" y="1750"/>
                      <a:pt x="17288" y="2679"/>
                      <a:pt x="18109" y="4000"/>
                    </a:cubicBezTo>
                    <a:cubicBezTo>
                      <a:pt x="18931" y="5287"/>
                      <a:pt x="19324" y="6679"/>
                      <a:pt x="19324" y="8108"/>
                    </a:cubicBezTo>
                    <a:cubicBezTo>
                      <a:pt x="19324" y="9144"/>
                      <a:pt x="19110" y="10073"/>
                      <a:pt x="18681" y="10930"/>
                    </a:cubicBezTo>
                    <a:cubicBezTo>
                      <a:pt x="18252" y="11752"/>
                      <a:pt x="17681" y="12466"/>
                      <a:pt x="17002" y="12966"/>
                    </a:cubicBezTo>
                    <a:lnTo>
                      <a:pt x="26003" y="12966"/>
                    </a:lnTo>
                    <a:lnTo>
                      <a:pt x="26003" y="16109"/>
                    </a:lnTo>
                    <a:moveTo>
                      <a:pt x="9787" y="13216"/>
                    </a:moveTo>
                    <a:cubicBezTo>
                      <a:pt x="12180" y="13216"/>
                      <a:pt x="13930" y="12752"/>
                      <a:pt x="15073" y="11787"/>
                    </a:cubicBezTo>
                    <a:cubicBezTo>
                      <a:pt x="16216" y="10823"/>
                      <a:pt x="16788" y="9644"/>
                      <a:pt x="16788" y="8287"/>
                    </a:cubicBezTo>
                    <a:cubicBezTo>
                      <a:pt x="16788" y="6929"/>
                      <a:pt x="16216" y="5715"/>
                      <a:pt x="15002" y="4715"/>
                    </a:cubicBezTo>
                    <a:cubicBezTo>
                      <a:pt x="13823" y="3715"/>
                      <a:pt x="12001" y="3215"/>
                      <a:pt x="9501" y="3215"/>
                    </a:cubicBezTo>
                    <a:cubicBezTo>
                      <a:pt x="7001" y="3215"/>
                      <a:pt x="5358" y="3715"/>
                      <a:pt x="4215" y="4679"/>
                    </a:cubicBezTo>
                    <a:cubicBezTo>
                      <a:pt x="3036" y="5644"/>
                      <a:pt x="2465" y="6822"/>
                      <a:pt x="2465" y="8144"/>
                    </a:cubicBezTo>
                    <a:cubicBezTo>
                      <a:pt x="2465" y="9466"/>
                      <a:pt x="3108" y="10680"/>
                      <a:pt x="4322" y="11716"/>
                    </a:cubicBezTo>
                    <a:cubicBezTo>
                      <a:pt x="5572" y="12752"/>
                      <a:pt x="7394" y="13252"/>
                      <a:pt x="9787" y="13252"/>
                    </a:cubicBezTo>
                    <a:close/>
                  </a:path>
                </a:pathLst>
              </a:custGeom>
              <a:solidFill>
                <a:srgbClr val="000000"/>
              </a:solidFill>
              <a:ln w="3572" cap="flat">
                <a:noFill/>
                <a:prstDash val="solid"/>
                <a:miter/>
              </a:ln>
            </p:spPr>
            <p:txBody>
              <a:bodyPr/>
              <a:lstStyle/>
              <a:p>
                <a:endParaRPr lang="en-US" sz="1701"/>
              </a:p>
            </p:txBody>
          </p:sp>
          <p:sp>
            <p:nvSpPr>
              <p:cNvPr id="12197" name="Freeform: Shape 12196">
                <a:extLst>
                  <a:ext uri="{FF2B5EF4-FFF2-40B4-BE49-F238E27FC236}">
                    <a16:creationId xmlns:a16="http://schemas.microsoft.com/office/drawing/2014/main" id="{BBFC3D79-428E-AB08-D885-512C1F5A4539}"/>
                  </a:ext>
                </a:extLst>
              </p:cNvPr>
              <p:cNvSpPr/>
              <p:nvPr/>
            </p:nvSpPr>
            <p:spPr>
              <a:xfrm>
                <a:off x="3886295" y="2585809"/>
                <a:ext cx="56121" cy="43971"/>
              </a:xfrm>
              <a:custGeom>
                <a:avLst/>
                <a:gdLst>
                  <a:gd name="csX0" fmla="*/ 25575 w 25574"/>
                  <a:gd name="csY0" fmla="*/ 20145 h 20145"/>
                  <a:gd name="csX1" fmla="*/ 0 w 25574"/>
                  <a:gd name="csY1" fmla="*/ 20145 h 20145"/>
                  <a:gd name="csX2" fmla="*/ 0 w 25574"/>
                  <a:gd name="csY2" fmla="*/ 16681 h 20145"/>
                  <a:gd name="csX3" fmla="*/ 20074 w 25574"/>
                  <a:gd name="csY3" fmla="*/ 3251 h 20145"/>
                  <a:gd name="csX4" fmla="*/ 0 w 25574"/>
                  <a:gd name="csY4" fmla="*/ 3251 h 20145"/>
                  <a:gd name="csX5" fmla="*/ 0 w 25574"/>
                  <a:gd name="csY5" fmla="*/ 0 h 20145"/>
                  <a:gd name="csX6" fmla="*/ 25575 w 25574"/>
                  <a:gd name="csY6" fmla="*/ 0 h 20145"/>
                  <a:gd name="csX7" fmla="*/ 25575 w 25574"/>
                  <a:gd name="csY7" fmla="*/ 3465 h 20145"/>
                  <a:gd name="csX8" fmla="*/ 5501 w 25574"/>
                  <a:gd name="csY8" fmla="*/ 16895 h 20145"/>
                  <a:gd name="csX9" fmla="*/ 25575 w 25574"/>
                  <a:gd name="csY9" fmla="*/ 16895 h 20145"/>
                  <a:gd name="csX10" fmla="*/ 25575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5" y="20145"/>
                    </a:moveTo>
                    <a:lnTo>
                      <a:pt x="0" y="20145"/>
                    </a:lnTo>
                    <a:lnTo>
                      <a:pt x="0" y="16681"/>
                    </a:lnTo>
                    <a:lnTo>
                      <a:pt x="20074" y="3251"/>
                    </a:lnTo>
                    <a:lnTo>
                      <a:pt x="0" y="3251"/>
                    </a:lnTo>
                    <a:lnTo>
                      <a:pt x="0" y="0"/>
                    </a:lnTo>
                    <a:lnTo>
                      <a:pt x="25575" y="0"/>
                    </a:lnTo>
                    <a:lnTo>
                      <a:pt x="25575" y="3465"/>
                    </a:lnTo>
                    <a:lnTo>
                      <a:pt x="5501" y="16895"/>
                    </a:lnTo>
                    <a:lnTo>
                      <a:pt x="25575" y="16895"/>
                    </a:lnTo>
                    <a:lnTo>
                      <a:pt x="25575" y="20145"/>
                    </a:lnTo>
                    <a:close/>
                  </a:path>
                </a:pathLst>
              </a:custGeom>
              <a:solidFill>
                <a:srgbClr val="000000"/>
              </a:solidFill>
              <a:ln w="3572" cap="flat">
                <a:noFill/>
                <a:prstDash val="solid"/>
                <a:miter/>
              </a:ln>
            </p:spPr>
            <p:txBody>
              <a:bodyPr/>
              <a:lstStyle/>
              <a:p>
                <a:endParaRPr lang="en-US" sz="1701"/>
              </a:p>
            </p:txBody>
          </p:sp>
          <p:sp>
            <p:nvSpPr>
              <p:cNvPr id="12198" name="Freeform: Shape 12197">
                <a:extLst>
                  <a:ext uri="{FF2B5EF4-FFF2-40B4-BE49-F238E27FC236}">
                    <a16:creationId xmlns:a16="http://schemas.microsoft.com/office/drawing/2014/main" id="{0166F5F6-F5EE-9938-F829-736720CFBEF4}"/>
                  </a:ext>
                </a:extLst>
              </p:cNvPr>
              <p:cNvSpPr/>
              <p:nvPr/>
            </p:nvSpPr>
            <p:spPr>
              <a:xfrm>
                <a:off x="3886295" y="2523983"/>
                <a:ext cx="56121" cy="49273"/>
              </a:xfrm>
              <a:custGeom>
                <a:avLst/>
                <a:gdLst>
                  <a:gd name="csX0" fmla="*/ 25575 w 25574"/>
                  <a:gd name="csY0" fmla="*/ 22574 h 22574"/>
                  <a:gd name="csX1" fmla="*/ 0 w 25574"/>
                  <a:gd name="csY1" fmla="*/ 22574 h 22574"/>
                  <a:gd name="csX2" fmla="*/ 0 w 25574"/>
                  <a:gd name="csY2" fmla="*/ 11216 h 22574"/>
                  <a:gd name="csX3" fmla="*/ 679 w 25574"/>
                  <a:gd name="csY3" fmla="*/ 6036 h 22574"/>
                  <a:gd name="csX4" fmla="*/ 3108 w 25574"/>
                  <a:gd name="csY4" fmla="*/ 3179 h 22574"/>
                  <a:gd name="csX5" fmla="*/ 6965 w 25574"/>
                  <a:gd name="csY5" fmla="*/ 2108 h 22574"/>
                  <a:gd name="csX6" fmla="*/ 11537 w 25574"/>
                  <a:gd name="csY6" fmla="*/ 3858 h 22574"/>
                  <a:gd name="csX7" fmla="*/ 13894 w 25574"/>
                  <a:gd name="csY7" fmla="*/ 9287 h 22574"/>
                  <a:gd name="csX8" fmla="*/ 15180 w 25574"/>
                  <a:gd name="csY8" fmla="*/ 7251 h 22574"/>
                  <a:gd name="csX9" fmla="*/ 18574 w 25574"/>
                  <a:gd name="csY9" fmla="*/ 4429 h 22574"/>
                  <a:gd name="csX10" fmla="*/ 25539 w 25574"/>
                  <a:gd name="csY10" fmla="*/ 0 h 22574"/>
                  <a:gd name="csX11" fmla="*/ 25539 w 25574"/>
                  <a:gd name="csY11" fmla="*/ 4251 h 22574"/>
                  <a:gd name="csX12" fmla="*/ 20217 w 25574"/>
                  <a:gd name="csY12" fmla="*/ 7644 h 22574"/>
                  <a:gd name="csX13" fmla="*/ 16681 w 25574"/>
                  <a:gd name="csY13" fmla="*/ 10073 h 22574"/>
                  <a:gd name="csX14" fmla="*/ 14966 w 25574"/>
                  <a:gd name="csY14" fmla="*/ 11787 h 22574"/>
                  <a:gd name="csX15" fmla="*/ 14288 w 25574"/>
                  <a:gd name="csY15" fmla="*/ 13323 h 22574"/>
                  <a:gd name="csX16" fmla="*/ 14144 w 25574"/>
                  <a:gd name="csY16" fmla="*/ 15216 h 22574"/>
                  <a:gd name="csX17" fmla="*/ 14144 w 25574"/>
                  <a:gd name="csY17" fmla="*/ 19145 h 22574"/>
                  <a:gd name="csX18" fmla="*/ 25503 w 25574"/>
                  <a:gd name="csY18" fmla="*/ 19145 h 22574"/>
                  <a:gd name="csX19" fmla="*/ 25503 w 25574"/>
                  <a:gd name="csY19" fmla="*/ 22539 h 22574"/>
                  <a:gd name="csX20" fmla="*/ 11287 w 25574"/>
                  <a:gd name="csY20" fmla="*/ 19181 h 22574"/>
                  <a:gd name="csX21" fmla="*/ 11287 w 25574"/>
                  <a:gd name="csY21" fmla="*/ 11894 h 22574"/>
                  <a:gd name="csX22" fmla="*/ 10823 w 25574"/>
                  <a:gd name="csY22" fmla="*/ 8251 h 22574"/>
                  <a:gd name="csX23" fmla="*/ 9287 w 25574"/>
                  <a:gd name="csY23" fmla="*/ 6251 h 22574"/>
                  <a:gd name="csX24" fmla="*/ 7001 w 25574"/>
                  <a:gd name="csY24" fmla="*/ 5572 h 22574"/>
                  <a:gd name="csX25" fmla="*/ 4000 w 25574"/>
                  <a:gd name="csY25" fmla="*/ 6894 h 22574"/>
                  <a:gd name="csX26" fmla="*/ 2822 w 25574"/>
                  <a:gd name="csY26" fmla="*/ 11037 h 22574"/>
                  <a:gd name="csX27" fmla="*/ 2822 w 25574"/>
                  <a:gd name="csY27" fmla="*/ 19145 h 22574"/>
                  <a:gd name="csX28" fmla="*/ 11287 w 25574"/>
                  <a:gd name="csY28" fmla="*/ 19145 h 225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5574" h="22574">
                    <a:moveTo>
                      <a:pt x="25575" y="22574"/>
                    </a:moveTo>
                    <a:lnTo>
                      <a:pt x="0" y="22574"/>
                    </a:lnTo>
                    <a:lnTo>
                      <a:pt x="0" y="11216"/>
                    </a:lnTo>
                    <a:cubicBezTo>
                      <a:pt x="0" y="8930"/>
                      <a:pt x="214" y="7215"/>
                      <a:pt x="679" y="6036"/>
                    </a:cubicBezTo>
                    <a:cubicBezTo>
                      <a:pt x="1143" y="4858"/>
                      <a:pt x="1964" y="3893"/>
                      <a:pt x="3108" y="3179"/>
                    </a:cubicBezTo>
                    <a:cubicBezTo>
                      <a:pt x="4286" y="2465"/>
                      <a:pt x="5572" y="2108"/>
                      <a:pt x="6965" y="2108"/>
                    </a:cubicBezTo>
                    <a:cubicBezTo>
                      <a:pt x="8787" y="2108"/>
                      <a:pt x="10287" y="2679"/>
                      <a:pt x="11537" y="3858"/>
                    </a:cubicBezTo>
                    <a:cubicBezTo>
                      <a:pt x="12787" y="5036"/>
                      <a:pt x="13573" y="6858"/>
                      <a:pt x="13894" y="9287"/>
                    </a:cubicBezTo>
                    <a:cubicBezTo>
                      <a:pt x="14323" y="8394"/>
                      <a:pt x="14752" y="7715"/>
                      <a:pt x="15180" y="7251"/>
                    </a:cubicBezTo>
                    <a:cubicBezTo>
                      <a:pt x="16073" y="6251"/>
                      <a:pt x="17216" y="5322"/>
                      <a:pt x="18574" y="4429"/>
                    </a:cubicBezTo>
                    <a:lnTo>
                      <a:pt x="25539" y="0"/>
                    </a:lnTo>
                    <a:lnTo>
                      <a:pt x="25539" y="4251"/>
                    </a:lnTo>
                    <a:lnTo>
                      <a:pt x="20217" y="7644"/>
                    </a:lnTo>
                    <a:cubicBezTo>
                      <a:pt x="18681" y="8644"/>
                      <a:pt x="17502" y="9430"/>
                      <a:pt x="16681" y="10073"/>
                    </a:cubicBezTo>
                    <a:cubicBezTo>
                      <a:pt x="15859" y="10716"/>
                      <a:pt x="15288" y="11287"/>
                      <a:pt x="14966" y="11787"/>
                    </a:cubicBezTo>
                    <a:cubicBezTo>
                      <a:pt x="14645" y="12287"/>
                      <a:pt x="14395" y="12823"/>
                      <a:pt x="14288" y="13323"/>
                    </a:cubicBezTo>
                    <a:cubicBezTo>
                      <a:pt x="14216" y="13716"/>
                      <a:pt x="14144" y="14323"/>
                      <a:pt x="14144" y="15216"/>
                    </a:cubicBezTo>
                    <a:lnTo>
                      <a:pt x="14144" y="19145"/>
                    </a:lnTo>
                    <a:lnTo>
                      <a:pt x="25503" y="19145"/>
                    </a:lnTo>
                    <a:lnTo>
                      <a:pt x="25503" y="22539"/>
                    </a:lnTo>
                    <a:moveTo>
                      <a:pt x="11287" y="19181"/>
                    </a:moveTo>
                    <a:lnTo>
                      <a:pt x="11287" y="11894"/>
                    </a:lnTo>
                    <a:cubicBezTo>
                      <a:pt x="11287" y="10359"/>
                      <a:pt x="11144" y="9144"/>
                      <a:pt x="10823" y="8251"/>
                    </a:cubicBezTo>
                    <a:cubicBezTo>
                      <a:pt x="10501" y="7358"/>
                      <a:pt x="10001" y="6715"/>
                      <a:pt x="9287" y="6251"/>
                    </a:cubicBezTo>
                    <a:cubicBezTo>
                      <a:pt x="8572" y="5822"/>
                      <a:pt x="7822" y="5572"/>
                      <a:pt x="7001" y="5572"/>
                    </a:cubicBezTo>
                    <a:cubicBezTo>
                      <a:pt x="5786" y="5572"/>
                      <a:pt x="4786" y="6001"/>
                      <a:pt x="4000" y="6894"/>
                    </a:cubicBezTo>
                    <a:cubicBezTo>
                      <a:pt x="3215" y="7787"/>
                      <a:pt x="2822" y="9144"/>
                      <a:pt x="2822" y="11037"/>
                    </a:cubicBezTo>
                    <a:lnTo>
                      <a:pt x="2822" y="19145"/>
                    </a:lnTo>
                    <a:lnTo>
                      <a:pt x="11287" y="19145"/>
                    </a:lnTo>
                    <a:close/>
                  </a:path>
                </a:pathLst>
              </a:custGeom>
              <a:solidFill>
                <a:srgbClr val="000000"/>
              </a:solidFill>
              <a:ln w="3572" cap="flat">
                <a:noFill/>
                <a:prstDash val="solid"/>
                <a:miter/>
              </a:ln>
            </p:spPr>
            <p:txBody>
              <a:bodyPr/>
              <a:lstStyle/>
              <a:p>
                <a:endParaRPr lang="en-US" sz="1701"/>
              </a:p>
            </p:txBody>
          </p:sp>
          <p:sp>
            <p:nvSpPr>
              <p:cNvPr id="12199" name="Freeform: Shape 12198">
                <a:extLst>
                  <a:ext uri="{FF2B5EF4-FFF2-40B4-BE49-F238E27FC236}">
                    <a16:creationId xmlns:a16="http://schemas.microsoft.com/office/drawing/2014/main" id="{84C2B9CB-A5B8-5304-40F0-1B02767D0324}"/>
                  </a:ext>
                </a:extLst>
              </p:cNvPr>
              <p:cNvSpPr/>
              <p:nvPr/>
            </p:nvSpPr>
            <p:spPr>
              <a:xfrm>
                <a:off x="3886295" y="2482506"/>
                <a:ext cx="56121" cy="34850"/>
              </a:xfrm>
              <a:custGeom>
                <a:avLst/>
                <a:gdLst>
                  <a:gd name="csX0" fmla="*/ 25575 w 25574"/>
                  <a:gd name="csY0" fmla="*/ 15966 h 15966"/>
                  <a:gd name="csX1" fmla="*/ 0 w 25574"/>
                  <a:gd name="csY1" fmla="*/ 15966 h 15966"/>
                  <a:gd name="csX2" fmla="*/ 0 w 25574"/>
                  <a:gd name="csY2" fmla="*/ 12573 h 15966"/>
                  <a:gd name="csX3" fmla="*/ 22539 w 25574"/>
                  <a:gd name="csY3" fmla="*/ 12573 h 15966"/>
                  <a:gd name="csX4" fmla="*/ 22539 w 25574"/>
                  <a:gd name="csY4" fmla="*/ 0 h 15966"/>
                  <a:gd name="csX5" fmla="*/ 25539 w 25574"/>
                  <a:gd name="csY5" fmla="*/ 0 h 15966"/>
                  <a:gd name="csX6" fmla="*/ 25539 w 25574"/>
                  <a:gd name="csY6" fmla="*/ 15966 h 159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574" h="15966">
                    <a:moveTo>
                      <a:pt x="25575" y="15966"/>
                    </a:moveTo>
                    <a:lnTo>
                      <a:pt x="0" y="15966"/>
                    </a:lnTo>
                    <a:lnTo>
                      <a:pt x="0" y="12573"/>
                    </a:lnTo>
                    <a:lnTo>
                      <a:pt x="22539" y="12573"/>
                    </a:lnTo>
                    <a:lnTo>
                      <a:pt x="22539" y="0"/>
                    </a:lnTo>
                    <a:lnTo>
                      <a:pt x="25539" y="0"/>
                    </a:lnTo>
                    <a:lnTo>
                      <a:pt x="25539" y="15966"/>
                    </a:lnTo>
                    <a:close/>
                  </a:path>
                </a:pathLst>
              </a:custGeom>
              <a:solidFill>
                <a:srgbClr val="000000"/>
              </a:solidFill>
              <a:ln w="3572" cap="flat">
                <a:noFill/>
                <a:prstDash val="solid"/>
                <a:miter/>
              </a:ln>
            </p:spPr>
            <p:txBody>
              <a:bodyPr/>
              <a:lstStyle/>
              <a:p>
                <a:endParaRPr lang="en-US" sz="1701"/>
              </a:p>
            </p:txBody>
          </p:sp>
          <p:sp>
            <p:nvSpPr>
              <p:cNvPr id="12201" name="Freeform: Shape 12200">
                <a:extLst>
                  <a:ext uri="{FF2B5EF4-FFF2-40B4-BE49-F238E27FC236}">
                    <a16:creationId xmlns:a16="http://schemas.microsoft.com/office/drawing/2014/main" id="{245A7A40-9573-8E83-3E87-D8F094AA1EF9}"/>
                  </a:ext>
                </a:extLst>
              </p:cNvPr>
              <p:cNvSpPr/>
              <p:nvPr/>
            </p:nvSpPr>
            <p:spPr>
              <a:xfrm>
                <a:off x="3948609" y="2594464"/>
                <a:ext cx="56121" cy="43971"/>
              </a:xfrm>
              <a:custGeom>
                <a:avLst/>
                <a:gdLst>
                  <a:gd name="csX0" fmla="*/ 25575 w 25574"/>
                  <a:gd name="csY0" fmla="*/ 20145 h 20145"/>
                  <a:gd name="csX1" fmla="*/ 0 w 25574"/>
                  <a:gd name="csY1" fmla="*/ 20145 h 20145"/>
                  <a:gd name="csX2" fmla="*/ 0 w 25574"/>
                  <a:gd name="csY2" fmla="*/ 16681 h 20145"/>
                  <a:gd name="csX3" fmla="*/ 20074 w 25574"/>
                  <a:gd name="csY3" fmla="*/ 3251 h 20145"/>
                  <a:gd name="csX4" fmla="*/ 0 w 25574"/>
                  <a:gd name="csY4" fmla="*/ 3251 h 20145"/>
                  <a:gd name="csX5" fmla="*/ 0 w 25574"/>
                  <a:gd name="csY5" fmla="*/ 0 h 20145"/>
                  <a:gd name="csX6" fmla="*/ 25575 w 25574"/>
                  <a:gd name="csY6" fmla="*/ 0 h 20145"/>
                  <a:gd name="csX7" fmla="*/ 25575 w 25574"/>
                  <a:gd name="csY7" fmla="*/ 3465 h 20145"/>
                  <a:gd name="csX8" fmla="*/ 5501 w 25574"/>
                  <a:gd name="csY8" fmla="*/ 16895 h 20145"/>
                  <a:gd name="csX9" fmla="*/ 25575 w 25574"/>
                  <a:gd name="csY9" fmla="*/ 16895 h 20145"/>
                  <a:gd name="csX10" fmla="*/ 25575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5" y="20145"/>
                    </a:moveTo>
                    <a:lnTo>
                      <a:pt x="0" y="20145"/>
                    </a:lnTo>
                    <a:lnTo>
                      <a:pt x="0" y="16681"/>
                    </a:lnTo>
                    <a:lnTo>
                      <a:pt x="20074" y="3251"/>
                    </a:lnTo>
                    <a:lnTo>
                      <a:pt x="0" y="3251"/>
                    </a:lnTo>
                    <a:lnTo>
                      <a:pt x="0" y="0"/>
                    </a:lnTo>
                    <a:lnTo>
                      <a:pt x="25575" y="0"/>
                    </a:lnTo>
                    <a:lnTo>
                      <a:pt x="25575" y="3465"/>
                    </a:lnTo>
                    <a:lnTo>
                      <a:pt x="5501" y="16895"/>
                    </a:lnTo>
                    <a:lnTo>
                      <a:pt x="25575" y="16895"/>
                    </a:lnTo>
                    <a:lnTo>
                      <a:pt x="25575" y="20145"/>
                    </a:lnTo>
                    <a:close/>
                  </a:path>
                </a:pathLst>
              </a:custGeom>
              <a:solidFill>
                <a:srgbClr val="000000"/>
              </a:solidFill>
              <a:ln w="3572" cap="flat">
                <a:noFill/>
                <a:prstDash val="solid"/>
                <a:miter/>
              </a:ln>
            </p:spPr>
            <p:txBody>
              <a:bodyPr/>
              <a:lstStyle/>
              <a:p>
                <a:endParaRPr lang="en-US" sz="1701"/>
              </a:p>
            </p:txBody>
          </p:sp>
          <p:sp>
            <p:nvSpPr>
              <p:cNvPr id="12202" name="Freeform: Shape 12201">
                <a:extLst>
                  <a:ext uri="{FF2B5EF4-FFF2-40B4-BE49-F238E27FC236}">
                    <a16:creationId xmlns:a16="http://schemas.microsoft.com/office/drawing/2014/main" id="{A619E3F1-7F73-66CB-9489-F3F0F0E88E37}"/>
                  </a:ext>
                </a:extLst>
              </p:cNvPr>
              <p:cNvSpPr/>
              <p:nvPr/>
            </p:nvSpPr>
            <p:spPr>
              <a:xfrm>
                <a:off x="3948609" y="2547450"/>
                <a:ext cx="56121" cy="34850"/>
              </a:xfrm>
              <a:custGeom>
                <a:avLst/>
                <a:gdLst>
                  <a:gd name="csX0" fmla="*/ 25575 w 25574"/>
                  <a:gd name="csY0" fmla="*/ 15966 h 15966"/>
                  <a:gd name="csX1" fmla="*/ 0 w 25574"/>
                  <a:gd name="csY1" fmla="*/ 15966 h 15966"/>
                  <a:gd name="csX2" fmla="*/ 0 w 25574"/>
                  <a:gd name="csY2" fmla="*/ 12573 h 15966"/>
                  <a:gd name="csX3" fmla="*/ 22539 w 25574"/>
                  <a:gd name="csY3" fmla="*/ 12573 h 15966"/>
                  <a:gd name="csX4" fmla="*/ 22539 w 25574"/>
                  <a:gd name="csY4" fmla="*/ 0 h 15966"/>
                  <a:gd name="csX5" fmla="*/ 25539 w 25574"/>
                  <a:gd name="csY5" fmla="*/ 0 h 15966"/>
                  <a:gd name="csX6" fmla="*/ 25539 w 25574"/>
                  <a:gd name="csY6" fmla="*/ 15966 h 159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574" h="15966">
                    <a:moveTo>
                      <a:pt x="25575" y="15966"/>
                    </a:moveTo>
                    <a:lnTo>
                      <a:pt x="0" y="15966"/>
                    </a:lnTo>
                    <a:lnTo>
                      <a:pt x="0" y="12573"/>
                    </a:lnTo>
                    <a:lnTo>
                      <a:pt x="22539" y="12573"/>
                    </a:lnTo>
                    <a:lnTo>
                      <a:pt x="22539" y="0"/>
                    </a:lnTo>
                    <a:lnTo>
                      <a:pt x="25539" y="0"/>
                    </a:lnTo>
                    <a:lnTo>
                      <a:pt x="25539" y="15966"/>
                    </a:lnTo>
                    <a:close/>
                  </a:path>
                </a:pathLst>
              </a:custGeom>
              <a:solidFill>
                <a:srgbClr val="000000"/>
              </a:solidFill>
              <a:ln w="3572" cap="flat">
                <a:noFill/>
                <a:prstDash val="solid"/>
                <a:miter/>
              </a:ln>
            </p:spPr>
            <p:txBody>
              <a:bodyPr/>
              <a:lstStyle/>
              <a:p>
                <a:endParaRPr lang="en-US" sz="1701"/>
              </a:p>
            </p:txBody>
          </p:sp>
          <p:sp>
            <p:nvSpPr>
              <p:cNvPr id="12203" name="Freeform: Shape 12202">
                <a:extLst>
                  <a:ext uri="{FF2B5EF4-FFF2-40B4-BE49-F238E27FC236}">
                    <a16:creationId xmlns:a16="http://schemas.microsoft.com/office/drawing/2014/main" id="{D0476399-B198-DC17-08F4-AD3A12BC4811}"/>
                  </a:ext>
                </a:extLst>
              </p:cNvPr>
              <p:cNvSpPr/>
              <p:nvPr/>
            </p:nvSpPr>
            <p:spPr>
              <a:xfrm>
                <a:off x="3948688" y="2498646"/>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9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9"/>
                    </a:lnTo>
                    <a:close/>
                  </a:path>
                </a:pathLst>
              </a:custGeom>
              <a:solidFill>
                <a:srgbClr val="000000"/>
              </a:solidFill>
              <a:ln w="3572" cap="flat">
                <a:noFill/>
                <a:prstDash val="solid"/>
                <a:miter/>
              </a:ln>
            </p:spPr>
            <p:txBody>
              <a:bodyPr/>
              <a:lstStyle/>
              <a:p>
                <a:endParaRPr lang="en-US" sz="1701"/>
              </a:p>
            </p:txBody>
          </p:sp>
          <p:sp>
            <p:nvSpPr>
              <p:cNvPr id="12204" name="Freeform: Shape 12203">
                <a:extLst>
                  <a:ext uri="{FF2B5EF4-FFF2-40B4-BE49-F238E27FC236}">
                    <a16:creationId xmlns:a16="http://schemas.microsoft.com/office/drawing/2014/main" id="{A4C9D59B-3535-D0EB-129C-E3AB06F5D8FA}"/>
                  </a:ext>
                </a:extLst>
              </p:cNvPr>
              <p:cNvSpPr/>
              <p:nvPr/>
            </p:nvSpPr>
            <p:spPr>
              <a:xfrm>
                <a:off x="3948609" y="2485001"/>
                <a:ext cx="56121" cy="6860"/>
              </a:xfrm>
              <a:custGeom>
                <a:avLst/>
                <a:gdLst>
                  <a:gd name="csX0" fmla="*/ 3608 w 25574"/>
                  <a:gd name="csY0" fmla="*/ 3143 h 3143"/>
                  <a:gd name="csX1" fmla="*/ 0 w 25574"/>
                  <a:gd name="csY1" fmla="*/ 3143 h 3143"/>
                  <a:gd name="csX2" fmla="*/ 0 w 25574"/>
                  <a:gd name="csY2" fmla="*/ 0 h 3143"/>
                  <a:gd name="csX3" fmla="*/ 3608 w 25574"/>
                  <a:gd name="csY3" fmla="*/ 0 h 3143"/>
                  <a:gd name="csX4" fmla="*/ 3608 w 25574"/>
                  <a:gd name="csY4" fmla="*/ 3143 h 3143"/>
                  <a:gd name="csX5" fmla="*/ 25575 w 25574"/>
                  <a:gd name="csY5" fmla="*/ 3143 h 3143"/>
                  <a:gd name="csX6" fmla="*/ 7037 w 25574"/>
                  <a:gd name="csY6" fmla="*/ 3143 h 3143"/>
                  <a:gd name="csX7" fmla="*/ 7037 w 25574"/>
                  <a:gd name="csY7" fmla="*/ 0 h 3143"/>
                  <a:gd name="csX8" fmla="*/ 25575 w 25574"/>
                  <a:gd name="csY8" fmla="*/ 0 h 3143"/>
                  <a:gd name="csX9" fmla="*/ 25575 w 25574"/>
                  <a:gd name="csY9" fmla="*/ 3143 h 31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3143">
                    <a:moveTo>
                      <a:pt x="3608" y="3143"/>
                    </a:moveTo>
                    <a:lnTo>
                      <a:pt x="0" y="3143"/>
                    </a:lnTo>
                    <a:lnTo>
                      <a:pt x="0" y="0"/>
                    </a:lnTo>
                    <a:lnTo>
                      <a:pt x="3608" y="0"/>
                    </a:lnTo>
                    <a:lnTo>
                      <a:pt x="3608" y="3143"/>
                    </a:lnTo>
                    <a:moveTo>
                      <a:pt x="25575" y="3143"/>
                    </a:moveTo>
                    <a:lnTo>
                      <a:pt x="7037" y="3143"/>
                    </a:lnTo>
                    <a:lnTo>
                      <a:pt x="7037" y="0"/>
                    </a:lnTo>
                    <a:lnTo>
                      <a:pt x="25575" y="0"/>
                    </a:lnTo>
                    <a:lnTo>
                      <a:pt x="25575" y="3143"/>
                    </a:lnTo>
                    <a:close/>
                  </a:path>
                </a:pathLst>
              </a:custGeom>
              <a:solidFill>
                <a:srgbClr val="000000"/>
              </a:solidFill>
              <a:ln w="3572" cap="flat">
                <a:noFill/>
                <a:prstDash val="solid"/>
                <a:miter/>
              </a:ln>
            </p:spPr>
            <p:txBody>
              <a:bodyPr/>
              <a:lstStyle/>
              <a:p>
                <a:endParaRPr lang="en-US" sz="1701"/>
              </a:p>
            </p:txBody>
          </p:sp>
          <p:sp>
            <p:nvSpPr>
              <p:cNvPr id="12206" name="Freeform: Shape 12205">
                <a:extLst>
                  <a:ext uri="{FF2B5EF4-FFF2-40B4-BE49-F238E27FC236}">
                    <a16:creationId xmlns:a16="http://schemas.microsoft.com/office/drawing/2014/main" id="{08829F81-ECB5-9AA2-95B2-BD9C00E2446C}"/>
                  </a:ext>
                </a:extLst>
              </p:cNvPr>
              <p:cNvSpPr/>
              <p:nvPr/>
            </p:nvSpPr>
            <p:spPr>
              <a:xfrm>
                <a:off x="4025348" y="2654108"/>
                <a:ext cx="41620" cy="32822"/>
              </a:xfrm>
              <a:custGeom>
                <a:avLst/>
                <a:gdLst>
                  <a:gd name="csX0" fmla="*/ 18967 w 18966"/>
                  <a:gd name="csY0" fmla="*/ 15038 h 15037"/>
                  <a:gd name="csX1" fmla="*/ 429 w 18966"/>
                  <a:gd name="csY1" fmla="*/ 15038 h 15037"/>
                  <a:gd name="csX2" fmla="*/ 429 w 18966"/>
                  <a:gd name="csY2" fmla="*/ 12216 h 15037"/>
                  <a:gd name="csX3" fmla="*/ 3072 w 18966"/>
                  <a:gd name="csY3" fmla="*/ 12216 h 15037"/>
                  <a:gd name="csX4" fmla="*/ 0 w 18966"/>
                  <a:gd name="csY4" fmla="*/ 6322 h 15037"/>
                  <a:gd name="csX5" fmla="*/ 607 w 18966"/>
                  <a:gd name="csY5" fmla="*/ 3250 h 15037"/>
                  <a:gd name="csX6" fmla="*/ 2179 w 18966"/>
                  <a:gd name="csY6" fmla="*/ 1143 h 15037"/>
                  <a:gd name="csX7" fmla="*/ 4501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8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8"/>
                    </a:moveTo>
                    <a:lnTo>
                      <a:pt x="429" y="15038"/>
                    </a:lnTo>
                    <a:lnTo>
                      <a:pt x="429" y="12216"/>
                    </a:lnTo>
                    <a:lnTo>
                      <a:pt x="3072" y="12216"/>
                    </a:lnTo>
                    <a:cubicBezTo>
                      <a:pt x="1036" y="10858"/>
                      <a:pt x="0" y="8894"/>
                      <a:pt x="0" y="6322"/>
                    </a:cubicBezTo>
                    <a:cubicBezTo>
                      <a:pt x="0" y="5215"/>
                      <a:pt x="214" y="4179"/>
                      <a:pt x="607" y="3250"/>
                    </a:cubicBezTo>
                    <a:cubicBezTo>
                      <a:pt x="1000" y="2322"/>
                      <a:pt x="1536" y="1607"/>
                      <a:pt x="2179" y="1143"/>
                    </a:cubicBezTo>
                    <a:cubicBezTo>
                      <a:pt x="2822" y="679"/>
                      <a:pt x="3608" y="357"/>
                      <a:pt x="4501" y="179"/>
                    </a:cubicBezTo>
                    <a:cubicBezTo>
                      <a:pt x="5072" y="72"/>
                      <a:pt x="6108" y="0"/>
                      <a:pt x="7572" y="0"/>
                    </a:cubicBezTo>
                    <a:lnTo>
                      <a:pt x="18967" y="0"/>
                    </a:lnTo>
                    <a:lnTo>
                      <a:pt x="18967" y="3143"/>
                    </a:lnTo>
                    <a:lnTo>
                      <a:pt x="7715" y="3143"/>
                    </a:lnTo>
                    <a:cubicBezTo>
                      <a:pt x="6429" y="3143"/>
                      <a:pt x="5465" y="3250"/>
                      <a:pt x="4858" y="3500"/>
                    </a:cubicBezTo>
                    <a:cubicBezTo>
                      <a:pt x="4215" y="3750"/>
                      <a:pt x="3715" y="4179"/>
                      <a:pt x="3322" y="4786"/>
                    </a:cubicBezTo>
                    <a:cubicBezTo>
                      <a:pt x="2929" y="5394"/>
                      <a:pt x="2750" y="6144"/>
                      <a:pt x="2750" y="6965"/>
                    </a:cubicBezTo>
                    <a:cubicBezTo>
                      <a:pt x="2750" y="8323"/>
                      <a:pt x="3179" y="9466"/>
                      <a:pt x="4036" y="10430"/>
                    </a:cubicBezTo>
                    <a:cubicBezTo>
                      <a:pt x="4893" y="11394"/>
                      <a:pt x="6501" y="11894"/>
                      <a:pt x="8858" y="11894"/>
                    </a:cubicBezTo>
                    <a:lnTo>
                      <a:pt x="18967" y="11894"/>
                    </a:lnTo>
                    <a:lnTo>
                      <a:pt x="18967" y="15038"/>
                    </a:lnTo>
                    <a:close/>
                  </a:path>
                </a:pathLst>
              </a:custGeom>
              <a:solidFill>
                <a:srgbClr val="000000"/>
              </a:solidFill>
              <a:ln w="3572" cap="flat">
                <a:noFill/>
                <a:prstDash val="solid"/>
                <a:miter/>
              </a:ln>
            </p:spPr>
            <p:txBody>
              <a:bodyPr/>
              <a:lstStyle/>
              <a:p>
                <a:endParaRPr lang="en-US" sz="1701"/>
              </a:p>
            </p:txBody>
          </p:sp>
          <p:sp>
            <p:nvSpPr>
              <p:cNvPr id="12207" name="Freeform: Shape 12206">
                <a:extLst>
                  <a:ext uri="{FF2B5EF4-FFF2-40B4-BE49-F238E27FC236}">
                    <a16:creationId xmlns:a16="http://schemas.microsoft.com/office/drawing/2014/main" id="{12466CCC-5ADD-4E33-A9D8-B001F37F348A}"/>
                  </a:ext>
                </a:extLst>
              </p:cNvPr>
              <p:cNvSpPr/>
              <p:nvPr/>
            </p:nvSpPr>
            <p:spPr>
              <a:xfrm>
                <a:off x="4009905" y="2592905"/>
                <a:ext cx="58002" cy="51535"/>
              </a:xfrm>
              <a:custGeom>
                <a:avLst/>
                <a:gdLst>
                  <a:gd name="csX0" fmla="*/ 15966 w 26431"/>
                  <a:gd name="csY0" fmla="*/ 10823 h 23610"/>
                  <a:gd name="csX1" fmla="*/ 12966 w 26431"/>
                  <a:gd name="csY1" fmla="*/ 10823 h 23610"/>
                  <a:gd name="csX2" fmla="*/ 12966 w 26431"/>
                  <a:gd name="csY2" fmla="*/ 0 h 23610"/>
                  <a:gd name="csX3" fmla="*/ 22431 w 26431"/>
                  <a:gd name="csY3" fmla="*/ 0 h 23610"/>
                  <a:gd name="csX4" fmla="*/ 25432 w 26431"/>
                  <a:gd name="csY4" fmla="*/ 5144 h 23610"/>
                  <a:gd name="csX5" fmla="*/ 26432 w 26431"/>
                  <a:gd name="csY5" fmla="*/ 10573 h 23610"/>
                  <a:gd name="csX6" fmla="*/ 24825 w 26431"/>
                  <a:gd name="csY6" fmla="*/ 17395 h 23610"/>
                  <a:gd name="csX7" fmla="*/ 20145 w 26431"/>
                  <a:gd name="csY7" fmla="*/ 22038 h 23610"/>
                  <a:gd name="csX8" fmla="*/ 13323 w 26431"/>
                  <a:gd name="csY8" fmla="*/ 23610 h 23610"/>
                  <a:gd name="csX9" fmla="*/ 6358 w 26431"/>
                  <a:gd name="csY9" fmla="*/ 22038 h 23610"/>
                  <a:gd name="csX10" fmla="*/ 1572 w 26431"/>
                  <a:gd name="csY10" fmla="*/ 17538 h 23610"/>
                  <a:gd name="csX11" fmla="*/ 0 w 26431"/>
                  <a:gd name="csY11" fmla="*/ 10787 h 23610"/>
                  <a:gd name="csX12" fmla="*/ 893 w 26431"/>
                  <a:gd name="csY12" fmla="*/ 5786 h 23610"/>
                  <a:gd name="csX13" fmla="*/ 3393 w 26431"/>
                  <a:gd name="csY13" fmla="*/ 2286 h 23610"/>
                  <a:gd name="csX14" fmla="*/ 7572 w 26431"/>
                  <a:gd name="csY14" fmla="*/ 357 h 23610"/>
                  <a:gd name="csX15" fmla="*/ 8394 w 26431"/>
                  <a:gd name="csY15" fmla="*/ 3429 h 23610"/>
                  <a:gd name="csX16" fmla="*/ 5322 w 26431"/>
                  <a:gd name="csY16" fmla="*/ 4858 h 23610"/>
                  <a:gd name="csX17" fmla="*/ 3536 w 26431"/>
                  <a:gd name="csY17" fmla="*/ 7287 h 23610"/>
                  <a:gd name="csX18" fmla="*/ 2858 w 26431"/>
                  <a:gd name="csY18" fmla="*/ 10823 h 23610"/>
                  <a:gd name="csX19" fmla="*/ 3572 w 26431"/>
                  <a:gd name="csY19" fmla="*/ 14823 h 23610"/>
                  <a:gd name="csX20" fmla="*/ 5429 w 26431"/>
                  <a:gd name="csY20" fmla="*/ 17574 h 23610"/>
                  <a:gd name="csX21" fmla="*/ 7965 w 26431"/>
                  <a:gd name="csY21" fmla="*/ 19181 h 23610"/>
                  <a:gd name="csX22" fmla="*/ 13109 w 26431"/>
                  <a:gd name="csY22" fmla="*/ 20145 h 23610"/>
                  <a:gd name="csX23" fmla="*/ 18824 w 26431"/>
                  <a:gd name="csY23" fmla="*/ 18967 h 23610"/>
                  <a:gd name="csX24" fmla="*/ 22253 w 26431"/>
                  <a:gd name="csY24" fmla="*/ 15538 h 23610"/>
                  <a:gd name="csX25" fmla="*/ 23360 w 26431"/>
                  <a:gd name="csY25" fmla="*/ 10751 h 23610"/>
                  <a:gd name="csX26" fmla="*/ 22503 w 26431"/>
                  <a:gd name="csY26" fmla="*/ 6465 h 23610"/>
                  <a:gd name="csX27" fmla="*/ 20717 w 26431"/>
                  <a:gd name="csY27" fmla="*/ 3286 h 23610"/>
                  <a:gd name="csX28" fmla="*/ 15931 w 26431"/>
                  <a:gd name="csY28" fmla="*/ 3286 h 23610"/>
                  <a:gd name="csX29" fmla="*/ 15931 w 26431"/>
                  <a:gd name="csY29" fmla="*/ 10823 h 2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6431" h="23610">
                    <a:moveTo>
                      <a:pt x="15966" y="10823"/>
                    </a:moveTo>
                    <a:lnTo>
                      <a:pt x="12966" y="10823"/>
                    </a:lnTo>
                    <a:lnTo>
                      <a:pt x="12966" y="0"/>
                    </a:lnTo>
                    <a:cubicBezTo>
                      <a:pt x="12966" y="0"/>
                      <a:pt x="22431" y="0"/>
                      <a:pt x="22431" y="0"/>
                    </a:cubicBezTo>
                    <a:cubicBezTo>
                      <a:pt x="23753" y="1643"/>
                      <a:pt x="24753" y="3393"/>
                      <a:pt x="25432" y="5144"/>
                    </a:cubicBezTo>
                    <a:cubicBezTo>
                      <a:pt x="26110" y="6894"/>
                      <a:pt x="26432" y="8715"/>
                      <a:pt x="26432" y="10573"/>
                    </a:cubicBezTo>
                    <a:cubicBezTo>
                      <a:pt x="26432" y="13073"/>
                      <a:pt x="25896" y="15359"/>
                      <a:pt x="24825" y="17395"/>
                    </a:cubicBezTo>
                    <a:cubicBezTo>
                      <a:pt x="23753" y="19431"/>
                      <a:pt x="22181" y="21002"/>
                      <a:pt x="20145" y="22038"/>
                    </a:cubicBezTo>
                    <a:cubicBezTo>
                      <a:pt x="18109" y="23074"/>
                      <a:pt x="15823" y="23610"/>
                      <a:pt x="13323" y="23610"/>
                    </a:cubicBezTo>
                    <a:cubicBezTo>
                      <a:pt x="10823" y="23610"/>
                      <a:pt x="8537" y="23074"/>
                      <a:pt x="6358" y="22038"/>
                    </a:cubicBezTo>
                    <a:cubicBezTo>
                      <a:pt x="4215" y="21002"/>
                      <a:pt x="2608" y="19502"/>
                      <a:pt x="1572" y="17538"/>
                    </a:cubicBezTo>
                    <a:cubicBezTo>
                      <a:pt x="536" y="15573"/>
                      <a:pt x="0" y="13323"/>
                      <a:pt x="0" y="10787"/>
                    </a:cubicBezTo>
                    <a:cubicBezTo>
                      <a:pt x="0" y="8930"/>
                      <a:pt x="322" y="7287"/>
                      <a:pt x="893" y="5786"/>
                    </a:cubicBezTo>
                    <a:cubicBezTo>
                      <a:pt x="1500" y="4286"/>
                      <a:pt x="2322" y="3108"/>
                      <a:pt x="3393" y="2286"/>
                    </a:cubicBezTo>
                    <a:cubicBezTo>
                      <a:pt x="4465" y="1429"/>
                      <a:pt x="5858" y="786"/>
                      <a:pt x="7572" y="357"/>
                    </a:cubicBezTo>
                    <a:lnTo>
                      <a:pt x="8394" y="3429"/>
                    </a:lnTo>
                    <a:cubicBezTo>
                      <a:pt x="7108" y="3822"/>
                      <a:pt x="6072" y="4286"/>
                      <a:pt x="5322" y="4858"/>
                    </a:cubicBezTo>
                    <a:cubicBezTo>
                      <a:pt x="4572" y="5429"/>
                      <a:pt x="3965" y="6251"/>
                      <a:pt x="3536" y="7287"/>
                    </a:cubicBezTo>
                    <a:cubicBezTo>
                      <a:pt x="3108" y="8358"/>
                      <a:pt x="2858" y="9501"/>
                      <a:pt x="2858" y="10823"/>
                    </a:cubicBezTo>
                    <a:cubicBezTo>
                      <a:pt x="2858" y="12359"/>
                      <a:pt x="3108" y="13716"/>
                      <a:pt x="3572" y="14823"/>
                    </a:cubicBezTo>
                    <a:cubicBezTo>
                      <a:pt x="4036" y="15966"/>
                      <a:pt x="4644" y="16859"/>
                      <a:pt x="5429" y="17574"/>
                    </a:cubicBezTo>
                    <a:cubicBezTo>
                      <a:pt x="6179" y="18288"/>
                      <a:pt x="7037" y="18788"/>
                      <a:pt x="7965" y="19181"/>
                    </a:cubicBezTo>
                    <a:cubicBezTo>
                      <a:pt x="9537" y="19824"/>
                      <a:pt x="11251" y="20145"/>
                      <a:pt x="13109" y="20145"/>
                    </a:cubicBezTo>
                    <a:cubicBezTo>
                      <a:pt x="15395" y="20145"/>
                      <a:pt x="17288" y="19752"/>
                      <a:pt x="18824" y="18967"/>
                    </a:cubicBezTo>
                    <a:cubicBezTo>
                      <a:pt x="20360" y="18181"/>
                      <a:pt x="21503" y="17038"/>
                      <a:pt x="22253" y="15538"/>
                    </a:cubicBezTo>
                    <a:cubicBezTo>
                      <a:pt x="23003" y="14037"/>
                      <a:pt x="23360" y="12430"/>
                      <a:pt x="23360" y="10751"/>
                    </a:cubicBezTo>
                    <a:cubicBezTo>
                      <a:pt x="23360" y="9287"/>
                      <a:pt x="23074" y="7858"/>
                      <a:pt x="22503" y="6465"/>
                    </a:cubicBezTo>
                    <a:cubicBezTo>
                      <a:pt x="21931" y="5072"/>
                      <a:pt x="21324" y="4000"/>
                      <a:pt x="20717" y="3286"/>
                    </a:cubicBezTo>
                    <a:lnTo>
                      <a:pt x="15931" y="3286"/>
                    </a:lnTo>
                    <a:lnTo>
                      <a:pt x="15931" y="10823"/>
                    </a:lnTo>
                    <a:close/>
                  </a:path>
                </a:pathLst>
              </a:custGeom>
              <a:solidFill>
                <a:srgbClr val="000000"/>
              </a:solidFill>
              <a:ln w="3572" cap="flat">
                <a:noFill/>
                <a:prstDash val="solid"/>
                <a:miter/>
              </a:ln>
            </p:spPr>
            <p:txBody>
              <a:bodyPr/>
              <a:lstStyle/>
              <a:p>
                <a:endParaRPr lang="en-US" sz="1701"/>
              </a:p>
            </p:txBody>
          </p:sp>
          <p:sp>
            <p:nvSpPr>
              <p:cNvPr id="12208" name="Freeform: Shape 12207">
                <a:extLst>
                  <a:ext uri="{FF2B5EF4-FFF2-40B4-BE49-F238E27FC236}">
                    <a16:creationId xmlns:a16="http://schemas.microsoft.com/office/drawing/2014/main" id="{EECC902C-ADEB-AB9D-C100-4782DD5ED70C}"/>
                  </a:ext>
                </a:extLst>
              </p:cNvPr>
              <p:cNvSpPr/>
              <p:nvPr/>
            </p:nvSpPr>
            <p:spPr>
              <a:xfrm>
                <a:off x="4010846" y="2528894"/>
                <a:ext cx="56200" cy="53327"/>
              </a:xfrm>
              <a:custGeom>
                <a:avLst/>
                <a:gdLst>
                  <a:gd name="csX0" fmla="*/ 25575 w 25610"/>
                  <a:gd name="csY0" fmla="*/ 24432 h 24431"/>
                  <a:gd name="csX1" fmla="*/ 0 w 25610"/>
                  <a:gd name="csY1" fmla="*/ 24432 h 24431"/>
                  <a:gd name="csX2" fmla="*/ 0 w 25610"/>
                  <a:gd name="csY2" fmla="*/ 19324 h 24431"/>
                  <a:gd name="csX3" fmla="*/ 18109 w 25610"/>
                  <a:gd name="csY3" fmla="*/ 13252 h 24431"/>
                  <a:gd name="csX4" fmla="*/ 21896 w 25610"/>
                  <a:gd name="csY4" fmla="*/ 12037 h 24431"/>
                  <a:gd name="csX5" fmla="*/ 17824 w 25610"/>
                  <a:gd name="csY5" fmla="*/ 10680 h 24431"/>
                  <a:gd name="csX6" fmla="*/ 36 w 25610"/>
                  <a:gd name="csY6" fmla="*/ 4572 h 24431"/>
                  <a:gd name="csX7" fmla="*/ 36 w 25610"/>
                  <a:gd name="csY7" fmla="*/ 0 h 24431"/>
                  <a:gd name="csX8" fmla="*/ 25611 w 25610"/>
                  <a:gd name="csY8" fmla="*/ 0 h 24431"/>
                  <a:gd name="csX9" fmla="*/ 25611 w 25610"/>
                  <a:gd name="csY9" fmla="*/ 3250 h 24431"/>
                  <a:gd name="csX10" fmla="*/ 4215 w 25610"/>
                  <a:gd name="csY10" fmla="*/ 3250 h 24431"/>
                  <a:gd name="csX11" fmla="*/ 25611 w 25610"/>
                  <a:gd name="csY11" fmla="*/ 10680 h 24431"/>
                  <a:gd name="csX12" fmla="*/ 25611 w 25610"/>
                  <a:gd name="csY12" fmla="*/ 13716 h 24431"/>
                  <a:gd name="csX13" fmla="*/ 3858 w 25610"/>
                  <a:gd name="csY13" fmla="*/ 21110 h 24431"/>
                  <a:gd name="csX14" fmla="*/ 25611 w 25610"/>
                  <a:gd name="csY14" fmla="*/ 21110 h 24431"/>
                  <a:gd name="csX15" fmla="*/ 25611 w 25610"/>
                  <a:gd name="csY15" fmla="*/ 24360 h 24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610" h="24431">
                    <a:moveTo>
                      <a:pt x="25575" y="24432"/>
                    </a:moveTo>
                    <a:lnTo>
                      <a:pt x="0" y="24432"/>
                    </a:lnTo>
                    <a:lnTo>
                      <a:pt x="0" y="19324"/>
                    </a:lnTo>
                    <a:lnTo>
                      <a:pt x="18109" y="13252"/>
                    </a:lnTo>
                    <a:cubicBezTo>
                      <a:pt x="19788" y="12680"/>
                      <a:pt x="21038" y="12287"/>
                      <a:pt x="21896" y="12037"/>
                    </a:cubicBezTo>
                    <a:cubicBezTo>
                      <a:pt x="20967" y="11751"/>
                      <a:pt x="19610" y="11287"/>
                      <a:pt x="17824" y="10680"/>
                    </a:cubicBezTo>
                    <a:lnTo>
                      <a:pt x="36" y="4572"/>
                    </a:lnTo>
                    <a:lnTo>
                      <a:pt x="36" y="0"/>
                    </a:lnTo>
                    <a:lnTo>
                      <a:pt x="25611" y="0"/>
                    </a:lnTo>
                    <a:lnTo>
                      <a:pt x="25611" y="3250"/>
                    </a:lnTo>
                    <a:lnTo>
                      <a:pt x="4215" y="3250"/>
                    </a:lnTo>
                    <a:lnTo>
                      <a:pt x="25611" y="10680"/>
                    </a:lnTo>
                    <a:lnTo>
                      <a:pt x="25611" y="13716"/>
                    </a:lnTo>
                    <a:lnTo>
                      <a:pt x="3858" y="21110"/>
                    </a:lnTo>
                    <a:lnTo>
                      <a:pt x="25611" y="21110"/>
                    </a:lnTo>
                    <a:lnTo>
                      <a:pt x="25611" y="24360"/>
                    </a:lnTo>
                    <a:close/>
                  </a:path>
                </a:pathLst>
              </a:custGeom>
              <a:solidFill>
                <a:srgbClr val="000000"/>
              </a:solidFill>
              <a:ln w="3572" cap="flat">
                <a:noFill/>
                <a:prstDash val="solid"/>
                <a:miter/>
              </a:ln>
            </p:spPr>
            <p:txBody>
              <a:bodyPr/>
              <a:lstStyle/>
              <a:p>
                <a:endParaRPr lang="en-US" sz="1701"/>
              </a:p>
            </p:txBody>
          </p:sp>
          <p:sp>
            <p:nvSpPr>
              <p:cNvPr id="12209" name="Freeform: Shape 12208">
                <a:extLst>
                  <a:ext uri="{FF2B5EF4-FFF2-40B4-BE49-F238E27FC236}">
                    <a16:creationId xmlns:a16="http://schemas.microsoft.com/office/drawing/2014/main" id="{E1F7F24E-D498-731B-B8DD-05CC2FF57338}"/>
                  </a:ext>
                </a:extLst>
              </p:cNvPr>
              <p:cNvSpPr/>
              <p:nvPr/>
            </p:nvSpPr>
            <p:spPr>
              <a:xfrm>
                <a:off x="4025427" y="2482895"/>
                <a:ext cx="57140" cy="35162"/>
              </a:xfrm>
              <a:custGeom>
                <a:avLst/>
                <a:gdLst>
                  <a:gd name="csX0" fmla="*/ 26039 w 26038"/>
                  <a:gd name="csY0" fmla="*/ 16073 h 16109"/>
                  <a:gd name="csX1" fmla="*/ 393 w 26038"/>
                  <a:gd name="csY1" fmla="*/ 16073 h 16109"/>
                  <a:gd name="csX2" fmla="*/ 393 w 26038"/>
                  <a:gd name="csY2" fmla="*/ 13216 h 16109"/>
                  <a:gd name="csX3" fmla="*/ 2822 w 26038"/>
                  <a:gd name="csY3" fmla="*/ 13216 h 16109"/>
                  <a:gd name="csX4" fmla="*/ 714 w 26038"/>
                  <a:gd name="csY4" fmla="*/ 10930 h 16109"/>
                  <a:gd name="csX5" fmla="*/ 0 w 26038"/>
                  <a:gd name="csY5" fmla="*/ 7858 h 16109"/>
                  <a:gd name="csX6" fmla="*/ 1214 w 26038"/>
                  <a:gd name="csY6" fmla="*/ 3679 h 16109"/>
                  <a:gd name="csX7" fmla="*/ 4643 w 26038"/>
                  <a:gd name="csY7" fmla="*/ 929 h 16109"/>
                  <a:gd name="csX8" fmla="*/ 9501 w 26038"/>
                  <a:gd name="csY8" fmla="*/ 0 h 16109"/>
                  <a:gd name="csX9" fmla="*/ 14609 w 26038"/>
                  <a:gd name="csY9" fmla="*/ 1036 h 16109"/>
                  <a:gd name="csX10" fmla="*/ 18109 w 26038"/>
                  <a:gd name="csY10" fmla="*/ 4000 h 16109"/>
                  <a:gd name="csX11" fmla="*/ 19324 w 26038"/>
                  <a:gd name="csY11" fmla="*/ 8108 h 16109"/>
                  <a:gd name="csX12" fmla="*/ 18681 w 26038"/>
                  <a:gd name="csY12" fmla="*/ 10930 h 16109"/>
                  <a:gd name="csX13" fmla="*/ 17002 w 26038"/>
                  <a:gd name="csY13" fmla="*/ 12966 h 16109"/>
                  <a:gd name="csX14" fmla="*/ 26003 w 26038"/>
                  <a:gd name="csY14" fmla="*/ 12966 h 16109"/>
                  <a:gd name="csX15" fmla="*/ 26003 w 26038"/>
                  <a:gd name="csY15" fmla="*/ 16109 h 16109"/>
                  <a:gd name="csX16" fmla="*/ 9751 w 26038"/>
                  <a:gd name="csY16" fmla="*/ 13216 h 16109"/>
                  <a:gd name="csX17" fmla="*/ 15037 w 26038"/>
                  <a:gd name="csY17" fmla="*/ 11787 h 16109"/>
                  <a:gd name="csX18" fmla="*/ 16752 w 26038"/>
                  <a:gd name="csY18" fmla="*/ 8287 h 16109"/>
                  <a:gd name="csX19" fmla="*/ 14966 w 26038"/>
                  <a:gd name="csY19" fmla="*/ 4715 h 16109"/>
                  <a:gd name="csX20" fmla="*/ 9465 w 26038"/>
                  <a:gd name="csY20" fmla="*/ 3215 h 16109"/>
                  <a:gd name="csX21" fmla="*/ 4179 w 26038"/>
                  <a:gd name="csY21" fmla="*/ 4679 h 16109"/>
                  <a:gd name="csX22" fmla="*/ 2429 w 26038"/>
                  <a:gd name="csY22" fmla="*/ 8144 h 16109"/>
                  <a:gd name="csX23" fmla="*/ 4286 w 26038"/>
                  <a:gd name="csY23" fmla="*/ 11716 h 16109"/>
                  <a:gd name="csX24" fmla="*/ 9751 w 26038"/>
                  <a:gd name="csY24" fmla="*/ 13252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6038" h="16109">
                    <a:moveTo>
                      <a:pt x="26039" y="16073"/>
                    </a:moveTo>
                    <a:lnTo>
                      <a:pt x="393" y="16073"/>
                    </a:lnTo>
                    <a:lnTo>
                      <a:pt x="393" y="13216"/>
                    </a:lnTo>
                    <a:lnTo>
                      <a:pt x="2822" y="13216"/>
                    </a:lnTo>
                    <a:cubicBezTo>
                      <a:pt x="1893" y="12537"/>
                      <a:pt x="1179" y="11787"/>
                      <a:pt x="714" y="10930"/>
                    </a:cubicBezTo>
                    <a:cubicBezTo>
                      <a:pt x="250" y="10108"/>
                      <a:pt x="0" y="9073"/>
                      <a:pt x="0" y="7858"/>
                    </a:cubicBezTo>
                    <a:cubicBezTo>
                      <a:pt x="0" y="6287"/>
                      <a:pt x="429" y="4893"/>
                      <a:pt x="1214" y="3679"/>
                    </a:cubicBezTo>
                    <a:cubicBezTo>
                      <a:pt x="2036" y="2465"/>
                      <a:pt x="3179" y="1572"/>
                      <a:pt x="4643" y="929"/>
                    </a:cubicBezTo>
                    <a:cubicBezTo>
                      <a:pt x="6108" y="322"/>
                      <a:pt x="7751" y="0"/>
                      <a:pt x="9501" y="0"/>
                    </a:cubicBezTo>
                    <a:cubicBezTo>
                      <a:pt x="11394" y="0"/>
                      <a:pt x="13109" y="322"/>
                      <a:pt x="14609" y="1036"/>
                    </a:cubicBezTo>
                    <a:cubicBezTo>
                      <a:pt x="16109" y="1750"/>
                      <a:pt x="17288" y="2679"/>
                      <a:pt x="18109" y="4000"/>
                    </a:cubicBezTo>
                    <a:cubicBezTo>
                      <a:pt x="18931" y="5287"/>
                      <a:pt x="19324" y="6679"/>
                      <a:pt x="19324" y="8108"/>
                    </a:cubicBezTo>
                    <a:cubicBezTo>
                      <a:pt x="19324" y="9144"/>
                      <a:pt x="19109" y="10073"/>
                      <a:pt x="18681" y="10930"/>
                    </a:cubicBezTo>
                    <a:cubicBezTo>
                      <a:pt x="18252" y="11752"/>
                      <a:pt x="17681" y="12466"/>
                      <a:pt x="17002" y="12966"/>
                    </a:cubicBezTo>
                    <a:lnTo>
                      <a:pt x="26003" y="12966"/>
                    </a:lnTo>
                    <a:lnTo>
                      <a:pt x="26003" y="16109"/>
                    </a:lnTo>
                    <a:moveTo>
                      <a:pt x="9751" y="13216"/>
                    </a:moveTo>
                    <a:cubicBezTo>
                      <a:pt x="12144" y="13216"/>
                      <a:pt x="13894" y="12752"/>
                      <a:pt x="15037" y="11787"/>
                    </a:cubicBezTo>
                    <a:cubicBezTo>
                      <a:pt x="16180" y="10823"/>
                      <a:pt x="16752" y="9644"/>
                      <a:pt x="16752" y="8287"/>
                    </a:cubicBezTo>
                    <a:cubicBezTo>
                      <a:pt x="16752" y="6929"/>
                      <a:pt x="16180" y="5715"/>
                      <a:pt x="14966" y="4715"/>
                    </a:cubicBezTo>
                    <a:cubicBezTo>
                      <a:pt x="13787" y="3715"/>
                      <a:pt x="11966" y="3215"/>
                      <a:pt x="9465" y="3215"/>
                    </a:cubicBezTo>
                    <a:cubicBezTo>
                      <a:pt x="6965" y="3215"/>
                      <a:pt x="5322" y="3715"/>
                      <a:pt x="4179" y="4679"/>
                    </a:cubicBezTo>
                    <a:cubicBezTo>
                      <a:pt x="3000" y="5644"/>
                      <a:pt x="2429" y="6822"/>
                      <a:pt x="2429" y="8144"/>
                    </a:cubicBezTo>
                    <a:cubicBezTo>
                      <a:pt x="2429" y="9466"/>
                      <a:pt x="3072" y="10680"/>
                      <a:pt x="4286" y="11716"/>
                    </a:cubicBezTo>
                    <a:cubicBezTo>
                      <a:pt x="5536" y="12752"/>
                      <a:pt x="7358" y="13252"/>
                      <a:pt x="9751" y="13252"/>
                    </a:cubicBezTo>
                    <a:close/>
                  </a:path>
                </a:pathLst>
              </a:custGeom>
              <a:solidFill>
                <a:srgbClr val="000000"/>
              </a:solidFill>
              <a:ln w="3572" cap="flat">
                <a:noFill/>
                <a:prstDash val="solid"/>
                <a:miter/>
              </a:ln>
            </p:spPr>
            <p:txBody>
              <a:bodyPr/>
              <a:lstStyle/>
              <a:p>
                <a:endParaRPr lang="en-US" sz="1701"/>
              </a:p>
            </p:txBody>
          </p:sp>
          <p:sp>
            <p:nvSpPr>
              <p:cNvPr id="12211" name="Freeform: Shape 12210">
                <a:extLst>
                  <a:ext uri="{FF2B5EF4-FFF2-40B4-BE49-F238E27FC236}">
                    <a16:creationId xmlns:a16="http://schemas.microsoft.com/office/drawing/2014/main" id="{AE97FBF0-01D5-B35C-BD9D-570675AF5A99}"/>
                  </a:ext>
                </a:extLst>
              </p:cNvPr>
              <p:cNvSpPr/>
              <p:nvPr/>
            </p:nvSpPr>
            <p:spPr>
              <a:xfrm>
                <a:off x="4087585" y="2632511"/>
                <a:ext cx="41620" cy="32822"/>
              </a:xfrm>
              <a:custGeom>
                <a:avLst/>
                <a:gdLst>
                  <a:gd name="csX0" fmla="*/ 18967 w 18966"/>
                  <a:gd name="csY0" fmla="*/ 15038 h 15037"/>
                  <a:gd name="csX1" fmla="*/ 429 w 18966"/>
                  <a:gd name="csY1" fmla="*/ 15038 h 15037"/>
                  <a:gd name="csX2" fmla="*/ 429 w 18966"/>
                  <a:gd name="csY2" fmla="*/ 12216 h 15037"/>
                  <a:gd name="csX3" fmla="*/ 3072 w 18966"/>
                  <a:gd name="csY3" fmla="*/ 12216 h 15037"/>
                  <a:gd name="csX4" fmla="*/ 0 w 18966"/>
                  <a:gd name="csY4" fmla="*/ 6322 h 15037"/>
                  <a:gd name="csX5" fmla="*/ 607 w 18966"/>
                  <a:gd name="csY5" fmla="*/ 3251 h 15037"/>
                  <a:gd name="csX6" fmla="*/ 2179 w 18966"/>
                  <a:gd name="csY6" fmla="*/ 1143 h 15037"/>
                  <a:gd name="csX7" fmla="*/ 4501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1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8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8"/>
                    </a:moveTo>
                    <a:lnTo>
                      <a:pt x="429" y="15038"/>
                    </a:lnTo>
                    <a:lnTo>
                      <a:pt x="429" y="12216"/>
                    </a:lnTo>
                    <a:lnTo>
                      <a:pt x="3072" y="12216"/>
                    </a:lnTo>
                    <a:cubicBezTo>
                      <a:pt x="1036" y="10859"/>
                      <a:pt x="0" y="8894"/>
                      <a:pt x="0" y="6322"/>
                    </a:cubicBezTo>
                    <a:cubicBezTo>
                      <a:pt x="0" y="5215"/>
                      <a:pt x="214" y="4179"/>
                      <a:pt x="607" y="3251"/>
                    </a:cubicBezTo>
                    <a:cubicBezTo>
                      <a:pt x="1000" y="2322"/>
                      <a:pt x="1536" y="1607"/>
                      <a:pt x="2179" y="1143"/>
                    </a:cubicBezTo>
                    <a:cubicBezTo>
                      <a:pt x="2822" y="679"/>
                      <a:pt x="3608" y="357"/>
                      <a:pt x="4501" y="179"/>
                    </a:cubicBezTo>
                    <a:cubicBezTo>
                      <a:pt x="5072" y="72"/>
                      <a:pt x="6108" y="0"/>
                      <a:pt x="7572" y="0"/>
                    </a:cubicBezTo>
                    <a:lnTo>
                      <a:pt x="18967" y="0"/>
                    </a:lnTo>
                    <a:lnTo>
                      <a:pt x="18967" y="3143"/>
                    </a:lnTo>
                    <a:lnTo>
                      <a:pt x="7715" y="3143"/>
                    </a:lnTo>
                    <a:cubicBezTo>
                      <a:pt x="6429" y="3143"/>
                      <a:pt x="5465" y="3251"/>
                      <a:pt x="4858" y="3501"/>
                    </a:cubicBezTo>
                    <a:cubicBezTo>
                      <a:pt x="4215" y="3750"/>
                      <a:pt x="3715" y="4179"/>
                      <a:pt x="3322" y="4786"/>
                    </a:cubicBezTo>
                    <a:cubicBezTo>
                      <a:pt x="2929" y="5394"/>
                      <a:pt x="2750" y="6144"/>
                      <a:pt x="2750" y="6965"/>
                    </a:cubicBezTo>
                    <a:cubicBezTo>
                      <a:pt x="2750" y="8323"/>
                      <a:pt x="3179" y="9466"/>
                      <a:pt x="4036" y="10430"/>
                    </a:cubicBezTo>
                    <a:cubicBezTo>
                      <a:pt x="4893" y="11394"/>
                      <a:pt x="6501" y="11894"/>
                      <a:pt x="8858" y="11894"/>
                    </a:cubicBezTo>
                    <a:lnTo>
                      <a:pt x="18967" y="11894"/>
                    </a:lnTo>
                    <a:lnTo>
                      <a:pt x="18967" y="15038"/>
                    </a:lnTo>
                    <a:close/>
                  </a:path>
                </a:pathLst>
              </a:custGeom>
              <a:solidFill>
                <a:srgbClr val="000000"/>
              </a:solidFill>
              <a:ln w="3572" cap="flat">
                <a:noFill/>
                <a:prstDash val="solid"/>
                <a:miter/>
              </a:ln>
            </p:spPr>
            <p:txBody>
              <a:bodyPr/>
              <a:lstStyle/>
              <a:p>
                <a:endParaRPr lang="en-US" sz="1701"/>
              </a:p>
            </p:txBody>
          </p:sp>
          <p:sp>
            <p:nvSpPr>
              <p:cNvPr id="12212" name="Freeform: Shape 12211">
                <a:extLst>
                  <a:ext uri="{FF2B5EF4-FFF2-40B4-BE49-F238E27FC236}">
                    <a16:creationId xmlns:a16="http://schemas.microsoft.com/office/drawing/2014/main" id="{E9F620C0-1669-B305-3D4F-7128645877F6}"/>
                  </a:ext>
                </a:extLst>
              </p:cNvPr>
              <p:cNvSpPr/>
              <p:nvPr/>
            </p:nvSpPr>
            <p:spPr>
              <a:xfrm>
                <a:off x="4073084" y="2578558"/>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30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80 w 25574"/>
                  <a:gd name="csY12" fmla="*/ 16109 h 19538"/>
                  <a:gd name="csX13" fmla="*/ 12180 w 25574"/>
                  <a:gd name="csY13" fmla="*/ 9501 h 19538"/>
                  <a:gd name="csX14" fmla="*/ 10966 w 25574"/>
                  <a:gd name="csY14" fmla="*/ 4858 h 19538"/>
                  <a:gd name="csX15" fmla="*/ 7537 w 25574"/>
                  <a:gd name="csY15" fmla="*/ 3500 h 19538"/>
                  <a:gd name="csX16" fmla="*/ 4786 w 25574"/>
                  <a:gd name="csY16" fmla="*/ 4322 h 19538"/>
                  <a:gd name="csX17" fmla="*/ 3286 w 25574"/>
                  <a:gd name="csY17" fmla="*/ 6465 h 19538"/>
                  <a:gd name="csX18" fmla="*/ 3072 w 25574"/>
                  <a:gd name="csY18" fmla="*/ 9608 h 19538"/>
                  <a:gd name="csX19" fmla="*/ 3072 w 25574"/>
                  <a:gd name="csY19" fmla="*/ 16145 h 19538"/>
                  <a:gd name="csX20" fmla="*/ 12216 w 25574"/>
                  <a:gd name="csY20" fmla="*/ 16145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8" y="1250"/>
                      <a:pt x="3929" y="750"/>
                    </a:cubicBezTo>
                    <a:cubicBezTo>
                      <a:pt x="4965" y="250"/>
                      <a:pt x="6144" y="0"/>
                      <a:pt x="7430" y="0"/>
                    </a:cubicBezTo>
                    <a:cubicBezTo>
                      <a:pt x="9608" y="0"/>
                      <a:pt x="11430" y="679"/>
                      <a:pt x="12930" y="2072"/>
                    </a:cubicBezTo>
                    <a:cubicBezTo>
                      <a:pt x="14431" y="3465"/>
                      <a:pt x="15180" y="5965"/>
                      <a:pt x="15180" y="9573"/>
                    </a:cubicBezTo>
                    <a:lnTo>
                      <a:pt x="15180" y="16145"/>
                    </a:lnTo>
                    <a:lnTo>
                      <a:pt x="25575" y="16145"/>
                    </a:lnTo>
                    <a:lnTo>
                      <a:pt x="25575" y="19538"/>
                    </a:lnTo>
                    <a:moveTo>
                      <a:pt x="12180" y="16109"/>
                    </a:moveTo>
                    <a:lnTo>
                      <a:pt x="12180" y="9501"/>
                    </a:lnTo>
                    <a:cubicBezTo>
                      <a:pt x="12180" y="7322"/>
                      <a:pt x="11787" y="5751"/>
                      <a:pt x="10966" y="4858"/>
                    </a:cubicBezTo>
                    <a:cubicBezTo>
                      <a:pt x="10144" y="3965"/>
                      <a:pt x="9001" y="3500"/>
                      <a:pt x="7537" y="3500"/>
                    </a:cubicBezTo>
                    <a:cubicBezTo>
                      <a:pt x="6465" y="3500"/>
                      <a:pt x="5572" y="3750"/>
                      <a:pt x="4786" y="4322"/>
                    </a:cubicBezTo>
                    <a:cubicBezTo>
                      <a:pt x="4036" y="4858"/>
                      <a:pt x="3536" y="5572"/>
                      <a:pt x="3286" y="6465"/>
                    </a:cubicBezTo>
                    <a:cubicBezTo>
                      <a:pt x="3143" y="7036"/>
                      <a:pt x="3072" y="8072"/>
                      <a:pt x="3072" y="9608"/>
                    </a:cubicBezTo>
                    <a:lnTo>
                      <a:pt x="3072" y="16145"/>
                    </a:lnTo>
                    <a:lnTo>
                      <a:pt x="12216" y="16145"/>
                    </a:lnTo>
                    <a:close/>
                  </a:path>
                </a:pathLst>
              </a:custGeom>
              <a:solidFill>
                <a:srgbClr val="000000"/>
              </a:solidFill>
              <a:ln w="3572" cap="flat">
                <a:noFill/>
                <a:prstDash val="solid"/>
                <a:miter/>
              </a:ln>
            </p:spPr>
            <p:txBody>
              <a:bodyPr/>
              <a:lstStyle/>
              <a:p>
                <a:endParaRPr lang="en-US" sz="1701"/>
              </a:p>
            </p:txBody>
          </p:sp>
          <p:sp>
            <p:nvSpPr>
              <p:cNvPr id="12213" name="Freeform: Shape 12212">
                <a:extLst>
                  <a:ext uri="{FF2B5EF4-FFF2-40B4-BE49-F238E27FC236}">
                    <a16:creationId xmlns:a16="http://schemas.microsoft.com/office/drawing/2014/main" id="{9D9D97B2-B0A3-37F8-405A-D42B51EAA42D}"/>
                  </a:ext>
                </a:extLst>
              </p:cNvPr>
              <p:cNvSpPr/>
              <p:nvPr/>
            </p:nvSpPr>
            <p:spPr>
              <a:xfrm>
                <a:off x="4073084" y="2526556"/>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30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80 w 25574"/>
                  <a:gd name="csY12" fmla="*/ 16109 h 19538"/>
                  <a:gd name="csX13" fmla="*/ 12180 w 25574"/>
                  <a:gd name="csY13" fmla="*/ 9501 h 19538"/>
                  <a:gd name="csX14" fmla="*/ 10966 w 25574"/>
                  <a:gd name="csY14" fmla="*/ 4858 h 19538"/>
                  <a:gd name="csX15" fmla="*/ 7537 w 25574"/>
                  <a:gd name="csY15" fmla="*/ 3500 h 19538"/>
                  <a:gd name="csX16" fmla="*/ 4786 w 25574"/>
                  <a:gd name="csY16" fmla="*/ 4322 h 19538"/>
                  <a:gd name="csX17" fmla="*/ 3286 w 25574"/>
                  <a:gd name="csY17" fmla="*/ 6465 h 19538"/>
                  <a:gd name="csX18" fmla="*/ 3072 w 25574"/>
                  <a:gd name="csY18" fmla="*/ 9608 h 19538"/>
                  <a:gd name="csX19" fmla="*/ 3072 w 25574"/>
                  <a:gd name="csY19" fmla="*/ 16145 h 19538"/>
                  <a:gd name="csX20" fmla="*/ 12216 w 25574"/>
                  <a:gd name="csY20" fmla="*/ 16145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8" y="1250"/>
                      <a:pt x="3929" y="750"/>
                    </a:cubicBezTo>
                    <a:cubicBezTo>
                      <a:pt x="4965" y="250"/>
                      <a:pt x="6144" y="0"/>
                      <a:pt x="7430" y="0"/>
                    </a:cubicBezTo>
                    <a:cubicBezTo>
                      <a:pt x="9608" y="0"/>
                      <a:pt x="11430" y="679"/>
                      <a:pt x="12930" y="2072"/>
                    </a:cubicBezTo>
                    <a:cubicBezTo>
                      <a:pt x="14431" y="3465"/>
                      <a:pt x="15180" y="5965"/>
                      <a:pt x="15180" y="9573"/>
                    </a:cubicBezTo>
                    <a:lnTo>
                      <a:pt x="15180" y="16145"/>
                    </a:lnTo>
                    <a:lnTo>
                      <a:pt x="25575" y="16145"/>
                    </a:lnTo>
                    <a:lnTo>
                      <a:pt x="25575" y="19538"/>
                    </a:lnTo>
                    <a:moveTo>
                      <a:pt x="12180" y="16109"/>
                    </a:moveTo>
                    <a:lnTo>
                      <a:pt x="12180" y="9501"/>
                    </a:lnTo>
                    <a:cubicBezTo>
                      <a:pt x="12180" y="7322"/>
                      <a:pt x="11787" y="5751"/>
                      <a:pt x="10966" y="4858"/>
                    </a:cubicBezTo>
                    <a:cubicBezTo>
                      <a:pt x="10144" y="3965"/>
                      <a:pt x="9001" y="3500"/>
                      <a:pt x="7537" y="3500"/>
                    </a:cubicBezTo>
                    <a:cubicBezTo>
                      <a:pt x="6465" y="3500"/>
                      <a:pt x="5572" y="3750"/>
                      <a:pt x="4786" y="4322"/>
                    </a:cubicBezTo>
                    <a:cubicBezTo>
                      <a:pt x="4036" y="4858"/>
                      <a:pt x="3536" y="5572"/>
                      <a:pt x="3286" y="6465"/>
                    </a:cubicBezTo>
                    <a:cubicBezTo>
                      <a:pt x="3143" y="7036"/>
                      <a:pt x="3072" y="8072"/>
                      <a:pt x="3072" y="9608"/>
                    </a:cubicBezTo>
                    <a:lnTo>
                      <a:pt x="3072" y="16145"/>
                    </a:lnTo>
                    <a:lnTo>
                      <a:pt x="12216" y="16145"/>
                    </a:lnTo>
                    <a:close/>
                  </a:path>
                </a:pathLst>
              </a:custGeom>
              <a:solidFill>
                <a:srgbClr val="000000"/>
              </a:solidFill>
              <a:ln w="3572" cap="flat">
                <a:noFill/>
                <a:prstDash val="solid"/>
                <a:miter/>
              </a:ln>
            </p:spPr>
            <p:txBody>
              <a:bodyPr/>
              <a:lstStyle/>
              <a:p>
                <a:endParaRPr lang="en-US" sz="1701"/>
              </a:p>
            </p:txBody>
          </p:sp>
          <p:sp>
            <p:nvSpPr>
              <p:cNvPr id="12214" name="Freeform: Shape 12213">
                <a:extLst>
                  <a:ext uri="{FF2B5EF4-FFF2-40B4-BE49-F238E27FC236}">
                    <a16:creationId xmlns:a16="http://schemas.microsoft.com/office/drawing/2014/main" id="{CAA2C5EF-7B4A-8EB7-4D95-9C2B30FAD5B4}"/>
                  </a:ext>
                </a:extLst>
              </p:cNvPr>
              <p:cNvSpPr/>
              <p:nvPr/>
            </p:nvSpPr>
            <p:spPr>
              <a:xfrm>
                <a:off x="4087662" y="2482816"/>
                <a:ext cx="57140" cy="35162"/>
              </a:xfrm>
              <a:custGeom>
                <a:avLst/>
                <a:gdLst>
                  <a:gd name="csX0" fmla="*/ 26039 w 26038"/>
                  <a:gd name="csY0" fmla="*/ 16073 h 16109"/>
                  <a:gd name="csX1" fmla="*/ 393 w 26038"/>
                  <a:gd name="csY1" fmla="*/ 16073 h 16109"/>
                  <a:gd name="csX2" fmla="*/ 393 w 26038"/>
                  <a:gd name="csY2" fmla="*/ 13216 h 16109"/>
                  <a:gd name="csX3" fmla="*/ 2822 w 26038"/>
                  <a:gd name="csY3" fmla="*/ 13216 h 16109"/>
                  <a:gd name="csX4" fmla="*/ 714 w 26038"/>
                  <a:gd name="csY4" fmla="*/ 10930 h 16109"/>
                  <a:gd name="csX5" fmla="*/ 0 w 26038"/>
                  <a:gd name="csY5" fmla="*/ 7858 h 16109"/>
                  <a:gd name="csX6" fmla="*/ 1214 w 26038"/>
                  <a:gd name="csY6" fmla="*/ 3679 h 16109"/>
                  <a:gd name="csX7" fmla="*/ 4643 w 26038"/>
                  <a:gd name="csY7" fmla="*/ 929 h 16109"/>
                  <a:gd name="csX8" fmla="*/ 9501 w 26038"/>
                  <a:gd name="csY8" fmla="*/ 0 h 16109"/>
                  <a:gd name="csX9" fmla="*/ 14609 w 26038"/>
                  <a:gd name="csY9" fmla="*/ 1036 h 16109"/>
                  <a:gd name="csX10" fmla="*/ 18109 w 26038"/>
                  <a:gd name="csY10" fmla="*/ 4001 h 16109"/>
                  <a:gd name="csX11" fmla="*/ 19324 w 26038"/>
                  <a:gd name="csY11" fmla="*/ 8108 h 16109"/>
                  <a:gd name="csX12" fmla="*/ 18681 w 26038"/>
                  <a:gd name="csY12" fmla="*/ 10930 h 16109"/>
                  <a:gd name="csX13" fmla="*/ 17002 w 26038"/>
                  <a:gd name="csY13" fmla="*/ 12966 h 16109"/>
                  <a:gd name="csX14" fmla="*/ 26003 w 26038"/>
                  <a:gd name="csY14" fmla="*/ 12966 h 16109"/>
                  <a:gd name="csX15" fmla="*/ 26003 w 26038"/>
                  <a:gd name="csY15" fmla="*/ 16109 h 16109"/>
                  <a:gd name="csX16" fmla="*/ 9787 w 26038"/>
                  <a:gd name="csY16" fmla="*/ 13252 h 16109"/>
                  <a:gd name="csX17" fmla="*/ 15073 w 26038"/>
                  <a:gd name="csY17" fmla="*/ 11823 h 16109"/>
                  <a:gd name="csX18" fmla="*/ 16788 w 26038"/>
                  <a:gd name="csY18" fmla="*/ 8323 h 16109"/>
                  <a:gd name="csX19" fmla="*/ 15002 w 26038"/>
                  <a:gd name="csY19" fmla="*/ 4751 h 16109"/>
                  <a:gd name="csX20" fmla="*/ 9501 w 26038"/>
                  <a:gd name="csY20" fmla="*/ 3251 h 16109"/>
                  <a:gd name="csX21" fmla="*/ 4215 w 26038"/>
                  <a:gd name="csY21" fmla="*/ 4715 h 16109"/>
                  <a:gd name="csX22" fmla="*/ 2465 w 26038"/>
                  <a:gd name="csY22" fmla="*/ 8180 h 16109"/>
                  <a:gd name="csX23" fmla="*/ 4322 w 26038"/>
                  <a:gd name="csY23" fmla="*/ 11752 h 16109"/>
                  <a:gd name="csX24" fmla="*/ 9787 w 26038"/>
                  <a:gd name="csY24" fmla="*/ 13287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6038" h="16109">
                    <a:moveTo>
                      <a:pt x="26039" y="16073"/>
                    </a:moveTo>
                    <a:lnTo>
                      <a:pt x="393" y="16073"/>
                    </a:lnTo>
                    <a:lnTo>
                      <a:pt x="393" y="13216"/>
                    </a:lnTo>
                    <a:lnTo>
                      <a:pt x="2822" y="13216"/>
                    </a:lnTo>
                    <a:cubicBezTo>
                      <a:pt x="1893" y="12537"/>
                      <a:pt x="1179" y="11787"/>
                      <a:pt x="714" y="10930"/>
                    </a:cubicBezTo>
                    <a:cubicBezTo>
                      <a:pt x="250" y="10108"/>
                      <a:pt x="0" y="9073"/>
                      <a:pt x="0" y="7858"/>
                    </a:cubicBezTo>
                    <a:cubicBezTo>
                      <a:pt x="0" y="6287"/>
                      <a:pt x="429" y="4894"/>
                      <a:pt x="1214" y="3679"/>
                    </a:cubicBezTo>
                    <a:cubicBezTo>
                      <a:pt x="2036" y="2465"/>
                      <a:pt x="3179" y="1572"/>
                      <a:pt x="4643" y="929"/>
                    </a:cubicBezTo>
                    <a:cubicBezTo>
                      <a:pt x="6108" y="322"/>
                      <a:pt x="7751" y="0"/>
                      <a:pt x="9501" y="0"/>
                    </a:cubicBezTo>
                    <a:cubicBezTo>
                      <a:pt x="11394" y="0"/>
                      <a:pt x="13109" y="322"/>
                      <a:pt x="14609" y="1036"/>
                    </a:cubicBezTo>
                    <a:cubicBezTo>
                      <a:pt x="16109" y="1750"/>
                      <a:pt x="17288" y="2679"/>
                      <a:pt x="18109" y="4001"/>
                    </a:cubicBezTo>
                    <a:cubicBezTo>
                      <a:pt x="18931" y="5287"/>
                      <a:pt x="19324" y="6680"/>
                      <a:pt x="19324" y="8108"/>
                    </a:cubicBezTo>
                    <a:cubicBezTo>
                      <a:pt x="19324" y="9144"/>
                      <a:pt x="19109" y="10073"/>
                      <a:pt x="18681" y="10930"/>
                    </a:cubicBezTo>
                    <a:cubicBezTo>
                      <a:pt x="18252" y="11752"/>
                      <a:pt x="17681" y="12466"/>
                      <a:pt x="17002" y="12966"/>
                    </a:cubicBezTo>
                    <a:lnTo>
                      <a:pt x="26003" y="12966"/>
                    </a:lnTo>
                    <a:lnTo>
                      <a:pt x="26003" y="16109"/>
                    </a:lnTo>
                    <a:moveTo>
                      <a:pt x="9787" y="13252"/>
                    </a:moveTo>
                    <a:cubicBezTo>
                      <a:pt x="12180" y="13252"/>
                      <a:pt x="13930" y="12787"/>
                      <a:pt x="15073" y="11823"/>
                    </a:cubicBezTo>
                    <a:cubicBezTo>
                      <a:pt x="16216" y="10859"/>
                      <a:pt x="16788" y="9680"/>
                      <a:pt x="16788" y="8323"/>
                    </a:cubicBezTo>
                    <a:cubicBezTo>
                      <a:pt x="16788" y="6965"/>
                      <a:pt x="16216" y="5751"/>
                      <a:pt x="15002" y="4751"/>
                    </a:cubicBezTo>
                    <a:cubicBezTo>
                      <a:pt x="13823" y="3751"/>
                      <a:pt x="12001" y="3251"/>
                      <a:pt x="9501" y="3251"/>
                    </a:cubicBezTo>
                    <a:cubicBezTo>
                      <a:pt x="7001" y="3251"/>
                      <a:pt x="5358" y="3751"/>
                      <a:pt x="4215" y="4715"/>
                    </a:cubicBezTo>
                    <a:cubicBezTo>
                      <a:pt x="3036" y="5679"/>
                      <a:pt x="2465" y="6858"/>
                      <a:pt x="2465" y="8180"/>
                    </a:cubicBezTo>
                    <a:cubicBezTo>
                      <a:pt x="2465" y="9501"/>
                      <a:pt x="3108" y="10716"/>
                      <a:pt x="4322" y="11752"/>
                    </a:cubicBezTo>
                    <a:cubicBezTo>
                      <a:pt x="5572" y="12787"/>
                      <a:pt x="7394" y="13287"/>
                      <a:pt x="9787" y="13287"/>
                    </a:cubicBezTo>
                    <a:close/>
                  </a:path>
                </a:pathLst>
              </a:custGeom>
              <a:solidFill>
                <a:srgbClr val="000000"/>
              </a:solidFill>
              <a:ln w="3572" cap="flat">
                <a:noFill/>
                <a:prstDash val="solid"/>
                <a:miter/>
              </a:ln>
            </p:spPr>
            <p:txBody>
              <a:bodyPr/>
              <a:lstStyle/>
              <a:p>
                <a:endParaRPr lang="en-US" sz="1701"/>
              </a:p>
            </p:txBody>
          </p:sp>
          <p:sp>
            <p:nvSpPr>
              <p:cNvPr id="12216" name="Freeform: Shape 12215">
                <a:extLst>
                  <a:ext uri="{FF2B5EF4-FFF2-40B4-BE49-F238E27FC236}">
                    <a16:creationId xmlns:a16="http://schemas.microsoft.com/office/drawing/2014/main" id="{AB7AA286-8D75-B912-5670-5EE2C22F1644}"/>
                  </a:ext>
                </a:extLst>
              </p:cNvPr>
              <p:cNvSpPr/>
              <p:nvPr/>
            </p:nvSpPr>
            <p:spPr>
              <a:xfrm>
                <a:off x="4135398" y="2570607"/>
                <a:ext cx="56121" cy="52314"/>
              </a:xfrm>
              <a:custGeom>
                <a:avLst/>
                <a:gdLst>
                  <a:gd name="csX0" fmla="*/ 25575 w 25574"/>
                  <a:gd name="csY0" fmla="*/ 23932 h 23967"/>
                  <a:gd name="csX1" fmla="*/ 0 w 25574"/>
                  <a:gd name="csY1" fmla="*/ 14109 h 23967"/>
                  <a:gd name="csX2" fmla="*/ 0 w 25574"/>
                  <a:gd name="csY2" fmla="*/ 10466 h 23967"/>
                  <a:gd name="csX3" fmla="*/ 25575 w 25574"/>
                  <a:gd name="csY3" fmla="*/ 0 h 23967"/>
                  <a:gd name="csX4" fmla="*/ 25575 w 25574"/>
                  <a:gd name="csY4" fmla="*/ 3858 h 23967"/>
                  <a:gd name="csX5" fmla="*/ 17824 w 25574"/>
                  <a:gd name="csY5" fmla="*/ 6858 h 23967"/>
                  <a:gd name="csX6" fmla="*/ 17824 w 25574"/>
                  <a:gd name="csY6" fmla="*/ 17538 h 23967"/>
                  <a:gd name="csX7" fmla="*/ 25575 w 25574"/>
                  <a:gd name="csY7" fmla="*/ 20360 h 23967"/>
                  <a:gd name="csX8" fmla="*/ 25575 w 25574"/>
                  <a:gd name="csY8" fmla="*/ 23967 h 23967"/>
                  <a:gd name="csX9" fmla="*/ 15073 w 25574"/>
                  <a:gd name="csY9" fmla="*/ 16538 h 23967"/>
                  <a:gd name="csX10" fmla="*/ 15073 w 25574"/>
                  <a:gd name="csY10" fmla="*/ 7858 h 23967"/>
                  <a:gd name="csX11" fmla="*/ 8001 w 25574"/>
                  <a:gd name="csY11" fmla="*/ 10537 h 23967"/>
                  <a:gd name="csX12" fmla="*/ 2715 w 25574"/>
                  <a:gd name="csY12" fmla="*/ 12359 h 23967"/>
                  <a:gd name="csX13" fmla="*/ 7608 w 25574"/>
                  <a:gd name="csY13" fmla="*/ 13752 h 23967"/>
                  <a:gd name="csX14" fmla="*/ 15109 w 25574"/>
                  <a:gd name="csY14" fmla="*/ 16574 h 239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574" h="23967">
                    <a:moveTo>
                      <a:pt x="25575" y="23932"/>
                    </a:moveTo>
                    <a:lnTo>
                      <a:pt x="0" y="14109"/>
                    </a:lnTo>
                    <a:lnTo>
                      <a:pt x="0" y="10466"/>
                    </a:lnTo>
                    <a:lnTo>
                      <a:pt x="25575" y="0"/>
                    </a:lnTo>
                    <a:lnTo>
                      <a:pt x="25575" y="3858"/>
                    </a:lnTo>
                    <a:lnTo>
                      <a:pt x="17824" y="6858"/>
                    </a:lnTo>
                    <a:lnTo>
                      <a:pt x="17824" y="17538"/>
                    </a:lnTo>
                    <a:lnTo>
                      <a:pt x="25575" y="20360"/>
                    </a:lnTo>
                    <a:lnTo>
                      <a:pt x="25575" y="23967"/>
                    </a:lnTo>
                    <a:moveTo>
                      <a:pt x="15073" y="16538"/>
                    </a:moveTo>
                    <a:lnTo>
                      <a:pt x="15073" y="7858"/>
                    </a:lnTo>
                    <a:lnTo>
                      <a:pt x="8001" y="10537"/>
                    </a:lnTo>
                    <a:cubicBezTo>
                      <a:pt x="5858" y="11359"/>
                      <a:pt x="4072" y="11966"/>
                      <a:pt x="2715" y="12359"/>
                    </a:cubicBezTo>
                    <a:cubicBezTo>
                      <a:pt x="4358" y="12680"/>
                      <a:pt x="5965" y="13144"/>
                      <a:pt x="7608" y="13752"/>
                    </a:cubicBezTo>
                    <a:lnTo>
                      <a:pt x="15109" y="16574"/>
                    </a:lnTo>
                    <a:close/>
                  </a:path>
                </a:pathLst>
              </a:custGeom>
              <a:solidFill>
                <a:srgbClr val="000000"/>
              </a:solidFill>
              <a:ln w="3572" cap="flat">
                <a:noFill/>
                <a:prstDash val="solid"/>
                <a:miter/>
              </a:ln>
            </p:spPr>
            <p:txBody>
              <a:bodyPr/>
              <a:lstStyle/>
              <a:p>
                <a:endParaRPr lang="en-US" sz="1701"/>
              </a:p>
            </p:txBody>
          </p:sp>
          <p:sp>
            <p:nvSpPr>
              <p:cNvPr id="12217" name="Freeform: Shape 12216">
                <a:extLst>
                  <a:ext uri="{FF2B5EF4-FFF2-40B4-BE49-F238E27FC236}">
                    <a16:creationId xmlns:a16="http://schemas.microsoft.com/office/drawing/2014/main" id="{36EFC448-C3C5-C670-3FCB-BC382489FC92}"/>
                  </a:ext>
                </a:extLst>
              </p:cNvPr>
              <p:cNvSpPr/>
              <p:nvPr/>
            </p:nvSpPr>
            <p:spPr>
              <a:xfrm>
                <a:off x="4135477" y="2524686"/>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8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8"/>
                    </a:lnTo>
                    <a:close/>
                  </a:path>
                </a:pathLst>
              </a:custGeom>
              <a:solidFill>
                <a:srgbClr val="000000"/>
              </a:solidFill>
              <a:ln w="3572" cap="flat">
                <a:noFill/>
                <a:prstDash val="solid"/>
                <a:miter/>
              </a:ln>
            </p:spPr>
            <p:txBody>
              <a:bodyPr/>
              <a:lstStyle/>
              <a:p>
                <a:endParaRPr lang="en-US" sz="1701"/>
              </a:p>
            </p:txBody>
          </p:sp>
          <p:sp>
            <p:nvSpPr>
              <p:cNvPr id="12218" name="Freeform: Shape 12217">
                <a:extLst>
                  <a:ext uri="{FF2B5EF4-FFF2-40B4-BE49-F238E27FC236}">
                    <a16:creationId xmlns:a16="http://schemas.microsoft.com/office/drawing/2014/main" id="{0154F2D7-BF6B-8B69-181D-98FEBB949440}"/>
                  </a:ext>
                </a:extLst>
              </p:cNvPr>
              <p:cNvSpPr/>
              <p:nvPr/>
            </p:nvSpPr>
            <p:spPr>
              <a:xfrm>
                <a:off x="4149899" y="2485156"/>
                <a:ext cx="41620" cy="32822"/>
              </a:xfrm>
              <a:custGeom>
                <a:avLst/>
                <a:gdLst>
                  <a:gd name="csX0" fmla="*/ 18967 w 18966"/>
                  <a:gd name="csY0" fmla="*/ 15037 h 15037"/>
                  <a:gd name="csX1" fmla="*/ 429 w 18966"/>
                  <a:gd name="csY1" fmla="*/ 15037 h 15037"/>
                  <a:gd name="csX2" fmla="*/ 429 w 18966"/>
                  <a:gd name="csY2" fmla="*/ 12216 h 15037"/>
                  <a:gd name="csX3" fmla="*/ 3072 w 18966"/>
                  <a:gd name="csY3" fmla="*/ 12216 h 15037"/>
                  <a:gd name="csX4" fmla="*/ 0 w 18966"/>
                  <a:gd name="csY4" fmla="*/ 6322 h 15037"/>
                  <a:gd name="csX5" fmla="*/ 607 w 18966"/>
                  <a:gd name="csY5" fmla="*/ 3250 h 15037"/>
                  <a:gd name="csX6" fmla="*/ 2179 w 18966"/>
                  <a:gd name="csY6" fmla="*/ 1143 h 15037"/>
                  <a:gd name="csX7" fmla="*/ 4500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7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7"/>
                    </a:moveTo>
                    <a:lnTo>
                      <a:pt x="429" y="15037"/>
                    </a:lnTo>
                    <a:lnTo>
                      <a:pt x="429" y="12216"/>
                    </a:lnTo>
                    <a:lnTo>
                      <a:pt x="3072" y="12216"/>
                    </a:lnTo>
                    <a:cubicBezTo>
                      <a:pt x="1036" y="10858"/>
                      <a:pt x="0" y="8894"/>
                      <a:pt x="0" y="6322"/>
                    </a:cubicBezTo>
                    <a:cubicBezTo>
                      <a:pt x="0" y="5215"/>
                      <a:pt x="214" y="4179"/>
                      <a:pt x="607" y="3250"/>
                    </a:cubicBezTo>
                    <a:cubicBezTo>
                      <a:pt x="1000" y="2322"/>
                      <a:pt x="1536" y="1607"/>
                      <a:pt x="2179" y="1143"/>
                    </a:cubicBezTo>
                    <a:cubicBezTo>
                      <a:pt x="2822" y="679"/>
                      <a:pt x="3607" y="357"/>
                      <a:pt x="4500" y="179"/>
                    </a:cubicBezTo>
                    <a:cubicBezTo>
                      <a:pt x="5072" y="71"/>
                      <a:pt x="6108" y="0"/>
                      <a:pt x="7572" y="0"/>
                    </a:cubicBezTo>
                    <a:lnTo>
                      <a:pt x="18967" y="0"/>
                    </a:lnTo>
                    <a:lnTo>
                      <a:pt x="18967" y="3143"/>
                    </a:lnTo>
                    <a:lnTo>
                      <a:pt x="7715" y="3143"/>
                    </a:lnTo>
                    <a:cubicBezTo>
                      <a:pt x="6429" y="3143"/>
                      <a:pt x="5465" y="3250"/>
                      <a:pt x="4858" y="3500"/>
                    </a:cubicBezTo>
                    <a:cubicBezTo>
                      <a:pt x="4215" y="3750"/>
                      <a:pt x="3715" y="4179"/>
                      <a:pt x="3322" y="4786"/>
                    </a:cubicBezTo>
                    <a:cubicBezTo>
                      <a:pt x="2929" y="5394"/>
                      <a:pt x="2750" y="6144"/>
                      <a:pt x="2750" y="6965"/>
                    </a:cubicBezTo>
                    <a:cubicBezTo>
                      <a:pt x="2750" y="8322"/>
                      <a:pt x="3179" y="9465"/>
                      <a:pt x="4036" y="10430"/>
                    </a:cubicBezTo>
                    <a:cubicBezTo>
                      <a:pt x="4893" y="11394"/>
                      <a:pt x="6501" y="11894"/>
                      <a:pt x="8858" y="11894"/>
                    </a:cubicBezTo>
                    <a:lnTo>
                      <a:pt x="18967" y="11894"/>
                    </a:lnTo>
                    <a:lnTo>
                      <a:pt x="18967" y="15037"/>
                    </a:lnTo>
                    <a:close/>
                  </a:path>
                </a:pathLst>
              </a:custGeom>
              <a:solidFill>
                <a:srgbClr val="000000"/>
              </a:solidFill>
              <a:ln w="3572" cap="flat">
                <a:noFill/>
                <a:prstDash val="solid"/>
                <a:miter/>
              </a:ln>
            </p:spPr>
            <p:txBody>
              <a:bodyPr/>
              <a:lstStyle/>
              <a:p>
                <a:endParaRPr lang="en-US" sz="1701"/>
              </a:p>
            </p:txBody>
          </p:sp>
          <p:sp>
            <p:nvSpPr>
              <p:cNvPr id="12220" name="Freeform: Shape 12219">
                <a:extLst>
                  <a:ext uri="{FF2B5EF4-FFF2-40B4-BE49-F238E27FC236}">
                    <a16:creationId xmlns:a16="http://schemas.microsoft.com/office/drawing/2014/main" id="{5B0058CE-20C3-1460-FCC1-976ACFB5E4BF}"/>
                  </a:ext>
                </a:extLst>
              </p:cNvPr>
              <p:cNvSpPr/>
              <p:nvPr/>
            </p:nvSpPr>
            <p:spPr>
              <a:xfrm>
                <a:off x="4197713" y="2568033"/>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8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8"/>
                    </a:lnTo>
                    <a:close/>
                  </a:path>
                </a:pathLst>
              </a:custGeom>
              <a:solidFill>
                <a:srgbClr val="000000"/>
              </a:solidFill>
              <a:ln w="3572" cap="flat">
                <a:noFill/>
                <a:prstDash val="solid"/>
                <a:miter/>
              </a:ln>
            </p:spPr>
            <p:txBody>
              <a:bodyPr/>
              <a:lstStyle/>
              <a:p>
                <a:endParaRPr lang="en-US" sz="1701"/>
              </a:p>
            </p:txBody>
          </p:sp>
          <p:sp>
            <p:nvSpPr>
              <p:cNvPr id="12221" name="Freeform: Shape 12220">
                <a:extLst>
                  <a:ext uri="{FF2B5EF4-FFF2-40B4-BE49-F238E27FC236}">
                    <a16:creationId xmlns:a16="http://schemas.microsoft.com/office/drawing/2014/main" id="{B711672C-DEB1-1EB5-0163-1BC199132918}"/>
                  </a:ext>
                </a:extLst>
              </p:cNvPr>
              <p:cNvSpPr/>
              <p:nvPr/>
            </p:nvSpPr>
            <p:spPr>
              <a:xfrm>
                <a:off x="4197636" y="2525854"/>
                <a:ext cx="56121" cy="34850"/>
              </a:xfrm>
              <a:custGeom>
                <a:avLst/>
                <a:gdLst>
                  <a:gd name="csX0" fmla="*/ 25575 w 25574"/>
                  <a:gd name="csY0" fmla="*/ 15966 h 15966"/>
                  <a:gd name="csX1" fmla="*/ 0 w 25574"/>
                  <a:gd name="csY1" fmla="*/ 15966 h 15966"/>
                  <a:gd name="csX2" fmla="*/ 0 w 25574"/>
                  <a:gd name="csY2" fmla="*/ 12573 h 15966"/>
                  <a:gd name="csX3" fmla="*/ 22539 w 25574"/>
                  <a:gd name="csY3" fmla="*/ 12573 h 15966"/>
                  <a:gd name="csX4" fmla="*/ 22539 w 25574"/>
                  <a:gd name="csY4" fmla="*/ 0 h 15966"/>
                  <a:gd name="csX5" fmla="*/ 25539 w 25574"/>
                  <a:gd name="csY5" fmla="*/ 0 h 15966"/>
                  <a:gd name="csX6" fmla="*/ 25539 w 25574"/>
                  <a:gd name="csY6" fmla="*/ 15966 h 159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574" h="15966">
                    <a:moveTo>
                      <a:pt x="25575" y="15966"/>
                    </a:moveTo>
                    <a:lnTo>
                      <a:pt x="0" y="15966"/>
                    </a:lnTo>
                    <a:lnTo>
                      <a:pt x="0" y="12573"/>
                    </a:lnTo>
                    <a:lnTo>
                      <a:pt x="22539" y="12573"/>
                    </a:lnTo>
                    <a:lnTo>
                      <a:pt x="22539" y="0"/>
                    </a:lnTo>
                    <a:lnTo>
                      <a:pt x="25539" y="0"/>
                    </a:lnTo>
                    <a:lnTo>
                      <a:pt x="25539" y="15966"/>
                    </a:lnTo>
                    <a:close/>
                  </a:path>
                </a:pathLst>
              </a:custGeom>
              <a:solidFill>
                <a:srgbClr val="000000"/>
              </a:solidFill>
              <a:ln w="3572" cap="flat">
                <a:noFill/>
                <a:prstDash val="solid"/>
                <a:miter/>
              </a:ln>
            </p:spPr>
            <p:txBody>
              <a:bodyPr/>
              <a:lstStyle/>
              <a:p>
                <a:endParaRPr lang="en-US" sz="1701"/>
              </a:p>
            </p:txBody>
          </p:sp>
          <p:sp>
            <p:nvSpPr>
              <p:cNvPr id="12222" name="Freeform: Shape 12221">
                <a:extLst>
                  <a:ext uri="{FF2B5EF4-FFF2-40B4-BE49-F238E27FC236}">
                    <a16:creationId xmlns:a16="http://schemas.microsoft.com/office/drawing/2014/main" id="{ED7A8C0E-AEAA-7A8E-B919-3A05774EC4EE}"/>
                  </a:ext>
                </a:extLst>
              </p:cNvPr>
              <p:cNvSpPr/>
              <p:nvPr/>
            </p:nvSpPr>
            <p:spPr>
              <a:xfrm>
                <a:off x="4212058" y="2483131"/>
                <a:ext cx="42641" cy="37111"/>
              </a:xfrm>
              <a:custGeom>
                <a:avLst/>
                <a:gdLst>
                  <a:gd name="csX0" fmla="*/ 16716 w 19431"/>
                  <a:gd name="csY0" fmla="*/ 3858 h 17002"/>
                  <a:gd name="csX1" fmla="*/ 18824 w 19431"/>
                  <a:gd name="csY1" fmla="*/ 7215 h 17002"/>
                  <a:gd name="csX2" fmla="*/ 19431 w 19431"/>
                  <a:gd name="csY2" fmla="*/ 10680 h 17002"/>
                  <a:gd name="csX3" fmla="*/ 17931 w 19431"/>
                  <a:gd name="csY3" fmla="*/ 15359 h 17002"/>
                  <a:gd name="csX4" fmla="*/ 14109 w 19431"/>
                  <a:gd name="csY4" fmla="*/ 17002 h 17002"/>
                  <a:gd name="csX5" fmla="*/ 11609 w 19431"/>
                  <a:gd name="csY5" fmla="*/ 16395 h 17002"/>
                  <a:gd name="csX6" fmla="*/ 9787 w 19431"/>
                  <a:gd name="csY6" fmla="*/ 14788 h 17002"/>
                  <a:gd name="csX7" fmla="*/ 8751 w 19431"/>
                  <a:gd name="csY7" fmla="*/ 12537 h 17002"/>
                  <a:gd name="csX8" fmla="*/ 8287 w 19431"/>
                  <a:gd name="csY8" fmla="*/ 9751 h 17002"/>
                  <a:gd name="csX9" fmla="*/ 7215 w 19431"/>
                  <a:gd name="csY9" fmla="*/ 4143 h 17002"/>
                  <a:gd name="csX10" fmla="*/ 6394 w 19431"/>
                  <a:gd name="csY10" fmla="*/ 4143 h 17002"/>
                  <a:gd name="csX11" fmla="*/ 3679 w 19431"/>
                  <a:gd name="csY11" fmla="*/ 5036 h 17002"/>
                  <a:gd name="csX12" fmla="*/ 2607 w 19431"/>
                  <a:gd name="csY12" fmla="*/ 8608 h 17002"/>
                  <a:gd name="csX13" fmla="*/ 3358 w 19431"/>
                  <a:gd name="csY13" fmla="*/ 11894 h 17002"/>
                  <a:gd name="csX14" fmla="*/ 6108 w 19431"/>
                  <a:gd name="csY14" fmla="*/ 13466 h 17002"/>
                  <a:gd name="csX15" fmla="*/ 5679 w 19431"/>
                  <a:gd name="csY15" fmla="*/ 16538 h 17002"/>
                  <a:gd name="csX16" fmla="*/ 2500 w 19431"/>
                  <a:gd name="csY16" fmla="*/ 15145 h 17002"/>
                  <a:gd name="csX17" fmla="*/ 643 w 19431"/>
                  <a:gd name="csY17" fmla="*/ 12359 h 17002"/>
                  <a:gd name="csX18" fmla="*/ 0 w 19431"/>
                  <a:gd name="csY18" fmla="*/ 8144 h 17002"/>
                  <a:gd name="csX19" fmla="*/ 571 w 19431"/>
                  <a:gd name="csY19" fmla="*/ 4286 h 17002"/>
                  <a:gd name="csX20" fmla="*/ 1964 w 19431"/>
                  <a:gd name="csY20" fmla="*/ 2107 h 17002"/>
                  <a:gd name="csX21" fmla="*/ 4108 w 19431"/>
                  <a:gd name="csY21" fmla="*/ 1143 h 17002"/>
                  <a:gd name="csX22" fmla="*/ 7001 w 19431"/>
                  <a:gd name="csY22" fmla="*/ 964 h 17002"/>
                  <a:gd name="csX23" fmla="*/ 11180 w 19431"/>
                  <a:gd name="csY23" fmla="*/ 964 h 17002"/>
                  <a:gd name="csX24" fmla="*/ 16716 w 19431"/>
                  <a:gd name="csY24" fmla="*/ 786 h 17002"/>
                  <a:gd name="csX25" fmla="*/ 18931 w 19431"/>
                  <a:gd name="csY25" fmla="*/ 0 h 17002"/>
                  <a:gd name="csX26" fmla="*/ 18931 w 19431"/>
                  <a:gd name="csY26" fmla="*/ 3286 h 17002"/>
                  <a:gd name="csX27" fmla="*/ 16645 w 19431"/>
                  <a:gd name="csY27" fmla="*/ 3929 h 17002"/>
                  <a:gd name="csX28" fmla="*/ 9715 w 19431"/>
                  <a:gd name="csY28" fmla="*/ 4143 h 17002"/>
                  <a:gd name="csX29" fmla="*/ 10894 w 19431"/>
                  <a:gd name="csY29" fmla="*/ 9251 h 17002"/>
                  <a:gd name="csX30" fmla="*/ 11537 w 19431"/>
                  <a:gd name="csY30" fmla="*/ 12001 h 17002"/>
                  <a:gd name="csX31" fmla="*/ 12573 w 19431"/>
                  <a:gd name="csY31" fmla="*/ 13252 h 17002"/>
                  <a:gd name="csX32" fmla="*/ 14073 w 19431"/>
                  <a:gd name="csY32" fmla="*/ 13680 h 17002"/>
                  <a:gd name="csX33" fmla="*/ 16180 w 19431"/>
                  <a:gd name="csY33" fmla="*/ 12716 h 17002"/>
                  <a:gd name="csX34" fmla="*/ 17002 w 19431"/>
                  <a:gd name="csY34" fmla="*/ 9930 h 17002"/>
                  <a:gd name="csX35" fmla="*/ 16216 w 19431"/>
                  <a:gd name="csY35" fmla="*/ 6715 h 17002"/>
                  <a:gd name="csX36" fmla="*/ 14037 w 19431"/>
                  <a:gd name="csY36" fmla="*/ 4643 h 17002"/>
                  <a:gd name="csX37" fmla="*/ 10894 w 19431"/>
                  <a:gd name="csY37" fmla="*/ 4143 h 17002"/>
                  <a:gd name="csX38" fmla="*/ 9751 w 19431"/>
                  <a:gd name="csY38" fmla="*/ 4143 h 170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9431" h="17002">
                    <a:moveTo>
                      <a:pt x="16716" y="3858"/>
                    </a:moveTo>
                    <a:cubicBezTo>
                      <a:pt x="17716" y="5000"/>
                      <a:pt x="18395" y="6144"/>
                      <a:pt x="18824" y="7215"/>
                    </a:cubicBezTo>
                    <a:cubicBezTo>
                      <a:pt x="19217" y="8287"/>
                      <a:pt x="19431" y="9430"/>
                      <a:pt x="19431" y="10680"/>
                    </a:cubicBezTo>
                    <a:cubicBezTo>
                      <a:pt x="19431" y="12716"/>
                      <a:pt x="18931" y="14288"/>
                      <a:pt x="17931" y="15359"/>
                    </a:cubicBezTo>
                    <a:cubicBezTo>
                      <a:pt x="16931" y="16431"/>
                      <a:pt x="15680" y="17002"/>
                      <a:pt x="14109" y="17002"/>
                    </a:cubicBezTo>
                    <a:cubicBezTo>
                      <a:pt x="13216" y="17002"/>
                      <a:pt x="12394" y="16823"/>
                      <a:pt x="11609" y="16395"/>
                    </a:cubicBezTo>
                    <a:cubicBezTo>
                      <a:pt x="10858" y="16002"/>
                      <a:pt x="10251" y="15431"/>
                      <a:pt x="9787" y="14788"/>
                    </a:cubicBezTo>
                    <a:cubicBezTo>
                      <a:pt x="9358" y="14109"/>
                      <a:pt x="9001" y="13359"/>
                      <a:pt x="8751" y="12537"/>
                    </a:cubicBezTo>
                    <a:cubicBezTo>
                      <a:pt x="8572" y="11930"/>
                      <a:pt x="8430" y="11001"/>
                      <a:pt x="8287" y="9751"/>
                    </a:cubicBezTo>
                    <a:cubicBezTo>
                      <a:pt x="7965" y="7215"/>
                      <a:pt x="7644" y="5358"/>
                      <a:pt x="7215" y="4143"/>
                    </a:cubicBezTo>
                    <a:cubicBezTo>
                      <a:pt x="6786" y="4143"/>
                      <a:pt x="6501" y="4143"/>
                      <a:pt x="6394" y="4143"/>
                    </a:cubicBezTo>
                    <a:cubicBezTo>
                      <a:pt x="5108" y="4143"/>
                      <a:pt x="4215" y="4465"/>
                      <a:pt x="3679" y="5036"/>
                    </a:cubicBezTo>
                    <a:cubicBezTo>
                      <a:pt x="2964" y="5858"/>
                      <a:pt x="2607" y="7036"/>
                      <a:pt x="2607" y="8608"/>
                    </a:cubicBezTo>
                    <a:cubicBezTo>
                      <a:pt x="2607" y="10073"/>
                      <a:pt x="2857" y="11180"/>
                      <a:pt x="3358" y="11894"/>
                    </a:cubicBezTo>
                    <a:cubicBezTo>
                      <a:pt x="3857" y="12609"/>
                      <a:pt x="4786" y="13109"/>
                      <a:pt x="6108" y="13466"/>
                    </a:cubicBezTo>
                    <a:lnTo>
                      <a:pt x="5679" y="16538"/>
                    </a:lnTo>
                    <a:cubicBezTo>
                      <a:pt x="4358" y="16252"/>
                      <a:pt x="3322" y="15788"/>
                      <a:pt x="2500" y="15145"/>
                    </a:cubicBezTo>
                    <a:cubicBezTo>
                      <a:pt x="1679" y="14502"/>
                      <a:pt x="1072" y="13573"/>
                      <a:pt x="643" y="12359"/>
                    </a:cubicBezTo>
                    <a:cubicBezTo>
                      <a:pt x="214" y="11144"/>
                      <a:pt x="0" y="9751"/>
                      <a:pt x="0" y="8144"/>
                    </a:cubicBezTo>
                    <a:cubicBezTo>
                      <a:pt x="0" y="6537"/>
                      <a:pt x="179" y="5286"/>
                      <a:pt x="571" y="4286"/>
                    </a:cubicBezTo>
                    <a:cubicBezTo>
                      <a:pt x="964" y="3286"/>
                      <a:pt x="1429" y="2572"/>
                      <a:pt x="1964" y="2107"/>
                    </a:cubicBezTo>
                    <a:cubicBezTo>
                      <a:pt x="2536" y="1643"/>
                      <a:pt x="3250" y="1322"/>
                      <a:pt x="4108" y="1143"/>
                    </a:cubicBezTo>
                    <a:cubicBezTo>
                      <a:pt x="4643" y="1036"/>
                      <a:pt x="5608" y="964"/>
                      <a:pt x="7001" y="964"/>
                    </a:cubicBezTo>
                    <a:lnTo>
                      <a:pt x="11180" y="964"/>
                    </a:lnTo>
                    <a:cubicBezTo>
                      <a:pt x="14109" y="964"/>
                      <a:pt x="15930" y="893"/>
                      <a:pt x="16716" y="786"/>
                    </a:cubicBezTo>
                    <a:cubicBezTo>
                      <a:pt x="17466" y="643"/>
                      <a:pt x="18216" y="393"/>
                      <a:pt x="18931" y="0"/>
                    </a:cubicBezTo>
                    <a:lnTo>
                      <a:pt x="18931" y="3286"/>
                    </a:lnTo>
                    <a:cubicBezTo>
                      <a:pt x="18288" y="3608"/>
                      <a:pt x="17538" y="3822"/>
                      <a:pt x="16645" y="3929"/>
                    </a:cubicBezTo>
                    <a:moveTo>
                      <a:pt x="9715" y="4143"/>
                    </a:moveTo>
                    <a:cubicBezTo>
                      <a:pt x="10180" y="5286"/>
                      <a:pt x="10573" y="7001"/>
                      <a:pt x="10894" y="9251"/>
                    </a:cubicBezTo>
                    <a:cubicBezTo>
                      <a:pt x="11073" y="10537"/>
                      <a:pt x="11287" y="11466"/>
                      <a:pt x="11537" y="12001"/>
                    </a:cubicBezTo>
                    <a:cubicBezTo>
                      <a:pt x="11751" y="12537"/>
                      <a:pt x="12108" y="12966"/>
                      <a:pt x="12573" y="13252"/>
                    </a:cubicBezTo>
                    <a:cubicBezTo>
                      <a:pt x="13037" y="13537"/>
                      <a:pt x="13537" y="13680"/>
                      <a:pt x="14073" y="13680"/>
                    </a:cubicBezTo>
                    <a:cubicBezTo>
                      <a:pt x="14895" y="13680"/>
                      <a:pt x="15609" y="13359"/>
                      <a:pt x="16180" y="12716"/>
                    </a:cubicBezTo>
                    <a:cubicBezTo>
                      <a:pt x="16752" y="12073"/>
                      <a:pt x="17002" y="11180"/>
                      <a:pt x="17002" y="9930"/>
                    </a:cubicBezTo>
                    <a:cubicBezTo>
                      <a:pt x="17002" y="8680"/>
                      <a:pt x="16752" y="7644"/>
                      <a:pt x="16216" y="6715"/>
                    </a:cubicBezTo>
                    <a:cubicBezTo>
                      <a:pt x="15680" y="5751"/>
                      <a:pt x="14966" y="5072"/>
                      <a:pt x="14037" y="4643"/>
                    </a:cubicBezTo>
                    <a:cubicBezTo>
                      <a:pt x="13323" y="4322"/>
                      <a:pt x="12287" y="4143"/>
                      <a:pt x="10894" y="4143"/>
                    </a:cubicBezTo>
                    <a:lnTo>
                      <a:pt x="9751" y="4143"/>
                    </a:lnTo>
                    <a:close/>
                  </a:path>
                </a:pathLst>
              </a:custGeom>
              <a:solidFill>
                <a:srgbClr val="000000"/>
              </a:solidFill>
              <a:ln w="3572" cap="flat">
                <a:noFill/>
                <a:prstDash val="solid"/>
                <a:miter/>
              </a:ln>
            </p:spPr>
            <p:txBody>
              <a:bodyPr/>
              <a:lstStyle/>
              <a:p>
                <a:endParaRPr lang="en-US" sz="1701"/>
              </a:p>
            </p:txBody>
          </p:sp>
          <p:sp>
            <p:nvSpPr>
              <p:cNvPr id="12224" name="Freeform: Shape 12223">
                <a:extLst>
                  <a:ext uri="{FF2B5EF4-FFF2-40B4-BE49-F238E27FC236}">
                    <a16:creationId xmlns:a16="http://schemas.microsoft.com/office/drawing/2014/main" id="{896E7EB8-51A3-A822-CE90-F07B8CA0C369}"/>
                  </a:ext>
                </a:extLst>
              </p:cNvPr>
              <p:cNvSpPr/>
              <p:nvPr/>
            </p:nvSpPr>
            <p:spPr>
              <a:xfrm>
                <a:off x="4259950" y="2629159"/>
                <a:ext cx="56121" cy="43971"/>
              </a:xfrm>
              <a:custGeom>
                <a:avLst/>
                <a:gdLst>
                  <a:gd name="csX0" fmla="*/ 25575 w 25574"/>
                  <a:gd name="csY0" fmla="*/ 20145 h 20145"/>
                  <a:gd name="csX1" fmla="*/ 0 w 25574"/>
                  <a:gd name="csY1" fmla="*/ 20145 h 20145"/>
                  <a:gd name="csX2" fmla="*/ 0 w 25574"/>
                  <a:gd name="csY2" fmla="*/ 16681 h 20145"/>
                  <a:gd name="csX3" fmla="*/ 20074 w 25574"/>
                  <a:gd name="csY3" fmla="*/ 3251 h 20145"/>
                  <a:gd name="csX4" fmla="*/ 0 w 25574"/>
                  <a:gd name="csY4" fmla="*/ 3251 h 20145"/>
                  <a:gd name="csX5" fmla="*/ 0 w 25574"/>
                  <a:gd name="csY5" fmla="*/ 0 h 20145"/>
                  <a:gd name="csX6" fmla="*/ 25575 w 25574"/>
                  <a:gd name="csY6" fmla="*/ 0 h 20145"/>
                  <a:gd name="csX7" fmla="*/ 25575 w 25574"/>
                  <a:gd name="csY7" fmla="*/ 3465 h 20145"/>
                  <a:gd name="csX8" fmla="*/ 5501 w 25574"/>
                  <a:gd name="csY8" fmla="*/ 16895 h 20145"/>
                  <a:gd name="csX9" fmla="*/ 25575 w 25574"/>
                  <a:gd name="csY9" fmla="*/ 16895 h 20145"/>
                  <a:gd name="csX10" fmla="*/ 25575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5" y="20145"/>
                    </a:moveTo>
                    <a:lnTo>
                      <a:pt x="0" y="20145"/>
                    </a:lnTo>
                    <a:lnTo>
                      <a:pt x="0" y="16681"/>
                    </a:lnTo>
                    <a:lnTo>
                      <a:pt x="20074" y="3251"/>
                    </a:lnTo>
                    <a:lnTo>
                      <a:pt x="0" y="3251"/>
                    </a:lnTo>
                    <a:lnTo>
                      <a:pt x="0" y="0"/>
                    </a:lnTo>
                    <a:lnTo>
                      <a:pt x="25575" y="0"/>
                    </a:lnTo>
                    <a:lnTo>
                      <a:pt x="25575" y="3465"/>
                    </a:lnTo>
                    <a:lnTo>
                      <a:pt x="5501" y="16895"/>
                    </a:lnTo>
                    <a:lnTo>
                      <a:pt x="25575" y="16895"/>
                    </a:lnTo>
                    <a:lnTo>
                      <a:pt x="25575" y="20145"/>
                    </a:lnTo>
                    <a:close/>
                  </a:path>
                </a:pathLst>
              </a:custGeom>
              <a:solidFill>
                <a:srgbClr val="000000"/>
              </a:solidFill>
              <a:ln w="3572" cap="flat">
                <a:noFill/>
                <a:prstDash val="solid"/>
                <a:miter/>
              </a:ln>
            </p:spPr>
            <p:txBody>
              <a:bodyPr/>
              <a:lstStyle/>
              <a:p>
                <a:endParaRPr lang="en-US" sz="1701"/>
              </a:p>
            </p:txBody>
          </p:sp>
          <p:sp>
            <p:nvSpPr>
              <p:cNvPr id="12225" name="Freeform: Shape 12224">
                <a:extLst>
                  <a:ext uri="{FF2B5EF4-FFF2-40B4-BE49-F238E27FC236}">
                    <a16:creationId xmlns:a16="http://schemas.microsoft.com/office/drawing/2014/main" id="{5D4388CF-5619-2684-FB0C-ECC8646D29B2}"/>
                  </a:ext>
                </a:extLst>
              </p:cNvPr>
              <p:cNvSpPr/>
              <p:nvPr/>
            </p:nvSpPr>
            <p:spPr>
              <a:xfrm>
                <a:off x="4259950" y="2570607"/>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7 w 25574"/>
                  <a:gd name="csY5" fmla="*/ 1000 h 21145"/>
                  <a:gd name="csX6" fmla="*/ 12609 w 25574"/>
                  <a:gd name="csY6" fmla="*/ 0 h 21145"/>
                  <a:gd name="csX7" fmla="*/ 17788 w 25574"/>
                  <a:gd name="csY7" fmla="*/ 679 h 21145"/>
                  <a:gd name="csX8" fmla="*/ 21503 w 25574"/>
                  <a:gd name="csY8" fmla="*/ 2429 h 21145"/>
                  <a:gd name="csX9" fmla="*/ 23824 w 25574"/>
                  <a:gd name="csY9" fmla="*/ 4751 h 21145"/>
                  <a:gd name="csX10" fmla="*/ 25110 w 25574"/>
                  <a:gd name="csY10" fmla="*/ 7822 h 21145"/>
                  <a:gd name="csX11" fmla="*/ 25539 w 25574"/>
                  <a:gd name="csY11" fmla="*/ 11930 h 21145"/>
                  <a:gd name="csX12" fmla="*/ 25539 w 25574"/>
                  <a:gd name="csY12" fmla="*/ 21146 h 21145"/>
                  <a:gd name="csX13" fmla="*/ 22539 w 25574"/>
                  <a:gd name="csY13" fmla="*/ 17752 h 21145"/>
                  <a:gd name="csX14" fmla="*/ 22539 w 25574"/>
                  <a:gd name="csY14" fmla="*/ 12287 h 21145"/>
                  <a:gd name="csX15" fmla="*/ 22074 w 25574"/>
                  <a:gd name="csY15" fmla="*/ 8323 h 21145"/>
                  <a:gd name="csX16" fmla="*/ 20753 w 25574"/>
                  <a:gd name="csY16" fmla="*/ 6036 h 21145"/>
                  <a:gd name="csX17" fmla="*/ 17502 w 25574"/>
                  <a:gd name="csY17" fmla="*/ 4179 h 21145"/>
                  <a:gd name="csX18" fmla="*/ 12573 w 25574"/>
                  <a:gd name="csY18" fmla="*/ 3501 h 21145"/>
                  <a:gd name="csX19" fmla="*/ 6394 w 25574"/>
                  <a:gd name="csY19" fmla="*/ 4822 h 21145"/>
                  <a:gd name="csX20" fmla="*/ 3500 w 25574"/>
                  <a:gd name="csY20" fmla="*/ 8001 h 21145"/>
                  <a:gd name="csX21" fmla="*/ 3000 w 25574"/>
                  <a:gd name="csY21" fmla="*/ 12395 h 21145"/>
                  <a:gd name="csX22" fmla="*/ 3000 w 25574"/>
                  <a:gd name="csY22" fmla="*/ 17752 h 21145"/>
                  <a:gd name="csX23" fmla="*/ 22539 w 25574"/>
                  <a:gd name="csY23" fmla="*/ 17752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9"/>
                      <a:pt x="107" y="8823"/>
                      <a:pt x="357" y="7787"/>
                    </a:cubicBezTo>
                    <a:cubicBezTo>
                      <a:pt x="679" y="6322"/>
                      <a:pt x="1322" y="5072"/>
                      <a:pt x="2179" y="4036"/>
                    </a:cubicBezTo>
                    <a:cubicBezTo>
                      <a:pt x="3322" y="2679"/>
                      <a:pt x="4786" y="1679"/>
                      <a:pt x="6537" y="1000"/>
                    </a:cubicBezTo>
                    <a:cubicBezTo>
                      <a:pt x="8323" y="322"/>
                      <a:pt x="10323" y="0"/>
                      <a:pt x="12609" y="0"/>
                    </a:cubicBezTo>
                    <a:cubicBezTo>
                      <a:pt x="14538" y="0"/>
                      <a:pt x="16252" y="214"/>
                      <a:pt x="17788" y="679"/>
                    </a:cubicBezTo>
                    <a:cubicBezTo>
                      <a:pt x="19288" y="1143"/>
                      <a:pt x="20538" y="1715"/>
                      <a:pt x="21503" y="2429"/>
                    </a:cubicBezTo>
                    <a:cubicBezTo>
                      <a:pt x="22467" y="3143"/>
                      <a:pt x="23253" y="3929"/>
                      <a:pt x="23824" y="4751"/>
                    </a:cubicBezTo>
                    <a:cubicBezTo>
                      <a:pt x="24396" y="5608"/>
                      <a:pt x="24825" y="6608"/>
                      <a:pt x="25110" y="7822"/>
                    </a:cubicBezTo>
                    <a:cubicBezTo>
                      <a:pt x="25396" y="9001"/>
                      <a:pt x="25539" y="10359"/>
                      <a:pt x="25539" y="11930"/>
                    </a:cubicBezTo>
                    <a:lnTo>
                      <a:pt x="25539" y="21146"/>
                    </a:lnTo>
                    <a:moveTo>
                      <a:pt x="22539" y="17752"/>
                    </a:moveTo>
                    <a:lnTo>
                      <a:pt x="22539" y="12287"/>
                    </a:lnTo>
                    <a:cubicBezTo>
                      <a:pt x="22539" y="10609"/>
                      <a:pt x="22396" y="9287"/>
                      <a:pt x="22074" y="8323"/>
                    </a:cubicBezTo>
                    <a:cubicBezTo>
                      <a:pt x="21753" y="7358"/>
                      <a:pt x="21324" y="6608"/>
                      <a:pt x="20753" y="6036"/>
                    </a:cubicBezTo>
                    <a:cubicBezTo>
                      <a:pt x="19967" y="5215"/>
                      <a:pt x="18859" y="4608"/>
                      <a:pt x="17502" y="4179"/>
                    </a:cubicBezTo>
                    <a:cubicBezTo>
                      <a:pt x="16145" y="3751"/>
                      <a:pt x="14502" y="3501"/>
                      <a:pt x="12573" y="3501"/>
                    </a:cubicBezTo>
                    <a:cubicBezTo>
                      <a:pt x="9894" y="3501"/>
                      <a:pt x="7858" y="3929"/>
                      <a:pt x="6394" y="4822"/>
                    </a:cubicBezTo>
                    <a:cubicBezTo>
                      <a:pt x="4929" y="5715"/>
                      <a:pt x="4000" y="6751"/>
                      <a:pt x="3500" y="8001"/>
                    </a:cubicBezTo>
                    <a:cubicBezTo>
                      <a:pt x="3143" y="8894"/>
                      <a:pt x="3000" y="10359"/>
                      <a:pt x="3000" y="12395"/>
                    </a:cubicBezTo>
                    <a:lnTo>
                      <a:pt x="3000" y="17752"/>
                    </a:lnTo>
                    <a:lnTo>
                      <a:pt x="22539" y="17752"/>
                    </a:lnTo>
                    <a:close/>
                  </a:path>
                </a:pathLst>
              </a:custGeom>
              <a:solidFill>
                <a:srgbClr val="000000"/>
              </a:solidFill>
              <a:ln w="3572" cap="flat">
                <a:noFill/>
                <a:prstDash val="solid"/>
                <a:miter/>
              </a:ln>
            </p:spPr>
            <p:txBody>
              <a:bodyPr/>
              <a:lstStyle/>
              <a:p>
                <a:endParaRPr lang="en-US" sz="1701"/>
              </a:p>
            </p:txBody>
          </p:sp>
          <p:sp>
            <p:nvSpPr>
              <p:cNvPr id="12226" name="Freeform: Shape 12225">
                <a:extLst>
                  <a:ext uri="{FF2B5EF4-FFF2-40B4-BE49-F238E27FC236}">
                    <a16:creationId xmlns:a16="http://schemas.microsoft.com/office/drawing/2014/main" id="{BB8EC846-491C-8FE0-335A-6CBA5C3325F2}"/>
                  </a:ext>
                </a:extLst>
              </p:cNvPr>
              <p:cNvSpPr/>
              <p:nvPr/>
            </p:nvSpPr>
            <p:spPr>
              <a:xfrm>
                <a:off x="4259950" y="2551739"/>
                <a:ext cx="56121" cy="7406"/>
              </a:xfrm>
              <a:custGeom>
                <a:avLst/>
                <a:gdLst>
                  <a:gd name="csX0" fmla="*/ 25575 w 25574"/>
                  <a:gd name="csY0" fmla="*/ 3393 h 3393"/>
                  <a:gd name="csX1" fmla="*/ 0 w 25574"/>
                  <a:gd name="csY1" fmla="*/ 3393 h 3393"/>
                  <a:gd name="csX2" fmla="*/ 0 w 25574"/>
                  <a:gd name="csY2" fmla="*/ 0 h 3393"/>
                  <a:gd name="csX3" fmla="*/ 25575 w 25574"/>
                  <a:gd name="csY3" fmla="*/ 0 h 3393"/>
                  <a:gd name="csX4" fmla="*/ 25575 w 25574"/>
                  <a:gd name="csY4" fmla="*/ 3393 h 3393"/>
                </a:gdLst>
                <a:ahLst/>
                <a:cxnLst>
                  <a:cxn ang="0">
                    <a:pos x="csX0" y="csY0"/>
                  </a:cxn>
                  <a:cxn ang="0">
                    <a:pos x="csX1" y="csY1"/>
                  </a:cxn>
                  <a:cxn ang="0">
                    <a:pos x="csX2" y="csY2"/>
                  </a:cxn>
                  <a:cxn ang="0">
                    <a:pos x="csX3" y="csY3"/>
                  </a:cxn>
                  <a:cxn ang="0">
                    <a:pos x="csX4" y="csY4"/>
                  </a:cxn>
                </a:cxnLst>
                <a:rect l="l" t="t" r="r" b="b"/>
                <a:pathLst>
                  <a:path w="25574" h="3393">
                    <a:moveTo>
                      <a:pt x="25575" y="3393"/>
                    </a:moveTo>
                    <a:lnTo>
                      <a:pt x="0" y="3393"/>
                    </a:lnTo>
                    <a:lnTo>
                      <a:pt x="0" y="0"/>
                    </a:lnTo>
                    <a:lnTo>
                      <a:pt x="25575" y="0"/>
                    </a:lnTo>
                    <a:lnTo>
                      <a:pt x="25575" y="3393"/>
                    </a:lnTo>
                    <a:close/>
                  </a:path>
                </a:pathLst>
              </a:custGeom>
              <a:solidFill>
                <a:srgbClr val="000000"/>
              </a:solidFill>
              <a:ln w="3572" cap="flat">
                <a:noFill/>
                <a:prstDash val="solid"/>
                <a:miter/>
              </a:ln>
            </p:spPr>
            <p:txBody>
              <a:bodyPr/>
              <a:lstStyle/>
              <a:p>
                <a:endParaRPr lang="en-US" sz="1701"/>
              </a:p>
            </p:txBody>
          </p:sp>
          <p:sp>
            <p:nvSpPr>
              <p:cNvPr id="12227" name="Freeform: Shape 12226">
                <a:extLst>
                  <a:ext uri="{FF2B5EF4-FFF2-40B4-BE49-F238E27FC236}">
                    <a16:creationId xmlns:a16="http://schemas.microsoft.com/office/drawing/2014/main" id="{28D31857-C1E3-9C81-4B33-2D168126B579}"/>
                  </a:ext>
                </a:extLst>
              </p:cNvPr>
              <p:cNvSpPr/>
              <p:nvPr/>
            </p:nvSpPr>
            <p:spPr>
              <a:xfrm>
                <a:off x="4259950" y="2504181"/>
                <a:ext cx="56121" cy="34850"/>
              </a:xfrm>
              <a:custGeom>
                <a:avLst/>
                <a:gdLst>
                  <a:gd name="csX0" fmla="*/ 25575 w 25574"/>
                  <a:gd name="csY0" fmla="*/ 15966 h 15966"/>
                  <a:gd name="csX1" fmla="*/ 0 w 25574"/>
                  <a:gd name="csY1" fmla="*/ 15966 h 15966"/>
                  <a:gd name="csX2" fmla="*/ 0 w 25574"/>
                  <a:gd name="csY2" fmla="*/ 12573 h 15966"/>
                  <a:gd name="csX3" fmla="*/ 22539 w 25574"/>
                  <a:gd name="csY3" fmla="*/ 12573 h 15966"/>
                  <a:gd name="csX4" fmla="*/ 22539 w 25574"/>
                  <a:gd name="csY4" fmla="*/ 0 h 15966"/>
                  <a:gd name="csX5" fmla="*/ 25539 w 25574"/>
                  <a:gd name="csY5" fmla="*/ 0 h 15966"/>
                  <a:gd name="csX6" fmla="*/ 25539 w 25574"/>
                  <a:gd name="csY6" fmla="*/ 15966 h 159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574" h="15966">
                    <a:moveTo>
                      <a:pt x="25575" y="15966"/>
                    </a:moveTo>
                    <a:lnTo>
                      <a:pt x="0" y="15966"/>
                    </a:lnTo>
                    <a:lnTo>
                      <a:pt x="0" y="12573"/>
                    </a:lnTo>
                    <a:lnTo>
                      <a:pt x="22539" y="12573"/>
                    </a:lnTo>
                    <a:lnTo>
                      <a:pt x="22539" y="0"/>
                    </a:lnTo>
                    <a:lnTo>
                      <a:pt x="25539" y="0"/>
                    </a:lnTo>
                    <a:lnTo>
                      <a:pt x="25539" y="15966"/>
                    </a:lnTo>
                    <a:close/>
                  </a:path>
                </a:pathLst>
              </a:custGeom>
              <a:solidFill>
                <a:srgbClr val="000000"/>
              </a:solidFill>
              <a:ln w="3572" cap="flat">
                <a:noFill/>
                <a:prstDash val="solid"/>
                <a:miter/>
              </a:ln>
            </p:spPr>
            <p:txBody>
              <a:bodyPr/>
              <a:lstStyle/>
              <a:p>
                <a:endParaRPr lang="en-US" sz="1701"/>
              </a:p>
            </p:txBody>
          </p:sp>
          <p:sp>
            <p:nvSpPr>
              <p:cNvPr id="12228" name="Freeform: Shape 12227">
                <a:extLst>
                  <a:ext uri="{FF2B5EF4-FFF2-40B4-BE49-F238E27FC236}">
                    <a16:creationId xmlns:a16="http://schemas.microsoft.com/office/drawing/2014/main" id="{635B9C05-C324-D1D1-AF21-8D7450A82826}"/>
                  </a:ext>
                </a:extLst>
              </p:cNvPr>
              <p:cNvSpPr/>
              <p:nvPr/>
            </p:nvSpPr>
            <p:spPr>
              <a:xfrm>
                <a:off x="4259950" y="2486715"/>
                <a:ext cx="56121" cy="7406"/>
              </a:xfrm>
              <a:custGeom>
                <a:avLst/>
                <a:gdLst>
                  <a:gd name="csX0" fmla="*/ 25575 w 25574"/>
                  <a:gd name="csY0" fmla="*/ 3393 h 3393"/>
                  <a:gd name="csX1" fmla="*/ 0 w 25574"/>
                  <a:gd name="csY1" fmla="*/ 3393 h 3393"/>
                  <a:gd name="csX2" fmla="*/ 0 w 25574"/>
                  <a:gd name="csY2" fmla="*/ 0 h 3393"/>
                  <a:gd name="csX3" fmla="*/ 25575 w 25574"/>
                  <a:gd name="csY3" fmla="*/ 0 h 3393"/>
                  <a:gd name="csX4" fmla="*/ 25575 w 25574"/>
                  <a:gd name="csY4" fmla="*/ 3393 h 3393"/>
                </a:gdLst>
                <a:ahLst/>
                <a:cxnLst>
                  <a:cxn ang="0">
                    <a:pos x="csX0" y="csY0"/>
                  </a:cxn>
                  <a:cxn ang="0">
                    <a:pos x="csX1" y="csY1"/>
                  </a:cxn>
                  <a:cxn ang="0">
                    <a:pos x="csX2" y="csY2"/>
                  </a:cxn>
                  <a:cxn ang="0">
                    <a:pos x="csX3" y="csY3"/>
                  </a:cxn>
                  <a:cxn ang="0">
                    <a:pos x="csX4" y="csY4"/>
                  </a:cxn>
                </a:cxnLst>
                <a:rect l="l" t="t" r="r" b="b"/>
                <a:pathLst>
                  <a:path w="25574" h="3393">
                    <a:moveTo>
                      <a:pt x="25575" y="3393"/>
                    </a:moveTo>
                    <a:lnTo>
                      <a:pt x="0" y="3393"/>
                    </a:lnTo>
                    <a:lnTo>
                      <a:pt x="0" y="0"/>
                    </a:lnTo>
                    <a:lnTo>
                      <a:pt x="25575" y="0"/>
                    </a:lnTo>
                    <a:lnTo>
                      <a:pt x="25575" y="3393"/>
                    </a:lnTo>
                    <a:close/>
                  </a:path>
                </a:pathLst>
              </a:custGeom>
              <a:solidFill>
                <a:srgbClr val="000000"/>
              </a:solidFill>
              <a:ln w="3572" cap="flat">
                <a:noFill/>
                <a:prstDash val="solid"/>
                <a:miter/>
              </a:ln>
            </p:spPr>
            <p:txBody>
              <a:bodyPr/>
              <a:lstStyle/>
              <a:p>
                <a:endParaRPr lang="en-US" sz="1701"/>
              </a:p>
            </p:txBody>
          </p:sp>
          <p:sp>
            <p:nvSpPr>
              <p:cNvPr id="12230" name="Freeform: Shape 12229">
                <a:extLst>
                  <a:ext uri="{FF2B5EF4-FFF2-40B4-BE49-F238E27FC236}">
                    <a16:creationId xmlns:a16="http://schemas.microsoft.com/office/drawing/2014/main" id="{1362568E-5028-121B-151D-25411EEAF68C}"/>
                  </a:ext>
                </a:extLst>
              </p:cNvPr>
              <p:cNvSpPr/>
              <p:nvPr/>
            </p:nvSpPr>
            <p:spPr>
              <a:xfrm>
                <a:off x="4322187" y="2596647"/>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7 w 25574"/>
                  <a:gd name="csY5" fmla="*/ 1000 h 21145"/>
                  <a:gd name="csX6" fmla="*/ 12609 w 25574"/>
                  <a:gd name="csY6" fmla="*/ 0 h 21145"/>
                  <a:gd name="csX7" fmla="*/ 17788 w 25574"/>
                  <a:gd name="csY7" fmla="*/ 679 h 21145"/>
                  <a:gd name="csX8" fmla="*/ 21503 w 25574"/>
                  <a:gd name="csY8" fmla="*/ 2429 h 21145"/>
                  <a:gd name="csX9" fmla="*/ 23824 w 25574"/>
                  <a:gd name="csY9" fmla="*/ 4751 h 21145"/>
                  <a:gd name="csX10" fmla="*/ 25110 w 25574"/>
                  <a:gd name="csY10" fmla="*/ 7822 h 21145"/>
                  <a:gd name="csX11" fmla="*/ 25539 w 25574"/>
                  <a:gd name="csY11" fmla="*/ 11930 h 21145"/>
                  <a:gd name="csX12" fmla="*/ 25539 w 25574"/>
                  <a:gd name="csY12" fmla="*/ 21145 h 21145"/>
                  <a:gd name="csX13" fmla="*/ 22574 w 25574"/>
                  <a:gd name="csY13" fmla="*/ 17717 h 21145"/>
                  <a:gd name="csX14" fmla="*/ 22574 w 25574"/>
                  <a:gd name="csY14" fmla="*/ 12252 h 21145"/>
                  <a:gd name="csX15" fmla="*/ 22110 w 25574"/>
                  <a:gd name="csY15" fmla="*/ 8287 h 21145"/>
                  <a:gd name="csX16" fmla="*/ 20788 w 25574"/>
                  <a:gd name="csY16" fmla="*/ 6001 h 21145"/>
                  <a:gd name="csX17" fmla="*/ 17538 w 25574"/>
                  <a:gd name="csY17" fmla="*/ 4143 h 21145"/>
                  <a:gd name="csX18" fmla="*/ 12609 w 25574"/>
                  <a:gd name="csY18" fmla="*/ 3465 h 21145"/>
                  <a:gd name="csX19" fmla="*/ 6429 w 25574"/>
                  <a:gd name="csY19" fmla="*/ 4786 h 21145"/>
                  <a:gd name="csX20" fmla="*/ 3536 w 25574"/>
                  <a:gd name="csY20" fmla="*/ 7965 h 21145"/>
                  <a:gd name="csX21" fmla="*/ 3036 w 25574"/>
                  <a:gd name="csY21" fmla="*/ 12359 h 21145"/>
                  <a:gd name="csX22" fmla="*/ 3036 w 25574"/>
                  <a:gd name="csY22" fmla="*/ 17717 h 21145"/>
                  <a:gd name="csX23" fmla="*/ 22574 w 25574"/>
                  <a:gd name="csY23" fmla="*/ 17717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8"/>
                      <a:pt x="107" y="8822"/>
                      <a:pt x="357" y="7787"/>
                    </a:cubicBezTo>
                    <a:cubicBezTo>
                      <a:pt x="679" y="6322"/>
                      <a:pt x="1322" y="5072"/>
                      <a:pt x="2179" y="4036"/>
                    </a:cubicBezTo>
                    <a:cubicBezTo>
                      <a:pt x="3322" y="2679"/>
                      <a:pt x="4786" y="1679"/>
                      <a:pt x="6537" y="1000"/>
                    </a:cubicBezTo>
                    <a:cubicBezTo>
                      <a:pt x="8323" y="321"/>
                      <a:pt x="10323" y="0"/>
                      <a:pt x="12609" y="0"/>
                    </a:cubicBezTo>
                    <a:cubicBezTo>
                      <a:pt x="14538" y="0"/>
                      <a:pt x="16252" y="214"/>
                      <a:pt x="17788" y="679"/>
                    </a:cubicBezTo>
                    <a:cubicBezTo>
                      <a:pt x="19288" y="1143"/>
                      <a:pt x="20538" y="1714"/>
                      <a:pt x="21503" y="2429"/>
                    </a:cubicBezTo>
                    <a:cubicBezTo>
                      <a:pt x="22467" y="3143"/>
                      <a:pt x="23253" y="3929"/>
                      <a:pt x="23824" y="4751"/>
                    </a:cubicBezTo>
                    <a:cubicBezTo>
                      <a:pt x="24396" y="5608"/>
                      <a:pt x="24825" y="6608"/>
                      <a:pt x="25110" y="7822"/>
                    </a:cubicBezTo>
                    <a:cubicBezTo>
                      <a:pt x="25396" y="9001"/>
                      <a:pt x="25539" y="10358"/>
                      <a:pt x="25539" y="11930"/>
                    </a:cubicBezTo>
                    <a:lnTo>
                      <a:pt x="25539" y="21145"/>
                    </a:lnTo>
                    <a:moveTo>
                      <a:pt x="22574" y="17717"/>
                    </a:moveTo>
                    <a:lnTo>
                      <a:pt x="22574" y="12252"/>
                    </a:lnTo>
                    <a:cubicBezTo>
                      <a:pt x="22574" y="10573"/>
                      <a:pt x="22431" y="9251"/>
                      <a:pt x="22110" y="8287"/>
                    </a:cubicBezTo>
                    <a:cubicBezTo>
                      <a:pt x="21788" y="7322"/>
                      <a:pt x="21360" y="6572"/>
                      <a:pt x="20788" y="6001"/>
                    </a:cubicBezTo>
                    <a:cubicBezTo>
                      <a:pt x="20002" y="5179"/>
                      <a:pt x="18895" y="4572"/>
                      <a:pt x="17538" y="4143"/>
                    </a:cubicBezTo>
                    <a:cubicBezTo>
                      <a:pt x="16180" y="3715"/>
                      <a:pt x="14538" y="3465"/>
                      <a:pt x="12609" y="3465"/>
                    </a:cubicBezTo>
                    <a:cubicBezTo>
                      <a:pt x="9930" y="3465"/>
                      <a:pt x="7894" y="3893"/>
                      <a:pt x="6429" y="4786"/>
                    </a:cubicBezTo>
                    <a:cubicBezTo>
                      <a:pt x="4965" y="5679"/>
                      <a:pt x="4036" y="6715"/>
                      <a:pt x="3536" y="7965"/>
                    </a:cubicBezTo>
                    <a:cubicBezTo>
                      <a:pt x="3179" y="8858"/>
                      <a:pt x="3036" y="10323"/>
                      <a:pt x="3036" y="12359"/>
                    </a:cubicBezTo>
                    <a:lnTo>
                      <a:pt x="3036" y="17717"/>
                    </a:lnTo>
                    <a:lnTo>
                      <a:pt x="22574" y="17717"/>
                    </a:lnTo>
                    <a:close/>
                  </a:path>
                </a:pathLst>
              </a:custGeom>
              <a:solidFill>
                <a:srgbClr val="000000"/>
              </a:solidFill>
              <a:ln w="3572" cap="flat">
                <a:noFill/>
                <a:prstDash val="solid"/>
                <a:miter/>
              </a:ln>
            </p:spPr>
            <p:txBody>
              <a:bodyPr/>
              <a:lstStyle/>
              <a:p>
                <a:endParaRPr lang="en-US" sz="1701"/>
              </a:p>
            </p:txBody>
          </p:sp>
          <p:sp>
            <p:nvSpPr>
              <p:cNvPr id="12231" name="Freeform: Shape 12230">
                <a:extLst>
                  <a:ext uri="{FF2B5EF4-FFF2-40B4-BE49-F238E27FC236}">
                    <a16:creationId xmlns:a16="http://schemas.microsoft.com/office/drawing/2014/main" id="{A171C74B-4DE3-2EC6-4A0C-050409610735}"/>
                  </a:ext>
                </a:extLst>
              </p:cNvPr>
              <p:cNvSpPr/>
              <p:nvPr/>
            </p:nvSpPr>
            <p:spPr>
              <a:xfrm>
                <a:off x="4322187" y="2554624"/>
                <a:ext cx="57063" cy="35162"/>
              </a:xfrm>
              <a:custGeom>
                <a:avLst/>
                <a:gdLst>
                  <a:gd name="csX0" fmla="*/ 25575 w 26003"/>
                  <a:gd name="csY0" fmla="*/ 2965 h 16109"/>
                  <a:gd name="csX1" fmla="*/ 23253 w 26003"/>
                  <a:gd name="csY1" fmla="*/ 2965 h 16109"/>
                  <a:gd name="csX2" fmla="*/ 26003 w 26003"/>
                  <a:gd name="csY2" fmla="*/ 8144 h 16109"/>
                  <a:gd name="csX3" fmla="*/ 24789 w 26003"/>
                  <a:gd name="csY3" fmla="*/ 12216 h 16109"/>
                  <a:gd name="csX4" fmla="*/ 21360 w 26003"/>
                  <a:gd name="csY4" fmla="*/ 15073 h 16109"/>
                  <a:gd name="csX5" fmla="*/ 16323 w 26003"/>
                  <a:gd name="csY5" fmla="*/ 16109 h 16109"/>
                  <a:gd name="csX6" fmla="*/ 11287 w 26003"/>
                  <a:gd name="csY6" fmla="*/ 15180 h 16109"/>
                  <a:gd name="csX7" fmla="*/ 7822 w 26003"/>
                  <a:gd name="csY7" fmla="*/ 12395 h 16109"/>
                  <a:gd name="csX8" fmla="*/ 6608 w 26003"/>
                  <a:gd name="csY8" fmla="*/ 8251 h 16109"/>
                  <a:gd name="csX9" fmla="*/ 7322 w 26003"/>
                  <a:gd name="csY9" fmla="*/ 5251 h 16109"/>
                  <a:gd name="csX10" fmla="*/ 9180 w 26003"/>
                  <a:gd name="csY10" fmla="*/ 3143 h 16109"/>
                  <a:gd name="csX11" fmla="*/ 0 w 26003"/>
                  <a:gd name="csY11" fmla="*/ 3143 h 16109"/>
                  <a:gd name="csX12" fmla="*/ 0 w 26003"/>
                  <a:gd name="csY12" fmla="*/ 0 h 16109"/>
                  <a:gd name="csX13" fmla="*/ 25575 w 26003"/>
                  <a:gd name="csY13" fmla="*/ 0 h 16109"/>
                  <a:gd name="csX14" fmla="*/ 25575 w 26003"/>
                  <a:gd name="csY14" fmla="*/ 2929 h 16109"/>
                  <a:gd name="csX15" fmla="*/ 16359 w 26003"/>
                  <a:gd name="csY15" fmla="*/ 12859 h 16109"/>
                  <a:gd name="csX16" fmla="*/ 21681 w 26003"/>
                  <a:gd name="csY16" fmla="*/ 11359 h 16109"/>
                  <a:gd name="csX17" fmla="*/ 23431 w 26003"/>
                  <a:gd name="csY17" fmla="*/ 7822 h 16109"/>
                  <a:gd name="csX18" fmla="*/ 21753 w 26003"/>
                  <a:gd name="csY18" fmla="*/ 4322 h 16109"/>
                  <a:gd name="csX19" fmla="*/ 16609 w 26003"/>
                  <a:gd name="csY19" fmla="*/ 2893 h 16109"/>
                  <a:gd name="csX20" fmla="*/ 11037 w 26003"/>
                  <a:gd name="csY20" fmla="*/ 4358 h 16109"/>
                  <a:gd name="csX21" fmla="*/ 9251 w 26003"/>
                  <a:gd name="csY21" fmla="*/ 7965 h 16109"/>
                  <a:gd name="csX22" fmla="*/ 10966 w 26003"/>
                  <a:gd name="csY22" fmla="*/ 11466 h 16109"/>
                  <a:gd name="csX23" fmla="*/ 16359 w 26003"/>
                  <a:gd name="csY23" fmla="*/ 12859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9">
                    <a:moveTo>
                      <a:pt x="25575" y="2965"/>
                    </a:moveTo>
                    <a:lnTo>
                      <a:pt x="23253" y="2965"/>
                    </a:lnTo>
                    <a:cubicBezTo>
                      <a:pt x="25075" y="4143"/>
                      <a:pt x="26003" y="5858"/>
                      <a:pt x="26003" y="8144"/>
                    </a:cubicBezTo>
                    <a:cubicBezTo>
                      <a:pt x="26003" y="9608"/>
                      <a:pt x="25610" y="10966"/>
                      <a:pt x="24789" y="12216"/>
                    </a:cubicBezTo>
                    <a:cubicBezTo>
                      <a:pt x="23967" y="13466"/>
                      <a:pt x="22824" y="14430"/>
                      <a:pt x="21360" y="15073"/>
                    </a:cubicBezTo>
                    <a:cubicBezTo>
                      <a:pt x="19895" y="15752"/>
                      <a:pt x="18216" y="16109"/>
                      <a:pt x="16323" y="16109"/>
                    </a:cubicBezTo>
                    <a:cubicBezTo>
                      <a:pt x="14430" y="16109"/>
                      <a:pt x="12787" y="15788"/>
                      <a:pt x="11287" y="15180"/>
                    </a:cubicBezTo>
                    <a:cubicBezTo>
                      <a:pt x="9787" y="14573"/>
                      <a:pt x="8608" y="13645"/>
                      <a:pt x="7822" y="12395"/>
                    </a:cubicBezTo>
                    <a:cubicBezTo>
                      <a:pt x="7001" y="11180"/>
                      <a:pt x="6608" y="9787"/>
                      <a:pt x="6608" y="8251"/>
                    </a:cubicBezTo>
                    <a:cubicBezTo>
                      <a:pt x="6608" y="7144"/>
                      <a:pt x="6858" y="6144"/>
                      <a:pt x="7322" y="5251"/>
                    </a:cubicBezTo>
                    <a:cubicBezTo>
                      <a:pt x="7787" y="4393"/>
                      <a:pt x="8394" y="3679"/>
                      <a:pt x="9180" y="3143"/>
                    </a:cubicBezTo>
                    <a:lnTo>
                      <a:pt x="0" y="3143"/>
                    </a:lnTo>
                    <a:lnTo>
                      <a:pt x="0" y="0"/>
                    </a:lnTo>
                    <a:lnTo>
                      <a:pt x="25575" y="0"/>
                    </a:lnTo>
                    <a:lnTo>
                      <a:pt x="25575" y="2929"/>
                    </a:lnTo>
                    <a:moveTo>
                      <a:pt x="16359" y="12859"/>
                    </a:moveTo>
                    <a:cubicBezTo>
                      <a:pt x="18717" y="12859"/>
                      <a:pt x="20503" y="12359"/>
                      <a:pt x="21681" y="11359"/>
                    </a:cubicBezTo>
                    <a:cubicBezTo>
                      <a:pt x="22860" y="10359"/>
                      <a:pt x="23431" y="9180"/>
                      <a:pt x="23431" y="7822"/>
                    </a:cubicBezTo>
                    <a:cubicBezTo>
                      <a:pt x="23431" y="6465"/>
                      <a:pt x="22860" y="5286"/>
                      <a:pt x="21753" y="4322"/>
                    </a:cubicBezTo>
                    <a:cubicBezTo>
                      <a:pt x="20645" y="3358"/>
                      <a:pt x="18931" y="2893"/>
                      <a:pt x="16609" y="2893"/>
                    </a:cubicBezTo>
                    <a:cubicBezTo>
                      <a:pt x="14073" y="2893"/>
                      <a:pt x="12216" y="3393"/>
                      <a:pt x="11037" y="4358"/>
                    </a:cubicBezTo>
                    <a:cubicBezTo>
                      <a:pt x="9858" y="5322"/>
                      <a:pt x="9251" y="6537"/>
                      <a:pt x="9251" y="7965"/>
                    </a:cubicBezTo>
                    <a:cubicBezTo>
                      <a:pt x="9251" y="9394"/>
                      <a:pt x="9823" y="10537"/>
                      <a:pt x="10966" y="11466"/>
                    </a:cubicBezTo>
                    <a:cubicBezTo>
                      <a:pt x="12109" y="12395"/>
                      <a:pt x="13895" y="12859"/>
                      <a:pt x="16359" y="12859"/>
                    </a:cubicBezTo>
                    <a:close/>
                  </a:path>
                </a:pathLst>
              </a:custGeom>
              <a:solidFill>
                <a:srgbClr val="000000"/>
              </a:solidFill>
              <a:ln w="3572" cap="flat">
                <a:noFill/>
                <a:prstDash val="solid"/>
                <a:miter/>
              </a:ln>
            </p:spPr>
            <p:txBody>
              <a:bodyPr/>
              <a:lstStyle/>
              <a:p>
                <a:endParaRPr lang="en-US" sz="1701"/>
              </a:p>
            </p:txBody>
          </p:sp>
          <p:sp>
            <p:nvSpPr>
              <p:cNvPr id="12232" name="Freeform: Shape 12231">
                <a:extLst>
                  <a:ext uri="{FF2B5EF4-FFF2-40B4-BE49-F238E27FC236}">
                    <a16:creationId xmlns:a16="http://schemas.microsoft.com/office/drawing/2014/main" id="{F91C7298-0F1F-6844-F97C-91617F129691}"/>
                  </a:ext>
                </a:extLst>
              </p:cNvPr>
              <p:cNvSpPr/>
              <p:nvPr/>
            </p:nvSpPr>
            <p:spPr>
              <a:xfrm>
                <a:off x="4354637" y="2525544"/>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233" name="Freeform: Shape 12232">
                <a:extLst>
                  <a:ext uri="{FF2B5EF4-FFF2-40B4-BE49-F238E27FC236}">
                    <a16:creationId xmlns:a16="http://schemas.microsoft.com/office/drawing/2014/main" id="{22C223FB-579D-9A9F-755A-4F5EAA31C140}"/>
                  </a:ext>
                </a:extLst>
              </p:cNvPr>
              <p:cNvSpPr/>
              <p:nvPr/>
            </p:nvSpPr>
            <p:spPr>
              <a:xfrm>
                <a:off x="4322187" y="2485235"/>
                <a:ext cx="57063" cy="35160"/>
              </a:xfrm>
              <a:custGeom>
                <a:avLst/>
                <a:gdLst>
                  <a:gd name="csX0" fmla="*/ 25575 w 26003"/>
                  <a:gd name="csY0" fmla="*/ 2964 h 16108"/>
                  <a:gd name="csX1" fmla="*/ 23253 w 26003"/>
                  <a:gd name="csY1" fmla="*/ 2964 h 16108"/>
                  <a:gd name="csX2" fmla="*/ 26003 w 26003"/>
                  <a:gd name="csY2" fmla="*/ 8144 h 16108"/>
                  <a:gd name="csX3" fmla="*/ 24789 w 26003"/>
                  <a:gd name="csY3" fmla="*/ 12216 h 16108"/>
                  <a:gd name="csX4" fmla="*/ 21360 w 26003"/>
                  <a:gd name="csY4" fmla="*/ 15073 h 16108"/>
                  <a:gd name="csX5" fmla="*/ 16323 w 26003"/>
                  <a:gd name="csY5" fmla="*/ 16109 h 16108"/>
                  <a:gd name="csX6" fmla="*/ 11287 w 26003"/>
                  <a:gd name="csY6" fmla="*/ 15180 h 16108"/>
                  <a:gd name="csX7" fmla="*/ 7822 w 26003"/>
                  <a:gd name="csY7" fmla="*/ 12394 h 16108"/>
                  <a:gd name="csX8" fmla="*/ 6608 w 26003"/>
                  <a:gd name="csY8" fmla="*/ 8251 h 16108"/>
                  <a:gd name="csX9" fmla="*/ 7322 w 26003"/>
                  <a:gd name="csY9" fmla="*/ 5251 h 16108"/>
                  <a:gd name="csX10" fmla="*/ 9180 w 26003"/>
                  <a:gd name="csY10" fmla="*/ 3143 h 16108"/>
                  <a:gd name="csX11" fmla="*/ 0 w 26003"/>
                  <a:gd name="csY11" fmla="*/ 3143 h 16108"/>
                  <a:gd name="csX12" fmla="*/ 0 w 26003"/>
                  <a:gd name="csY12" fmla="*/ 0 h 16108"/>
                  <a:gd name="csX13" fmla="*/ 25575 w 26003"/>
                  <a:gd name="csY13" fmla="*/ 0 h 16108"/>
                  <a:gd name="csX14" fmla="*/ 25575 w 26003"/>
                  <a:gd name="csY14" fmla="*/ 2929 h 16108"/>
                  <a:gd name="csX15" fmla="*/ 16359 w 26003"/>
                  <a:gd name="csY15" fmla="*/ 12894 h 16108"/>
                  <a:gd name="csX16" fmla="*/ 21681 w 26003"/>
                  <a:gd name="csY16" fmla="*/ 11394 h 16108"/>
                  <a:gd name="csX17" fmla="*/ 23431 w 26003"/>
                  <a:gd name="csY17" fmla="*/ 7858 h 16108"/>
                  <a:gd name="csX18" fmla="*/ 21753 w 26003"/>
                  <a:gd name="csY18" fmla="*/ 4358 h 16108"/>
                  <a:gd name="csX19" fmla="*/ 16609 w 26003"/>
                  <a:gd name="csY19" fmla="*/ 2929 h 16108"/>
                  <a:gd name="csX20" fmla="*/ 11037 w 26003"/>
                  <a:gd name="csY20" fmla="*/ 4393 h 16108"/>
                  <a:gd name="csX21" fmla="*/ 9251 w 26003"/>
                  <a:gd name="csY21" fmla="*/ 8001 h 16108"/>
                  <a:gd name="csX22" fmla="*/ 10966 w 26003"/>
                  <a:gd name="csY22" fmla="*/ 11501 h 16108"/>
                  <a:gd name="csX23" fmla="*/ 16359 w 26003"/>
                  <a:gd name="csY23" fmla="*/ 12894 h 16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8">
                    <a:moveTo>
                      <a:pt x="25575" y="2964"/>
                    </a:moveTo>
                    <a:lnTo>
                      <a:pt x="23253" y="2964"/>
                    </a:lnTo>
                    <a:cubicBezTo>
                      <a:pt x="25075" y="4143"/>
                      <a:pt x="26003" y="5858"/>
                      <a:pt x="26003" y="8144"/>
                    </a:cubicBezTo>
                    <a:cubicBezTo>
                      <a:pt x="26003" y="9608"/>
                      <a:pt x="25610" y="10965"/>
                      <a:pt x="24789" y="12216"/>
                    </a:cubicBezTo>
                    <a:cubicBezTo>
                      <a:pt x="23967" y="13466"/>
                      <a:pt x="22824" y="14430"/>
                      <a:pt x="21360" y="15073"/>
                    </a:cubicBezTo>
                    <a:cubicBezTo>
                      <a:pt x="19895" y="15752"/>
                      <a:pt x="18216" y="16109"/>
                      <a:pt x="16323" y="16109"/>
                    </a:cubicBezTo>
                    <a:cubicBezTo>
                      <a:pt x="14430" y="16109"/>
                      <a:pt x="12787" y="15788"/>
                      <a:pt x="11287" y="15180"/>
                    </a:cubicBezTo>
                    <a:cubicBezTo>
                      <a:pt x="9787" y="14573"/>
                      <a:pt x="8608" y="13644"/>
                      <a:pt x="7822" y="12394"/>
                    </a:cubicBezTo>
                    <a:cubicBezTo>
                      <a:pt x="7001" y="11180"/>
                      <a:pt x="6608" y="9787"/>
                      <a:pt x="6608" y="8251"/>
                    </a:cubicBezTo>
                    <a:cubicBezTo>
                      <a:pt x="6608" y="7144"/>
                      <a:pt x="6858" y="6144"/>
                      <a:pt x="7322" y="5251"/>
                    </a:cubicBezTo>
                    <a:cubicBezTo>
                      <a:pt x="7787" y="4393"/>
                      <a:pt x="8394" y="3679"/>
                      <a:pt x="9180" y="3143"/>
                    </a:cubicBezTo>
                    <a:lnTo>
                      <a:pt x="0" y="3143"/>
                    </a:lnTo>
                    <a:lnTo>
                      <a:pt x="0" y="0"/>
                    </a:lnTo>
                    <a:lnTo>
                      <a:pt x="25575" y="0"/>
                    </a:lnTo>
                    <a:lnTo>
                      <a:pt x="25575" y="2929"/>
                    </a:lnTo>
                    <a:moveTo>
                      <a:pt x="16359" y="12894"/>
                    </a:moveTo>
                    <a:cubicBezTo>
                      <a:pt x="18717" y="12894"/>
                      <a:pt x="20503" y="12394"/>
                      <a:pt x="21681" y="11394"/>
                    </a:cubicBezTo>
                    <a:cubicBezTo>
                      <a:pt x="22860" y="10394"/>
                      <a:pt x="23431" y="9215"/>
                      <a:pt x="23431" y="7858"/>
                    </a:cubicBezTo>
                    <a:cubicBezTo>
                      <a:pt x="23431" y="6501"/>
                      <a:pt x="22860" y="5322"/>
                      <a:pt x="21753" y="4358"/>
                    </a:cubicBezTo>
                    <a:cubicBezTo>
                      <a:pt x="20645" y="3393"/>
                      <a:pt x="18931" y="2929"/>
                      <a:pt x="16609" y="2929"/>
                    </a:cubicBezTo>
                    <a:cubicBezTo>
                      <a:pt x="14073" y="2929"/>
                      <a:pt x="12216" y="3429"/>
                      <a:pt x="11037" y="4393"/>
                    </a:cubicBezTo>
                    <a:cubicBezTo>
                      <a:pt x="9858" y="5358"/>
                      <a:pt x="9251" y="6572"/>
                      <a:pt x="9251" y="8001"/>
                    </a:cubicBezTo>
                    <a:cubicBezTo>
                      <a:pt x="9251" y="9430"/>
                      <a:pt x="9823" y="10573"/>
                      <a:pt x="10966" y="11501"/>
                    </a:cubicBezTo>
                    <a:cubicBezTo>
                      <a:pt x="12109" y="12430"/>
                      <a:pt x="13895" y="12894"/>
                      <a:pt x="16359" y="12894"/>
                    </a:cubicBezTo>
                    <a:close/>
                  </a:path>
                </a:pathLst>
              </a:custGeom>
              <a:solidFill>
                <a:srgbClr val="000000"/>
              </a:solidFill>
              <a:ln w="3572" cap="flat">
                <a:noFill/>
                <a:prstDash val="solid"/>
                <a:miter/>
              </a:ln>
            </p:spPr>
            <p:txBody>
              <a:bodyPr/>
              <a:lstStyle/>
              <a:p>
                <a:endParaRPr lang="en-US" sz="1701"/>
              </a:p>
            </p:txBody>
          </p:sp>
          <p:sp>
            <p:nvSpPr>
              <p:cNvPr id="12235" name="Freeform: Shape 12234">
                <a:extLst>
                  <a:ext uri="{FF2B5EF4-FFF2-40B4-BE49-F238E27FC236}">
                    <a16:creationId xmlns:a16="http://schemas.microsoft.com/office/drawing/2014/main" id="{7D1CF42B-5CD8-A38D-8F85-A6DBCBAFE3E0}"/>
                  </a:ext>
                </a:extLst>
              </p:cNvPr>
              <p:cNvSpPr/>
              <p:nvPr/>
            </p:nvSpPr>
            <p:spPr>
              <a:xfrm>
                <a:off x="4383484" y="2534820"/>
                <a:ext cx="58081" cy="49350"/>
              </a:xfrm>
              <a:custGeom>
                <a:avLst/>
                <a:gdLst>
                  <a:gd name="csX0" fmla="*/ 17073 w 26467"/>
                  <a:gd name="csY0" fmla="*/ 3393 h 22609"/>
                  <a:gd name="csX1" fmla="*/ 17931 w 26467"/>
                  <a:gd name="csY1" fmla="*/ 0 h 22609"/>
                  <a:gd name="csX2" fmla="*/ 24289 w 26467"/>
                  <a:gd name="csY2" fmla="*/ 3822 h 22609"/>
                  <a:gd name="csX3" fmla="*/ 26467 w 26467"/>
                  <a:gd name="csY3" fmla="*/ 10573 h 22609"/>
                  <a:gd name="csX4" fmla="*/ 24789 w 26467"/>
                  <a:gd name="csY4" fmla="*/ 17288 h 22609"/>
                  <a:gd name="csX5" fmla="*/ 19895 w 26467"/>
                  <a:gd name="csY5" fmla="*/ 21253 h 22609"/>
                  <a:gd name="csX6" fmla="*/ 13037 w 26467"/>
                  <a:gd name="csY6" fmla="*/ 22610 h 22609"/>
                  <a:gd name="csX7" fmla="*/ 6072 w 26467"/>
                  <a:gd name="csY7" fmla="*/ 21074 h 22609"/>
                  <a:gd name="csX8" fmla="*/ 1536 w 26467"/>
                  <a:gd name="csY8" fmla="*/ 16752 h 22609"/>
                  <a:gd name="csX9" fmla="*/ 0 w 26467"/>
                  <a:gd name="csY9" fmla="*/ 10537 h 22609"/>
                  <a:gd name="csX10" fmla="*/ 1964 w 26467"/>
                  <a:gd name="csY10" fmla="*/ 4108 h 22609"/>
                  <a:gd name="csX11" fmla="*/ 7465 w 26467"/>
                  <a:gd name="csY11" fmla="*/ 464 h 22609"/>
                  <a:gd name="csX12" fmla="*/ 8251 w 26467"/>
                  <a:gd name="csY12" fmla="*/ 3786 h 22609"/>
                  <a:gd name="csX13" fmla="*/ 4179 w 26467"/>
                  <a:gd name="csY13" fmla="*/ 6394 h 22609"/>
                  <a:gd name="csX14" fmla="*/ 2893 w 26467"/>
                  <a:gd name="csY14" fmla="*/ 10644 h 22609"/>
                  <a:gd name="csX15" fmla="*/ 4286 w 26467"/>
                  <a:gd name="csY15" fmla="*/ 15573 h 22609"/>
                  <a:gd name="csX16" fmla="*/ 8072 w 26467"/>
                  <a:gd name="csY16" fmla="*/ 18359 h 22609"/>
                  <a:gd name="csX17" fmla="*/ 13002 w 26467"/>
                  <a:gd name="csY17" fmla="*/ 19145 h 22609"/>
                  <a:gd name="csX18" fmla="*/ 18681 w 26467"/>
                  <a:gd name="csY18" fmla="*/ 18181 h 22609"/>
                  <a:gd name="csX19" fmla="*/ 22324 w 26467"/>
                  <a:gd name="csY19" fmla="*/ 15216 h 22609"/>
                  <a:gd name="csX20" fmla="*/ 23539 w 26467"/>
                  <a:gd name="csY20" fmla="*/ 10894 h 22609"/>
                  <a:gd name="csX21" fmla="*/ 21896 w 26467"/>
                  <a:gd name="csY21" fmla="*/ 6072 h 22609"/>
                  <a:gd name="csX22" fmla="*/ 17038 w 26467"/>
                  <a:gd name="csY22" fmla="*/ 3393 h 226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6467" h="22609">
                    <a:moveTo>
                      <a:pt x="17073" y="3393"/>
                    </a:moveTo>
                    <a:lnTo>
                      <a:pt x="17931" y="0"/>
                    </a:lnTo>
                    <a:cubicBezTo>
                      <a:pt x="20717" y="714"/>
                      <a:pt x="22824" y="2000"/>
                      <a:pt x="24289" y="3822"/>
                    </a:cubicBezTo>
                    <a:cubicBezTo>
                      <a:pt x="25753" y="5679"/>
                      <a:pt x="26467" y="7894"/>
                      <a:pt x="26467" y="10573"/>
                    </a:cubicBezTo>
                    <a:cubicBezTo>
                      <a:pt x="26467" y="13252"/>
                      <a:pt x="25896" y="15573"/>
                      <a:pt x="24789" y="17288"/>
                    </a:cubicBezTo>
                    <a:cubicBezTo>
                      <a:pt x="23646" y="19002"/>
                      <a:pt x="22038" y="20324"/>
                      <a:pt x="19895" y="21253"/>
                    </a:cubicBezTo>
                    <a:cubicBezTo>
                      <a:pt x="17788" y="22146"/>
                      <a:pt x="15502" y="22610"/>
                      <a:pt x="13037" y="22610"/>
                    </a:cubicBezTo>
                    <a:cubicBezTo>
                      <a:pt x="10358" y="22610"/>
                      <a:pt x="8072" y="22110"/>
                      <a:pt x="6072" y="21074"/>
                    </a:cubicBezTo>
                    <a:cubicBezTo>
                      <a:pt x="4108" y="20038"/>
                      <a:pt x="2572" y="18609"/>
                      <a:pt x="1536" y="16752"/>
                    </a:cubicBezTo>
                    <a:cubicBezTo>
                      <a:pt x="500" y="14859"/>
                      <a:pt x="0" y="12787"/>
                      <a:pt x="0" y="10537"/>
                    </a:cubicBezTo>
                    <a:cubicBezTo>
                      <a:pt x="0" y="8001"/>
                      <a:pt x="643" y="5822"/>
                      <a:pt x="1964" y="4108"/>
                    </a:cubicBezTo>
                    <a:cubicBezTo>
                      <a:pt x="3286" y="2357"/>
                      <a:pt x="5108" y="1143"/>
                      <a:pt x="7465" y="464"/>
                    </a:cubicBezTo>
                    <a:lnTo>
                      <a:pt x="8251" y="3786"/>
                    </a:lnTo>
                    <a:cubicBezTo>
                      <a:pt x="6394" y="4393"/>
                      <a:pt x="5036" y="5251"/>
                      <a:pt x="4179" y="6394"/>
                    </a:cubicBezTo>
                    <a:cubicBezTo>
                      <a:pt x="3322" y="7501"/>
                      <a:pt x="2893" y="8930"/>
                      <a:pt x="2893" y="10644"/>
                    </a:cubicBezTo>
                    <a:cubicBezTo>
                      <a:pt x="2893" y="12609"/>
                      <a:pt x="3358" y="14252"/>
                      <a:pt x="4286" y="15573"/>
                    </a:cubicBezTo>
                    <a:cubicBezTo>
                      <a:pt x="5215" y="16895"/>
                      <a:pt x="6501" y="17824"/>
                      <a:pt x="8072" y="18359"/>
                    </a:cubicBezTo>
                    <a:cubicBezTo>
                      <a:pt x="9680" y="18895"/>
                      <a:pt x="11287" y="19145"/>
                      <a:pt x="13002" y="19145"/>
                    </a:cubicBezTo>
                    <a:cubicBezTo>
                      <a:pt x="15180" y="19145"/>
                      <a:pt x="17073" y="18824"/>
                      <a:pt x="18681" y="18181"/>
                    </a:cubicBezTo>
                    <a:cubicBezTo>
                      <a:pt x="20288" y="17538"/>
                      <a:pt x="21503" y="16574"/>
                      <a:pt x="22324" y="15216"/>
                    </a:cubicBezTo>
                    <a:cubicBezTo>
                      <a:pt x="23110" y="13895"/>
                      <a:pt x="23539" y="12430"/>
                      <a:pt x="23539" y="10894"/>
                    </a:cubicBezTo>
                    <a:cubicBezTo>
                      <a:pt x="23539" y="9001"/>
                      <a:pt x="23003" y="7394"/>
                      <a:pt x="21896" y="6072"/>
                    </a:cubicBezTo>
                    <a:cubicBezTo>
                      <a:pt x="20824" y="4750"/>
                      <a:pt x="19181" y="3857"/>
                      <a:pt x="17038" y="3393"/>
                    </a:cubicBezTo>
                    <a:close/>
                  </a:path>
                </a:pathLst>
              </a:custGeom>
              <a:solidFill>
                <a:srgbClr val="000000"/>
              </a:solidFill>
              <a:ln w="3572" cap="flat">
                <a:noFill/>
                <a:prstDash val="solid"/>
                <a:miter/>
              </a:ln>
            </p:spPr>
            <p:txBody>
              <a:bodyPr/>
              <a:lstStyle/>
              <a:p>
                <a:endParaRPr lang="en-US" sz="1701"/>
              </a:p>
            </p:txBody>
          </p:sp>
          <p:sp>
            <p:nvSpPr>
              <p:cNvPr id="12236" name="Freeform: Shape 12235">
                <a:extLst>
                  <a:ext uri="{FF2B5EF4-FFF2-40B4-BE49-F238E27FC236}">
                    <a16:creationId xmlns:a16="http://schemas.microsoft.com/office/drawing/2014/main" id="{9C7A48C2-A30E-9A58-25F5-58EE06168B54}"/>
                  </a:ext>
                </a:extLst>
              </p:cNvPr>
              <p:cNvSpPr/>
              <p:nvPr/>
            </p:nvSpPr>
            <p:spPr>
              <a:xfrm>
                <a:off x="4384502" y="2483207"/>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4 w 25574"/>
                  <a:gd name="csY4" fmla="*/ 2786 h 19538"/>
                  <a:gd name="csX5" fmla="*/ 3929 w 25574"/>
                  <a:gd name="csY5" fmla="*/ 750 h 19538"/>
                  <a:gd name="csX6" fmla="*/ 7429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80 w 25574"/>
                  <a:gd name="csY12" fmla="*/ 16109 h 19538"/>
                  <a:gd name="csX13" fmla="*/ 12180 w 25574"/>
                  <a:gd name="csY13" fmla="*/ 9501 h 19538"/>
                  <a:gd name="csX14" fmla="*/ 10966 w 25574"/>
                  <a:gd name="csY14" fmla="*/ 4858 h 19538"/>
                  <a:gd name="csX15" fmla="*/ 7537 w 25574"/>
                  <a:gd name="csY15" fmla="*/ 3500 h 19538"/>
                  <a:gd name="csX16" fmla="*/ 4786 w 25574"/>
                  <a:gd name="csY16" fmla="*/ 4322 h 19538"/>
                  <a:gd name="csX17" fmla="*/ 3286 w 25574"/>
                  <a:gd name="csY17" fmla="*/ 6465 h 19538"/>
                  <a:gd name="csX18" fmla="*/ 3072 w 25574"/>
                  <a:gd name="csY18" fmla="*/ 9608 h 19538"/>
                  <a:gd name="csX19" fmla="*/ 3072 w 25574"/>
                  <a:gd name="csY19" fmla="*/ 16145 h 19538"/>
                  <a:gd name="csX20" fmla="*/ 12216 w 25574"/>
                  <a:gd name="csY20" fmla="*/ 16145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1" y="6822"/>
                      <a:pt x="250" y="5929"/>
                    </a:cubicBezTo>
                    <a:cubicBezTo>
                      <a:pt x="464" y="4679"/>
                      <a:pt x="857" y="3643"/>
                      <a:pt x="1464" y="2786"/>
                    </a:cubicBezTo>
                    <a:cubicBezTo>
                      <a:pt x="2036" y="1929"/>
                      <a:pt x="2857" y="1250"/>
                      <a:pt x="3929" y="750"/>
                    </a:cubicBezTo>
                    <a:cubicBezTo>
                      <a:pt x="4965" y="250"/>
                      <a:pt x="6144" y="0"/>
                      <a:pt x="7429" y="0"/>
                    </a:cubicBezTo>
                    <a:cubicBezTo>
                      <a:pt x="9608" y="0"/>
                      <a:pt x="11430" y="679"/>
                      <a:pt x="12930" y="2072"/>
                    </a:cubicBezTo>
                    <a:cubicBezTo>
                      <a:pt x="14430" y="3465"/>
                      <a:pt x="15180" y="5965"/>
                      <a:pt x="15180" y="9573"/>
                    </a:cubicBezTo>
                    <a:lnTo>
                      <a:pt x="15180" y="16145"/>
                    </a:lnTo>
                    <a:lnTo>
                      <a:pt x="25575" y="16145"/>
                    </a:lnTo>
                    <a:lnTo>
                      <a:pt x="25575" y="19538"/>
                    </a:lnTo>
                    <a:moveTo>
                      <a:pt x="12180" y="16109"/>
                    </a:moveTo>
                    <a:lnTo>
                      <a:pt x="12180" y="9501"/>
                    </a:lnTo>
                    <a:cubicBezTo>
                      <a:pt x="12180" y="7322"/>
                      <a:pt x="11787" y="5751"/>
                      <a:pt x="10966" y="4858"/>
                    </a:cubicBezTo>
                    <a:cubicBezTo>
                      <a:pt x="10144" y="3965"/>
                      <a:pt x="9001" y="3500"/>
                      <a:pt x="7537" y="3500"/>
                    </a:cubicBezTo>
                    <a:cubicBezTo>
                      <a:pt x="6465" y="3500"/>
                      <a:pt x="5572" y="3750"/>
                      <a:pt x="4786" y="4322"/>
                    </a:cubicBezTo>
                    <a:cubicBezTo>
                      <a:pt x="4036" y="4858"/>
                      <a:pt x="3536" y="5572"/>
                      <a:pt x="3286" y="6465"/>
                    </a:cubicBezTo>
                    <a:cubicBezTo>
                      <a:pt x="3143" y="7036"/>
                      <a:pt x="3072" y="8072"/>
                      <a:pt x="3072" y="9608"/>
                    </a:cubicBezTo>
                    <a:lnTo>
                      <a:pt x="3072" y="16145"/>
                    </a:lnTo>
                    <a:lnTo>
                      <a:pt x="12216" y="16145"/>
                    </a:lnTo>
                    <a:close/>
                  </a:path>
                </a:pathLst>
              </a:custGeom>
              <a:solidFill>
                <a:srgbClr val="000000"/>
              </a:solidFill>
              <a:ln w="3572" cap="flat">
                <a:noFill/>
                <a:prstDash val="solid"/>
                <a:miter/>
              </a:ln>
            </p:spPr>
            <p:txBody>
              <a:bodyPr/>
              <a:lstStyle/>
              <a:p>
                <a:endParaRPr lang="en-US" sz="1701"/>
              </a:p>
            </p:txBody>
          </p:sp>
          <p:sp>
            <p:nvSpPr>
              <p:cNvPr id="12238" name="Freeform: Shape 12237">
                <a:extLst>
                  <a:ext uri="{FF2B5EF4-FFF2-40B4-BE49-F238E27FC236}">
                    <a16:creationId xmlns:a16="http://schemas.microsoft.com/office/drawing/2014/main" id="{69ECE978-F980-305E-649F-3017DE86D569}"/>
                  </a:ext>
                </a:extLst>
              </p:cNvPr>
              <p:cNvSpPr/>
              <p:nvPr/>
            </p:nvSpPr>
            <p:spPr>
              <a:xfrm>
                <a:off x="4446739" y="2588538"/>
                <a:ext cx="56121" cy="51144"/>
              </a:xfrm>
              <a:custGeom>
                <a:avLst/>
                <a:gdLst>
                  <a:gd name="csX0" fmla="*/ 25575 w 25574"/>
                  <a:gd name="csY0" fmla="*/ 13537 h 23431"/>
                  <a:gd name="csX1" fmla="*/ 0 w 25574"/>
                  <a:gd name="csY1" fmla="*/ 23431 h 23431"/>
                  <a:gd name="csX2" fmla="*/ 0 w 25574"/>
                  <a:gd name="csY2" fmla="*/ 19752 h 23431"/>
                  <a:gd name="csX3" fmla="*/ 18574 w 25574"/>
                  <a:gd name="csY3" fmla="*/ 13109 h 23431"/>
                  <a:gd name="csX4" fmla="*/ 22753 w 25574"/>
                  <a:gd name="csY4" fmla="*/ 11751 h 23431"/>
                  <a:gd name="csX5" fmla="*/ 18574 w 25574"/>
                  <a:gd name="csY5" fmla="*/ 10358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7"/>
                    </a:moveTo>
                    <a:lnTo>
                      <a:pt x="0" y="23431"/>
                    </a:lnTo>
                    <a:lnTo>
                      <a:pt x="0" y="19752"/>
                    </a:lnTo>
                    <a:lnTo>
                      <a:pt x="18574" y="13109"/>
                    </a:lnTo>
                    <a:cubicBezTo>
                      <a:pt x="20038" y="12573"/>
                      <a:pt x="21431" y="12144"/>
                      <a:pt x="22753" y="11751"/>
                    </a:cubicBezTo>
                    <a:cubicBezTo>
                      <a:pt x="21360" y="11359"/>
                      <a:pt x="19967" y="10894"/>
                      <a:pt x="18574" y="10358"/>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239" name="Freeform: Shape 12238">
                <a:extLst>
                  <a:ext uri="{FF2B5EF4-FFF2-40B4-BE49-F238E27FC236}">
                    <a16:creationId xmlns:a16="http://schemas.microsoft.com/office/drawing/2014/main" id="{54C2AD03-D2ED-E4D5-3082-C1C2A616642A}"/>
                  </a:ext>
                </a:extLst>
              </p:cNvPr>
              <p:cNvSpPr/>
              <p:nvPr/>
            </p:nvSpPr>
            <p:spPr>
              <a:xfrm>
                <a:off x="4446739" y="2528973"/>
                <a:ext cx="56200" cy="53327"/>
              </a:xfrm>
              <a:custGeom>
                <a:avLst/>
                <a:gdLst>
                  <a:gd name="csX0" fmla="*/ 25575 w 25610"/>
                  <a:gd name="csY0" fmla="*/ 24432 h 24431"/>
                  <a:gd name="csX1" fmla="*/ 0 w 25610"/>
                  <a:gd name="csY1" fmla="*/ 24432 h 24431"/>
                  <a:gd name="csX2" fmla="*/ 0 w 25610"/>
                  <a:gd name="csY2" fmla="*/ 19324 h 24431"/>
                  <a:gd name="csX3" fmla="*/ 18109 w 25610"/>
                  <a:gd name="csY3" fmla="*/ 13252 h 24431"/>
                  <a:gd name="csX4" fmla="*/ 21896 w 25610"/>
                  <a:gd name="csY4" fmla="*/ 12037 h 24431"/>
                  <a:gd name="csX5" fmla="*/ 17824 w 25610"/>
                  <a:gd name="csY5" fmla="*/ 10680 h 24431"/>
                  <a:gd name="csX6" fmla="*/ 36 w 25610"/>
                  <a:gd name="csY6" fmla="*/ 4572 h 24431"/>
                  <a:gd name="csX7" fmla="*/ 36 w 25610"/>
                  <a:gd name="csY7" fmla="*/ 0 h 24431"/>
                  <a:gd name="csX8" fmla="*/ 25610 w 25610"/>
                  <a:gd name="csY8" fmla="*/ 0 h 24431"/>
                  <a:gd name="csX9" fmla="*/ 25610 w 25610"/>
                  <a:gd name="csY9" fmla="*/ 3250 h 24431"/>
                  <a:gd name="csX10" fmla="*/ 4215 w 25610"/>
                  <a:gd name="csY10" fmla="*/ 3250 h 24431"/>
                  <a:gd name="csX11" fmla="*/ 25610 w 25610"/>
                  <a:gd name="csY11" fmla="*/ 10680 h 24431"/>
                  <a:gd name="csX12" fmla="*/ 25610 w 25610"/>
                  <a:gd name="csY12" fmla="*/ 13716 h 24431"/>
                  <a:gd name="csX13" fmla="*/ 3857 w 25610"/>
                  <a:gd name="csY13" fmla="*/ 21110 h 24431"/>
                  <a:gd name="csX14" fmla="*/ 25610 w 25610"/>
                  <a:gd name="csY14" fmla="*/ 21110 h 24431"/>
                  <a:gd name="csX15" fmla="*/ 25610 w 25610"/>
                  <a:gd name="csY15" fmla="*/ 24360 h 24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610" h="24431">
                    <a:moveTo>
                      <a:pt x="25575" y="24432"/>
                    </a:moveTo>
                    <a:lnTo>
                      <a:pt x="0" y="24432"/>
                    </a:lnTo>
                    <a:lnTo>
                      <a:pt x="0" y="19324"/>
                    </a:lnTo>
                    <a:lnTo>
                      <a:pt x="18109" y="13252"/>
                    </a:lnTo>
                    <a:cubicBezTo>
                      <a:pt x="19788" y="12680"/>
                      <a:pt x="21038" y="12287"/>
                      <a:pt x="21896" y="12037"/>
                    </a:cubicBezTo>
                    <a:cubicBezTo>
                      <a:pt x="20967" y="11751"/>
                      <a:pt x="19610" y="11287"/>
                      <a:pt x="17824" y="10680"/>
                    </a:cubicBezTo>
                    <a:lnTo>
                      <a:pt x="36" y="4572"/>
                    </a:lnTo>
                    <a:lnTo>
                      <a:pt x="36" y="0"/>
                    </a:lnTo>
                    <a:lnTo>
                      <a:pt x="25610" y="0"/>
                    </a:lnTo>
                    <a:lnTo>
                      <a:pt x="25610" y="3250"/>
                    </a:lnTo>
                    <a:lnTo>
                      <a:pt x="4215" y="3250"/>
                    </a:lnTo>
                    <a:lnTo>
                      <a:pt x="25610" y="10680"/>
                    </a:lnTo>
                    <a:lnTo>
                      <a:pt x="25610" y="13716"/>
                    </a:lnTo>
                    <a:lnTo>
                      <a:pt x="3857" y="21110"/>
                    </a:lnTo>
                    <a:lnTo>
                      <a:pt x="25610" y="21110"/>
                    </a:lnTo>
                    <a:lnTo>
                      <a:pt x="25610" y="24360"/>
                    </a:lnTo>
                    <a:close/>
                  </a:path>
                </a:pathLst>
              </a:custGeom>
              <a:solidFill>
                <a:srgbClr val="000000"/>
              </a:solidFill>
              <a:ln w="3572" cap="flat">
                <a:noFill/>
                <a:prstDash val="solid"/>
                <a:miter/>
              </a:ln>
            </p:spPr>
            <p:txBody>
              <a:bodyPr/>
              <a:lstStyle/>
              <a:p>
                <a:endParaRPr lang="en-US" sz="1701"/>
              </a:p>
            </p:txBody>
          </p:sp>
          <p:sp>
            <p:nvSpPr>
              <p:cNvPr id="12240" name="Freeform: Shape 12239">
                <a:extLst>
                  <a:ext uri="{FF2B5EF4-FFF2-40B4-BE49-F238E27FC236}">
                    <a16:creationId xmlns:a16="http://schemas.microsoft.com/office/drawing/2014/main" id="{13BCC661-3656-2CBF-8E00-70695A5060F7}"/>
                  </a:ext>
                </a:extLst>
              </p:cNvPr>
              <p:cNvSpPr/>
              <p:nvPr/>
            </p:nvSpPr>
            <p:spPr>
              <a:xfrm>
                <a:off x="4461240" y="2485156"/>
                <a:ext cx="41620" cy="32822"/>
              </a:xfrm>
              <a:custGeom>
                <a:avLst/>
                <a:gdLst>
                  <a:gd name="csX0" fmla="*/ 18967 w 18966"/>
                  <a:gd name="csY0" fmla="*/ 15037 h 15037"/>
                  <a:gd name="csX1" fmla="*/ 429 w 18966"/>
                  <a:gd name="csY1" fmla="*/ 15037 h 15037"/>
                  <a:gd name="csX2" fmla="*/ 429 w 18966"/>
                  <a:gd name="csY2" fmla="*/ 12216 h 15037"/>
                  <a:gd name="csX3" fmla="*/ 3072 w 18966"/>
                  <a:gd name="csY3" fmla="*/ 12216 h 15037"/>
                  <a:gd name="csX4" fmla="*/ 0 w 18966"/>
                  <a:gd name="csY4" fmla="*/ 6322 h 15037"/>
                  <a:gd name="csX5" fmla="*/ 607 w 18966"/>
                  <a:gd name="csY5" fmla="*/ 3250 h 15037"/>
                  <a:gd name="csX6" fmla="*/ 2179 w 18966"/>
                  <a:gd name="csY6" fmla="*/ 1143 h 15037"/>
                  <a:gd name="csX7" fmla="*/ 4501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7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7"/>
                    </a:moveTo>
                    <a:lnTo>
                      <a:pt x="429" y="15037"/>
                    </a:lnTo>
                    <a:lnTo>
                      <a:pt x="429" y="12216"/>
                    </a:lnTo>
                    <a:lnTo>
                      <a:pt x="3072" y="12216"/>
                    </a:lnTo>
                    <a:cubicBezTo>
                      <a:pt x="1036" y="10858"/>
                      <a:pt x="0" y="8894"/>
                      <a:pt x="0" y="6322"/>
                    </a:cubicBezTo>
                    <a:cubicBezTo>
                      <a:pt x="0" y="5215"/>
                      <a:pt x="214" y="4179"/>
                      <a:pt x="607" y="3250"/>
                    </a:cubicBezTo>
                    <a:cubicBezTo>
                      <a:pt x="1000" y="2322"/>
                      <a:pt x="1536" y="1607"/>
                      <a:pt x="2179" y="1143"/>
                    </a:cubicBezTo>
                    <a:cubicBezTo>
                      <a:pt x="2822" y="679"/>
                      <a:pt x="3608" y="357"/>
                      <a:pt x="4501" y="179"/>
                    </a:cubicBezTo>
                    <a:cubicBezTo>
                      <a:pt x="5072" y="71"/>
                      <a:pt x="6108" y="0"/>
                      <a:pt x="7572" y="0"/>
                    </a:cubicBezTo>
                    <a:lnTo>
                      <a:pt x="18967" y="0"/>
                    </a:lnTo>
                    <a:lnTo>
                      <a:pt x="18967" y="3143"/>
                    </a:lnTo>
                    <a:lnTo>
                      <a:pt x="7715" y="3143"/>
                    </a:lnTo>
                    <a:cubicBezTo>
                      <a:pt x="6429" y="3143"/>
                      <a:pt x="5465" y="3250"/>
                      <a:pt x="4858" y="3500"/>
                    </a:cubicBezTo>
                    <a:cubicBezTo>
                      <a:pt x="4215" y="3750"/>
                      <a:pt x="3715" y="4179"/>
                      <a:pt x="3322" y="4786"/>
                    </a:cubicBezTo>
                    <a:cubicBezTo>
                      <a:pt x="2929" y="5394"/>
                      <a:pt x="2750" y="6144"/>
                      <a:pt x="2750" y="6965"/>
                    </a:cubicBezTo>
                    <a:cubicBezTo>
                      <a:pt x="2750" y="8322"/>
                      <a:pt x="3179" y="9465"/>
                      <a:pt x="4036" y="10430"/>
                    </a:cubicBezTo>
                    <a:cubicBezTo>
                      <a:pt x="4893" y="11394"/>
                      <a:pt x="6501" y="11894"/>
                      <a:pt x="8858" y="11894"/>
                    </a:cubicBezTo>
                    <a:lnTo>
                      <a:pt x="18967" y="11894"/>
                    </a:lnTo>
                    <a:lnTo>
                      <a:pt x="18967" y="15037"/>
                    </a:lnTo>
                    <a:close/>
                  </a:path>
                </a:pathLst>
              </a:custGeom>
              <a:solidFill>
                <a:srgbClr val="000000"/>
              </a:solidFill>
              <a:ln w="3572" cap="flat">
                <a:noFill/>
                <a:prstDash val="solid"/>
                <a:miter/>
              </a:ln>
            </p:spPr>
            <p:txBody>
              <a:bodyPr/>
              <a:lstStyle/>
              <a:p>
                <a:endParaRPr lang="en-US" sz="1701"/>
              </a:p>
            </p:txBody>
          </p:sp>
          <p:sp>
            <p:nvSpPr>
              <p:cNvPr id="12242" name="Freeform: Shape 12241">
                <a:extLst>
                  <a:ext uri="{FF2B5EF4-FFF2-40B4-BE49-F238E27FC236}">
                    <a16:creationId xmlns:a16="http://schemas.microsoft.com/office/drawing/2014/main" id="{384922D3-945C-962B-E7B3-8E0EBA163A75}"/>
                  </a:ext>
                </a:extLst>
              </p:cNvPr>
              <p:cNvSpPr/>
              <p:nvPr/>
            </p:nvSpPr>
            <p:spPr>
              <a:xfrm>
                <a:off x="4509054" y="2652938"/>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7 w 25574"/>
                  <a:gd name="csY5" fmla="*/ 1000 h 21145"/>
                  <a:gd name="csX6" fmla="*/ 12609 w 25574"/>
                  <a:gd name="csY6" fmla="*/ 0 h 21145"/>
                  <a:gd name="csX7" fmla="*/ 17788 w 25574"/>
                  <a:gd name="csY7" fmla="*/ 679 h 21145"/>
                  <a:gd name="csX8" fmla="*/ 21503 w 25574"/>
                  <a:gd name="csY8" fmla="*/ 2429 h 21145"/>
                  <a:gd name="csX9" fmla="*/ 23825 w 25574"/>
                  <a:gd name="csY9" fmla="*/ 4751 h 21145"/>
                  <a:gd name="csX10" fmla="*/ 25110 w 25574"/>
                  <a:gd name="csY10" fmla="*/ 7822 h 21145"/>
                  <a:gd name="csX11" fmla="*/ 25539 w 25574"/>
                  <a:gd name="csY11" fmla="*/ 11930 h 21145"/>
                  <a:gd name="csX12" fmla="*/ 25539 w 25574"/>
                  <a:gd name="csY12" fmla="*/ 21146 h 21145"/>
                  <a:gd name="csX13" fmla="*/ 22539 w 25574"/>
                  <a:gd name="csY13" fmla="*/ 17752 h 21145"/>
                  <a:gd name="csX14" fmla="*/ 22539 w 25574"/>
                  <a:gd name="csY14" fmla="*/ 12287 h 21145"/>
                  <a:gd name="csX15" fmla="*/ 22074 w 25574"/>
                  <a:gd name="csY15" fmla="*/ 8323 h 21145"/>
                  <a:gd name="csX16" fmla="*/ 20753 w 25574"/>
                  <a:gd name="csY16" fmla="*/ 6036 h 21145"/>
                  <a:gd name="csX17" fmla="*/ 17502 w 25574"/>
                  <a:gd name="csY17" fmla="*/ 4179 h 21145"/>
                  <a:gd name="csX18" fmla="*/ 12573 w 25574"/>
                  <a:gd name="csY18" fmla="*/ 3501 h 21145"/>
                  <a:gd name="csX19" fmla="*/ 6394 w 25574"/>
                  <a:gd name="csY19" fmla="*/ 4822 h 21145"/>
                  <a:gd name="csX20" fmla="*/ 3501 w 25574"/>
                  <a:gd name="csY20" fmla="*/ 8001 h 21145"/>
                  <a:gd name="csX21" fmla="*/ 3000 w 25574"/>
                  <a:gd name="csY21" fmla="*/ 12395 h 21145"/>
                  <a:gd name="csX22" fmla="*/ 3000 w 25574"/>
                  <a:gd name="csY22" fmla="*/ 17752 h 21145"/>
                  <a:gd name="csX23" fmla="*/ 22539 w 25574"/>
                  <a:gd name="csY23" fmla="*/ 17752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9"/>
                      <a:pt x="107" y="8823"/>
                      <a:pt x="357" y="7787"/>
                    </a:cubicBezTo>
                    <a:cubicBezTo>
                      <a:pt x="679" y="6322"/>
                      <a:pt x="1322" y="5072"/>
                      <a:pt x="2179" y="4036"/>
                    </a:cubicBezTo>
                    <a:cubicBezTo>
                      <a:pt x="3322" y="2679"/>
                      <a:pt x="4786" y="1679"/>
                      <a:pt x="6537" y="1000"/>
                    </a:cubicBezTo>
                    <a:cubicBezTo>
                      <a:pt x="8323" y="322"/>
                      <a:pt x="10323" y="0"/>
                      <a:pt x="12609" y="0"/>
                    </a:cubicBezTo>
                    <a:cubicBezTo>
                      <a:pt x="14538" y="0"/>
                      <a:pt x="16252" y="214"/>
                      <a:pt x="17788" y="679"/>
                    </a:cubicBezTo>
                    <a:cubicBezTo>
                      <a:pt x="19288" y="1143"/>
                      <a:pt x="20538" y="1715"/>
                      <a:pt x="21503" y="2429"/>
                    </a:cubicBezTo>
                    <a:cubicBezTo>
                      <a:pt x="22467" y="3143"/>
                      <a:pt x="23253" y="3929"/>
                      <a:pt x="23825" y="4751"/>
                    </a:cubicBezTo>
                    <a:cubicBezTo>
                      <a:pt x="24396" y="5608"/>
                      <a:pt x="24825" y="6608"/>
                      <a:pt x="25110" y="7822"/>
                    </a:cubicBezTo>
                    <a:cubicBezTo>
                      <a:pt x="25396" y="9001"/>
                      <a:pt x="25539" y="10359"/>
                      <a:pt x="25539" y="11930"/>
                    </a:cubicBezTo>
                    <a:lnTo>
                      <a:pt x="25539" y="21146"/>
                    </a:lnTo>
                    <a:moveTo>
                      <a:pt x="22539" y="17752"/>
                    </a:moveTo>
                    <a:lnTo>
                      <a:pt x="22539" y="12287"/>
                    </a:lnTo>
                    <a:cubicBezTo>
                      <a:pt x="22539" y="10609"/>
                      <a:pt x="22396" y="9287"/>
                      <a:pt x="22074" y="8323"/>
                    </a:cubicBezTo>
                    <a:cubicBezTo>
                      <a:pt x="21753" y="7358"/>
                      <a:pt x="21324" y="6608"/>
                      <a:pt x="20753" y="6036"/>
                    </a:cubicBezTo>
                    <a:cubicBezTo>
                      <a:pt x="19967" y="5215"/>
                      <a:pt x="18860" y="4608"/>
                      <a:pt x="17502" y="4179"/>
                    </a:cubicBezTo>
                    <a:cubicBezTo>
                      <a:pt x="16145" y="3751"/>
                      <a:pt x="14502" y="3501"/>
                      <a:pt x="12573" y="3501"/>
                    </a:cubicBezTo>
                    <a:cubicBezTo>
                      <a:pt x="9894" y="3501"/>
                      <a:pt x="7858" y="3929"/>
                      <a:pt x="6394" y="4822"/>
                    </a:cubicBezTo>
                    <a:cubicBezTo>
                      <a:pt x="4929" y="5715"/>
                      <a:pt x="4001" y="6751"/>
                      <a:pt x="3501" y="8001"/>
                    </a:cubicBezTo>
                    <a:cubicBezTo>
                      <a:pt x="3143" y="8894"/>
                      <a:pt x="3000" y="10359"/>
                      <a:pt x="3000" y="12395"/>
                    </a:cubicBezTo>
                    <a:lnTo>
                      <a:pt x="3000" y="17752"/>
                    </a:lnTo>
                    <a:lnTo>
                      <a:pt x="22539" y="17752"/>
                    </a:lnTo>
                    <a:close/>
                  </a:path>
                </a:pathLst>
              </a:custGeom>
              <a:solidFill>
                <a:srgbClr val="000000"/>
              </a:solidFill>
              <a:ln w="3572" cap="flat">
                <a:noFill/>
                <a:prstDash val="solid"/>
                <a:miter/>
              </a:ln>
            </p:spPr>
            <p:txBody>
              <a:bodyPr/>
              <a:lstStyle/>
              <a:p>
                <a:endParaRPr lang="en-US" sz="1701"/>
              </a:p>
            </p:txBody>
          </p:sp>
          <p:sp>
            <p:nvSpPr>
              <p:cNvPr id="12243" name="Freeform: Shape 12242">
                <a:extLst>
                  <a:ext uri="{FF2B5EF4-FFF2-40B4-BE49-F238E27FC236}">
                    <a16:creationId xmlns:a16="http://schemas.microsoft.com/office/drawing/2014/main" id="{D7573351-25B5-59A6-EA6E-FB2B1AEB19A6}"/>
                  </a:ext>
                </a:extLst>
              </p:cNvPr>
              <p:cNvSpPr/>
              <p:nvPr/>
            </p:nvSpPr>
            <p:spPr>
              <a:xfrm>
                <a:off x="4509054" y="2636877"/>
                <a:ext cx="56121" cy="6860"/>
              </a:xfrm>
              <a:custGeom>
                <a:avLst/>
                <a:gdLst>
                  <a:gd name="csX0" fmla="*/ 25575 w 25574"/>
                  <a:gd name="csY0" fmla="*/ 3143 h 3143"/>
                  <a:gd name="csX1" fmla="*/ 0 w 25574"/>
                  <a:gd name="csY1" fmla="*/ 3143 h 3143"/>
                  <a:gd name="csX2" fmla="*/ 0 w 25574"/>
                  <a:gd name="csY2" fmla="*/ 0 h 3143"/>
                  <a:gd name="csX3" fmla="*/ 25575 w 25574"/>
                  <a:gd name="csY3" fmla="*/ 0 h 3143"/>
                  <a:gd name="csX4" fmla="*/ 25575 w 25574"/>
                  <a:gd name="csY4" fmla="*/ 3143 h 3143"/>
                </a:gdLst>
                <a:ahLst/>
                <a:cxnLst>
                  <a:cxn ang="0">
                    <a:pos x="csX0" y="csY0"/>
                  </a:cxn>
                  <a:cxn ang="0">
                    <a:pos x="csX1" y="csY1"/>
                  </a:cxn>
                  <a:cxn ang="0">
                    <a:pos x="csX2" y="csY2"/>
                  </a:cxn>
                  <a:cxn ang="0">
                    <a:pos x="csX3" y="csY3"/>
                  </a:cxn>
                  <a:cxn ang="0">
                    <a:pos x="csX4" y="csY4"/>
                  </a:cxn>
                </a:cxnLst>
                <a:rect l="l" t="t" r="r" b="b"/>
                <a:pathLst>
                  <a:path w="25574" h="3143">
                    <a:moveTo>
                      <a:pt x="25575" y="3143"/>
                    </a:moveTo>
                    <a:lnTo>
                      <a:pt x="0" y="3143"/>
                    </a:lnTo>
                    <a:lnTo>
                      <a:pt x="0" y="0"/>
                    </a:lnTo>
                    <a:lnTo>
                      <a:pt x="25575" y="0"/>
                    </a:lnTo>
                    <a:lnTo>
                      <a:pt x="25575" y="3143"/>
                    </a:lnTo>
                    <a:close/>
                  </a:path>
                </a:pathLst>
              </a:custGeom>
              <a:solidFill>
                <a:srgbClr val="000000"/>
              </a:solidFill>
              <a:ln w="3572" cap="flat">
                <a:noFill/>
                <a:prstDash val="solid"/>
                <a:miter/>
              </a:ln>
            </p:spPr>
            <p:txBody>
              <a:bodyPr/>
              <a:lstStyle/>
              <a:p>
                <a:endParaRPr lang="en-US" sz="1701"/>
              </a:p>
            </p:txBody>
          </p:sp>
          <p:sp>
            <p:nvSpPr>
              <p:cNvPr id="12244" name="Freeform: Shape 12243">
                <a:extLst>
                  <a:ext uri="{FF2B5EF4-FFF2-40B4-BE49-F238E27FC236}">
                    <a16:creationId xmlns:a16="http://schemas.microsoft.com/office/drawing/2014/main" id="{75B93B40-85BB-83C4-44CB-D925A8A0961D}"/>
                  </a:ext>
                </a:extLst>
              </p:cNvPr>
              <p:cNvSpPr/>
              <p:nvPr/>
            </p:nvSpPr>
            <p:spPr>
              <a:xfrm>
                <a:off x="4541426" y="2607875"/>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245" name="Freeform: Shape 12244">
                <a:extLst>
                  <a:ext uri="{FF2B5EF4-FFF2-40B4-BE49-F238E27FC236}">
                    <a16:creationId xmlns:a16="http://schemas.microsoft.com/office/drawing/2014/main" id="{2BF68356-9A83-BB32-C1A7-77B6C4E1DE33}"/>
                  </a:ext>
                </a:extLst>
              </p:cNvPr>
              <p:cNvSpPr/>
              <p:nvPr/>
            </p:nvSpPr>
            <p:spPr>
              <a:xfrm>
                <a:off x="4524496" y="2567409"/>
                <a:ext cx="40681" cy="37033"/>
              </a:xfrm>
              <a:custGeom>
                <a:avLst/>
                <a:gdLst>
                  <a:gd name="csX0" fmla="*/ 18538 w 18538"/>
                  <a:gd name="csY0" fmla="*/ 9930 h 16966"/>
                  <a:gd name="csX1" fmla="*/ 0 w 18538"/>
                  <a:gd name="csY1" fmla="*/ 16966 h 16966"/>
                  <a:gd name="csX2" fmla="*/ 0 w 18538"/>
                  <a:gd name="csY2" fmla="*/ 13645 h 16966"/>
                  <a:gd name="csX3" fmla="*/ 11108 w 18538"/>
                  <a:gd name="csY3" fmla="*/ 9680 h 16966"/>
                  <a:gd name="csX4" fmla="*/ 14823 w 18538"/>
                  <a:gd name="csY4" fmla="*/ 8501 h 16966"/>
                  <a:gd name="csX5" fmla="*/ 11287 w 18538"/>
                  <a:gd name="csY5" fmla="*/ 7322 h 16966"/>
                  <a:gd name="csX6" fmla="*/ 0 w 18538"/>
                  <a:gd name="csY6" fmla="*/ 3215 h 16966"/>
                  <a:gd name="csX7" fmla="*/ 0 w 18538"/>
                  <a:gd name="csY7" fmla="*/ 0 h 16966"/>
                  <a:gd name="csX8" fmla="*/ 18538 w 18538"/>
                  <a:gd name="csY8" fmla="*/ 7001 h 16966"/>
                  <a:gd name="csX9" fmla="*/ 18538 w 18538"/>
                  <a:gd name="csY9" fmla="*/ 9930 h 16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8538" h="16966">
                    <a:moveTo>
                      <a:pt x="18538" y="9930"/>
                    </a:moveTo>
                    <a:lnTo>
                      <a:pt x="0" y="16966"/>
                    </a:lnTo>
                    <a:lnTo>
                      <a:pt x="0" y="13645"/>
                    </a:lnTo>
                    <a:lnTo>
                      <a:pt x="11108" y="9680"/>
                    </a:lnTo>
                    <a:cubicBezTo>
                      <a:pt x="12287" y="9251"/>
                      <a:pt x="13537" y="8858"/>
                      <a:pt x="14823" y="8501"/>
                    </a:cubicBezTo>
                    <a:cubicBezTo>
                      <a:pt x="13859" y="8215"/>
                      <a:pt x="12680" y="7822"/>
                      <a:pt x="11287" y="7322"/>
                    </a:cubicBezTo>
                    <a:lnTo>
                      <a:pt x="0" y="3215"/>
                    </a:lnTo>
                    <a:lnTo>
                      <a:pt x="0" y="0"/>
                    </a:lnTo>
                    <a:lnTo>
                      <a:pt x="18538" y="7001"/>
                    </a:lnTo>
                    <a:lnTo>
                      <a:pt x="18538" y="9930"/>
                    </a:lnTo>
                    <a:close/>
                  </a:path>
                </a:pathLst>
              </a:custGeom>
              <a:solidFill>
                <a:srgbClr val="000000"/>
              </a:solidFill>
              <a:ln w="3572" cap="flat">
                <a:noFill/>
                <a:prstDash val="solid"/>
                <a:miter/>
              </a:ln>
            </p:spPr>
            <p:txBody>
              <a:bodyPr/>
              <a:lstStyle/>
              <a:p>
                <a:endParaRPr lang="en-US" sz="1701"/>
              </a:p>
            </p:txBody>
          </p:sp>
          <p:sp>
            <p:nvSpPr>
              <p:cNvPr id="12246" name="Freeform: Shape 12245">
                <a:extLst>
                  <a:ext uri="{FF2B5EF4-FFF2-40B4-BE49-F238E27FC236}">
                    <a16:creationId xmlns:a16="http://schemas.microsoft.com/office/drawing/2014/main" id="{3169DE71-D723-FD90-F641-E8F6F1A0B3A3}"/>
                  </a:ext>
                </a:extLst>
              </p:cNvPr>
              <p:cNvSpPr/>
              <p:nvPr/>
            </p:nvSpPr>
            <p:spPr>
              <a:xfrm>
                <a:off x="4508740" y="2527257"/>
                <a:ext cx="56356" cy="36878"/>
              </a:xfrm>
              <a:custGeom>
                <a:avLst/>
                <a:gdLst>
                  <a:gd name="csX0" fmla="*/ 22682 w 25681"/>
                  <a:gd name="csY0" fmla="*/ 0 h 16895"/>
                  <a:gd name="csX1" fmla="*/ 25682 w 25681"/>
                  <a:gd name="csY1" fmla="*/ 0 h 16895"/>
                  <a:gd name="csX2" fmla="*/ 25682 w 25681"/>
                  <a:gd name="csY2" fmla="*/ 16895 h 16895"/>
                  <a:gd name="csX3" fmla="*/ 23503 w 25681"/>
                  <a:gd name="csY3" fmla="*/ 16538 h 16895"/>
                  <a:gd name="csX4" fmla="*/ 20110 w 25681"/>
                  <a:gd name="csY4" fmla="*/ 14466 h 16895"/>
                  <a:gd name="csX5" fmla="*/ 16216 w 25681"/>
                  <a:gd name="csY5" fmla="*/ 10359 h 16895"/>
                  <a:gd name="csX6" fmla="*/ 10787 w 25681"/>
                  <a:gd name="csY6" fmla="*/ 4715 h 16895"/>
                  <a:gd name="csX7" fmla="*/ 7037 w 25681"/>
                  <a:gd name="csY7" fmla="*/ 3251 h 16895"/>
                  <a:gd name="csX8" fmla="*/ 3893 w 25681"/>
                  <a:gd name="csY8" fmla="*/ 4608 h 16895"/>
                  <a:gd name="csX9" fmla="*/ 2607 w 25681"/>
                  <a:gd name="csY9" fmla="*/ 8072 h 16895"/>
                  <a:gd name="csX10" fmla="*/ 3965 w 25681"/>
                  <a:gd name="csY10" fmla="*/ 11716 h 16895"/>
                  <a:gd name="csX11" fmla="*/ 7715 w 25681"/>
                  <a:gd name="csY11" fmla="*/ 13109 h 16895"/>
                  <a:gd name="csX12" fmla="*/ 7394 w 25681"/>
                  <a:gd name="csY12" fmla="*/ 16323 h 16895"/>
                  <a:gd name="csX13" fmla="*/ 1893 w 25681"/>
                  <a:gd name="csY13" fmla="*/ 13823 h 16895"/>
                  <a:gd name="csX14" fmla="*/ 0 w 25681"/>
                  <a:gd name="csY14" fmla="*/ 8037 h 16895"/>
                  <a:gd name="csX15" fmla="*/ 2036 w 25681"/>
                  <a:gd name="csY15" fmla="*/ 2215 h 16895"/>
                  <a:gd name="csX16" fmla="*/ 7108 w 25681"/>
                  <a:gd name="csY16" fmla="*/ 72 h 16895"/>
                  <a:gd name="csX17" fmla="*/ 10108 w 25681"/>
                  <a:gd name="csY17" fmla="*/ 714 h 16895"/>
                  <a:gd name="csX18" fmla="*/ 13252 w 25681"/>
                  <a:gd name="csY18" fmla="*/ 2786 h 16895"/>
                  <a:gd name="csX19" fmla="*/ 17752 w 25681"/>
                  <a:gd name="csY19" fmla="*/ 7644 h 16895"/>
                  <a:gd name="csX20" fmla="*/ 20967 w 25681"/>
                  <a:gd name="csY20" fmla="*/ 11287 h 16895"/>
                  <a:gd name="csX21" fmla="*/ 22682 w 25681"/>
                  <a:gd name="csY21" fmla="*/ 12609 h 16895"/>
                  <a:gd name="csX22" fmla="*/ 22682 w 25681"/>
                  <a:gd name="csY22" fmla="*/ 72 h 1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5681" h="16895">
                    <a:moveTo>
                      <a:pt x="22682" y="0"/>
                    </a:moveTo>
                    <a:lnTo>
                      <a:pt x="25682" y="0"/>
                    </a:lnTo>
                    <a:lnTo>
                      <a:pt x="25682" y="16895"/>
                    </a:lnTo>
                    <a:cubicBezTo>
                      <a:pt x="24932" y="16895"/>
                      <a:pt x="24217" y="16788"/>
                      <a:pt x="23503" y="16538"/>
                    </a:cubicBezTo>
                    <a:cubicBezTo>
                      <a:pt x="22360" y="16109"/>
                      <a:pt x="21217" y="15431"/>
                      <a:pt x="20110" y="14466"/>
                    </a:cubicBezTo>
                    <a:cubicBezTo>
                      <a:pt x="19002" y="13502"/>
                      <a:pt x="17717" y="12144"/>
                      <a:pt x="16216" y="10359"/>
                    </a:cubicBezTo>
                    <a:cubicBezTo>
                      <a:pt x="13930" y="7572"/>
                      <a:pt x="12144" y="5715"/>
                      <a:pt x="10787" y="4715"/>
                    </a:cubicBezTo>
                    <a:cubicBezTo>
                      <a:pt x="9466" y="3750"/>
                      <a:pt x="8215" y="3251"/>
                      <a:pt x="7037" y="3251"/>
                    </a:cubicBezTo>
                    <a:cubicBezTo>
                      <a:pt x="5858" y="3251"/>
                      <a:pt x="4751" y="3715"/>
                      <a:pt x="3893" y="4608"/>
                    </a:cubicBezTo>
                    <a:cubicBezTo>
                      <a:pt x="3036" y="5501"/>
                      <a:pt x="2607" y="6644"/>
                      <a:pt x="2607" y="8072"/>
                    </a:cubicBezTo>
                    <a:cubicBezTo>
                      <a:pt x="2607" y="9501"/>
                      <a:pt x="3072" y="10787"/>
                      <a:pt x="3965" y="11716"/>
                    </a:cubicBezTo>
                    <a:cubicBezTo>
                      <a:pt x="4858" y="12609"/>
                      <a:pt x="6144" y="13073"/>
                      <a:pt x="7715" y="13109"/>
                    </a:cubicBezTo>
                    <a:lnTo>
                      <a:pt x="7394" y="16323"/>
                    </a:lnTo>
                    <a:cubicBezTo>
                      <a:pt x="5001" y="16109"/>
                      <a:pt x="3143" y="15288"/>
                      <a:pt x="1893" y="13823"/>
                    </a:cubicBezTo>
                    <a:cubicBezTo>
                      <a:pt x="607" y="12395"/>
                      <a:pt x="0" y="10430"/>
                      <a:pt x="0" y="8037"/>
                    </a:cubicBezTo>
                    <a:cubicBezTo>
                      <a:pt x="0" y="5644"/>
                      <a:pt x="679" y="3643"/>
                      <a:pt x="2036" y="2215"/>
                    </a:cubicBezTo>
                    <a:cubicBezTo>
                      <a:pt x="3393" y="786"/>
                      <a:pt x="5108" y="72"/>
                      <a:pt x="7108" y="72"/>
                    </a:cubicBezTo>
                    <a:cubicBezTo>
                      <a:pt x="8144" y="72"/>
                      <a:pt x="9144" y="286"/>
                      <a:pt x="10108" y="714"/>
                    </a:cubicBezTo>
                    <a:cubicBezTo>
                      <a:pt x="11108" y="1143"/>
                      <a:pt x="12144" y="1822"/>
                      <a:pt x="13252" y="2786"/>
                    </a:cubicBezTo>
                    <a:cubicBezTo>
                      <a:pt x="14323" y="3750"/>
                      <a:pt x="15859" y="5358"/>
                      <a:pt x="17752" y="7644"/>
                    </a:cubicBezTo>
                    <a:cubicBezTo>
                      <a:pt x="19360" y="9537"/>
                      <a:pt x="20395" y="10751"/>
                      <a:pt x="20967" y="11287"/>
                    </a:cubicBezTo>
                    <a:cubicBezTo>
                      <a:pt x="21539" y="11823"/>
                      <a:pt x="22110" y="12252"/>
                      <a:pt x="22682" y="12609"/>
                    </a:cubicBezTo>
                    <a:lnTo>
                      <a:pt x="22682" y="72"/>
                    </a:lnTo>
                    <a:close/>
                  </a:path>
                </a:pathLst>
              </a:custGeom>
              <a:solidFill>
                <a:srgbClr val="000000"/>
              </a:solidFill>
              <a:ln w="3572" cap="flat">
                <a:noFill/>
                <a:prstDash val="solid"/>
                <a:miter/>
              </a:ln>
            </p:spPr>
            <p:txBody>
              <a:bodyPr/>
              <a:lstStyle/>
              <a:p>
                <a:endParaRPr lang="en-US" sz="1701"/>
              </a:p>
            </p:txBody>
          </p:sp>
          <p:sp>
            <p:nvSpPr>
              <p:cNvPr id="12247" name="Freeform: Shape 12246">
                <a:extLst>
                  <a:ext uri="{FF2B5EF4-FFF2-40B4-BE49-F238E27FC236}">
                    <a16:creationId xmlns:a16="http://schemas.microsoft.com/office/drawing/2014/main" id="{75E06E9A-0EF7-0513-7A74-33EAA9981E34}"/>
                  </a:ext>
                </a:extLst>
              </p:cNvPr>
              <p:cNvSpPr/>
              <p:nvPr/>
            </p:nvSpPr>
            <p:spPr>
              <a:xfrm>
                <a:off x="4509054" y="2485313"/>
                <a:ext cx="57063" cy="35162"/>
              </a:xfrm>
              <a:custGeom>
                <a:avLst/>
                <a:gdLst>
                  <a:gd name="csX0" fmla="*/ 25575 w 26003"/>
                  <a:gd name="csY0" fmla="*/ 2965 h 16109"/>
                  <a:gd name="csX1" fmla="*/ 23253 w 26003"/>
                  <a:gd name="csY1" fmla="*/ 2965 h 16109"/>
                  <a:gd name="csX2" fmla="*/ 26003 w 26003"/>
                  <a:gd name="csY2" fmla="*/ 8144 h 16109"/>
                  <a:gd name="csX3" fmla="*/ 24789 w 26003"/>
                  <a:gd name="csY3" fmla="*/ 12216 h 16109"/>
                  <a:gd name="csX4" fmla="*/ 21360 w 26003"/>
                  <a:gd name="csY4" fmla="*/ 15073 h 16109"/>
                  <a:gd name="csX5" fmla="*/ 16323 w 26003"/>
                  <a:gd name="csY5" fmla="*/ 16109 h 16109"/>
                  <a:gd name="csX6" fmla="*/ 11287 w 26003"/>
                  <a:gd name="csY6" fmla="*/ 15180 h 16109"/>
                  <a:gd name="csX7" fmla="*/ 7822 w 26003"/>
                  <a:gd name="csY7" fmla="*/ 12395 h 16109"/>
                  <a:gd name="csX8" fmla="*/ 6608 w 26003"/>
                  <a:gd name="csY8" fmla="*/ 8251 h 16109"/>
                  <a:gd name="csX9" fmla="*/ 7323 w 26003"/>
                  <a:gd name="csY9" fmla="*/ 5251 h 16109"/>
                  <a:gd name="csX10" fmla="*/ 9180 w 26003"/>
                  <a:gd name="csY10" fmla="*/ 3143 h 16109"/>
                  <a:gd name="csX11" fmla="*/ 0 w 26003"/>
                  <a:gd name="csY11" fmla="*/ 3143 h 16109"/>
                  <a:gd name="csX12" fmla="*/ 0 w 26003"/>
                  <a:gd name="csY12" fmla="*/ 0 h 16109"/>
                  <a:gd name="csX13" fmla="*/ 25575 w 26003"/>
                  <a:gd name="csY13" fmla="*/ 0 h 16109"/>
                  <a:gd name="csX14" fmla="*/ 25575 w 26003"/>
                  <a:gd name="csY14" fmla="*/ 2929 h 16109"/>
                  <a:gd name="csX15" fmla="*/ 16323 w 26003"/>
                  <a:gd name="csY15" fmla="*/ 12859 h 16109"/>
                  <a:gd name="csX16" fmla="*/ 21646 w 26003"/>
                  <a:gd name="csY16" fmla="*/ 11359 h 16109"/>
                  <a:gd name="csX17" fmla="*/ 23396 w 26003"/>
                  <a:gd name="csY17" fmla="*/ 7822 h 16109"/>
                  <a:gd name="csX18" fmla="*/ 21717 w 26003"/>
                  <a:gd name="csY18" fmla="*/ 4322 h 16109"/>
                  <a:gd name="csX19" fmla="*/ 16574 w 26003"/>
                  <a:gd name="csY19" fmla="*/ 2893 h 16109"/>
                  <a:gd name="csX20" fmla="*/ 11001 w 26003"/>
                  <a:gd name="csY20" fmla="*/ 4358 h 16109"/>
                  <a:gd name="csX21" fmla="*/ 9215 w 26003"/>
                  <a:gd name="csY21" fmla="*/ 7965 h 16109"/>
                  <a:gd name="csX22" fmla="*/ 10930 w 26003"/>
                  <a:gd name="csY22" fmla="*/ 11466 h 16109"/>
                  <a:gd name="csX23" fmla="*/ 16323 w 26003"/>
                  <a:gd name="csY23" fmla="*/ 12859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9">
                    <a:moveTo>
                      <a:pt x="25575" y="2965"/>
                    </a:moveTo>
                    <a:lnTo>
                      <a:pt x="23253" y="2965"/>
                    </a:lnTo>
                    <a:cubicBezTo>
                      <a:pt x="25075" y="4143"/>
                      <a:pt x="26003" y="5858"/>
                      <a:pt x="26003" y="8144"/>
                    </a:cubicBezTo>
                    <a:cubicBezTo>
                      <a:pt x="26003" y="9608"/>
                      <a:pt x="25611" y="10966"/>
                      <a:pt x="24789" y="12216"/>
                    </a:cubicBezTo>
                    <a:cubicBezTo>
                      <a:pt x="23967" y="13466"/>
                      <a:pt x="22824" y="14431"/>
                      <a:pt x="21360" y="15073"/>
                    </a:cubicBezTo>
                    <a:cubicBezTo>
                      <a:pt x="19895" y="15752"/>
                      <a:pt x="18217" y="16109"/>
                      <a:pt x="16323" y="16109"/>
                    </a:cubicBezTo>
                    <a:cubicBezTo>
                      <a:pt x="14431" y="16109"/>
                      <a:pt x="12787" y="15788"/>
                      <a:pt x="11287" y="15180"/>
                    </a:cubicBezTo>
                    <a:cubicBezTo>
                      <a:pt x="9787" y="14573"/>
                      <a:pt x="8608" y="13645"/>
                      <a:pt x="7822" y="12395"/>
                    </a:cubicBezTo>
                    <a:cubicBezTo>
                      <a:pt x="7001" y="11180"/>
                      <a:pt x="6608" y="9787"/>
                      <a:pt x="6608" y="8251"/>
                    </a:cubicBezTo>
                    <a:cubicBezTo>
                      <a:pt x="6608" y="7144"/>
                      <a:pt x="6858" y="6144"/>
                      <a:pt x="7323" y="5251"/>
                    </a:cubicBezTo>
                    <a:cubicBezTo>
                      <a:pt x="7787" y="4394"/>
                      <a:pt x="8394" y="3679"/>
                      <a:pt x="9180" y="3143"/>
                    </a:cubicBezTo>
                    <a:lnTo>
                      <a:pt x="0" y="3143"/>
                    </a:lnTo>
                    <a:lnTo>
                      <a:pt x="0" y="0"/>
                    </a:lnTo>
                    <a:lnTo>
                      <a:pt x="25575" y="0"/>
                    </a:lnTo>
                    <a:lnTo>
                      <a:pt x="25575" y="2929"/>
                    </a:lnTo>
                    <a:moveTo>
                      <a:pt x="16323" y="12859"/>
                    </a:moveTo>
                    <a:cubicBezTo>
                      <a:pt x="18681" y="12859"/>
                      <a:pt x="20467" y="12359"/>
                      <a:pt x="21646" y="11359"/>
                    </a:cubicBezTo>
                    <a:cubicBezTo>
                      <a:pt x="22824" y="10359"/>
                      <a:pt x="23396" y="9180"/>
                      <a:pt x="23396" y="7822"/>
                    </a:cubicBezTo>
                    <a:cubicBezTo>
                      <a:pt x="23396" y="6465"/>
                      <a:pt x="22824" y="5287"/>
                      <a:pt x="21717" y="4322"/>
                    </a:cubicBezTo>
                    <a:cubicBezTo>
                      <a:pt x="20610" y="3358"/>
                      <a:pt x="18895" y="2893"/>
                      <a:pt x="16574" y="2893"/>
                    </a:cubicBezTo>
                    <a:cubicBezTo>
                      <a:pt x="14038" y="2893"/>
                      <a:pt x="12180" y="3393"/>
                      <a:pt x="11001" y="4358"/>
                    </a:cubicBezTo>
                    <a:cubicBezTo>
                      <a:pt x="9823" y="5322"/>
                      <a:pt x="9215" y="6537"/>
                      <a:pt x="9215" y="7965"/>
                    </a:cubicBezTo>
                    <a:cubicBezTo>
                      <a:pt x="9215" y="9394"/>
                      <a:pt x="9787" y="10537"/>
                      <a:pt x="10930" y="11466"/>
                    </a:cubicBezTo>
                    <a:cubicBezTo>
                      <a:pt x="12073" y="12395"/>
                      <a:pt x="13859" y="12859"/>
                      <a:pt x="16323" y="12859"/>
                    </a:cubicBezTo>
                    <a:close/>
                  </a:path>
                </a:pathLst>
              </a:custGeom>
              <a:solidFill>
                <a:srgbClr val="000000"/>
              </a:solidFill>
              <a:ln w="3572" cap="flat">
                <a:noFill/>
                <a:prstDash val="solid"/>
                <a:miter/>
              </a:ln>
            </p:spPr>
            <p:txBody>
              <a:bodyPr/>
              <a:lstStyle/>
              <a:p>
                <a:endParaRPr lang="en-US" sz="1701"/>
              </a:p>
            </p:txBody>
          </p:sp>
          <p:sp>
            <p:nvSpPr>
              <p:cNvPr id="12249" name="Freeform: Shape 12248">
                <a:extLst>
                  <a:ext uri="{FF2B5EF4-FFF2-40B4-BE49-F238E27FC236}">
                    <a16:creationId xmlns:a16="http://schemas.microsoft.com/office/drawing/2014/main" id="{B20A0A2C-48CF-3D6B-277E-707F12695382}"/>
                  </a:ext>
                </a:extLst>
              </p:cNvPr>
              <p:cNvSpPr/>
              <p:nvPr/>
            </p:nvSpPr>
            <p:spPr>
              <a:xfrm>
                <a:off x="4571291" y="2570607"/>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7 w 25574"/>
                  <a:gd name="csY5" fmla="*/ 1000 h 21145"/>
                  <a:gd name="csX6" fmla="*/ 12609 w 25574"/>
                  <a:gd name="csY6" fmla="*/ 0 h 21145"/>
                  <a:gd name="csX7" fmla="*/ 17788 w 25574"/>
                  <a:gd name="csY7" fmla="*/ 679 h 21145"/>
                  <a:gd name="csX8" fmla="*/ 21503 w 25574"/>
                  <a:gd name="csY8" fmla="*/ 2429 h 21145"/>
                  <a:gd name="csX9" fmla="*/ 23825 w 25574"/>
                  <a:gd name="csY9" fmla="*/ 4751 h 21145"/>
                  <a:gd name="csX10" fmla="*/ 25110 w 25574"/>
                  <a:gd name="csY10" fmla="*/ 7822 h 21145"/>
                  <a:gd name="csX11" fmla="*/ 25539 w 25574"/>
                  <a:gd name="csY11" fmla="*/ 11930 h 21145"/>
                  <a:gd name="csX12" fmla="*/ 25539 w 25574"/>
                  <a:gd name="csY12" fmla="*/ 21146 h 21145"/>
                  <a:gd name="csX13" fmla="*/ 22574 w 25574"/>
                  <a:gd name="csY13" fmla="*/ 17717 h 21145"/>
                  <a:gd name="csX14" fmla="*/ 22574 w 25574"/>
                  <a:gd name="csY14" fmla="*/ 12252 h 21145"/>
                  <a:gd name="csX15" fmla="*/ 22110 w 25574"/>
                  <a:gd name="csY15" fmla="*/ 8287 h 21145"/>
                  <a:gd name="csX16" fmla="*/ 20788 w 25574"/>
                  <a:gd name="csY16" fmla="*/ 6001 h 21145"/>
                  <a:gd name="csX17" fmla="*/ 17538 w 25574"/>
                  <a:gd name="csY17" fmla="*/ 4143 h 21145"/>
                  <a:gd name="csX18" fmla="*/ 12609 w 25574"/>
                  <a:gd name="csY18" fmla="*/ 3465 h 21145"/>
                  <a:gd name="csX19" fmla="*/ 6430 w 25574"/>
                  <a:gd name="csY19" fmla="*/ 4786 h 21145"/>
                  <a:gd name="csX20" fmla="*/ 3536 w 25574"/>
                  <a:gd name="csY20" fmla="*/ 7965 h 21145"/>
                  <a:gd name="csX21" fmla="*/ 3036 w 25574"/>
                  <a:gd name="csY21" fmla="*/ 12359 h 21145"/>
                  <a:gd name="csX22" fmla="*/ 3036 w 25574"/>
                  <a:gd name="csY22" fmla="*/ 17717 h 21145"/>
                  <a:gd name="csX23" fmla="*/ 22574 w 25574"/>
                  <a:gd name="csY23" fmla="*/ 17717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9"/>
                      <a:pt x="107" y="8823"/>
                      <a:pt x="357" y="7787"/>
                    </a:cubicBezTo>
                    <a:cubicBezTo>
                      <a:pt x="679" y="6322"/>
                      <a:pt x="1322" y="5072"/>
                      <a:pt x="2179" y="4036"/>
                    </a:cubicBezTo>
                    <a:cubicBezTo>
                      <a:pt x="3322" y="2679"/>
                      <a:pt x="4786" y="1679"/>
                      <a:pt x="6537" y="1000"/>
                    </a:cubicBezTo>
                    <a:cubicBezTo>
                      <a:pt x="8323" y="322"/>
                      <a:pt x="10323" y="0"/>
                      <a:pt x="12609" y="0"/>
                    </a:cubicBezTo>
                    <a:cubicBezTo>
                      <a:pt x="14538" y="0"/>
                      <a:pt x="16252" y="214"/>
                      <a:pt x="17788" y="679"/>
                    </a:cubicBezTo>
                    <a:cubicBezTo>
                      <a:pt x="19288" y="1143"/>
                      <a:pt x="20538" y="1715"/>
                      <a:pt x="21503" y="2429"/>
                    </a:cubicBezTo>
                    <a:cubicBezTo>
                      <a:pt x="22467" y="3143"/>
                      <a:pt x="23253" y="3929"/>
                      <a:pt x="23825" y="4751"/>
                    </a:cubicBezTo>
                    <a:cubicBezTo>
                      <a:pt x="24396" y="5608"/>
                      <a:pt x="24825" y="6608"/>
                      <a:pt x="25110" y="7822"/>
                    </a:cubicBezTo>
                    <a:cubicBezTo>
                      <a:pt x="25396" y="9001"/>
                      <a:pt x="25539" y="10359"/>
                      <a:pt x="25539" y="11930"/>
                    </a:cubicBezTo>
                    <a:lnTo>
                      <a:pt x="25539" y="21146"/>
                    </a:lnTo>
                    <a:moveTo>
                      <a:pt x="22574" y="17717"/>
                    </a:moveTo>
                    <a:lnTo>
                      <a:pt x="22574" y="12252"/>
                    </a:lnTo>
                    <a:cubicBezTo>
                      <a:pt x="22574" y="10573"/>
                      <a:pt x="22431" y="9251"/>
                      <a:pt x="22110" y="8287"/>
                    </a:cubicBezTo>
                    <a:cubicBezTo>
                      <a:pt x="21789" y="7323"/>
                      <a:pt x="21360" y="6572"/>
                      <a:pt x="20788" y="6001"/>
                    </a:cubicBezTo>
                    <a:cubicBezTo>
                      <a:pt x="20003" y="5179"/>
                      <a:pt x="18895" y="4572"/>
                      <a:pt x="17538" y="4143"/>
                    </a:cubicBezTo>
                    <a:cubicBezTo>
                      <a:pt x="16181" y="3715"/>
                      <a:pt x="14538" y="3465"/>
                      <a:pt x="12609" y="3465"/>
                    </a:cubicBezTo>
                    <a:cubicBezTo>
                      <a:pt x="9930" y="3465"/>
                      <a:pt x="7894" y="3893"/>
                      <a:pt x="6430" y="4786"/>
                    </a:cubicBezTo>
                    <a:cubicBezTo>
                      <a:pt x="4965" y="5679"/>
                      <a:pt x="4036" y="6715"/>
                      <a:pt x="3536" y="7965"/>
                    </a:cubicBezTo>
                    <a:cubicBezTo>
                      <a:pt x="3179" y="8858"/>
                      <a:pt x="3036" y="10323"/>
                      <a:pt x="3036" y="12359"/>
                    </a:cubicBezTo>
                    <a:lnTo>
                      <a:pt x="3036" y="17717"/>
                    </a:lnTo>
                    <a:lnTo>
                      <a:pt x="22574" y="17717"/>
                    </a:lnTo>
                    <a:close/>
                  </a:path>
                </a:pathLst>
              </a:custGeom>
              <a:solidFill>
                <a:srgbClr val="000000"/>
              </a:solidFill>
              <a:ln w="3572" cap="flat">
                <a:noFill/>
                <a:prstDash val="solid"/>
                <a:miter/>
              </a:ln>
            </p:spPr>
            <p:txBody>
              <a:bodyPr/>
              <a:lstStyle/>
              <a:p>
                <a:endParaRPr lang="en-US" sz="1701"/>
              </a:p>
            </p:txBody>
          </p:sp>
          <p:sp>
            <p:nvSpPr>
              <p:cNvPr id="12250" name="Freeform: Shape 12249">
                <a:extLst>
                  <a:ext uri="{FF2B5EF4-FFF2-40B4-BE49-F238E27FC236}">
                    <a16:creationId xmlns:a16="http://schemas.microsoft.com/office/drawing/2014/main" id="{92999EF5-C8C6-DE5B-9445-BD31B680F03E}"/>
                  </a:ext>
                </a:extLst>
              </p:cNvPr>
              <p:cNvSpPr/>
              <p:nvPr/>
            </p:nvSpPr>
            <p:spPr>
              <a:xfrm>
                <a:off x="4571291" y="2554546"/>
                <a:ext cx="56121" cy="6860"/>
              </a:xfrm>
              <a:custGeom>
                <a:avLst/>
                <a:gdLst>
                  <a:gd name="csX0" fmla="*/ 25575 w 25574"/>
                  <a:gd name="csY0" fmla="*/ 3143 h 3143"/>
                  <a:gd name="csX1" fmla="*/ 0 w 25574"/>
                  <a:gd name="csY1" fmla="*/ 3143 h 3143"/>
                  <a:gd name="csX2" fmla="*/ 0 w 25574"/>
                  <a:gd name="csY2" fmla="*/ 0 h 3143"/>
                  <a:gd name="csX3" fmla="*/ 25575 w 25574"/>
                  <a:gd name="csY3" fmla="*/ 0 h 3143"/>
                  <a:gd name="csX4" fmla="*/ 25575 w 25574"/>
                  <a:gd name="csY4" fmla="*/ 3143 h 3143"/>
                </a:gdLst>
                <a:ahLst/>
                <a:cxnLst>
                  <a:cxn ang="0">
                    <a:pos x="csX0" y="csY0"/>
                  </a:cxn>
                  <a:cxn ang="0">
                    <a:pos x="csX1" y="csY1"/>
                  </a:cxn>
                  <a:cxn ang="0">
                    <a:pos x="csX2" y="csY2"/>
                  </a:cxn>
                  <a:cxn ang="0">
                    <a:pos x="csX3" y="csY3"/>
                  </a:cxn>
                  <a:cxn ang="0">
                    <a:pos x="csX4" y="csY4"/>
                  </a:cxn>
                </a:cxnLst>
                <a:rect l="l" t="t" r="r" b="b"/>
                <a:pathLst>
                  <a:path w="25574" h="3143">
                    <a:moveTo>
                      <a:pt x="25575" y="3143"/>
                    </a:moveTo>
                    <a:lnTo>
                      <a:pt x="0" y="3143"/>
                    </a:lnTo>
                    <a:lnTo>
                      <a:pt x="0" y="0"/>
                    </a:lnTo>
                    <a:lnTo>
                      <a:pt x="25575" y="0"/>
                    </a:lnTo>
                    <a:lnTo>
                      <a:pt x="25575" y="3143"/>
                    </a:lnTo>
                    <a:close/>
                  </a:path>
                </a:pathLst>
              </a:custGeom>
              <a:solidFill>
                <a:srgbClr val="000000"/>
              </a:solidFill>
              <a:ln w="3572" cap="flat">
                <a:noFill/>
                <a:prstDash val="solid"/>
                <a:miter/>
              </a:ln>
            </p:spPr>
            <p:txBody>
              <a:bodyPr/>
              <a:lstStyle/>
              <a:p>
                <a:endParaRPr lang="en-US" sz="1701"/>
              </a:p>
            </p:txBody>
          </p:sp>
          <p:sp>
            <p:nvSpPr>
              <p:cNvPr id="12251" name="Freeform: Shape 12250">
                <a:extLst>
                  <a:ext uri="{FF2B5EF4-FFF2-40B4-BE49-F238E27FC236}">
                    <a16:creationId xmlns:a16="http://schemas.microsoft.com/office/drawing/2014/main" id="{63CE59A3-9F5A-F75E-E4AC-C3B1124FCE73}"/>
                  </a:ext>
                </a:extLst>
              </p:cNvPr>
              <p:cNvSpPr/>
              <p:nvPr/>
            </p:nvSpPr>
            <p:spPr>
              <a:xfrm>
                <a:off x="4603664" y="2525544"/>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252" name="Freeform: Shape 12251">
                <a:extLst>
                  <a:ext uri="{FF2B5EF4-FFF2-40B4-BE49-F238E27FC236}">
                    <a16:creationId xmlns:a16="http://schemas.microsoft.com/office/drawing/2014/main" id="{02C7BDBE-3510-52C9-0011-E2B7822A833A}"/>
                  </a:ext>
                </a:extLst>
              </p:cNvPr>
              <p:cNvSpPr/>
              <p:nvPr/>
            </p:nvSpPr>
            <p:spPr>
              <a:xfrm>
                <a:off x="4585871" y="2485078"/>
                <a:ext cx="58002" cy="35629"/>
              </a:xfrm>
              <a:custGeom>
                <a:avLst/>
                <a:gdLst>
                  <a:gd name="csX0" fmla="*/ 20467 w 26431"/>
                  <a:gd name="csY0" fmla="*/ 15645 h 16323"/>
                  <a:gd name="csX1" fmla="*/ 20931 w 26431"/>
                  <a:gd name="csY1" fmla="*/ 12609 h 16323"/>
                  <a:gd name="csX2" fmla="*/ 22967 w 26431"/>
                  <a:gd name="csY2" fmla="*/ 11537 h 16323"/>
                  <a:gd name="csX3" fmla="*/ 23860 w 26431"/>
                  <a:gd name="csY3" fmla="*/ 8358 h 16323"/>
                  <a:gd name="csX4" fmla="*/ 22967 w 26431"/>
                  <a:gd name="csY4" fmla="*/ 5000 h 16323"/>
                  <a:gd name="csX5" fmla="*/ 20538 w 26431"/>
                  <a:gd name="csY5" fmla="*/ 3393 h 16323"/>
                  <a:gd name="csX6" fmla="*/ 16502 w 26431"/>
                  <a:gd name="csY6" fmla="*/ 3179 h 16323"/>
                  <a:gd name="csX7" fmla="*/ 18931 w 26431"/>
                  <a:gd name="csY7" fmla="*/ 8323 h 16323"/>
                  <a:gd name="csX8" fmla="*/ 16180 w 26431"/>
                  <a:gd name="csY8" fmla="*/ 14252 h 16323"/>
                  <a:gd name="csX9" fmla="*/ 9573 w 26431"/>
                  <a:gd name="csY9" fmla="*/ 16323 h 16323"/>
                  <a:gd name="csX10" fmla="*/ 4679 w 26431"/>
                  <a:gd name="csY10" fmla="*/ 15359 h 16323"/>
                  <a:gd name="csX11" fmla="*/ 1214 w 26431"/>
                  <a:gd name="csY11" fmla="*/ 12573 h 16323"/>
                  <a:gd name="csX12" fmla="*/ 0 w 26431"/>
                  <a:gd name="csY12" fmla="*/ 8287 h 16323"/>
                  <a:gd name="csX13" fmla="*/ 2643 w 26431"/>
                  <a:gd name="csY13" fmla="*/ 2893 h 16323"/>
                  <a:gd name="csX14" fmla="*/ 429 w 26431"/>
                  <a:gd name="csY14" fmla="*/ 2893 h 16323"/>
                  <a:gd name="csX15" fmla="*/ 429 w 26431"/>
                  <a:gd name="csY15" fmla="*/ 0 h 16323"/>
                  <a:gd name="csX16" fmla="*/ 16431 w 26431"/>
                  <a:gd name="csY16" fmla="*/ 0 h 16323"/>
                  <a:gd name="csX17" fmla="*/ 22539 w 26431"/>
                  <a:gd name="csY17" fmla="*/ 893 h 16323"/>
                  <a:gd name="csX18" fmla="*/ 25396 w 26431"/>
                  <a:gd name="csY18" fmla="*/ 3679 h 16323"/>
                  <a:gd name="csX19" fmla="*/ 26432 w 26431"/>
                  <a:gd name="csY19" fmla="*/ 8394 h 16323"/>
                  <a:gd name="csX20" fmla="*/ 24932 w 26431"/>
                  <a:gd name="csY20" fmla="*/ 13752 h 16323"/>
                  <a:gd name="csX21" fmla="*/ 20431 w 26431"/>
                  <a:gd name="csY21" fmla="*/ 15716 h 16323"/>
                  <a:gd name="csX22" fmla="*/ 9323 w 26431"/>
                  <a:gd name="csY22" fmla="*/ 13037 h 16323"/>
                  <a:gd name="csX23" fmla="*/ 14645 w 26431"/>
                  <a:gd name="csY23" fmla="*/ 11573 h 16323"/>
                  <a:gd name="csX24" fmla="*/ 16323 w 26431"/>
                  <a:gd name="csY24" fmla="*/ 7929 h 16323"/>
                  <a:gd name="csX25" fmla="*/ 14645 w 26431"/>
                  <a:gd name="csY25" fmla="*/ 4286 h 16323"/>
                  <a:gd name="csX26" fmla="*/ 9430 w 26431"/>
                  <a:gd name="csY26" fmla="*/ 2822 h 16323"/>
                  <a:gd name="csX27" fmla="*/ 4286 w 26431"/>
                  <a:gd name="csY27" fmla="*/ 4322 h 16323"/>
                  <a:gd name="csX28" fmla="*/ 2572 w 26431"/>
                  <a:gd name="csY28" fmla="*/ 7965 h 16323"/>
                  <a:gd name="csX29" fmla="*/ 4286 w 26431"/>
                  <a:gd name="csY29" fmla="*/ 11537 h 16323"/>
                  <a:gd name="csX30" fmla="*/ 9323 w 26431"/>
                  <a:gd name="csY30" fmla="*/ 13002 h 1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431" h="16323">
                    <a:moveTo>
                      <a:pt x="20467" y="15645"/>
                    </a:moveTo>
                    <a:lnTo>
                      <a:pt x="20931" y="12609"/>
                    </a:lnTo>
                    <a:cubicBezTo>
                      <a:pt x="21860" y="12466"/>
                      <a:pt x="22539" y="12109"/>
                      <a:pt x="22967" y="11537"/>
                    </a:cubicBezTo>
                    <a:cubicBezTo>
                      <a:pt x="23539" y="10751"/>
                      <a:pt x="23860" y="9680"/>
                      <a:pt x="23860" y="8358"/>
                    </a:cubicBezTo>
                    <a:cubicBezTo>
                      <a:pt x="23860" y="6894"/>
                      <a:pt x="23574" y="5786"/>
                      <a:pt x="22967" y="5000"/>
                    </a:cubicBezTo>
                    <a:cubicBezTo>
                      <a:pt x="22396" y="4215"/>
                      <a:pt x="21574" y="3643"/>
                      <a:pt x="20538" y="3393"/>
                    </a:cubicBezTo>
                    <a:cubicBezTo>
                      <a:pt x="19895" y="3250"/>
                      <a:pt x="18574" y="3143"/>
                      <a:pt x="16502" y="3179"/>
                    </a:cubicBezTo>
                    <a:cubicBezTo>
                      <a:pt x="18109" y="4572"/>
                      <a:pt x="18931" y="6251"/>
                      <a:pt x="18931" y="8323"/>
                    </a:cubicBezTo>
                    <a:cubicBezTo>
                      <a:pt x="18931" y="10858"/>
                      <a:pt x="18002" y="12859"/>
                      <a:pt x="16180" y="14252"/>
                    </a:cubicBezTo>
                    <a:cubicBezTo>
                      <a:pt x="14323" y="15645"/>
                      <a:pt x="12144" y="16323"/>
                      <a:pt x="9573" y="16323"/>
                    </a:cubicBezTo>
                    <a:cubicBezTo>
                      <a:pt x="7787" y="16323"/>
                      <a:pt x="6179" y="16002"/>
                      <a:pt x="4679" y="15359"/>
                    </a:cubicBezTo>
                    <a:cubicBezTo>
                      <a:pt x="3179" y="14716"/>
                      <a:pt x="2036" y="13787"/>
                      <a:pt x="1214" y="12573"/>
                    </a:cubicBezTo>
                    <a:cubicBezTo>
                      <a:pt x="393" y="11359"/>
                      <a:pt x="0" y="9930"/>
                      <a:pt x="0" y="8287"/>
                    </a:cubicBezTo>
                    <a:cubicBezTo>
                      <a:pt x="0" y="6108"/>
                      <a:pt x="893" y="4322"/>
                      <a:pt x="2643" y="2893"/>
                    </a:cubicBezTo>
                    <a:lnTo>
                      <a:pt x="429" y="2893"/>
                    </a:lnTo>
                    <a:lnTo>
                      <a:pt x="429" y="0"/>
                    </a:lnTo>
                    <a:lnTo>
                      <a:pt x="16431" y="0"/>
                    </a:lnTo>
                    <a:cubicBezTo>
                      <a:pt x="19324" y="0"/>
                      <a:pt x="21360" y="286"/>
                      <a:pt x="22539" y="893"/>
                    </a:cubicBezTo>
                    <a:cubicBezTo>
                      <a:pt x="23753" y="1464"/>
                      <a:pt x="24717" y="2393"/>
                      <a:pt x="25396" y="3679"/>
                    </a:cubicBezTo>
                    <a:cubicBezTo>
                      <a:pt x="26110" y="4965"/>
                      <a:pt x="26432" y="6501"/>
                      <a:pt x="26432" y="8394"/>
                    </a:cubicBezTo>
                    <a:cubicBezTo>
                      <a:pt x="26432" y="10608"/>
                      <a:pt x="25932" y="12394"/>
                      <a:pt x="24932" y="13752"/>
                    </a:cubicBezTo>
                    <a:cubicBezTo>
                      <a:pt x="23931" y="15109"/>
                      <a:pt x="22431" y="15788"/>
                      <a:pt x="20431" y="15716"/>
                    </a:cubicBezTo>
                    <a:moveTo>
                      <a:pt x="9323" y="13037"/>
                    </a:moveTo>
                    <a:cubicBezTo>
                      <a:pt x="11751" y="13037"/>
                      <a:pt x="13537" y="12573"/>
                      <a:pt x="14645" y="11573"/>
                    </a:cubicBezTo>
                    <a:cubicBezTo>
                      <a:pt x="15752" y="10608"/>
                      <a:pt x="16323" y="9394"/>
                      <a:pt x="16323" y="7929"/>
                    </a:cubicBezTo>
                    <a:cubicBezTo>
                      <a:pt x="16323" y="6465"/>
                      <a:pt x="15752" y="5286"/>
                      <a:pt x="14645" y="4286"/>
                    </a:cubicBezTo>
                    <a:cubicBezTo>
                      <a:pt x="13537" y="3322"/>
                      <a:pt x="11787" y="2822"/>
                      <a:pt x="9430" y="2822"/>
                    </a:cubicBezTo>
                    <a:cubicBezTo>
                      <a:pt x="7072" y="2822"/>
                      <a:pt x="5465" y="3322"/>
                      <a:pt x="4286" y="4322"/>
                    </a:cubicBezTo>
                    <a:cubicBezTo>
                      <a:pt x="3143" y="5322"/>
                      <a:pt x="2572" y="6537"/>
                      <a:pt x="2572" y="7965"/>
                    </a:cubicBezTo>
                    <a:cubicBezTo>
                      <a:pt x="2572" y="9394"/>
                      <a:pt x="3143" y="10537"/>
                      <a:pt x="4286" y="11537"/>
                    </a:cubicBezTo>
                    <a:cubicBezTo>
                      <a:pt x="5429" y="12502"/>
                      <a:pt x="7108" y="13002"/>
                      <a:pt x="9323" y="13002"/>
                    </a:cubicBezTo>
                    <a:close/>
                  </a:path>
                </a:pathLst>
              </a:custGeom>
              <a:solidFill>
                <a:srgbClr val="000000"/>
              </a:solidFill>
              <a:ln w="3572" cap="flat">
                <a:noFill/>
                <a:prstDash val="solid"/>
                <a:miter/>
              </a:ln>
            </p:spPr>
            <p:txBody>
              <a:bodyPr/>
              <a:lstStyle/>
              <a:p>
                <a:endParaRPr lang="en-US" sz="1701"/>
              </a:p>
            </p:txBody>
          </p:sp>
          <p:sp>
            <p:nvSpPr>
              <p:cNvPr id="12254" name="Freeform: Shape 12253">
                <a:extLst>
                  <a:ext uri="{FF2B5EF4-FFF2-40B4-BE49-F238E27FC236}">
                    <a16:creationId xmlns:a16="http://schemas.microsoft.com/office/drawing/2014/main" id="{793C8723-D8EF-6737-B87B-D896D06968D4}"/>
                  </a:ext>
                </a:extLst>
              </p:cNvPr>
              <p:cNvSpPr/>
              <p:nvPr/>
            </p:nvSpPr>
            <p:spPr>
              <a:xfrm>
                <a:off x="4633605" y="2613954"/>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7 w 25574"/>
                  <a:gd name="csY5" fmla="*/ 1000 h 21145"/>
                  <a:gd name="csX6" fmla="*/ 12609 w 25574"/>
                  <a:gd name="csY6" fmla="*/ 0 h 21145"/>
                  <a:gd name="csX7" fmla="*/ 17788 w 25574"/>
                  <a:gd name="csY7" fmla="*/ 679 h 21145"/>
                  <a:gd name="csX8" fmla="*/ 21503 w 25574"/>
                  <a:gd name="csY8" fmla="*/ 2429 h 21145"/>
                  <a:gd name="csX9" fmla="*/ 23825 w 25574"/>
                  <a:gd name="csY9" fmla="*/ 4751 h 21145"/>
                  <a:gd name="csX10" fmla="*/ 25110 w 25574"/>
                  <a:gd name="csY10" fmla="*/ 7822 h 21145"/>
                  <a:gd name="csX11" fmla="*/ 25539 w 25574"/>
                  <a:gd name="csY11" fmla="*/ 11930 h 21145"/>
                  <a:gd name="csX12" fmla="*/ 25539 w 25574"/>
                  <a:gd name="csY12" fmla="*/ 21146 h 21145"/>
                  <a:gd name="csX13" fmla="*/ 22539 w 25574"/>
                  <a:gd name="csY13" fmla="*/ 17752 h 21145"/>
                  <a:gd name="csX14" fmla="*/ 22539 w 25574"/>
                  <a:gd name="csY14" fmla="*/ 12287 h 21145"/>
                  <a:gd name="csX15" fmla="*/ 22074 w 25574"/>
                  <a:gd name="csY15" fmla="*/ 8323 h 21145"/>
                  <a:gd name="csX16" fmla="*/ 20753 w 25574"/>
                  <a:gd name="csY16" fmla="*/ 6036 h 21145"/>
                  <a:gd name="csX17" fmla="*/ 17502 w 25574"/>
                  <a:gd name="csY17" fmla="*/ 4179 h 21145"/>
                  <a:gd name="csX18" fmla="*/ 12573 w 25574"/>
                  <a:gd name="csY18" fmla="*/ 3501 h 21145"/>
                  <a:gd name="csX19" fmla="*/ 6394 w 25574"/>
                  <a:gd name="csY19" fmla="*/ 4822 h 21145"/>
                  <a:gd name="csX20" fmla="*/ 3501 w 25574"/>
                  <a:gd name="csY20" fmla="*/ 8001 h 21145"/>
                  <a:gd name="csX21" fmla="*/ 3000 w 25574"/>
                  <a:gd name="csY21" fmla="*/ 12395 h 21145"/>
                  <a:gd name="csX22" fmla="*/ 3000 w 25574"/>
                  <a:gd name="csY22" fmla="*/ 17752 h 21145"/>
                  <a:gd name="csX23" fmla="*/ 22539 w 25574"/>
                  <a:gd name="csY23" fmla="*/ 17752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9"/>
                      <a:pt x="107" y="8823"/>
                      <a:pt x="357" y="7787"/>
                    </a:cubicBezTo>
                    <a:cubicBezTo>
                      <a:pt x="679" y="6322"/>
                      <a:pt x="1322" y="5072"/>
                      <a:pt x="2179" y="4036"/>
                    </a:cubicBezTo>
                    <a:cubicBezTo>
                      <a:pt x="3322" y="2679"/>
                      <a:pt x="4786" y="1679"/>
                      <a:pt x="6537" y="1000"/>
                    </a:cubicBezTo>
                    <a:cubicBezTo>
                      <a:pt x="8323" y="322"/>
                      <a:pt x="10323" y="0"/>
                      <a:pt x="12609" y="0"/>
                    </a:cubicBezTo>
                    <a:cubicBezTo>
                      <a:pt x="14538" y="0"/>
                      <a:pt x="16252" y="214"/>
                      <a:pt x="17788" y="679"/>
                    </a:cubicBezTo>
                    <a:cubicBezTo>
                      <a:pt x="19288" y="1143"/>
                      <a:pt x="20538" y="1715"/>
                      <a:pt x="21503" y="2429"/>
                    </a:cubicBezTo>
                    <a:cubicBezTo>
                      <a:pt x="22467" y="3143"/>
                      <a:pt x="23253" y="3929"/>
                      <a:pt x="23825" y="4751"/>
                    </a:cubicBezTo>
                    <a:cubicBezTo>
                      <a:pt x="24396" y="5608"/>
                      <a:pt x="24825" y="6608"/>
                      <a:pt x="25110" y="7822"/>
                    </a:cubicBezTo>
                    <a:cubicBezTo>
                      <a:pt x="25396" y="9001"/>
                      <a:pt x="25539" y="10359"/>
                      <a:pt x="25539" y="11930"/>
                    </a:cubicBezTo>
                    <a:lnTo>
                      <a:pt x="25539" y="21146"/>
                    </a:lnTo>
                    <a:moveTo>
                      <a:pt x="22539" y="17752"/>
                    </a:moveTo>
                    <a:lnTo>
                      <a:pt x="22539" y="12287"/>
                    </a:lnTo>
                    <a:cubicBezTo>
                      <a:pt x="22539" y="10609"/>
                      <a:pt x="22396" y="9287"/>
                      <a:pt x="22074" y="8323"/>
                    </a:cubicBezTo>
                    <a:cubicBezTo>
                      <a:pt x="21753" y="7358"/>
                      <a:pt x="21324" y="6608"/>
                      <a:pt x="20753" y="6036"/>
                    </a:cubicBezTo>
                    <a:cubicBezTo>
                      <a:pt x="19967" y="5215"/>
                      <a:pt x="18860" y="4608"/>
                      <a:pt x="17502" y="4179"/>
                    </a:cubicBezTo>
                    <a:cubicBezTo>
                      <a:pt x="16145" y="3751"/>
                      <a:pt x="14502" y="3501"/>
                      <a:pt x="12573" y="3501"/>
                    </a:cubicBezTo>
                    <a:cubicBezTo>
                      <a:pt x="9894" y="3501"/>
                      <a:pt x="7858" y="3929"/>
                      <a:pt x="6394" y="4822"/>
                    </a:cubicBezTo>
                    <a:cubicBezTo>
                      <a:pt x="4929" y="5715"/>
                      <a:pt x="4000" y="6751"/>
                      <a:pt x="3501" y="8001"/>
                    </a:cubicBezTo>
                    <a:cubicBezTo>
                      <a:pt x="3143" y="8894"/>
                      <a:pt x="3000" y="10359"/>
                      <a:pt x="3000" y="12395"/>
                    </a:cubicBezTo>
                    <a:lnTo>
                      <a:pt x="3000" y="17752"/>
                    </a:lnTo>
                    <a:lnTo>
                      <a:pt x="22539" y="17752"/>
                    </a:lnTo>
                    <a:close/>
                  </a:path>
                </a:pathLst>
              </a:custGeom>
              <a:solidFill>
                <a:srgbClr val="000000"/>
              </a:solidFill>
              <a:ln w="3572" cap="flat">
                <a:noFill/>
                <a:prstDash val="solid"/>
                <a:miter/>
              </a:ln>
            </p:spPr>
            <p:txBody>
              <a:bodyPr/>
              <a:lstStyle/>
              <a:p>
                <a:endParaRPr lang="en-US" sz="1701"/>
              </a:p>
            </p:txBody>
          </p:sp>
          <p:sp>
            <p:nvSpPr>
              <p:cNvPr id="12255" name="Freeform: Shape 12254">
                <a:extLst>
                  <a:ext uri="{FF2B5EF4-FFF2-40B4-BE49-F238E27FC236}">
                    <a16:creationId xmlns:a16="http://schemas.microsoft.com/office/drawing/2014/main" id="{F14EEC51-9C8F-DA67-1B10-F7771BC71C4C}"/>
                  </a:ext>
                </a:extLst>
              </p:cNvPr>
              <p:cNvSpPr/>
              <p:nvPr/>
            </p:nvSpPr>
            <p:spPr>
              <a:xfrm>
                <a:off x="4633605" y="2597893"/>
                <a:ext cx="56121" cy="6860"/>
              </a:xfrm>
              <a:custGeom>
                <a:avLst/>
                <a:gdLst>
                  <a:gd name="csX0" fmla="*/ 25575 w 25574"/>
                  <a:gd name="csY0" fmla="*/ 3143 h 3143"/>
                  <a:gd name="csX1" fmla="*/ 0 w 25574"/>
                  <a:gd name="csY1" fmla="*/ 3143 h 3143"/>
                  <a:gd name="csX2" fmla="*/ 0 w 25574"/>
                  <a:gd name="csY2" fmla="*/ 0 h 3143"/>
                  <a:gd name="csX3" fmla="*/ 25575 w 25574"/>
                  <a:gd name="csY3" fmla="*/ 0 h 3143"/>
                  <a:gd name="csX4" fmla="*/ 25575 w 25574"/>
                  <a:gd name="csY4" fmla="*/ 3143 h 3143"/>
                </a:gdLst>
                <a:ahLst/>
                <a:cxnLst>
                  <a:cxn ang="0">
                    <a:pos x="csX0" y="csY0"/>
                  </a:cxn>
                  <a:cxn ang="0">
                    <a:pos x="csX1" y="csY1"/>
                  </a:cxn>
                  <a:cxn ang="0">
                    <a:pos x="csX2" y="csY2"/>
                  </a:cxn>
                  <a:cxn ang="0">
                    <a:pos x="csX3" y="csY3"/>
                  </a:cxn>
                  <a:cxn ang="0">
                    <a:pos x="csX4" y="csY4"/>
                  </a:cxn>
                </a:cxnLst>
                <a:rect l="l" t="t" r="r" b="b"/>
                <a:pathLst>
                  <a:path w="25574" h="3143">
                    <a:moveTo>
                      <a:pt x="25575" y="3143"/>
                    </a:moveTo>
                    <a:lnTo>
                      <a:pt x="0" y="3143"/>
                    </a:lnTo>
                    <a:lnTo>
                      <a:pt x="0" y="0"/>
                    </a:lnTo>
                    <a:lnTo>
                      <a:pt x="25575" y="0"/>
                    </a:lnTo>
                    <a:lnTo>
                      <a:pt x="25575" y="3143"/>
                    </a:lnTo>
                    <a:close/>
                  </a:path>
                </a:pathLst>
              </a:custGeom>
              <a:solidFill>
                <a:srgbClr val="000000"/>
              </a:solidFill>
              <a:ln w="3572" cap="flat">
                <a:noFill/>
                <a:prstDash val="solid"/>
                <a:miter/>
              </a:ln>
            </p:spPr>
            <p:txBody>
              <a:bodyPr/>
              <a:lstStyle/>
              <a:p>
                <a:endParaRPr lang="en-US" sz="1701"/>
              </a:p>
            </p:txBody>
          </p:sp>
          <p:sp>
            <p:nvSpPr>
              <p:cNvPr id="12256" name="Freeform: Shape 12255">
                <a:extLst>
                  <a:ext uri="{FF2B5EF4-FFF2-40B4-BE49-F238E27FC236}">
                    <a16:creationId xmlns:a16="http://schemas.microsoft.com/office/drawing/2014/main" id="{1D90E95F-CC72-56E5-C3E6-2780387F4331}"/>
                  </a:ext>
                </a:extLst>
              </p:cNvPr>
              <p:cNvSpPr/>
              <p:nvPr/>
            </p:nvSpPr>
            <p:spPr>
              <a:xfrm>
                <a:off x="4665978" y="2568891"/>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257" name="Freeform: Shape 12256">
                <a:extLst>
                  <a:ext uri="{FF2B5EF4-FFF2-40B4-BE49-F238E27FC236}">
                    <a16:creationId xmlns:a16="http://schemas.microsoft.com/office/drawing/2014/main" id="{B2E34242-CFAD-C21B-A334-FD45AD2FBCE9}"/>
                  </a:ext>
                </a:extLst>
              </p:cNvPr>
              <p:cNvSpPr/>
              <p:nvPr/>
            </p:nvSpPr>
            <p:spPr>
              <a:xfrm>
                <a:off x="4648185" y="2528427"/>
                <a:ext cx="58002" cy="35629"/>
              </a:xfrm>
              <a:custGeom>
                <a:avLst/>
                <a:gdLst>
                  <a:gd name="csX0" fmla="*/ 20467 w 26431"/>
                  <a:gd name="csY0" fmla="*/ 15645 h 16323"/>
                  <a:gd name="csX1" fmla="*/ 20931 w 26431"/>
                  <a:gd name="csY1" fmla="*/ 12609 h 16323"/>
                  <a:gd name="csX2" fmla="*/ 22967 w 26431"/>
                  <a:gd name="csY2" fmla="*/ 11537 h 16323"/>
                  <a:gd name="csX3" fmla="*/ 23860 w 26431"/>
                  <a:gd name="csY3" fmla="*/ 8358 h 16323"/>
                  <a:gd name="csX4" fmla="*/ 22967 w 26431"/>
                  <a:gd name="csY4" fmla="*/ 5000 h 16323"/>
                  <a:gd name="csX5" fmla="*/ 20538 w 26431"/>
                  <a:gd name="csY5" fmla="*/ 3393 h 16323"/>
                  <a:gd name="csX6" fmla="*/ 16502 w 26431"/>
                  <a:gd name="csY6" fmla="*/ 3179 h 16323"/>
                  <a:gd name="csX7" fmla="*/ 18931 w 26431"/>
                  <a:gd name="csY7" fmla="*/ 8323 h 16323"/>
                  <a:gd name="csX8" fmla="*/ 16181 w 26431"/>
                  <a:gd name="csY8" fmla="*/ 14252 h 16323"/>
                  <a:gd name="csX9" fmla="*/ 9573 w 26431"/>
                  <a:gd name="csY9" fmla="*/ 16323 h 16323"/>
                  <a:gd name="csX10" fmla="*/ 4679 w 26431"/>
                  <a:gd name="csY10" fmla="*/ 15359 h 16323"/>
                  <a:gd name="csX11" fmla="*/ 1215 w 26431"/>
                  <a:gd name="csY11" fmla="*/ 12573 h 16323"/>
                  <a:gd name="csX12" fmla="*/ 0 w 26431"/>
                  <a:gd name="csY12" fmla="*/ 8287 h 16323"/>
                  <a:gd name="csX13" fmla="*/ 2643 w 26431"/>
                  <a:gd name="csY13" fmla="*/ 2893 h 16323"/>
                  <a:gd name="csX14" fmla="*/ 429 w 26431"/>
                  <a:gd name="csY14" fmla="*/ 2893 h 16323"/>
                  <a:gd name="csX15" fmla="*/ 429 w 26431"/>
                  <a:gd name="csY15" fmla="*/ 0 h 16323"/>
                  <a:gd name="csX16" fmla="*/ 16431 w 26431"/>
                  <a:gd name="csY16" fmla="*/ 0 h 16323"/>
                  <a:gd name="csX17" fmla="*/ 22539 w 26431"/>
                  <a:gd name="csY17" fmla="*/ 893 h 16323"/>
                  <a:gd name="csX18" fmla="*/ 25396 w 26431"/>
                  <a:gd name="csY18" fmla="*/ 3679 h 16323"/>
                  <a:gd name="csX19" fmla="*/ 26432 w 26431"/>
                  <a:gd name="csY19" fmla="*/ 8394 h 16323"/>
                  <a:gd name="csX20" fmla="*/ 24932 w 26431"/>
                  <a:gd name="csY20" fmla="*/ 13752 h 16323"/>
                  <a:gd name="csX21" fmla="*/ 20431 w 26431"/>
                  <a:gd name="csY21" fmla="*/ 15716 h 16323"/>
                  <a:gd name="csX22" fmla="*/ 9323 w 26431"/>
                  <a:gd name="csY22" fmla="*/ 13037 h 16323"/>
                  <a:gd name="csX23" fmla="*/ 14645 w 26431"/>
                  <a:gd name="csY23" fmla="*/ 11573 h 16323"/>
                  <a:gd name="csX24" fmla="*/ 16323 w 26431"/>
                  <a:gd name="csY24" fmla="*/ 7929 h 16323"/>
                  <a:gd name="csX25" fmla="*/ 14645 w 26431"/>
                  <a:gd name="csY25" fmla="*/ 4286 h 16323"/>
                  <a:gd name="csX26" fmla="*/ 9430 w 26431"/>
                  <a:gd name="csY26" fmla="*/ 2822 h 16323"/>
                  <a:gd name="csX27" fmla="*/ 4286 w 26431"/>
                  <a:gd name="csY27" fmla="*/ 4322 h 16323"/>
                  <a:gd name="csX28" fmla="*/ 2572 w 26431"/>
                  <a:gd name="csY28" fmla="*/ 7965 h 16323"/>
                  <a:gd name="csX29" fmla="*/ 4286 w 26431"/>
                  <a:gd name="csY29" fmla="*/ 11537 h 16323"/>
                  <a:gd name="csX30" fmla="*/ 9323 w 26431"/>
                  <a:gd name="csY30" fmla="*/ 13002 h 1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431" h="16323">
                    <a:moveTo>
                      <a:pt x="20467" y="15645"/>
                    </a:moveTo>
                    <a:lnTo>
                      <a:pt x="20931" y="12609"/>
                    </a:lnTo>
                    <a:cubicBezTo>
                      <a:pt x="21860" y="12466"/>
                      <a:pt x="22539" y="12109"/>
                      <a:pt x="22967" y="11537"/>
                    </a:cubicBezTo>
                    <a:cubicBezTo>
                      <a:pt x="23539" y="10751"/>
                      <a:pt x="23860" y="9680"/>
                      <a:pt x="23860" y="8358"/>
                    </a:cubicBezTo>
                    <a:cubicBezTo>
                      <a:pt x="23860" y="6894"/>
                      <a:pt x="23575" y="5786"/>
                      <a:pt x="22967" y="5000"/>
                    </a:cubicBezTo>
                    <a:cubicBezTo>
                      <a:pt x="22396" y="4215"/>
                      <a:pt x="21574" y="3643"/>
                      <a:pt x="20538" y="3393"/>
                    </a:cubicBezTo>
                    <a:cubicBezTo>
                      <a:pt x="19895" y="3250"/>
                      <a:pt x="18574" y="3143"/>
                      <a:pt x="16502" y="3179"/>
                    </a:cubicBezTo>
                    <a:cubicBezTo>
                      <a:pt x="18109" y="4572"/>
                      <a:pt x="18931" y="6251"/>
                      <a:pt x="18931" y="8323"/>
                    </a:cubicBezTo>
                    <a:cubicBezTo>
                      <a:pt x="18931" y="10858"/>
                      <a:pt x="18002" y="12859"/>
                      <a:pt x="16181" y="14252"/>
                    </a:cubicBezTo>
                    <a:cubicBezTo>
                      <a:pt x="14323" y="15645"/>
                      <a:pt x="12144" y="16323"/>
                      <a:pt x="9573" y="16323"/>
                    </a:cubicBezTo>
                    <a:cubicBezTo>
                      <a:pt x="7787" y="16323"/>
                      <a:pt x="6179" y="16002"/>
                      <a:pt x="4679" y="15359"/>
                    </a:cubicBezTo>
                    <a:cubicBezTo>
                      <a:pt x="3179" y="14716"/>
                      <a:pt x="2036" y="13787"/>
                      <a:pt x="1215" y="12573"/>
                    </a:cubicBezTo>
                    <a:cubicBezTo>
                      <a:pt x="393" y="11359"/>
                      <a:pt x="0" y="9930"/>
                      <a:pt x="0" y="8287"/>
                    </a:cubicBezTo>
                    <a:cubicBezTo>
                      <a:pt x="0" y="6108"/>
                      <a:pt x="893" y="4322"/>
                      <a:pt x="2643" y="2893"/>
                    </a:cubicBezTo>
                    <a:lnTo>
                      <a:pt x="429" y="2893"/>
                    </a:lnTo>
                    <a:lnTo>
                      <a:pt x="429" y="0"/>
                    </a:lnTo>
                    <a:lnTo>
                      <a:pt x="16431" y="0"/>
                    </a:lnTo>
                    <a:cubicBezTo>
                      <a:pt x="19324" y="0"/>
                      <a:pt x="21360" y="286"/>
                      <a:pt x="22539" y="893"/>
                    </a:cubicBezTo>
                    <a:cubicBezTo>
                      <a:pt x="23753" y="1464"/>
                      <a:pt x="24718" y="2393"/>
                      <a:pt x="25396" y="3679"/>
                    </a:cubicBezTo>
                    <a:cubicBezTo>
                      <a:pt x="26111" y="4965"/>
                      <a:pt x="26432" y="6501"/>
                      <a:pt x="26432" y="8394"/>
                    </a:cubicBezTo>
                    <a:cubicBezTo>
                      <a:pt x="26432" y="10608"/>
                      <a:pt x="25932" y="12394"/>
                      <a:pt x="24932" y="13752"/>
                    </a:cubicBezTo>
                    <a:cubicBezTo>
                      <a:pt x="23932" y="15109"/>
                      <a:pt x="22431" y="15788"/>
                      <a:pt x="20431" y="15716"/>
                    </a:cubicBezTo>
                    <a:moveTo>
                      <a:pt x="9323" y="13037"/>
                    </a:moveTo>
                    <a:cubicBezTo>
                      <a:pt x="11752" y="13037"/>
                      <a:pt x="13538" y="12573"/>
                      <a:pt x="14645" y="11573"/>
                    </a:cubicBezTo>
                    <a:cubicBezTo>
                      <a:pt x="15752" y="10608"/>
                      <a:pt x="16323" y="9394"/>
                      <a:pt x="16323" y="7929"/>
                    </a:cubicBezTo>
                    <a:cubicBezTo>
                      <a:pt x="16323" y="6465"/>
                      <a:pt x="15752" y="5286"/>
                      <a:pt x="14645" y="4286"/>
                    </a:cubicBezTo>
                    <a:cubicBezTo>
                      <a:pt x="13538" y="3322"/>
                      <a:pt x="11787" y="2822"/>
                      <a:pt x="9430" y="2822"/>
                    </a:cubicBezTo>
                    <a:cubicBezTo>
                      <a:pt x="7072" y="2822"/>
                      <a:pt x="5465" y="3322"/>
                      <a:pt x="4286" y="4322"/>
                    </a:cubicBezTo>
                    <a:cubicBezTo>
                      <a:pt x="3143" y="5322"/>
                      <a:pt x="2572" y="6537"/>
                      <a:pt x="2572" y="7965"/>
                    </a:cubicBezTo>
                    <a:cubicBezTo>
                      <a:pt x="2572" y="9394"/>
                      <a:pt x="3143" y="10537"/>
                      <a:pt x="4286" y="11537"/>
                    </a:cubicBezTo>
                    <a:cubicBezTo>
                      <a:pt x="5429" y="12502"/>
                      <a:pt x="7108" y="13002"/>
                      <a:pt x="9323" y="13002"/>
                    </a:cubicBezTo>
                    <a:close/>
                  </a:path>
                </a:pathLst>
              </a:custGeom>
              <a:solidFill>
                <a:srgbClr val="000000"/>
              </a:solidFill>
              <a:ln w="3572" cap="flat">
                <a:noFill/>
                <a:prstDash val="solid"/>
                <a:miter/>
              </a:ln>
            </p:spPr>
            <p:txBody>
              <a:bodyPr/>
              <a:lstStyle/>
              <a:p>
                <a:endParaRPr lang="en-US" sz="1701"/>
              </a:p>
            </p:txBody>
          </p:sp>
          <p:sp>
            <p:nvSpPr>
              <p:cNvPr id="12258" name="Freeform: Shape 12257">
                <a:extLst>
                  <a:ext uri="{FF2B5EF4-FFF2-40B4-BE49-F238E27FC236}">
                    <a16:creationId xmlns:a16="http://schemas.microsoft.com/office/drawing/2014/main" id="{9FD3E34F-3FC6-5DB6-1CF9-A0A825172C26}"/>
                  </a:ext>
                </a:extLst>
              </p:cNvPr>
              <p:cNvSpPr/>
              <p:nvPr/>
            </p:nvSpPr>
            <p:spPr>
              <a:xfrm>
                <a:off x="4633605" y="2485313"/>
                <a:ext cx="57063" cy="35162"/>
              </a:xfrm>
              <a:custGeom>
                <a:avLst/>
                <a:gdLst>
                  <a:gd name="csX0" fmla="*/ 25575 w 26003"/>
                  <a:gd name="csY0" fmla="*/ 2965 h 16109"/>
                  <a:gd name="csX1" fmla="*/ 23253 w 26003"/>
                  <a:gd name="csY1" fmla="*/ 2965 h 16109"/>
                  <a:gd name="csX2" fmla="*/ 26003 w 26003"/>
                  <a:gd name="csY2" fmla="*/ 8144 h 16109"/>
                  <a:gd name="csX3" fmla="*/ 24789 w 26003"/>
                  <a:gd name="csY3" fmla="*/ 12216 h 16109"/>
                  <a:gd name="csX4" fmla="*/ 21360 w 26003"/>
                  <a:gd name="csY4" fmla="*/ 15073 h 16109"/>
                  <a:gd name="csX5" fmla="*/ 16323 w 26003"/>
                  <a:gd name="csY5" fmla="*/ 16109 h 16109"/>
                  <a:gd name="csX6" fmla="*/ 11287 w 26003"/>
                  <a:gd name="csY6" fmla="*/ 15180 h 16109"/>
                  <a:gd name="csX7" fmla="*/ 7822 w 26003"/>
                  <a:gd name="csY7" fmla="*/ 12395 h 16109"/>
                  <a:gd name="csX8" fmla="*/ 6608 w 26003"/>
                  <a:gd name="csY8" fmla="*/ 8251 h 16109"/>
                  <a:gd name="csX9" fmla="*/ 7322 w 26003"/>
                  <a:gd name="csY9" fmla="*/ 5251 h 16109"/>
                  <a:gd name="csX10" fmla="*/ 9180 w 26003"/>
                  <a:gd name="csY10" fmla="*/ 3143 h 16109"/>
                  <a:gd name="csX11" fmla="*/ 0 w 26003"/>
                  <a:gd name="csY11" fmla="*/ 3143 h 16109"/>
                  <a:gd name="csX12" fmla="*/ 0 w 26003"/>
                  <a:gd name="csY12" fmla="*/ 0 h 16109"/>
                  <a:gd name="csX13" fmla="*/ 25575 w 26003"/>
                  <a:gd name="csY13" fmla="*/ 0 h 16109"/>
                  <a:gd name="csX14" fmla="*/ 25575 w 26003"/>
                  <a:gd name="csY14" fmla="*/ 2929 h 16109"/>
                  <a:gd name="csX15" fmla="*/ 16323 w 26003"/>
                  <a:gd name="csY15" fmla="*/ 12859 h 16109"/>
                  <a:gd name="csX16" fmla="*/ 21646 w 26003"/>
                  <a:gd name="csY16" fmla="*/ 11359 h 16109"/>
                  <a:gd name="csX17" fmla="*/ 23396 w 26003"/>
                  <a:gd name="csY17" fmla="*/ 7822 h 16109"/>
                  <a:gd name="csX18" fmla="*/ 21717 w 26003"/>
                  <a:gd name="csY18" fmla="*/ 4322 h 16109"/>
                  <a:gd name="csX19" fmla="*/ 16574 w 26003"/>
                  <a:gd name="csY19" fmla="*/ 2893 h 16109"/>
                  <a:gd name="csX20" fmla="*/ 11001 w 26003"/>
                  <a:gd name="csY20" fmla="*/ 4358 h 16109"/>
                  <a:gd name="csX21" fmla="*/ 9215 w 26003"/>
                  <a:gd name="csY21" fmla="*/ 7965 h 16109"/>
                  <a:gd name="csX22" fmla="*/ 10930 w 26003"/>
                  <a:gd name="csY22" fmla="*/ 11466 h 16109"/>
                  <a:gd name="csX23" fmla="*/ 16323 w 26003"/>
                  <a:gd name="csY23" fmla="*/ 12859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9">
                    <a:moveTo>
                      <a:pt x="25575" y="2965"/>
                    </a:moveTo>
                    <a:lnTo>
                      <a:pt x="23253" y="2965"/>
                    </a:lnTo>
                    <a:cubicBezTo>
                      <a:pt x="25075" y="4143"/>
                      <a:pt x="26003" y="5858"/>
                      <a:pt x="26003" y="8144"/>
                    </a:cubicBezTo>
                    <a:cubicBezTo>
                      <a:pt x="26003" y="9608"/>
                      <a:pt x="25611" y="10966"/>
                      <a:pt x="24789" y="12216"/>
                    </a:cubicBezTo>
                    <a:cubicBezTo>
                      <a:pt x="23967" y="13466"/>
                      <a:pt x="22824" y="14431"/>
                      <a:pt x="21360" y="15073"/>
                    </a:cubicBezTo>
                    <a:cubicBezTo>
                      <a:pt x="19895" y="15752"/>
                      <a:pt x="18217" y="16109"/>
                      <a:pt x="16323" y="16109"/>
                    </a:cubicBezTo>
                    <a:cubicBezTo>
                      <a:pt x="14431" y="16109"/>
                      <a:pt x="12787" y="15788"/>
                      <a:pt x="11287" y="15180"/>
                    </a:cubicBezTo>
                    <a:cubicBezTo>
                      <a:pt x="9787" y="14573"/>
                      <a:pt x="8608" y="13645"/>
                      <a:pt x="7822" y="12395"/>
                    </a:cubicBezTo>
                    <a:cubicBezTo>
                      <a:pt x="7001" y="11180"/>
                      <a:pt x="6608" y="9787"/>
                      <a:pt x="6608" y="8251"/>
                    </a:cubicBezTo>
                    <a:cubicBezTo>
                      <a:pt x="6608" y="7144"/>
                      <a:pt x="6858" y="6144"/>
                      <a:pt x="7322" y="5251"/>
                    </a:cubicBezTo>
                    <a:cubicBezTo>
                      <a:pt x="7787" y="4394"/>
                      <a:pt x="8394" y="3679"/>
                      <a:pt x="9180" y="3143"/>
                    </a:cubicBezTo>
                    <a:lnTo>
                      <a:pt x="0" y="3143"/>
                    </a:lnTo>
                    <a:lnTo>
                      <a:pt x="0" y="0"/>
                    </a:lnTo>
                    <a:lnTo>
                      <a:pt x="25575" y="0"/>
                    </a:lnTo>
                    <a:lnTo>
                      <a:pt x="25575" y="2929"/>
                    </a:lnTo>
                    <a:moveTo>
                      <a:pt x="16323" y="12859"/>
                    </a:moveTo>
                    <a:cubicBezTo>
                      <a:pt x="18681" y="12859"/>
                      <a:pt x="20467" y="12359"/>
                      <a:pt x="21646" y="11359"/>
                    </a:cubicBezTo>
                    <a:cubicBezTo>
                      <a:pt x="22824" y="10359"/>
                      <a:pt x="23396" y="9180"/>
                      <a:pt x="23396" y="7822"/>
                    </a:cubicBezTo>
                    <a:cubicBezTo>
                      <a:pt x="23396" y="6465"/>
                      <a:pt x="22824" y="5287"/>
                      <a:pt x="21717" y="4322"/>
                    </a:cubicBezTo>
                    <a:cubicBezTo>
                      <a:pt x="20610" y="3358"/>
                      <a:pt x="18895" y="2893"/>
                      <a:pt x="16574" y="2893"/>
                    </a:cubicBezTo>
                    <a:cubicBezTo>
                      <a:pt x="14037" y="2893"/>
                      <a:pt x="12180" y="3393"/>
                      <a:pt x="11001" y="4358"/>
                    </a:cubicBezTo>
                    <a:cubicBezTo>
                      <a:pt x="9823" y="5322"/>
                      <a:pt x="9215" y="6537"/>
                      <a:pt x="9215" y="7965"/>
                    </a:cubicBezTo>
                    <a:cubicBezTo>
                      <a:pt x="9215" y="9394"/>
                      <a:pt x="9787" y="10537"/>
                      <a:pt x="10930" y="11466"/>
                    </a:cubicBezTo>
                    <a:cubicBezTo>
                      <a:pt x="12073" y="12395"/>
                      <a:pt x="13859" y="12859"/>
                      <a:pt x="16323" y="12859"/>
                    </a:cubicBezTo>
                    <a:close/>
                  </a:path>
                </a:pathLst>
              </a:custGeom>
              <a:solidFill>
                <a:srgbClr val="000000"/>
              </a:solidFill>
              <a:ln w="3572" cap="flat">
                <a:noFill/>
                <a:prstDash val="solid"/>
                <a:miter/>
              </a:ln>
            </p:spPr>
            <p:txBody>
              <a:bodyPr/>
              <a:lstStyle/>
              <a:p>
                <a:endParaRPr lang="en-US" sz="1701"/>
              </a:p>
            </p:txBody>
          </p:sp>
          <p:sp>
            <p:nvSpPr>
              <p:cNvPr id="12260" name="Freeform: Shape 12259">
                <a:extLst>
                  <a:ext uri="{FF2B5EF4-FFF2-40B4-BE49-F238E27FC236}">
                    <a16:creationId xmlns:a16="http://schemas.microsoft.com/office/drawing/2014/main" id="{74F92270-36EC-20B1-A7BA-8E961F5CB8A5}"/>
                  </a:ext>
                </a:extLst>
              </p:cNvPr>
              <p:cNvSpPr/>
              <p:nvPr/>
            </p:nvSpPr>
            <p:spPr>
              <a:xfrm>
                <a:off x="4695843" y="2587213"/>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30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80 w 25574"/>
                  <a:gd name="csY12" fmla="*/ 16073 h 19538"/>
                  <a:gd name="csX13" fmla="*/ 12180 w 25574"/>
                  <a:gd name="csY13" fmla="*/ 9466 h 19538"/>
                  <a:gd name="csX14" fmla="*/ 10966 w 25574"/>
                  <a:gd name="csY14" fmla="*/ 4822 h 19538"/>
                  <a:gd name="csX15" fmla="*/ 7537 w 25574"/>
                  <a:gd name="csY15" fmla="*/ 3465 h 19538"/>
                  <a:gd name="csX16" fmla="*/ 4786 w 25574"/>
                  <a:gd name="csY16" fmla="*/ 4286 h 19538"/>
                  <a:gd name="csX17" fmla="*/ 3286 w 25574"/>
                  <a:gd name="csY17" fmla="*/ 6429 h 19538"/>
                  <a:gd name="csX18" fmla="*/ 3072 w 25574"/>
                  <a:gd name="csY18" fmla="*/ 9573 h 19538"/>
                  <a:gd name="csX19" fmla="*/ 3072 w 25574"/>
                  <a:gd name="csY19" fmla="*/ 16109 h 19538"/>
                  <a:gd name="csX20" fmla="*/ 12216 w 25574"/>
                  <a:gd name="csY20" fmla="*/ 16109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7" y="1250"/>
                      <a:pt x="3929" y="750"/>
                    </a:cubicBezTo>
                    <a:cubicBezTo>
                      <a:pt x="4965" y="250"/>
                      <a:pt x="6144" y="0"/>
                      <a:pt x="7430" y="0"/>
                    </a:cubicBezTo>
                    <a:cubicBezTo>
                      <a:pt x="9608" y="0"/>
                      <a:pt x="11430" y="679"/>
                      <a:pt x="12930" y="2072"/>
                    </a:cubicBezTo>
                    <a:cubicBezTo>
                      <a:pt x="14431" y="3465"/>
                      <a:pt x="15180" y="5965"/>
                      <a:pt x="15180" y="9573"/>
                    </a:cubicBezTo>
                    <a:lnTo>
                      <a:pt x="15180" y="16145"/>
                    </a:lnTo>
                    <a:lnTo>
                      <a:pt x="25575" y="16145"/>
                    </a:lnTo>
                    <a:lnTo>
                      <a:pt x="25575" y="19538"/>
                    </a:lnTo>
                    <a:moveTo>
                      <a:pt x="12180" y="16073"/>
                    </a:moveTo>
                    <a:lnTo>
                      <a:pt x="12180" y="9466"/>
                    </a:lnTo>
                    <a:cubicBezTo>
                      <a:pt x="12180" y="7287"/>
                      <a:pt x="11787" y="5715"/>
                      <a:pt x="10966" y="4822"/>
                    </a:cubicBezTo>
                    <a:cubicBezTo>
                      <a:pt x="10144" y="3929"/>
                      <a:pt x="9001" y="3465"/>
                      <a:pt x="7537" y="3465"/>
                    </a:cubicBezTo>
                    <a:cubicBezTo>
                      <a:pt x="6465" y="3465"/>
                      <a:pt x="5572" y="3715"/>
                      <a:pt x="4786" y="4286"/>
                    </a:cubicBezTo>
                    <a:cubicBezTo>
                      <a:pt x="4036" y="4822"/>
                      <a:pt x="3536" y="5536"/>
                      <a:pt x="3286" y="6429"/>
                    </a:cubicBezTo>
                    <a:cubicBezTo>
                      <a:pt x="3143" y="7001"/>
                      <a:pt x="3072" y="8037"/>
                      <a:pt x="3072" y="9573"/>
                    </a:cubicBezTo>
                    <a:lnTo>
                      <a:pt x="3072" y="16109"/>
                    </a:lnTo>
                    <a:lnTo>
                      <a:pt x="12216" y="16109"/>
                    </a:lnTo>
                    <a:close/>
                  </a:path>
                </a:pathLst>
              </a:custGeom>
              <a:solidFill>
                <a:srgbClr val="000000"/>
              </a:solidFill>
              <a:ln w="3572" cap="flat">
                <a:noFill/>
                <a:prstDash val="solid"/>
                <a:miter/>
              </a:ln>
            </p:spPr>
            <p:txBody>
              <a:bodyPr/>
              <a:lstStyle/>
              <a:p>
                <a:endParaRPr lang="en-US" sz="1701"/>
              </a:p>
            </p:txBody>
          </p:sp>
          <p:sp>
            <p:nvSpPr>
              <p:cNvPr id="12261" name="Freeform: Shape 12260">
                <a:extLst>
                  <a:ext uri="{FF2B5EF4-FFF2-40B4-BE49-F238E27FC236}">
                    <a16:creationId xmlns:a16="http://schemas.microsoft.com/office/drawing/2014/main" id="{3BBF7B0C-B9EE-FB7D-CFD1-9C225B121185}"/>
                  </a:ext>
                </a:extLst>
              </p:cNvPr>
              <p:cNvSpPr/>
              <p:nvPr/>
            </p:nvSpPr>
            <p:spPr>
              <a:xfrm>
                <a:off x="4694901" y="2527960"/>
                <a:ext cx="58002" cy="51535"/>
              </a:xfrm>
              <a:custGeom>
                <a:avLst/>
                <a:gdLst>
                  <a:gd name="csX0" fmla="*/ 15966 w 26431"/>
                  <a:gd name="csY0" fmla="*/ 10823 h 23610"/>
                  <a:gd name="csX1" fmla="*/ 12966 w 26431"/>
                  <a:gd name="csY1" fmla="*/ 10823 h 23610"/>
                  <a:gd name="csX2" fmla="*/ 12966 w 26431"/>
                  <a:gd name="csY2" fmla="*/ 0 h 23610"/>
                  <a:gd name="csX3" fmla="*/ 22431 w 26431"/>
                  <a:gd name="csY3" fmla="*/ 0 h 23610"/>
                  <a:gd name="csX4" fmla="*/ 25432 w 26431"/>
                  <a:gd name="csY4" fmla="*/ 5144 h 23610"/>
                  <a:gd name="csX5" fmla="*/ 26432 w 26431"/>
                  <a:gd name="csY5" fmla="*/ 10573 h 23610"/>
                  <a:gd name="csX6" fmla="*/ 24825 w 26431"/>
                  <a:gd name="csY6" fmla="*/ 17395 h 23610"/>
                  <a:gd name="csX7" fmla="*/ 20145 w 26431"/>
                  <a:gd name="csY7" fmla="*/ 22038 h 23610"/>
                  <a:gd name="csX8" fmla="*/ 13323 w 26431"/>
                  <a:gd name="csY8" fmla="*/ 23610 h 23610"/>
                  <a:gd name="csX9" fmla="*/ 6358 w 26431"/>
                  <a:gd name="csY9" fmla="*/ 22038 h 23610"/>
                  <a:gd name="csX10" fmla="*/ 1572 w 26431"/>
                  <a:gd name="csY10" fmla="*/ 17538 h 23610"/>
                  <a:gd name="csX11" fmla="*/ 0 w 26431"/>
                  <a:gd name="csY11" fmla="*/ 10787 h 23610"/>
                  <a:gd name="csX12" fmla="*/ 893 w 26431"/>
                  <a:gd name="csY12" fmla="*/ 5786 h 23610"/>
                  <a:gd name="csX13" fmla="*/ 3393 w 26431"/>
                  <a:gd name="csY13" fmla="*/ 2286 h 23610"/>
                  <a:gd name="csX14" fmla="*/ 7572 w 26431"/>
                  <a:gd name="csY14" fmla="*/ 357 h 23610"/>
                  <a:gd name="csX15" fmla="*/ 8394 w 26431"/>
                  <a:gd name="csY15" fmla="*/ 3429 h 23610"/>
                  <a:gd name="csX16" fmla="*/ 5322 w 26431"/>
                  <a:gd name="csY16" fmla="*/ 4858 h 23610"/>
                  <a:gd name="csX17" fmla="*/ 3536 w 26431"/>
                  <a:gd name="csY17" fmla="*/ 7287 h 23610"/>
                  <a:gd name="csX18" fmla="*/ 2857 w 26431"/>
                  <a:gd name="csY18" fmla="*/ 10823 h 23610"/>
                  <a:gd name="csX19" fmla="*/ 3572 w 26431"/>
                  <a:gd name="csY19" fmla="*/ 14823 h 23610"/>
                  <a:gd name="csX20" fmla="*/ 5429 w 26431"/>
                  <a:gd name="csY20" fmla="*/ 17574 h 23610"/>
                  <a:gd name="csX21" fmla="*/ 7965 w 26431"/>
                  <a:gd name="csY21" fmla="*/ 19181 h 23610"/>
                  <a:gd name="csX22" fmla="*/ 13109 w 26431"/>
                  <a:gd name="csY22" fmla="*/ 20145 h 23610"/>
                  <a:gd name="csX23" fmla="*/ 18824 w 26431"/>
                  <a:gd name="csY23" fmla="*/ 18967 h 23610"/>
                  <a:gd name="csX24" fmla="*/ 22253 w 26431"/>
                  <a:gd name="csY24" fmla="*/ 15538 h 23610"/>
                  <a:gd name="csX25" fmla="*/ 23360 w 26431"/>
                  <a:gd name="csY25" fmla="*/ 10751 h 23610"/>
                  <a:gd name="csX26" fmla="*/ 22503 w 26431"/>
                  <a:gd name="csY26" fmla="*/ 6465 h 23610"/>
                  <a:gd name="csX27" fmla="*/ 20717 w 26431"/>
                  <a:gd name="csY27" fmla="*/ 3286 h 23610"/>
                  <a:gd name="csX28" fmla="*/ 15931 w 26431"/>
                  <a:gd name="csY28" fmla="*/ 3286 h 23610"/>
                  <a:gd name="csX29" fmla="*/ 15931 w 26431"/>
                  <a:gd name="csY29" fmla="*/ 10823 h 2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6431" h="23610">
                    <a:moveTo>
                      <a:pt x="15966" y="10823"/>
                    </a:moveTo>
                    <a:lnTo>
                      <a:pt x="12966" y="10823"/>
                    </a:lnTo>
                    <a:lnTo>
                      <a:pt x="12966" y="0"/>
                    </a:lnTo>
                    <a:cubicBezTo>
                      <a:pt x="12966" y="0"/>
                      <a:pt x="22431" y="0"/>
                      <a:pt x="22431" y="0"/>
                    </a:cubicBezTo>
                    <a:cubicBezTo>
                      <a:pt x="23753" y="1643"/>
                      <a:pt x="24753" y="3393"/>
                      <a:pt x="25432" y="5144"/>
                    </a:cubicBezTo>
                    <a:cubicBezTo>
                      <a:pt x="26110" y="6894"/>
                      <a:pt x="26432" y="8715"/>
                      <a:pt x="26432" y="10573"/>
                    </a:cubicBezTo>
                    <a:cubicBezTo>
                      <a:pt x="26432" y="13073"/>
                      <a:pt x="25896" y="15359"/>
                      <a:pt x="24825" y="17395"/>
                    </a:cubicBezTo>
                    <a:cubicBezTo>
                      <a:pt x="23753" y="19431"/>
                      <a:pt x="22181" y="21003"/>
                      <a:pt x="20145" y="22038"/>
                    </a:cubicBezTo>
                    <a:cubicBezTo>
                      <a:pt x="18109" y="23074"/>
                      <a:pt x="15823" y="23610"/>
                      <a:pt x="13323" y="23610"/>
                    </a:cubicBezTo>
                    <a:cubicBezTo>
                      <a:pt x="10823" y="23610"/>
                      <a:pt x="8537" y="23074"/>
                      <a:pt x="6358" y="22038"/>
                    </a:cubicBezTo>
                    <a:cubicBezTo>
                      <a:pt x="4215" y="21003"/>
                      <a:pt x="2607" y="19502"/>
                      <a:pt x="1572" y="17538"/>
                    </a:cubicBezTo>
                    <a:cubicBezTo>
                      <a:pt x="536" y="15573"/>
                      <a:pt x="0" y="13323"/>
                      <a:pt x="0" y="10787"/>
                    </a:cubicBezTo>
                    <a:cubicBezTo>
                      <a:pt x="0" y="8930"/>
                      <a:pt x="322" y="7287"/>
                      <a:pt x="893" y="5786"/>
                    </a:cubicBezTo>
                    <a:cubicBezTo>
                      <a:pt x="1500" y="4286"/>
                      <a:pt x="2322" y="3108"/>
                      <a:pt x="3393" y="2286"/>
                    </a:cubicBezTo>
                    <a:cubicBezTo>
                      <a:pt x="4465" y="1429"/>
                      <a:pt x="5858" y="786"/>
                      <a:pt x="7572" y="357"/>
                    </a:cubicBezTo>
                    <a:lnTo>
                      <a:pt x="8394" y="3429"/>
                    </a:lnTo>
                    <a:cubicBezTo>
                      <a:pt x="7108" y="3822"/>
                      <a:pt x="6072" y="4286"/>
                      <a:pt x="5322" y="4858"/>
                    </a:cubicBezTo>
                    <a:cubicBezTo>
                      <a:pt x="4572" y="5429"/>
                      <a:pt x="3965" y="6251"/>
                      <a:pt x="3536" y="7287"/>
                    </a:cubicBezTo>
                    <a:cubicBezTo>
                      <a:pt x="3108" y="8358"/>
                      <a:pt x="2857" y="9501"/>
                      <a:pt x="2857" y="10823"/>
                    </a:cubicBezTo>
                    <a:cubicBezTo>
                      <a:pt x="2857" y="12359"/>
                      <a:pt x="3108" y="13716"/>
                      <a:pt x="3572" y="14823"/>
                    </a:cubicBezTo>
                    <a:cubicBezTo>
                      <a:pt x="4036" y="15966"/>
                      <a:pt x="4643" y="16859"/>
                      <a:pt x="5429" y="17574"/>
                    </a:cubicBezTo>
                    <a:cubicBezTo>
                      <a:pt x="6179" y="18288"/>
                      <a:pt x="7037" y="18788"/>
                      <a:pt x="7965" y="19181"/>
                    </a:cubicBezTo>
                    <a:cubicBezTo>
                      <a:pt x="9537" y="19824"/>
                      <a:pt x="11251" y="20145"/>
                      <a:pt x="13109" y="20145"/>
                    </a:cubicBezTo>
                    <a:cubicBezTo>
                      <a:pt x="15395" y="20145"/>
                      <a:pt x="17288" y="19752"/>
                      <a:pt x="18824" y="18967"/>
                    </a:cubicBezTo>
                    <a:cubicBezTo>
                      <a:pt x="20360" y="18181"/>
                      <a:pt x="21503" y="17038"/>
                      <a:pt x="22253" y="15538"/>
                    </a:cubicBezTo>
                    <a:cubicBezTo>
                      <a:pt x="23003" y="14037"/>
                      <a:pt x="23360" y="12430"/>
                      <a:pt x="23360" y="10751"/>
                    </a:cubicBezTo>
                    <a:cubicBezTo>
                      <a:pt x="23360" y="9287"/>
                      <a:pt x="23074" y="7858"/>
                      <a:pt x="22503" y="6465"/>
                    </a:cubicBezTo>
                    <a:cubicBezTo>
                      <a:pt x="21931" y="5072"/>
                      <a:pt x="21324" y="4000"/>
                      <a:pt x="20717" y="3286"/>
                    </a:cubicBezTo>
                    <a:lnTo>
                      <a:pt x="15931" y="3286"/>
                    </a:lnTo>
                    <a:lnTo>
                      <a:pt x="15931" y="10823"/>
                    </a:lnTo>
                    <a:close/>
                  </a:path>
                </a:pathLst>
              </a:custGeom>
              <a:solidFill>
                <a:srgbClr val="000000"/>
              </a:solidFill>
              <a:ln w="3572" cap="flat">
                <a:noFill/>
                <a:prstDash val="solid"/>
                <a:miter/>
              </a:ln>
            </p:spPr>
            <p:txBody>
              <a:bodyPr/>
              <a:lstStyle/>
              <a:p>
                <a:endParaRPr lang="en-US" sz="1701"/>
              </a:p>
            </p:txBody>
          </p:sp>
          <p:sp>
            <p:nvSpPr>
              <p:cNvPr id="12262" name="Freeform: Shape 12261">
                <a:extLst>
                  <a:ext uri="{FF2B5EF4-FFF2-40B4-BE49-F238E27FC236}">
                    <a16:creationId xmlns:a16="http://schemas.microsoft.com/office/drawing/2014/main" id="{5558E2DB-666F-9242-B53C-95823214E514}"/>
                  </a:ext>
                </a:extLst>
              </p:cNvPr>
              <p:cNvSpPr/>
              <p:nvPr/>
            </p:nvSpPr>
            <p:spPr>
              <a:xfrm>
                <a:off x="4710344" y="2485078"/>
                <a:ext cx="41620" cy="32822"/>
              </a:xfrm>
              <a:custGeom>
                <a:avLst/>
                <a:gdLst>
                  <a:gd name="csX0" fmla="*/ 18967 w 18966"/>
                  <a:gd name="csY0" fmla="*/ 15037 h 15037"/>
                  <a:gd name="csX1" fmla="*/ 429 w 18966"/>
                  <a:gd name="csY1" fmla="*/ 15037 h 15037"/>
                  <a:gd name="csX2" fmla="*/ 429 w 18966"/>
                  <a:gd name="csY2" fmla="*/ 12216 h 15037"/>
                  <a:gd name="csX3" fmla="*/ 3072 w 18966"/>
                  <a:gd name="csY3" fmla="*/ 12216 h 15037"/>
                  <a:gd name="csX4" fmla="*/ 0 w 18966"/>
                  <a:gd name="csY4" fmla="*/ 6322 h 15037"/>
                  <a:gd name="csX5" fmla="*/ 607 w 18966"/>
                  <a:gd name="csY5" fmla="*/ 3250 h 15037"/>
                  <a:gd name="csX6" fmla="*/ 2179 w 18966"/>
                  <a:gd name="csY6" fmla="*/ 1143 h 15037"/>
                  <a:gd name="csX7" fmla="*/ 4500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7 w 18966"/>
                  <a:gd name="csY17" fmla="*/ 11894 h 15037"/>
                  <a:gd name="csX18" fmla="*/ 18967 w 18966"/>
                  <a:gd name="csY18" fmla="*/ 15037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7"/>
                    </a:moveTo>
                    <a:lnTo>
                      <a:pt x="429" y="15037"/>
                    </a:lnTo>
                    <a:lnTo>
                      <a:pt x="429" y="12216"/>
                    </a:lnTo>
                    <a:lnTo>
                      <a:pt x="3072" y="12216"/>
                    </a:lnTo>
                    <a:cubicBezTo>
                      <a:pt x="1036" y="10858"/>
                      <a:pt x="0" y="8894"/>
                      <a:pt x="0" y="6322"/>
                    </a:cubicBezTo>
                    <a:cubicBezTo>
                      <a:pt x="0" y="5215"/>
                      <a:pt x="214" y="4179"/>
                      <a:pt x="607" y="3250"/>
                    </a:cubicBezTo>
                    <a:cubicBezTo>
                      <a:pt x="1000" y="2322"/>
                      <a:pt x="1536" y="1607"/>
                      <a:pt x="2179" y="1143"/>
                    </a:cubicBezTo>
                    <a:cubicBezTo>
                      <a:pt x="2822" y="679"/>
                      <a:pt x="3607" y="357"/>
                      <a:pt x="4500" y="179"/>
                    </a:cubicBezTo>
                    <a:cubicBezTo>
                      <a:pt x="5072" y="72"/>
                      <a:pt x="6108" y="0"/>
                      <a:pt x="7572" y="0"/>
                    </a:cubicBezTo>
                    <a:lnTo>
                      <a:pt x="18967" y="0"/>
                    </a:lnTo>
                    <a:lnTo>
                      <a:pt x="18967" y="3143"/>
                    </a:lnTo>
                    <a:lnTo>
                      <a:pt x="7715" y="3143"/>
                    </a:lnTo>
                    <a:cubicBezTo>
                      <a:pt x="6429" y="3143"/>
                      <a:pt x="5465" y="3250"/>
                      <a:pt x="4858" y="3500"/>
                    </a:cubicBezTo>
                    <a:cubicBezTo>
                      <a:pt x="4215" y="3750"/>
                      <a:pt x="3715" y="4179"/>
                      <a:pt x="3322" y="4786"/>
                    </a:cubicBezTo>
                    <a:cubicBezTo>
                      <a:pt x="2929" y="5394"/>
                      <a:pt x="2750" y="6144"/>
                      <a:pt x="2750" y="6965"/>
                    </a:cubicBezTo>
                    <a:cubicBezTo>
                      <a:pt x="2750" y="8323"/>
                      <a:pt x="3179" y="9465"/>
                      <a:pt x="4036" y="10430"/>
                    </a:cubicBezTo>
                    <a:cubicBezTo>
                      <a:pt x="4893" y="11394"/>
                      <a:pt x="6501" y="11894"/>
                      <a:pt x="8858" y="11894"/>
                    </a:cubicBezTo>
                    <a:lnTo>
                      <a:pt x="18967" y="11894"/>
                    </a:lnTo>
                    <a:lnTo>
                      <a:pt x="18967" y="15037"/>
                    </a:lnTo>
                    <a:close/>
                  </a:path>
                </a:pathLst>
              </a:custGeom>
              <a:solidFill>
                <a:srgbClr val="000000"/>
              </a:solidFill>
              <a:ln w="3572" cap="flat">
                <a:noFill/>
                <a:prstDash val="solid"/>
                <a:miter/>
              </a:ln>
            </p:spPr>
            <p:txBody>
              <a:bodyPr/>
              <a:lstStyle/>
              <a:p>
                <a:endParaRPr lang="en-US" sz="1701"/>
              </a:p>
            </p:txBody>
          </p:sp>
          <p:sp>
            <p:nvSpPr>
              <p:cNvPr id="12264" name="Freeform: Shape 12263">
                <a:extLst>
                  <a:ext uri="{FF2B5EF4-FFF2-40B4-BE49-F238E27FC236}">
                    <a16:creationId xmlns:a16="http://schemas.microsoft.com/office/drawing/2014/main" id="{2201F332-F23F-8FCB-081C-20A6E84DE65D}"/>
                  </a:ext>
                </a:extLst>
              </p:cNvPr>
              <p:cNvSpPr/>
              <p:nvPr/>
            </p:nvSpPr>
            <p:spPr>
              <a:xfrm>
                <a:off x="4758236" y="2576688"/>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9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9"/>
                    </a:lnTo>
                    <a:close/>
                  </a:path>
                </a:pathLst>
              </a:custGeom>
              <a:solidFill>
                <a:srgbClr val="000000"/>
              </a:solidFill>
              <a:ln w="3572" cap="flat">
                <a:noFill/>
                <a:prstDash val="solid"/>
                <a:miter/>
              </a:ln>
            </p:spPr>
            <p:txBody>
              <a:bodyPr/>
              <a:lstStyle/>
              <a:p>
                <a:endParaRPr lang="en-US" sz="1701"/>
              </a:p>
            </p:txBody>
          </p:sp>
          <p:sp>
            <p:nvSpPr>
              <p:cNvPr id="12265" name="Freeform: Shape 12264">
                <a:extLst>
                  <a:ext uri="{FF2B5EF4-FFF2-40B4-BE49-F238E27FC236}">
                    <a16:creationId xmlns:a16="http://schemas.microsoft.com/office/drawing/2014/main" id="{1F4231C6-30AA-AF1C-8F71-DD64CFE03F3A}"/>
                  </a:ext>
                </a:extLst>
              </p:cNvPr>
              <p:cNvSpPr/>
              <p:nvPr/>
            </p:nvSpPr>
            <p:spPr>
              <a:xfrm>
                <a:off x="4758159" y="2526556"/>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4 w 25574"/>
                  <a:gd name="csY4" fmla="*/ 2786 h 19538"/>
                  <a:gd name="csX5" fmla="*/ 3929 w 25574"/>
                  <a:gd name="csY5" fmla="*/ 750 h 19538"/>
                  <a:gd name="csX6" fmla="*/ 7430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44 w 25574"/>
                  <a:gd name="csY12" fmla="*/ 16109 h 19538"/>
                  <a:gd name="csX13" fmla="*/ 12144 w 25574"/>
                  <a:gd name="csY13" fmla="*/ 9501 h 19538"/>
                  <a:gd name="csX14" fmla="*/ 10930 w 25574"/>
                  <a:gd name="csY14" fmla="*/ 4858 h 19538"/>
                  <a:gd name="csX15" fmla="*/ 7501 w 25574"/>
                  <a:gd name="csY15" fmla="*/ 3500 h 19538"/>
                  <a:gd name="csX16" fmla="*/ 4751 w 25574"/>
                  <a:gd name="csY16" fmla="*/ 4322 h 19538"/>
                  <a:gd name="csX17" fmla="*/ 3250 w 25574"/>
                  <a:gd name="csY17" fmla="*/ 6465 h 19538"/>
                  <a:gd name="csX18" fmla="*/ 3036 w 25574"/>
                  <a:gd name="csY18" fmla="*/ 9608 h 19538"/>
                  <a:gd name="csX19" fmla="*/ 3036 w 25574"/>
                  <a:gd name="csY19" fmla="*/ 16145 h 19538"/>
                  <a:gd name="csX20" fmla="*/ 12180 w 25574"/>
                  <a:gd name="csY20" fmla="*/ 16145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4" y="2786"/>
                    </a:cubicBezTo>
                    <a:cubicBezTo>
                      <a:pt x="2036" y="1929"/>
                      <a:pt x="2857" y="1250"/>
                      <a:pt x="3929" y="750"/>
                    </a:cubicBezTo>
                    <a:cubicBezTo>
                      <a:pt x="4965" y="250"/>
                      <a:pt x="6144" y="0"/>
                      <a:pt x="7430" y="0"/>
                    </a:cubicBezTo>
                    <a:cubicBezTo>
                      <a:pt x="9608" y="0"/>
                      <a:pt x="11430" y="679"/>
                      <a:pt x="12930" y="2072"/>
                    </a:cubicBezTo>
                    <a:cubicBezTo>
                      <a:pt x="14430" y="3465"/>
                      <a:pt x="15180" y="5965"/>
                      <a:pt x="15180" y="9573"/>
                    </a:cubicBezTo>
                    <a:lnTo>
                      <a:pt x="15180" y="16145"/>
                    </a:lnTo>
                    <a:lnTo>
                      <a:pt x="25575" y="16145"/>
                    </a:lnTo>
                    <a:lnTo>
                      <a:pt x="25575" y="19538"/>
                    </a:lnTo>
                    <a:moveTo>
                      <a:pt x="12144" y="16109"/>
                    </a:moveTo>
                    <a:lnTo>
                      <a:pt x="12144" y="9501"/>
                    </a:lnTo>
                    <a:cubicBezTo>
                      <a:pt x="12144" y="7322"/>
                      <a:pt x="11751" y="5751"/>
                      <a:pt x="10930" y="4858"/>
                    </a:cubicBezTo>
                    <a:cubicBezTo>
                      <a:pt x="10108" y="3965"/>
                      <a:pt x="8965" y="3500"/>
                      <a:pt x="7501" y="3500"/>
                    </a:cubicBezTo>
                    <a:cubicBezTo>
                      <a:pt x="6429" y="3500"/>
                      <a:pt x="5536" y="3750"/>
                      <a:pt x="4751" y="4322"/>
                    </a:cubicBezTo>
                    <a:cubicBezTo>
                      <a:pt x="4000" y="4858"/>
                      <a:pt x="3500" y="5572"/>
                      <a:pt x="3250" y="6465"/>
                    </a:cubicBezTo>
                    <a:cubicBezTo>
                      <a:pt x="3108" y="7036"/>
                      <a:pt x="3036" y="8072"/>
                      <a:pt x="3036" y="9608"/>
                    </a:cubicBezTo>
                    <a:lnTo>
                      <a:pt x="3036" y="16145"/>
                    </a:lnTo>
                    <a:lnTo>
                      <a:pt x="12180" y="16145"/>
                    </a:lnTo>
                    <a:close/>
                  </a:path>
                </a:pathLst>
              </a:custGeom>
              <a:solidFill>
                <a:srgbClr val="000000"/>
              </a:solidFill>
              <a:ln w="3572" cap="flat">
                <a:noFill/>
                <a:prstDash val="solid"/>
                <a:miter/>
              </a:ln>
            </p:spPr>
            <p:txBody>
              <a:bodyPr/>
              <a:lstStyle/>
              <a:p>
                <a:endParaRPr lang="en-US" sz="1701"/>
              </a:p>
            </p:txBody>
          </p:sp>
          <p:sp>
            <p:nvSpPr>
              <p:cNvPr id="12266" name="Freeform: Shape 12265">
                <a:extLst>
                  <a:ext uri="{FF2B5EF4-FFF2-40B4-BE49-F238E27FC236}">
                    <a16:creationId xmlns:a16="http://schemas.microsoft.com/office/drawing/2014/main" id="{B7BFC1CF-5F8C-941B-4BC9-18060ECAD994}"/>
                  </a:ext>
                </a:extLst>
              </p:cNvPr>
              <p:cNvSpPr/>
              <p:nvPr/>
            </p:nvSpPr>
            <p:spPr>
              <a:xfrm>
                <a:off x="4772737" y="2482895"/>
                <a:ext cx="57142" cy="35162"/>
              </a:xfrm>
              <a:custGeom>
                <a:avLst/>
                <a:gdLst>
                  <a:gd name="csX0" fmla="*/ 26039 w 26039"/>
                  <a:gd name="csY0" fmla="*/ 16073 h 16109"/>
                  <a:gd name="csX1" fmla="*/ 393 w 26039"/>
                  <a:gd name="csY1" fmla="*/ 16073 h 16109"/>
                  <a:gd name="csX2" fmla="*/ 393 w 26039"/>
                  <a:gd name="csY2" fmla="*/ 13216 h 16109"/>
                  <a:gd name="csX3" fmla="*/ 2822 w 26039"/>
                  <a:gd name="csY3" fmla="*/ 13216 h 16109"/>
                  <a:gd name="csX4" fmla="*/ 714 w 26039"/>
                  <a:gd name="csY4" fmla="*/ 10930 h 16109"/>
                  <a:gd name="csX5" fmla="*/ 0 w 26039"/>
                  <a:gd name="csY5" fmla="*/ 7858 h 16109"/>
                  <a:gd name="csX6" fmla="*/ 1215 w 26039"/>
                  <a:gd name="csY6" fmla="*/ 3679 h 16109"/>
                  <a:gd name="csX7" fmla="*/ 4643 w 26039"/>
                  <a:gd name="csY7" fmla="*/ 929 h 16109"/>
                  <a:gd name="csX8" fmla="*/ 9501 w 26039"/>
                  <a:gd name="csY8" fmla="*/ 0 h 16109"/>
                  <a:gd name="csX9" fmla="*/ 14609 w 26039"/>
                  <a:gd name="csY9" fmla="*/ 1036 h 16109"/>
                  <a:gd name="csX10" fmla="*/ 18109 w 26039"/>
                  <a:gd name="csY10" fmla="*/ 4000 h 16109"/>
                  <a:gd name="csX11" fmla="*/ 19324 w 26039"/>
                  <a:gd name="csY11" fmla="*/ 8108 h 16109"/>
                  <a:gd name="csX12" fmla="*/ 18681 w 26039"/>
                  <a:gd name="csY12" fmla="*/ 10930 h 16109"/>
                  <a:gd name="csX13" fmla="*/ 17002 w 26039"/>
                  <a:gd name="csY13" fmla="*/ 12966 h 16109"/>
                  <a:gd name="csX14" fmla="*/ 26003 w 26039"/>
                  <a:gd name="csY14" fmla="*/ 12966 h 16109"/>
                  <a:gd name="csX15" fmla="*/ 26003 w 26039"/>
                  <a:gd name="csY15" fmla="*/ 16109 h 16109"/>
                  <a:gd name="csX16" fmla="*/ 9751 w 26039"/>
                  <a:gd name="csY16" fmla="*/ 13216 h 16109"/>
                  <a:gd name="csX17" fmla="*/ 15038 w 26039"/>
                  <a:gd name="csY17" fmla="*/ 11787 h 16109"/>
                  <a:gd name="csX18" fmla="*/ 16752 w 26039"/>
                  <a:gd name="csY18" fmla="*/ 8287 h 16109"/>
                  <a:gd name="csX19" fmla="*/ 14966 w 26039"/>
                  <a:gd name="csY19" fmla="*/ 4715 h 16109"/>
                  <a:gd name="csX20" fmla="*/ 9466 w 26039"/>
                  <a:gd name="csY20" fmla="*/ 3215 h 16109"/>
                  <a:gd name="csX21" fmla="*/ 4179 w 26039"/>
                  <a:gd name="csY21" fmla="*/ 4679 h 16109"/>
                  <a:gd name="csX22" fmla="*/ 2429 w 26039"/>
                  <a:gd name="csY22" fmla="*/ 8144 h 16109"/>
                  <a:gd name="csX23" fmla="*/ 4286 w 26039"/>
                  <a:gd name="csY23" fmla="*/ 11716 h 16109"/>
                  <a:gd name="csX24" fmla="*/ 9751 w 26039"/>
                  <a:gd name="csY24" fmla="*/ 13252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6039" h="16109">
                    <a:moveTo>
                      <a:pt x="26039" y="16073"/>
                    </a:moveTo>
                    <a:lnTo>
                      <a:pt x="393" y="16073"/>
                    </a:lnTo>
                    <a:lnTo>
                      <a:pt x="393" y="13216"/>
                    </a:lnTo>
                    <a:lnTo>
                      <a:pt x="2822" y="13216"/>
                    </a:lnTo>
                    <a:cubicBezTo>
                      <a:pt x="1893" y="12537"/>
                      <a:pt x="1179" y="11787"/>
                      <a:pt x="714" y="10930"/>
                    </a:cubicBezTo>
                    <a:cubicBezTo>
                      <a:pt x="250" y="10108"/>
                      <a:pt x="0" y="9073"/>
                      <a:pt x="0" y="7858"/>
                    </a:cubicBezTo>
                    <a:cubicBezTo>
                      <a:pt x="0" y="6287"/>
                      <a:pt x="429" y="4893"/>
                      <a:pt x="1215" y="3679"/>
                    </a:cubicBezTo>
                    <a:cubicBezTo>
                      <a:pt x="2036" y="2465"/>
                      <a:pt x="3179" y="1572"/>
                      <a:pt x="4643" y="929"/>
                    </a:cubicBezTo>
                    <a:cubicBezTo>
                      <a:pt x="6108" y="322"/>
                      <a:pt x="7751" y="0"/>
                      <a:pt x="9501" y="0"/>
                    </a:cubicBezTo>
                    <a:cubicBezTo>
                      <a:pt x="11394" y="0"/>
                      <a:pt x="13109" y="322"/>
                      <a:pt x="14609" y="1036"/>
                    </a:cubicBezTo>
                    <a:cubicBezTo>
                      <a:pt x="16109" y="1750"/>
                      <a:pt x="17288" y="2679"/>
                      <a:pt x="18109" y="4000"/>
                    </a:cubicBezTo>
                    <a:cubicBezTo>
                      <a:pt x="18931" y="5287"/>
                      <a:pt x="19324" y="6679"/>
                      <a:pt x="19324" y="8108"/>
                    </a:cubicBezTo>
                    <a:cubicBezTo>
                      <a:pt x="19324" y="9144"/>
                      <a:pt x="19110" y="10073"/>
                      <a:pt x="18681" y="10930"/>
                    </a:cubicBezTo>
                    <a:cubicBezTo>
                      <a:pt x="18252" y="11752"/>
                      <a:pt x="17681" y="12466"/>
                      <a:pt x="17002" y="12966"/>
                    </a:cubicBezTo>
                    <a:lnTo>
                      <a:pt x="26003" y="12966"/>
                    </a:lnTo>
                    <a:lnTo>
                      <a:pt x="26003" y="16109"/>
                    </a:lnTo>
                    <a:moveTo>
                      <a:pt x="9751" y="13216"/>
                    </a:moveTo>
                    <a:cubicBezTo>
                      <a:pt x="12144" y="13216"/>
                      <a:pt x="13895" y="12752"/>
                      <a:pt x="15038" y="11787"/>
                    </a:cubicBezTo>
                    <a:cubicBezTo>
                      <a:pt x="16181" y="10823"/>
                      <a:pt x="16752" y="9644"/>
                      <a:pt x="16752" y="8287"/>
                    </a:cubicBezTo>
                    <a:cubicBezTo>
                      <a:pt x="16752" y="6929"/>
                      <a:pt x="16181" y="5715"/>
                      <a:pt x="14966" y="4715"/>
                    </a:cubicBezTo>
                    <a:cubicBezTo>
                      <a:pt x="13787" y="3715"/>
                      <a:pt x="11966" y="3215"/>
                      <a:pt x="9466" y="3215"/>
                    </a:cubicBezTo>
                    <a:cubicBezTo>
                      <a:pt x="6965" y="3215"/>
                      <a:pt x="5322" y="3715"/>
                      <a:pt x="4179" y="4679"/>
                    </a:cubicBezTo>
                    <a:cubicBezTo>
                      <a:pt x="3000" y="5644"/>
                      <a:pt x="2429" y="6822"/>
                      <a:pt x="2429" y="8144"/>
                    </a:cubicBezTo>
                    <a:cubicBezTo>
                      <a:pt x="2429" y="9466"/>
                      <a:pt x="3072" y="10680"/>
                      <a:pt x="4286" y="11716"/>
                    </a:cubicBezTo>
                    <a:cubicBezTo>
                      <a:pt x="5536" y="12752"/>
                      <a:pt x="7358" y="13252"/>
                      <a:pt x="9751" y="13252"/>
                    </a:cubicBezTo>
                    <a:close/>
                  </a:path>
                </a:pathLst>
              </a:custGeom>
              <a:solidFill>
                <a:srgbClr val="000000"/>
              </a:solidFill>
              <a:ln w="3572" cap="flat">
                <a:noFill/>
                <a:prstDash val="solid"/>
                <a:miter/>
              </a:ln>
            </p:spPr>
            <p:txBody>
              <a:bodyPr/>
              <a:lstStyle/>
              <a:p>
                <a:endParaRPr lang="en-US" sz="1701"/>
              </a:p>
            </p:txBody>
          </p:sp>
          <p:sp>
            <p:nvSpPr>
              <p:cNvPr id="12268" name="Freeform: Shape 12267">
                <a:extLst>
                  <a:ext uri="{FF2B5EF4-FFF2-40B4-BE49-F238E27FC236}">
                    <a16:creationId xmlns:a16="http://schemas.microsoft.com/office/drawing/2014/main" id="{223FFADE-19A6-D1F6-901D-2B2114C25443}"/>
                  </a:ext>
                </a:extLst>
              </p:cNvPr>
              <p:cNvSpPr/>
              <p:nvPr/>
            </p:nvSpPr>
            <p:spPr>
              <a:xfrm>
                <a:off x="4820395" y="2588461"/>
                <a:ext cx="56121" cy="51144"/>
              </a:xfrm>
              <a:custGeom>
                <a:avLst/>
                <a:gdLst>
                  <a:gd name="csX0" fmla="*/ 25575 w 25574"/>
                  <a:gd name="csY0" fmla="*/ 13537 h 23431"/>
                  <a:gd name="csX1" fmla="*/ 0 w 25574"/>
                  <a:gd name="csY1" fmla="*/ 23431 h 23431"/>
                  <a:gd name="csX2" fmla="*/ 0 w 25574"/>
                  <a:gd name="csY2" fmla="*/ 19752 h 23431"/>
                  <a:gd name="csX3" fmla="*/ 18574 w 25574"/>
                  <a:gd name="csY3" fmla="*/ 13109 h 23431"/>
                  <a:gd name="csX4" fmla="*/ 22753 w 25574"/>
                  <a:gd name="csY4" fmla="*/ 11751 h 23431"/>
                  <a:gd name="csX5" fmla="*/ 18574 w 25574"/>
                  <a:gd name="csY5" fmla="*/ 10358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7"/>
                    </a:moveTo>
                    <a:lnTo>
                      <a:pt x="0" y="23431"/>
                    </a:lnTo>
                    <a:lnTo>
                      <a:pt x="0" y="19752"/>
                    </a:lnTo>
                    <a:lnTo>
                      <a:pt x="18574" y="13109"/>
                    </a:lnTo>
                    <a:cubicBezTo>
                      <a:pt x="20038" y="12573"/>
                      <a:pt x="21431" y="12144"/>
                      <a:pt x="22753" y="11751"/>
                    </a:cubicBezTo>
                    <a:cubicBezTo>
                      <a:pt x="21360" y="11359"/>
                      <a:pt x="19967" y="10894"/>
                      <a:pt x="18574" y="10358"/>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269" name="Freeform: Shape 12268">
                <a:extLst>
                  <a:ext uri="{FF2B5EF4-FFF2-40B4-BE49-F238E27FC236}">
                    <a16:creationId xmlns:a16="http://schemas.microsoft.com/office/drawing/2014/main" id="{6BF8FDA1-7314-EBB2-6DBF-C1A2DA9AF98E}"/>
                  </a:ext>
                </a:extLst>
              </p:cNvPr>
              <p:cNvSpPr/>
              <p:nvPr/>
            </p:nvSpPr>
            <p:spPr>
              <a:xfrm>
                <a:off x="4819455" y="2530843"/>
                <a:ext cx="58002" cy="53405"/>
              </a:xfrm>
              <a:custGeom>
                <a:avLst/>
                <a:gdLst>
                  <a:gd name="csX0" fmla="*/ 13573 w 26431"/>
                  <a:gd name="csY0" fmla="*/ 24467 h 24467"/>
                  <a:gd name="csX1" fmla="*/ 3608 w 26431"/>
                  <a:gd name="csY1" fmla="*/ 21038 h 24467"/>
                  <a:gd name="csX2" fmla="*/ 0 w 26431"/>
                  <a:gd name="csY2" fmla="*/ 12216 h 24467"/>
                  <a:gd name="csX3" fmla="*/ 1679 w 26431"/>
                  <a:gd name="csY3" fmla="*/ 5822 h 24467"/>
                  <a:gd name="csX4" fmla="*/ 6394 w 26431"/>
                  <a:gd name="csY4" fmla="*/ 1500 h 24467"/>
                  <a:gd name="csX5" fmla="*/ 13252 w 26431"/>
                  <a:gd name="csY5" fmla="*/ 0 h 24467"/>
                  <a:gd name="csX6" fmla="*/ 20217 w 26431"/>
                  <a:gd name="csY6" fmla="*/ 1572 h 24467"/>
                  <a:gd name="csX7" fmla="*/ 24860 w 26431"/>
                  <a:gd name="csY7" fmla="*/ 6036 h 24467"/>
                  <a:gd name="csX8" fmla="*/ 26432 w 26431"/>
                  <a:gd name="csY8" fmla="*/ 12252 h 24467"/>
                  <a:gd name="csX9" fmla="*/ 24682 w 26431"/>
                  <a:gd name="csY9" fmla="*/ 18681 h 24467"/>
                  <a:gd name="csX10" fmla="*/ 19931 w 26431"/>
                  <a:gd name="csY10" fmla="*/ 23003 h 24467"/>
                  <a:gd name="csX11" fmla="*/ 13537 w 26431"/>
                  <a:gd name="csY11" fmla="*/ 24467 h 24467"/>
                  <a:gd name="csX12" fmla="*/ 13609 w 26431"/>
                  <a:gd name="csY12" fmla="*/ 20967 h 24467"/>
                  <a:gd name="csX13" fmla="*/ 20895 w 26431"/>
                  <a:gd name="csY13" fmla="*/ 18467 h 24467"/>
                  <a:gd name="csX14" fmla="*/ 23574 w 26431"/>
                  <a:gd name="csY14" fmla="*/ 12216 h 24467"/>
                  <a:gd name="csX15" fmla="*/ 20895 w 26431"/>
                  <a:gd name="csY15" fmla="*/ 5929 h 24467"/>
                  <a:gd name="csX16" fmla="*/ 13287 w 26431"/>
                  <a:gd name="csY16" fmla="*/ 3465 h 24467"/>
                  <a:gd name="csX17" fmla="*/ 7822 w 26431"/>
                  <a:gd name="csY17" fmla="*/ 4501 h 24467"/>
                  <a:gd name="csX18" fmla="*/ 4215 w 26431"/>
                  <a:gd name="csY18" fmla="*/ 7608 h 24467"/>
                  <a:gd name="csX19" fmla="*/ 2929 w 26431"/>
                  <a:gd name="csY19" fmla="*/ 12144 h 24467"/>
                  <a:gd name="csX20" fmla="*/ 5394 w 26431"/>
                  <a:gd name="csY20" fmla="*/ 18324 h 24467"/>
                  <a:gd name="csX21" fmla="*/ 13609 w 26431"/>
                  <a:gd name="csY21" fmla="*/ 20895 h 244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6431" h="24467">
                    <a:moveTo>
                      <a:pt x="13573" y="24467"/>
                    </a:moveTo>
                    <a:cubicBezTo>
                      <a:pt x="9323" y="24467"/>
                      <a:pt x="6001" y="23324"/>
                      <a:pt x="3608" y="21038"/>
                    </a:cubicBezTo>
                    <a:cubicBezTo>
                      <a:pt x="1214" y="18752"/>
                      <a:pt x="0" y="15823"/>
                      <a:pt x="0" y="12216"/>
                    </a:cubicBezTo>
                    <a:cubicBezTo>
                      <a:pt x="0" y="9858"/>
                      <a:pt x="571" y="7715"/>
                      <a:pt x="1679" y="5822"/>
                    </a:cubicBezTo>
                    <a:cubicBezTo>
                      <a:pt x="2786" y="3929"/>
                      <a:pt x="4393" y="2500"/>
                      <a:pt x="6394" y="1500"/>
                    </a:cubicBezTo>
                    <a:cubicBezTo>
                      <a:pt x="8430" y="500"/>
                      <a:pt x="10716" y="0"/>
                      <a:pt x="13252" y="0"/>
                    </a:cubicBezTo>
                    <a:cubicBezTo>
                      <a:pt x="15788" y="0"/>
                      <a:pt x="18181" y="500"/>
                      <a:pt x="20217" y="1572"/>
                    </a:cubicBezTo>
                    <a:cubicBezTo>
                      <a:pt x="22253" y="2607"/>
                      <a:pt x="23824" y="4108"/>
                      <a:pt x="24860" y="6036"/>
                    </a:cubicBezTo>
                    <a:cubicBezTo>
                      <a:pt x="25932" y="7965"/>
                      <a:pt x="26432" y="10037"/>
                      <a:pt x="26432" y="12252"/>
                    </a:cubicBezTo>
                    <a:cubicBezTo>
                      <a:pt x="26432" y="14645"/>
                      <a:pt x="25860" y="16824"/>
                      <a:pt x="24682" y="18681"/>
                    </a:cubicBezTo>
                    <a:cubicBezTo>
                      <a:pt x="23539" y="20574"/>
                      <a:pt x="21931" y="22003"/>
                      <a:pt x="19931" y="23003"/>
                    </a:cubicBezTo>
                    <a:cubicBezTo>
                      <a:pt x="17931" y="23967"/>
                      <a:pt x="15788" y="24467"/>
                      <a:pt x="13537" y="24467"/>
                    </a:cubicBezTo>
                    <a:moveTo>
                      <a:pt x="13609" y="20967"/>
                    </a:moveTo>
                    <a:cubicBezTo>
                      <a:pt x="16681" y="20967"/>
                      <a:pt x="19109" y="20145"/>
                      <a:pt x="20895" y="18467"/>
                    </a:cubicBezTo>
                    <a:cubicBezTo>
                      <a:pt x="22681" y="16788"/>
                      <a:pt x="23574" y="14716"/>
                      <a:pt x="23574" y="12216"/>
                    </a:cubicBezTo>
                    <a:cubicBezTo>
                      <a:pt x="23574" y="9715"/>
                      <a:pt x="22681" y="7572"/>
                      <a:pt x="20895" y="5929"/>
                    </a:cubicBezTo>
                    <a:cubicBezTo>
                      <a:pt x="19109" y="4286"/>
                      <a:pt x="16574" y="3465"/>
                      <a:pt x="13287" y="3465"/>
                    </a:cubicBezTo>
                    <a:cubicBezTo>
                      <a:pt x="11216" y="3465"/>
                      <a:pt x="9394" y="3822"/>
                      <a:pt x="7822" y="4501"/>
                    </a:cubicBezTo>
                    <a:cubicBezTo>
                      <a:pt x="6287" y="5215"/>
                      <a:pt x="5072" y="6251"/>
                      <a:pt x="4215" y="7608"/>
                    </a:cubicBezTo>
                    <a:cubicBezTo>
                      <a:pt x="3358" y="8965"/>
                      <a:pt x="2929" y="10466"/>
                      <a:pt x="2929" y="12144"/>
                    </a:cubicBezTo>
                    <a:cubicBezTo>
                      <a:pt x="2929" y="14538"/>
                      <a:pt x="3750" y="16609"/>
                      <a:pt x="5394" y="18324"/>
                    </a:cubicBezTo>
                    <a:cubicBezTo>
                      <a:pt x="7036" y="20038"/>
                      <a:pt x="9787" y="20895"/>
                      <a:pt x="13609" y="20895"/>
                    </a:cubicBezTo>
                    <a:close/>
                  </a:path>
                </a:pathLst>
              </a:custGeom>
              <a:solidFill>
                <a:srgbClr val="000000"/>
              </a:solidFill>
              <a:ln w="3572" cap="flat">
                <a:noFill/>
                <a:prstDash val="solid"/>
                <a:miter/>
              </a:ln>
            </p:spPr>
            <p:txBody>
              <a:bodyPr/>
              <a:lstStyle/>
              <a:p>
                <a:endParaRPr lang="en-US" sz="1701"/>
              </a:p>
            </p:txBody>
          </p:sp>
          <p:sp>
            <p:nvSpPr>
              <p:cNvPr id="12270" name="Freeform: Shape 12269">
                <a:extLst>
                  <a:ext uri="{FF2B5EF4-FFF2-40B4-BE49-F238E27FC236}">
                    <a16:creationId xmlns:a16="http://schemas.microsoft.com/office/drawing/2014/main" id="{6E6B2B98-D7C9-BE04-8EED-892C8DF499BD}"/>
                  </a:ext>
                </a:extLst>
              </p:cNvPr>
              <p:cNvSpPr/>
              <p:nvPr/>
            </p:nvSpPr>
            <p:spPr>
              <a:xfrm>
                <a:off x="4820474" y="2481336"/>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8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8"/>
                    </a:lnTo>
                    <a:close/>
                  </a:path>
                </a:pathLst>
              </a:custGeom>
              <a:solidFill>
                <a:srgbClr val="000000"/>
              </a:solidFill>
              <a:ln w="3572" cap="flat">
                <a:noFill/>
                <a:prstDash val="solid"/>
                <a:miter/>
              </a:ln>
            </p:spPr>
            <p:txBody>
              <a:bodyPr/>
              <a:lstStyle/>
              <a:p>
                <a:endParaRPr lang="en-US" sz="1701"/>
              </a:p>
            </p:txBody>
          </p:sp>
          <p:sp>
            <p:nvSpPr>
              <p:cNvPr id="12272" name="Freeform: Shape 12271">
                <a:extLst>
                  <a:ext uri="{FF2B5EF4-FFF2-40B4-BE49-F238E27FC236}">
                    <a16:creationId xmlns:a16="http://schemas.microsoft.com/office/drawing/2014/main" id="{52CAF212-BB49-8017-CC73-1ECD42DED3C1}"/>
                  </a:ext>
                </a:extLst>
              </p:cNvPr>
              <p:cNvSpPr/>
              <p:nvPr/>
            </p:nvSpPr>
            <p:spPr>
              <a:xfrm>
                <a:off x="4882711" y="2618243"/>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6 w 25574"/>
                  <a:gd name="csY5" fmla="*/ 1000 h 21145"/>
                  <a:gd name="csX6" fmla="*/ 12609 w 25574"/>
                  <a:gd name="csY6" fmla="*/ 0 h 21145"/>
                  <a:gd name="csX7" fmla="*/ 17788 w 25574"/>
                  <a:gd name="csY7" fmla="*/ 679 h 21145"/>
                  <a:gd name="csX8" fmla="*/ 21503 w 25574"/>
                  <a:gd name="csY8" fmla="*/ 2429 h 21145"/>
                  <a:gd name="csX9" fmla="*/ 23824 w 25574"/>
                  <a:gd name="csY9" fmla="*/ 4750 h 21145"/>
                  <a:gd name="csX10" fmla="*/ 25110 w 25574"/>
                  <a:gd name="csY10" fmla="*/ 7822 h 21145"/>
                  <a:gd name="csX11" fmla="*/ 25539 w 25574"/>
                  <a:gd name="csY11" fmla="*/ 11930 h 21145"/>
                  <a:gd name="csX12" fmla="*/ 25539 w 25574"/>
                  <a:gd name="csY12" fmla="*/ 21145 h 21145"/>
                  <a:gd name="csX13" fmla="*/ 22539 w 25574"/>
                  <a:gd name="csY13" fmla="*/ 17716 h 21145"/>
                  <a:gd name="csX14" fmla="*/ 22539 w 25574"/>
                  <a:gd name="csY14" fmla="*/ 12252 h 21145"/>
                  <a:gd name="csX15" fmla="*/ 22074 w 25574"/>
                  <a:gd name="csY15" fmla="*/ 8287 h 21145"/>
                  <a:gd name="csX16" fmla="*/ 20753 w 25574"/>
                  <a:gd name="csY16" fmla="*/ 6001 h 21145"/>
                  <a:gd name="csX17" fmla="*/ 17502 w 25574"/>
                  <a:gd name="csY17" fmla="*/ 4143 h 21145"/>
                  <a:gd name="csX18" fmla="*/ 12573 w 25574"/>
                  <a:gd name="csY18" fmla="*/ 3465 h 21145"/>
                  <a:gd name="csX19" fmla="*/ 6394 w 25574"/>
                  <a:gd name="csY19" fmla="*/ 4786 h 21145"/>
                  <a:gd name="csX20" fmla="*/ 3500 w 25574"/>
                  <a:gd name="csY20" fmla="*/ 7965 h 21145"/>
                  <a:gd name="csX21" fmla="*/ 3000 w 25574"/>
                  <a:gd name="csY21" fmla="*/ 12359 h 21145"/>
                  <a:gd name="csX22" fmla="*/ 3000 w 25574"/>
                  <a:gd name="csY22" fmla="*/ 17716 h 21145"/>
                  <a:gd name="csX23" fmla="*/ 22539 w 25574"/>
                  <a:gd name="csY23" fmla="*/ 17716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8"/>
                      <a:pt x="107" y="8822"/>
                      <a:pt x="357" y="7787"/>
                    </a:cubicBezTo>
                    <a:cubicBezTo>
                      <a:pt x="679" y="6322"/>
                      <a:pt x="1322" y="5072"/>
                      <a:pt x="2179" y="4036"/>
                    </a:cubicBezTo>
                    <a:cubicBezTo>
                      <a:pt x="3322" y="2679"/>
                      <a:pt x="4786" y="1679"/>
                      <a:pt x="6536" y="1000"/>
                    </a:cubicBezTo>
                    <a:cubicBezTo>
                      <a:pt x="8322" y="321"/>
                      <a:pt x="10323" y="0"/>
                      <a:pt x="12609" y="0"/>
                    </a:cubicBezTo>
                    <a:cubicBezTo>
                      <a:pt x="14538" y="0"/>
                      <a:pt x="16252" y="214"/>
                      <a:pt x="17788" y="679"/>
                    </a:cubicBezTo>
                    <a:cubicBezTo>
                      <a:pt x="19288" y="1143"/>
                      <a:pt x="20538" y="1714"/>
                      <a:pt x="21503" y="2429"/>
                    </a:cubicBezTo>
                    <a:cubicBezTo>
                      <a:pt x="22467" y="3143"/>
                      <a:pt x="23253" y="3929"/>
                      <a:pt x="23824" y="4750"/>
                    </a:cubicBezTo>
                    <a:cubicBezTo>
                      <a:pt x="24396" y="5608"/>
                      <a:pt x="24825" y="6608"/>
                      <a:pt x="25110" y="7822"/>
                    </a:cubicBezTo>
                    <a:cubicBezTo>
                      <a:pt x="25396" y="9001"/>
                      <a:pt x="25539" y="10358"/>
                      <a:pt x="25539" y="11930"/>
                    </a:cubicBezTo>
                    <a:lnTo>
                      <a:pt x="25539" y="21145"/>
                    </a:lnTo>
                    <a:moveTo>
                      <a:pt x="22539" y="17716"/>
                    </a:moveTo>
                    <a:lnTo>
                      <a:pt x="22539" y="12252"/>
                    </a:lnTo>
                    <a:cubicBezTo>
                      <a:pt x="22539" y="10573"/>
                      <a:pt x="22396" y="9251"/>
                      <a:pt x="22074" y="8287"/>
                    </a:cubicBezTo>
                    <a:cubicBezTo>
                      <a:pt x="21753" y="7322"/>
                      <a:pt x="21324" y="6572"/>
                      <a:pt x="20753" y="6001"/>
                    </a:cubicBezTo>
                    <a:cubicBezTo>
                      <a:pt x="19967" y="5179"/>
                      <a:pt x="18859" y="4572"/>
                      <a:pt x="17502" y="4143"/>
                    </a:cubicBezTo>
                    <a:cubicBezTo>
                      <a:pt x="16145" y="3715"/>
                      <a:pt x="14502" y="3465"/>
                      <a:pt x="12573" y="3465"/>
                    </a:cubicBezTo>
                    <a:cubicBezTo>
                      <a:pt x="9894" y="3465"/>
                      <a:pt x="7858" y="3893"/>
                      <a:pt x="6394" y="4786"/>
                    </a:cubicBezTo>
                    <a:cubicBezTo>
                      <a:pt x="4929" y="5679"/>
                      <a:pt x="4000" y="6715"/>
                      <a:pt x="3500" y="7965"/>
                    </a:cubicBezTo>
                    <a:cubicBezTo>
                      <a:pt x="3143" y="8858"/>
                      <a:pt x="3000" y="10323"/>
                      <a:pt x="3000" y="12359"/>
                    </a:cubicBezTo>
                    <a:lnTo>
                      <a:pt x="3000" y="17716"/>
                    </a:lnTo>
                    <a:lnTo>
                      <a:pt x="22539" y="17716"/>
                    </a:lnTo>
                    <a:close/>
                  </a:path>
                </a:pathLst>
              </a:custGeom>
              <a:solidFill>
                <a:srgbClr val="000000"/>
              </a:solidFill>
              <a:ln w="3572" cap="flat">
                <a:noFill/>
                <a:prstDash val="solid"/>
                <a:miter/>
              </a:ln>
            </p:spPr>
            <p:txBody>
              <a:bodyPr/>
              <a:lstStyle/>
              <a:p>
                <a:endParaRPr lang="en-US" sz="1701"/>
              </a:p>
            </p:txBody>
          </p:sp>
          <p:sp>
            <p:nvSpPr>
              <p:cNvPr id="12273" name="Freeform: Shape 12272">
                <a:extLst>
                  <a:ext uri="{FF2B5EF4-FFF2-40B4-BE49-F238E27FC236}">
                    <a16:creationId xmlns:a16="http://schemas.microsoft.com/office/drawing/2014/main" id="{77C1003C-CF7C-4092-31D5-9EB52FCCB315}"/>
                  </a:ext>
                </a:extLst>
              </p:cNvPr>
              <p:cNvSpPr/>
              <p:nvPr/>
            </p:nvSpPr>
            <p:spPr>
              <a:xfrm>
                <a:off x="4897289" y="2554077"/>
                <a:ext cx="41620" cy="54809"/>
              </a:xfrm>
              <a:custGeom>
                <a:avLst/>
                <a:gdLst>
                  <a:gd name="csX0" fmla="*/ 18931 w 18966"/>
                  <a:gd name="csY0" fmla="*/ 25110 h 25110"/>
                  <a:gd name="csX1" fmla="*/ 393 w 18966"/>
                  <a:gd name="csY1" fmla="*/ 25110 h 25110"/>
                  <a:gd name="csX2" fmla="*/ 393 w 18966"/>
                  <a:gd name="csY2" fmla="*/ 22288 h 25110"/>
                  <a:gd name="csX3" fmla="*/ 3000 w 18966"/>
                  <a:gd name="csY3" fmla="*/ 22288 h 25110"/>
                  <a:gd name="csX4" fmla="*/ 821 w 18966"/>
                  <a:gd name="csY4" fmla="*/ 19967 h 25110"/>
                  <a:gd name="csX5" fmla="*/ 0 w 18966"/>
                  <a:gd name="csY5" fmla="*/ 16645 h 25110"/>
                  <a:gd name="csX6" fmla="*/ 857 w 18966"/>
                  <a:gd name="csY6" fmla="*/ 13287 h 25110"/>
                  <a:gd name="csX7" fmla="*/ 3250 w 18966"/>
                  <a:gd name="csY7" fmla="*/ 11430 h 25110"/>
                  <a:gd name="csX8" fmla="*/ 0 w 18966"/>
                  <a:gd name="csY8" fmla="*/ 5715 h 25110"/>
                  <a:gd name="csX9" fmla="*/ 1536 w 18966"/>
                  <a:gd name="csY9" fmla="*/ 1500 h 25110"/>
                  <a:gd name="csX10" fmla="*/ 6251 w 18966"/>
                  <a:gd name="csY10" fmla="*/ 0 h 25110"/>
                  <a:gd name="csX11" fmla="*/ 18967 w 18966"/>
                  <a:gd name="csY11" fmla="*/ 0 h 25110"/>
                  <a:gd name="csX12" fmla="*/ 18967 w 18966"/>
                  <a:gd name="csY12" fmla="*/ 3143 h 25110"/>
                  <a:gd name="csX13" fmla="*/ 7287 w 18966"/>
                  <a:gd name="csY13" fmla="*/ 3143 h 25110"/>
                  <a:gd name="csX14" fmla="*/ 4572 w 18966"/>
                  <a:gd name="csY14" fmla="*/ 3465 h 25110"/>
                  <a:gd name="csX15" fmla="*/ 3250 w 18966"/>
                  <a:gd name="csY15" fmla="*/ 4572 h 25110"/>
                  <a:gd name="csX16" fmla="*/ 2750 w 18966"/>
                  <a:gd name="csY16" fmla="*/ 6429 h 25110"/>
                  <a:gd name="csX17" fmla="*/ 4036 w 18966"/>
                  <a:gd name="csY17" fmla="*/ 9680 h 25110"/>
                  <a:gd name="csX18" fmla="*/ 8180 w 18966"/>
                  <a:gd name="csY18" fmla="*/ 10966 h 25110"/>
                  <a:gd name="csX19" fmla="*/ 18931 w 18966"/>
                  <a:gd name="csY19" fmla="*/ 10966 h 25110"/>
                  <a:gd name="csX20" fmla="*/ 18931 w 18966"/>
                  <a:gd name="csY20" fmla="*/ 14109 h 25110"/>
                  <a:gd name="csX21" fmla="*/ 6894 w 18966"/>
                  <a:gd name="csY21" fmla="*/ 14109 h 25110"/>
                  <a:gd name="csX22" fmla="*/ 3750 w 18966"/>
                  <a:gd name="csY22" fmla="*/ 14859 h 25110"/>
                  <a:gd name="csX23" fmla="*/ 2715 w 18966"/>
                  <a:gd name="csY23" fmla="*/ 17359 h 25110"/>
                  <a:gd name="csX24" fmla="*/ 3429 w 18966"/>
                  <a:gd name="csY24" fmla="*/ 19824 h 25110"/>
                  <a:gd name="csX25" fmla="*/ 5465 w 18966"/>
                  <a:gd name="csY25" fmla="*/ 21467 h 25110"/>
                  <a:gd name="csX26" fmla="*/ 9323 w 18966"/>
                  <a:gd name="csY26" fmla="*/ 21967 h 25110"/>
                  <a:gd name="csX27" fmla="*/ 18931 w 18966"/>
                  <a:gd name="csY27" fmla="*/ 21967 h 25110"/>
                  <a:gd name="csX28" fmla="*/ 18931 w 18966"/>
                  <a:gd name="csY28" fmla="*/ 25110 h 25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8966" h="25110">
                    <a:moveTo>
                      <a:pt x="18931" y="25110"/>
                    </a:moveTo>
                    <a:lnTo>
                      <a:pt x="393" y="25110"/>
                    </a:lnTo>
                    <a:lnTo>
                      <a:pt x="393" y="22288"/>
                    </a:lnTo>
                    <a:lnTo>
                      <a:pt x="3000" y="22288"/>
                    </a:lnTo>
                    <a:cubicBezTo>
                      <a:pt x="2108" y="21717"/>
                      <a:pt x="1357" y="20931"/>
                      <a:pt x="821" y="19967"/>
                    </a:cubicBezTo>
                    <a:cubicBezTo>
                      <a:pt x="250" y="19002"/>
                      <a:pt x="0" y="17895"/>
                      <a:pt x="0" y="16645"/>
                    </a:cubicBezTo>
                    <a:cubicBezTo>
                      <a:pt x="0" y="15288"/>
                      <a:pt x="286" y="14145"/>
                      <a:pt x="857" y="13287"/>
                    </a:cubicBezTo>
                    <a:cubicBezTo>
                      <a:pt x="1429" y="12395"/>
                      <a:pt x="2215" y="11787"/>
                      <a:pt x="3250" y="11430"/>
                    </a:cubicBezTo>
                    <a:cubicBezTo>
                      <a:pt x="1072" y="9966"/>
                      <a:pt x="0" y="8072"/>
                      <a:pt x="0" y="5715"/>
                    </a:cubicBezTo>
                    <a:cubicBezTo>
                      <a:pt x="0" y="3893"/>
                      <a:pt x="500" y="2465"/>
                      <a:pt x="1536" y="1500"/>
                    </a:cubicBezTo>
                    <a:cubicBezTo>
                      <a:pt x="2572" y="500"/>
                      <a:pt x="4108" y="0"/>
                      <a:pt x="6251" y="0"/>
                    </a:cubicBezTo>
                    <a:lnTo>
                      <a:pt x="18967" y="0"/>
                    </a:lnTo>
                    <a:lnTo>
                      <a:pt x="18967" y="3143"/>
                    </a:lnTo>
                    <a:lnTo>
                      <a:pt x="7287" y="3143"/>
                    </a:lnTo>
                    <a:cubicBezTo>
                      <a:pt x="6036" y="3143"/>
                      <a:pt x="5108" y="3251"/>
                      <a:pt x="4572" y="3465"/>
                    </a:cubicBezTo>
                    <a:cubicBezTo>
                      <a:pt x="4036" y="3679"/>
                      <a:pt x="3572" y="4036"/>
                      <a:pt x="3250" y="4572"/>
                    </a:cubicBezTo>
                    <a:cubicBezTo>
                      <a:pt x="2929" y="5108"/>
                      <a:pt x="2750" y="5715"/>
                      <a:pt x="2750" y="6429"/>
                    </a:cubicBezTo>
                    <a:cubicBezTo>
                      <a:pt x="2750" y="7751"/>
                      <a:pt x="3179" y="8823"/>
                      <a:pt x="4036" y="9680"/>
                    </a:cubicBezTo>
                    <a:cubicBezTo>
                      <a:pt x="4893" y="10537"/>
                      <a:pt x="6287" y="10966"/>
                      <a:pt x="8180" y="10966"/>
                    </a:cubicBezTo>
                    <a:lnTo>
                      <a:pt x="18931" y="10966"/>
                    </a:lnTo>
                    <a:lnTo>
                      <a:pt x="18931" y="14109"/>
                    </a:lnTo>
                    <a:lnTo>
                      <a:pt x="6894" y="14109"/>
                    </a:lnTo>
                    <a:cubicBezTo>
                      <a:pt x="5501" y="14109"/>
                      <a:pt x="4465" y="14359"/>
                      <a:pt x="3750" y="14859"/>
                    </a:cubicBezTo>
                    <a:cubicBezTo>
                      <a:pt x="3072" y="15359"/>
                      <a:pt x="2715" y="16216"/>
                      <a:pt x="2715" y="17359"/>
                    </a:cubicBezTo>
                    <a:cubicBezTo>
                      <a:pt x="2715" y="18252"/>
                      <a:pt x="2929" y="19074"/>
                      <a:pt x="3429" y="19824"/>
                    </a:cubicBezTo>
                    <a:cubicBezTo>
                      <a:pt x="3893" y="20574"/>
                      <a:pt x="4572" y="21110"/>
                      <a:pt x="5465" y="21467"/>
                    </a:cubicBezTo>
                    <a:cubicBezTo>
                      <a:pt x="6358" y="21824"/>
                      <a:pt x="7644" y="21967"/>
                      <a:pt x="9323" y="21967"/>
                    </a:cubicBezTo>
                    <a:lnTo>
                      <a:pt x="18931" y="21967"/>
                    </a:lnTo>
                    <a:lnTo>
                      <a:pt x="18931" y="25110"/>
                    </a:lnTo>
                    <a:close/>
                  </a:path>
                </a:pathLst>
              </a:custGeom>
              <a:solidFill>
                <a:srgbClr val="000000"/>
              </a:solidFill>
              <a:ln w="3572" cap="flat">
                <a:noFill/>
                <a:prstDash val="solid"/>
                <a:miter/>
              </a:ln>
            </p:spPr>
            <p:txBody>
              <a:bodyPr/>
              <a:lstStyle/>
              <a:p>
                <a:endParaRPr lang="en-US" sz="1701"/>
              </a:p>
            </p:txBody>
          </p:sp>
          <p:sp>
            <p:nvSpPr>
              <p:cNvPr id="12274" name="Freeform: Shape 12273">
                <a:extLst>
                  <a:ext uri="{FF2B5EF4-FFF2-40B4-BE49-F238E27FC236}">
                    <a16:creationId xmlns:a16="http://schemas.microsoft.com/office/drawing/2014/main" id="{C113B7F7-B970-C9B2-F19A-2F1C93A3B1E6}"/>
                  </a:ext>
                </a:extLst>
              </p:cNvPr>
              <p:cNvSpPr/>
              <p:nvPr/>
            </p:nvSpPr>
            <p:spPr>
              <a:xfrm>
                <a:off x="4915084" y="2525544"/>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275" name="Freeform: Shape 12274">
                <a:extLst>
                  <a:ext uri="{FF2B5EF4-FFF2-40B4-BE49-F238E27FC236}">
                    <a16:creationId xmlns:a16="http://schemas.microsoft.com/office/drawing/2014/main" id="{1054B04E-BF3F-D092-2BBC-3C0CDDBEF418}"/>
                  </a:ext>
                </a:extLst>
              </p:cNvPr>
              <p:cNvSpPr/>
              <p:nvPr/>
            </p:nvSpPr>
            <p:spPr>
              <a:xfrm>
                <a:off x="4882397" y="2483286"/>
                <a:ext cx="57377" cy="36642"/>
              </a:xfrm>
              <a:custGeom>
                <a:avLst/>
                <a:gdLst>
                  <a:gd name="csX0" fmla="*/ 18967 w 26146"/>
                  <a:gd name="csY0" fmla="*/ 16752 h 16787"/>
                  <a:gd name="csX1" fmla="*/ 18538 w 26146"/>
                  <a:gd name="csY1" fmla="*/ 13609 h 16787"/>
                  <a:gd name="csX2" fmla="*/ 22396 w 26146"/>
                  <a:gd name="csY2" fmla="*/ 11787 h 16787"/>
                  <a:gd name="csX3" fmla="*/ 23575 w 26146"/>
                  <a:gd name="csY3" fmla="*/ 8608 h 16787"/>
                  <a:gd name="csX4" fmla="*/ 22039 w 26146"/>
                  <a:gd name="csY4" fmla="*/ 4858 h 16787"/>
                  <a:gd name="csX5" fmla="*/ 18252 w 26146"/>
                  <a:gd name="csY5" fmla="*/ 3322 h 16787"/>
                  <a:gd name="csX6" fmla="*/ 14681 w 26146"/>
                  <a:gd name="csY6" fmla="*/ 4715 h 16787"/>
                  <a:gd name="csX7" fmla="*/ 13287 w 26146"/>
                  <a:gd name="csY7" fmla="*/ 8322 h 16787"/>
                  <a:gd name="csX8" fmla="*/ 13609 w 26146"/>
                  <a:gd name="csY8" fmla="*/ 10537 h 16787"/>
                  <a:gd name="csX9" fmla="*/ 10859 w 26146"/>
                  <a:gd name="csY9" fmla="*/ 10180 h 16787"/>
                  <a:gd name="csX10" fmla="*/ 10894 w 26146"/>
                  <a:gd name="csY10" fmla="*/ 9680 h 16787"/>
                  <a:gd name="csX11" fmla="*/ 9823 w 26146"/>
                  <a:gd name="csY11" fmla="*/ 6072 h 16787"/>
                  <a:gd name="csX12" fmla="*/ 6608 w 26146"/>
                  <a:gd name="csY12" fmla="*/ 4465 h 16787"/>
                  <a:gd name="csX13" fmla="*/ 3751 w 26146"/>
                  <a:gd name="csY13" fmla="*/ 5608 h 16787"/>
                  <a:gd name="csX14" fmla="*/ 2608 w 26146"/>
                  <a:gd name="csY14" fmla="*/ 8644 h 16787"/>
                  <a:gd name="csX15" fmla="*/ 3751 w 26146"/>
                  <a:gd name="csY15" fmla="*/ 11680 h 16787"/>
                  <a:gd name="csX16" fmla="*/ 7180 w 26146"/>
                  <a:gd name="csY16" fmla="*/ 13252 h 16787"/>
                  <a:gd name="csX17" fmla="*/ 6608 w 26146"/>
                  <a:gd name="csY17" fmla="*/ 16395 h 16787"/>
                  <a:gd name="csX18" fmla="*/ 1715 w 26146"/>
                  <a:gd name="csY18" fmla="*/ 13787 h 16787"/>
                  <a:gd name="csX19" fmla="*/ 0 w 26146"/>
                  <a:gd name="csY19" fmla="*/ 8715 h 16787"/>
                  <a:gd name="csX20" fmla="*/ 893 w 26146"/>
                  <a:gd name="csY20" fmla="*/ 4858 h 16787"/>
                  <a:gd name="csX21" fmla="*/ 3358 w 26146"/>
                  <a:gd name="csY21" fmla="*/ 2179 h 16787"/>
                  <a:gd name="csX22" fmla="*/ 6644 w 26146"/>
                  <a:gd name="csY22" fmla="*/ 1250 h 16787"/>
                  <a:gd name="csX23" fmla="*/ 9644 w 26146"/>
                  <a:gd name="csY23" fmla="*/ 2143 h 16787"/>
                  <a:gd name="csX24" fmla="*/ 11823 w 26146"/>
                  <a:gd name="csY24" fmla="*/ 4786 h 16787"/>
                  <a:gd name="csX25" fmla="*/ 14002 w 26146"/>
                  <a:gd name="csY25" fmla="*/ 1250 h 16787"/>
                  <a:gd name="csX26" fmla="*/ 18145 w 26146"/>
                  <a:gd name="csY26" fmla="*/ 0 h 16787"/>
                  <a:gd name="csX27" fmla="*/ 23825 w 26146"/>
                  <a:gd name="csY27" fmla="*/ 2464 h 16787"/>
                  <a:gd name="csX28" fmla="*/ 26146 w 26146"/>
                  <a:gd name="csY28" fmla="*/ 8644 h 16787"/>
                  <a:gd name="csX29" fmla="*/ 24146 w 26146"/>
                  <a:gd name="csY29" fmla="*/ 14252 h 16787"/>
                  <a:gd name="csX30" fmla="*/ 18931 w 26146"/>
                  <a:gd name="csY30" fmla="*/ 16788 h 167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146" h="16787">
                    <a:moveTo>
                      <a:pt x="18967" y="16752"/>
                    </a:moveTo>
                    <a:lnTo>
                      <a:pt x="18538" y="13609"/>
                    </a:lnTo>
                    <a:cubicBezTo>
                      <a:pt x="20324" y="13252"/>
                      <a:pt x="21610" y="12644"/>
                      <a:pt x="22396" y="11787"/>
                    </a:cubicBezTo>
                    <a:cubicBezTo>
                      <a:pt x="23182" y="10930"/>
                      <a:pt x="23575" y="9858"/>
                      <a:pt x="23575" y="8608"/>
                    </a:cubicBezTo>
                    <a:cubicBezTo>
                      <a:pt x="23575" y="7144"/>
                      <a:pt x="23074" y="5893"/>
                      <a:pt x="22039" y="4858"/>
                    </a:cubicBezTo>
                    <a:cubicBezTo>
                      <a:pt x="21003" y="3822"/>
                      <a:pt x="19753" y="3322"/>
                      <a:pt x="18252" y="3322"/>
                    </a:cubicBezTo>
                    <a:cubicBezTo>
                      <a:pt x="16752" y="3322"/>
                      <a:pt x="15609" y="3786"/>
                      <a:pt x="14681" y="4715"/>
                    </a:cubicBezTo>
                    <a:cubicBezTo>
                      <a:pt x="13752" y="5679"/>
                      <a:pt x="13287" y="6858"/>
                      <a:pt x="13287" y="8322"/>
                    </a:cubicBezTo>
                    <a:cubicBezTo>
                      <a:pt x="13287" y="8894"/>
                      <a:pt x="13395" y="9644"/>
                      <a:pt x="13609" y="10537"/>
                    </a:cubicBezTo>
                    <a:lnTo>
                      <a:pt x="10859" y="10180"/>
                    </a:lnTo>
                    <a:cubicBezTo>
                      <a:pt x="10859" y="9965"/>
                      <a:pt x="10894" y="9787"/>
                      <a:pt x="10894" y="9680"/>
                    </a:cubicBezTo>
                    <a:cubicBezTo>
                      <a:pt x="10894" y="8358"/>
                      <a:pt x="10537" y="7144"/>
                      <a:pt x="9823" y="6072"/>
                    </a:cubicBezTo>
                    <a:cubicBezTo>
                      <a:pt x="9108" y="5000"/>
                      <a:pt x="8037" y="4465"/>
                      <a:pt x="6608" y="4465"/>
                    </a:cubicBezTo>
                    <a:cubicBezTo>
                      <a:pt x="5465" y="4465"/>
                      <a:pt x="4501" y="4858"/>
                      <a:pt x="3751" y="5608"/>
                    </a:cubicBezTo>
                    <a:cubicBezTo>
                      <a:pt x="3000" y="6394"/>
                      <a:pt x="2608" y="7394"/>
                      <a:pt x="2608" y="8644"/>
                    </a:cubicBezTo>
                    <a:cubicBezTo>
                      <a:pt x="2608" y="9894"/>
                      <a:pt x="3000" y="10858"/>
                      <a:pt x="3751" y="11680"/>
                    </a:cubicBezTo>
                    <a:cubicBezTo>
                      <a:pt x="4501" y="12502"/>
                      <a:pt x="5679" y="13037"/>
                      <a:pt x="7180" y="13252"/>
                    </a:cubicBezTo>
                    <a:lnTo>
                      <a:pt x="6608" y="16395"/>
                    </a:lnTo>
                    <a:cubicBezTo>
                      <a:pt x="4501" y="16002"/>
                      <a:pt x="2858" y="15145"/>
                      <a:pt x="1715" y="13787"/>
                    </a:cubicBezTo>
                    <a:cubicBezTo>
                      <a:pt x="572" y="12430"/>
                      <a:pt x="0" y="10751"/>
                      <a:pt x="0" y="8715"/>
                    </a:cubicBezTo>
                    <a:cubicBezTo>
                      <a:pt x="0" y="7322"/>
                      <a:pt x="286" y="6036"/>
                      <a:pt x="893" y="4858"/>
                    </a:cubicBezTo>
                    <a:cubicBezTo>
                      <a:pt x="1500" y="3679"/>
                      <a:pt x="2322" y="2786"/>
                      <a:pt x="3358" y="2179"/>
                    </a:cubicBezTo>
                    <a:cubicBezTo>
                      <a:pt x="4394" y="1571"/>
                      <a:pt x="5501" y="1250"/>
                      <a:pt x="6644" y="1250"/>
                    </a:cubicBezTo>
                    <a:cubicBezTo>
                      <a:pt x="7787" y="1250"/>
                      <a:pt x="8751" y="1571"/>
                      <a:pt x="9644" y="2143"/>
                    </a:cubicBezTo>
                    <a:cubicBezTo>
                      <a:pt x="10573" y="2750"/>
                      <a:pt x="11287" y="3607"/>
                      <a:pt x="11823" y="4786"/>
                    </a:cubicBezTo>
                    <a:cubicBezTo>
                      <a:pt x="12180" y="3286"/>
                      <a:pt x="12895" y="2107"/>
                      <a:pt x="14002" y="1250"/>
                    </a:cubicBezTo>
                    <a:cubicBezTo>
                      <a:pt x="15109" y="429"/>
                      <a:pt x="16467" y="0"/>
                      <a:pt x="18145" y="0"/>
                    </a:cubicBezTo>
                    <a:cubicBezTo>
                      <a:pt x="20360" y="0"/>
                      <a:pt x="22253" y="821"/>
                      <a:pt x="23825" y="2464"/>
                    </a:cubicBezTo>
                    <a:cubicBezTo>
                      <a:pt x="25360" y="4072"/>
                      <a:pt x="26146" y="6144"/>
                      <a:pt x="26146" y="8644"/>
                    </a:cubicBezTo>
                    <a:cubicBezTo>
                      <a:pt x="26146" y="10894"/>
                      <a:pt x="25467" y="12751"/>
                      <a:pt x="24146" y="14252"/>
                    </a:cubicBezTo>
                    <a:cubicBezTo>
                      <a:pt x="22789" y="15716"/>
                      <a:pt x="21074" y="16573"/>
                      <a:pt x="18931" y="16788"/>
                    </a:cubicBezTo>
                    <a:close/>
                  </a:path>
                </a:pathLst>
              </a:custGeom>
              <a:solidFill>
                <a:srgbClr val="000000"/>
              </a:solidFill>
              <a:ln w="3572" cap="flat">
                <a:noFill/>
                <a:prstDash val="solid"/>
                <a:miter/>
              </a:ln>
            </p:spPr>
            <p:txBody>
              <a:bodyPr/>
              <a:lstStyle/>
              <a:p>
                <a:endParaRPr lang="en-US" sz="1701"/>
              </a:p>
            </p:txBody>
          </p:sp>
          <p:sp>
            <p:nvSpPr>
              <p:cNvPr id="12277" name="Freeform: Shape 12276">
                <a:extLst>
                  <a:ext uri="{FF2B5EF4-FFF2-40B4-BE49-F238E27FC236}">
                    <a16:creationId xmlns:a16="http://schemas.microsoft.com/office/drawing/2014/main" id="{DC1D403B-ADF7-65D8-9EE8-91B7B2C57381}"/>
                  </a:ext>
                </a:extLst>
              </p:cNvPr>
              <p:cNvSpPr/>
              <p:nvPr/>
            </p:nvSpPr>
            <p:spPr>
              <a:xfrm>
                <a:off x="4944946" y="2609588"/>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6 w 25574"/>
                  <a:gd name="csY5" fmla="*/ 1000 h 21145"/>
                  <a:gd name="csX6" fmla="*/ 12609 w 25574"/>
                  <a:gd name="csY6" fmla="*/ 0 h 21145"/>
                  <a:gd name="csX7" fmla="*/ 17788 w 25574"/>
                  <a:gd name="csY7" fmla="*/ 679 h 21145"/>
                  <a:gd name="csX8" fmla="*/ 21503 w 25574"/>
                  <a:gd name="csY8" fmla="*/ 2429 h 21145"/>
                  <a:gd name="csX9" fmla="*/ 23824 w 25574"/>
                  <a:gd name="csY9" fmla="*/ 4751 h 21145"/>
                  <a:gd name="csX10" fmla="*/ 25110 w 25574"/>
                  <a:gd name="csY10" fmla="*/ 7822 h 21145"/>
                  <a:gd name="csX11" fmla="*/ 25539 w 25574"/>
                  <a:gd name="csY11" fmla="*/ 11930 h 21145"/>
                  <a:gd name="csX12" fmla="*/ 25539 w 25574"/>
                  <a:gd name="csY12" fmla="*/ 21146 h 21145"/>
                  <a:gd name="csX13" fmla="*/ 22574 w 25574"/>
                  <a:gd name="csY13" fmla="*/ 17717 h 21145"/>
                  <a:gd name="csX14" fmla="*/ 22574 w 25574"/>
                  <a:gd name="csY14" fmla="*/ 12252 h 21145"/>
                  <a:gd name="csX15" fmla="*/ 22110 w 25574"/>
                  <a:gd name="csY15" fmla="*/ 8287 h 21145"/>
                  <a:gd name="csX16" fmla="*/ 20788 w 25574"/>
                  <a:gd name="csY16" fmla="*/ 6001 h 21145"/>
                  <a:gd name="csX17" fmla="*/ 17538 w 25574"/>
                  <a:gd name="csY17" fmla="*/ 4143 h 21145"/>
                  <a:gd name="csX18" fmla="*/ 12609 w 25574"/>
                  <a:gd name="csY18" fmla="*/ 3465 h 21145"/>
                  <a:gd name="csX19" fmla="*/ 6429 w 25574"/>
                  <a:gd name="csY19" fmla="*/ 4786 h 21145"/>
                  <a:gd name="csX20" fmla="*/ 3536 w 25574"/>
                  <a:gd name="csY20" fmla="*/ 7965 h 21145"/>
                  <a:gd name="csX21" fmla="*/ 3036 w 25574"/>
                  <a:gd name="csY21" fmla="*/ 12359 h 21145"/>
                  <a:gd name="csX22" fmla="*/ 3036 w 25574"/>
                  <a:gd name="csY22" fmla="*/ 17717 h 21145"/>
                  <a:gd name="csX23" fmla="*/ 22574 w 25574"/>
                  <a:gd name="csY23" fmla="*/ 17717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9"/>
                      <a:pt x="107" y="8823"/>
                      <a:pt x="357" y="7787"/>
                    </a:cubicBezTo>
                    <a:cubicBezTo>
                      <a:pt x="679" y="6322"/>
                      <a:pt x="1322" y="5072"/>
                      <a:pt x="2179" y="4036"/>
                    </a:cubicBezTo>
                    <a:cubicBezTo>
                      <a:pt x="3322" y="2679"/>
                      <a:pt x="4786" y="1679"/>
                      <a:pt x="6536" y="1000"/>
                    </a:cubicBezTo>
                    <a:cubicBezTo>
                      <a:pt x="8322" y="322"/>
                      <a:pt x="10323" y="0"/>
                      <a:pt x="12609" y="0"/>
                    </a:cubicBezTo>
                    <a:cubicBezTo>
                      <a:pt x="14538" y="0"/>
                      <a:pt x="16252" y="214"/>
                      <a:pt x="17788" y="679"/>
                    </a:cubicBezTo>
                    <a:cubicBezTo>
                      <a:pt x="19288" y="1143"/>
                      <a:pt x="20538" y="1715"/>
                      <a:pt x="21503" y="2429"/>
                    </a:cubicBezTo>
                    <a:cubicBezTo>
                      <a:pt x="22467" y="3143"/>
                      <a:pt x="23253" y="3929"/>
                      <a:pt x="23824" y="4751"/>
                    </a:cubicBezTo>
                    <a:cubicBezTo>
                      <a:pt x="24396" y="5608"/>
                      <a:pt x="24825" y="6608"/>
                      <a:pt x="25110" y="7822"/>
                    </a:cubicBezTo>
                    <a:cubicBezTo>
                      <a:pt x="25396" y="9001"/>
                      <a:pt x="25539" y="10359"/>
                      <a:pt x="25539" y="11930"/>
                    </a:cubicBezTo>
                    <a:lnTo>
                      <a:pt x="25539" y="21146"/>
                    </a:lnTo>
                    <a:moveTo>
                      <a:pt x="22574" y="17717"/>
                    </a:moveTo>
                    <a:lnTo>
                      <a:pt x="22574" y="12252"/>
                    </a:lnTo>
                    <a:cubicBezTo>
                      <a:pt x="22574" y="10573"/>
                      <a:pt x="22431" y="9251"/>
                      <a:pt x="22110" y="8287"/>
                    </a:cubicBezTo>
                    <a:cubicBezTo>
                      <a:pt x="21788" y="7323"/>
                      <a:pt x="21360" y="6572"/>
                      <a:pt x="20788" y="6001"/>
                    </a:cubicBezTo>
                    <a:cubicBezTo>
                      <a:pt x="20002" y="5179"/>
                      <a:pt x="18895" y="4572"/>
                      <a:pt x="17538" y="4143"/>
                    </a:cubicBezTo>
                    <a:cubicBezTo>
                      <a:pt x="16180" y="3715"/>
                      <a:pt x="14538" y="3465"/>
                      <a:pt x="12609" y="3465"/>
                    </a:cubicBezTo>
                    <a:cubicBezTo>
                      <a:pt x="9930" y="3465"/>
                      <a:pt x="7894" y="3893"/>
                      <a:pt x="6429" y="4786"/>
                    </a:cubicBezTo>
                    <a:cubicBezTo>
                      <a:pt x="4965" y="5679"/>
                      <a:pt x="4036" y="6715"/>
                      <a:pt x="3536" y="7965"/>
                    </a:cubicBezTo>
                    <a:cubicBezTo>
                      <a:pt x="3179" y="8858"/>
                      <a:pt x="3036" y="10323"/>
                      <a:pt x="3036" y="12359"/>
                    </a:cubicBezTo>
                    <a:lnTo>
                      <a:pt x="3036" y="17717"/>
                    </a:lnTo>
                    <a:lnTo>
                      <a:pt x="22574" y="17717"/>
                    </a:lnTo>
                    <a:close/>
                  </a:path>
                </a:pathLst>
              </a:custGeom>
              <a:solidFill>
                <a:srgbClr val="000000"/>
              </a:solidFill>
              <a:ln w="3572" cap="flat">
                <a:noFill/>
                <a:prstDash val="solid"/>
                <a:miter/>
              </a:ln>
            </p:spPr>
            <p:txBody>
              <a:bodyPr/>
              <a:lstStyle/>
              <a:p>
                <a:endParaRPr lang="en-US" sz="1701"/>
              </a:p>
            </p:txBody>
          </p:sp>
          <p:sp>
            <p:nvSpPr>
              <p:cNvPr id="12278" name="Freeform: Shape 12277">
                <a:extLst>
                  <a:ext uri="{FF2B5EF4-FFF2-40B4-BE49-F238E27FC236}">
                    <a16:creationId xmlns:a16="http://schemas.microsoft.com/office/drawing/2014/main" id="{DD0DD591-BA34-948F-AD88-6B6D9EDDEDA0}"/>
                  </a:ext>
                </a:extLst>
              </p:cNvPr>
              <p:cNvSpPr/>
              <p:nvPr/>
            </p:nvSpPr>
            <p:spPr>
              <a:xfrm>
                <a:off x="4944946" y="2593528"/>
                <a:ext cx="56121" cy="6860"/>
              </a:xfrm>
              <a:custGeom>
                <a:avLst/>
                <a:gdLst>
                  <a:gd name="csX0" fmla="*/ 25575 w 25574"/>
                  <a:gd name="csY0" fmla="*/ 3143 h 3143"/>
                  <a:gd name="csX1" fmla="*/ 0 w 25574"/>
                  <a:gd name="csY1" fmla="*/ 3143 h 3143"/>
                  <a:gd name="csX2" fmla="*/ 0 w 25574"/>
                  <a:gd name="csY2" fmla="*/ 0 h 3143"/>
                  <a:gd name="csX3" fmla="*/ 25575 w 25574"/>
                  <a:gd name="csY3" fmla="*/ 0 h 3143"/>
                  <a:gd name="csX4" fmla="*/ 25575 w 25574"/>
                  <a:gd name="csY4" fmla="*/ 3143 h 3143"/>
                </a:gdLst>
                <a:ahLst/>
                <a:cxnLst>
                  <a:cxn ang="0">
                    <a:pos x="csX0" y="csY0"/>
                  </a:cxn>
                  <a:cxn ang="0">
                    <a:pos x="csX1" y="csY1"/>
                  </a:cxn>
                  <a:cxn ang="0">
                    <a:pos x="csX2" y="csY2"/>
                  </a:cxn>
                  <a:cxn ang="0">
                    <a:pos x="csX3" y="csY3"/>
                  </a:cxn>
                  <a:cxn ang="0">
                    <a:pos x="csX4" y="csY4"/>
                  </a:cxn>
                </a:cxnLst>
                <a:rect l="l" t="t" r="r" b="b"/>
                <a:pathLst>
                  <a:path w="25574" h="3143">
                    <a:moveTo>
                      <a:pt x="25575" y="3143"/>
                    </a:moveTo>
                    <a:lnTo>
                      <a:pt x="0" y="3143"/>
                    </a:lnTo>
                    <a:lnTo>
                      <a:pt x="0" y="0"/>
                    </a:lnTo>
                    <a:lnTo>
                      <a:pt x="25575" y="0"/>
                    </a:lnTo>
                    <a:lnTo>
                      <a:pt x="25575" y="3143"/>
                    </a:lnTo>
                    <a:close/>
                  </a:path>
                </a:pathLst>
              </a:custGeom>
              <a:solidFill>
                <a:srgbClr val="000000"/>
              </a:solidFill>
              <a:ln w="3572" cap="flat">
                <a:noFill/>
                <a:prstDash val="solid"/>
                <a:miter/>
              </a:ln>
            </p:spPr>
            <p:txBody>
              <a:bodyPr/>
              <a:lstStyle/>
              <a:p>
                <a:endParaRPr lang="en-US" sz="1701"/>
              </a:p>
            </p:txBody>
          </p:sp>
          <p:sp>
            <p:nvSpPr>
              <p:cNvPr id="12279" name="Freeform: Shape 12278">
                <a:extLst>
                  <a:ext uri="{FF2B5EF4-FFF2-40B4-BE49-F238E27FC236}">
                    <a16:creationId xmlns:a16="http://schemas.microsoft.com/office/drawing/2014/main" id="{43B117AA-0F7D-0E1E-FC01-66DE3F4B5B37}"/>
                  </a:ext>
                </a:extLst>
              </p:cNvPr>
              <p:cNvSpPr/>
              <p:nvPr/>
            </p:nvSpPr>
            <p:spPr>
              <a:xfrm>
                <a:off x="4977319" y="2564525"/>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280" name="Freeform: Shape 12279">
                <a:extLst>
                  <a:ext uri="{FF2B5EF4-FFF2-40B4-BE49-F238E27FC236}">
                    <a16:creationId xmlns:a16="http://schemas.microsoft.com/office/drawing/2014/main" id="{CCF93B6A-DF6D-2F26-4DA9-054A6E2F139E}"/>
                  </a:ext>
                </a:extLst>
              </p:cNvPr>
              <p:cNvSpPr/>
              <p:nvPr/>
            </p:nvSpPr>
            <p:spPr>
              <a:xfrm>
                <a:off x="4960389" y="2524062"/>
                <a:ext cx="40681" cy="37033"/>
              </a:xfrm>
              <a:custGeom>
                <a:avLst/>
                <a:gdLst>
                  <a:gd name="csX0" fmla="*/ 18538 w 18538"/>
                  <a:gd name="csY0" fmla="*/ 9930 h 16966"/>
                  <a:gd name="csX1" fmla="*/ 0 w 18538"/>
                  <a:gd name="csY1" fmla="*/ 16966 h 16966"/>
                  <a:gd name="csX2" fmla="*/ 0 w 18538"/>
                  <a:gd name="csY2" fmla="*/ 13645 h 16966"/>
                  <a:gd name="csX3" fmla="*/ 11108 w 18538"/>
                  <a:gd name="csY3" fmla="*/ 9680 h 16966"/>
                  <a:gd name="csX4" fmla="*/ 14823 w 18538"/>
                  <a:gd name="csY4" fmla="*/ 8501 h 16966"/>
                  <a:gd name="csX5" fmla="*/ 11287 w 18538"/>
                  <a:gd name="csY5" fmla="*/ 7322 h 16966"/>
                  <a:gd name="csX6" fmla="*/ 0 w 18538"/>
                  <a:gd name="csY6" fmla="*/ 3215 h 16966"/>
                  <a:gd name="csX7" fmla="*/ 0 w 18538"/>
                  <a:gd name="csY7" fmla="*/ 0 h 16966"/>
                  <a:gd name="csX8" fmla="*/ 18538 w 18538"/>
                  <a:gd name="csY8" fmla="*/ 7001 h 16966"/>
                  <a:gd name="csX9" fmla="*/ 18538 w 18538"/>
                  <a:gd name="csY9" fmla="*/ 9930 h 16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8538" h="16966">
                    <a:moveTo>
                      <a:pt x="18538" y="9930"/>
                    </a:moveTo>
                    <a:lnTo>
                      <a:pt x="0" y="16966"/>
                    </a:lnTo>
                    <a:lnTo>
                      <a:pt x="0" y="13645"/>
                    </a:lnTo>
                    <a:lnTo>
                      <a:pt x="11108" y="9680"/>
                    </a:lnTo>
                    <a:cubicBezTo>
                      <a:pt x="12287" y="9251"/>
                      <a:pt x="13538" y="8858"/>
                      <a:pt x="14823" y="8501"/>
                    </a:cubicBezTo>
                    <a:cubicBezTo>
                      <a:pt x="13859" y="8215"/>
                      <a:pt x="12680" y="7822"/>
                      <a:pt x="11287" y="7322"/>
                    </a:cubicBezTo>
                    <a:lnTo>
                      <a:pt x="0" y="3215"/>
                    </a:lnTo>
                    <a:lnTo>
                      <a:pt x="0" y="0"/>
                    </a:lnTo>
                    <a:lnTo>
                      <a:pt x="18538" y="7001"/>
                    </a:lnTo>
                    <a:lnTo>
                      <a:pt x="18538" y="9930"/>
                    </a:lnTo>
                    <a:close/>
                  </a:path>
                </a:pathLst>
              </a:custGeom>
              <a:solidFill>
                <a:srgbClr val="000000"/>
              </a:solidFill>
              <a:ln w="3572" cap="flat">
                <a:noFill/>
                <a:prstDash val="solid"/>
                <a:miter/>
              </a:ln>
            </p:spPr>
            <p:txBody>
              <a:bodyPr/>
              <a:lstStyle/>
              <a:p>
                <a:endParaRPr lang="en-US" sz="1701"/>
              </a:p>
            </p:txBody>
          </p:sp>
          <p:sp>
            <p:nvSpPr>
              <p:cNvPr id="12281" name="Freeform: Shape 12280">
                <a:extLst>
                  <a:ext uri="{FF2B5EF4-FFF2-40B4-BE49-F238E27FC236}">
                    <a16:creationId xmlns:a16="http://schemas.microsoft.com/office/drawing/2014/main" id="{AA4857A2-8AEA-8AF5-0D87-CAC7F3B4F760}"/>
                  </a:ext>
                </a:extLst>
              </p:cNvPr>
              <p:cNvSpPr/>
              <p:nvPr/>
            </p:nvSpPr>
            <p:spPr>
              <a:xfrm>
                <a:off x="4944712" y="2483831"/>
                <a:ext cx="56356" cy="36878"/>
              </a:xfrm>
              <a:custGeom>
                <a:avLst/>
                <a:gdLst>
                  <a:gd name="csX0" fmla="*/ 22682 w 25681"/>
                  <a:gd name="csY0" fmla="*/ 0 h 16895"/>
                  <a:gd name="csX1" fmla="*/ 25682 w 25681"/>
                  <a:gd name="csY1" fmla="*/ 0 h 16895"/>
                  <a:gd name="csX2" fmla="*/ 25682 w 25681"/>
                  <a:gd name="csY2" fmla="*/ 16895 h 16895"/>
                  <a:gd name="csX3" fmla="*/ 23503 w 25681"/>
                  <a:gd name="csY3" fmla="*/ 16538 h 16895"/>
                  <a:gd name="csX4" fmla="*/ 20110 w 25681"/>
                  <a:gd name="csY4" fmla="*/ 14466 h 16895"/>
                  <a:gd name="csX5" fmla="*/ 16216 w 25681"/>
                  <a:gd name="csY5" fmla="*/ 10359 h 16895"/>
                  <a:gd name="csX6" fmla="*/ 10787 w 25681"/>
                  <a:gd name="csY6" fmla="*/ 4715 h 16895"/>
                  <a:gd name="csX7" fmla="*/ 7037 w 25681"/>
                  <a:gd name="csY7" fmla="*/ 3251 h 16895"/>
                  <a:gd name="csX8" fmla="*/ 3893 w 25681"/>
                  <a:gd name="csY8" fmla="*/ 4608 h 16895"/>
                  <a:gd name="csX9" fmla="*/ 2608 w 25681"/>
                  <a:gd name="csY9" fmla="*/ 8072 h 16895"/>
                  <a:gd name="csX10" fmla="*/ 3965 w 25681"/>
                  <a:gd name="csY10" fmla="*/ 11716 h 16895"/>
                  <a:gd name="csX11" fmla="*/ 7715 w 25681"/>
                  <a:gd name="csY11" fmla="*/ 13109 h 16895"/>
                  <a:gd name="csX12" fmla="*/ 7394 w 25681"/>
                  <a:gd name="csY12" fmla="*/ 16323 h 16895"/>
                  <a:gd name="csX13" fmla="*/ 1893 w 25681"/>
                  <a:gd name="csY13" fmla="*/ 13823 h 16895"/>
                  <a:gd name="csX14" fmla="*/ 0 w 25681"/>
                  <a:gd name="csY14" fmla="*/ 8037 h 16895"/>
                  <a:gd name="csX15" fmla="*/ 2036 w 25681"/>
                  <a:gd name="csY15" fmla="*/ 2215 h 16895"/>
                  <a:gd name="csX16" fmla="*/ 7108 w 25681"/>
                  <a:gd name="csY16" fmla="*/ 72 h 16895"/>
                  <a:gd name="csX17" fmla="*/ 10108 w 25681"/>
                  <a:gd name="csY17" fmla="*/ 714 h 16895"/>
                  <a:gd name="csX18" fmla="*/ 13252 w 25681"/>
                  <a:gd name="csY18" fmla="*/ 2786 h 16895"/>
                  <a:gd name="csX19" fmla="*/ 17752 w 25681"/>
                  <a:gd name="csY19" fmla="*/ 7644 h 16895"/>
                  <a:gd name="csX20" fmla="*/ 20967 w 25681"/>
                  <a:gd name="csY20" fmla="*/ 11287 h 16895"/>
                  <a:gd name="csX21" fmla="*/ 22682 w 25681"/>
                  <a:gd name="csY21" fmla="*/ 12609 h 16895"/>
                  <a:gd name="csX22" fmla="*/ 22682 w 25681"/>
                  <a:gd name="csY22" fmla="*/ 72 h 1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5681" h="16895">
                    <a:moveTo>
                      <a:pt x="22682" y="0"/>
                    </a:moveTo>
                    <a:lnTo>
                      <a:pt x="25682" y="0"/>
                    </a:lnTo>
                    <a:lnTo>
                      <a:pt x="25682" y="16895"/>
                    </a:lnTo>
                    <a:cubicBezTo>
                      <a:pt x="24932" y="16895"/>
                      <a:pt x="24217" y="16788"/>
                      <a:pt x="23503" y="16538"/>
                    </a:cubicBezTo>
                    <a:cubicBezTo>
                      <a:pt x="22360" y="16109"/>
                      <a:pt x="21217" y="15431"/>
                      <a:pt x="20110" y="14466"/>
                    </a:cubicBezTo>
                    <a:cubicBezTo>
                      <a:pt x="19002" y="13502"/>
                      <a:pt x="17717" y="12144"/>
                      <a:pt x="16216" y="10359"/>
                    </a:cubicBezTo>
                    <a:cubicBezTo>
                      <a:pt x="13930" y="7572"/>
                      <a:pt x="12144" y="5715"/>
                      <a:pt x="10787" y="4715"/>
                    </a:cubicBezTo>
                    <a:cubicBezTo>
                      <a:pt x="9466" y="3751"/>
                      <a:pt x="8215" y="3251"/>
                      <a:pt x="7037" y="3251"/>
                    </a:cubicBezTo>
                    <a:cubicBezTo>
                      <a:pt x="5858" y="3251"/>
                      <a:pt x="4751" y="3715"/>
                      <a:pt x="3893" y="4608"/>
                    </a:cubicBezTo>
                    <a:cubicBezTo>
                      <a:pt x="3036" y="5501"/>
                      <a:pt x="2608" y="6644"/>
                      <a:pt x="2608" y="8072"/>
                    </a:cubicBezTo>
                    <a:cubicBezTo>
                      <a:pt x="2608" y="9501"/>
                      <a:pt x="3072" y="10787"/>
                      <a:pt x="3965" y="11716"/>
                    </a:cubicBezTo>
                    <a:cubicBezTo>
                      <a:pt x="4858" y="12609"/>
                      <a:pt x="6144" y="13073"/>
                      <a:pt x="7715" y="13109"/>
                    </a:cubicBezTo>
                    <a:lnTo>
                      <a:pt x="7394" y="16323"/>
                    </a:lnTo>
                    <a:cubicBezTo>
                      <a:pt x="5001" y="16109"/>
                      <a:pt x="3143" y="15288"/>
                      <a:pt x="1893" y="13823"/>
                    </a:cubicBezTo>
                    <a:cubicBezTo>
                      <a:pt x="607" y="12395"/>
                      <a:pt x="0" y="10430"/>
                      <a:pt x="0" y="8037"/>
                    </a:cubicBezTo>
                    <a:cubicBezTo>
                      <a:pt x="0" y="5644"/>
                      <a:pt x="679" y="3643"/>
                      <a:pt x="2036" y="2215"/>
                    </a:cubicBezTo>
                    <a:cubicBezTo>
                      <a:pt x="3393" y="786"/>
                      <a:pt x="5108" y="72"/>
                      <a:pt x="7108" y="72"/>
                    </a:cubicBezTo>
                    <a:cubicBezTo>
                      <a:pt x="8144" y="72"/>
                      <a:pt x="9144" y="286"/>
                      <a:pt x="10108" y="714"/>
                    </a:cubicBezTo>
                    <a:cubicBezTo>
                      <a:pt x="11108" y="1143"/>
                      <a:pt x="12144" y="1822"/>
                      <a:pt x="13252" y="2786"/>
                    </a:cubicBezTo>
                    <a:cubicBezTo>
                      <a:pt x="14323" y="3751"/>
                      <a:pt x="15859" y="5358"/>
                      <a:pt x="17752" y="7644"/>
                    </a:cubicBezTo>
                    <a:cubicBezTo>
                      <a:pt x="19360" y="9537"/>
                      <a:pt x="20395" y="10751"/>
                      <a:pt x="20967" y="11287"/>
                    </a:cubicBezTo>
                    <a:cubicBezTo>
                      <a:pt x="21539" y="11823"/>
                      <a:pt x="22110" y="12252"/>
                      <a:pt x="22682" y="12609"/>
                    </a:cubicBezTo>
                    <a:lnTo>
                      <a:pt x="22682" y="72"/>
                    </a:lnTo>
                    <a:close/>
                  </a:path>
                </a:pathLst>
              </a:custGeom>
              <a:solidFill>
                <a:srgbClr val="000000"/>
              </a:solidFill>
              <a:ln w="3572" cap="flat">
                <a:noFill/>
                <a:prstDash val="solid"/>
                <a:miter/>
              </a:ln>
            </p:spPr>
            <p:txBody>
              <a:bodyPr/>
              <a:lstStyle/>
              <a:p>
                <a:endParaRPr lang="en-US" sz="1701"/>
              </a:p>
            </p:txBody>
          </p:sp>
          <p:sp>
            <p:nvSpPr>
              <p:cNvPr id="12283" name="Freeform: Shape 12282">
                <a:extLst>
                  <a:ext uri="{FF2B5EF4-FFF2-40B4-BE49-F238E27FC236}">
                    <a16:creationId xmlns:a16="http://schemas.microsoft.com/office/drawing/2014/main" id="{E13A520F-3D93-05B6-0AD6-1C9E62661A7B}"/>
                  </a:ext>
                </a:extLst>
              </p:cNvPr>
              <p:cNvSpPr/>
              <p:nvPr/>
            </p:nvSpPr>
            <p:spPr>
              <a:xfrm>
                <a:off x="5007184" y="2527257"/>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6 w 25574"/>
                  <a:gd name="csY5" fmla="*/ 1000 h 21145"/>
                  <a:gd name="csX6" fmla="*/ 12609 w 25574"/>
                  <a:gd name="csY6" fmla="*/ 0 h 21145"/>
                  <a:gd name="csX7" fmla="*/ 17788 w 25574"/>
                  <a:gd name="csY7" fmla="*/ 679 h 21145"/>
                  <a:gd name="csX8" fmla="*/ 21503 w 25574"/>
                  <a:gd name="csY8" fmla="*/ 2429 h 21145"/>
                  <a:gd name="csX9" fmla="*/ 23824 w 25574"/>
                  <a:gd name="csY9" fmla="*/ 4751 h 21145"/>
                  <a:gd name="csX10" fmla="*/ 25110 w 25574"/>
                  <a:gd name="csY10" fmla="*/ 7822 h 21145"/>
                  <a:gd name="csX11" fmla="*/ 25539 w 25574"/>
                  <a:gd name="csY11" fmla="*/ 11930 h 21145"/>
                  <a:gd name="csX12" fmla="*/ 25539 w 25574"/>
                  <a:gd name="csY12" fmla="*/ 21146 h 21145"/>
                  <a:gd name="csX13" fmla="*/ 22574 w 25574"/>
                  <a:gd name="csY13" fmla="*/ 17752 h 21145"/>
                  <a:gd name="csX14" fmla="*/ 22574 w 25574"/>
                  <a:gd name="csY14" fmla="*/ 12287 h 21145"/>
                  <a:gd name="csX15" fmla="*/ 22110 w 25574"/>
                  <a:gd name="csY15" fmla="*/ 8323 h 21145"/>
                  <a:gd name="csX16" fmla="*/ 20788 w 25574"/>
                  <a:gd name="csY16" fmla="*/ 6036 h 21145"/>
                  <a:gd name="csX17" fmla="*/ 17538 w 25574"/>
                  <a:gd name="csY17" fmla="*/ 4179 h 21145"/>
                  <a:gd name="csX18" fmla="*/ 12609 w 25574"/>
                  <a:gd name="csY18" fmla="*/ 3501 h 21145"/>
                  <a:gd name="csX19" fmla="*/ 6429 w 25574"/>
                  <a:gd name="csY19" fmla="*/ 4822 h 21145"/>
                  <a:gd name="csX20" fmla="*/ 3536 w 25574"/>
                  <a:gd name="csY20" fmla="*/ 8001 h 21145"/>
                  <a:gd name="csX21" fmla="*/ 3036 w 25574"/>
                  <a:gd name="csY21" fmla="*/ 12395 h 21145"/>
                  <a:gd name="csX22" fmla="*/ 3036 w 25574"/>
                  <a:gd name="csY22" fmla="*/ 17752 h 21145"/>
                  <a:gd name="csX23" fmla="*/ 22574 w 25574"/>
                  <a:gd name="csY23" fmla="*/ 17752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9"/>
                      <a:pt x="107" y="8823"/>
                      <a:pt x="357" y="7787"/>
                    </a:cubicBezTo>
                    <a:cubicBezTo>
                      <a:pt x="679" y="6322"/>
                      <a:pt x="1322" y="5072"/>
                      <a:pt x="2179" y="4036"/>
                    </a:cubicBezTo>
                    <a:cubicBezTo>
                      <a:pt x="3322" y="2679"/>
                      <a:pt x="4786" y="1679"/>
                      <a:pt x="6536" y="1000"/>
                    </a:cubicBezTo>
                    <a:cubicBezTo>
                      <a:pt x="8322" y="322"/>
                      <a:pt x="10323" y="0"/>
                      <a:pt x="12609" y="0"/>
                    </a:cubicBezTo>
                    <a:cubicBezTo>
                      <a:pt x="14538" y="0"/>
                      <a:pt x="16252" y="214"/>
                      <a:pt x="17788" y="679"/>
                    </a:cubicBezTo>
                    <a:cubicBezTo>
                      <a:pt x="19288" y="1143"/>
                      <a:pt x="20538" y="1715"/>
                      <a:pt x="21503" y="2429"/>
                    </a:cubicBezTo>
                    <a:cubicBezTo>
                      <a:pt x="22467" y="3143"/>
                      <a:pt x="23253" y="3929"/>
                      <a:pt x="23824" y="4751"/>
                    </a:cubicBezTo>
                    <a:cubicBezTo>
                      <a:pt x="24396" y="5608"/>
                      <a:pt x="24824" y="6608"/>
                      <a:pt x="25110" y="7822"/>
                    </a:cubicBezTo>
                    <a:cubicBezTo>
                      <a:pt x="25396" y="9001"/>
                      <a:pt x="25539" y="10359"/>
                      <a:pt x="25539" y="11930"/>
                    </a:cubicBezTo>
                    <a:lnTo>
                      <a:pt x="25539" y="21146"/>
                    </a:lnTo>
                    <a:moveTo>
                      <a:pt x="22574" y="17752"/>
                    </a:moveTo>
                    <a:lnTo>
                      <a:pt x="22574" y="12287"/>
                    </a:lnTo>
                    <a:cubicBezTo>
                      <a:pt x="22574" y="10609"/>
                      <a:pt x="22431" y="9287"/>
                      <a:pt x="22110" y="8323"/>
                    </a:cubicBezTo>
                    <a:cubicBezTo>
                      <a:pt x="21788" y="7358"/>
                      <a:pt x="21360" y="6608"/>
                      <a:pt x="20788" y="6036"/>
                    </a:cubicBezTo>
                    <a:cubicBezTo>
                      <a:pt x="20002" y="5215"/>
                      <a:pt x="18895" y="4608"/>
                      <a:pt x="17538" y="4179"/>
                    </a:cubicBezTo>
                    <a:cubicBezTo>
                      <a:pt x="16180" y="3750"/>
                      <a:pt x="14538" y="3501"/>
                      <a:pt x="12609" y="3501"/>
                    </a:cubicBezTo>
                    <a:cubicBezTo>
                      <a:pt x="9930" y="3501"/>
                      <a:pt x="7894" y="3929"/>
                      <a:pt x="6429" y="4822"/>
                    </a:cubicBezTo>
                    <a:cubicBezTo>
                      <a:pt x="4965" y="5715"/>
                      <a:pt x="4036" y="6751"/>
                      <a:pt x="3536" y="8001"/>
                    </a:cubicBezTo>
                    <a:cubicBezTo>
                      <a:pt x="3179" y="8894"/>
                      <a:pt x="3036" y="10359"/>
                      <a:pt x="3036" y="12395"/>
                    </a:cubicBezTo>
                    <a:lnTo>
                      <a:pt x="3036" y="17752"/>
                    </a:lnTo>
                    <a:lnTo>
                      <a:pt x="22574" y="17752"/>
                    </a:lnTo>
                    <a:close/>
                  </a:path>
                </a:pathLst>
              </a:custGeom>
              <a:solidFill>
                <a:srgbClr val="000000"/>
              </a:solidFill>
              <a:ln w="3572" cap="flat">
                <a:noFill/>
                <a:prstDash val="solid"/>
                <a:miter/>
              </a:ln>
            </p:spPr>
            <p:txBody>
              <a:bodyPr/>
              <a:lstStyle/>
              <a:p>
                <a:endParaRPr lang="en-US" sz="1701"/>
              </a:p>
            </p:txBody>
          </p:sp>
          <p:sp>
            <p:nvSpPr>
              <p:cNvPr id="12284" name="Freeform: Shape 12283">
                <a:extLst>
                  <a:ext uri="{FF2B5EF4-FFF2-40B4-BE49-F238E27FC236}">
                    <a16:creationId xmlns:a16="http://schemas.microsoft.com/office/drawing/2014/main" id="{BC88CDD3-43D5-7F8E-4C20-8484B2403CCB}"/>
                  </a:ext>
                </a:extLst>
              </p:cNvPr>
              <p:cNvSpPr/>
              <p:nvPr/>
            </p:nvSpPr>
            <p:spPr>
              <a:xfrm>
                <a:off x="5021764" y="2482816"/>
                <a:ext cx="57140" cy="35162"/>
              </a:xfrm>
              <a:custGeom>
                <a:avLst/>
                <a:gdLst>
                  <a:gd name="csX0" fmla="*/ 26039 w 26038"/>
                  <a:gd name="csY0" fmla="*/ 16073 h 16109"/>
                  <a:gd name="csX1" fmla="*/ 393 w 26038"/>
                  <a:gd name="csY1" fmla="*/ 16073 h 16109"/>
                  <a:gd name="csX2" fmla="*/ 393 w 26038"/>
                  <a:gd name="csY2" fmla="*/ 13216 h 16109"/>
                  <a:gd name="csX3" fmla="*/ 2822 w 26038"/>
                  <a:gd name="csY3" fmla="*/ 13216 h 16109"/>
                  <a:gd name="csX4" fmla="*/ 714 w 26038"/>
                  <a:gd name="csY4" fmla="*/ 10930 h 16109"/>
                  <a:gd name="csX5" fmla="*/ 0 w 26038"/>
                  <a:gd name="csY5" fmla="*/ 7858 h 16109"/>
                  <a:gd name="csX6" fmla="*/ 1214 w 26038"/>
                  <a:gd name="csY6" fmla="*/ 3679 h 16109"/>
                  <a:gd name="csX7" fmla="*/ 4643 w 26038"/>
                  <a:gd name="csY7" fmla="*/ 929 h 16109"/>
                  <a:gd name="csX8" fmla="*/ 9501 w 26038"/>
                  <a:gd name="csY8" fmla="*/ 0 h 16109"/>
                  <a:gd name="csX9" fmla="*/ 14609 w 26038"/>
                  <a:gd name="csY9" fmla="*/ 1036 h 16109"/>
                  <a:gd name="csX10" fmla="*/ 18109 w 26038"/>
                  <a:gd name="csY10" fmla="*/ 4001 h 16109"/>
                  <a:gd name="csX11" fmla="*/ 19324 w 26038"/>
                  <a:gd name="csY11" fmla="*/ 8108 h 16109"/>
                  <a:gd name="csX12" fmla="*/ 18681 w 26038"/>
                  <a:gd name="csY12" fmla="*/ 10930 h 16109"/>
                  <a:gd name="csX13" fmla="*/ 17002 w 26038"/>
                  <a:gd name="csY13" fmla="*/ 12966 h 16109"/>
                  <a:gd name="csX14" fmla="*/ 26003 w 26038"/>
                  <a:gd name="csY14" fmla="*/ 12966 h 16109"/>
                  <a:gd name="csX15" fmla="*/ 26003 w 26038"/>
                  <a:gd name="csY15" fmla="*/ 16109 h 16109"/>
                  <a:gd name="csX16" fmla="*/ 9787 w 26038"/>
                  <a:gd name="csY16" fmla="*/ 13252 h 16109"/>
                  <a:gd name="csX17" fmla="*/ 15073 w 26038"/>
                  <a:gd name="csY17" fmla="*/ 11823 h 16109"/>
                  <a:gd name="csX18" fmla="*/ 16788 w 26038"/>
                  <a:gd name="csY18" fmla="*/ 8323 h 16109"/>
                  <a:gd name="csX19" fmla="*/ 15002 w 26038"/>
                  <a:gd name="csY19" fmla="*/ 4751 h 16109"/>
                  <a:gd name="csX20" fmla="*/ 9501 w 26038"/>
                  <a:gd name="csY20" fmla="*/ 3251 h 16109"/>
                  <a:gd name="csX21" fmla="*/ 4215 w 26038"/>
                  <a:gd name="csY21" fmla="*/ 4715 h 16109"/>
                  <a:gd name="csX22" fmla="*/ 2465 w 26038"/>
                  <a:gd name="csY22" fmla="*/ 8180 h 16109"/>
                  <a:gd name="csX23" fmla="*/ 4322 w 26038"/>
                  <a:gd name="csY23" fmla="*/ 11752 h 16109"/>
                  <a:gd name="csX24" fmla="*/ 9787 w 26038"/>
                  <a:gd name="csY24" fmla="*/ 13287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6038" h="16109">
                    <a:moveTo>
                      <a:pt x="26039" y="16073"/>
                    </a:moveTo>
                    <a:lnTo>
                      <a:pt x="393" y="16073"/>
                    </a:lnTo>
                    <a:lnTo>
                      <a:pt x="393" y="13216"/>
                    </a:lnTo>
                    <a:lnTo>
                      <a:pt x="2822" y="13216"/>
                    </a:lnTo>
                    <a:cubicBezTo>
                      <a:pt x="1893" y="12537"/>
                      <a:pt x="1179" y="11787"/>
                      <a:pt x="714" y="10930"/>
                    </a:cubicBezTo>
                    <a:cubicBezTo>
                      <a:pt x="250" y="10108"/>
                      <a:pt x="0" y="9073"/>
                      <a:pt x="0" y="7858"/>
                    </a:cubicBezTo>
                    <a:cubicBezTo>
                      <a:pt x="0" y="6287"/>
                      <a:pt x="429" y="4894"/>
                      <a:pt x="1214" y="3679"/>
                    </a:cubicBezTo>
                    <a:cubicBezTo>
                      <a:pt x="2036" y="2465"/>
                      <a:pt x="3179" y="1572"/>
                      <a:pt x="4643" y="929"/>
                    </a:cubicBezTo>
                    <a:cubicBezTo>
                      <a:pt x="6108" y="322"/>
                      <a:pt x="7751" y="0"/>
                      <a:pt x="9501" y="0"/>
                    </a:cubicBezTo>
                    <a:cubicBezTo>
                      <a:pt x="11394" y="0"/>
                      <a:pt x="13109" y="322"/>
                      <a:pt x="14609" y="1036"/>
                    </a:cubicBezTo>
                    <a:cubicBezTo>
                      <a:pt x="16109" y="1750"/>
                      <a:pt x="17288" y="2679"/>
                      <a:pt x="18109" y="4001"/>
                    </a:cubicBezTo>
                    <a:cubicBezTo>
                      <a:pt x="18931" y="5287"/>
                      <a:pt x="19324" y="6680"/>
                      <a:pt x="19324" y="8108"/>
                    </a:cubicBezTo>
                    <a:cubicBezTo>
                      <a:pt x="19324" y="9144"/>
                      <a:pt x="19109" y="10073"/>
                      <a:pt x="18681" y="10930"/>
                    </a:cubicBezTo>
                    <a:cubicBezTo>
                      <a:pt x="18252" y="11752"/>
                      <a:pt x="17681" y="12466"/>
                      <a:pt x="17002" y="12966"/>
                    </a:cubicBezTo>
                    <a:lnTo>
                      <a:pt x="26003" y="12966"/>
                    </a:lnTo>
                    <a:lnTo>
                      <a:pt x="26003" y="16109"/>
                    </a:lnTo>
                    <a:moveTo>
                      <a:pt x="9787" y="13252"/>
                    </a:moveTo>
                    <a:cubicBezTo>
                      <a:pt x="12180" y="13252"/>
                      <a:pt x="13930" y="12787"/>
                      <a:pt x="15073" y="11823"/>
                    </a:cubicBezTo>
                    <a:cubicBezTo>
                      <a:pt x="16216" y="10859"/>
                      <a:pt x="16788" y="9680"/>
                      <a:pt x="16788" y="8323"/>
                    </a:cubicBezTo>
                    <a:cubicBezTo>
                      <a:pt x="16788" y="6965"/>
                      <a:pt x="16216" y="5751"/>
                      <a:pt x="15002" y="4751"/>
                    </a:cubicBezTo>
                    <a:cubicBezTo>
                      <a:pt x="13823" y="3751"/>
                      <a:pt x="12001" y="3251"/>
                      <a:pt x="9501" y="3251"/>
                    </a:cubicBezTo>
                    <a:cubicBezTo>
                      <a:pt x="7001" y="3251"/>
                      <a:pt x="5358" y="3751"/>
                      <a:pt x="4215" y="4715"/>
                    </a:cubicBezTo>
                    <a:cubicBezTo>
                      <a:pt x="3036" y="5679"/>
                      <a:pt x="2465" y="6858"/>
                      <a:pt x="2465" y="8180"/>
                    </a:cubicBezTo>
                    <a:cubicBezTo>
                      <a:pt x="2465" y="9501"/>
                      <a:pt x="3108" y="10716"/>
                      <a:pt x="4322" y="11752"/>
                    </a:cubicBezTo>
                    <a:cubicBezTo>
                      <a:pt x="5572" y="12787"/>
                      <a:pt x="7394" y="13287"/>
                      <a:pt x="9787" y="13287"/>
                    </a:cubicBezTo>
                    <a:close/>
                  </a:path>
                </a:pathLst>
              </a:custGeom>
              <a:solidFill>
                <a:srgbClr val="000000"/>
              </a:solidFill>
              <a:ln w="3572" cap="flat">
                <a:noFill/>
                <a:prstDash val="solid"/>
                <a:miter/>
              </a:ln>
            </p:spPr>
            <p:txBody>
              <a:bodyPr/>
              <a:lstStyle/>
              <a:p>
                <a:endParaRPr lang="en-US" sz="1701"/>
              </a:p>
            </p:txBody>
          </p:sp>
          <p:sp>
            <p:nvSpPr>
              <p:cNvPr id="12286" name="Freeform: Shape 12285">
                <a:extLst>
                  <a:ext uri="{FF2B5EF4-FFF2-40B4-BE49-F238E27FC236}">
                    <a16:creationId xmlns:a16="http://schemas.microsoft.com/office/drawing/2014/main" id="{B64D7E72-DD7E-08F1-F3C4-E390A52D9425}"/>
                  </a:ext>
                </a:extLst>
              </p:cNvPr>
              <p:cNvSpPr/>
              <p:nvPr/>
            </p:nvSpPr>
            <p:spPr>
              <a:xfrm>
                <a:off x="5069498" y="2620504"/>
                <a:ext cx="56121" cy="43971"/>
              </a:xfrm>
              <a:custGeom>
                <a:avLst/>
                <a:gdLst>
                  <a:gd name="csX0" fmla="*/ 25575 w 25574"/>
                  <a:gd name="csY0" fmla="*/ 20145 h 20145"/>
                  <a:gd name="csX1" fmla="*/ 0 w 25574"/>
                  <a:gd name="csY1" fmla="*/ 20145 h 20145"/>
                  <a:gd name="csX2" fmla="*/ 0 w 25574"/>
                  <a:gd name="csY2" fmla="*/ 16681 h 20145"/>
                  <a:gd name="csX3" fmla="*/ 20074 w 25574"/>
                  <a:gd name="csY3" fmla="*/ 3250 h 20145"/>
                  <a:gd name="csX4" fmla="*/ 0 w 25574"/>
                  <a:gd name="csY4" fmla="*/ 3250 h 20145"/>
                  <a:gd name="csX5" fmla="*/ 0 w 25574"/>
                  <a:gd name="csY5" fmla="*/ 0 h 20145"/>
                  <a:gd name="csX6" fmla="*/ 25575 w 25574"/>
                  <a:gd name="csY6" fmla="*/ 0 h 20145"/>
                  <a:gd name="csX7" fmla="*/ 25575 w 25574"/>
                  <a:gd name="csY7" fmla="*/ 3465 h 20145"/>
                  <a:gd name="csX8" fmla="*/ 5501 w 25574"/>
                  <a:gd name="csY8" fmla="*/ 16895 h 20145"/>
                  <a:gd name="csX9" fmla="*/ 25575 w 25574"/>
                  <a:gd name="csY9" fmla="*/ 16895 h 20145"/>
                  <a:gd name="csX10" fmla="*/ 25575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5" y="20145"/>
                    </a:moveTo>
                    <a:lnTo>
                      <a:pt x="0" y="20145"/>
                    </a:lnTo>
                    <a:lnTo>
                      <a:pt x="0" y="16681"/>
                    </a:lnTo>
                    <a:lnTo>
                      <a:pt x="20074" y="3250"/>
                    </a:lnTo>
                    <a:lnTo>
                      <a:pt x="0" y="3250"/>
                    </a:lnTo>
                    <a:lnTo>
                      <a:pt x="0" y="0"/>
                    </a:lnTo>
                    <a:lnTo>
                      <a:pt x="25575" y="0"/>
                    </a:lnTo>
                    <a:lnTo>
                      <a:pt x="25575" y="3465"/>
                    </a:lnTo>
                    <a:lnTo>
                      <a:pt x="5501" y="16895"/>
                    </a:lnTo>
                    <a:lnTo>
                      <a:pt x="25575" y="16895"/>
                    </a:lnTo>
                    <a:lnTo>
                      <a:pt x="25575" y="20145"/>
                    </a:lnTo>
                    <a:close/>
                  </a:path>
                </a:pathLst>
              </a:custGeom>
              <a:solidFill>
                <a:srgbClr val="000000"/>
              </a:solidFill>
              <a:ln w="3572" cap="flat">
                <a:noFill/>
                <a:prstDash val="solid"/>
                <a:miter/>
              </a:ln>
            </p:spPr>
            <p:txBody>
              <a:bodyPr/>
              <a:lstStyle/>
              <a:p>
                <a:endParaRPr lang="en-US" sz="1701"/>
              </a:p>
            </p:txBody>
          </p:sp>
          <p:sp>
            <p:nvSpPr>
              <p:cNvPr id="12287" name="Freeform: Shape 12286">
                <a:extLst>
                  <a:ext uri="{FF2B5EF4-FFF2-40B4-BE49-F238E27FC236}">
                    <a16:creationId xmlns:a16="http://schemas.microsoft.com/office/drawing/2014/main" id="{E72CAC98-6725-DC78-69BF-A1994675B1AB}"/>
                  </a:ext>
                </a:extLst>
              </p:cNvPr>
              <p:cNvSpPr/>
              <p:nvPr/>
            </p:nvSpPr>
            <p:spPr>
              <a:xfrm>
                <a:off x="5069498" y="2573490"/>
                <a:ext cx="56121" cy="34850"/>
              </a:xfrm>
              <a:custGeom>
                <a:avLst/>
                <a:gdLst>
                  <a:gd name="csX0" fmla="*/ 25575 w 25574"/>
                  <a:gd name="csY0" fmla="*/ 15966 h 15966"/>
                  <a:gd name="csX1" fmla="*/ 0 w 25574"/>
                  <a:gd name="csY1" fmla="*/ 15966 h 15966"/>
                  <a:gd name="csX2" fmla="*/ 0 w 25574"/>
                  <a:gd name="csY2" fmla="*/ 12573 h 15966"/>
                  <a:gd name="csX3" fmla="*/ 22539 w 25574"/>
                  <a:gd name="csY3" fmla="*/ 12573 h 15966"/>
                  <a:gd name="csX4" fmla="*/ 22539 w 25574"/>
                  <a:gd name="csY4" fmla="*/ 0 h 15966"/>
                  <a:gd name="csX5" fmla="*/ 25539 w 25574"/>
                  <a:gd name="csY5" fmla="*/ 0 h 15966"/>
                  <a:gd name="csX6" fmla="*/ 25539 w 25574"/>
                  <a:gd name="csY6" fmla="*/ 15966 h 159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574" h="15966">
                    <a:moveTo>
                      <a:pt x="25575" y="15966"/>
                    </a:moveTo>
                    <a:lnTo>
                      <a:pt x="0" y="15966"/>
                    </a:lnTo>
                    <a:lnTo>
                      <a:pt x="0" y="12573"/>
                    </a:lnTo>
                    <a:lnTo>
                      <a:pt x="22539" y="12573"/>
                    </a:lnTo>
                    <a:lnTo>
                      <a:pt x="22539" y="0"/>
                    </a:lnTo>
                    <a:lnTo>
                      <a:pt x="25539" y="0"/>
                    </a:lnTo>
                    <a:lnTo>
                      <a:pt x="25539" y="15966"/>
                    </a:lnTo>
                    <a:close/>
                  </a:path>
                </a:pathLst>
              </a:custGeom>
              <a:solidFill>
                <a:srgbClr val="000000"/>
              </a:solidFill>
              <a:ln w="3572" cap="flat">
                <a:noFill/>
                <a:prstDash val="solid"/>
                <a:miter/>
              </a:ln>
            </p:spPr>
            <p:txBody>
              <a:bodyPr/>
              <a:lstStyle/>
              <a:p>
                <a:endParaRPr lang="en-US" sz="1701"/>
              </a:p>
            </p:txBody>
          </p:sp>
          <p:sp>
            <p:nvSpPr>
              <p:cNvPr id="12288" name="Freeform: Shape 12287">
                <a:extLst>
                  <a:ext uri="{FF2B5EF4-FFF2-40B4-BE49-F238E27FC236}">
                    <a16:creationId xmlns:a16="http://schemas.microsoft.com/office/drawing/2014/main" id="{EC472CE2-E990-9F00-DFD6-A4FCB3F7C905}"/>
                  </a:ext>
                </a:extLst>
              </p:cNvPr>
              <p:cNvSpPr/>
              <p:nvPr/>
            </p:nvSpPr>
            <p:spPr>
              <a:xfrm>
                <a:off x="5069577" y="2524686"/>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8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8"/>
                    </a:lnTo>
                    <a:close/>
                  </a:path>
                </a:pathLst>
              </a:custGeom>
              <a:solidFill>
                <a:srgbClr val="000000"/>
              </a:solidFill>
              <a:ln w="3572" cap="flat">
                <a:noFill/>
                <a:prstDash val="solid"/>
                <a:miter/>
              </a:ln>
            </p:spPr>
            <p:txBody>
              <a:bodyPr/>
              <a:lstStyle/>
              <a:p>
                <a:endParaRPr lang="en-US" sz="1701"/>
              </a:p>
            </p:txBody>
          </p:sp>
          <p:sp>
            <p:nvSpPr>
              <p:cNvPr id="12289" name="Freeform: Shape 12288">
                <a:extLst>
                  <a:ext uri="{FF2B5EF4-FFF2-40B4-BE49-F238E27FC236}">
                    <a16:creationId xmlns:a16="http://schemas.microsoft.com/office/drawing/2014/main" id="{D4907863-5D18-5628-8426-E92A8A564E15}"/>
                  </a:ext>
                </a:extLst>
              </p:cNvPr>
              <p:cNvSpPr/>
              <p:nvPr/>
            </p:nvSpPr>
            <p:spPr>
              <a:xfrm>
                <a:off x="5069498" y="2485235"/>
                <a:ext cx="57063" cy="35160"/>
              </a:xfrm>
              <a:custGeom>
                <a:avLst/>
                <a:gdLst>
                  <a:gd name="csX0" fmla="*/ 25575 w 26003"/>
                  <a:gd name="csY0" fmla="*/ 2964 h 16108"/>
                  <a:gd name="csX1" fmla="*/ 23253 w 26003"/>
                  <a:gd name="csY1" fmla="*/ 2964 h 16108"/>
                  <a:gd name="csX2" fmla="*/ 26003 w 26003"/>
                  <a:gd name="csY2" fmla="*/ 8144 h 16108"/>
                  <a:gd name="csX3" fmla="*/ 24789 w 26003"/>
                  <a:gd name="csY3" fmla="*/ 12216 h 16108"/>
                  <a:gd name="csX4" fmla="*/ 21360 w 26003"/>
                  <a:gd name="csY4" fmla="*/ 15073 h 16108"/>
                  <a:gd name="csX5" fmla="*/ 16323 w 26003"/>
                  <a:gd name="csY5" fmla="*/ 16109 h 16108"/>
                  <a:gd name="csX6" fmla="*/ 11287 w 26003"/>
                  <a:gd name="csY6" fmla="*/ 15180 h 16108"/>
                  <a:gd name="csX7" fmla="*/ 7822 w 26003"/>
                  <a:gd name="csY7" fmla="*/ 12394 h 16108"/>
                  <a:gd name="csX8" fmla="*/ 6608 w 26003"/>
                  <a:gd name="csY8" fmla="*/ 8251 h 16108"/>
                  <a:gd name="csX9" fmla="*/ 7323 w 26003"/>
                  <a:gd name="csY9" fmla="*/ 5251 h 16108"/>
                  <a:gd name="csX10" fmla="*/ 9180 w 26003"/>
                  <a:gd name="csY10" fmla="*/ 3143 h 16108"/>
                  <a:gd name="csX11" fmla="*/ 0 w 26003"/>
                  <a:gd name="csY11" fmla="*/ 3143 h 16108"/>
                  <a:gd name="csX12" fmla="*/ 0 w 26003"/>
                  <a:gd name="csY12" fmla="*/ 0 h 16108"/>
                  <a:gd name="csX13" fmla="*/ 25575 w 26003"/>
                  <a:gd name="csY13" fmla="*/ 0 h 16108"/>
                  <a:gd name="csX14" fmla="*/ 25575 w 26003"/>
                  <a:gd name="csY14" fmla="*/ 2929 h 16108"/>
                  <a:gd name="csX15" fmla="*/ 16323 w 26003"/>
                  <a:gd name="csY15" fmla="*/ 12894 h 16108"/>
                  <a:gd name="csX16" fmla="*/ 21646 w 26003"/>
                  <a:gd name="csY16" fmla="*/ 11394 h 16108"/>
                  <a:gd name="csX17" fmla="*/ 23396 w 26003"/>
                  <a:gd name="csY17" fmla="*/ 7858 h 16108"/>
                  <a:gd name="csX18" fmla="*/ 21717 w 26003"/>
                  <a:gd name="csY18" fmla="*/ 4358 h 16108"/>
                  <a:gd name="csX19" fmla="*/ 16574 w 26003"/>
                  <a:gd name="csY19" fmla="*/ 2929 h 16108"/>
                  <a:gd name="csX20" fmla="*/ 11001 w 26003"/>
                  <a:gd name="csY20" fmla="*/ 4393 h 16108"/>
                  <a:gd name="csX21" fmla="*/ 9215 w 26003"/>
                  <a:gd name="csY21" fmla="*/ 8001 h 16108"/>
                  <a:gd name="csX22" fmla="*/ 10930 w 26003"/>
                  <a:gd name="csY22" fmla="*/ 11501 h 16108"/>
                  <a:gd name="csX23" fmla="*/ 16323 w 26003"/>
                  <a:gd name="csY23" fmla="*/ 12894 h 16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8">
                    <a:moveTo>
                      <a:pt x="25575" y="2964"/>
                    </a:moveTo>
                    <a:lnTo>
                      <a:pt x="23253" y="2964"/>
                    </a:lnTo>
                    <a:cubicBezTo>
                      <a:pt x="25075" y="4143"/>
                      <a:pt x="26003" y="5858"/>
                      <a:pt x="26003" y="8144"/>
                    </a:cubicBezTo>
                    <a:cubicBezTo>
                      <a:pt x="26003" y="9608"/>
                      <a:pt x="25611" y="10965"/>
                      <a:pt x="24789" y="12216"/>
                    </a:cubicBezTo>
                    <a:cubicBezTo>
                      <a:pt x="23967" y="13466"/>
                      <a:pt x="22824" y="14430"/>
                      <a:pt x="21360" y="15073"/>
                    </a:cubicBezTo>
                    <a:cubicBezTo>
                      <a:pt x="19895" y="15752"/>
                      <a:pt x="18217" y="16109"/>
                      <a:pt x="16323" y="16109"/>
                    </a:cubicBezTo>
                    <a:cubicBezTo>
                      <a:pt x="14431" y="16109"/>
                      <a:pt x="12787" y="15788"/>
                      <a:pt x="11287" y="15180"/>
                    </a:cubicBezTo>
                    <a:cubicBezTo>
                      <a:pt x="9787" y="14573"/>
                      <a:pt x="8608" y="13644"/>
                      <a:pt x="7822" y="12394"/>
                    </a:cubicBezTo>
                    <a:cubicBezTo>
                      <a:pt x="7001" y="11180"/>
                      <a:pt x="6608" y="9787"/>
                      <a:pt x="6608" y="8251"/>
                    </a:cubicBezTo>
                    <a:cubicBezTo>
                      <a:pt x="6608" y="7144"/>
                      <a:pt x="6858" y="6144"/>
                      <a:pt x="7323" y="5251"/>
                    </a:cubicBezTo>
                    <a:cubicBezTo>
                      <a:pt x="7787" y="4393"/>
                      <a:pt x="8394" y="3679"/>
                      <a:pt x="9180" y="3143"/>
                    </a:cubicBezTo>
                    <a:lnTo>
                      <a:pt x="0" y="3143"/>
                    </a:lnTo>
                    <a:lnTo>
                      <a:pt x="0" y="0"/>
                    </a:lnTo>
                    <a:lnTo>
                      <a:pt x="25575" y="0"/>
                    </a:lnTo>
                    <a:lnTo>
                      <a:pt x="25575" y="2929"/>
                    </a:lnTo>
                    <a:moveTo>
                      <a:pt x="16323" y="12894"/>
                    </a:moveTo>
                    <a:cubicBezTo>
                      <a:pt x="18681" y="12894"/>
                      <a:pt x="20467" y="12394"/>
                      <a:pt x="21646" y="11394"/>
                    </a:cubicBezTo>
                    <a:cubicBezTo>
                      <a:pt x="22824" y="10394"/>
                      <a:pt x="23396" y="9215"/>
                      <a:pt x="23396" y="7858"/>
                    </a:cubicBezTo>
                    <a:cubicBezTo>
                      <a:pt x="23396" y="6501"/>
                      <a:pt x="22824" y="5322"/>
                      <a:pt x="21717" y="4358"/>
                    </a:cubicBezTo>
                    <a:cubicBezTo>
                      <a:pt x="20610" y="3393"/>
                      <a:pt x="18895" y="2929"/>
                      <a:pt x="16574" y="2929"/>
                    </a:cubicBezTo>
                    <a:cubicBezTo>
                      <a:pt x="14038" y="2929"/>
                      <a:pt x="12180" y="3429"/>
                      <a:pt x="11001" y="4393"/>
                    </a:cubicBezTo>
                    <a:cubicBezTo>
                      <a:pt x="9823" y="5358"/>
                      <a:pt x="9215" y="6572"/>
                      <a:pt x="9215" y="8001"/>
                    </a:cubicBezTo>
                    <a:cubicBezTo>
                      <a:pt x="9215" y="9430"/>
                      <a:pt x="9787" y="10573"/>
                      <a:pt x="10930" y="11501"/>
                    </a:cubicBezTo>
                    <a:cubicBezTo>
                      <a:pt x="12073" y="12430"/>
                      <a:pt x="13859" y="12894"/>
                      <a:pt x="16323" y="12894"/>
                    </a:cubicBezTo>
                    <a:close/>
                  </a:path>
                </a:pathLst>
              </a:custGeom>
              <a:solidFill>
                <a:srgbClr val="000000"/>
              </a:solidFill>
              <a:ln w="3572" cap="flat">
                <a:noFill/>
                <a:prstDash val="solid"/>
                <a:miter/>
              </a:ln>
            </p:spPr>
            <p:txBody>
              <a:bodyPr/>
              <a:lstStyle/>
              <a:p>
                <a:endParaRPr lang="en-US" sz="1701"/>
              </a:p>
            </p:txBody>
          </p:sp>
          <p:sp>
            <p:nvSpPr>
              <p:cNvPr id="12291" name="Freeform: Shape 12290">
                <a:extLst>
                  <a:ext uri="{FF2B5EF4-FFF2-40B4-BE49-F238E27FC236}">
                    <a16:creationId xmlns:a16="http://schemas.microsoft.com/office/drawing/2014/main" id="{337FE10E-F58D-6F30-B697-5FFA850A9C43}"/>
                  </a:ext>
                </a:extLst>
              </p:cNvPr>
              <p:cNvSpPr/>
              <p:nvPr/>
            </p:nvSpPr>
            <p:spPr>
              <a:xfrm>
                <a:off x="5131736" y="2616060"/>
                <a:ext cx="56121" cy="43971"/>
              </a:xfrm>
              <a:custGeom>
                <a:avLst/>
                <a:gdLst>
                  <a:gd name="csX0" fmla="*/ 25575 w 25574"/>
                  <a:gd name="csY0" fmla="*/ 20145 h 20145"/>
                  <a:gd name="csX1" fmla="*/ 0 w 25574"/>
                  <a:gd name="csY1" fmla="*/ 20145 h 20145"/>
                  <a:gd name="csX2" fmla="*/ 0 w 25574"/>
                  <a:gd name="csY2" fmla="*/ 16681 h 20145"/>
                  <a:gd name="csX3" fmla="*/ 20074 w 25574"/>
                  <a:gd name="csY3" fmla="*/ 3250 h 20145"/>
                  <a:gd name="csX4" fmla="*/ 0 w 25574"/>
                  <a:gd name="csY4" fmla="*/ 3250 h 20145"/>
                  <a:gd name="csX5" fmla="*/ 0 w 25574"/>
                  <a:gd name="csY5" fmla="*/ 0 h 20145"/>
                  <a:gd name="csX6" fmla="*/ 25575 w 25574"/>
                  <a:gd name="csY6" fmla="*/ 0 h 20145"/>
                  <a:gd name="csX7" fmla="*/ 25575 w 25574"/>
                  <a:gd name="csY7" fmla="*/ 3465 h 20145"/>
                  <a:gd name="csX8" fmla="*/ 5501 w 25574"/>
                  <a:gd name="csY8" fmla="*/ 16895 h 20145"/>
                  <a:gd name="csX9" fmla="*/ 25575 w 25574"/>
                  <a:gd name="csY9" fmla="*/ 16895 h 20145"/>
                  <a:gd name="csX10" fmla="*/ 25575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5" y="20145"/>
                    </a:moveTo>
                    <a:lnTo>
                      <a:pt x="0" y="20145"/>
                    </a:lnTo>
                    <a:lnTo>
                      <a:pt x="0" y="16681"/>
                    </a:lnTo>
                    <a:lnTo>
                      <a:pt x="20074" y="3250"/>
                    </a:lnTo>
                    <a:lnTo>
                      <a:pt x="0" y="3250"/>
                    </a:lnTo>
                    <a:lnTo>
                      <a:pt x="0" y="0"/>
                    </a:lnTo>
                    <a:lnTo>
                      <a:pt x="25575" y="0"/>
                    </a:lnTo>
                    <a:lnTo>
                      <a:pt x="25575" y="3465"/>
                    </a:lnTo>
                    <a:lnTo>
                      <a:pt x="5501" y="16895"/>
                    </a:lnTo>
                    <a:lnTo>
                      <a:pt x="25575" y="16895"/>
                    </a:lnTo>
                    <a:lnTo>
                      <a:pt x="25575" y="20145"/>
                    </a:lnTo>
                    <a:close/>
                  </a:path>
                </a:pathLst>
              </a:custGeom>
              <a:solidFill>
                <a:srgbClr val="000000"/>
              </a:solidFill>
              <a:ln w="3572" cap="flat">
                <a:noFill/>
                <a:prstDash val="solid"/>
                <a:miter/>
              </a:ln>
            </p:spPr>
            <p:txBody>
              <a:bodyPr/>
              <a:lstStyle/>
              <a:p>
                <a:endParaRPr lang="en-US" sz="1701"/>
              </a:p>
            </p:txBody>
          </p:sp>
          <p:sp>
            <p:nvSpPr>
              <p:cNvPr id="12292" name="Freeform: Shape 12291">
                <a:extLst>
                  <a:ext uri="{FF2B5EF4-FFF2-40B4-BE49-F238E27FC236}">
                    <a16:creationId xmlns:a16="http://schemas.microsoft.com/office/drawing/2014/main" id="{C4BE2E9D-998D-2F4E-60D5-0C24CF563AA6}"/>
                  </a:ext>
                </a:extLst>
              </p:cNvPr>
              <p:cNvSpPr/>
              <p:nvPr/>
            </p:nvSpPr>
            <p:spPr>
              <a:xfrm>
                <a:off x="5131736" y="2569124"/>
                <a:ext cx="56121" cy="34850"/>
              </a:xfrm>
              <a:custGeom>
                <a:avLst/>
                <a:gdLst>
                  <a:gd name="csX0" fmla="*/ 25575 w 25574"/>
                  <a:gd name="csY0" fmla="*/ 15966 h 15966"/>
                  <a:gd name="csX1" fmla="*/ 0 w 25574"/>
                  <a:gd name="csY1" fmla="*/ 15966 h 15966"/>
                  <a:gd name="csX2" fmla="*/ 0 w 25574"/>
                  <a:gd name="csY2" fmla="*/ 12573 h 15966"/>
                  <a:gd name="csX3" fmla="*/ 22539 w 25574"/>
                  <a:gd name="csY3" fmla="*/ 12573 h 15966"/>
                  <a:gd name="csX4" fmla="*/ 22539 w 25574"/>
                  <a:gd name="csY4" fmla="*/ 0 h 15966"/>
                  <a:gd name="csX5" fmla="*/ 25539 w 25574"/>
                  <a:gd name="csY5" fmla="*/ 0 h 15966"/>
                  <a:gd name="csX6" fmla="*/ 25539 w 25574"/>
                  <a:gd name="csY6" fmla="*/ 15966 h 159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574" h="15966">
                    <a:moveTo>
                      <a:pt x="25575" y="15966"/>
                    </a:moveTo>
                    <a:lnTo>
                      <a:pt x="0" y="15966"/>
                    </a:lnTo>
                    <a:lnTo>
                      <a:pt x="0" y="12573"/>
                    </a:lnTo>
                    <a:lnTo>
                      <a:pt x="22539" y="12573"/>
                    </a:lnTo>
                    <a:lnTo>
                      <a:pt x="22539" y="0"/>
                    </a:lnTo>
                    <a:lnTo>
                      <a:pt x="25539" y="0"/>
                    </a:lnTo>
                    <a:lnTo>
                      <a:pt x="25539" y="15966"/>
                    </a:lnTo>
                    <a:close/>
                  </a:path>
                </a:pathLst>
              </a:custGeom>
              <a:solidFill>
                <a:srgbClr val="000000"/>
              </a:solidFill>
              <a:ln w="3572" cap="flat">
                <a:noFill/>
                <a:prstDash val="solid"/>
                <a:miter/>
              </a:ln>
            </p:spPr>
            <p:txBody>
              <a:bodyPr/>
              <a:lstStyle/>
              <a:p>
                <a:endParaRPr lang="en-US" sz="1701"/>
              </a:p>
            </p:txBody>
          </p:sp>
          <p:sp>
            <p:nvSpPr>
              <p:cNvPr id="12293" name="Freeform: Shape 12292">
                <a:extLst>
                  <a:ext uri="{FF2B5EF4-FFF2-40B4-BE49-F238E27FC236}">
                    <a16:creationId xmlns:a16="http://schemas.microsoft.com/office/drawing/2014/main" id="{FEB54EEF-E340-8243-428B-28A1E52ED091}"/>
                  </a:ext>
                </a:extLst>
              </p:cNvPr>
              <p:cNvSpPr/>
              <p:nvPr/>
            </p:nvSpPr>
            <p:spPr>
              <a:xfrm>
                <a:off x="5131815" y="2520318"/>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8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8"/>
                    </a:lnTo>
                    <a:close/>
                  </a:path>
                </a:pathLst>
              </a:custGeom>
              <a:solidFill>
                <a:srgbClr val="000000"/>
              </a:solidFill>
              <a:ln w="3572" cap="flat">
                <a:noFill/>
                <a:prstDash val="solid"/>
                <a:miter/>
              </a:ln>
            </p:spPr>
            <p:txBody>
              <a:bodyPr/>
              <a:lstStyle/>
              <a:p>
                <a:endParaRPr lang="en-US" sz="1701"/>
              </a:p>
            </p:txBody>
          </p:sp>
          <p:sp>
            <p:nvSpPr>
              <p:cNvPr id="12294" name="Freeform: Shape 12293">
                <a:extLst>
                  <a:ext uri="{FF2B5EF4-FFF2-40B4-BE49-F238E27FC236}">
                    <a16:creationId xmlns:a16="http://schemas.microsoft.com/office/drawing/2014/main" id="{F6E823FA-5E57-F208-DC70-C2EDC7F75E0D}"/>
                  </a:ext>
                </a:extLst>
              </p:cNvPr>
              <p:cNvSpPr/>
              <p:nvPr/>
            </p:nvSpPr>
            <p:spPr>
              <a:xfrm>
                <a:off x="5147178" y="2480634"/>
                <a:ext cx="40679" cy="37033"/>
              </a:xfrm>
              <a:custGeom>
                <a:avLst/>
                <a:gdLst>
                  <a:gd name="csX0" fmla="*/ 18538 w 18537"/>
                  <a:gd name="csY0" fmla="*/ 9930 h 16966"/>
                  <a:gd name="csX1" fmla="*/ 0 w 18537"/>
                  <a:gd name="csY1" fmla="*/ 16966 h 16966"/>
                  <a:gd name="csX2" fmla="*/ 0 w 18537"/>
                  <a:gd name="csY2" fmla="*/ 13645 h 16966"/>
                  <a:gd name="csX3" fmla="*/ 11108 w 18537"/>
                  <a:gd name="csY3" fmla="*/ 9680 h 16966"/>
                  <a:gd name="csX4" fmla="*/ 14823 w 18537"/>
                  <a:gd name="csY4" fmla="*/ 8501 h 16966"/>
                  <a:gd name="csX5" fmla="*/ 11287 w 18537"/>
                  <a:gd name="csY5" fmla="*/ 7322 h 16966"/>
                  <a:gd name="csX6" fmla="*/ 0 w 18537"/>
                  <a:gd name="csY6" fmla="*/ 3215 h 16966"/>
                  <a:gd name="csX7" fmla="*/ 0 w 18537"/>
                  <a:gd name="csY7" fmla="*/ 0 h 16966"/>
                  <a:gd name="csX8" fmla="*/ 18538 w 18537"/>
                  <a:gd name="csY8" fmla="*/ 7001 h 16966"/>
                  <a:gd name="csX9" fmla="*/ 18538 w 18537"/>
                  <a:gd name="csY9" fmla="*/ 9930 h 16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8537" h="16966">
                    <a:moveTo>
                      <a:pt x="18538" y="9930"/>
                    </a:moveTo>
                    <a:lnTo>
                      <a:pt x="0" y="16966"/>
                    </a:lnTo>
                    <a:lnTo>
                      <a:pt x="0" y="13645"/>
                    </a:lnTo>
                    <a:lnTo>
                      <a:pt x="11108" y="9680"/>
                    </a:lnTo>
                    <a:cubicBezTo>
                      <a:pt x="12287" y="9251"/>
                      <a:pt x="13538" y="8858"/>
                      <a:pt x="14823" y="8501"/>
                    </a:cubicBezTo>
                    <a:cubicBezTo>
                      <a:pt x="13859" y="8215"/>
                      <a:pt x="12680" y="7822"/>
                      <a:pt x="11287" y="7322"/>
                    </a:cubicBezTo>
                    <a:lnTo>
                      <a:pt x="0" y="3215"/>
                    </a:lnTo>
                    <a:lnTo>
                      <a:pt x="0" y="0"/>
                    </a:lnTo>
                    <a:lnTo>
                      <a:pt x="18538" y="7001"/>
                    </a:lnTo>
                    <a:lnTo>
                      <a:pt x="18538" y="9930"/>
                    </a:lnTo>
                    <a:close/>
                  </a:path>
                </a:pathLst>
              </a:custGeom>
              <a:solidFill>
                <a:srgbClr val="000000"/>
              </a:solidFill>
              <a:ln w="3572" cap="flat">
                <a:noFill/>
                <a:prstDash val="solid"/>
                <a:miter/>
              </a:ln>
            </p:spPr>
            <p:txBody>
              <a:bodyPr/>
              <a:lstStyle/>
              <a:p>
                <a:endParaRPr lang="en-US" sz="1701"/>
              </a:p>
            </p:txBody>
          </p:sp>
          <p:sp>
            <p:nvSpPr>
              <p:cNvPr id="12296" name="Freeform: Shape 12295">
                <a:extLst>
                  <a:ext uri="{FF2B5EF4-FFF2-40B4-BE49-F238E27FC236}">
                    <a16:creationId xmlns:a16="http://schemas.microsoft.com/office/drawing/2014/main" id="{8CADA12F-CA06-7758-BA52-5D64756B5574}"/>
                  </a:ext>
                </a:extLst>
              </p:cNvPr>
              <p:cNvSpPr/>
              <p:nvPr/>
            </p:nvSpPr>
            <p:spPr>
              <a:xfrm>
                <a:off x="5208474" y="2522112"/>
                <a:ext cx="42641" cy="37111"/>
              </a:xfrm>
              <a:custGeom>
                <a:avLst/>
                <a:gdLst>
                  <a:gd name="csX0" fmla="*/ 16717 w 19431"/>
                  <a:gd name="csY0" fmla="*/ 3858 h 17002"/>
                  <a:gd name="csX1" fmla="*/ 18824 w 19431"/>
                  <a:gd name="csY1" fmla="*/ 7215 h 17002"/>
                  <a:gd name="csX2" fmla="*/ 19431 w 19431"/>
                  <a:gd name="csY2" fmla="*/ 10680 h 17002"/>
                  <a:gd name="csX3" fmla="*/ 17931 w 19431"/>
                  <a:gd name="csY3" fmla="*/ 15359 h 17002"/>
                  <a:gd name="csX4" fmla="*/ 14109 w 19431"/>
                  <a:gd name="csY4" fmla="*/ 17002 h 17002"/>
                  <a:gd name="csX5" fmla="*/ 11609 w 19431"/>
                  <a:gd name="csY5" fmla="*/ 16395 h 17002"/>
                  <a:gd name="csX6" fmla="*/ 9787 w 19431"/>
                  <a:gd name="csY6" fmla="*/ 14788 h 17002"/>
                  <a:gd name="csX7" fmla="*/ 8751 w 19431"/>
                  <a:gd name="csY7" fmla="*/ 12537 h 17002"/>
                  <a:gd name="csX8" fmla="*/ 8287 w 19431"/>
                  <a:gd name="csY8" fmla="*/ 9751 h 17002"/>
                  <a:gd name="csX9" fmla="*/ 7215 w 19431"/>
                  <a:gd name="csY9" fmla="*/ 4143 h 17002"/>
                  <a:gd name="csX10" fmla="*/ 6394 w 19431"/>
                  <a:gd name="csY10" fmla="*/ 4143 h 17002"/>
                  <a:gd name="csX11" fmla="*/ 3679 w 19431"/>
                  <a:gd name="csY11" fmla="*/ 5036 h 17002"/>
                  <a:gd name="csX12" fmla="*/ 2608 w 19431"/>
                  <a:gd name="csY12" fmla="*/ 8608 h 17002"/>
                  <a:gd name="csX13" fmla="*/ 3358 w 19431"/>
                  <a:gd name="csY13" fmla="*/ 11894 h 17002"/>
                  <a:gd name="csX14" fmla="*/ 6108 w 19431"/>
                  <a:gd name="csY14" fmla="*/ 13466 h 17002"/>
                  <a:gd name="csX15" fmla="*/ 5680 w 19431"/>
                  <a:gd name="csY15" fmla="*/ 16538 h 17002"/>
                  <a:gd name="csX16" fmla="*/ 2501 w 19431"/>
                  <a:gd name="csY16" fmla="*/ 15145 h 17002"/>
                  <a:gd name="csX17" fmla="*/ 643 w 19431"/>
                  <a:gd name="csY17" fmla="*/ 12359 h 17002"/>
                  <a:gd name="csX18" fmla="*/ 0 w 19431"/>
                  <a:gd name="csY18" fmla="*/ 8144 h 17002"/>
                  <a:gd name="csX19" fmla="*/ 572 w 19431"/>
                  <a:gd name="csY19" fmla="*/ 4286 h 17002"/>
                  <a:gd name="csX20" fmla="*/ 1965 w 19431"/>
                  <a:gd name="csY20" fmla="*/ 2107 h 17002"/>
                  <a:gd name="csX21" fmla="*/ 4108 w 19431"/>
                  <a:gd name="csY21" fmla="*/ 1143 h 17002"/>
                  <a:gd name="csX22" fmla="*/ 7001 w 19431"/>
                  <a:gd name="csY22" fmla="*/ 964 h 17002"/>
                  <a:gd name="csX23" fmla="*/ 11180 w 19431"/>
                  <a:gd name="csY23" fmla="*/ 964 h 17002"/>
                  <a:gd name="csX24" fmla="*/ 16717 w 19431"/>
                  <a:gd name="csY24" fmla="*/ 786 h 17002"/>
                  <a:gd name="csX25" fmla="*/ 18931 w 19431"/>
                  <a:gd name="csY25" fmla="*/ 0 h 17002"/>
                  <a:gd name="csX26" fmla="*/ 18931 w 19431"/>
                  <a:gd name="csY26" fmla="*/ 3286 h 17002"/>
                  <a:gd name="csX27" fmla="*/ 16645 w 19431"/>
                  <a:gd name="csY27" fmla="*/ 3929 h 17002"/>
                  <a:gd name="csX28" fmla="*/ 9716 w 19431"/>
                  <a:gd name="csY28" fmla="*/ 4143 h 17002"/>
                  <a:gd name="csX29" fmla="*/ 10894 w 19431"/>
                  <a:gd name="csY29" fmla="*/ 9251 h 17002"/>
                  <a:gd name="csX30" fmla="*/ 11538 w 19431"/>
                  <a:gd name="csY30" fmla="*/ 12001 h 17002"/>
                  <a:gd name="csX31" fmla="*/ 12573 w 19431"/>
                  <a:gd name="csY31" fmla="*/ 13252 h 17002"/>
                  <a:gd name="csX32" fmla="*/ 14073 w 19431"/>
                  <a:gd name="csY32" fmla="*/ 13680 h 17002"/>
                  <a:gd name="csX33" fmla="*/ 16181 w 19431"/>
                  <a:gd name="csY33" fmla="*/ 12716 h 17002"/>
                  <a:gd name="csX34" fmla="*/ 17002 w 19431"/>
                  <a:gd name="csY34" fmla="*/ 9930 h 17002"/>
                  <a:gd name="csX35" fmla="*/ 16216 w 19431"/>
                  <a:gd name="csY35" fmla="*/ 6715 h 17002"/>
                  <a:gd name="csX36" fmla="*/ 14038 w 19431"/>
                  <a:gd name="csY36" fmla="*/ 4643 h 17002"/>
                  <a:gd name="csX37" fmla="*/ 10894 w 19431"/>
                  <a:gd name="csY37" fmla="*/ 4143 h 17002"/>
                  <a:gd name="csX38" fmla="*/ 9752 w 19431"/>
                  <a:gd name="csY38" fmla="*/ 4143 h 170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9431" h="17002">
                    <a:moveTo>
                      <a:pt x="16717" y="3858"/>
                    </a:moveTo>
                    <a:cubicBezTo>
                      <a:pt x="17717" y="5000"/>
                      <a:pt x="18395" y="6144"/>
                      <a:pt x="18824" y="7215"/>
                    </a:cubicBezTo>
                    <a:cubicBezTo>
                      <a:pt x="19217" y="8287"/>
                      <a:pt x="19431" y="9430"/>
                      <a:pt x="19431" y="10680"/>
                    </a:cubicBezTo>
                    <a:cubicBezTo>
                      <a:pt x="19431" y="12716"/>
                      <a:pt x="18931" y="14288"/>
                      <a:pt x="17931" y="15359"/>
                    </a:cubicBezTo>
                    <a:cubicBezTo>
                      <a:pt x="16931" y="16431"/>
                      <a:pt x="15681" y="17002"/>
                      <a:pt x="14109" y="17002"/>
                    </a:cubicBezTo>
                    <a:cubicBezTo>
                      <a:pt x="13216" y="17002"/>
                      <a:pt x="12395" y="16823"/>
                      <a:pt x="11609" y="16395"/>
                    </a:cubicBezTo>
                    <a:cubicBezTo>
                      <a:pt x="10859" y="16002"/>
                      <a:pt x="10251" y="15431"/>
                      <a:pt x="9787" y="14788"/>
                    </a:cubicBezTo>
                    <a:cubicBezTo>
                      <a:pt x="9358" y="14109"/>
                      <a:pt x="9001" y="13359"/>
                      <a:pt x="8751" y="12537"/>
                    </a:cubicBezTo>
                    <a:cubicBezTo>
                      <a:pt x="8573" y="11930"/>
                      <a:pt x="8430" y="11001"/>
                      <a:pt x="8287" y="9751"/>
                    </a:cubicBezTo>
                    <a:cubicBezTo>
                      <a:pt x="7966" y="7215"/>
                      <a:pt x="7644" y="5358"/>
                      <a:pt x="7215" y="4143"/>
                    </a:cubicBezTo>
                    <a:cubicBezTo>
                      <a:pt x="6787" y="4143"/>
                      <a:pt x="6501" y="4143"/>
                      <a:pt x="6394" y="4143"/>
                    </a:cubicBezTo>
                    <a:cubicBezTo>
                      <a:pt x="5108" y="4143"/>
                      <a:pt x="4215" y="4465"/>
                      <a:pt x="3679" y="5036"/>
                    </a:cubicBezTo>
                    <a:cubicBezTo>
                      <a:pt x="2965" y="5858"/>
                      <a:pt x="2608" y="7036"/>
                      <a:pt x="2608" y="8608"/>
                    </a:cubicBezTo>
                    <a:cubicBezTo>
                      <a:pt x="2608" y="10073"/>
                      <a:pt x="2858" y="11180"/>
                      <a:pt x="3358" y="11894"/>
                    </a:cubicBezTo>
                    <a:cubicBezTo>
                      <a:pt x="3858" y="12609"/>
                      <a:pt x="4787" y="13109"/>
                      <a:pt x="6108" y="13466"/>
                    </a:cubicBezTo>
                    <a:lnTo>
                      <a:pt x="5680" y="16538"/>
                    </a:lnTo>
                    <a:cubicBezTo>
                      <a:pt x="4358" y="16252"/>
                      <a:pt x="3322" y="15788"/>
                      <a:pt x="2501" y="15145"/>
                    </a:cubicBezTo>
                    <a:cubicBezTo>
                      <a:pt x="1679" y="14502"/>
                      <a:pt x="1072" y="13573"/>
                      <a:pt x="643" y="12359"/>
                    </a:cubicBezTo>
                    <a:cubicBezTo>
                      <a:pt x="215" y="11144"/>
                      <a:pt x="0" y="9751"/>
                      <a:pt x="0" y="8144"/>
                    </a:cubicBezTo>
                    <a:cubicBezTo>
                      <a:pt x="0" y="6537"/>
                      <a:pt x="179" y="5286"/>
                      <a:pt x="572" y="4286"/>
                    </a:cubicBezTo>
                    <a:cubicBezTo>
                      <a:pt x="964" y="3286"/>
                      <a:pt x="1429" y="2572"/>
                      <a:pt x="1965" y="2107"/>
                    </a:cubicBezTo>
                    <a:cubicBezTo>
                      <a:pt x="2536" y="1643"/>
                      <a:pt x="3251" y="1322"/>
                      <a:pt x="4108" y="1143"/>
                    </a:cubicBezTo>
                    <a:cubicBezTo>
                      <a:pt x="4644" y="1036"/>
                      <a:pt x="5608" y="964"/>
                      <a:pt x="7001" y="964"/>
                    </a:cubicBezTo>
                    <a:lnTo>
                      <a:pt x="11180" y="964"/>
                    </a:lnTo>
                    <a:cubicBezTo>
                      <a:pt x="14109" y="964"/>
                      <a:pt x="15931" y="893"/>
                      <a:pt x="16717" y="786"/>
                    </a:cubicBezTo>
                    <a:cubicBezTo>
                      <a:pt x="17467" y="643"/>
                      <a:pt x="18217" y="393"/>
                      <a:pt x="18931" y="0"/>
                    </a:cubicBezTo>
                    <a:lnTo>
                      <a:pt x="18931" y="3286"/>
                    </a:lnTo>
                    <a:cubicBezTo>
                      <a:pt x="18288" y="3608"/>
                      <a:pt x="17538" y="3822"/>
                      <a:pt x="16645" y="3929"/>
                    </a:cubicBezTo>
                    <a:moveTo>
                      <a:pt x="9716" y="4143"/>
                    </a:moveTo>
                    <a:cubicBezTo>
                      <a:pt x="10180" y="5286"/>
                      <a:pt x="10573" y="7001"/>
                      <a:pt x="10894" y="9251"/>
                    </a:cubicBezTo>
                    <a:cubicBezTo>
                      <a:pt x="11073" y="10537"/>
                      <a:pt x="11287" y="11466"/>
                      <a:pt x="11538" y="12001"/>
                    </a:cubicBezTo>
                    <a:cubicBezTo>
                      <a:pt x="11752" y="12537"/>
                      <a:pt x="12109" y="12966"/>
                      <a:pt x="12573" y="13252"/>
                    </a:cubicBezTo>
                    <a:cubicBezTo>
                      <a:pt x="13037" y="13537"/>
                      <a:pt x="13538" y="13680"/>
                      <a:pt x="14073" y="13680"/>
                    </a:cubicBezTo>
                    <a:cubicBezTo>
                      <a:pt x="14895" y="13680"/>
                      <a:pt x="15609" y="13359"/>
                      <a:pt x="16181" y="12716"/>
                    </a:cubicBezTo>
                    <a:cubicBezTo>
                      <a:pt x="16752" y="12073"/>
                      <a:pt x="17002" y="11180"/>
                      <a:pt x="17002" y="9930"/>
                    </a:cubicBezTo>
                    <a:cubicBezTo>
                      <a:pt x="17002" y="8680"/>
                      <a:pt x="16752" y="7644"/>
                      <a:pt x="16216" y="6715"/>
                    </a:cubicBezTo>
                    <a:cubicBezTo>
                      <a:pt x="15681" y="5751"/>
                      <a:pt x="14966" y="5072"/>
                      <a:pt x="14038" y="4643"/>
                    </a:cubicBezTo>
                    <a:cubicBezTo>
                      <a:pt x="13323" y="4322"/>
                      <a:pt x="12287" y="4143"/>
                      <a:pt x="10894" y="4143"/>
                    </a:cubicBezTo>
                    <a:lnTo>
                      <a:pt x="9752" y="4143"/>
                    </a:lnTo>
                    <a:close/>
                  </a:path>
                </a:pathLst>
              </a:custGeom>
              <a:solidFill>
                <a:srgbClr val="000000"/>
              </a:solidFill>
              <a:ln w="3572" cap="flat">
                <a:noFill/>
                <a:prstDash val="solid"/>
                <a:miter/>
              </a:ln>
            </p:spPr>
            <p:txBody>
              <a:bodyPr/>
              <a:lstStyle/>
              <a:p>
                <a:endParaRPr lang="en-US" sz="1701"/>
              </a:p>
            </p:txBody>
          </p:sp>
          <p:sp>
            <p:nvSpPr>
              <p:cNvPr id="12297" name="Freeform: Shape 12296">
                <a:extLst>
                  <a:ext uri="{FF2B5EF4-FFF2-40B4-BE49-F238E27FC236}">
                    <a16:creationId xmlns:a16="http://schemas.microsoft.com/office/drawing/2014/main" id="{B4114E62-A4F7-76C0-9BE8-E02B9BC9B546}"/>
                  </a:ext>
                </a:extLst>
              </p:cNvPr>
              <p:cNvSpPr/>
              <p:nvPr/>
            </p:nvSpPr>
            <p:spPr>
              <a:xfrm>
                <a:off x="5208395" y="2480479"/>
                <a:ext cx="42641" cy="35162"/>
              </a:xfrm>
              <a:custGeom>
                <a:avLst/>
                <a:gdLst>
                  <a:gd name="csX0" fmla="*/ 12252 w 19431"/>
                  <a:gd name="csY0" fmla="*/ 3072 h 16109"/>
                  <a:gd name="csX1" fmla="*/ 12645 w 19431"/>
                  <a:gd name="csY1" fmla="*/ 0 h 16109"/>
                  <a:gd name="csX2" fmla="*/ 17645 w 19431"/>
                  <a:gd name="csY2" fmla="*/ 2572 h 16109"/>
                  <a:gd name="csX3" fmla="*/ 19431 w 19431"/>
                  <a:gd name="csY3" fmla="*/ 7680 h 16109"/>
                  <a:gd name="csX4" fmla="*/ 16931 w 19431"/>
                  <a:gd name="csY4" fmla="*/ 13788 h 16109"/>
                  <a:gd name="csX5" fmla="*/ 9787 w 19431"/>
                  <a:gd name="csY5" fmla="*/ 16109 h 16109"/>
                  <a:gd name="csX6" fmla="*/ 4536 w 19431"/>
                  <a:gd name="csY6" fmla="*/ 15109 h 16109"/>
                  <a:gd name="csX7" fmla="*/ 1143 w 19431"/>
                  <a:gd name="csY7" fmla="*/ 12073 h 16109"/>
                  <a:gd name="csX8" fmla="*/ 0 w 19431"/>
                  <a:gd name="csY8" fmla="*/ 7644 h 16109"/>
                  <a:gd name="csX9" fmla="*/ 1536 w 19431"/>
                  <a:gd name="csY9" fmla="*/ 2715 h 16109"/>
                  <a:gd name="csX10" fmla="*/ 5858 w 19431"/>
                  <a:gd name="csY10" fmla="*/ 250 h 16109"/>
                  <a:gd name="csX11" fmla="*/ 6322 w 19431"/>
                  <a:gd name="csY11" fmla="*/ 3322 h 16109"/>
                  <a:gd name="csX12" fmla="*/ 3501 w 19431"/>
                  <a:gd name="csY12" fmla="*/ 4858 h 16109"/>
                  <a:gd name="csX13" fmla="*/ 2572 w 19431"/>
                  <a:gd name="csY13" fmla="*/ 7537 h 16109"/>
                  <a:gd name="csX14" fmla="*/ 4251 w 19431"/>
                  <a:gd name="csY14" fmla="*/ 11394 h 16109"/>
                  <a:gd name="csX15" fmla="*/ 9644 w 19431"/>
                  <a:gd name="csY15" fmla="*/ 12895 h 16109"/>
                  <a:gd name="csX16" fmla="*/ 15074 w 19431"/>
                  <a:gd name="csY16" fmla="*/ 11466 h 16109"/>
                  <a:gd name="csX17" fmla="*/ 16752 w 19431"/>
                  <a:gd name="csY17" fmla="*/ 7751 h 16109"/>
                  <a:gd name="csX18" fmla="*/ 15610 w 19431"/>
                  <a:gd name="csY18" fmla="*/ 4679 h 16109"/>
                  <a:gd name="csX19" fmla="*/ 12109 w 19431"/>
                  <a:gd name="csY19" fmla="*/ 3108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9431" h="16109">
                    <a:moveTo>
                      <a:pt x="12252" y="3072"/>
                    </a:moveTo>
                    <a:lnTo>
                      <a:pt x="12645" y="0"/>
                    </a:lnTo>
                    <a:cubicBezTo>
                      <a:pt x="14752" y="322"/>
                      <a:pt x="16431" y="1215"/>
                      <a:pt x="17645" y="2572"/>
                    </a:cubicBezTo>
                    <a:cubicBezTo>
                      <a:pt x="18860" y="3965"/>
                      <a:pt x="19431" y="5679"/>
                      <a:pt x="19431" y="7680"/>
                    </a:cubicBezTo>
                    <a:cubicBezTo>
                      <a:pt x="19431" y="10216"/>
                      <a:pt x="18610" y="12252"/>
                      <a:pt x="16931" y="13788"/>
                    </a:cubicBezTo>
                    <a:cubicBezTo>
                      <a:pt x="15288" y="15323"/>
                      <a:pt x="12895" y="16109"/>
                      <a:pt x="9787" y="16109"/>
                    </a:cubicBezTo>
                    <a:cubicBezTo>
                      <a:pt x="7787" y="16109"/>
                      <a:pt x="6037" y="15788"/>
                      <a:pt x="4536" y="15109"/>
                    </a:cubicBezTo>
                    <a:cubicBezTo>
                      <a:pt x="3036" y="14431"/>
                      <a:pt x="1929" y="13430"/>
                      <a:pt x="1143" y="12073"/>
                    </a:cubicBezTo>
                    <a:cubicBezTo>
                      <a:pt x="393" y="10716"/>
                      <a:pt x="0" y="9251"/>
                      <a:pt x="0" y="7644"/>
                    </a:cubicBezTo>
                    <a:cubicBezTo>
                      <a:pt x="0" y="5644"/>
                      <a:pt x="500" y="4000"/>
                      <a:pt x="1536" y="2715"/>
                    </a:cubicBezTo>
                    <a:cubicBezTo>
                      <a:pt x="2572" y="1429"/>
                      <a:pt x="4001" y="607"/>
                      <a:pt x="5858" y="250"/>
                    </a:cubicBezTo>
                    <a:lnTo>
                      <a:pt x="6322" y="3322"/>
                    </a:lnTo>
                    <a:cubicBezTo>
                      <a:pt x="5072" y="3608"/>
                      <a:pt x="4143" y="4108"/>
                      <a:pt x="3501" y="4858"/>
                    </a:cubicBezTo>
                    <a:cubicBezTo>
                      <a:pt x="2858" y="5608"/>
                      <a:pt x="2572" y="6501"/>
                      <a:pt x="2572" y="7537"/>
                    </a:cubicBezTo>
                    <a:cubicBezTo>
                      <a:pt x="2572" y="9144"/>
                      <a:pt x="3143" y="10394"/>
                      <a:pt x="4251" y="11394"/>
                    </a:cubicBezTo>
                    <a:cubicBezTo>
                      <a:pt x="5394" y="12395"/>
                      <a:pt x="7180" y="12895"/>
                      <a:pt x="9644" y="12895"/>
                    </a:cubicBezTo>
                    <a:cubicBezTo>
                      <a:pt x="12109" y="12895"/>
                      <a:pt x="13930" y="12430"/>
                      <a:pt x="15074" y="11466"/>
                    </a:cubicBezTo>
                    <a:cubicBezTo>
                      <a:pt x="16216" y="10501"/>
                      <a:pt x="16752" y="9287"/>
                      <a:pt x="16752" y="7751"/>
                    </a:cubicBezTo>
                    <a:cubicBezTo>
                      <a:pt x="16752" y="6501"/>
                      <a:pt x="16359" y="5501"/>
                      <a:pt x="15610" y="4679"/>
                    </a:cubicBezTo>
                    <a:cubicBezTo>
                      <a:pt x="14859" y="3858"/>
                      <a:pt x="13681" y="3322"/>
                      <a:pt x="12109" y="3108"/>
                    </a:cubicBezTo>
                    <a:close/>
                  </a:path>
                </a:pathLst>
              </a:custGeom>
              <a:solidFill>
                <a:srgbClr val="000000"/>
              </a:solidFill>
              <a:ln w="3572" cap="flat">
                <a:noFill/>
                <a:prstDash val="solid"/>
                <a:miter/>
              </a:ln>
            </p:spPr>
            <p:txBody>
              <a:bodyPr/>
              <a:lstStyle/>
              <a:p>
                <a:endParaRPr lang="en-US" sz="1701"/>
              </a:p>
            </p:txBody>
          </p:sp>
          <p:sp>
            <p:nvSpPr>
              <p:cNvPr id="12299" name="Freeform: Shape 12298">
                <a:extLst>
                  <a:ext uri="{FF2B5EF4-FFF2-40B4-BE49-F238E27FC236}">
                    <a16:creationId xmlns:a16="http://schemas.microsoft.com/office/drawing/2014/main" id="{ED22FF17-540E-8DFE-AAE6-1F1439E4663C}"/>
                  </a:ext>
                </a:extLst>
              </p:cNvPr>
              <p:cNvSpPr/>
              <p:nvPr/>
            </p:nvSpPr>
            <p:spPr>
              <a:xfrm>
                <a:off x="5256366" y="2564680"/>
                <a:ext cx="56121" cy="7406"/>
              </a:xfrm>
              <a:custGeom>
                <a:avLst/>
                <a:gdLst>
                  <a:gd name="csX0" fmla="*/ 25574 w 25574"/>
                  <a:gd name="csY0" fmla="*/ 3393 h 3393"/>
                  <a:gd name="csX1" fmla="*/ 0 w 25574"/>
                  <a:gd name="csY1" fmla="*/ 3393 h 3393"/>
                  <a:gd name="csX2" fmla="*/ 0 w 25574"/>
                  <a:gd name="csY2" fmla="*/ 0 h 3393"/>
                  <a:gd name="csX3" fmla="*/ 25574 w 25574"/>
                  <a:gd name="csY3" fmla="*/ 0 h 3393"/>
                  <a:gd name="csX4" fmla="*/ 25574 w 25574"/>
                  <a:gd name="csY4" fmla="*/ 3393 h 3393"/>
                </a:gdLst>
                <a:ahLst/>
                <a:cxnLst>
                  <a:cxn ang="0">
                    <a:pos x="csX0" y="csY0"/>
                  </a:cxn>
                  <a:cxn ang="0">
                    <a:pos x="csX1" y="csY1"/>
                  </a:cxn>
                  <a:cxn ang="0">
                    <a:pos x="csX2" y="csY2"/>
                  </a:cxn>
                  <a:cxn ang="0">
                    <a:pos x="csX3" y="csY3"/>
                  </a:cxn>
                  <a:cxn ang="0">
                    <a:pos x="csX4" y="csY4"/>
                  </a:cxn>
                </a:cxnLst>
                <a:rect l="l" t="t" r="r" b="b"/>
                <a:pathLst>
                  <a:path w="25574" h="3393">
                    <a:moveTo>
                      <a:pt x="25574" y="3393"/>
                    </a:moveTo>
                    <a:lnTo>
                      <a:pt x="0" y="3393"/>
                    </a:lnTo>
                    <a:lnTo>
                      <a:pt x="0" y="0"/>
                    </a:lnTo>
                    <a:lnTo>
                      <a:pt x="25574" y="0"/>
                    </a:lnTo>
                    <a:lnTo>
                      <a:pt x="25574" y="3393"/>
                    </a:lnTo>
                    <a:close/>
                  </a:path>
                </a:pathLst>
              </a:custGeom>
              <a:solidFill>
                <a:srgbClr val="000000"/>
              </a:solidFill>
              <a:ln w="3572" cap="flat">
                <a:noFill/>
                <a:prstDash val="solid"/>
                <a:miter/>
              </a:ln>
            </p:spPr>
            <p:txBody>
              <a:bodyPr/>
              <a:lstStyle/>
              <a:p>
                <a:endParaRPr lang="en-US" sz="1701"/>
              </a:p>
            </p:txBody>
          </p:sp>
          <p:sp>
            <p:nvSpPr>
              <p:cNvPr id="12300" name="Freeform: Shape 12299">
                <a:extLst>
                  <a:ext uri="{FF2B5EF4-FFF2-40B4-BE49-F238E27FC236}">
                    <a16:creationId xmlns:a16="http://schemas.microsoft.com/office/drawing/2014/main" id="{424D9632-5937-95AC-A6A9-1F24E8415937}"/>
                  </a:ext>
                </a:extLst>
              </p:cNvPr>
              <p:cNvSpPr/>
              <p:nvPr/>
            </p:nvSpPr>
            <p:spPr>
              <a:xfrm>
                <a:off x="5256366" y="2545891"/>
                <a:ext cx="56121" cy="6860"/>
              </a:xfrm>
              <a:custGeom>
                <a:avLst/>
                <a:gdLst>
                  <a:gd name="csX0" fmla="*/ 25574 w 25574"/>
                  <a:gd name="csY0" fmla="*/ 3143 h 3143"/>
                  <a:gd name="csX1" fmla="*/ 0 w 25574"/>
                  <a:gd name="csY1" fmla="*/ 3143 h 3143"/>
                  <a:gd name="csX2" fmla="*/ 0 w 25574"/>
                  <a:gd name="csY2" fmla="*/ 0 h 3143"/>
                  <a:gd name="csX3" fmla="*/ 25574 w 25574"/>
                  <a:gd name="csY3" fmla="*/ 0 h 3143"/>
                  <a:gd name="csX4" fmla="*/ 25574 w 25574"/>
                  <a:gd name="csY4" fmla="*/ 3143 h 3143"/>
                </a:gdLst>
                <a:ahLst/>
                <a:cxnLst>
                  <a:cxn ang="0">
                    <a:pos x="csX0" y="csY0"/>
                  </a:cxn>
                  <a:cxn ang="0">
                    <a:pos x="csX1" y="csY1"/>
                  </a:cxn>
                  <a:cxn ang="0">
                    <a:pos x="csX2" y="csY2"/>
                  </a:cxn>
                  <a:cxn ang="0">
                    <a:pos x="csX3" y="csY3"/>
                  </a:cxn>
                  <a:cxn ang="0">
                    <a:pos x="csX4" y="csY4"/>
                  </a:cxn>
                </a:cxnLst>
                <a:rect l="l" t="t" r="r" b="b"/>
                <a:pathLst>
                  <a:path w="25574" h="3143">
                    <a:moveTo>
                      <a:pt x="25574" y="3143"/>
                    </a:moveTo>
                    <a:lnTo>
                      <a:pt x="0" y="3143"/>
                    </a:lnTo>
                    <a:lnTo>
                      <a:pt x="0" y="0"/>
                    </a:lnTo>
                    <a:lnTo>
                      <a:pt x="25574" y="0"/>
                    </a:lnTo>
                    <a:lnTo>
                      <a:pt x="25574" y="3143"/>
                    </a:lnTo>
                    <a:close/>
                  </a:path>
                </a:pathLst>
              </a:custGeom>
              <a:solidFill>
                <a:srgbClr val="000000"/>
              </a:solidFill>
              <a:ln w="3572" cap="flat">
                <a:noFill/>
                <a:prstDash val="solid"/>
                <a:miter/>
              </a:ln>
            </p:spPr>
            <p:txBody>
              <a:bodyPr/>
              <a:lstStyle/>
              <a:p>
                <a:endParaRPr lang="en-US" sz="1701"/>
              </a:p>
            </p:txBody>
          </p:sp>
          <p:sp>
            <p:nvSpPr>
              <p:cNvPr id="12301" name="Freeform: Shape 12300">
                <a:extLst>
                  <a:ext uri="{FF2B5EF4-FFF2-40B4-BE49-F238E27FC236}">
                    <a16:creationId xmlns:a16="http://schemas.microsoft.com/office/drawing/2014/main" id="{9191C8CA-B0A2-0FBB-56E5-F51A10B9C8E2}"/>
                  </a:ext>
                </a:extLst>
              </p:cNvPr>
              <p:cNvSpPr/>
              <p:nvPr/>
            </p:nvSpPr>
            <p:spPr>
              <a:xfrm>
                <a:off x="5256366" y="2528584"/>
                <a:ext cx="56121" cy="6860"/>
              </a:xfrm>
              <a:custGeom>
                <a:avLst/>
                <a:gdLst>
                  <a:gd name="csX0" fmla="*/ 25574 w 25574"/>
                  <a:gd name="csY0" fmla="*/ 3143 h 3143"/>
                  <a:gd name="csX1" fmla="*/ 0 w 25574"/>
                  <a:gd name="csY1" fmla="*/ 3143 h 3143"/>
                  <a:gd name="csX2" fmla="*/ 0 w 25574"/>
                  <a:gd name="csY2" fmla="*/ 0 h 3143"/>
                  <a:gd name="csX3" fmla="*/ 25574 w 25574"/>
                  <a:gd name="csY3" fmla="*/ 0 h 3143"/>
                  <a:gd name="csX4" fmla="*/ 25574 w 25574"/>
                  <a:gd name="csY4" fmla="*/ 3143 h 3143"/>
                </a:gdLst>
                <a:ahLst/>
                <a:cxnLst>
                  <a:cxn ang="0">
                    <a:pos x="csX0" y="csY0"/>
                  </a:cxn>
                  <a:cxn ang="0">
                    <a:pos x="csX1" y="csY1"/>
                  </a:cxn>
                  <a:cxn ang="0">
                    <a:pos x="csX2" y="csY2"/>
                  </a:cxn>
                  <a:cxn ang="0">
                    <a:pos x="csX3" y="csY3"/>
                  </a:cxn>
                  <a:cxn ang="0">
                    <a:pos x="csX4" y="csY4"/>
                  </a:cxn>
                </a:cxnLst>
                <a:rect l="l" t="t" r="r" b="b"/>
                <a:pathLst>
                  <a:path w="25574" h="3143">
                    <a:moveTo>
                      <a:pt x="25574" y="3143"/>
                    </a:moveTo>
                    <a:lnTo>
                      <a:pt x="0" y="3143"/>
                    </a:lnTo>
                    <a:lnTo>
                      <a:pt x="0" y="0"/>
                    </a:lnTo>
                    <a:lnTo>
                      <a:pt x="25574" y="0"/>
                    </a:lnTo>
                    <a:lnTo>
                      <a:pt x="25574" y="3143"/>
                    </a:lnTo>
                    <a:close/>
                  </a:path>
                </a:pathLst>
              </a:custGeom>
              <a:solidFill>
                <a:srgbClr val="000000"/>
              </a:solidFill>
              <a:ln w="3572" cap="flat">
                <a:noFill/>
                <a:prstDash val="solid"/>
                <a:miter/>
              </a:ln>
            </p:spPr>
            <p:txBody>
              <a:bodyPr/>
              <a:lstStyle/>
              <a:p>
                <a:endParaRPr lang="en-US" sz="1701"/>
              </a:p>
            </p:txBody>
          </p:sp>
          <p:sp>
            <p:nvSpPr>
              <p:cNvPr id="12302" name="Freeform: Shape 12301">
                <a:extLst>
                  <a:ext uri="{FF2B5EF4-FFF2-40B4-BE49-F238E27FC236}">
                    <a16:creationId xmlns:a16="http://schemas.microsoft.com/office/drawing/2014/main" id="{5DE220CD-06B8-D00F-8E27-96DC87E823D5}"/>
                  </a:ext>
                </a:extLst>
              </p:cNvPr>
              <p:cNvSpPr/>
              <p:nvPr/>
            </p:nvSpPr>
            <p:spPr>
              <a:xfrm>
                <a:off x="5270867" y="2485078"/>
                <a:ext cx="41620" cy="32822"/>
              </a:xfrm>
              <a:custGeom>
                <a:avLst/>
                <a:gdLst>
                  <a:gd name="csX0" fmla="*/ 18966 w 18966"/>
                  <a:gd name="csY0" fmla="*/ 15037 h 15037"/>
                  <a:gd name="csX1" fmla="*/ 429 w 18966"/>
                  <a:gd name="csY1" fmla="*/ 15037 h 15037"/>
                  <a:gd name="csX2" fmla="*/ 429 w 18966"/>
                  <a:gd name="csY2" fmla="*/ 12216 h 15037"/>
                  <a:gd name="csX3" fmla="*/ 3072 w 18966"/>
                  <a:gd name="csY3" fmla="*/ 12216 h 15037"/>
                  <a:gd name="csX4" fmla="*/ 0 w 18966"/>
                  <a:gd name="csY4" fmla="*/ 6322 h 15037"/>
                  <a:gd name="csX5" fmla="*/ 607 w 18966"/>
                  <a:gd name="csY5" fmla="*/ 3250 h 15037"/>
                  <a:gd name="csX6" fmla="*/ 2179 w 18966"/>
                  <a:gd name="csY6" fmla="*/ 1143 h 15037"/>
                  <a:gd name="csX7" fmla="*/ 4501 w 18966"/>
                  <a:gd name="csY7" fmla="*/ 179 h 15037"/>
                  <a:gd name="csX8" fmla="*/ 7572 w 18966"/>
                  <a:gd name="csY8" fmla="*/ 0 h 15037"/>
                  <a:gd name="csX9" fmla="*/ 18966 w 18966"/>
                  <a:gd name="csY9" fmla="*/ 0 h 15037"/>
                  <a:gd name="csX10" fmla="*/ 18966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6 w 18966"/>
                  <a:gd name="csY17" fmla="*/ 11894 h 15037"/>
                  <a:gd name="csX18" fmla="*/ 18966 w 18966"/>
                  <a:gd name="csY18" fmla="*/ 15037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6" y="15037"/>
                    </a:moveTo>
                    <a:lnTo>
                      <a:pt x="429" y="15037"/>
                    </a:lnTo>
                    <a:lnTo>
                      <a:pt x="429" y="12216"/>
                    </a:lnTo>
                    <a:lnTo>
                      <a:pt x="3072" y="12216"/>
                    </a:lnTo>
                    <a:cubicBezTo>
                      <a:pt x="1036" y="10858"/>
                      <a:pt x="0" y="8894"/>
                      <a:pt x="0" y="6322"/>
                    </a:cubicBezTo>
                    <a:cubicBezTo>
                      <a:pt x="0" y="5215"/>
                      <a:pt x="214" y="4179"/>
                      <a:pt x="607" y="3250"/>
                    </a:cubicBezTo>
                    <a:cubicBezTo>
                      <a:pt x="1000" y="2322"/>
                      <a:pt x="1536" y="1607"/>
                      <a:pt x="2179" y="1143"/>
                    </a:cubicBezTo>
                    <a:cubicBezTo>
                      <a:pt x="2821" y="679"/>
                      <a:pt x="3608" y="357"/>
                      <a:pt x="4501" y="179"/>
                    </a:cubicBezTo>
                    <a:cubicBezTo>
                      <a:pt x="5072" y="72"/>
                      <a:pt x="6108" y="0"/>
                      <a:pt x="7572" y="0"/>
                    </a:cubicBezTo>
                    <a:lnTo>
                      <a:pt x="18966" y="0"/>
                    </a:lnTo>
                    <a:lnTo>
                      <a:pt x="18966" y="3143"/>
                    </a:lnTo>
                    <a:lnTo>
                      <a:pt x="7715" y="3143"/>
                    </a:lnTo>
                    <a:cubicBezTo>
                      <a:pt x="6429" y="3143"/>
                      <a:pt x="5465" y="3250"/>
                      <a:pt x="4858" y="3500"/>
                    </a:cubicBezTo>
                    <a:cubicBezTo>
                      <a:pt x="4215" y="3750"/>
                      <a:pt x="3714" y="4179"/>
                      <a:pt x="3322" y="4786"/>
                    </a:cubicBezTo>
                    <a:cubicBezTo>
                      <a:pt x="2929" y="5394"/>
                      <a:pt x="2750" y="6144"/>
                      <a:pt x="2750" y="6965"/>
                    </a:cubicBezTo>
                    <a:cubicBezTo>
                      <a:pt x="2750" y="8323"/>
                      <a:pt x="3179" y="9465"/>
                      <a:pt x="4036" y="10430"/>
                    </a:cubicBezTo>
                    <a:cubicBezTo>
                      <a:pt x="4893" y="11394"/>
                      <a:pt x="6501" y="11894"/>
                      <a:pt x="8858" y="11894"/>
                    </a:cubicBezTo>
                    <a:lnTo>
                      <a:pt x="18966" y="11894"/>
                    </a:lnTo>
                    <a:lnTo>
                      <a:pt x="18966" y="15037"/>
                    </a:lnTo>
                    <a:close/>
                  </a:path>
                </a:pathLst>
              </a:custGeom>
              <a:solidFill>
                <a:srgbClr val="000000"/>
              </a:solidFill>
              <a:ln w="3572" cap="flat">
                <a:noFill/>
                <a:prstDash val="solid"/>
                <a:miter/>
              </a:ln>
            </p:spPr>
            <p:txBody>
              <a:bodyPr/>
              <a:lstStyle/>
              <a:p>
                <a:endParaRPr lang="en-US" sz="1701"/>
              </a:p>
            </p:txBody>
          </p:sp>
          <p:sp>
            <p:nvSpPr>
              <p:cNvPr id="12304" name="Freeform: Shape 12303">
                <a:extLst>
                  <a:ext uri="{FF2B5EF4-FFF2-40B4-BE49-F238E27FC236}">
                    <a16:creationId xmlns:a16="http://schemas.microsoft.com/office/drawing/2014/main" id="{F84DB36F-3396-6C4B-0A2A-0F777F520EC0}"/>
                  </a:ext>
                </a:extLst>
              </p:cNvPr>
              <p:cNvSpPr/>
              <p:nvPr/>
            </p:nvSpPr>
            <p:spPr>
              <a:xfrm>
                <a:off x="5318604" y="2672430"/>
                <a:ext cx="56121" cy="43971"/>
              </a:xfrm>
              <a:custGeom>
                <a:avLst/>
                <a:gdLst>
                  <a:gd name="csX0" fmla="*/ 25575 w 25574"/>
                  <a:gd name="csY0" fmla="*/ 20145 h 20145"/>
                  <a:gd name="csX1" fmla="*/ 0 w 25574"/>
                  <a:gd name="csY1" fmla="*/ 20145 h 20145"/>
                  <a:gd name="csX2" fmla="*/ 0 w 25574"/>
                  <a:gd name="csY2" fmla="*/ 16681 h 20145"/>
                  <a:gd name="csX3" fmla="*/ 20074 w 25574"/>
                  <a:gd name="csY3" fmla="*/ 3251 h 20145"/>
                  <a:gd name="csX4" fmla="*/ 0 w 25574"/>
                  <a:gd name="csY4" fmla="*/ 3251 h 20145"/>
                  <a:gd name="csX5" fmla="*/ 0 w 25574"/>
                  <a:gd name="csY5" fmla="*/ 0 h 20145"/>
                  <a:gd name="csX6" fmla="*/ 25575 w 25574"/>
                  <a:gd name="csY6" fmla="*/ 0 h 20145"/>
                  <a:gd name="csX7" fmla="*/ 25575 w 25574"/>
                  <a:gd name="csY7" fmla="*/ 3465 h 20145"/>
                  <a:gd name="csX8" fmla="*/ 5501 w 25574"/>
                  <a:gd name="csY8" fmla="*/ 16895 h 20145"/>
                  <a:gd name="csX9" fmla="*/ 25575 w 25574"/>
                  <a:gd name="csY9" fmla="*/ 16895 h 20145"/>
                  <a:gd name="csX10" fmla="*/ 25575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5" y="20145"/>
                    </a:moveTo>
                    <a:lnTo>
                      <a:pt x="0" y="20145"/>
                    </a:lnTo>
                    <a:lnTo>
                      <a:pt x="0" y="16681"/>
                    </a:lnTo>
                    <a:lnTo>
                      <a:pt x="20074" y="3251"/>
                    </a:lnTo>
                    <a:lnTo>
                      <a:pt x="0" y="3251"/>
                    </a:lnTo>
                    <a:lnTo>
                      <a:pt x="0" y="0"/>
                    </a:lnTo>
                    <a:lnTo>
                      <a:pt x="25575" y="0"/>
                    </a:lnTo>
                    <a:lnTo>
                      <a:pt x="25575" y="3465"/>
                    </a:lnTo>
                    <a:lnTo>
                      <a:pt x="5501" y="16895"/>
                    </a:lnTo>
                    <a:lnTo>
                      <a:pt x="25575" y="16895"/>
                    </a:lnTo>
                    <a:lnTo>
                      <a:pt x="25575" y="20145"/>
                    </a:lnTo>
                    <a:close/>
                  </a:path>
                </a:pathLst>
              </a:custGeom>
              <a:solidFill>
                <a:srgbClr val="000000"/>
              </a:solidFill>
              <a:ln w="3572" cap="flat">
                <a:noFill/>
                <a:prstDash val="solid"/>
                <a:miter/>
              </a:ln>
            </p:spPr>
            <p:txBody>
              <a:bodyPr/>
              <a:lstStyle/>
              <a:p>
                <a:endParaRPr lang="en-US" sz="1701"/>
              </a:p>
            </p:txBody>
          </p:sp>
          <p:sp>
            <p:nvSpPr>
              <p:cNvPr id="12305" name="Freeform: Shape 12304">
                <a:extLst>
                  <a:ext uri="{FF2B5EF4-FFF2-40B4-BE49-F238E27FC236}">
                    <a16:creationId xmlns:a16="http://schemas.microsoft.com/office/drawing/2014/main" id="{462CCBB3-954F-969B-71E4-0EFFF78078CB}"/>
                  </a:ext>
                </a:extLst>
              </p:cNvPr>
              <p:cNvSpPr/>
              <p:nvPr/>
            </p:nvSpPr>
            <p:spPr>
              <a:xfrm>
                <a:off x="5318604" y="2613877"/>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6 w 25574"/>
                  <a:gd name="csY5" fmla="*/ 1000 h 21145"/>
                  <a:gd name="csX6" fmla="*/ 12609 w 25574"/>
                  <a:gd name="csY6" fmla="*/ 0 h 21145"/>
                  <a:gd name="csX7" fmla="*/ 17788 w 25574"/>
                  <a:gd name="csY7" fmla="*/ 678 h 21145"/>
                  <a:gd name="csX8" fmla="*/ 21503 w 25574"/>
                  <a:gd name="csY8" fmla="*/ 2429 h 21145"/>
                  <a:gd name="csX9" fmla="*/ 23825 w 25574"/>
                  <a:gd name="csY9" fmla="*/ 4750 h 21145"/>
                  <a:gd name="csX10" fmla="*/ 25110 w 25574"/>
                  <a:gd name="csY10" fmla="*/ 7822 h 21145"/>
                  <a:gd name="csX11" fmla="*/ 25539 w 25574"/>
                  <a:gd name="csY11" fmla="*/ 11930 h 21145"/>
                  <a:gd name="csX12" fmla="*/ 25539 w 25574"/>
                  <a:gd name="csY12" fmla="*/ 21145 h 21145"/>
                  <a:gd name="csX13" fmla="*/ 22574 w 25574"/>
                  <a:gd name="csY13" fmla="*/ 17752 h 21145"/>
                  <a:gd name="csX14" fmla="*/ 22574 w 25574"/>
                  <a:gd name="csY14" fmla="*/ 12287 h 21145"/>
                  <a:gd name="csX15" fmla="*/ 22110 w 25574"/>
                  <a:gd name="csY15" fmla="*/ 8322 h 21145"/>
                  <a:gd name="csX16" fmla="*/ 20788 w 25574"/>
                  <a:gd name="csY16" fmla="*/ 6036 h 21145"/>
                  <a:gd name="csX17" fmla="*/ 17538 w 25574"/>
                  <a:gd name="csY17" fmla="*/ 4179 h 21145"/>
                  <a:gd name="csX18" fmla="*/ 12609 w 25574"/>
                  <a:gd name="csY18" fmla="*/ 3500 h 21145"/>
                  <a:gd name="csX19" fmla="*/ 6430 w 25574"/>
                  <a:gd name="csY19" fmla="*/ 4822 h 21145"/>
                  <a:gd name="csX20" fmla="*/ 3536 w 25574"/>
                  <a:gd name="csY20" fmla="*/ 8001 h 21145"/>
                  <a:gd name="csX21" fmla="*/ 3036 w 25574"/>
                  <a:gd name="csY21" fmla="*/ 12394 h 21145"/>
                  <a:gd name="csX22" fmla="*/ 3036 w 25574"/>
                  <a:gd name="csY22" fmla="*/ 17752 h 21145"/>
                  <a:gd name="csX23" fmla="*/ 22574 w 25574"/>
                  <a:gd name="csY23" fmla="*/ 17752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8"/>
                      <a:pt x="107" y="8822"/>
                      <a:pt x="357" y="7787"/>
                    </a:cubicBezTo>
                    <a:cubicBezTo>
                      <a:pt x="678" y="6322"/>
                      <a:pt x="1322" y="5072"/>
                      <a:pt x="2179" y="4036"/>
                    </a:cubicBezTo>
                    <a:cubicBezTo>
                      <a:pt x="3322" y="2679"/>
                      <a:pt x="4786" y="1679"/>
                      <a:pt x="6536" y="1000"/>
                    </a:cubicBezTo>
                    <a:cubicBezTo>
                      <a:pt x="8322" y="321"/>
                      <a:pt x="10323" y="0"/>
                      <a:pt x="12609" y="0"/>
                    </a:cubicBezTo>
                    <a:cubicBezTo>
                      <a:pt x="14537" y="0"/>
                      <a:pt x="16252" y="214"/>
                      <a:pt x="17788" y="678"/>
                    </a:cubicBezTo>
                    <a:cubicBezTo>
                      <a:pt x="19288" y="1143"/>
                      <a:pt x="20538" y="1714"/>
                      <a:pt x="21503" y="2429"/>
                    </a:cubicBezTo>
                    <a:cubicBezTo>
                      <a:pt x="22467" y="3143"/>
                      <a:pt x="23253" y="3929"/>
                      <a:pt x="23825" y="4750"/>
                    </a:cubicBezTo>
                    <a:cubicBezTo>
                      <a:pt x="24396" y="5608"/>
                      <a:pt x="24824" y="6608"/>
                      <a:pt x="25110" y="7822"/>
                    </a:cubicBezTo>
                    <a:cubicBezTo>
                      <a:pt x="25396" y="9001"/>
                      <a:pt x="25539" y="10358"/>
                      <a:pt x="25539" y="11930"/>
                    </a:cubicBezTo>
                    <a:lnTo>
                      <a:pt x="25539" y="21145"/>
                    </a:lnTo>
                    <a:moveTo>
                      <a:pt x="22574" y="17752"/>
                    </a:moveTo>
                    <a:lnTo>
                      <a:pt x="22574" y="12287"/>
                    </a:lnTo>
                    <a:cubicBezTo>
                      <a:pt x="22574" y="10608"/>
                      <a:pt x="22431" y="9287"/>
                      <a:pt x="22110" y="8322"/>
                    </a:cubicBezTo>
                    <a:cubicBezTo>
                      <a:pt x="21788" y="7358"/>
                      <a:pt x="21360" y="6608"/>
                      <a:pt x="20788" y="6036"/>
                    </a:cubicBezTo>
                    <a:cubicBezTo>
                      <a:pt x="20002" y="5215"/>
                      <a:pt x="18895" y="4608"/>
                      <a:pt x="17538" y="4179"/>
                    </a:cubicBezTo>
                    <a:cubicBezTo>
                      <a:pt x="16181" y="3750"/>
                      <a:pt x="14537" y="3500"/>
                      <a:pt x="12609" y="3500"/>
                    </a:cubicBezTo>
                    <a:cubicBezTo>
                      <a:pt x="9930" y="3500"/>
                      <a:pt x="7894" y="3929"/>
                      <a:pt x="6430" y="4822"/>
                    </a:cubicBezTo>
                    <a:cubicBezTo>
                      <a:pt x="4965" y="5715"/>
                      <a:pt x="4036" y="6751"/>
                      <a:pt x="3536" y="8001"/>
                    </a:cubicBezTo>
                    <a:cubicBezTo>
                      <a:pt x="3179" y="8894"/>
                      <a:pt x="3036" y="10358"/>
                      <a:pt x="3036" y="12394"/>
                    </a:cubicBezTo>
                    <a:lnTo>
                      <a:pt x="3036" y="17752"/>
                    </a:lnTo>
                    <a:lnTo>
                      <a:pt x="22574" y="17752"/>
                    </a:lnTo>
                    <a:close/>
                  </a:path>
                </a:pathLst>
              </a:custGeom>
              <a:solidFill>
                <a:srgbClr val="000000"/>
              </a:solidFill>
              <a:ln w="3572" cap="flat">
                <a:noFill/>
                <a:prstDash val="solid"/>
                <a:miter/>
              </a:ln>
            </p:spPr>
            <p:txBody>
              <a:bodyPr/>
              <a:lstStyle/>
              <a:p>
                <a:endParaRPr lang="en-US" sz="1701"/>
              </a:p>
            </p:txBody>
          </p:sp>
          <p:sp>
            <p:nvSpPr>
              <p:cNvPr id="12306" name="Freeform: Shape 12305">
                <a:extLst>
                  <a:ext uri="{FF2B5EF4-FFF2-40B4-BE49-F238E27FC236}">
                    <a16:creationId xmlns:a16="http://schemas.microsoft.com/office/drawing/2014/main" id="{0669CDCC-050A-6F9C-5104-1B3F93199505}"/>
                  </a:ext>
                </a:extLst>
              </p:cNvPr>
              <p:cNvSpPr/>
              <p:nvPr/>
            </p:nvSpPr>
            <p:spPr>
              <a:xfrm>
                <a:off x="5318604" y="2595010"/>
                <a:ext cx="56121" cy="7406"/>
              </a:xfrm>
              <a:custGeom>
                <a:avLst/>
                <a:gdLst>
                  <a:gd name="csX0" fmla="*/ 25575 w 25574"/>
                  <a:gd name="csY0" fmla="*/ 3393 h 3393"/>
                  <a:gd name="csX1" fmla="*/ 0 w 25574"/>
                  <a:gd name="csY1" fmla="*/ 3393 h 3393"/>
                  <a:gd name="csX2" fmla="*/ 0 w 25574"/>
                  <a:gd name="csY2" fmla="*/ 0 h 3393"/>
                  <a:gd name="csX3" fmla="*/ 25575 w 25574"/>
                  <a:gd name="csY3" fmla="*/ 0 h 3393"/>
                  <a:gd name="csX4" fmla="*/ 25575 w 25574"/>
                  <a:gd name="csY4" fmla="*/ 3393 h 3393"/>
                </a:gdLst>
                <a:ahLst/>
                <a:cxnLst>
                  <a:cxn ang="0">
                    <a:pos x="csX0" y="csY0"/>
                  </a:cxn>
                  <a:cxn ang="0">
                    <a:pos x="csX1" y="csY1"/>
                  </a:cxn>
                  <a:cxn ang="0">
                    <a:pos x="csX2" y="csY2"/>
                  </a:cxn>
                  <a:cxn ang="0">
                    <a:pos x="csX3" y="csY3"/>
                  </a:cxn>
                  <a:cxn ang="0">
                    <a:pos x="csX4" y="csY4"/>
                  </a:cxn>
                </a:cxnLst>
                <a:rect l="l" t="t" r="r" b="b"/>
                <a:pathLst>
                  <a:path w="25574" h="3393">
                    <a:moveTo>
                      <a:pt x="25575" y="3393"/>
                    </a:moveTo>
                    <a:lnTo>
                      <a:pt x="0" y="3393"/>
                    </a:lnTo>
                    <a:lnTo>
                      <a:pt x="0" y="0"/>
                    </a:lnTo>
                    <a:lnTo>
                      <a:pt x="25575" y="0"/>
                    </a:lnTo>
                    <a:lnTo>
                      <a:pt x="25575" y="3393"/>
                    </a:lnTo>
                    <a:close/>
                  </a:path>
                </a:pathLst>
              </a:custGeom>
              <a:solidFill>
                <a:srgbClr val="000000"/>
              </a:solidFill>
              <a:ln w="3572" cap="flat">
                <a:noFill/>
                <a:prstDash val="solid"/>
                <a:miter/>
              </a:ln>
            </p:spPr>
            <p:txBody>
              <a:bodyPr/>
              <a:lstStyle/>
              <a:p>
                <a:endParaRPr lang="en-US" sz="1701"/>
              </a:p>
            </p:txBody>
          </p:sp>
          <p:sp>
            <p:nvSpPr>
              <p:cNvPr id="12307" name="Freeform: Shape 12306">
                <a:extLst>
                  <a:ext uri="{FF2B5EF4-FFF2-40B4-BE49-F238E27FC236}">
                    <a16:creationId xmlns:a16="http://schemas.microsoft.com/office/drawing/2014/main" id="{220F830A-7F17-DBC8-88D1-14FACAFA1CBE}"/>
                  </a:ext>
                </a:extLst>
              </p:cNvPr>
              <p:cNvSpPr/>
              <p:nvPr/>
            </p:nvSpPr>
            <p:spPr>
              <a:xfrm>
                <a:off x="5318604" y="2547450"/>
                <a:ext cx="56121" cy="34850"/>
              </a:xfrm>
              <a:custGeom>
                <a:avLst/>
                <a:gdLst>
                  <a:gd name="csX0" fmla="*/ 25575 w 25574"/>
                  <a:gd name="csY0" fmla="*/ 15966 h 15966"/>
                  <a:gd name="csX1" fmla="*/ 0 w 25574"/>
                  <a:gd name="csY1" fmla="*/ 15966 h 15966"/>
                  <a:gd name="csX2" fmla="*/ 0 w 25574"/>
                  <a:gd name="csY2" fmla="*/ 12573 h 15966"/>
                  <a:gd name="csX3" fmla="*/ 22539 w 25574"/>
                  <a:gd name="csY3" fmla="*/ 12573 h 15966"/>
                  <a:gd name="csX4" fmla="*/ 22539 w 25574"/>
                  <a:gd name="csY4" fmla="*/ 0 h 15966"/>
                  <a:gd name="csX5" fmla="*/ 25539 w 25574"/>
                  <a:gd name="csY5" fmla="*/ 0 h 15966"/>
                  <a:gd name="csX6" fmla="*/ 25539 w 25574"/>
                  <a:gd name="csY6" fmla="*/ 15966 h 159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574" h="15966">
                    <a:moveTo>
                      <a:pt x="25575" y="15966"/>
                    </a:moveTo>
                    <a:lnTo>
                      <a:pt x="0" y="15966"/>
                    </a:lnTo>
                    <a:lnTo>
                      <a:pt x="0" y="12573"/>
                    </a:lnTo>
                    <a:lnTo>
                      <a:pt x="22539" y="12573"/>
                    </a:lnTo>
                    <a:lnTo>
                      <a:pt x="22539" y="0"/>
                    </a:lnTo>
                    <a:lnTo>
                      <a:pt x="25539" y="0"/>
                    </a:lnTo>
                    <a:lnTo>
                      <a:pt x="25539" y="15966"/>
                    </a:lnTo>
                    <a:close/>
                  </a:path>
                </a:pathLst>
              </a:custGeom>
              <a:solidFill>
                <a:srgbClr val="000000"/>
              </a:solidFill>
              <a:ln w="3572" cap="flat">
                <a:noFill/>
                <a:prstDash val="solid"/>
                <a:miter/>
              </a:ln>
            </p:spPr>
            <p:txBody>
              <a:bodyPr/>
              <a:lstStyle/>
              <a:p>
                <a:endParaRPr lang="en-US" sz="1701"/>
              </a:p>
            </p:txBody>
          </p:sp>
          <p:sp>
            <p:nvSpPr>
              <p:cNvPr id="12308" name="Freeform: Shape 12307">
                <a:extLst>
                  <a:ext uri="{FF2B5EF4-FFF2-40B4-BE49-F238E27FC236}">
                    <a16:creationId xmlns:a16="http://schemas.microsoft.com/office/drawing/2014/main" id="{E9DA2950-9C10-AFC4-17D5-E37E31794F12}"/>
                  </a:ext>
                </a:extLst>
              </p:cNvPr>
              <p:cNvSpPr/>
              <p:nvPr/>
            </p:nvSpPr>
            <p:spPr>
              <a:xfrm>
                <a:off x="5333182" y="2484766"/>
                <a:ext cx="41620" cy="54809"/>
              </a:xfrm>
              <a:custGeom>
                <a:avLst/>
                <a:gdLst>
                  <a:gd name="csX0" fmla="*/ 18931 w 18966"/>
                  <a:gd name="csY0" fmla="*/ 25110 h 25110"/>
                  <a:gd name="csX1" fmla="*/ 393 w 18966"/>
                  <a:gd name="csY1" fmla="*/ 25110 h 25110"/>
                  <a:gd name="csX2" fmla="*/ 393 w 18966"/>
                  <a:gd name="csY2" fmla="*/ 22289 h 25110"/>
                  <a:gd name="csX3" fmla="*/ 3000 w 18966"/>
                  <a:gd name="csY3" fmla="*/ 22289 h 25110"/>
                  <a:gd name="csX4" fmla="*/ 821 w 18966"/>
                  <a:gd name="csY4" fmla="*/ 19967 h 25110"/>
                  <a:gd name="csX5" fmla="*/ 0 w 18966"/>
                  <a:gd name="csY5" fmla="*/ 16645 h 25110"/>
                  <a:gd name="csX6" fmla="*/ 857 w 18966"/>
                  <a:gd name="csY6" fmla="*/ 13287 h 25110"/>
                  <a:gd name="csX7" fmla="*/ 3251 w 18966"/>
                  <a:gd name="csY7" fmla="*/ 11430 h 25110"/>
                  <a:gd name="csX8" fmla="*/ 0 w 18966"/>
                  <a:gd name="csY8" fmla="*/ 5715 h 25110"/>
                  <a:gd name="csX9" fmla="*/ 1536 w 18966"/>
                  <a:gd name="csY9" fmla="*/ 1500 h 25110"/>
                  <a:gd name="csX10" fmla="*/ 6251 w 18966"/>
                  <a:gd name="csY10" fmla="*/ 0 h 25110"/>
                  <a:gd name="csX11" fmla="*/ 18967 w 18966"/>
                  <a:gd name="csY11" fmla="*/ 0 h 25110"/>
                  <a:gd name="csX12" fmla="*/ 18967 w 18966"/>
                  <a:gd name="csY12" fmla="*/ 3143 h 25110"/>
                  <a:gd name="csX13" fmla="*/ 7287 w 18966"/>
                  <a:gd name="csY13" fmla="*/ 3143 h 25110"/>
                  <a:gd name="csX14" fmla="*/ 4572 w 18966"/>
                  <a:gd name="csY14" fmla="*/ 3465 h 25110"/>
                  <a:gd name="csX15" fmla="*/ 3251 w 18966"/>
                  <a:gd name="csY15" fmla="*/ 4572 h 25110"/>
                  <a:gd name="csX16" fmla="*/ 2750 w 18966"/>
                  <a:gd name="csY16" fmla="*/ 6430 h 25110"/>
                  <a:gd name="csX17" fmla="*/ 4036 w 18966"/>
                  <a:gd name="csY17" fmla="*/ 9680 h 25110"/>
                  <a:gd name="csX18" fmla="*/ 8180 w 18966"/>
                  <a:gd name="csY18" fmla="*/ 10966 h 25110"/>
                  <a:gd name="csX19" fmla="*/ 18931 w 18966"/>
                  <a:gd name="csY19" fmla="*/ 10966 h 25110"/>
                  <a:gd name="csX20" fmla="*/ 18931 w 18966"/>
                  <a:gd name="csY20" fmla="*/ 14109 h 25110"/>
                  <a:gd name="csX21" fmla="*/ 6894 w 18966"/>
                  <a:gd name="csY21" fmla="*/ 14109 h 25110"/>
                  <a:gd name="csX22" fmla="*/ 3751 w 18966"/>
                  <a:gd name="csY22" fmla="*/ 14859 h 25110"/>
                  <a:gd name="csX23" fmla="*/ 2715 w 18966"/>
                  <a:gd name="csY23" fmla="*/ 17359 h 25110"/>
                  <a:gd name="csX24" fmla="*/ 3429 w 18966"/>
                  <a:gd name="csY24" fmla="*/ 19824 h 25110"/>
                  <a:gd name="csX25" fmla="*/ 5465 w 18966"/>
                  <a:gd name="csY25" fmla="*/ 21467 h 25110"/>
                  <a:gd name="csX26" fmla="*/ 9323 w 18966"/>
                  <a:gd name="csY26" fmla="*/ 21967 h 25110"/>
                  <a:gd name="csX27" fmla="*/ 18931 w 18966"/>
                  <a:gd name="csY27" fmla="*/ 21967 h 25110"/>
                  <a:gd name="csX28" fmla="*/ 18931 w 18966"/>
                  <a:gd name="csY28" fmla="*/ 25110 h 25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8966" h="25110">
                    <a:moveTo>
                      <a:pt x="18931" y="25110"/>
                    </a:moveTo>
                    <a:lnTo>
                      <a:pt x="393" y="25110"/>
                    </a:lnTo>
                    <a:lnTo>
                      <a:pt x="393" y="22289"/>
                    </a:lnTo>
                    <a:lnTo>
                      <a:pt x="3000" y="22289"/>
                    </a:lnTo>
                    <a:cubicBezTo>
                      <a:pt x="2107" y="21717"/>
                      <a:pt x="1357" y="20931"/>
                      <a:pt x="821" y="19967"/>
                    </a:cubicBezTo>
                    <a:cubicBezTo>
                      <a:pt x="250" y="19002"/>
                      <a:pt x="0" y="17895"/>
                      <a:pt x="0" y="16645"/>
                    </a:cubicBezTo>
                    <a:cubicBezTo>
                      <a:pt x="0" y="15288"/>
                      <a:pt x="286" y="14145"/>
                      <a:pt x="857" y="13287"/>
                    </a:cubicBezTo>
                    <a:cubicBezTo>
                      <a:pt x="1429" y="12395"/>
                      <a:pt x="2215" y="11787"/>
                      <a:pt x="3251" y="11430"/>
                    </a:cubicBezTo>
                    <a:cubicBezTo>
                      <a:pt x="1072" y="9966"/>
                      <a:pt x="0" y="8072"/>
                      <a:pt x="0" y="5715"/>
                    </a:cubicBezTo>
                    <a:cubicBezTo>
                      <a:pt x="0" y="3893"/>
                      <a:pt x="500" y="2465"/>
                      <a:pt x="1536" y="1500"/>
                    </a:cubicBezTo>
                    <a:cubicBezTo>
                      <a:pt x="2572" y="500"/>
                      <a:pt x="4108" y="0"/>
                      <a:pt x="6251" y="0"/>
                    </a:cubicBezTo>
                    <a:lnTo>
                      <a:pt x="18967" y="0"/>
                    </a:lnTo>
                    <a:lnTo>
                      <a:pt x="18967" y="3143"/>
                    </a:lnTo>
                    <a:lnTo>
                      <a:pt x="7287" y="3143"/>
                    </a:lnTo>
                    <a:cubicBezTo>
                      <a:pt x="6037" y="3143"/>
                      <a:pt x="5108" y="3251"/>
                      <a:pt x="4572" y="3465"/>
                    </a:cubicBezTo>
                    <a:cubicBezTo>
                      <a:pt x="4036" y="3679"/>
                      <a:pt x="3572" y="4036"/>
                      <a:pt x="3251" y="4572"/>
                    </a:cubicBezTo>
                    <a:cubicBezTo>
                      <a:pt x="2929" y="5108"/>
                      <a:pt x="2750" y="5715"/>
                      <a:pt x="2750" y="6430"/>
                    </a:cubicBezTo>
                    <a:cubicBezTo>
                      <a:pt x="2750" y="7751"/>
                      <a:pt x="3179" y="8823"/>
                      <a:pt x="4036" y="9680"/>
                    </a:cubicBezTo>
                    <a:cubicBezTo>
                      <a:pt x="4893" y="10537"/>
                      <a:pt x="6287" y="10966"/>
                      <a:pt x="8180" y="10966"/>
                    </a:cubicBezTo>
                    <a:lnTo>
                      <a:pt x="18931" y="10966"/>
                    </a:lnTo>
                    <a:lnTo>
                      <a:pt x="18931" y="14109"/>
                    </a:lnTo>
                    <a:lnTo>
                      <a:pt x="6894" y="14109"/>
                    </a:lnTo>
                    <a:cubicBezTo>
                      <a:pt x="5501" y="14109"/>
                      <a:pt x="4465" y="14359"/>
                      <a:pt x="3751" y="14859"/>
                    </a:cubicBezTo>
                    <a:cubicBezTo>
                      <a:pt x="3072" y="15359"/>
                      <a:pt x="2715" y="16216"/>
                      <a:pt x="2715" y="17359"/>
                    </a:cubicBezTo>
                    <a:cubicBezTo>
                      <a:pt x="2715" y="18252"/>
                      <a:pt x="2929" y="19074"/>
                      <a:pt x="3429" y="19824"/>
                    </a:cubicBezTo>
                    <a:cubicBezTo>
                      <a:pt x="3893" y="20574"/>
                      <a:pt x="4572" y="21110"/>
                      <a:pt x="5465" y="21467"/>
                    </a:cubicBezTo>
                    <a:cubicBezTo>
                      <a:pt x="6358" y="21824"/>
                      <a:pt x="7644" y="21967"/>
                      <a:pt x="9323" y="21967"/>
                    </a:cubicBezTo>
                    <a:lnTo>
                      <a:pt x="18931" y="21967"/>
                    </a:lnTo>
                    <a:lnTo>
                      <a:pt x="18931" y="25110"/>
                    </a:lnTo>
                    <a:close/>
                  </a:path>
                </a:pathLst>
              </a:custGeom>
              <a:solidFill>
                <a:srgbClr val="000000"/>
              </a:solidFill>
              <a:ln w="3572" cap="flat">
                <a:noFill/>
                <a:prstDash val="solid"/>
                <a:miter/>
              </a:ln>
            </p:spPr>
            <p:txBody>
              <a:bodyPr/>
              <a:lstStyle/>
              <a:p>
                <a:endParaRPr lang="en-US" sz="1701"/>
              </a:p>
            </p:txBody>
          </p:sp>
          <p:sp>
            <p:nvSpPr>
              <p:cNvPr id="12310" name="Freeform: Shape 12309">
                <a:extLst>
                  <a:ext uri="{FF2B5EF4-FFF2-40B4-BE49-F238E27FC236}">
                    <a16:creationId xmlns:a16="http://schemas.microsoft.com/office/drawing/2014/main" id="{EE5646A7-24E4-F70B-1C08-DF1CF680D3BF}"/>
                  </a:ext>
                </a:extLst>
              </p:cNvPr>
              <p:cNvSpPr/>
              <p:nvPr/>
            </p:nvSpPr>
            <p:spPr>
              <a:xfrm>
                <a:off x="5380918" y="2533729"/>
                <a:ext cx="56121" cy="43971"/>
              </a:xfrm>
              <a:custGeom>
                <a:avLst/>
                <a:gdLst>
                  <a:gd name="csX0" fmla="*/ 25575 w 25574"/>
                  <a:gd name="csY0" fmla="*/ 20145 h 20145"/>
                  <a:gd name="csX1" fmla="*/ 0 w 25574"/>
                  <a:gd name="csY1" fmla="*/ 20145 h 20145"/>
                  <a:gd name="csX2" fmla="*/ 0 w 25574"/>
                  <a:gd name="csY2" fmla="*/ 16681 h 20145"/>
                  <a:gd name="csX3" fmla="*/ 20074 w 25574"/>
                  <a:gd name="csY3" fmla="*/ 3250 h 20145"/>
                  <a:gd name="csX4" fmla="*/ 0 w 25574"/>
                  <a:gd name="csY4" fmla="*/ 3250 h 20145"/>
                  <a:gd name="csX5" fmla="*/ 0 w 25574"/>
                  <a:gd name="csY5" fmla="*/ 0 h 20145"/>
                  <a:gd name="csX6" fmla="*/ 25575 w 25574"/>
                  <a:gd name="csY6" fmla="*/ 0 h 20145"/>
                  <a:gd name="csX7" fmla="*/ 25575 w 25574"/>
                  <a:gd name="csY7" fmla="*/ 3465 h 20145"/>
                  <a:gd name="csX8" fmla="*/ 5501 w 25574"/>
                  <a:gd name="csY8" fmla="*/ 16895 h 20145"/>
                  <a:gd name="csX9" fmla="*/ 25575 w 25574"/>
                  <a:gd name="csY9" fmla="*/ 16895 h 20145"/>
                  <a:gd name="csX10" fmla="*/ 25575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5" y="20145"/>
                    </a:moveTo>
                    <a:lnTo>
                      <a:pt x="0" y="20145"/>
                    </a:lnTo>
                    <a:lnTo>
                      <a:pt x="0" y="16681"/>
                    </a:lnTo>
                    <a:lnTo>
                      <a:pt x="20074" y="3250"/>
                    </a:lnTo>
                    <a:lnTo>
                      <a:pt x="0" y="3250"/>
                    </a:lnTo>
                    <a:lnTo>
                      <a:pt x="0" y="0"/>
                    </a:lnTo>
                    <a:lnTo>
                      <a:pt x="25575" y="0"/>
                    </a:lnTo>
                    <a:lnTo>
                      <a:pt x="25575" y="3465"/>
                    </a:lnTo>
                    <a:lnTo>
                      <a:pt x="5501" y="16895"/>
                    </a:lnTo>
                    <a:lnTo>
                      <a:pt x="25575" y="16895"/>
                    </a:lnTo>
                    <a:lnTo>
                      <a:pt x="25575" y="20145"/>
                    </a:lnTo>
                    <a:close/>
                  </a:path>
                </a:pathLst>
              </a:custGeom>
              <a:solidFill>
                <a:srgbClr val="000000"/>
              </a:solidFill>
              <a:ln w="3572" cap="flat">
                <a:noFill/>
                <a:prstDash val="solid"/>
                <a:miter/>
              </a:ln>
            </p:spPr>
            <p:txBody>
              <a:bodyPr/>
              <a:lstStyle/>
              <a:p>
                <a:endParaRPr lang="en-US" sz="1701"/>
              </a:p>
            </p:txBody>
          </p:sp>
          <p:sp>
            <p:nvSpPr>
              <p:cNvPr id="12311" name="Freeform: Shape 12310">
                <a:extLst>
                  <a:ext uri="{FF2B5EF4-FFF2-40B4-BE49-F238E27FC236}">
                    <a16:creationId xmlns:a16="http://schemas.microsoft.com/office/drawing/2014/main" id="{E35DB274-92E5-8D86-58AF-974D84378B02}"/>
                  </a:ext>
                </a:extLst>
              </p:cNvPr>
              <p:cNvSpPr/>
              <p:nvPr/>
            </p:nvSpPr>
            <p:spPr>
              <a:xfrm>
                <a:off x="5380997" y="2481336"/>
                <a:ext cx="56042" cy="44205"/>
              </a:xfrm>
              <a:custGeom>
                <a:avLst/>
                <a:gdLst>
                  <a:gd name="csX0" fmla="*/ 25539 w 25538"/>
                  <a:gd name="csY0" fmla="*/ 11823 h 20252"/>
                  <a:gd name="csX1" fmla="*/ 3001 w 25538"/>
                  <a:gd name="csY1" fmla="*/ 11823 h 20252"/>
                  <a:gd name="csX2" fmla="*/ 3001 w 25538"/>
                  <a:gd name="csY2" fmla="*/ 20252 h 20252"/>
                  <a:gd name="csX3" fmla="*/ 0 w 25538"/>
                  <a:gd name="csY3" fmla="*/ 20252 h 20252"/>
                  <a:gd name="csX4" fmla="*/ 0 w 25538"/>
                  <a:gd name="csY4" fmla="*/ 0 h 20252"/>
                  <a:gd name="csX5" fmla="*/ 3001 w 25538"/>
                  <a:gd name="csY5" fmla="*/ 0 h 20252"/>
                  <a:gd name="csX6" fmla="*/ 3001 w 25538"/>
                  <a:gd name="csY6" fmla="*/ 8465 h 20252"/>
                  <a:gd name="csX7" fmla="*/ 25539 w 25538"/>
                  <a:gd name="csY7" fmla="*/ 8465 h 20252"/>
                  <a:gd name="csX8" fmla="*/ 25539 w 25538"/>
                  <a:gd name="csY8" fmla="*/ 11858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1" y="11823"/>
                    </a:lnTo>
                    <a:lnTo>
                      <a:pt x="3001" y="20252"/>
                    </a:lnTo>
                    <a:lnTo>
                      <a:pt x="0" y="20252"/>
                    </a:lnTo>
                    <a:lnTo>
                      <a:pt x="0" y="0"/>
                    </a:lnTo>
                    <a:lnTo>
                      <a:pt x="3001" y="0"/>
                    </a:lnTo>
                    <a:lnTo>
                      <a:pt x="3001" y="8465"/>
                    </a:lnTo>
                    <a:lnTo>
                      <a:pt x="25539" y="8465"/>
                    </a:lnTo>
                    <a:lnTo>
                      <a:pt x="25539" y="11858"/>
                    </a:lnTo>
                    <a:close/>
                  </a:path>
                </a:pathLst>
              </a:custGeom>
              <a:solidFill>
                <a:srgbClr val="000000"/>
              </a:solidFill>
              <a:ln w="3572" cap="flat">
                <a:noFill/>
                <a:prstDash val="solid"/>
                <a:miter/>
              </a:ln>
            </p:spPr>
            <p:txBody>
              <a:bodyPr/>
              <a:lstStyle/>
              <a:p>
                <a:endParaRPr lang="en-US" sz="1701"/>
              </a:p>
            </p:txBody>
          </p:sp>
          <p:sp>
            <p:nvSpPr>
              <p:cNvPr id="12313" name="Freeform: Shape 12312">
                <a:extLst>
                  <a:ext uri="{FF2B5EF4-FFF2-40B4-BE49-F238E27FC236}">
                    <a16:creationId xmlns:a16="http://schemas.microsoft.com/office/drawing/2014/main" id="{53A99732-786B-FC54-E6F4-E804D880F7A6}"/>
                  </a:ext>
                </a:extLst>
              </p:cNvPr>
              <p:cNvSpPr/>
              <p:nvPr/>
            </p:nvSpPr>
            <p:spPr>
              <a:xfrm>
                <a:off x="5443156" y="2497552"/>
                <a:ext cx="56121" cy="51144"/>
              </a:xfrm>
              <a:custGeom>
                <a:avLst/>
                <a:gdLst>
                  <a:gd name="csX0" fmla="*/ 25575 w 25574"/>
                  <a:gd name="csY0" fmla="*/ 13538 h 23431"/>
                  <a:gd name="csX1" fmla="*/ 0 w 25574"/>
                  <a:gd name="csY1" fmla="*/ 23431 h 23431"/>
                  <a:gd name="csX2" fmla="*/ 0 w 25574"/>
                  <a:gd name="csY2" fmla="*/ 19753 h 23431"/>
                  <a:gd name="csX3" fmla="*/ 18574 w 25574"/>
                  <a:gd name="csY3" fmla="*/ 13109 h 23431"/>
                  <a:gd name="csX4" fmla="*/ 22753 w 25574"/>
                  <a:gd name="csY4" fmla="*/ 11752 h 23431"/>
                  <a:gd name="csX5" fmla="*/ 18574 w 25574"/>
                  <a:gd name="csY5" fmla="*/ 10359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8"/>
                    </a:moveTo>
                    <a:lnTo>
                      <a:pt x="0" y="23431"/>
                    </a:lnTo>
                    <a:lnTo>
                      <a:pt x="0" y="19753"/>
                    </a:lnTo>
                    <a:lnTo>
                      <a:pt x="18574" y="13109"/>
                    </a:lnTo>
                    <a:cubicBezTo>
                      <a:pt x="20038" y="12573"/>
                      <a:pt x="21431" y="12144"/>
                      <a:pt x="22753" y="11752"/>
                    </a:cubicBezTo>
                    <a:cubicBezTo>
                      <a:pt x="21360" y="11359"/>
                      <a:pt x="19967" y="10894"/>
                      <a:pt x="18574" y="10359"/>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314" name="Freeform: Shape 12313">
                <a:extLst>
                  <a:ext uri="{FF2B5EF4-FFF2-40B4-BE49-F238E27FC236}">
                    <a16:creationId xmlns:a16="http://schemas.microsoft.com/office/drawing/2014/main" id="{02950353-BA34-A72E-7B24-4B45D3670EF5}"/>
                  </a:ext>
                </a:extLst>
              </p:cNvPr>
              <p:cNvSpPr/>
              <p:nvPr/>
            </p:nvSpPr>
            <p:spPr>
              <a:xfrm>
                <a:off x="5443156" y="2485001"/>
                <a:ext cx="56121" cy="6860"/>
              </a:xfrm>
              <a:custGeom>
                <a:avLst/>
                <a:gdLst>
                  <a:gd name="csX0" fmla="*/ 3608 w 25574"/>
                  <a:gd name="csY0" fmla="*/ 3143 h 3143"/>
                  <a:gd name="csX1" fmla="*/ 0 w 25574"/>
                  <a:gd name="csY1" fmla="*/ 3143 h 3143"/>
                  <a:gd name="csX2" fmla="*/ 0 w 25574"/>
                  <a:gd name="csY2" fmla="*/ 0 h 3143"/>
                  <a:gd name="csX3" fmla="*/ 3608 w 25574"/>
                  <a:gd name="csY3" fmla="*/ 0 h 3143"/>
                  <a:gd name="csX4" fmla="*/ 3608 w 25574"/>
                  <a:gd name="csY4" fmla="*/ 3143 h 3143"/>
                  <a:gd name="csX5" fmla="*/ 25575 w 25574"/>
                  <a:gd name="csY5" fmla="*/ 3143 h 3143"/>
                  <a:gd name="csX6" fmla="*/ 7036 w 25574"/>
                  <a:gd name="csY6" fmla="*/ 3143 h 3143"/>
                  <a:gd name="csX7" fmla="*/ 7036 w 25574"/>
                  <a:gd name="csY7" fmla="*/ 0 h 3143"/>
                  <a:gd name="csX8" fmla="*/ 25575 w 25574"/>
                  <a:gd name="csY8" fmla="*/ 0 h 3143"/>
                  <a:gd name="csX9" fmla="*/ 25575 w 25574"/>
                  <a:gd name="csY9" fmla="*/ 3143 h 31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3143">
                    <a:moveTo>
                      <a:pt x="3608" y="3143"/>
                    </a:moveTo>
                    <a:lnTo>
                      <a:pt x="0" y="3143"/>
                    </a:lnTo>
                    <a:lnTo>
                      <a:pt x="0" y="0"/>
                    </a:lnTo>
                    <a:lnTo>
                      <a:pt x="3608" y="0"/>
                    </a:lnTo>
                    <a:lnTo>
                      <a:pt x="3608" y="3143"/>
                    </a:lnTo>
                    <a:moveTo>
                      <a:pt x="25575" y="3143"/>
                    </a:moveTo>
                    <a:lnTo>
                      <a:pt x="7036" y="3143"/>
                    </a:lnTo>
                    <a:lnTo>
                      <a:pt x="7036" y="0"/>
                    </a:lnTo>
                    <a:lnTo>
                      <a:pt x="25575" y="0"/>
                    </a:lnTo>
                    <a:lnTo>
                      <a:pt x="25575" y="3143"/>
                    </a:lnTo>
                    <a:close/>
                  </a:path>
                </a:pathLst>
              </a:custGeom>
              <a:solidFill>
                <a:srgbClr val="000000"/>
              </a:solidFill>
              <a:ln w="3572" cap="flat">
                <a:noFill/>
                <a:prstDash val="solid"/>
                <a:miter/>
              </a:ln>
            </p:spPr>
            <p:txBody>
              <a:bodyPr/>
              <a:lstStyle/>
              <a:p>
                <a:endParaRPr lang="en-US" sz="1701"/>
              </a:p>
            </p:txBody>
          </p:sp>
          <p:sp>
            <p:nvSpPr>
              <p:cNvPr id="12316" name="Freeform: Shape 12315">
                <a:extLst>
                  <a:ext uri="{FF2B5EF4-FFF2-40B4-BE49-F238E27FC236}">
                    <a16:creationId xmlns:a16="http://schemas.microsoft.com/office/drawing/2014/main" id="{04E9C639-844C-6D27-A249-54CC80DC861C}"/>
                  </a:ext>
                </a:extLst>
              </p:cNvPr>
              <p:cNvSpPr/>
              <p:nvPr/>
            </p:nvSpPr>
            <p:spPr>
              <a:xfrm>
                <a:off x="5505391" y="2523594"/>
                <a:ext cx="56121" cy="51144"/>
              </a:xfrm>
              <a:custGeom>
                <a:avLst/>
                <a:gdLst>
                  <a:gd name="csX0" fmla="*/ 25575 w 25574"/>
                  <a:gd name="csY0" fmla="*/ 13537 h 23431"/>
                  <a:gd name="csX1" fmla="*/ 0 w 25574"/>
                  <a:gd name="csY1" fmla="*/ 23431 h 23431"/>
                  <a:gd name="csX2" fmla="*/ 0 w 25574"/>
                  <a:gd name="csY2" fmla="*/ 19752 h 23431"/>
                  <a:gd name="csX3" fmla="*/ 18574 w 25574"/>
                  <a:gd name="csY3" fmla="*/ 13109 h 23431"/>
                  <a:gd name="csX4" fmla="*/ 22753 w 25574"/>
                  <a:gd name="csY4" fmla="*/ 11751 h 23431"/>
                  <a:gd name="csX5" fmla="*/ 18574 w 25574"/>
                  <a:gd name="csY5" fmla="*/ 10358 h 23431"/>
                  <a:gd name="csX6" fmla="*/ 0 w 25574"/>
                  <a:gd name="csY6" fmla="*/ 3465 h 23431"/>
                  <a:gd name="csX7" fmla="*/ 0 w 25574"/>
                  <a:gd name="csY7" fmla="*/ 0 h 23431"/>
                  <a:gd name="csX8" fmla="*/ 25575 w 25574"/>
                  <a:gd name="csY8" fmla="*/ 10001 h 23431"/>
                  <a:gd name="csX9" fmla="*/ 25575 w 25574"/>
                  <a:gd name="csY9" fmla="*/ 13466 h 23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574" h="23431">
                    <a:moveTo>
                      <a:pt x="25575" y="13537"/>
                    </a:moveTo>
                    <a:lnTo>
                      <a:pt x="0" y="23431"/>
                    </a:lnTo>
                    <a:lnTo>
                      <a:pt x="0" y="19752"/>
                    </a:lnTo>
                    <a:lnTo>
                      <a:pt x="18574" y="13109"/>
                    </a:lnTo>
                    <a:cubicBezTo>
                      <a:pt x="20038" y="12573"/>
                      <a:pt x="21431" y="12144"/>
                      <a:pt x="22753" y="11751"/>
                    </a:cubicBezTo>
                    <a:cubicBezTo>
                      <a:pt x="21360" y="11359"/>
                      <a:pt x="19967" y="10894"/>
                      <a:pt x="18574" y="10358"/>
                    </a:cubicBezTo>
                    <a:lnTo>
                      <a:pt x="0" y="3465"/>
                    </a:lnTo>
                    <a:lnTo>
                      <a:pt x="0" y="0"/>
                    </a:lnTo>
                    <a:lnTo>
                      <a:pt x="25575" y="10001"/>
                    </a:lnTo>
                    <a:lnTo>
                      <a:pt x="25575" y="13466"/>
                    </a:lnTo>
                    <a:close/>
                  </a:path>
                </a:pathLst>
              </a:custGeom>
              <a:solidFill>
                <a:srgbClr val="000000"/>
              </a:solidFill>
              <a:ln w="3572" cap="flat">
                <a:noFill/>
                <a:prstDash val="solid"/>
                <a:miter/>
              </a:ln>
            </p:spPr>
            <p:txBody>
              <a:bodyPr/>
              <a:lstStyle/>
              <a:p>
                <a:endParaRPr lang="en-US" sz="1701"/>
              </a:p>
            </p:txBody>
          </p:sp>
          <p:sp>
            <p:nvSpPr>
              <p:cNvPr id="12317" name="Freeform: Shape 12316">
                <a:extLst>
                  <a:ext uri="{FF2B5EF4-FFF2-40B4-BE49-F238E27FC236}">
                    <a16:creationId xmlns:a16="http://schemas.microsoft.com/office/drawing/2014/main" id="{1A251C3A-251E-80FD-DDCD-86F9B46E17A8}"/>
                  </a:ext>
                </a:extLst>
              </p:cNvPr>
              <p:cNvSpPr/>
              <p:nvPr/>
            </p:nvSpPr>
            <p:spPr>
              <a:xfrm>
                <a:off x="5519971" y="2482895"/>
                <a:ext cx="57142" cy="35162"/>
              </a:xfrm>
              <a:custGeom>
                <a:avLst/>
                <a:gdLst>
                  <a:gd name="csX0" fmla="*/ 26039 w 26039"/>
                  <a:gd name="csY0" fmla="*/ 16073 h 16109"/>
                  <a:gd name="csX1" fmla="*/ 393 w 26039"/>
                  <a:gd name="csY1" fmla="*/ 16073 h 16109"/>
                  <a:gd name="csX2" fmla="*/ 393 w 26039"/>
                  <a:gd name="csY2" fmla="*/ 13216 h 16109"/>
                  <a:gd name="csX3" fmla="*/ 2822 w 26039"/>
                  <a:gd name="csY3" fmla="*/ 13216 h 16109"/>
                  <a:gd name="csX4" fmla="*/ 715 w 26039"/>
                  <a:gd name="csY4" fmla="*/ 10930 h 16109"/>
                  <a:gd name="csX5" fmla="*/ 0 w 26039"/>
                  <a:gd name="csY5" fmla="*/ 7858 h 16109"/>
                  <a:gd name="csX6" fmla="*/ 1215 w 26039"/>
                  <a:gd name="csY6" fmla="*/ 3679 h 16109"/>
                  <a:gd name="csX7" fmla="*/ 4644 w 26039"/>
                  <a:gd name="csY7" fmla="*/ 929 h 16109"/>
                  <a:gd name="csX8" fmla="*/ 9501 w 26039"/>
                  <a:gd name="csY8" fmla="*/ 0 h 16109"/>
                  <a:gd name="csX9" fmla="*/ 14609 w 26039"/>
                  <a:gd name="csY9" fmla="*/ 1036 h 16109"/>
                  <a:gd name="csX10" fmla="*/ 18110 w 26039"/>
                  <a:gd name="csY10" fmla="*/ 4000 h 16109"/>
                  <a:gd name="csX11" fmla="*/ 19324 w 26039"/>
                  <a:gd name="csY11" fmla="*/ 8108 h 16109"/>
                  <a:gd name="csX12" fmla="*/ 18681 w 26039"/>
                  <a:gd name="csY12" fmla="*/ 10930 h 16109"/>
                  <a:gd name="csX13" fmla="*/ 17002 w 26039"/>
                  <a:gd name="csY13" fmla="*/ 12966 h 16109"/>
                  <a:gd name="csX14" fmla="*/ 26003 w 26039"/>
                  <a:gd name="csY14" fmla="*/ 12966 h 16109"/>
                  <a:gd name="csX15" fmla="*/ 26003 w 26039"/>
                  <a:gd name="csY15" fmla="*/ 16109 h 16109"/>
                  <a:gd name="csX16" fmla="*/ 9787 w 26039"/>
                  <a:gd name="csY16" fmla="*/ 13216 h 16109"/>
                  <a:gd name="csX17" fmla="*/ 15074 w 26039"/>
                  <a:gd name="csY17" fmla="*/ 11787 h 16109"/>
                  <a:gd name="csX18" fmla="*/ 16788 w 26039"/>
                  <a:gd name="csY18" fmla="*/ 8287 h 16109"/>
                  <a:gd name="csX19" fmla="*/ 15002 w 26039"/>
                  <a:gd name="csY19" fmla="*/ 4715 h 16109"/>
                  <a:gd name="csX20" fmla="*/ 9501 w 26039"/>
                  <a:gd name="csY20" fmla="*/ 3215 h 16109"/>
                  <a:gd name="csX21" fmla="*/ 4215 w 26039"/>
                  <a:gd name="csY21" fmla="*/ 4679 h 16109"/>
                  <a:gd name="csX22" fmla="*/ 2465 w 26039"/>
                  <a:gd name="csY22" fmla="*/ 8144 h 16109"/>
                  <a:gd name="csX23" fmla="*/ 4322 w 26039"/>
                  <a:gd name="csY23" fmla="*/ 11716 h 16109"/>
                  <a:gd name="csX24" fmla="*/ 9787 w 26039"/>
                  <a:gd name="csY24" fmla="*/ 13252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6039" h="16109">
                    <a:moveTo>
                      <a:pt x="26039" y="16073"/>
                    </a:moveTo>
                    <a:lnTo>
                      <a:pt x="393" y="16073"/>
                    </a:lnTo>
                    <a:lnTo>
                      <a:pt x="393" y="13216"/>
                    </a:lnTo>
                    <a:lnTo>
                      <a:pt x="2822" y="13216"/>
                    </a:lnTo>
                    <a:cubicBezTo>
                      <a:pt x="1893" y="12537"/>
                      <a:pt x="1179" y="11787"/>
                      <a:pt x="715" y="10930"/>
                    </a:cubicBezTo>
                    <a:cubicBezTo>
                      <a:pt x="250" y="10108"/>
                      <a:pt x="0" y="9073"/>
                      <a:pt x="0" y="7858"/>
                    </a:cubicBezTo>
                    <a:cubicBezTo>
                      <a:pt x="0" y="6287"/>
                      <a:pt x="429" y="4893"/>
                      <a:pt x="1215" y="3679"/>
                    </a:cubicBezTo>
                    <a:cubicBezTo>
                      <a:pt x="2036" y="2465"/>
                      <a:pt x="3179" y="1572"/>
                      <a:pt x="4644" y="929"/>
                    </a:cubicBezTo>
                    <a:cubicBezTo>
                      <a:pt x="6108" y="322"/>
                      <a:pt x="7751" y="0"/>
                      <a:pt x="9501" y="0"/>
                    </a:cubicBezTo>
                    <a:cubicBezTo>
                      <a:pt x="11395" y="0"/>
                      <a:pt x="13109" y="322"/>
                      <a:pt x="14609" y="1036"/>
                    </a:cubicBezTo>
                    <a:cubicBezTo>
                      <a:pt x="16109" y="1750"/>
                      <a:pt x="17288" y="2679"/>
                      <a:pt x="18110" y="4000"/>
                    </a:cubicBezTo>
                    <a:cubicBezTo>
                      <a:pt x="18931" y="5287"/>
                      <a:pt x="19324" y="6679"/>
                      <a:pt x="19324" y="8108"/>
                    </a:cubicBezTo>
                    <a:cubicBezTo>
                      <a:pt x="19324" y="9144"/>
                      <a:pt x="19110" y="10073"/>
                      <a:pt x="18681" y="10930"/>
                    </a:cubicBezTo>
                    <a:cubicBezTo>
                      <a:pt x="18253" y="11752"/>
                      <a:pt x="17681" y="12466"/>
                      <a:pt x="17002" y="12966"/>
                    </a:cubicBezTo>
                    <a:lnTo>
                      <a:pt x="26003" y="12966"/>
                    </a:lnTo>
                    <a:lnTo>
                      <a:pt x="26003" y="16109"/>
                    </a:lnTo>
                    <a:moveTo>
                      <a:pt x="9787" y="13216"/>
                    </a:moveTo>
                    <a:cubicBezTo>
                      <a:pt x="12180" y="13216"/>
                      <a:pt x="13930" y="12752"/>
                      <a:pt x="15074" y="11787"/>
                    </a:cubicBezTo>
                    <a:cubicBezTo>
                      <a:pt x="16216" y="10823"/>
                      <a:pt x="16788" y="9644"/>
                      <a:pt x="16788" y="8287"/>
                    </a:cubicBezTo>
                    <a:cubicBezTo>
                      <a:pt x="16788" y="6929"/>
                      <a:pt x="16216" y="5715"/>
                      <a:pt x="15002" y="4715"/>
                    </a:cubicBezTo>
                    <a:cubicBezTo>
                      <a:pt x="13824" y="3715"/>
                      <a:pt x="12002" y="3215"/>
                      <a:pt x="9501" y="3215"/>
                    </a:cubicBezTo>
                    <a:cubicBezTo>
                      <a:pt x="7001" y="3215"/>
                      <a:pt x="5358" y="3715"/>
                      <a:pt x="4215" y="4679"/>
                    </a:cubicBezTo>
                    <a:cubicBezTo>
                      <a:pt x="3036" y="5644"/>
                      <a:pt x="2465" y="6822"/>
                      <a:pt x="2465" y="8144"/>
                    </a:cubicBezTo>
                    <a:cubicBezTo>
                      <a:pt x="2465" y="9466"/>
                      <a:pt x="3108" y="10680"/>
                      <a:pt x="4322" y="11716"/>
                    </a:cubicBezTo>
                    <a:cubicBezTo>
                      <a:pt x="5572" y="12752"/>
                      <a:pt x="7394" y="13252"/>
                      <a:pt x="9787" y="13252"/>
                    </a:cubicBezTo>
                    <a:close/>
                  </a:path>
                </a:pathLst>
              </a:custGeom>
              <a:solidFill>
                <a:srgbClr val="000000"/>
              </a:solidFill>
              <a:ln w="3572" cap="flat">
                <a:noFill/>
                <a:prstDash val="solid"/>
                <a:miter/>
              </a:ln>
            </p:spPr>
            <p:txBody>
              <a:bodyPr/>
              <a:lstStyle/>
              <a:p>
                <a:endParaRPr lang="en-US" sz="1701"/>
              </a:p>
            </p:txBody>
          </p:sp>
          <p:sp>
            <p:nvSpPr>
              <p:cNvPr id="12318" name="Freeform: Shape 12317">
                <a:extLst>
                  <a:ext uri="{FF2B5EF4-FFF2-40B4-BE49-F238E27FC236}">
                    <a16:creationId xmlns:a16="http://schemas.microsoft.com/office/drawing/2014/main" id="{23EE58C5-7AB8-8257-60BA-F650B8C6F0AF}"/>
                  </a:ext>
                </a:extLst>
              </p:cNvPr>
              <p:cNvSpPr/>
              <p:nvPr/>
            </p:nvSpPr>
            <p:spPr>
              <a:xfrm>
                <a:off x="5567707" y="2483986"/>
                <a:ext cx="56121" cy="41632"/>
              </a:xfrm>
              <a:custGeom>
                <a:avLst/>
                <a:gdLst>
                  <a:gd name="csX0" fmla="*/ 25574 w 25574"/>
                  <a:gd name="csY0" fmla="*/ 19074 h 19073"/>
                  <a:gd name="csX1" fmla="*/ 0 w 25574"/>
                  <a:gd name="csY1" fmla="*/ 19074 h 19073"/>
                  <a:gd name="csX2" fmla="*/ 0 w 25574"/>
                  <a:gd name="csY2" fmla="*/ 572 h 19073"/>
                  <a:gd name="csX3" fmla="*/ 3000 w 25574"/>
                  <a:gd name="csY3" fmla="*/ 572 h 19073"/>
                  <a:gd name="csX4" fmla="*/ 3000 w 25574"/>
                  <a:gd name="csY4" fmla="*/ 15681 h 19073"/>
                  <a:gd name="csX5" fmla="*/ 10823 w 25574"/>
                  <a:gd name="csY5" fmla="*/ 15681 h 19073"/>
                  <a:gd name="csX6" fmla="*/ 10823 w 25574"/>
                  <a:gd name="csY6" fmla="*/ 1536 h 19073"/>
                  <a:gd name="csX7" fmla="*/ 13823 w 25574"/>
                  <a:gd name="csY7" fmla="*/ 1536 h 19073"/>
                  <a:gd name="csX8" fmla="*/ 13823 w 25574"/>
                  <a:gd name="csY8" fmla="*/ 15681 h 19073"/>
                  <a:gd name="csX9" fmla="*/ 22538 w 25574"/>
                  <a:gd name="csY9" fmla="*/ 15681 h 19073"/>
                  <a:gd name="csX10" fmla="*/ 22538 w 25574"/>
                  <a:gd name="csY10" fmla="*/ 0 h 19073"/>
                  <a:gd name="csX11" fmla="*/ 25539 w 25574"/>
                  <a:gd name="csY11" fmla="*/ 0 h 19073"/>
                  <a:gd name="csX12" fmla="*/ 25539 w 25574"/>
                  <a:gd name="csY12" fmla="*/ 19074 h 190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5574" h="19073">
                    <a:moveTo>
                      <a:pt x="25574" y="19074"/>
                    </a:moveTo>
                    <a:lnTo>
                      <a:pt x="0" y="19074"/>
                    </a:lnTo>
                    <a:lnTo>
                      <a:pt x="0" y="572"/>
                    </a:lnTo>
                    <a:lnTo>
                      <a:pt x="3000" y="572"/>
                    </a:lnTo>
                    <a:lnTo>
                      <a:pt x="3000" y="15681"/>
                    </a:lnTo>
                    <a:lnTo>
                      <a:pt x="10823" y="15681"/>
                    </a:lnTo>
                    <a:lnTo>
                      <a:pt x="10823" y="1536"/>
                    </a:lnTo>
                    <a:lnTo>
                      <a:pt x="13823" y="1536"/>
                    </a:lnTo>
                    <a:lnTo>
                      <a:pt x="13823" y="15681"/>
                    </a:lnTo>
                    <a:lnTo>
                      <a:pt x="22538" y="15681"/>
                    </a:lnTo>
                    <a:lnTo>
                      <a:pt x="22538" y="0"/>
                    </a:lnTo>
                    <a:lnTo>
                      <a:pt x="25539" y="0"/>
                    </a:lnTo>
                    <a:lnTo>
                      <a:pt x="25539" y="19074"/>
                    </a:lnTo>
                    <a:close/>
                  </a:path>
                </a:pathLst>
              </a:custGeom>
              <a:solidFill>
                <a:srgbClr val="000000"/>
              </a:solidFill>
              <a:ln w="3572" cap="flat">
                <a:noFill/>
                <a:prstDash val="solid"/>
                <a:miter/>
              </a:ln>
            </p:spPr>
            <p:txBody>
              <a:bodyPr/>
              <a:lstStyle/>
              <a:p>
                <a:endParaRPr lang="en-US" sz="1701"/>
              </a:p>
            </p:txBody>
          </p:sp>
          <p:sp>
            <p:nvSpPr>
              <p:cNvPr id="12320" name="Freeform: Shape 12319">
                <a:extLst>
                  <a:ext uri="{FF2B5EF4-FFF2-40B4-BE49-F238E27FC236}">
                    <a16:creationId xmlns:a16="http://schemas.microsoft.com/office/drawing/2014/main" id="{10847591-F497-DE84-663C-EFAC417009A2}"/>
                  </a:ext>
                </a:extLst>
              </p:cNvPr>
              <p:cNvSpPr/>
              <p:nvPr/>
            </p:nvSpPr>
            <p:spPr>
              <a:xfrm>
                <a:off x="5644444" y="2584797"/>
                <a:ext cx="41620" cy="32822"/>
              </a:xfrm>
              <a:custGeom>
                <a:avLst/>
                <a:gdLst>
                  <a:gd name="csX0" fmla="*/ 18967 w 18966"/>
                  <a:gd name="csY0" fmla="*/ 15038 h 15037"/>
                  <a:gd name="csX1" fmla="*/ 429 w 18966"/>
                  <a:gd name="csY1" fmla="*/ 15038 h 15037"/>
                  <a:gd name="csX2" fmla="*/ 429 w 18966"/>
                  <a:gd name="csY2" fmla="*/ 12216 h 15037"/>
                  <a:gd name="csX3" fmla="*/ 3072 w 18966"/>
                  <a:gd name="csY3" fmla="*/ 12216 h 15037"/>
                  <a:gd name="csX4" fmla="*/ 0 w 18966"/>
                  <a:gd name="csY4" fmla="*/ 6322 h 15037"/>
                  <a:gd name="csX5" fmla="*/ 607 w 18966"/>
                  <a:gd name="csY5" fmla="*/ 3251 h 15037"/>
                  <a:gd name="csX6" fmla="*/ 2179 w 18966"/>
                  <a:gd name="csY6" fmla="*/ 1143 h 15037"/>
                  <a:gd name="csX7" fmla="*/ 4501 w 18966"/>
                  <a:gd name="csY7" fmla="*/ 179 h 15037"/>
                  <a:gd name="csX8" fmla="*/ 7572 w 18966"/>
                  <a:gd name="csY8" fmla="*/ 0 h 15037"/>
                  <a:gd name="csX9" fmla="*/ 18967 w 18966"/>
                  <a:gd name="csY9" fmla="*/ 0 h 15037"/>
                  <a:gd name="csX10" fmla="*/ 18967 w 18966"/>
                  <a:gd name="csY10" fmla="*/ 3143 h 15037"/>
                  <a:gd name="csX11" fmla="*/ 7715 w 18966"/>
                  <a:gd name="csY11" fmla="*/ 3143 h 15037"/>
                  <a:gd name="csX12" fmla="*/ 4858 w 18966"/>
                  <a:gd name="csY12" fmla="*/ 3501 h 15037"/>
                  <a:gd name="csX13" fmla="*/ 3322 w 18966"/>
                  <a:gd name="csY13" fmla="*/ 4786 h 15037"/>
                  <a:gd name="csX14" fmla="*/ 2750 w 18966"/>
                  <a:gd name="csY14" fmla="*/ 6965 h 15037"/>
                  <a:gd name="csX15" fmla="*/ 4036 w 18966"/>
                  <a:gd name="csY15" fmla="*/ 10430 h 15037"/>
                  <a:gd name="csX16" fmla="*/ 8859 w 18966"/>
                  <a:gd name="csY16" fmla="*/ 11894 h 15037"/>
                  <a:gd name="csX17" fmla="*/ 18967 w 18966"/>
                  <a:gd name="csY17" fmla="*/ 11894 h 15037"/>
                  <a:gd name="csX18" fmla="*/ 18967 w 18966"/>
                  <a:gd name="csY18" fmla="*/ 15038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7" y="15038"/>
                    </a:moveTo>
                    <a:lnTo>
                      <a:pt x="429" y="15038"/>
                    </a:lnTo>
                    <a:lnTo>
                      <a:pt x="429" y="12216"/>
                    </a:lnTo>
                    <a:lnTo>
                      <a:pt x="3072" y="12216"/>
                    </a:lnTo>
                    <a:cubicBezTo>
                      <a:pt x="1036" y="10859"/>
                      <a:pt x="0" y="8894"/>
                      <a:pt x="0" y="6322"/>
                    </a:cubicBezTo>
                    <a:cubicBezTo>
                      <a:pt x="0" y="5215"/>
                      <a:pt x="215" y="4179"/>
                      <a:pt x="607" y="3251"/>
                    </a:cubicBezTo>
                    <a:cubicBezTo>
                      <a:pt x="1000" y="2322"/>
                      <a:pt x="1536" y="1607"/>
                      <a:pt x="2179" y="1143"/>
                    </a:cubicBezTo>
                    <a:cubicBezTo>
                      <a:pt x="2822" y="679"/>
                      <a:pt x="3608" y="357"/>
                      <a:pt x="4501" y="179"/>
                    </a:cubicBezTo>
                    <a:cubicBezTo>
                      <a:pt x="5072" y="72"/>
                      <a:pt x="6108" y="0"/>
                      <a:pt x="7572" y="0"/>
                    </a:cubicBezTo>
                    <a:lnTo>
                      <a:pt x="18967" y="0"/>
                    </a:lnTo>
                    <a:lnTo>
                      <a:pt x="18967" y="3143"/>
                    </a:lnTo>
                    <a:lnTo>
                      <a:pt x="7715" y="3143"/>
                    </a:lnTo>
                    <a:cubicBezTo>
                      <a:pt x="6430" y="3143"/>
                      <a:pt x="5465" y="3251"/>
                      <a:pt x="4858" y="3501"/>
                    </a:cubicBezTo>
                    <a:cubicBezTo>
                      <a:pt x="4215" y="3750"/>
                      <a:pt x="3715" y="4179"/>
                      <a:pt x="3322" y="4786"/>
                    </a:cubicBezTo>
                    <a:cubicBezTo>
                      <a:pt x="2929" y="5394"/>
                      <a:pt x="2750" y="6144"/>
                      <a:pt x="2750" y="6965"/>
                    </a:cubicBezTo>
                    <a:cubicBezTo>
                      <a:pt x="2750" y="8323"/>
                      <a:pt x="3179" y="9466"/>
                      <a:pt x="4036" y="10430"/>
                    </a:cubicBezTo>
                    <a:cubicBezTo>
                      <a:pt x="4893" y="11394"/>
                      <a:pt x="6501" y="11894"/>
                      <a:pt x="8859" y="11894"/>
                    </a:cubicBezTo>
                    <a:lnTo>
                      <a:pt x="18967" y="11894"/>
                    </a:lnTo>
                    <a:lnTo>
                      <a:pt x="18967" y="15038"/>
                    </a:lnTo>
                    <a:close/>
                  </a:path>
                </a:pathLst>
              </a:custGeom>
              <a:solidFill>
                <a:srgbClr val="000000"/>
              </a:solidFill>
              <a:ln w="3572" cap="flat">
                <a:noFill/>
                <a:prstDash val="solid"/>
                <a:miter/>
              </a:ln>
            </p:spPr>
            <p:txBody>
              <a:bodyPr/>
              <a:lstStyle/>
              <a:p>
                <a:endParaRPr lang="en-US" sz="1701"/>
              </a:p>
            </p:txBody>
          </p:sp>
          <p:sp>
            <p:nvSpPr>
              <p:cNvPr id="12321" name="Freeform: Shape 12320">
                <a:extLst>
                  <a:ext uri="{FF2B5EF4-FFF2-40B4-BE49-F238E27FC236}">
                    <a16:creationId xmlns:a16="http://schemas.microsoft.com/office/drawing/2014/main" id="{3AAE6B56-D8E8-7822-886D-AF072D72A326}"/>
                  </a:ext>
                </a:extLst>
              </p:cNvPr>
              <p:cNvSpPr/>
              <p:nvPr/>
            </p:nvSpPr>
            <p:spPr>
              <a:xfrm>
                <a:off x="5630022" y="2533338"/>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9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9"/>
                    </a:lnTo>
                    <a:close/>
                  </a:path>
                </a:pathLst>
              </a:custGeom>
              <a:solidFill>
                <a:srgbClr val="000000"/>
              </a:solidFill>
              <a:ln w="3572" cap="flat">
                <a:noFill/>
                <a:prstDash val="solid"/>
                <a:miter/>
              </a:ln>
            </p:spPr>
            <p:txBody>
              <a:bodyPr/>
              <a:lstStyle/>
              <a:p>
                <a:endParaRPr lang="en-US" sz="1701"/>
              </a:p>
            </p:txBody>
          </p:sp>
          <p:sp>
            <p:nvSpPr>
              <p:cNvPr id="12322" name="Freeform: Shape 12321">
                <a:extLst>
                  <a:ext uri="{FF2B5EF4-FFF2-40B4-BE49-F238E27FC236}">
                    <a16:creationId xmlns:a16="http://schemas.microsoft.com/office/drawing/2014/main" id="{A8F370E7-776B-0263-256D-CDE784CE540B}"/>
                  </a:ext>
                </a:extLst>
              </p:cNvPr>
              <p:cNvSpPr/>
              <p:nvPr/>
            </p:nvSpPr>
            <p:spPr>
              <a:xfrm>
                <a:off x="5629943" y="2483986"/>
                <a:ext cx="56121" cy="41632"/>
              </a:xfrm>
              <a:custGeom>
                <a:avLst/>
                <a:gdLst>
                  <a:gd name="csX0" fmla="*/ 25575 w 25574"/>
                  <a:gd name="csY0" fmla="*/ 19074 h 19073"/>
                  <a:gd name="csX1" fmla="*/ 0 w 25574"/>
                  <a:gd name="csY1" fmla="*/ 19074 h 19073"/>
                  <a:gd name="csX2" fmla="*/ 0 w 25574"/>
                  <a:gd name="csY2" fmla="*/ 572 h 19073"/>
                  <a:gd name="csX3" fmla="*/ 3001 w 25574"/>
                  <a:gd name="csY3" fmla="*/ 572 h 19073"/>
                  <a:gd name="csX4" fmla="*/ 3001 w 25574"/>
                  <a:gd name="csY4" fmla="*/ 15681 h 19073"/>
                  <a:gd name="csX5" fmla="*/ 10823 w 25574"/>
                  <a:gd name="csY5" fmla="*/ 15681 h 19073"/>
                  <a:gd name="csX6" fmla="*/ 10823 w 25574"/>
                  <a:gd name="csY6" fmla="*/ 1536 h 19073"/>
                  <a:gd name="csX7" fmla="*/ 13823 w 25574"/>
                  <a:gd name="csY7" fmla="*/ 1536 h 19073"/>
                  <a:gd name="csX8" fmla="*/ 13823 w 25574"/>
                  <a:gd name="csY8" fmla="*/ 15681 h 19073"/>
                  <a:gd name="csX9" fmla="*/ 22539 w 25574"/>
                  <a:gd name="csY9" fmla="*/ 15681 h 19073"/>
                  <a:gd name="csX10" fmla="*/ 22539 w 25574"/>
                  <a:gd name="csY10" fmla="*/ 0 h 19073"/>
                  <a:gd name="csX11" fmla="*/ 25539 w 25574"/>
                  <a:gd name="csY11" fmla="*/ 0 h 19073"/>
                  <a:gd name="csX12" fmla="*/ 25539 w 25574"/>
                  <a:gd name="csY12" fmla="*/ 19074 h 190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5574" h="19073">
                    <a:moveTo>
                      <a:pt x="25575" y="19074"/>
                    </a:moveTo>
                    <a:lnTo>
                      <a:pt x="0" y="19074"/>
                    </a:lnTo>
                    <a:lnTo>
                      <a:pt x="0" y="572"/>
                    </a:lnTo>
                    <a:lnTo>
                      <a:pt x="3001" y="572"/>
                    </a:lnTo>
                    <a:lnTo>
                      <a:pt x="3001" y="15681"/>
                    </a:lnTo>
                    <a:lnTo>
                      <a:pt x="10823" y="15681"/>
                    </a:lnTo>
                    <a:lnTo>
                      <a:pt x="10823" y="1536"/>
                    </a:lnTo>
                    <a:lnTo>
                      <a:pt x="13823" y="1536"/>
                    </a:lnTo>
                    <a:lnTo>
                      <a:pt x="13823" y="15681"/>
                    </a:lnTo>
                    <a:lnTo>
                      <a:pt x="22539" y="15681"/>
                    </a:lnTo>
                    <a:lnTo>
                      <a:pt x="22539" y="0"/>
                    </a:lnTo>
                    <a:lnTo>
                      <a:pt x="25539" y="0"/>
                    </a:lnTo>
                    <a:lnTo>
                      <a:pt x="25539" y="19074"/>
                    </a:lnTo>
                    <a:close/>
                  </a:path>
                </a:pathLst>
              </a:custGeom>
              <a:solidFill>
                <a:srgbClr val="000000"/>
              </a:solidFill>
              <a:ln w="3572" cap="flat">
                <a:noFill/>
                <a:prstDash val="solid"/>
                <a:miter/>
              </a:ln>
            </p:spPr>
            <p:txBody>
              <a:bodyPr/>
              <a:lstStyle/>
              <a:p>
                <a:endParaRPr lang="en-US" sz="1701"/>
              </a:p>
            </p:txBody>
          </p:sp>
          <p:sp>
            <p:nvSpPr>
              <p:cNvPr id="12324" name="Freeform: Shape 12323">
                <a:extLst>
                  <a:ext uri="{FF2B5EF4-FFF2-40B4-BE49-F238E27FC236}">
                    <a16:creationId xmlns:a16="http://schemas.microsoft.com/office/drawing/2014/main" id="{68A6B7C3-CCE7-6524-8502-69BCAC4D61FF}"/>
                  </a:ext>
                </a:extLst>
              </p:cNvPr>
              <p:cNvSpPr/>
              <p:nvPr/>
            </p:nvSpPr>
            <p:spPr>
              <a:xfrm>
                <a:off x="5692259" y="2596568"/>
                <a:ext cx="56121" cy="46154"/>
              </a:xfrm>
              <a:custGeom>
                <a:avLst/>
                <a:gdLst>
                  <a:gd name="csX0" fmla="*/ 25574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6 w 25574"/>
                  <a:gd name="csY5" fmla="*/ 1000 h 21145"/>
                  <a:gd name="csX6" fmla="*/ 12608 w 25574"/>
                  <a:gd name="csY6" fmla="*/ 0 h 21145"/>
                  <a:gd name="csX7" fmla="*/ 17788 w 25574"/>
                  <a:gd name="csY7" fmla="*/ 679 h 21145"/>
                  <a:gd name="csX8" fmla="*/ 21502 w 25574"/>
                  <a:gd name="csY8" fmla="*/ 2429 h 21145"/>
                  <a:gd name="csX9" fmla="*/ 23824 w 25574"/>
                  <a:gd name="csY9" fmla="*/ 4751 h 21145"/>
                  <a:gd name="csX10" fmla="*/ 25110 w 25574"/>
                  <a:gd name="csY10" fmla="*/ 7822 h 21145"/>
                  <a:gd name="csX11" fmla="*/ 25539 w 25574"/>
                  <a:gd name="csY11" fmla="*/ 11930 h 21145"/>
                  <a:gd name="csX12" fmla="*/ 25539 w 25574"/>
                  <a:gd name="csY12" fmla="*/ 21145 h 21145"/>
                  <a:gd name="csX13" fmla="*/ 22574 w 25574"/>
                  <a:gd name="csY13" fmla="*/ 17717 h 21145"/>
                  <a:gd name="csX14" fmla="*/ 22574 w 25574"/>
                  <a:gd name="csY14" fmla="*/ 12252 h 21145"/>
                  <a:gd name="csX15" fmla="*/ 22110 w 25574"/>
                  <a:gd name="csY15" fmla="*/ 8287 h 21145"/>
                  <a:gd name="csX16" fmla="*/ 20788 w 25574"/>
                  <a:gd name="csY16" fmla="*/ 6001 h 21145"/>
                  <a:gd name="csX17" fmla="*/ 17538 w 25574"/>
                  <a:gd name="csY17" fmla="*/ 4143 h 21145"/>
                  <a:gd name="csX18" fmla="*/ 12608 w 25574"/>
                  <a:gd name="csY18" fmla="*/ 3465 h 21145"/>
                  <a:gd name="csX19" fmla="*/ 6429 w 25574"/>
                  <a:gd name="csY19" fmla="*/ 4786 h 21145"/>
                  <a:gd name="csX20" fmla="*/ 3536 w 25574"/>
                  <a:gd name="csY20" fmla="*/ 7965 h 21145"/>
                  <a:gd name="csX21" fmla="*/ 3036 w 25574"/>
                  <a:gd name="csY21" fmla="*/ 12359 h 21145"/>
                  <a:gd name="csX22" fmla="*/ 3036 w 25574"/>
                  <a:gd name="csY22" fmla="*/ 17717 h 21145"/>
                  <a:gd name="csX23" fmla="*/ 22574 w 25574"/>
                  <a:gd name="csY23" fmla="*/ 17717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4" y="21110"/>
                    </a:moveTo>
                    <a:lnTo>
                      <a:pt x="0" y="21110"/>
                    </a:lnTo>
                    <a:lnTo>
                      <a:pt x="0" y="12323"/>
                    </a:lnTo>
                    <a:cubicBezTo>
                      <a:pt x="0" y="10359"/>
                      <a:pt x="107" y="8823"/>
                      <a:pt x="357" y="7787"/>
                    </a:cubicBezTo>
                    <a:cubicBezTo>
                      <a:pt x="678" y="6322"/>
                      <a:pt x="1322" y="5072"/>
                      <a:pt x="2179" y="4036"/>
                    </a:cubicBezTo>
                    <a:cubicBezTo>
                      <a:pt x="3322" y="2679"/>
                      <a:pt x="4786" y="1679"/>
                      <a:pt x="6536" y="1000"/>
                    </a:cubicBezTo>
                    <a:cubicBezTo>
                      <a:pt x="8322" y="322"/>
                      <a:pt x="10323" y="0"/>
                      <a:pt x="12608" y="0"/>
                    </a:cubicBezTo>
                    <a:cubicBezTo>
                      <a:pt x="14537" y="0"/>
                      <a:pt x="16252" y="214"/>
                      <a:pt x="17788" y="679"/>
                    </a:cubicBezTo>
                    <a:cubicBezTo>
                      <a:pt x="19288" y="1143"/>
                      <a:pt x="20538" y="1714"/>
                      <a:pt x="21502" y="2429"/>
                    </a:cubicBezTo>
                    <a:cubicBezTo>
                      <a:pt x="22467" y="3143"/>
                      <a:pt x="23253" y="3929"/>
                      <a:pt x="23824" y="4751"/>
                    </a:cubicBezTo>
                    <a:cubicBezTo>
                      <a:pt x="24396" y="5608"/>
                      <a:pt x="24824" y="6608"/>
                      <a:pt x="25110" y="7822"/>
                    </a:cubicBezTo>
                    <a:cubicBezTo>
                      <a:pt x="25396" y="9001"/>
                      <a:pt x="25539" y="10359"/>
                      <a:pt x="25539" y="11930"/>
                    </a:cubicBezTo>
                    <a:lnTo>
                      <a:pt x="25539" y="21145"/>
                    </a:lnTo>
                    <a:moveTo>
                      <a:pt x="22574" y="17717"/>
                    </a:moveTo>
                    <a:lnTo>
                      <a:pt x="22574" y="12252"/>
                    </a:lnTo>
                    <a:cubicBezTo>
                      <a:pt x="22574" y="10573"/>
                      <a:pt x="22431" y="9251"/>
                      <a:pt x="22110" y="8287"/>
                    </a:cubicBezTo>
                    <a:cubicBezTo>
                      <a:pt x="21788" y="7322"/>
                      <a:pt x="21360" y="6572"/>
                      <a:pt x="20788" y="6001"/>
                    </a:cubicBezTo>
                    <a:cubicBezTo>
                      <a:pt x="20002" y="5179"/>
                      <a:pt x="18895" y="4572"/>
                      <a:pt x="17538" y="4143"/>
                    </a:cubicBezTo>
                    <a:cubicBezTo>
                      <a:pt x="16180" y="3715"/>
                      <a:pt x="14537" y="3465"/>
                      <a:pt x="12608" y="3465"/>
                    </a:cubicBezTo>
                    <a:cubicBezTo>
                      <a:pt x="9929" y="3465"/>
                      <a:pt x="7894" y="3893"/>
                      <a:pt x="6429" y="4786"/>
                    </a:cubicBezTo>
                    <a:cubicBezTo>
                      <a:pt x="4965" y="5679"/>
                      <a:pt x="4036" y="6715"/>
                      <a:pt x="3536" y="7965"/>
                    </a:cubicBezTo>
                    <a:cubicBezTo>
                      <a:pt x="3179" y="8858"/>
                      <a:pt x="3036" y="10323"/>
                      <a:pt x="3036" y="12359"/>
                    </a:cubicBezTo>
                    <a:lnTo>
                      <a:pt x="3036" y="17717"/>
                    </a:lnTo>
                    <a:lnTo>
                      <a:pt x="22574" y="17717"/>
                    </a:lnTo>
                    <a:close/>
                  </a:path>
                </a:pathLst>
              </a:custGeom>
              <a:solidFill>
                <a:srgbClr val="000000"/>
              </a:solidFill>
              <a:ln w="3572" cap="flat">
                <a:noFill/>
                <a:prstDash val="solid"/>
                <a:miter/>
              </a:ln>
            </p:spPr>
            <p:txBody>
              <a:bodyPr/>
              <a:lstStyle/>
              <a:p>
                <a:endParaRPr lang="en-US" sz="1701"/>
              </a:p>
            </p:txBody>
          </p:sp>
          <p:sp>
            <p:nvSpPr>
              <p:cNvPr id="12325" name="Freeform: Shape 12324">
                <a:extLst>
                  <a:ext uri="{FF2B5EF4-FFF2-40B4-BE49-F238E27FC236}">
                    <a16:creationId xmlns:a16="http://schemas.microsoft.com/office/drawing/2014/main" id="{7C3C4791-4379-2B20-D189-6EAD78D01BE4}"/>
                  </a:ext>
                </a:extLst>
              </p:cNvPr>
              <p:cNvSpPr/>
              <p:nvPr/>
            </p:nvSpPr>
            <p:spPr>
              <a:xfrm>
                <a:off x="5692259" y="2580507"/>
                <a:ext cx="56121" cy="6860"/>
              </a:xfrm>
              <a:custGeom>
                <a:avLst/>
                <a:gdLst>
                  <a:gd name="csX0" fmla="*/ 25574 w 25574"/>
                  <a:gd name="csY0" fmla="*/ 3143 h 3143"/>
                  <a:gd name="csX1" fmla="*/ 0 w 25574"/>
                  <a:gd name="csY1" fmla="*/ 3143 h 3143"/>
                  <a:gd name="csX2" fmla="*/ 0 w 25574"/>
                  <a:gd name="csY2" fmla="*/ 0 h 3143"/>
                  <a:gd name="csX3" fmla="*/ 25574 w 25574"/>
                  <a:gd name="csY3" fmla="*/ 0 h 3143"/>
                  <a:gd name="csX4" fmla="*/ 25574 w 25574"/>
                  <a:gd name="csY4" fmla="*/ 3143 h 3143"/>
                </a:gdLst>
                <a:ahLst/>
                <a:cxnLst>
                  <a:cxn ang="0">
                    <a:pos x="csX0" y="csY0"/>
                  </a:cxn>
                  <a:cxn ang="0">
                    <a:pos x="csX1" y="csY1"/>
                  </a:cxn>
                  <a:cxn ang="0">
                    <a:pos x="csX2" y="csY2"/>
                  </a:cxn>
                  <a:cxn ang="0">
                    <a:pos x="csX3" y="csY3"/>
                  </a:cxn>
                  <a:cxn ang="0">
                    <a:pos x="csX4" y="csY4"/>
                  </a:cxn>
                </a:cxnLst>
                <a:rect l="l" t="t" r="r" b="b"/>
                <a:pathLst>
                  <a:path w="25574" h="3143">
                    <a:moveTo>
                      <a:pt x="25574" y="3143"/>
                    </a:moveTo>
                    <a:lnTo>
                      <a:pt x="0" y="3143"/>
                    </a:lnTo>
                    <a:lnTo>
                      <a:pt x="0" y="0"/>
                    </a:lnTo>
                    <a:lnTo>
                      <a:pt x="25574" y="0"/>
                    </a:lnTo>
                    <a:lnTo>
                      <a:pt x="25574" y="3143"/>
                    </a:lnTo>
                    <a:close/>
                  </a:path>
                </a:pathLst>
              </a:custGeom>
              <a:solidFill>
                <a:srgbClr val="000000"/>
              </a:solidFill>
              <a:ln w="3572" cap="flat">
                <a:noFill/>
                <a:prstDash val="solid"/>
                <a:miter/>
              </a:ln>
            </p:spPr>
            <p:txBody>
              <a:bodyPr/>
              <a:lstStyle/>
              <a:p>
                <a:endParaRPr lang="en-US" sz="1701"/>
              </a:p>
            </p:txBody>
          </p:sp>
          <p:sp>
            <p:nvSpPr>
              <p:cNvPr id="12326" name="Freeform: Shape 12325">
                <a:extLst>
                  <a:ext uri="{FF2B5EF4-FFF2-40B4-BE49-F238E27FC236}">
                    <a16:creationId xmlns:a16="http://schemas.microsoft.com/office/drawing/2014/main" id="{D3787355-22DA-63B9-176C-65E6704FCBC7}"/>
                  </a:ext>
                </a:extLst>
              </p:cNvPr>
              <p:cNvSpPr/>
              <p:nvPr/>
            </p:nvSpPr>
            <p:spPr>
              <a:xfrm>
                <a:off x="5706760" y="2537082"/>
                <a:ext cx="41620" cy="32822"/>
              </a:xfrm>
              <a:custGeom>
                <a:avLst/>
                <a:gdLst>
                  <a:gd name="csX0" fmla="*/ 18966 w 18966"/>
                  <a:gd name="csY0" fmla="*/ 15038 h 15037"/>
                  <a:gd name="csX1" fmla="*/ 429 w 18966"/>
                  <a:gd name="csY1" fmla="*/ 15038 h 15037"/>
                  <a:gd name="csX2" fmla="*/ 429 w 18966"/>
                  <a:gd name="csY2" fmla="*/ 12216 h 15037"/>
                  <a:gd name="csX3" fmla="*/ 3072 w 18966"/>
                  <a:gd name="csY3" fmla="*/ 12216 h 15037"/>
                  <a:gd name="csX4" fmla="*/ 0 w 18966"/>
                  <a:gd name="csY4" fmla="*/ 6322 h 15037"/>
                  <a:gd name="csX5" fmla="*/ 607 w 18966"/>
                  <a:gd name="csY5" fmla="*/ 3251 h 15037"/>
                  <a:gd name="csX6" fmla="*/ 2179 w 18966"/>
                  <a:gd name="csY6" fmla="*/ 1143 h 15037"/>
                  <a:gd name="csX7" fmla="*/ 4501 w 18966"/>
                  <a:gd name="csY7" fmla="*/ 179 h 15037"/>
                  <a:gd name="csX8" fmla="*/ 7572 w 18966"/>
                  <a:gd name="csY8" fmla="*/ 0 h 15037"/>
                  <a:gd name="csX9" fmla="*/ 18966 w 18966"/>
                  <a:gd name="csY9" fmla="*/ 0 h 15037"/>
                  <a:gd name="csX10" fmla="*/ 18966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6 w 18966"/>
                  <a:gd name="csY17" fmla="*/ 11894 h 15037"/>
                  <a:gd name="csX18" fmla="*/ 18966 w 18966"/>
                  <a:gd name="csY18" fmla="*/ 15038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6" y="15038"/>
                    </a:moveTo>
                    <a:lnTo>
                      <a:pt x="429" y="15038"/>
                    </a:lnTo>
                    <a:lnTo>
                      <a:pt x="429" y="12216"/>
                    </a:lnTo>
                    <a:lnTo>
                      <a:pt x="3072" y="12216"/>
                    </a:lnTo>
                    <a:cubicBezTo>
                      <a:pt x="1036" y="10858"/>
                      <a:pt x="0" y="8894"/>
                      <a:pt x="0" y="6322"/>
                    </a:cubicBezTo>
                    <a:cubicBezTo>
                      <a:pt x="0" y="5215"/>
                      <a:pt x="214" y="4179"/>
                      <a:pt x="607" y="3251"/>
                    </a:cubicBezTo>
                    <a:cubicBezTo>
                      <a:pt x="1000" y="2322"/>
                      <a:pt x="1536" y="1607"/>
                      <a:pt x="2179" y="1143"/>
                    </a:cubicBezTo>
                    <a:cubicBezTo>
                      <a:pt x="2822" y="679"/>
                      <a:pt x="3608" y="357"/>
                      <a:pt x="4501" y="179"/>
                    </a:cubicBezTo>
                    <a:cubicBezTo>
                      <a:pt x="5072" y="72"/>
                      <a:pt x="6108" y="0"/>
                      <a:pt x="7572" y="0"/>
                    </a:cubicBezTo>
                    <a:lnTo>
                      <a:pt x="18966" y="0"/>
                    </a:lnTo>
                    <a:lnTo>
                      <a:pt x="18966" y="3143"/>
                    </a:lnTo>
                    <a:lnTo>
                      <a:pt x="7715" y="3143"/>
                    </a:lnTo>
                    <a:cubicBezTo>
                      <a:pt x="6429" y="3143"/>
                      <a:pt x="5465" y="3251"/>
                      <a:pt x="4858" y="3500"/>
                    </a:cubicBezTo>
                    <a:cubicBezTo>
                      <a:pt x="4215" y="3750"/>
                      <a:pt x="3715" y="4179"/>
                      <a:pt x="3322" y="4786"/>
                    </a:cubicBezTo>
                    <a:cubicBezTo>
                      <a:pt x="2929" y="5394"/>
                      <a:pt x="2750" y="6144"/>
                      <a:pt x="2750" y="6965"/>
                    </a:cubicBezTo>
                    <a:cubicBezTo>
                      <a:pt x="2750" y="8323"/>
                      <a:pt x="3179" y="9466"/>
                      <a:pt x="4036" y="10430"/>
                    </a:cubicBezTo>
                    <a:cubicBezTo>
                      <a:pt x="4893" y="11394"/>
                      <a:pt x="6501" y="11894"/>
                      <a:pt x="8858" y="11894"/>
                    </a:cubicBezTo>
                    <a:lnTo>
                      <a:pt x="18966" y="11894"/>
                    </a:lnTo>
                    <a:lnTo>
                      <a:pt x="18966" y="15038"/>
                    </a:lnTo>
                    <a:close/>
                  </a:path>
                </a:pathLst>
              </a:custGeom>
              <a:solidFill>
                <a:srgbClr val="000000"/>
              </a:solidFill>
              <a:ln w="3572" cap="flat">
                <a:noFill/>
                <a:prstDash val="solid"/>
                <a:miter/>
              </a:ln>
            </p:spPr>
            <p:txBody>
              <a:bodyPr/>
              <a:lstStyle/>
              <a:p>
                <a:endParaRPr lang="en-US" sz="1701"/>
              </a:p>
            </p:txBody>
          </p:sp>
          <p:sp>
            <p:nvSpPr>
              <p:cNvPr id="12327" name="Freeform: Shape 12326">
                <a:extLst>
                  <a:ext uri="{FF2B5EF4-FFF2-40B4-BE49-F238E27FC236}">
                    <a16:creationId xmlns:a16="http://schemas.microsoft.com/office/drawing/2014/main" id="{0842DD9A-7479-0832-115E-999E59D047A1}"/>
                  </a:ext>
                </a:extLst>
              </p:cNvPr>
              <p:cNvSpPr/>
              <p:nvPr/>
            </p:nvSpPr>
            <p:spPr>
              <a:xfrm>
                <a:off x="5724632" y="2508156"/>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328" name="Freeform: Shape 12327">
                <a:extLst>
                  <a:ext uri="{FF2B5EF4-FFF2-40B4-BE49-F238E27FC236}">
                    <a16:creationId xmlns:a16="http://schemas.microsoft.com/office/drawing/2014/main" id="{B88F0500-5AEA-42FF-ECC5-CBFAD45A459F}"/>
                  </a:ext>
                </a:extLst>
              </p:cNvPr>
              <p:cNvSpPr/>
              <p:nvPr/>
            </p:nvSpPr>
            <p:spPr>
              <a:xfrm>
                <a:off x="5706760" y="2478687"/>
                <a:ext cx="41620" cy="21985"/>
              </a:xfrm>
              <a:custGeom>
                <a:avLst/>
                <a:gdLst>
                  <a:gd name="csX0" fmla="*/ 18966 w 18966"/>
                  <a:gd name="csY0" fmla="*/ 10073 h 10072"/>
                  <a:gd name="csX1" fmla="*/ 429 w 18966"/>
                  <a:gd name="csY1" fmla="*/ 10073 h 10072"/>
                  <a:gd name="csX2" fmla="*/ 429 w 18966"/>
                  <a:gd name="csY2" fmla="*/ 7251 h 10072"/>
                  <a:gd name="csX3" fmla="*/ 3251 w 18966"/>
                  <a:gd name="csY3" fmla="*/ 7251 h 10072"/>
                  <a:gd name="csX4" fmla="*/ 643 w 18966"/>
                  <a:gd name="csY4" fmla="*/ 5251 h 10072"/>
                  <a:gd name="csX5" fmla="*/ 0 w 18966"/>
                  <a:gd name="csY5" fmla="*/ 3250 h 10072"/>
                  <a:gd name="csX6" fmla="*/ 1036 w 18966"/>
                  <a:gd name="csY6" fmla="*/ 0 h 10072"/>
                  <a:gd name="csX7" fmla="*/ 3965 w 18966"/>
                  <a:gd name="csY7" fmla="*/ 1072 h 10072"/>
                  <a:gd name="csX8" fmla="*/ 3286 w 18966"/>
                  <a:gd name="csY8" fmla="*/ 3358 h 10072"/>
                  <a:gd name="csX9" fmla="*/ 3893 w 18966"/>
                  <a:gd name="csY9" fmla="*/ 5215 h 10072"/>
                  <a:gd name="csX10" fmla="*/ 5608 w 18966"/>
                  <a:gd name="csY10" fmla="*/ 6394 h 10072"/>
                  <a:gd name="csX11" fmla="*/ 9287 w 18966"/>
                  <a:gd name="csY11" fmla="*/ 6929 h 10072"/>
                  <a:gd name="csX12" fmla="*/ 18966 w 18966"/>
                  <a:gd name="csY12" fmla="*/ 6929 h 10072"/>
                  <a:gd name="csX13" fmla="*/ 18966 w 18966"/>
                  <a:gd name="csY13" fmla="*/ 10073 h 10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966" h="10072">
                    <a:moveTo>
                      <a:pt x="18966" y="10073"/>
                    </a:moveTo>
                    <a:lnTo>
                      <a:pt x="429" y="10073"/>
                    </a:lnTo>
                    <a:lnTo>
                      <a:pt x="429" y="7251"/>
                    </a:lnTo>
                    <a:lnTo>
                      <a:pt x="3251" y="7251"/>
                    </a:lnTo>
                    <a:cubicBezTo>
                      <a:pt x="1929" y="6537"/>
                      <a:pt x="1071" y="5858"/>
                      <a:pt x="643" y="5251"/>
                    </a:cubicBezTo>
                    <a:cubicBezTo>
                      <a:pt x="214" y="4643"/>
                      <a:pt x="0" y="3965"/>
                      <a:pt x="0" y="3250"/>
                    </a:cubicBezTo>
                    <a:cubicBezTo>
                      <a:pt x="0" y="2179"/>
                      <a:pt x="357" y="1107"/>
                      <a:pt x="1036" y="0"/>
                    </a:cubicBezTo>
                    <a:lnTo>
                      <a:pt x="3965" y="1072"/>
                    </a:lnTo>
                    <a:cubicBezTo>
                      <a:pt x="3500" y="1822"/>
                      <a:pt x="3286" y="2607"/>
                      <a:pt x="3286" y="3358"/>
                    </a:cubicBezTo>
                    <a:cubicBezTo>
                      <a:pt x="3286" y="4036"/>
                      <a:pt x="3500" y="4643"/>
                      <a:pt x="3893" y="5215"/>
                    </a:cubicBezTo>
                    <a:cubicBezTo>
                      <a:pt x="4322" y="5786"/>
                      <a:pt x="4893" y="6179"/>
                      <a:pt x="5608" y="6394"/>
                    </a:cubicBezTo>
                    <a:cubicBezTo>
                      <a:pt x="6715" y="6751"/>
                      <a:pt x="7965" y="6929"/>
                      <a:pt x="9287" y="6929"/>
                    </a:cubicBezTo>
                    <a:lnTo>
                      <a:pt x="18966" y="6929"/>
                    </a:lnTo>
                    <a:lnTo>
                      <a:pt x="18966" y="10073"/>
                    </a:lnTo>
                    <a:close/>
                  </a:path>
                </a:pathLst>
              </a:custGeom>
              <a:solidFill>
                <a:srgbClr val="000000"/>
              </a:solidFill>
              <a:ln w="3572" cap="flat">
                <a:noFill/>
                <a:prstDash val="solid"/>
                <a:miter/>
              </a:ln>
            </p:spPr>
            <p:txBody>
              <a:bodyPr/>
              <a:lstStyle/>
              <a:p>
                <a:endParaRPr lang="en-US" sz="1701"/>
              </a:p>
            </p:txBody>
          </p:sp>
          <p:sp>
            <p:nvSpPr>
              <p:cNvPr id="12330" name="Freeform: Shape 12329">
                <a:extLst>
                  <a:ext uri="{FF2B5EF4-FFF2-40B4-BE49-F238E27FC236}">
                    <a16:creationId xmlns:a16="http://schemas.microsoft.com/office/drawing/2014/main" id="{CA356457-5638-E089-200B-ED848A5C9C2B}"/>
                  </a:ext>
                </a:extLst>
              </p:cNvPr>
              <p:cNvSpPr/>
              <p:nvPr/>
            </p:nvSpPr>
            <p:spPr>
              <a:xfrm>
                <a:off x="5754494" y="2642100"/>
                <a:ext cx="56121" cy="43971"/>
              </a:xfrm>
              <a:custGeom>
                <a:avLst/>
                <a:gdLst>
                  <a:gd name="csX0" fmla="*/ 25575 w 25574"/>
                  <a:gd name="csY0" fmla="*/ 20145 h 20145"/>
                  <a:gd name="csX1" fmla="*/ 0 w 25574"/>
                  <a:gd name="csY1" fmla="*/ 20145 h 20145"/>
                  <a:gd name="csX2" fmla="*/ 0 w 25574"/>
                  <a:gd name="csY2" fmla="*/ 16681 h 20145"/>
                  <a:gd name="csX3" fmla="*/ 20074 w 25574"/>
                  <a:gd name="csY3" fmla="*/ 3250 h 20145"/>
                  <a:gd name="csX4" fmla="*/ 0 w 25574"/>
                  <a:gd name="csY4" fmla="*/ 3250 h 20145"/>
                  <a:gd name="csX5" fmla="*/ 0 w 25574"/>
                  <a:gd name="csY5" fmla="*/ 0 h 20145"/>
                  <a:gd name="csX6" fmla="*/ 25575 w 25574"/>
                  <a:gd name="csY6" fmla="*/ 0 h 20145"/>
                  <a:gd name="csX7" fmla="*/ 25575 w 25574"/>
                  <a:gd name="csY7" fmla="*/ 3465 h 20145"/>
                  <a:gd name="csX8" fmla="*/ 5501 w 25574"/>
                  <a:gd name="csY8" fmla="*/ 16895 h 20145"/>
                  <a:gd name="csX9" fmla="*/ 25575 w 25574"/>
                  <a:gd name="csY9" fmla="*/ 16895 h 20145"/>
                  <a:gd name="csX10" fmla="*/ 25575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5" y="20145"/>
                    </a:moveTo>
                    <a:lnTo>
                      <a:pt x="0" y="20145"/>
                    </a:lnTo>
                    <a:lnTo>
                      <a:pt x="0" y="16681"/>
                    </a:lnTo>
                    <a:lnTo>
                      <a:pt x="20074" y="3250"/>
                    </a:lnTo>
                    <a:lnTo>
                      <a:pt x="0" y="3250"/>
                    </a:lnTo>
                    <a:lnTo>
                      <a:pt x="0" y="0"/>
                    </a:lnTo>
                    <a:lnTo>
                      <a:pt x="25575" y="0"/>
                    </a:lnTo>
                    <a:lnTo>
                      <a:pt x="25575" y="3465"/>
                    </a:lnTo>
                    <a:lnTo>
                      <a:pt x="5501" y="16895"/>
                    </a:lnTo>
                    <a:lnTo>
                      <a:pt x="25575" y="16895"/>
                    </a:lnTo>
                    <a:lnTo>
                      <a:pt x="25575" y="20145"/>
                    </a:lnTo>
                    <a:close/>
                  </a:path>
                </a:pathLst>
              </a:custGeom>
              <a:solidFill>
                <a:srgbClr val="000000"/>
              </a:solidFill>
              <a:ln w="3572" cap="flat">
                <a:noFill/>
                <a:prstDash val="solid"/>
                <a:miter/>
              </a:ln>
            </p:spPr>
            <p:txBody>
              <a:bodyPr/>
              <a:lstStyle/>
              <a:p>
                <a:endParaRPr lang="en-US" sz="1701"/>
              </a:p>
            </p:txBody>
          </p:sp>
          <p:sp>
            <p:nvSpPr>
              <p:cNvPr id="12331" name="Freeform: Shape 12330">
                <a:extLst>
                  <a:ext uri="{FF2B5EF4-FFF2-40B4-BE49-F238E27FC236}">
                    <a16:creationId xmlns:a16="http://schemas.microsoft.com/office/drawing/2014/main" id="{8EB4B86D-E002-6F2C-2F6F-3DA090A99C8B}"/>
                  </a:ext>
                </a:extLst>
              </p:cNvPr>
              <p:cNvSpPr/>
              <p:nvPr/>
            </p:nvSpPr>
            <p:spPr>
              <a:xfrm>
                <a:off x="5754494" y="2595088"/>
                <a:ext cx="56121" cy="34850"/>
              </a:xfrm>
              <a:custGeom>
                <a:avLst/>
                <a:gdLst>
                  <a:gd name="csX0" fmla="*/ 25575 w 25574"/>
                  <a:gd name="csY0" fmla="*/ 15966 h 15966"/>
                  <a:gd name="csX1" fmla="*/ 0 w 25574"/>
                  <a:gd name="csY1" fmla="*/ 15966 h 15966"/>
                  <a:gd name="csX2" fmla="*/ 0 w 25574"/>
                  <a:gd name="csY2" fmla="*/ 12573 h 15966"/>
                  <a:gd name="csX3" fmla="*/ 22539 w 25574"/>
                  <a:gd name="csY3" fmla="*/ 12573 h 15966"/>
                  <a:gd name="csX4" fmla="*/ 22539 w 25574"/>
                  <a:gd name="csY4" fmla="*/ 0 h 15966"/>
                  <a:gd name="csX5" fmla="*/ 25539 w 25574"/>
                  <a:gd name="csY5" fmla="*/ 0 h 15966"/>
                  <a:gd name="csX6" fmla="*/ 25539 w 25574"/>
                  <a:gd name="csY6" fmla="*/ 15966 h 159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574" h="15966">
                    <a:moveTo>
                      <a:pt x="25575" y="15966"/>
                    </a:moveTo>
                    <a:lnTo>
                      <a:pt x="0" y="15966"/>
                    </a:lnTo>
                    <a:lnTo>
                      <a:pt x="0" y="12573"/>
                    </a:lnTo>
                    <a:lnTo>
                      <a:pt x="22539" y="12573"/>
                    </a:lnTo>
                    <a:lnTo>
                      <a:pt x="22539" y="0"/>
                    </a:lnTo>
                    <a:lnTo>
                      <a:pt x="25539" y="0"/>
                    </a:lnTo>
                    <a:lnTo>
                      <a:pt x="25539" y="15966"/>
                    </a:lnTo>
                    <a:close/>
                  </a:path>
                </a:pathLst>
              </a:custGeom>
              <a:solidFill>
                <a:srgbClr val="000000"/>
              </a:solidFill>
              <a:ln w="3572" cap="flat">
                <a:noFill/>
                <a:prstDash val="solid"/>
                <a:miter/>
              </a:ln>
            </p:spPr>
            <p:txBody>
              <a:bodyPr/>
              <a:lstStyle/>
              <a:p>
                <a:endParaRPr lang="en-US" sz="1701"/>
              </a:p>
            </p:txBody>
          </p:sp>
          <p:sp>
            <p:nvSpPr>
              <p:cNvPr id="12332" name="Freeform: Shape 12331">
                <a:extLst>
                  <a:ext uri="{FF2B5EF4-FFF2-40B4-BE49-F238E27FC236}">
                    <a16:creationId xmlns:a16="http://schemas.microsoft.com/office/drawing/2014/main" id="{ABFF0080-8CE4-F1DA-4B9F-7E90BB92B571}"/>
                  </a:ext>
                </a:extLst>
              </p:cNvPr>
              <p:cNvSpPr/>
              <p:nvPr/>
            </p:nvSpPr>
            <p:spPr>
              <a:xfrm>
                <a:off x="5754574" y="2546282"/>
                <a:ext cx="56042" cy="44205"/>
              </a:xfrm>
              <a:custGeom>
                <a:avLst/>
                <a:gdLst>
                  <a:gd name="csX0" fmla="*/ 25539 w 25538"/>
                  <a:gd name="csY0" fmla="*/ 11823 h 20252"/>
                  <a:gd name="csX1" fmla="*/ 3000 w 25538"/>
                  <a:gd name="csY1" fmla="*/ 11823 h 20252"/>
                  <a:gd name="csX2" fmla="*/ 3000 w 25538"/>
                  <a:gd name="csY2" fmla="*/ 20253 h 20252"/>
                  <a:gd name="csX3" fmla="*/ 0 w 25538"/>
                  <a:gd name="csY3" fmla="*/ 20253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9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3"/>
                    </a:lnTo>
                    <a:lnTo>
                      <a:pt x="0" y="20253"/>
                    </a:lnTo>
                    <a:lnTo>
                      <a:pt x="0" y="0"/>
                    </a:lnTo>
                    <a:lnTo>
                      <a:pt x="3000" y="0"/>
                    </a:lnTo>
                    <a:lnTo>
                      <a:pt x="3000" y="8465"/>
                    </a:lnTo>
                    <a:lnTo>
                      <a:pt x="25539" y="8465"/>
                    </a:lnTo>
                    <a:lnTo>
                      <a:pt x="25539" y="11859"/>
                    </a:lnTo>
                    <a:close/>
                  </a:path>
                </a:pathLst>
              </a:custGeom>
              <a:solidFill>
                <a:srgbClr val="000000"/>
              </a:solidFill>
              <a:ln w="3572" cap="flat">
                <a:noFill/>
                <a:prstDash val="solid"/>
                <a:miter/>
              </a:ln>
            </p:spPr>
            <p:txBody>
              <a:bodyPr/>
              <a:lstStyle/>
              <a:p>
                <a:endParaRPr lang="en-US" sz="1701"/>
              </a:p>
            </p:txBody>
          </p:sp>
          <p:sp>
            <p:nvSpPr>
              <p:cNvPr id="12333" name="Freeform: Shape 12332">
                <a:extLst>
                  <a:ext uri="{FF2B5EF4-FFF2-40B4-BE49-F238E27FC236}">
                    <a16:creationId xmlns:a16="http://schemas.microsoft.com/office/drawing/2014/main" id="{1461ABBA-76D2-46EC-37F3-29F1B95D2CA4}"/>
                  </a:ext>
                </a:extLst>
              </p:cNvPr>
              <p:cNvSpPr/>
              <p:nvPr/>
            </p:nvSpPr>
            <p:spPr>
              <a:xfrm>
                <a:off x="5769075" y="2484766"/>
                <a:ext cx="41620" cy="54809"/>
              </a:xfrm>
              <a:custGeom>
                <a:avLst/>
                <a:gdLst>
                  <a:gd name="csX0" fmla="*/ 18931 w 18966"/>
                  <a:gd name="csY0" fmla="*/ 25110 h 25110"/>
                  <a:gd name="csX1" fmla="*/ 393 w 18966"/>
                  <a:gd name="csY1" fmla="*/ 25110 h 25110"/>
                  <a:gd name="csX2" fmla="*/ 393 w 18966"/>
                  <a:gd name="csY2" fmla="*/ 22289 h 25110"/>
                  <a:gd name="csX3" fmla="*/ 3001 w 18966"/>
                  <a:gd name="csY3" fmla="*/ 22289 h 25110"/>
                  <a:gd name="csX4" fmla="*/ 821 w 18966"/>
                  <a:gd name="csY4" fmla="*/ 19967 h 25110"/>
                  <a:gd name="csX5" fmla="*/ 0 w 18966"/>
                  <a:gd name="csY5" fmla="*/ 16645 h 25110"/>
                  <a:gd name="csX6" fmla="*/ 857 w 18966"/>
                  <a:gd name="csY6" fmla="*/ 13287 h 25110"/>
                  <a:gd name="csX7" fmla="*/ 3251 w 18966"/>
                  <a:gd name="csY7" fmla="*/ 11430 h 25110"/>
                  <a:gd name="csX8" fmla="*/ 0 w 18966"/>
                  <a:gd name="csY8" fmla="*/ 5715 h 25110"/>
                  <a:gd name="csX9" fmla="*/ 1536 w 18966"/>
                  <a:gd name="csY9" fmla="*/ 1500 h 25110"/>
                  <a:gd name="csX10" fmla="*/ 6251 w 18966"/>
                  <a:gd name="csY10" fmla="*/ 0 h 25110"/>
                  <a:gd name="csX11" fmla="*/ 18967 w 18966"/>
                  <a:gd name="csY11" fmla="*/ 0 h 25110"/>
                  <a:gd name="csX12" fmla="*/ 18967 w 18966"/>
                  <a:gd name="csY12" fmla="*/ 3143 h 25110"/>
                  <a:gd name="csX13" fmla="*/ 7287 w 18966"/>
                  <a:gd name="csY13" fmla="*/ 3143 h 25110"/>
                  <a:gd name="csX14" fmla="*/ 4572 w 18966"/>
                  <a:gd name="csY14" fmla="*/ 3465 h 25110"/>
                  <a:gd name="csX15" fmla="*/ 3251 w 18966"/>
                  <a:gd name="csY15" fmla="*/ 4572 h 25110"/>
                  <a:gd name="csX16" fmla="*/ 2750 w 18966"/>
                  <a:gd name="csY16" fmla="*/ 6430 h 25110"/>
                  <a:gd name="csX17" fmla="*/ 4036 w 18966"/>
                  <a:gd name="csY17" fmla="*/ 9680 h 25110"/>
                  <a:gd name="csX18" fmla="*/ 8180 w 18966"/>
                  <a:gd name="csY18" fmla="*/ 10966 h 25110"/>
                  <a:gd name="csX19" fmla="*/ 18931 w 18966"/>
                  <a:gd name="csY19" fmla="*/ 10966 h 25110"/>
                  <a:gd name="csX20" fmla="*/ 18931 w 18966"/>
                  <a:gd name="csY20" fmla="*/ 14109 h 25110"/>
                  <a:gd name="csX21" fmla="*/ 6894 w 18966"/>
                  <a:gd name="csY21" fmla="*/ 14109 h 25110"/>
                  <a:gd name="csX22" fmla="*/ 3751 w 18966"/>
                  <a:gd name="csY22" fmla="*/ 14859 h 25110"/>
                  <a:gd name="csX23" fmla="*/ 2715 w 18966"/>
                  <a:gd name="csY23" fmla="*/ 17359 h 25110"/>
                  <a:gd name="csX24" fmla="*/ 3429 w 18966"/>
                  <a:gd name="csY24" fmla="*/ 19824 h 25110"/>
                  <a:gd name="csX25" fmla="*/ 5465 w 18966"/>
                  <a:gd name="csY25" fmla="*/ 21467 h 25110"/>
                  <a:gd name="csX26" fmla="*/ 9323 w 18966"/>
                  <a:gd name="csY26" fmla="*/ 21967 h 25110"/>
                  <a:gd name="csX27" fmla="*/ 18931 w 18966"/>
                  <a:gd name="csY27" fmla="*/ 21967 h 25110"/>
                  <a:gd name="csX28" fmla="*/ 18931 w 18966"/>
                  <a:gd name="csY28" fmla="*/ 25110 h 25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8966" h="25110">
                    <a:moveTo>
                      <a:pt x="18931" y="25110"/>
                    </a:moveTo>
                    <a:lnTo>
                      <a:pt x="393" y="25110"/>
                    </a:lnTo>
                    <a:lnTo>
                      <a:pt x="393" y="22289"/>
                    </a:lnTo>
                    <a:lnTo>
                      <a:pt x="3001" y="22289"/>
                    </a:lnTo>
                    <a:cubicBezTo>
                      <a:pt x="2108" y="21717"/>
                      <a:pt x="1357" y="20931"/>
                      <a:pt x="821" y="19967"/>
                    </a:cubicBezTo>
                    <a:cubicBezTo>
                      <a:pt x="250" y="19002"/>
                      <a:pt x="0" y="17895"/>
                      <a:pt x="0" y="16645"/>
                    </a:cubicBezTo>
                    <a:cubicBezTo>
                      <a:pt x="0" y="15288"/>
                      <a:pt x="286" y="14145"/>
                      <a:pt x="857" y="13287"/>
                    </a:cubicBezTo>
                    <a:cubicBezTo>
                      <a:pt x="1429" y="12395"/>
                      <a:pt x="2215" y="11787"/>
                      <a:pt x="3251" y="11430"/>
                    </a:cubicBezTo>
                    <a:cubicBezTo>
                      <a:pt x="1072" y="9966"/>
                      <a:pt x="0" y="8072"/>
                      <a:pt x="0" y="5715"/>
                    </a:cubicBezTo>
                    <a:cubicBezTo>
                      <a:pt x="0" y="3893"/>
                      <a:pt x="500" y="2465"/>
                      <a:pt x="1536" y="1500"/>
                    </a:cubicBezTo>
                    <a:cubicBezTo>
                      <a:pt x="2572" y="500"/>
                      <a:pt x="4108" y="0"/>
                      <a:pt x="6251" y="0"/>
                    </a:cubicBezTo>
                    <a:lnTo>
                      <a:pt x="18967" y="0"/>
                    </a:lnTo>
                    <a:lnTo>
                      <a:pt x="18967" y="3143"/>
                    </a:lnTo>
                    <a:lnTo>
                      <a:pt x="7287" y="3143"/>
                    </a:lnTo>
                    <a:cubicBezTo>
                      <a:pt x="6037" y="3143"/>
                      <a:pt x="5108" y="3251"/>
                      <a:pt x="4572" y="3465"/>
                    </a:cubicBezTo>
                    <a:cubicBezTo>
                      <a:pt x="4036" y="3679"/>
                      <a:pt x="3572" y="4036"/>
                      <a:pt x="3251" y="4572"/>
                    </a:cubicBezTo>
                    <a:cubicBezTo>
                      <a:pt x="2929" y="5108"/>
                      <a:pt x="2750" y="5715"/>
                      <a:pt x="2750" y="6430"/>
                    </a:cubicBezTo>
                    <a:cubicBezTo>
                      <a:pt x="2750" y="7751"/>
                      <a:pt x="3179" y="8823"/>
                      <a:pt x="4036" y="9680"/>
                    </a:cubicBezTo>
                    <a:cubicBezTo>
                      <a:pt x="4893" y="10537"/>
                      <a:pt x="6287" y="10966"/>
                      <a:pt x="8180" y="10966"/>
                    </a:cubicBezTo>
                    <a:lnTo>
                      <a:pt x="18931" y="10966"/>
                    </a:lnTo>
                    <a:lnTo>
                      <a:pt x="18931" y="14109"/>
                    </a:lnTo>
                    <a:lnTo>
                      <a:pt x="6894" y="14109"/>
                    </a:lnTo>
                    <a:cubicBezTo>
                      <a:pt x="5501" y="14109"/>
                      <a:pt x="4465" y="14359"/>
                      <a:pt x="3751" y="14859"/>
                    </a:cubicBezTo>
                    <a:cubicBezTo>
                      <a:pt x="3072" y="15359"/>
                      <a:pt x="2715" y="16216"/>
                      <a:pt x="2715" y="17359"/>
                    </a:cubicBezTo>
                    <a:cubicBezTo>
                      <a:pt x="2715" y="18252"/>
                      <a:pt x="2929" y="19074"/>
                      <a:pt x="3429" y="19824"/>
                    </a:cubicBezTo>
                    <a:cubicBezTo>
                      <a:pt x="3894" y="20574"/>
                      <a:pt x="4572" y="21110"/>
                      <a:pt x="5465" y="21467"/>
                    </a:cubicBezTo>
                    <a:cubicBezTo>
                      <a:pt x="6358" y="21824"/>
                      <a:pt x="7644" y="21967"/>
                      <a:pt x="9323" y="21967"/>
                    </a:cubicBezTo>
                    <a:lnTo>
                      <a:pt x="18931" y="21967"/>
                    </a:lnTo>
                    <a:lnTo>
                      <a:pt x="18931" y="25110"/>
                    </a:lnTo>
                    <a:close/>
                  </a:path>
                </a:pathLst>
              </a:custGeom>
              <a:solidFill>
                <a:srgbClr val="000000"/>
              </a:solidFill>
              <a:ln w="3572" cap="flat">
                <a:noFill/>
                <a:prstDash val="solid"/>
                <a:miter/>
              </a:ln>
            </p:spPr>
            <p:txBody>
              <a:bodyPr/>
              <a:lstStyle/>
              <a:p>
                <a:endParaRPr lang="en-US" sz="1701"/>
              </a:p>
            </p:txBody>
          </p:sp>
          <p:sp>
            <p:nvSpPr>
              <p:cNvPr id="12335" name="Freeform: Shape 12334">
                <a:extLst>
                  <a:ext uri="{FF2B5EF4-FFF2-40B4-BE49-F238E27FC236}">
                    <a16:creationId xmlns:a16="http://schemas.microsoft.com/office/drawing/2014/main" id="{5CB9E6D9-B695-B500-466A-691BA606651E}"/>
                  </a:ext>
                </a:extLst>
              </p:cNvPr>
              <p:cNvSpPr/>
              <p:nvPr/>
            </p:nvSpPr>
            <p:spPr>
              <a:xfrm>
                <a:off x="5816811" y="2618243"/>
                <a:ext cx="56121" cy="46154"/>
              </a:xfrm>
              <a:custGeom>
                <a:avLst/>
                <a:gdLst>
                  <a:gd name="csX0" fmla="*/ 25574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6 w 25574"/>
                  <a:gd name="csY5" fmla="*/ 1000 h 21145"/>
                  <a:gd name="csX6" fmla="*/ 12608 w 25574"/>
                  <a:gd name="csY6" fmla="*/ 0 h 21145"/>
                  <a:gd name="csX7" fmla="*/ 17788 w 25574"/>
                  <a:gd name="csY7" fmla="*/ 679 h 21145"/>
                  <a:gd name="csX8" fmla="*/ 21502 w 25574"/>
                  <a:gd name="csY8" fmla="*/ 2429 h 21145"/>
                  <a:gd name="csX9" fmla="*/ 23824 w 25574"/>
                  <a:gd name="csY9" fmla="*/ 4750 h 21145"/>
                  <a:gd name="csX10" fmla="*/ 25110 w 25574"/>
                  <a:gd name="csY10" fmla="*/ 7822 h 21145"/>
                  <a:gd name="csX11" fmla="*/ 25539 w 25574"/>
                  <a:gd name="csY11" fmla="*/ 11930 h 21145"/>
                  <a:gd name="csX12" fmla="*/ 25539 w 25574"/>
                  <a:gd name="csY12" fmla="*/ 21145 h 21145"/>
                  <a:gd name="csX13" fmla="*/ 22574 w 25574"/>
                  <a:gd name="csY13" fmla="*/ 17716 h 21145"/>
                  <a:gd name="csX14" fmla="*/ 22574 w 25574"/>
                  <a:gd name="csY14" fmla="*/ 12252 h 21145"/>
                  <a:gd name="csX15" fmla="*/ 22110 w 25574"/>
                  <a:gd name="csY15" fmla="*/ 8287 h 21145"/>
                  <a:gd name="csX16" fmla="*/ 20788 w 25574"/>
                  <a:gd name="csY16" fmla="*/ 6001 h 21145"/>
                  <a:gd name="csX17" fmla="*/ 17538 w 25574"/>
                  <a:gd name="csY17" fmla="*/ 4143 h 21145"/>
                  <a:gd name="csX18" fmla="*/ 12608 w 25574"/>
                  <a:gd name="csY18" fmla="*/ 3465 h 21145"/>
                  <a:gd name="csX19" fmla="*/ 6429 w 25574"/>
                  <a:gd name="csY19" fmla="*/ 4786 h 21145"/>
                  <a:gd name="csX20" fmla="*/ 3536 w 25574"/>
                  <a:gd name="csY20" fmla="*/ 7965 h 21145"/>
                  <a:gd name="csX21" fmla="*/ 3036 w 25574"/>
                  <a:gd name="csY21" fmla="*/ 12359 h 21145"/>
                  <a:gd name="csX22" fmla="*/ 3036 w 25574"/>
                  <a:gd name="csY22" fmla="*/ 17716 h 21145"/>
                  <a:gd name="csX23" fmla="*/ 22574 w 25574"/>
                  <a:gd name="csY23" fmla="*/ 17716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4" y="21110"/>
                    </a:moveTo>
                    <a:lnTo>
                      <a:pt x="0" y="21110"/>
                    </a:lnTo>
                    <a:lnTo>
                      <a:pt x="0" y="12323"/>
                    </a:lnTo>
                    <a:cubicBezTo>
                      <a:pt x="0" y="10358"/>
                      <a:pt x="107" y="8822"/>
                      <a:pt x="357" y="7787"/>
                    </a:cubicBezTo>
                    <a:cubicBezTo>
                      <a:pt x="678" y="6322"/>
                      <a:pt x="1322" y="5072"/>
                      <a:pt x="2179" y="4036"/>
                    </a:cubicBezTo>
                    <a:cubicBezTo>
                      <a:pt x="3322" y="2679"/>
                      <a:pt x="4786" y="1679"/>
                      <a:pt x="6536" y="1000"/>
                    </a:cubicBezTo>
                    <a:cubicBezTo>
                      <a:pt x="8322" y="321"/>
                      <a:pt x="10322" y="0"/>
                      <a:pt x="12608" y="0"/>
                    </a:cubicBezTo>
                    <a:cubicBezTo>
                      <a:pt x="14537" y="0"/>
                      <a:pt x="16252" y="214"/>
                      <a:pt x="17788" y="679"/>
                    </a:cubicBezTo>
                    <a:cubicBezTo>
                      <a:pt x="19288" y="1143"/>
                      <a:pt x="20538" y="1714"/>
                      <a:pt x="21502" y="2429"/>
                    </a:cubicBezTo>
                    <a:cubicBezTo>
                      <a:pt x="22467" y="3143"/>
                      <a:pt x="23253" y="3929"/>
                      <a:pt x="23824" y="4750"/>
                    </a:cubicBezTo>
                    <a:cubicBezTo>
                      <a:pt x="24396" y="5608"/>
                      <a:pt x="24824" y="6608"/>
                      <a:pt x="25110" y="7822"/>
                    </a:cubicBezTo>
                    <a:cubicBezTo>
                      <a:pt x="25396" y="9001"/>
                      <a:pt x="25539" y="10358"/>
                      <a:pt x="25539" y="11930"/>
                    </a:cubicBezTo>
                    <a:lnTo>
                      <a:pt x="25539" y="21145"/>
                    </a:lnTo>
                    <a:moveTo>
                      <a:pt x="22574" y="17716"/>
                    </a:moveTo>
                    <a:lnTo>
                      <a:pt x="22574" y="12252"/>
                    </a:lnTo>
                    <a:cubicBezTo>
                      <a:pt x="22574" y="10573"/>
                      <a:pt x="22431" y="9251"/>
                      <a:pt x="22110" y="8287"/>
                    </a:cubicBezTo>
                    <a:cubicBezTo>
                      <a:pt x="21788" y="7322"/>
                      <a:pt x="21360" y="6572"/>
                      <a:pt x="20788" y="6001"/>
                    </a:cubicBezTo>
                    <a:cubicBezTo>
                      <a:pt x="20002" y="5179"/>
                      <a:pt x="18895" y="4572"/>
                      <a:pt x="17538" y="4143"/>
                    </a:cubicBezTo>
                    <a:cubicBezTo>
                      <a:pt x="16180" y="3715"/>
                      <a:pt x="14537" y="3465"/>
                      <a:pt x="12608" y="3465"/>
                    </a:cubicBezTo>
                    <a:cubicBezTo>
                      <a:pt x="9929" y="3465"/>
                      <a:pt x="7894" y="3893"/>
                      <a:pt x="6429" y="4786"/>
                    </a:cubicBezTo>
                    <a:cubicBezTo>
                      <a:pt x="4965" y="5679"/>
                      <a:pt x="4036" y="6715"/>
                      <a:pt x="3536" y="7965"/>
                    </a:cubicBezTo>
                    <a:cubicBezTo>
                      <a:pt x="3179" y="8858"/>
                      <a:pt x="3036" y="10323"/>
                      <a:pt x="3036" y="12359"/>
                    </a:cubicBezTo>
                    <a:lnTo>
                      <a:pt x="3036" y="17716"/>
                    </a:lnTo>
                    <a:lnTo>
                      <a:pt x="22574" y="17716"/>
                    </a:lnTo>
                    <a:close/>
                  </a:path>
                </a:pathLst>
              </a:custGeom>
              <a:solidFill>
                <a:srgbClr val="000000"/>
              </a:solidFill>
              <a:ln w="3572" cap="flat">
                <a:noFill/>
                <a:prstDash val="solid"/>
                <a:miter/>
              </a:ln>
            </p:spPr>
            <p:txBody>
              <a:bodyPr/>
              <a:lstStyle/>
              <a:p>
                <a:endParaRPr lang="en-US" sz="1701"/>
              </a:p>
            </p:txBody>
          </p:sp>
          <p:sp>
            <p:nvSpPr>
              <p:cNvPr id="12336" name="Freeform: Shape 12335">
                <a:extLst>
                  <a:ext uri="{FF2B5EF4-FFF2-40B4-BE49-F238E27FC236}">
                    <a16:creationId xmlns:a16="http://schemas.microsoft.com/office/drawing/2014/main" id="{81BE5DCD-4ACF-D6D9-82F3-6CED176E10B3}"/>
                  </a:ext>
                </a:extLst>
              </p:cNvPr>
              <p:cNvSpPr/>
              <p:nvPr/>
            </p:nvSpPr>
            <p:spPr>
              <a:xfrm>
                <a:off x="5831391" y="2554077"/>
                <a:ext cx="41620" cy="54809"/>
              </a:xfrm>
              <a:custGeom>
                <a:avLst/>
                <a:gdLst>
                  <a:gd name="csX0" fmla="*/ 18931 w 18966"/>
                  <a:gd name="csY0" fmla="*/ 25110 h 25110"/>
                  <a:gd name="csX1" fmla="*/ 393 w 18966"/>
                  <a:gd name="csY1" fmla="*/ 25110 h 25110"/>
                  <a:gd name="csX2" fmla="*/ 393 w 18966"/>
                  <a:gd name="csY2" fmla="*/ 22288 h 25110"/>
                  <a:gd name="csX3" fmla="*/ 3000 w 18966"/>
                  <a:gd name="csY3" fmla="*/ 22288 h 25110"/>
                  <a:gd name="csX4" fmla="*/ 821 w 18966"/>
                  <a:gd name="csY4" fmla="*/ 19967 h 25110"/>
                  <a:gd name="csX5" fmla="*/ 0 w 18966"/>
                  <a:gd name="csY5" fmla="*/ 16645 h 25110"/>
                  <a:gd name="csX6" fmla="*/ 857 w 18966"/>
                  <a:gd name="csY6" fmla="*/ 13287 h 25110"/>
                  <a:gd name="csX7" fmla="*/ 3250 w 18966"/>
                  <a:gd name="csY7" fmla="*/ 11430 h 25110"/>
                  <a:gd name="csX8" fmla="*/ 0 w 18966"/>
                  <a:gd name="csY8" fmla="*/ 5715 h 25110"/>
                  <a:gd name="csX9" fmla="*/ 1536 w 18966"/>
                  <a:gd name="csY9" fmla="*/ 1500 h 25110"/>
                  <a:gd name="csX10" fmla="*/ 6251 w 18966"/>
                  <a:gd name="csY10" fmla="*/ 0 h 25110"/>
                  <a:gd name="csX11" fmla="*/ 18966 w 18966"/>
                  <a:gd name="csY11" fmla="*/ 0 h 25110"/>
                  <a:gd name="csX12" fmla="*/ 18966 w 18966"/>
                  <a:gd name="csY12" fmla="*/ 3143 h 25110"/>
                  <a:gd name="csX13" fmla="*/ 7286 w 18966"/>
                  <a:gd name="csY13" fmla="*/ 3143 h 25110"/>
                  <a:gd name="csX14" fmla="*/ 4572 w 18966"/>
                  <a:gd name="csY14" fmla="*/ 3465 h 25110"/>
                  <a:gd name="csX15" fmla="*/ 3250 w 18966"/>
                  <a:gd name="csY15" fmla="*/ 4572 h 25110"/>
                  <a:gd name="csX16" fmla="*/ 2750 w 18966"/>
                  <a:gd name="csY16" fmla="*/ 6429 h 25110"/>
                  <a:gd name="csX17" fmla="*/ 4036 w 18966"/>
                  <a:gd name="csY17" fmla="*/ 9680 h 25110"/>
                  <a:gd name="csX18" fmla="*/ 8179 w 18966"/>
                  <a:gd name="csY18" fmla="*/ 10966 h 25110"/>
                  <a:gd name="csX19" fmla="*/ 18931 w 18966"/>
                  <a:gd name="csY19" fmla="*/ 10966 h 25110"/>
                  <a:gd name="csX20" fmla="*/ 18931 w 18966"/>
                  <a:gd name="csY20" fmla="*/ 14109 h 25110"/>
                  <a:gd name="csX21" fmla="*/ 6893 w 18966"/>
                  <a:gd name="csY21" fmla="*/ 14109 h 25110"/>
                  <a:gd name="csX22" fmla="*/ 3750 w 18966"/>
                  <a:gd name="csY22" fmla="*/ 14859 h 25110"/>
                  <a:gd name="csX23" fmla="*/ 2715 w 18966"/>
                  <a:gd name="csY23" fmla="*/ 17359 h 25110"/>
                  <a:gd name="csX24" fmla="*/ 3429 w 18966"/>
                  <a:gd name="csY24" fmla="*/ 19824 h 25110"/>
                  <a:gd name="csX25" fmla="*/ 5465 w 18966"/>
                  <a:gd name="csY25" fmla="*/ 21467 h 25110"/>
                  <a:gd name="csX26" fmla="*/ 9323 w 18966"/>
                  <a:gd name="csY26" fmla="*/ 21967 h 25110"/>
                  <a:gd name="csX27" fmla="*/ 18931 w 18966"/>
                  <a:gd name="csY27" fmla="*/ 21967 h 25110"/>
                  <a:gd name="csX28" fmla="*/ 18931 w 18966"/>
                  <a:gd name="csY28" fmla="*/ 25110 h 25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8966" h="25110">
                    <a:moveTo>
                      <a:pt x="18931" y="25110"/>
                    </a:moveTo>
                    <a:lnTo>
                      <a:pt x="393" y="25110"/>
                    </a:lnTo>
                    <a:lnTo>
                      <a:pt x="393" y="22288"/>
                    </a:lnTo>
                    <a:lnTo>
                      <a:pt x="3000" y="22288"/>
                    </a:lnTo>
                    <a:cubicBezTo>
                      <a:pt x="2107" y="21717"/>
                      <a:pt x="1357" y="20931"/>
                      <a:pt x="821" y="19967"/>
                    </a:cubicBezTo>
                    <a:cubicBezTo>
                      <a:pt x="250" y="19002"/>
                      <a:pt x="0" y="17895"/>
                      <a:pt x="0" y="16645"/>
                    </a:cubicBezTo>
                    <a:cubicBezTo>
                      <a:pt x="0" y="15288"/>
                      <a:pt x="286" y="14145"/>
                      <a:pt x="857" y="13287"/>
                    </a:cubicBezTo>
                    <a:cubicBezTo>
                      <a:pt x="1428" y="12395"/>
                      <a:pt x="2215" y="11787"/>
                      <a:pt x="3250" y="11430"/>
                    </a:cubicBezTo>
                    <a:cubicBezTo>
                      <a:pt x="1071" y="9966"/>
                      <a:pt x="0" y="8072"/>
                      <a:pt x="0" y="5715"/>
                    </a:cubicBezTo>
                    <a:cubicBezTo>
                      <a:pt x="0" y="3893"/>
                      <a:pt x="500" y="2465"/>
                      <a:pt x="1536" y="1500"/>
                    </a:cubicBezTo>
                    <a:cubicBezTo>
                      <a:pt x="2572" y="500"/>
                      <a:pt x="4107" y="0"/>
                      <a:pt x="6251" y="0"/>
                    </a:cubicBezTo>
                    <a:lnTo>
                      <a:pt x="18966" y="0"/>
                    </a:lnTo>
                    <a:lnTo>
                      <a:pt x="18966" y="3143"/>
                    </a:lnTo>
                    <a:lnTo>
                      <a:pt x="7286" y="3143"/>
                    </a:lnTo>
                    <a:cubicBezTo>
                      <a:pt x="6036" y="3143"/>
                      <a:pt x="5108" y="3251"/>
                      <a:pt x="4572" y="3465"/>
                    </a:cubicBezTo>
                    <a:cubicBezTo>
                      <a:pt x="4036" y="3679"/>
                      <a:pt x="3572" y="4036"/>
                      <a:pt x="3250" y="4572"/>
                    </a:cubicBezTo>
                    <a:cubicBezTo>
                      <a:pt x="2929" y="5108"/>
                      <a:pt x="2750" y="5715"/>
                      <a:pt x="2750" y="6429"/>
                    </a:cubicBezTo>
                    <a:cubicBezTo>
                      <a:pt x="2750" y="7751"/>
                      <a:pt x="3179" y="8823"/>
                      <a:pt x="4036" y="9680"/>
                    </a:cubicBezTo>
                    <a:cubicBezTo>
                      <a:pt x="4893" y="10537"/>
                      <a:pt x="6287" y="10966"/>
                      <a:pt x="8179" y="10966"/>
                    </a:cubicBezTo>
                    <a:lnTo>
                      <a:pt x="18931" y="10966"/>
                    </a:lnTo>
                    <a:lnTo>
                      <a:pt x="18931" y="14109"/>
                    </a:lnTo>
                    <a:lnTo>
                      <a:pt x="6893" y="14109"/>
                    </a:lnTo>
                    <a:cubicBezTo>
                      <a:pt x="5500" y="14109"/>
                      <a:pt x="4465" y="14359"/>
                      <a:pt x="3750" y="14859"/>
                    </a:cubicBezTo>
                    <a:cubicBezTo>
                      <a:pt x="3072" y="15359"/>
                      <a:pt x="2715" y="16216"/>
                      <a:pt x="2715" y="17359"/>
                    </a:cubicBezTo>
                    <a:cubicBezTo>
                      <a:pt x="2715" y="18252"/>
                      <a:pt x="2929" y="19074"/>
                      <a:pt x="3429" y="19824"/>
                    </a:cubicBezTo>
                    <a:cubicBezTo>
                      <a:pt x="3893" y="20574"/>
                      <a:pt x="4572" y="21110"/>
                      <a:pt x="5465" y="21467"/>
                    </a:cubicBezTo>
                    <a:cubicBezTo>
                      <a:pt x="6358" y="21824"/>
                      <a:pt x="7644" y="21967"/>
                      <a:pt x="9323" y="21967"/>
                    </a:cubicBezTo>
                    <a:lnTo>
                      <a:pt x="18931" y="21967"/>
                    </a:lnTo>
                    <a:lnTo>
                      <a:pt x="18931" y="25110"/>
                    </a:lnTo>
                    <a:close/>
                  </a:path>
                </a:pathLst>
              </a:custGeom>
              <a:solidFill>
                <a:srgbClr val="000000"/>
              </a:solidFill>
              <a:ln w="3572" cap="flat">
                <a:noFill/>
                <a:prstDash val="solid"/>
                <a:miter/>
              </a:ln>
            </p:spPr>
            <p:txBody>
              <a:bodyPr/>
              <a:lstStyle/>
              <a:p>
                <a:endParaRPr lang="en-US" sz="1701"/>
              </a:p>
            </p:txBody>
          </p:sp>
          <p:sp>
            <p:nvSpPr>
              <p:cNvPr id="12337" name="Freeform: Shape 12336">
                <a:extLst>
                  <a:ext uri="{FF2B5EF4-FFF2-40B4-BE49-F238E27FC236}">
                    <a16:creationId xmlns:a16="http://schemas.microsoft.com/office/drawing/2014/main" id="{844B8690-1F0C-AEF0-0E54-CCA1818253C5}"/>
                  </a:ext>
                </a:extLst>
              </p:cNvPr>
              <p:cNvSpPr/>
              <p:nvPr/>
            </p:nvSpPr>
            <p:spPr>
              <a:xfrm>
                <a:off x="5849184" y="2525544"/>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338" name="Freeform: Shape 12337">
                <a:extLst>
                  <a:ext uri="{FF2B5EF4-FFF2-40B4-BE49-F238E27FC236}">
                    <a16:creationId xmlns:a16="http://schemas.microsoft.com/office/drawing/2014/main" id="{BA69A954-10F1-AFFB-4272-DA45561AC0A5}"/>
                  </a:ext>
                </a:extLst>
              </p:cNvPr>
              <p:cNvSpPr/>
              <p:nvPr/>
            </p:nvSpPr>
            <p:spPr>
              <a:xfrm>
                <a:off x="5816655" y="2494044"/>
                <a:ext cx="56356" cy="20581"/>
              </a:xfrm>
              <a:custGeom>
                <a:avLst/>
                <a:gdLst>
                  <a:gd name="csX0" fmla="*/ 25646 w 25681"/>
                  <a:gd name="csY0" fmla="*/ 0 h 9429"/>
                  <a:gd name="csX1" fmla="*/ 25646 w 25681"/>
                  <a:gd name="csY1" fmla="*/ 3143 h 9429"/>
                  <a:gd name="csX2" fmla="*/ 5643 w 25681"/>
                  <a:gd name="csY2" fmla="*/ 3143 h 9429"/>
                  <a:gd name="csX3" fmla="*/ 7822 w 25681"/>
                  <a:gd name="csY3" fmla="*/ 6108 h 9429"/>
                  <a:gd name="csX4" fmla="*/ 9465 w 25681"/>
                  <a:gd name="csY4" fmla="*/ 9430 h 9429"/>
                  <a:gd name="csX5" fmla="*/ 6429 w 25681"/>
                  <a:gd name="csY5" fmla="*/ 9430 h 9429"/>
                  <a:gd name="csX6" fmla="*/ 3429 w 25681"/>
                  <a:gd name="csY6" fmla="*/ 4822 h 9429"/>
                  <a:gd name="csX7" fmla="*/ 0 w 25681"/>
                  <a:gd name="csY7" fmla="*/ 2036 h 9429"/>
                  <a:gd name="csX8" fmla="*/ 0 w 25681"/>
                  <a:gd name="csY8" fmla="*/ 0 h 9429"/>
                  <a:gd name="csX9" fmla="*/ 25682 w 25681"/>
                  <a:gd name="csY9" fmla="*/ 0 h 94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681" h="9429">
                    <a:moveTo>
                      <a:pt x="25646" y="0"/>
                    </a:moveTo>
                    <a:lnTo>
                      <a:pt x="25646" y="3143"/>
                    </a:lnTo>
                    <a:lnTo>
                      <a:pt x="5643" y="3143"/>
                    </a:lnTo>
                    <a:cubicBezTo>
                      <a:pt x="6358" y="3893"/>
                      <a:pt x="7108" y="4894"/>
                      <a:pt x="7822" y="6108"/>
                    </a:cubicBezTo>
                    <a:cubicBezTo>
                      <a:pt x="8537" y="7323"/>
                      <a:pt x="9108" y="8430"/>
                      <a:pt x="9465" y="9430"/>
                    </a:cubicBezTo>
                    <a:lnTo>
                      <a:pt x="6429" y="9430"/>
                    </a:lnTo>
                    <a:cubicBezTo>
                      <a:pt x="5608" y="7680"/>
                      <a:pt x="4607" y="6144"/>
                      <a:pt x="3429" y="4822"/>
                    </a:cubicBezTo>
                    <a:cubicBezTo>
                      <a:pt x="2250" y="3501"/>
                      <a:pt x="1107" y="2572"/>
                      <a:pt x="0" y="2036"/>
                    </a:cubicBezTo>
                    <a:lnTo>
                      <a:pt x="0" y="0"/>
                    </a:lnTo>
                    <a:lnTo>
                      <a:pt x="25682" y="0"/>
                    </a:lnTo>
                    <a:close/>
                  </a:path>
                </a:pathLst>
              </a:custGeom>
              <a:solidFill>
                <a:srgbClr val="000000"/>
              </a:solidFill>
              <a:ln w="3572" cap="flat">
                <a:noFill/>
                <a:prstDash val="solid"/>
                <a:miter/>
              </a:ln>
            </p:spPr>
            <p:txBody>
              <a:bodyPr/>
              <a:lstStyle/>
              <a:p>
                <a:endParaRPr lang="en-US" sz="1701"/>
              </a:p>
            </p:txBody>
          </p:sp>
          <p:sp>
            <p:nvSpPr>
              <p:cNvPr id="12340" name="Freeform: Shape 12339">
                <a:extLst>
                  <a:ext uri="{FF2B5EF4-FFF2-40B4-BE49-F238E27FC236}">
                    <a16:creationId xmlns:a16="http://schemas.microsoft.com/office/drawing/2014/main" id="{5D7D867E-FFBB-6836-57CC-1A4645D960FD}"/>
                  </a:ext>
                </a:extLst>
              </p:cNvPr>
              <p:cNvSpPr/>
              <p:nvPr/>
            </p:nvSpPr>
            <p:spPr>
              <a:xfrm>
                <a:off x="5879048" y="2608809"/>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29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80 w 25574"/>
                  <a:gd name="csY12" fmla="*/ 16073 h 19538"/>
                  <a:gd name="csX13" fmla="*/ 12180 w 25574"/>
                  <a:gd name="csY13" fmla="*/ 9466 h 19538"/>
                  <a:gd name="csX14" fmla="*/ 10965 w 25574"/>
                  <a:gd name="csY14" fmla="*/ 4822 h 19538"/>
                  <a:gd name="csX15" fmla="*/ 7537 w 25574"/>
                  <a:gd name="csY15" fmla="*/ 3465 h 19538"/>
                  <a:gd name="csX16" fmla="*/ 4786 w 25574"/>
                  <a:gd name="csY16" fmla="*/ 4286 h 19538"/>
                  <a:gd name="csX17" fmla="*/ 3286 w 25574"/>
                  <a:gd name="csY17" fmla="*/ 6429 h 19538"/>
                  <a:gd name="csX18" fmla="*/ 3072 w 25574"/>
                  <a:gd name="csY18" fmla="*/ 9573 h 19538"/>
                  <a:gd name="csX19" fmla="*/ 3072 w 25574"/>
                  <a:gd name="csY19" fmla="*/ 16109 h 19538"/>
                  <a:gd name="csX20" fmla="*/ 12216 w 25574"/>
                  <a:gd name="csY20" fmla="*/ 16109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8" y="1250"/>
                      <a:pt x="3929" y="750"/>
                    </a:cubicBezTo>
                    <a:cubicBezTo>
                      <a:pt x="4965" y="250"/>
                      <a:pt x="6144" y="0"/>
                      <a:pt x="7429" y="0"/>
                    </a:cubicBezTo>
                    <a:cubicBezTo>
                      <a:pt x="9608" y="0"/>
                      <a:pt x="11430" y="679"/>
                      <a:pt x="12930" y="2072"/>
                    </a:cubicBezTo>
                    <a:cubicBezTo>
                      <a:pt x="14431" y="3465"/>
                      <a:pt x="15180" y="5965"/>
                      <a:pt x="15180" y="9573"/>
                    </a:cubicBezTo>
                    <a:lnTo>
                      <a:pt x="15180" y="16145"/>
                    </a:lnTo>
                    <a:lnTo>
                      <a:pt x="25575" y="16145"/>
                    </a:lnTo>
                    <a:lnTo>
                      <a:pt x="25575" y="19538"/>
                    </a:lnTo>
                    <a:moveTo>
                      <a:pt x="12180" y="16073"/>
                    </a:moveTo>
                    <a:lnTo>
                      <a:pt x="12180" y="9466"/>
                    </a:lnTo>
                    <a:cubicBezTo>
                      <a:pt x="12180" y="7287"/>
                      <a:pt x="11787" y="5715"/>
                      <a:pt x="10965" y="4822"/>
                    </a:cubicBezTo>
                    <a:cubicBezTo>
                      <a:pt x="10144" y="3929"/>
                      <a:pt x="9001" y="3465"/>
                      <a:pt x="7537" y="3465"/>
                    </a:cubicBezTo>
                    <a:cubicBezTo>
                      <a:pt x="6465" y="3465"/>
                      <a:pt x="5572" y="3715"/>
                      <a:pt x="4786" y="4286"/>
                    </a:cubicBezTo>
                    <a:cubicBezTo>
                      <a:pt x="4036" y="4822"/>
                      <a:pt x="3536" y="5536"/>
                      <a:pt x="3286" y="6429"/>
                    </a:cubicBezTo>
                    <a:cubicBezTo>
                      <a:pt x="3143" y="7001"/>
                      <a:pt x="3072" y="8037"/>
                      <a:pt x="3072" y="9573"/>
                    </a:cubicBezTo>
                    <a:lnTo>
                      <a:pt x="3072" y="16109"/>
                    </a:lnTo>
                    <a:lnTo>
                      <a:pt x="12216" y="16109"/>
                    </a:lnTo>
                    <a:close/>
                  </a:path>
                </a:pathLst>
              </a:custGeom>
              <a:solidFill>
                <a:srgbClr val="000000"/>
              </a:solidFill>
              <a:ln w="3572" cap="flat">
                <a:noFill/>
                <a:prstDash val="solid"/>
                <a:miter/>
              </a:ln>
            </p:spPr>
            <p:txBody>
              <a:bodyPr/>
              <a:lstStyle/>
              <a:p>
                <a:endParaRPr lang="en-US" sz="1701"/>
              </a:p>
            </p:txBody>
          </p:sp>
          <p:sp>
            <p:nvSpPr>
              <p:cNvPr id="12341" name="Freeform: Shape 12340">
                <a:extLst>
                  <a:ext uri="{FF2B5EF4-FFF2-40B4-BE49-F238E27FC236}">
                    <a16:creationId xmlns:a16="http://schemas.microsoft.com/office/drawing/2014/main" id="{CC6B6E11-CB76-E660-3F2F-774A4EA84D26}"/>
                  </a:ext>
                </a:extLst>
              </p:cNvPr>
              <p:cNvSpPr/>
              <p:nvPr/>
            </p:nvSpPr>
            <p:spPr>
              <a:xfrm>
                <a:off x="5878186" y="2549556"/>
                <a:ext cx="58002" cy="51535"/>
              </a:xfrm>
              <a:custGeom>
                <a:avLst/>
                <a:gdLst>
                  <a:gd name="csX0" fmla="*/ 15966 w 26431"/>
                  <a:gd name="csY0" fmla="*/ 10823 h 23610"/>
                  <a:gd name="csX1" fmla="*/ 12966 w 26431"/>
                  <a:gd name="csY1" fmla="*/ 10823 h 23610"/>
                  <a:gd name="csX2" fmla="*/ 12966 w 26431"/>
                  <a:gd name="csY2" fmla="*/ 0 h 23610"/>
                  <a:gd name="csX3" fmla="*/ 22431 w 26431"/>
                  <a:gd name="csY3" fmla="*/ 0 h 23610"/>
                  <a:gd name="csX4" fmla="*/ 25432 w 26431"/>
                  <a:gd name="csY4" fmla="*/ 5143 h 23610"/>
                  <a:gd name="csX5" fmla="*/ 26432 w 26431"/>
                  <a:gd name="csY5" fmla="*/ 10573 h 23610"/>
                  <a:gd name="csX6" fmla="*/ 24824 w 26431"/>
                  <a:gd name="csY6" fmla="*/ 17395 h 23610"/>
                  <a:gd name="csX7" fmla="*/ 20145 w 26431"/>
                  <a:gd name="csY7" fmla="*/ 22038 h 23610"/>
                  <a:gd name="csX8" fmla="*/ 13323 w 26431"/>
                  <a:gd name="csY8" fmla="*/ 23610 h 23610"/>
                  <a:gd name="csX9" fmla="*/ 6358 w 26431"/>
                  <a:gd name="csY9" fmla="*/ 22038 h 23610"/>
                  <a:gd name="csX10" fmla="*/ 1571 w 26431"/>
                  <a:gd name="csY10" fmla="*/ 17538 h 23610"/>
                  <a:gd name="csX11" fmla="*/ 0 w 26431"/>
                  <a:gd name="csY11" fmla="*/ 10787 h 23610"/>
                  <a:gd name="csX12" fmla="*/ 893 w 26431"/>
                  <a:gd name="csY12" fmla="*/ 5786 h 23610"/>
                  <a:gd name="csX13" fmla="*/ 3393 w 26431"/>
                  <a:gd name="csY13" fmla="*/ 2286 h 23610"/>
                  <a:gd name="csX14" fmla="*/ 7572 w 26431"/>
                  <a:gd name="csY14" fmla="*/ 357 h 23610"/>
                  <a:gd name="csX15" fmla="*/ 8394 w 26431"/>
                  <a:gd name="csY15" fmla="*/ 3429 h 23610"/>
                  <a:gd name="csX16" fmla="*/ 5322 w 26431"/>
                  <a:gd name="csY16" fmla="*/ 4858 h 23610"/>
                  <a:gd name="csX17" fmla="*/ 3536 w 26431"/>
                  <a:gd name="csY17" fmla="*/ 7287 h 23610"/>
                  <a:gd name="csX18" fmla="*/ 2857 w 26431"/>
                  <a:gd name="csY18" fmla="*/ 10823 h 23610"/>
                  <a:gd name="csX19" fmla="*/ 3572 w 26431"/>
                  <a:gd name="csY19" fmla="*/ 14823 h 23610"/>
                  <a:gd name="csX20" fmla="*/ 5429 w 26431"/>
                  <a:gd name="csY20" fmla="*/ 17574 h 23610"/>
                  <a:gd name="csX21" fmla="*/ 7965 w 26431"/>
                  <a:gd name="csY21" fmla="*/ 19181 h 23610"/>
                  <a:gd name="csX22" fmla="*/ 13109 w 26431"/>
                  <a:gd name="csY22" fmla="*/ 20145 h 23610"/>
                  <a:gd name="csX23" fmla="*/ 18824 w 26431"/>
                  <a:gd name="csY23" fmla="*/ 18967 h 23610"/>
                  <a:gd name="csX24" fmla="*/ 22253 w 26431"/>
                  <a:gd name="csY24" fmla="*/ 15538 h 23610"/>
                  <a:gd name="csX25" fmla="*/ 23360 w 26431"/>
                  <a:gd name="csY25" fmla="*/ 10751 h 23610"/>
                  <a:gd name="csX26" fmla="*/ 22503 w 26431"/>
                  <a:gd name="csY26" fmla="*/ 6465 h 23610"/>
                  <a:gd name="csX27" fmla="*/ 20717 w 26431"/>
                  <a:gd name="csY27" fmla="*/ 3286 h 23610"/>
                  <a:gd name="csX28" fmla="*/ 15930 w 26431"/>
                  <a:gd name="csY28" fmla="*/ 3286 h 23610"/>
                  <a:gd name="csX29" fmla="*/ 15930 w 26431"/>
                  <a:gd name="csY29" fmla="*/ 10823 h 2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6431" h="23610">
                    <a:moveTo>
                      <a:pt x="15966" y="10823"/>
                    </a:moveTo>
                    <a:lnTo>
                      <a:pt x="12966" y="10823"/>
                    </a:lnTo>
                    <a:lnTo>
                      <a:pt x="12966" y="0"/>
                    </a:lnTo>
                    <a:cubicBezTo>
                      <a:pt x="12966" y="0"/>
                      <a:pt x="22431" y="0"/>
                      <a:pt x="22431" y="0"/>
                    </a:cubicBezTo>
                    <a:cubicBezTo>
                      <a:pt x="23753" y="1643"/>
                      <a:pt x="24753" y="3393"/>
                      <a:pt x="25432" y="5143"/>
                    </a:cubicBezTo>
                    <a:cubicBezTo>
                      <a:pt x="26110" y="6894"/>
                      <a:pt x="26432" y="8715"/>
                      <a:pt x="26432" y="10573"/>
                    </a:cubicBezTo>
                    <a:cubicBezTo>
                      <a:pt x="26432" y="13073"/>
                      <a:pt x="25896" y="15359"/>
                      <a:pt x="24824" y="17395"/>
                    </a:cubicBezTo>
                    <a:cubicBezTo>
                      <a:pt x="23753" y="19431"/>
                      <a:pt x="22181" y="21002"/>
                      <a:pt x="20145" y="22038"/>
                    </a:cubicBezTo>
                    <a:cubicBezTo>
                      <a:pt x="18109" y="23074"/>
                      <a:pt x="15823" y="23610"/>
                      <a:pt x="13323" y="23610"/>
                    </a:cubicBezTo>
                    <a:cubicBezTo>
                      <a:pt x="10823" y="23610"/>
                      <a:pt x="8537" y="23074"/>
                      <a:pt x="6358" y="22038"/>
                    </a:cubicBezTo>
                    <a:cubicBezTo>
                      <a:pt x="4215" y="21002"/>
                      <a:pt x="2607" y="19502"/>
                      <a:pt x="1571" y="17538"/>
                    </a:cubicBezTo>
                    <a:cubicBezTo>
                      <a:pt x="536" y="15573"/>
                      <a:pt x="0" y="13323"/>
                      <a:pt x="0" y="10787"/>
                    </a:cubicBezTo>
                    <a:cubicBezTo>
                      <a:pt x="0" y="8930"/>
                      <a:pt x="321" y="7287"/>
                      <a:pt x="893" y="5786"/>
                    </a:cubicBezTo>
                    <a:cubicBezTo>
                      <a:pt x="1500" y="4286"/>
                      <a:pt x="2322" y="3108"/>
                      <a:pt x="3393" y="2286"/>
                    </a:cubicBezTo>
                    <a:cubicBezTo>
                      <a:pt x="4465" y="1429"/>
                      <a:pt x="5858" y="786"/>
                      <a:pt x="7572" y="357"/>
                    </a:cubicBezTo>
                    <a:lnTo>
                      <a:pt x="8394" y="3429"/>
                    </a:lnTo>
                    <a:cubicBezTo>
                      <a:pt x="7108" y="3822"/>
                      <a:pt x="6072" y="4286"/>
                      <a:pt x="5322" y="4858"/>
                    </a:cubicBezTo>
                    <a:cubicBezTo>
                      <a:pt x="4572" y="5429"/>
                      <a:pt x="3965" y="6251"/>
                      <a:pt x="3536" y="7287"/>
                    </a:cubicBezTo>
                    <a:cubicBezTo>
                      <a:pt x="3108" y="8358"/>
                      <a:pt x="2857" y="9501"/>
                      <a:pt x="2857" y="10823"/>
                    </a:cubicBezTo>
                    <a:cubicBezTo>
                      <a:pt x="2857" y="12359"/>
                      <a:pt x="3108" y="13716"/>
                      <a:pt x="3572" y="14823"/>
                    </a:cubicBezTo>
                    <a:cubicBezTo>
                      <a:pt x="4036" y="15966"/>
                      <a:pt x="4643" y="16859"/>
                      <a:pt x="5429" y="17574"/>
                    </a:cubicBezTo>
                    <a:cubicBezTo>
                      <a:pt x="6179" y="18288"/>
                      <a:pt x="7036" y="18788"/>
                      <a:pt x="7965" y="19181"/>
                    </a:cubicBezTo>
                    <a:cubicBezTo>
                      <a:pt x="9537" y="19824"/>
                      <a:pt x="11251" y="20145"/>
                      <a:pt x="13109" y="20145"/>
                    </a:cubicBezTo>
                    <a:cubicBezTo>
                      <a:pt x="15395" y="20145"/>
                      <a:pt x="17288" y="19752"/>
                      <a:pt x="18824" y="18967"/>
                    </a:cubicBezTo>
                    <a:cubicBezTo>
                      <a:pt x="20360" y="18181"/>
                      <a:pt x="21503" y="17038"/>
                      <a:pt x="22253" y="15538"/>
                    </a:cubicBezTo>
                    <a:cubicBezTo>
                      <a:pt x="23003" y="14037"/>
                      <a:pt x="23360" y="12430"/>
                      <a:pt x="23360" y="10751"/>
                    </a:cubicBezTo>
                    <a:cubicBezTo>
                      <a:pt x="23360" y="9287"/>
                      <a:pt x="23074" y="7858"/>
                      <a:pt x="22503" y="6465"/>
                    </a:cubicBezTo>
                    <a:cubicBezTo>
                      <a:pt x="21931" y="5072"/>
                      <a:pt x="21324" y="4000"/>
                      <a:pt x="20717" y="3286"/>
                    </a:cubicBezTo>
                    <a:lnTo>
                      <a:pt x="15930" y="3286"/>
                    </a:lnTo>
                    <a:lnTo>
                      <a:pt x="15930" y="10823"/>
                    </a:lnTo>
                    <a:close/>
                  </a:path>
                </a:pathLst>
              </a:custGeom>
              <a:solidFill>
                <a:srgbClr val="000000"/>
              </a:solidFill>
              <a:ln w="3572" cap="flat">
                <a:noFill/>
                <a:prstDash val="solid"/>
                <a:miter/>
              </a:ln>
            </p:spPr>
            <p:txBody>
              <a:bodyPr/>
              <a:lstStyle/>
              <a:p>
                <a:endParaRPr lang="en-US" sz="1701"/>
              </a:p>
            </p:txBody>
          </p:sp>
          <p:sp>
            <p:nvSpPr>
              <p:cNvPr id="12342" name="Freeform: Shape 12341">
                <a:extLst>
                  <a:ext uri="{FF2B5EF4-FFF2-40B4-BE49-F238E27FC236}">
                    <a16:creationId xmlns:a16="http://schemas.microsoft.com/office/drawing/2014/main" id="{F9FF96D5-8E5B-E431-9A16-93B44ACD5460}"/>
                  </a:ext>
                </a:extLst>
              </p:cNvPr>
              <p:cNvSpPr/>
              <p:nvPr/>
            </p:nvSpPr>
            <p:spPr>
              <a:xfrm>
                <a:off x="5893626" y="2484689"/>
                <a:ext cx="41620" cy="54809"/>
              </a:xfrm>
              <a:custGeom>
                <a:avLst/>
                <a:gdLst>
                  <a:gd name="csX0" fmla="*/ 18931 w 18966"/>
                  <a:gd name="csY0" fmla="*/ 25110 h 25110"/>
                  <a:gd name="csX1" fmla="*/ 393 w 18966"/>
                  <a:gd name="csY1" fmla="*/ 25110 h 25110"/>
                  <a:gd name="csX2" fmla="*/ 393 w 18966"/>
                  <a:gd name="csY2" fmla="*/ 22288 h 25110"/>
                  <a:gd name="csX3" fmla="*/ 3000 w 18966"/>
                  <a:gd name="csY3" fmla="*/ 22288 h 25110"/>
                  <a:gd name="csX4" fmla="*/ 821 w 18966"/>
                  <a:gd name="csY4" fmla="*/ 19967 h 25110"/>
                  <a:gd name="csX5" fmla="*/ 0 w 18966"/>
                  <a:gd name="csY5" fmla="*/ 16645 h 25110"/>
                  <a:gd name="csX6" fmla="*/ 857 w 18966"/>
                  <a:gd name="csY6" fmla="*/ 13287 h 25110"/>
                  <a:gd name="csX7" fmla="*/ 3251 w 18966"/>
                  <a:gd name="csY7" fmla="*/ 11430 h 25110"/>
                  <a:gd name="csX8" fmla="*/ 0 w 18966"/>
                  <a:gd name="csY8" fmla="*/ 5715 h 25110"/>
                  <a:gd name="csX9" fmla="*/ 1536 w 18966"/>
                  <a:gd name="csY9" fmla="*/ 1500 h 25110"/>
                  <a:gd name="csX10" fmla="*/ 6251 w 18966"/>
                  <a:gd name="csY10" fmla="*/ 0 h 25110"/>
                  <a:gd name="csX11" fmla="*/ 18967 w 18966"/>
                  <a:gd name="csY11" fmla="*/ 0 h 25110"/>
                  <a:gd name="csX12" fmla="*/ 18967 w 18966"/>
                  <a:gd name="csY12" fmla="*/ 3143 h 25110"/>
                  <a:gd name="csX13" fmla="*/ 7287 w 18966"/>
                  <a:gd name="csY13" fmla="*/ 3143 h 25110"/>
                  <a:gd name="csX14" fmla="*/ 4572 w 18966"/>
                  <a:gd name="csY14" fmla="*/ 3465 h 25110"/>
                  <a:gd name="csX15" fmla="*/ 3251 w 18966"/>
                  <a:gd name="csY15" fmla="*/ 4572 h 25110"/>
                  <a:gd name="csX16" fmla="*/ 2750 w 18966"/>
                  <a:gd name="csY16" fmla="*/ 6429 h 25110"/>
                  <a:gd name="csX17" fmla="*/ 4036 w 18966"/>
                  <a:gd name="csY17" fmla="*/ 9680 h 25110"/>
                  <a:gd name="csX18" fmla="*/ 8180 w 18966"/>
                  <a:gd name="csY18" fmla="*/ 10966 h 25110"/>
                  <a:gd name="csX19" fmla="*/ 18931 w 18966"/>
                  <a:gd name="csY19" fmla="*/ 10966 h 25110"/>
                  <a:gd name="csX20" fmla="*/ 18931 w 18966"/>
                  <a:gd name="csY20" fmla="*/ 14109 h 25110"/>
                  <a:gd name="csX21" fmla="*/ 6894 w 18966"/>
                  <a:gd name="csY21" fmla="*/ 14109 h 25110"/>
                  <a:gd name="csX22" fmla="*/ 3751 w 18966"/>
                  <a:gd name="csY22" fmla="*/ 14859 h 25110"/>
                  <a:gd name="csX23" fmla="*/ 2715 w 18966"/>
                  <a:gd name="csY23" fmla="*/ 17359 h 25110"/>
                  <a:gd name="csX24" fmla="*/ 3429 w 18966"/>
                  <a:gd name="csY24" fmla="*/ 19824 h 25110"/>
                  <a:gd name="csX25" fmla="*/ 5465 w 18966"/>
                  <a:gd name="csY25" fmla="*/ 21467 h 25110"/>
                  <a:gd name="csX26" fmla="*/ 9323 w 18966"/>
                  <a:gd name="csY26" fmla="*/ 21967 h 25110"/>
                  <a:gd name="csX27" fmla="*/ 18931 w 18966"/>
                  <a:gd name="csY27" fmla="*/ 21967 h 25110"/>
                  <a:gd name="csX28" fmla="*/ 18931 w 18966"/>
                  <a:gd name="csY28" fmla="*/ 25110 h 25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8966" h="25110">
                    <a:moveTo>
                      <a:pt x="18931" y="25110"/>
                    </a:moveTo>
                    <a:lnTo>
                      <a:pt x="393" y="25110"/>
                    </a:lnTo>
                    <a:lnTo>
                      <a:pt x="393" y="22288"/>
                    </a:lnTo>
                    <a:lnTo>
                      <a:pt x="3000" y="22288"/>
                    </a:lnTo>
                    <a:cubicBezTo>
                      <a:pt x="2107" y="21717"/>
                      <a:pt x="1357" y="20931"/>
                      <a:pt x="821" y="19967"/>
                    </a:cubicBezTo>
                    <a:cubicBezTo>
                      <a:pt x="250" y="19002"/>
                      <a:pt x="0" y="17895"/>
                      <a:pt x="0" y="16645"/>
                    </a:cubicBezTo>
                    <a:cubicBezTo>
                      <a:pt x="0" y="15288"/>
                      <a:pt x="286" y="14144"/>
                      <a:pt x="857" y="13287"/>
                    </a:cubicBezTo>
                    <a:cubicBezTo>
                      <a:pt x="1429" y="12394"/>
                      <a:pt x="2215" y="11787"/>
                      <a:pt x="3251" y="11430"/>
                    </a:cubicBezTo>
                    <a:cubicBezTo>
                      <a:pt x="1072" y="9965"/>
                      <a:pt x="0" y="8072"/>
                      <a:pt x="0" y="5715"/>
                    </a:cubicBezTo>
                    <a:cubicBezTo>
                      <a:pt x="0" y="3893"/>
                      <a:pt x="500" y="2465"/>
                      <a:pt x="1536" y="1500"/>
                    </a:cubicBezTo>
                    <a:cubicBezTo>
                      <a:pt x="2572" y="500"/>
                      <a:pt x="4108" y="0"/>
                      <a:pt x="6251" y="0"/>
                    </a:cubicBezTo>
                    <a:lnTo>
                      <a:pt x="18967" y="0"/>
                    </a:lnTo>
                    <a:lnTo>
                      <a:pt x="18967" y="3143"/>
                    </a:lnTo>
                    <a:lnTo>
                      <a:pt x="7287" y="3143"/>
                    </a:lnTo>
                    <a:cubicBezTo>
                      <a:pt x="6037" y="3143"/>
                      <a:pt x="5108" y="3250"/>
                      <a:pt x="4572" y="3465"/>
                    </a:cubicBezTo>
                    <a:cubicBezTo>
                      <a:pt x="4036" y="3679"/>
                      <a:pt x="3572" y="4036"/>
                      <a:pt x="3251" y="4572"/>
                    </a:cubicBezTo>
                    <a:cubicBezTo>
                      <a:pt x="2929" y="5108"/>
                      <a:pt x="2750" y="5715"/>
                      <a:pt x="2750" y="6429"/>
                    </a:cubicBezTo>
                    <a:cubicBezTo>
                      <a:pt x="2750" y="7751"/>
                      <a:pt x="3179" y="8822"/>
                      <a:pt x="4036" y="9680"/>
                    </a:cubicBezTo>
                    <a:cubicBezTo>
                      <a:pt x="4893" y="10537"/>
                      <a:pt x="6287" y="10966"/>
                      <a:pt x="8180" y="10966"/>
                    </a:cubicBezTo>
                    <a:lnTo>
                      <a:pt x="18931" y="10966"/>
                    </a:lnTo>
                    <a:lnTo>
                      <a:pt x="18931" y="14109"/>
                    </a:lnTo>
                    <a:lnTo>
                      <a:pt x="6894" y="14109"/>
                    </a:lnTo>
                    <a:cubicBezTo>
                      <a:pt x="5501" y="14109"/>
                      <a:pt x="4465" y="14359"/>
                      <a:pt x="3751" y="14859"/>
                    </a:cubicBezTo>
                    <a:cubicBezTo>
                      <a:pt x="3072" y="15359"/>
                      <a:pt x="2715" y="16216"/>
                      <a:pt x="2715" y="17359"/>
                    </a:cubicBezTo>
                    <a:cubicBezTo>
                      <a:pt x="2715" y="18252"/>
                      <a:pt x="2929" y="19074"/>
                      <a:pt x="3429" y="19824"/>
                    </a:cubicBezTo>
                    <a:cubicBezTo>
                      <a:pt x="3893" y="20574"/>
                      <a:pt x="4572" y="21110"/>
                      <a:pt x="5465" y="21467"/>
                    </a:cubicBezTo>
                    <a:cubicBezTo>
                      <a:pt x="6358" y="21824"/>
                      <a:pt x="7644" y="21967"/>
                      <a:pt x="9323" y="21967"/>
                    </a:cubicBezTo>
                    <a:lnTo>
                      <a:pt x="18931" y="21967"/>
                    </a:lnTo>
                    <a:lnTo>
                      <a:pt x="18931" y="25110"/>
                    </a:lnTo>
                    <a:close/>
                  </a:path>
                </a:pathLst>
              </a:custGeom>
              <a:solidFill>
                <a:srgbClr val="000000"/>
              </a:solidFill>
              <a:ln w="3572" cap="flat">
                <a:noFill/>
                <a:prstDash val="solid"/>
                <a:miter/>
              </a:ln>
            </p:spPr>
            <p:txBody>
              <a:bodyPr/>
              <a:lstStyle/>
              <a:p>
                <a:endParaRPr lang="en-US" sz="1701"/>
              </a:p>
            </p:txBody>
          </p:sp>
          <p:sp>
            <p:nvSpPr>
              <p:cNvPr id="12344" name="Freeform: Shape 12343">
                <a:extLst>
                  <a:ext uri="{FF2B5EF4-FFF2-40B4-BE49-F238E27FC236}">
                    <a16:creationId xmlns:a16="http://schemas.microsoft.com/office/drawing/2014/main" id="{E4E21AC6-B36E-E7D4-EF23-76B660D82D9E}"/>
                  </a:ext>
                </a:extLst>
              </p:cNvPr>
              <p:cNvSpPr/>
              <p:nvPr/>
            </p:nvSpPr>
            <p:spPr>
              <a:xfrm>
                <a:off x="5940421" y="2527960"/>
                <a:ext cx="58002" cy="51535"/>
              </a:xfrm>
              <a:custGeom>
                <a:avLst/>
                <a:gdLst>
                  <a:gd name="csX0" fmla="*/ 15967 w 26431"/>
                  <a:gd name="csY0" fmla="*/ 10823 h 23610"/>
                  <a:gd name="csX1" fmla="*/ 12966 w 26431"/>
                  <a:gd name="csY1" fmla="*/ 10823 h 23610"/>
                  <a:gd name="csX2" fmla="*/ 12966 w 26431"/>
                  <a:gd name="csY2" fmla="*/ 0 h 23610"/>
                  <a:gd name="csX3" fmla="*/ 22431 w 26431"/>
                  <a:gd name="csY3" fmla="*/ 0 h 23610"/>
                  <a:gd name="csX4" fmla="*/ 25432 w 26431"/>
                  <a:gd name="csY4" fmla="*/ 5144 h 23610"/>
                  <a:gd name="csX5" fmla="*/ 26432 w 26431"/>
                  <a:gd name="csY5" fmla="*/ 10573 h 23610"/>
                  <a:gd name="csX6" fmla="*/ 24825 w 26431"/>
                  <a:gd name="csY6" fmla="*/ 17395 h 23610"/>
                  <a:gd name="csX7" fmla="*/ 20145 w 26431"/>
                  <a:gd name="csY7" fmla="*/ 22038 h 23610"/>
                  <a:gd name="csX8" fmla="*/ 13323 w 26431"/>
                  <a:gd name="csY8" fmla="*/ 23610 h 23610"/>
                  <a:gd name="csX9" fmla="*/ 6358 w 26431"/>
                  <a:gd name="csY9" fmla="*/ 22038 h 23610"/>
                  <a:gd name="csX10" fmla="*/ 1572 w 26431"/>
                  <a:gd name="csY10" fmla="*/ 17538 h 23610"/>
                  <a:gd name="csX11" fmla="*/ 0 w 26431"/>
                  <a:gd name="csY11" fmla="*/ 10787 h 23610"/>
                  <a:gd name="csX12" fmla="*/ 893 w 26431"/>
                  <a:gd name="csY12" fmla="*/ 5786 h 23610"/>
                  <a:gd name="csX13" fmla="*/ 3394 w 26431"/>
                  <a:gd name="csY13" fmla="*/ 2286 h 23610"/>
                  <a:gd name="csX14" fmla="*/ 7572 w 26431"/>
                  <a:gd name="csY14" fmla="*/ 357 h 23610"/>
                  <a:gd name="csX15" fmla="*/ 8394 w 26431"/>
                  <a:gd name="csY15" fmla="*/ 3429 h 23610"/>
                  <a:gd name="csX16" fmla="*/ 5322 w 26431"/>
                  <a:gd name="csY16" fmla="*/ 4858 h 23610"/>
                  <a:gd name="csX17" fmla="*/ 3536 w 26431"/>
                  <a:gd name="csY17" fmla="*/ 7287 h 23610"/>
                  <a:gd name="csX18" fmla="*/ 2858 w 26431"/>
                  <a:gd name="csY18" fmla="*/ 10823 h 23610"/>
                  <a:gd name="csX19" fmla="*/ 3572 w 26431"/>
                  <a:gd name="csY19" fmla="*/ 14823 h 23610"/>
                  <a:gd name="csX20" fmla="*/ 5429 w 26431"/>
                  <a:gd name="csY20" fmla="*/ 17574 h 23610"/>
                  <a:gd name="csX21" fmla="*/ 7966 w 26431"/>
                  <a:gd name="csY21" fmla="*/ 19181 h 23610"/>
                  <a:gd name="csX22" fmla="*/ 13109 w 26431"/>
                  <a:gd name="csY22" fmla="*/ 20145 h 23610"/>
                  <a:gd name="csX23" fmla="*/ 18824 w 26431"/>
                  <a:gd name="csY23" fmla="*/ 18967 h 23610"/>
                  <a:gd name="csX24" fmla="*/ 22253 w 26431"/>
                  <a:gd name="csY24" fmla="*/ 15538 h 23610"/>
                  <a:gd name="csX25" fmla="*/ 23360 w 26431"/>
                  <a:gd name="csY25" fmla="*/ 10751 h 23610"/>
                  <a:gd name="csX26" fmla="*/ 22503 w 26431"/>
                  <a:gd name="csY26" fmla="*/ 6465 h 23610"/>
                  <a:gd name="csX27" fmla="*/ 20717 w 26431"/>
                  <a:gd name="csY27" fmla="*/ 3286 h 23610"/>
                  <a:gd name="csX28" fmla="*/ 15931 w 26431"/>
                  <a:gd name="csY28" fmla="*/ 3286 h 23610"/>
                  <a:gd name="csX29" fmla="*/ 15931 w 26431"/>
                  <a:gd name="csY29" fmla="*/ 10823 h 2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6431" h="23610">
                    <a:moveTo>
                      <a:pt x="15967" y="10823"/>
                    </a:moveTo>
                    <a:lnTo>
                      <a:pt x="12966" y="10823"/>
                    </a:lnTo>
                    <a:lnTo>
                      <a:pt x="12966" y="0"/>
                    </a:lnTo>
                    <a:cubicBezTo>
                      <a:pt x="12966" y="0"/>
                      <a:pt x="22431" y="0"/>
                      <a:pt x="22431" y="0"/>
                    </a:cubicBezTo>
                    <a:cubicBezTo>
                      <a:pt x="23753" y="1643"/>
                      <a:pt x="24753" y="3393"/>
                      <a:pt x="25432" y="5144"/>
                    </a:cubicBezTo>
                    <a:cubicBezTo>
                      <a:pt x="26111" y="6894"/>
                      <a:pt x="26432" y="8715"/>
                      <a:pt x="26432" y="10573"/>
                    </a:cubicBezTo>
                    <a:cubicBezTo>
                      <a:pt x="26432" y="13073"/>
                      <a:pt x="25896" y="15359"/>
                      <a:pt x="24825" y="17395"/>
                    </a:cubicBezTo>
                    <a:cubicBezTo>
                      <a:pt x="23753" y="19431"/>
                      <a:pt x="22182" y="21003"/>
                      <a:pt x="20145" y="22038"/>
                    </a:cubicBezTo>
                    <a:cubicBezTo>
                      <a:pt x="18110" y="23074"/>
                      <a:pt x="15824" y="23610"/>
                      <a:pt x="13323" y="23610"/>
                    </a:cubicBezTo>
                    <a:cubicBezTo>
                      <a:pt x="10823" y="23610"/>
                      <a:pt x="8537" y="23074"/>
                      <a:pt x="6358" y="22038"/>
                    </a:cubicBezTo>
                    <a:cubicBezTo>
                      <a:pt x="4215" y="21003"/>
                      <a:pt x="2608" y="19502"/>
                      <a:pt x="1572" y="17538"/>
                    </a:cubicBezTo>
                    <a:cubicBezTo>
                      <a:pt x="536" y="15573"/>
                      <a:pt x="0" y="13323"/>
                      <a:pt x="0" y="10787"/>
                    </a:cubicBezTo>
                    <a:cubicBezTo>
                      <a:pt x="0" y="8930"/>
                      <a:pt x="322" y="7287"/>
                      <a:pt x="893" y="5786"/>
                    </a:cubicBezTo>
                    <a:cubicBezTo>
                      <a:pt x="1500" y="4286"/>
                      <a:pt x="2322" y="3108"/>
                      <a:pt x="3394" y="2286"/>
                    </a:cubicBezTo>
                    <a:cubicBezTo>
                      <a:pt x="4465" y="1429"/>
                      <a:pt x="5858" y="786"/>
                      <a:pt x="7572" y="357"/>
                    </a:cubicBezTo>
                    <a:lnTo>
                      <a:pt x="8394" y="3429"/>
                    </a:lnTo>
                    <a:cubicBezTo>
                      <a:pt x="7108" y="3822"/>
                      <a:pt x="6072" y="4286"/>
                      <a:pt x="5322" y="4858"/>
                    </a:cubicBezTo>
                    <a:cubicBezTo>
                      <a:pt x="4572" y="5429"/>
                      <a:pt x="3965" y="6251"/>
                      <a:pt x="3536" y="7287"/>
                    </a:cubicBezTo>
                    <a:cubicBezTo>
                      <a:pt x="3108" y="8358"/>
                      <a:pt x="2858" y="9501"/>
                      <a:pt x="2858" y="10823"/>
                    </a:cubicBezTo>
                    <a:cubicBezTo>
                      <a:pt x="2858" y="12359"/>
                      <a:pt x="3108" y="13716"/>
                      <a:pt x="3572" y="14823"/>
                    </a:cubicBezTo>
                    <a:cubicBezTo>
                      <a:pt x="4036" y="15966"/>
                      <a:pt x="4644" y="16859"/>
                      <a:pt x="5429" y="17574"/>
                    </a:cubicBezTo>
                    <a:cubicBezTo>
                      <a:pt x="6180" y="18288"/>
                      <a:pt x="7037" y="18788"/>
                      <a:pt x="7966" y="19181"/>
                    </a:cubicBezTo>
                    <a:cubicBezTo>
                      <a:pt x="9537" y="19824"/>
                      <a:pt x="11251" y="20145"/>
                      <a:pt x="13109" y="20145"/>
                    </a:cubicBezTo>
                    <a:cubicBezTo>
                      <a:pt x="15395" y="20145"/>
                      <a:pt x="17288" y="19752"/>
                      <a:pt x="18824" y="18967"/>
                    </a:cubicBezTo>
                    <a:cubicBezTo>
                      <a:pt x="20360" y="18181"/>
                      <a:pt x="21503" y="17038"/>
                      <a:pt x="22253" y="15538"/>
                    </a:cubicBezTo>
                    <a:cubicBezTo>
                      <a:pt x="23003" y="14037"/>
                      <a:pt x="23360" y="12430"/>
                      <a:pt x="23360" y="10751"/>
                    </a:cubicBezTo>
                    <a:cubicBezTo>
                      <a:pt x="23360" y="9287"/>
                      <a:pt x="23075" y="7858"/>
                      <a:pt x="22503" y="6465"/>
                    </a:cubicBezTo>
                    <a:cubicBezTo>
                      <a:pt x="21931" y="5072"/>
                      <a:pt x="21324" y="4000"/>
                      <a:pt x="20717" y="3286"/>
                    </a:cubicBezTo>
                    <a:lnTo>
                      <a:pt x="15931" y="3286"/>
                    </a:lnTo>
                    <a:lnTo>
                      <a:pt x="15931" y="10823"/>
                    </a:lnTo>
                    <a:close/>
                  </a:path>
                </a:pathLst>
              </a:custGeom>
              <a:solidFill>
                <a:srgbClr val="000000"/>
              </a:solidFill>
              <a:ln w="3572" cap="flat">
                <a:noFill/>
                <a:prstDash val="solid"/>
                <a:miter/>
              </a:ln>
            </p:spPr>
            <p:txBody>
              <a:bodyPr/>
              <a:lstStyle/>
              <a:p>
                <a:endParaRPr lang="en-US" sz="1701"/>
              </a:p>
            </p:txBody>
          </p:sp>
          <p:sp>
            <p:nvSpPr>
              <p:cNvPr id="12345" name="Freeform: Shape 12344">
                <a:extLst>
                  <a:ext uri="{FF2B5EF4-FFF2-40B4-BE49-F238E27FC236}">
                    <a16:creationId xmlns:a16="http://schemas.microsoft.com/office/drawing/2014/main" id="{132529A5-34E2-9FE8-68E6-E81A839545C9}"/>
                  </a:ext>
                </a:extLst>
              </p:cNvPr>
              <p:cNvSpPr/>
              <p:nvPr/>
            </p:nvSpPr>
            <p:spPr>
              <a:xfrm>
                <a:off x="5955864" y="2485156"/>
                <a:ext cx="41620" cy="32822"/>
              </a:xfrm>
              <a:custGeom>
                <a:avLst/>
                <a:gdLst>
                  <a:gd name="csX0" fmla="*/ 18966 w 18966"/>
                  <a:gd name="csY0" fmla="*/ 15037 h 15037"/>
                  <a:gd name="csX1" fmla="*/ 429 w 18966"/>
                  <a:gd name="csY1" fmla="*/ 15037 h 15037"/>
                  <a:gd name="csX2" fmla="*/ 429 w 18966"/>
                  <a:gd name="csY2" fmla="*/ 12216 h 15037"/>
                  <a:gd name="csX3" fmla="*/ 3072 w 18966"/>
                  <a:gd name="csY3" fmla="*/ 12216 h 15037"/>
                  <a:gd name="csX4" fmla="*/ 0 w 18966"/>
                  <a:gd name="csY4" fmla="*/ 6322 h 15037"/>
                  <a:gd name="csX5" fmla="*/ 607 w 18966"/>
                  <a:gd name="csY5" fmla="*/ 3250 h 15037"/>
                  <a:gd name="csX6" fmla="*/ 2179 w 18966"/>
                  <a:gd name="csY6" fmla="*/ 1143 h 15037"/>
                  <a:gd name="csX7" fmla="*/ 4501 w 18966"/>
                  <a:gd name="csY7" fmla="*/ 179 h 15037"/>
                  <a:gd name="csX8" fmla="*/ 7572 w 18966"/>
                  <a:gd name="csY8" fmla="*/ 0 h 15037"/>
                  <a:gd name="csX9" fmla="*/ 18966 w 18966"/>
                  <a:gd name="csY9" fmla="*/ 0 h 15037"/>
                  <a:gd name="csX10" fmla="*/ 18966 w 18966"/>
                  <a:gd name="csY10" fmla="*/ 3143 h 15037"/>
                  <a:gd name="csX11" fmla="*/ 7715 w 18966"/>
                  <a:gd name="csY11" fmla="*/ 3143 h 15037"/>
                  <a:gd name="csX12" fmla="*/ 4858 w 18966"/>
                  <a:gd name="csY12" fmla="*/ 3500 h 15037"/>
                  <a:gd name="csX13" fmla="*/ 3322 w 18966"/>
                  <a:gd name="csY13" fmla="*/ 4786 h 15037"/>
                  <a:gd name="csX14" fmla="*/ 2750 w 18966"/>
                  <a:gd name="csY14" fmla="*/ 6965 h 15037"/>
                  <a:gd name="csX15" fmla="*/ 4036 w 18966"/>
                  <a:gd name="csY15" fmla="*/ 10430 h 15037"/>
                  <a:gd name="csX16" fmla="*/ 8858 w 18966"/>
                  <a:gd name="csY16" fmla="*/ 11894 h 15037"/>
                  <a:gd name="csX17" fmla="*/ 18966 w 18966"/>
                  <a:gd name="csY17" fmla="*/ 11894 h 15037"/>
                  <a:gd name="csX18" fmla="*/ 18966 w 18966"/>
                  <a:gd name="csY18" fmla="*/ 15037 h 15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8966" h="15037">
                    <a:moveTo>
                      <a:pt x="18966" y="15037"/>
                    </a:moveTo>
                    <a:lnTo>
                      <a:pt x="429" y="15037"/>
                    </a:lnTo>
                    <a:lnTo>
                      <a:pt x="429" y="12216"/>
                    </a:lnTo>
                    <a:lnTo>
                      <a:pt x="3072" y="12216"/>
                    </a:lnTo>
                    <a:cubicBezTo>
                      <a:pt x="1036" y="10858"/>
                      <a:pt x="0" y="8894"/>
                      <a:pt x="0" y="6322"/>
                    </a:cubicBezTo>
                    <a:cubicBezTo>
                      <a:pt x="0" y="5215"/>
                      <a:pt x="214" y="4179"/>
                      <a:pt x="607" y="3250"/>
                    </a:cubicBezTo>
                    <a:cubicBezTo>
                      <a:pt x="1000" y="2322"/>
                      <a:pt x="1536" y="1607"/>
                      <a:pt x="2179" y="1143"/>
                    </a:cubicBezTo>
                    <a:cubicBezTo>
                      <a:pt x="2821" y="679"/>
                      <a:pt x="3608" y="357"/>
                      <a:pt x="4501" y="179"/>
                    </a:cubicBezTo>
                    <a:cubicBezTo>
                      <a:pt x="5072" y="71"/>
                      <a:pt x="6108" y="0"/>
                      <a:pt x="7572" y="0"/>
                    </a:cubicBezTo>
                    <a:lnTo>
                      <a:pt x="18966" y="0"/>
                    </a:lnTo>
                    <a:lnTo>
                      <a:pt x="18966" y="3143"/>
                    </a:lnTo>
                    <a:lnTo>
                      <a:pt x="7715" y="3143"/>
                    </a:lnTo>
                    <a:cubicBezTo>
                      <a:pt x="6429" y="3143"/>
                      <a:pt x="5465" y="3250"/>
                      <a:pt x="4858" y="3500"/>
                    </a:cubicBezTo>
                    <a:cubicBezTo>
                      <a:pt x="4215" y="3750"/>
                      <a:pt x="3714" y="4179"/>
                      <a:pt x="3322" y="4786"/>
                    </a:cubicBezTo>
                    <a:cubicBezTo>
                      <a:pt x="2929" y="5394"/>
                      <a:pt x="2750" y="6144"/>
                      <a:pt x="2750" y="6965"/>
                    </a:cubicBezTo>
                    <a:cubicBezTo>
                      <a:pt x="2750" y="8322"/>
                      <a:pt x="3179" y="9465"/>
                      <a:pt x="4036" y="10430"/>
                    </a:cubicBezTo>
                    <a:cubicBezTo>
                      <a:pt x="4893" y="11394"/>
                      <a:pt x="6501" y="11894"/>
                      <a:pt x="8858" y="11894"/>
                    </a:cubicBezTo>
                    <a:lnTo>
                      <a:pt x="18966" y="11894"/>
                    </a:lnTo>
                    <a:lnTo>
                      <a:pt x="18966" y="15037"/>
                    </a:lnTo>
                    <a:close/>
                  </a:path>
                </a:pathLst>
              </a:custGeom>
              <a:solidFill>
                <a:srgbClr val="000000"/>
              </a:solidFill>
              <a:ln w="3572" cap="flat">
                <a:noFill/>
                <a:prstDash val="solid"/>
                <a:miter/>
              </a:ln>
            </p:spPr>
            <p:txBody>
              <a:bodyPr/>
              <a:lstStyle/>
              <a:p>
                <a:endParaRPr lang="en-US" sz="1701"/>
              </a:p>
            </p:txBody>
          </p:sp>
          <p:sp>
            <p:nvSpPr>
              <p:cNvPr id="12347" name="Freeform: Shape 12346">
                <a:extLst>
                  <a:ext uri="{FF2B5EF4-FFF2-40B4-BE49-F238E27FC236}">
                    <a16:creationId xmlns:a16="http://schemas.microsoft.com/office/drawing/2014/main" id="{F3526F30-D25F-F5E8-CDA3-2BA5A59B63AE}"/>
                  </a:ext>
                </a:extLst>
              </p:cNvPr>
              <p:cNvSpPr/>
              <p:nvPr/>
            </p:nvSpPr>
            <p:spPr>
              <a:xfrm>
                <a:off x="6003600" y="2600154"/>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29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80 w 25574"/>
                  <a:gd name="csY12" fmla="*/ 16109 h 19538"/>
                  <a:gd name="csX13" fmla="*/ 12180 w 25574"/>
                  <a:gd name="csY13" fmla="*/ 9501 h 19538"/>
                  <a:gd name="csX14" fmla="*/ 10965 w 25574"/>
                  <a:gd name="csY14" fmla="*/ 4858 h 19538"/>
                  <a:gd name="csX15" fmla="*/ 7537 w 25574"/>
                  <a:gd name="csY15" fmla="*/ 3500 h 19538"/>
                  <a:gd name="csX16" fmla="*/ 4786 w 25574"/>
                  <a:gd name="csY16" fmla="*/ 4322 h 19538"/>
                  <a:gd name="csX17" fmla="*/ 3286 w 25574"/>
                  <a:gd name="csY17" fmla="*/ 6465 h 19538"/>
                  <a:gd name="csX18" fmla="*/ 3072 w 25574"/>
                  <a:gd name="csY18" fmla="*/ 9608 h 19538"/>
                  <a:gd name="csX19" fmla="*/ 3072 w 25574"/>
                  <a:gd name="csY19" fmla="*/ 16145 h 19538"/>
                  <a:gd name="csX20" fmla="*/ 12216 w 25574"/>
                  <a:gd name="csY20" fmla="*/ 16145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7" y="1250"/>
                      <a:pt x="3929" y="750"/>
                    </a:cubicBezTo>
                    <a:cubicBezTo>
                      <a:pt x="4965" y="250"/>
                      <a:pt x="6144" y="0"/>
                      <a:pt x="7429" y="0"/>
                    </a:cubicBezTo>
                    <a:cubicBezTo>
                      <a:pt x="9608" y="0"/>
                      <a:pt x="11430" y="679"/>
                      <a:pt x="12930" y="2072"/>
                    </a:cubicBezTo>
                    <a:cubicBezTo>
                      <a:pt x="14431" y="3465"/>
                      <a:pt x="15180" y="5965"/>
                      <a:pt x="15180" y="9573"/>
                    </a:cubicBezTo>
                    <a:lnTo>
                      <a:pt x="15180" y="16145"/>
                    </a:lnTo>
                    <a:lnTo>
                      <a:pt x="25575" y="16145"/>
                    </a:lnTo>
                    <a:lnTo>
                      <a:pt x="25575" y="19538"/>
                    </a:lnTo>
                    <a:moveTo>
                      <a:pt x="12180" y="16109"/>
                    </a:moveTo>
                    <a:lnTo>
                      <a:pt x="12180" y="9501"/>
                    </a:lnTo>
                    <a:cubicBezTo>
                      <a:pt x="12180" y="7322"/>
                      <a:pt x="11787" y="5751"/>
                      <a:pt x="10965" y="4858"/>
                    </a:cubicBezTo>
                    <a:cubicBezTo>
                      <a:pt x="10144" y="3965"/>
                      <a:pt x="9001" y="3500"/>
                      <a:pt x="7537" y="3500"/>
                    </a:cubicBezTo>
                    <a:cubicBezTo>
                      <a:pt x="6465" y="3500"/>
                      <a:pt x="5572" y="3750"/>
                      <a:pt x="4786" y="4322"/>
                    </a:cubicBezTo>
                    <a:cubicBezTo>
                      <a:pt x="4036" y="4858"/>
                      <a:pt x="3536" y="5572"/>
                      <a:pt x="3286" y="6465"/>
                    </a:cubicBezTo>
                    <a:cubicBezTo>
                      <a:pt x="3143" y="7036"/>
                      <a:pt x="3072" y="8072"/>
                      <a:pt x="3072" y="9608"/>
                    </a:cubicBezTo>
                    <a:lnTo>
                      <a:pt x="3072" y="16145"/>
                    </a:lnTo>
                    <a:lnTo>
                      <a:pt x="12216" y="16145"/>
                    </a:lnTo>
                    <a:close/>
                  </a:path>
                </a:pathLst>
              </a:custGeom>
              <a:solidFill>
                <a:srgbClr val="000000"/>
              </a:solidFill>
              <a:ln w="3572" cap="flat">
                <a:noFill/>
                <a:prstDash val="solid"/>
                <a:miter/>
              </a:ln>
            </p:spPr>
            <p:txBody>
              <a:bodyPr/>
              <a:lstStyle/>
              <a:p>
                <a:endParaRPr lang="en-US" sz="1701"/>
              </a:p>
            </p:txBody>
          </p:sp>
          <p:sp>
            <p:nvSpPr>
              <p:cNvPr id="12348" name="Freeform: Shape 12347">
                <a:extLst>
                  <a:ext uri="{FF2B5EF4-FFF2-40B4-BE49-F238E27FC236}">
                    <a16:creationId xmlns:a16="http://schemas.microsoft.com/office/drawing/2014/main" id="{8F6B0134-680D-D082-DCAC-A88F4BBC90A4}"/>
                  </a:ext>
                </a:extLst>
              </p:cNvPr>
              <p:cNvSpPr/>
              <p:nvPr/>
            </p:nvSpPr>
            <p:spPr>
              <a:xfrm>
                <a:off x="6002503" y="2548777"/>
                <a:ext cx="58160" cy="44439"/>
              </a:xfrm>
              <a:custGeom>
                <a:avLst/>
                <a:gdLst>
                  <a:gd name="csX0" fmla="*/ 17859 w 26503"/>
                  <a:gd name="csY0" fmla="*/ 20360 h 20359"/>
                  <a:gd name="csX1" fmla="*/ 17574 w 26503"/>
                  <a:gd name="csY1" fmla="*/ 17181 h 20359"/>
                  <a:gd name="csX2" fmla="*/ 20717 w 26503"/>
                  <a:gd name="csY2" fmla="*/ 16145 h 20359"/>
                  <a:gd name="csX3" fmla="*/ 22681 w 26503"/>
                  <a:gd name="csY3" fmla="*/ 13573 h 20359"/>
                  <a:gd name="csX4" fmla="*/ 23432 w 26503"/>
                  <a:gd name="csY4" fmla="*/ 9644 h 20359"/>
                  <a:gd name="csX5" fmla="*/ 22860 w 26503"/>
                  <a:gd name="csY5" fmla="*/ 6215 h 20359"/>
                  <a:gd name="csX6" fmla="*/ 21252 w 26503"/>
                  <a:gd name="csY6" fmla="*/ 4000 h 20359"/>
                  <a:gd name="csX7" fmla="*/ 19074 w 26503"/>
                  <a:gd name="csY7" fmla="*/ 3286 h 20359"/>
                  <a:gd name="csX8" fmla="*/ 16966 w 26503"/>
                  <a:gd name="csY8" fmla="*/ 4000 h 20359"/>
                  <a:gd name="csX9" fmla="*/ 15466 w 26503"/>
                  <a:gd name="csY9" fmla="*/ 6287 h 20359"/>
                  <a:gd name="csX10" fmla="*/ 14216 w 26503"/>
                  <a:gd name="csY10" fmla="*/ 10823 h 20359"/>
                  <a:gd name="csX11" fmla="*/ 12609 w 26503"/>
                  <a:gd name="csY11" fmla="*/ 15752 h 20359"/>
                  <a:gd name="csX12" fmla="*/ 10216 w 26503"/>
                  <a:gd name="csY12" fmla="*/ 18502 h 20359"/>
                  <a:gd name="csX13" fmla="*/ 7036 w 26503"/>
                  <a:gd name="csY13" fmla="*/ 19395 h 20359"/>
                  <a:gd name="csX14" fmla="*/ 3429 w 26503"/>
                  <a:gd name="csY14" fmla="*/ 18288 h 20359"/>
                  <a:gd name="csX15" fmla="*/ 893 w 26503"/>
                  <a:gd name="csY15" fmla="*/ 15073 h 20359"/>
                  <a:gd name="csX16" fmla="*/ 0 w 26503"/>
                  <a:gd name="csY16" fmla="*/ 10394 h 20359"/>
                  <a:gd name="csX17" fmla="*/ 929 w 26503"/>
                  <a:gd name="csY17" fmla="*/ 5394 h 20359"/>
                  <a:gd name="csX18" fmla="*/ 3608 w 26503"/>
                  <a:gd name="csY18" fmla="*/ 2036 h 20359"/>
                  <a:gd name="csX19" fmla="*/ 7644 w 26503"/>
                  <a:gd name="csY19" fmla="*/ 786 h 20359"/>
                  <a:gd name="csX20" fmla="*/ 7894 w 26503"/>
                  <a:gd name="csY20" fmla="*/ 4036 h 20359"/>
                  <a:gd name="csX21" fmla="*/ 4250 w 26503"/>
                  <a:gd name="csY21" fmla="*/ 5822 h 20359"/>
                  <a:gd name="csX22" fmla="*/ 3000 w 26503"/>
                  <a:gd name="csY22" fmla="*/ 10287 h 20359"/>
                  <a:gd name="csX23" fmla="*/ 4143 w 26503"/>
                  <a:gd name="csY23" fmla="*/ 14752 h 20359"/>
                  <a:gd name="csX24" fmla="*/ 6858 w 26503"/>
                  <a:gd name="csY24" fmla="*/ 16145 h 20359"/>
                  <a:gd name="csX25" fmla="*/ 9144 w 26503"/>
                  <a:gd name="csY25" fmla="*/ 15145 h 20359"/>
                  <a:gd name="csX26" fmla="*/ 10965 w 26503"/>
                  <a:gd name="csY26" fmla="*/ 10037 h 20359"/>
                  <a:gd name="csX27" fmla="*/ 12609 w 26503"/>
                  <a:gd name="csY27" fmla="*/ 4393 h 20359"/>
                  <a:gd name="csX28" fmla="*/ 15216 w 26503"/>
                  <a:gd name="csY28" fmla="*/ 1072 h 20359"/>
                  <a:gd name="csX29" fmla="*/ 18860 w 26503"/>
                  <a:gd name="csY29" fmla="*/ 0 h 20359"/>
                  <a:gd name="csX30" fmla="*/ 22681 w 26503"/>
                  <a:gd name="csY30" fmla="*/ 1179 h 20359"/>
                  <a:gd name="csX31" fmla="*/ 25503 w 26503"/>
                  <a:gd name="csY31" fmla="*/ 4536 h 20359"/>
                  <a:gd name="csX32" fmla="*/ 26503 w 26503"/>
                  <a:gd name="csY32" fmla="*/ 9466 h 20359"/>
                  <a:gd name="csX33" fmla="*/ 25503 w 26503"/>
                  <a:gd name="csY33" fmla="*/ 15288 h 20359"/>
                  <a:gd name="csX34" fmla="*/ 22467 w 26503"/>
                  <a:gd name="csY34" fmla="*/ 18967 h 20359"/>
                  <a:gd name="csX35" fmla="*/ 17859 w 26503"/>
                  <a:gd name="csY35" fmla="*/ 20360 h 203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26503" h="20359">
                    <a:moveTo>
                      <a:pt x="17859" y="20360"/>
                    </a:moveTo>
                    <a:lnTo>
                      <a:pt x="17574" y="17181"/>
                    </a:lnTo>
                    <a:cubicBezTo>
                      <a:pt x="18860" y="17038"/>
                      <a:pt x="19895" y="16681"/>
                      <a:pt x="20717" y="16145"/>
                    </a:cubicBezTo>
                    <a:cubicBezTo>
                      <a:pt x="21539" y="15573"/>
                      <a:pt x="22181" y="14752"/>
                      <a:pt x="22681" y="13573"/>
                    </a:cubicBezTo>
                    <a:cubicBezTo>
                      <a:pt x="23181" y="12430"/>
                      <a:pt x="23432" y="11108"/>
                      <a:pt x="23432" y="9644"/>
                    </a:cubicBezTo>
                    <a:cubicBezTo>
                      <a:pt x="23432" y="8358"/>
                      <a:pt x="23253" y="7215"/>
                      <a:pt x="22860" y="6215"/>
                    </a:cubicBezTo>
                    <a:cubicBezTo>
                      <a:pt x="22467" y="5215"/>
                      <a:pt x="21931" y="4501"/>
                      <a:pt x="21252" y="4000"/>
                    </a:cubicBezTo>
                    <a:cubicBezTo>
                      <a:pt x="20574" y="3500"/>
                      <a:pt x="19860" y="3286"/>
                      <a:pt x="19074" y="3286"/>
                    </a:cubicBezTo>
                    <a:cubicBezTo>
                      <a:pt x="18288" y="3286"/>
                      <a:pt x="17574" y="3536"/>
                      <a:pt x="16966" y="4000"/>
                    </a:cubicBezTo>
                    <a:cubicBezTo>
                      <a:pt x="16359" y="4465"/>
                      <a:pt x="15859" y="5215"/>
                      <a:pt x="15466" y="6287"/>
                    </a:cubicBezTo>
                    <a:cubicBezTo>
                      <a:pt x="15216" y="6965"/>
                      <a:pt x="14788" y="8501"/>
                      <a:pt x="14216" y="10823"/>
                    </a:cubicBezTo>
                    <a:cubicBezTo>
                      <a:pt x="13644" y="13180"/>
                      <a:pt x="13145" y="14823"/>
                      <a:pt x="12609" y="15752"/>
                    </a:cubicBezTo>
                    <a:cubicBezTo>
                      <a:pt x="11966" y="16966"/>
                      <a:pt x="11180" y="17895"/>
                      <a:pt x="10216" y="18502"/>
                    </a:cubicBezTo>
                    <a:cubicBezTo>
                      <a:pt x="9251" y="19110"/>
                      <a:pt x="8215" y="19395"/>
                      <a:pt x="7036" y="19395"/>
                    </a:cubicBezTo>
                    <a:cubicBezTo>
                      <a:pt x="5751" y="19395"/>
                      <a:pt x="4536" y="19038"/>
                      <a:pt x="3429" y="18288"/>
                    </a:cubicBezTo>
                    <a:cubicBezTo>
                      <a:pt x="2286" y="17574"/>
                      <a:pt x="1465" y="16502"/>
                      <a:pt x="893" y="15073"/>
                    </a:cubicBezTo>
                    <a:cubicBezTo>
                      <a:pt x="321" y="13680"/>
                      <a:pt x="0" y="12109"/>
                      <a:pt x="0" y="10394"/>
                    </a:cubicBezTo>
                    <a:cubicBezTo>
                      <a:pt x="0" y="8501"/>
                      <a:pt x="321" y="6822"/>
                      <a:pt x="929" y="5394"/>
                    </a:cubicBezTo>
                    <a:cubicBezTo>
                      <a:pt x="1536" y="3929"/>
                      <a:pt x="2429" y="2822"/>
                      <a:pt x="3608" y="2036"/>
                    </a:cubicBezTo>
                    <a:cubicBezTo>
                      <a:pt x="4786" y="1250"/>
                      <a:pt x="6144" y="821"/>
                      <a:pt x="7644" y="786"/>
                    </a:cubicBezTo>
                    <a:lnTo>
                      <a:pt x="7894" y="4036"/>
                    </a:lnTo>
                    <a:cubicBezTo>
                      <a:pt x="6287" y="4215"/>
                      <a:pt x="5072" y="4786"/>
                      <a:pt x="4250" y="5822"/>
                    </a:cubicBezTo>
                    <a:cubicBezTo>
                      <a:pt x="3429" y="6822"/>
                      <a:pt x="3000" y="8323"/>
                      <a:pt x="3000" y="10287"/>
                    </a:cubicBezTo>
                    <a:cubicBezTo>
                      <a:pt x="3000" y="12252"/>
                      <a:pt x="3393" y="13823"/>
                      <a:pt x="4143" y="14752"/>
                    </a:cubicBezTo>
                    <a:cubicBezTo>
                      <a:pt x="4893" y="15681"/>
                      <a:pt x="5786" y="16145"/>
                      <a:pt x="6858" y="16145"/>
                    </a:cubicBezTo>
                    <a:cubicBezTo>
                      <a:pt x="7787" y="16145"/>
                      <a:pt x="8537" y="15823"/>
                      <a:pt x="9144" y="15145"/>
                    </a:cubicBezTo>
                    <a:cubicBezTo>
                      <a:pt x="9715" y="14502"/>
                      <a:pt x="10359" y="12787"/>
                      <a:pt x="10965" y="10037"/>
                    </a:cubicBezTo>
                    <a:cubicBezTo>
                      <a:pt x="11609" y="7287"/>
                      <a:pt x="12144" y="5394"/>
                      <a:pt x="12609" y="4393"/>
                    </a:cubicBezTo>
                    <a:cubicBezTo>
                      <a:pt x="13287" y="2893"/>
                      <a:pt x="14144" y="1786"/>
                      <a:pt x="15216" y="1072"/>
                    </a:cubicBezTo>
                    <a:cubicBezTo>
                      <a:pt x="16252" y="357"/>
                      <a:pt x="17467" y="0"/>
                      <a:pt x="18860" y="0"/>
                    </a:cubicBezTo>
                    <a:cubicBezTo>
                      <a:pt x="20253" y="0"/>
                      <a:pt x="21503" y="393"/>
                      <a:pt x="22681" y="1179"/>
                    </a:cubicBezTo>
                    <a:cubicBezTo>
                      <a:pt x="23896" y="1964"/>
                      <a:pt x="24824" y="3072"/>
                      <a:pt x="25503" y="4536"/>
                    </a:cubicBezTo>
                    <a:cubicBezTo>
                      <a:pt x="26182" y="6001"/>
                      <a:pt x="26503" y="7644"/>
                      <a:pt x="26503" y="9466"/>
                    </a:cubicBezTo>
                    <a:cubicBezTo>
                      <a:pt x="26503" y="11787"/>
                      <a:pt x="26182" y="13716"/>
                      <a:pt x="25503" y="15288"/>
                    </a:cubicBezTo>
                    <a:cubicBezTo>
                      <a:pt x="24824" y="16859"/>
                      <a:pt x="23825" y="18074"/>
                      <a:pt x="22467" y="18967"/>
                    </a:cubicBezTo>
                    <a:cubicBezTo>
                      <a:pt x="21110" y="19860"/>
                      <a:pt x="19574" y="20324"/>
                      <a:pt x="17859" y="20360"/>
                    </a:cubicBezTo>
                    <a:close/>
                  </a:path>
                </a:pathLst>
              </a:custGeom>
              <a:solidFill>
                <a:srgbClr val="000000"/>
              </a:solidFill>
              <a:ln w="3572" cap="flat">
                <a:noFill/>
                <a:prstDash val="solid"/>
                <a:miter/>
              </a:ln>
            </p:spPr>
            <p:txBody>
              <a:bodyPr/>
              <a:lstStyle/>
              <a:p>
                <a:endParaRPr lang="en-US" sz="1701"/>
              </a:p>
            </p:txBody>
          </p:sp>
          <p:sp>
            <p:nvSpPr>
              <p:cNvPr id="12349" name="Freeform: Shape 12348">
                <a:extLst>
                  <a:ext uri="{FF2B5EF4-FFF2-40B4-BE49-F238E27FC236}">
                    <a16:creationId xmlns:a16="http://schemas.microsoft.com/office/drawing/2014/main" id="{4DD30C3C-2707-351F-A92F-B01A4979E234}"/>
                  </a:ext>
                </a:extLst>
              </p:cNvPr>
              <p:cNvSpPr/>
              <p:nvPr/>
            </p:nvSpPr>
            <p:spPr>
              <a:xfrm>
                <a:off x="6018178" y="2484766"/>
                <a:ext cx="41620" cy="54809"/>
              </a:xfrm>
              <a:custGeom>
                <a:avLst/>
                <a:gdLst>
                  <a:gd name="csX0" fmla="*/ 18931 w 18966"/>
                  <a:gd name="csY0" fmla="*/ 25110 h 25110"/>
                  <a:gd name="csX1" fmla="*/ 393 w 18966"/>
                  <a:gd name="csY1" fmla="*/ 25110 h 25110"/>
                  <a:gd name="csX2" fmla="*/ 393 w 18966"/>
                  <a:gd name="csY2" fmla="*/ 22289 h 25110"/>
                  <a:gd name="csX3" fmla="*/ 3000 w 18966"/>
                  <a:gd name="csY3" fmla="*/ 22289 h 25110"/>
                  <a:gd name="csX4" fmla="*/ 821 w 18966"/>
                  <a:gd name="csY4" fmla="*/ 19967 h 25110"/>
                  <a:gd name="csX5" fmla="*/ 0 w 18966"/>
                  <a:gd name="csY5" fmla="*/ 16645 h 25110"/>
                  <a:gd name="csX6" fmla="*/ 857 w 18966"/>
                  <a:gd name="csY6" fmla="*/ 13287 h 25110"/>
                  <a:gd name="csX7" fmla="*/ 3251 w 18966"/>
                  <a:gd name="csY7" fmla="*/ 11430 h 25110"/>
                  <a:gd name="csX8" fmla="*/ 0 w 18966"/>
                  <a:gd name="csY8" fmla="*/ 5715 h 25110"/>
                  <a:gd name="csX9" fmla="*/ 1536 w 18966"/>
                  <a:gd name="csY9" fmla="*/ 1500 h 25110"/>
                  <a:gd name="csX10" fmla="*/ 6251 w 18966"/>
                  <a:gd name="csY10" fmla="*/ 0 h 25110"/>
                  <a:gd name="csX11" fmla="*/ 18967 w 18966"/>
                  <a:gd name="csY11" fmla="*/ 0 h 25110"/>
                  <a:gd name="csX12" fmla="*/ 18967 w 18966"/>
                  <a:gd name="csY12" fmla="*/ 3143 h 25110"/>
                  <a:gd name="csX13" fmla="*/ 7287 w 18966"/>
                  <a:gd name="csY13" fmla="*/ 3143 h 25110"/>
                  <a:gd name="csX14" fmla="*/ 4572 w 18966"/>
                  <a:gd name="csY14" fmla="*/ 3465 h 25110"/>
                  <a:gd name="csX15" fmla="*/ 3251 w 18966"/>
                  <a:gd name="csY15" fmla="*/ 4572 h 25110"/>
                  <a:gd name="csX16" fmla="*/ 2750 w 18966"/>
                  <a:gd name="csY16" fmla="*/ 6430 h 25110"/>
                  <a:gd name="csX17" fmla="*/ 4036 w 18966"/>
                  <a:gd name="csY17" fmla="*/ 9680 h 25110"/>
                  <a:gd name="csX18" fmla="*/ 8180 w 18966"/>
                  <a:gd name="csY18" fmla="*/ 10966 h 25110"/>
                  <a:gd name="csX19" fmla="*/ 18931 w 18966"/>
                  <a:gd name="csY19" fmla="*/ 10966 h 25110"/>
                  <a:gd name="csX20" fmla="*/ 18931 w 18966"/>
                  <a:gd name="csY20" fmla="*/ 14109 h 25110"/>
                  <a:gd name="csX21" fmla="*/ 6894 w 18966"/>
                  <a:gd name="csY21" fmla="*/ 14109 h 25110"/>
                  <a:gd name="csX22" fmla="*/ 3751 w 18966"/>
                  <a:gd name="csY22" fmla="*/ 14859 h 25110"/>
                  <a:gd name="csX23" fmla="*/ 2715 w 18966"/>
                  <a:gd name="csY23" fmla="*/ 17359 h 25110"/>
                  <a:gd name="csX24" fmla="*/ 3429 w 18966"/>
                  <a:gd name="csY24" fmla="*/ 19824 h 25110"/>
                  <a:gd name="csX25" fmla="*/ 5465 w 18966"/>
                  <a:gd name="csY25" fmla="*/ 21467 h 25110"/>
                  <a:gd name="csX26" fmla="*/ 9323 w 18966"/>
                  <a:gd name="csY26" fmla="*/ 21967 h 25110"/>
                  <a:gd name="csX27" fmla="*/ 18931 w 18966"/>
                  <a:gd name="csY27" fmla="*/ 21967 h 25110"/>
                  <a:gd name="csX28" fmla="*/ 18931 w 18966"/>
                  <a:gd name="csY28" fmla="*/ 25110 h 25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8966" h="25110">
                    <a:moveTo>
                      <a:pt x="18931" y="25110"/>
                    </a:moveTo>
                    <a:lnTo>
                      <a:pt x="393" y="25110"/>
                    </a:lnTo>
                    <a:lnTo>
                      <a:pt x="393" y="22289"/>
                    </a:lnTo>
                    <a:lnTo>
                      <a:pt x="3000" y="22289"/>
                    </a:lnTo>
                    <a:cubicBezTo>
                      <a:pt x="2107" y="21717"/>
                      <a:pt x="1357" y="20931"/>
                      <a:pt x="821" y="19967"/>
                    </a:cubicBezTo>
                    <a:cubicBezTo>
                      <a:pt x="250" y="19002"/>
                      <a:pt x="0" y="17895"/>
                      <a:pt x="0" y="16645"/>
                    </a:cubicBezTo>
                    <a:cubicBezTo>
                      <a:pt x="0" y="15288"/>
                      <a:pt x="286" y="14145"/>
                      <a:pt x="857" y="13287"/>
                    </a:cubicBezTo>
                    <a:cubicBezTo>
                      <a:pt x="1429" y="12395"/>
                      <a:pt x="2215" y="11787"/>
                      <a:pt x="3251" y="11430"/>
                    </a:cubicBezTo>
                    <a:cubicBezTo>
                      <a:pt x="1072" y="9966"/>
                      <a:pt x="0" y="8072"/>
                      <a:pt x="0" y="5715"/>
                    </a:cubicBezTo>
                    <a:cubicBezTo>
                      <a:pt x="0" y="3893"/>
                      <a:pt x="500" y="2465"/>
                      <a:pt x="1536" y="1500"/>
                    </a:cubicBezTo>
                    <a:cubicBezTo>
                      <a:pt x="2572" y="500"/>
                      <a:pt x="4108" y="0"/>
                      <a:pt x="6251" y="0"/>
                    </a:cubicBezTo>
                    <a:lnTo>
                      <a:pt x="18967" y="0"/>
                    </a:lnTo>
                    <a:lnTo>
                      <a:pt x="18967" y="3143"/>
                    </a:lnTo>
                    <a:lnTo>
                      <a:pt x="7287" y="3143"/>
                    </a:lnTo>
                    <a:cubicBezTo>
                      <a:pt x="6036" y="3143"/>
                      <a:pt x="5108" y="3251"/>
                      <a:pt x="4572" y="3465"/>
                    </a:cubicBezTo>
                    <a:cubicBezTo>
                      <a:pt x="4036" y="3679"/>
                      <a:pt x="3572" y="4036"/>
                      <a:pt x="3251" y="4572"/>
                    </a:cubicBezTo>
                    <a:cubicBezTo>
                      <a:pt x="2929" y="5108"/>
                      <a:pt x="2750" y="5715"/>
                      <a:pt x="2750" y="6430"/>
                    </a:cubicBezTo>
                    <a:cubicBezTo>
                      <a:pt x="2750" y="7751"/>
                      <a:pt x="3179" y="8823"/>
                      <a:pt x="4036" y="9680"/>
                    </a:cubicBezTo>
                    <a:cubicBezTo>
                      <a:pt x="4893" y="10537"/>
                      <a:pt x="6287" y="10966"/>
                      <a:pt x="8180" y="10966"/>
                    </a:cubicBezTo>
                    <a:lnTo>
                      <a:pt x="18931" y="10966"/>
                    </a:lnTo>
                    <a:lnTo>
                      <a:pt x="18931" y="14109"/>
                    </a:lnTo>
                    <a:lnTo>
                      <a:pt x="6894" y="14109"/>
                    </a:lnTo>
                    <a:cubicBezTo>
                      <a:pt x="5501" y="14109"/>
                      <a:pt x="4465" y="14359"/>
                      <a:pt x="3751" y="14859"/>
                    </a:cubicBezTo>
                    <a:cubicBezTo>
                      <a:pt x="3072" y="15359"/>
                      <a:pt x="2715" y="16216"/>
                      <a:pt x="2715" y="17359"/>
                    </a:cubicBezTo>
                    <a:cubicBezTo>
                      <a:pt x="2715" y="18252"/>
                      <a:pt x="2929" y="19074"/>
                      <a:pt x="3429" y="19824"/>
                    </a:cubicBezTo>
                    <a:cubicBezTo>
                      <a:pt x="3893" y="20574"/>
                      <a:pt x="4572" y="21110"/>
                      <a:pt x="5465" y="21467"/>
                    </a:cubicBezTo>
                    <a:cubicBezTo>
                      <a:pt x="6358" y="21824"/>
                      <a:pt x="7644" y="21967"/>
                      <a:pt x="9323" y="21967"/>
                    </a:cubicBezTo>
                    <a:lnTo>
                      <a:pt x="18931" y="21967"/>
                    </a:lnTo>
                    <a:lnTo>
                      <a:pt x="18931" y="25110"/>
                    </a:lnTo>
                    <a:close/>
                  </a:path>
                </a:pathLst>
              </a:custGeom>
              <a:solidFill>
                <a:srgbClr val="000000"/>
              </a:solidFill>
              <a:ln w="3572" cap="flat">
                <a:noFill/>
                <a:prstDash val="solid"/>
                <a:miter/>
              </a:ln>
            </p:spPr>
            <p:txBody>
              <a:bodyPr/>
              <a:lstStyle/>
              <a:p>
                <a:endParaRPr lang="en-US" sz="1701"/>
              </a:p>
            </p:txBody>
          </p:sp>
          <p:sp>
            <p:nvSpPr>
              <p:cNvPr id="12351" name="Freeform: Shape 12350">
                <a:extLst>
                  <a:ext uri="{FF2B5EF4-FFF2-40B4-BE49-F238E27FC236}">
                    <a16:creationId xmlns:a16="http://schemas.microsoft.com/office/drawing/2014/main" id="{EEA23F6E-1913-D665-1AB6-0BB6DB47C132}"/>
                  </a:ext>
                </a:extLst>
              </p:cNvPr>
              <p:cNvSpPr/>
              <p:nvPr/>
            </p:nvSpPr>
            <p:spPr>
              <a:xfrm>
                <a:off x="6065915" y="2592281"/>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7 w 25574"/>
                  <a:gd name="csY5" fmla="*/ 1000 h 21145"/>
                  <a:gd name="csX6" fmla="*/ 12609 w 25574"/>
                  <a:gd name="csY6" fmla="*/ 0 h 21145"/>
                  <a:gd name="csX7" fmla="*/ 17788 w 25574"/>
                  <a:gd name="csY7" fmla="*/ 679 h 21145"/>
                  <a:gd name="csX8" fmla="*/ 21503 w 25574"/>
                  <a:gd name="csY8" fmla="*/ 2429 h 21145"/>
                  <a:gd name="csX9" fmla="*/ 23825 w 25574"/>
                  <a:gd name="csY9" fmla="*/ 4751 h 21145"/>
                  <a:gd name="csX10" fmla="*/ 25110 w 25574"/>
                  <a:gd name="csY10" fmla="*/ 7822 h 21145"/>
                  <a:gd name="csX11" fmla="*/ 25539 w 25574"/>
                  <a:gd name="csY11" fmla="*/ 11930 h 21145"/>
                  <a:gd name="csX12" fmla="*/ 25539 w 25574"/>
                  <a:gd name="csY12" fmla="*/ 21145 h 21145"/>
                  <a:gd name="csX13" fmla="*/ 22539 w 25574"/>
                  <a:gd name="csY13" fmla="*/ 17716 h 21145"/>
                  <a:gd name="csX14" fmla="*/ 22539 w 25574"/>
                  <a:gd name="csY14" fmla="*/ 12252 h 21145"/>
                  <a:gd name="csX15" fmla="*/ 22074 w 25574"/>
                  <a:gd name="csY15" fmla="*/ 8287 h 21145"/>
                  <a:gd name="csX16" fmla="*/ 20753 w 25574"/>
                  <a:gd name="csY16" fmla="*/ 6001 h 21145"/>
                  <a:gd name="csX17" fmla="*/ 17502 w 25574"/>
                  <a:gd name="csY17" fmla="*/ 4143 h 21145"/>
                  <a:gd name="csX18" fmla="*/ 12573 w 25574"/>
                  <a:gd name="csY18" fmla="*/ 3465 h 21145"/>
                  <a:gd name="csX19" fmla="*/ 6394 w 25574"/>
                  <a:gd name="csY19" fmla="*/ 4786 h 21145"/>
                  <a:gd name="csX20" fmla="*/ 3500 w 25574"/>
                  <a:gd name="csY20" fmla="*/ 7965 h 21145"/>
                  <a:gd name="csX21" fmla="*/ 3001 w 25574"/>
                  <a:gd name="csY21" fmla="*/ 12359 h 21145"/>
                  <a:gd name="csX22" fmla="*/ 3001 w 25574"/>
                  <a:gd name="csY22" fmla="*/ 17716 h 21145"/>
                  <a:gd name="csX23" fmla="*/ 22539 w 25574"/>
                  <a:gd name="csY23" fmla="*/ 17716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8"/>
                      <a:pt x="107" y="8822"/>
                      <a:pt x="357" y="7787"/>
                    </a:cubicBezTo>
                    <a:cubicBezTo>
                      <a:pt x="679" y="6322"/>
                      <a:pt x="1322" y="5072"/>
                      <a:pt x="2179" y="4036"/>
                    </a:cubicBezTo>
                    <a:cubicBezTo>
                      <a:pt x="3322" y="2679"/>
                      <a:pt x="4787" y="1679"/>
                      <a:pt x="6537" y="1000"/>
                    </a:cubicBezTo>
                    <a:cubicBezTo>
                      <a:pt x="8323" y="321"/>
                      <a:pt x="10323" y="0"/>
                      <a:pt x="12609" y="0"/>
                    </a:cubicBezTo>
                    <a:cubicBezTo>
                      <a:pt x="14538" y="0"/>
                      <a:pt x="16252" y="214"/>
                      <a:pt x="17788" y="679"/>
                    </a:cubicBezTo>
                    <a:cubicBezTo>
                      <a:pt x="19288" y="1143"/>
                      <a:pt x="20538" y="1714"/>
                      <a:pt x="21503" y="2429"/>
                    </a:cubicBezTo>
                    <a:cubicBezTo>
                      <a:pt x="22467" y="3143"/>
                      <a:pt x="23253" y="3929"/>
                      <a:pt x="23825" y="4751"/>
                    </a:cubicBezTo>
                    <a:cubicBezTo>
                      <a:pt x="24396" y="5608"/>
                      <a:pt x="24825" y="6608"/>
                      <a:pt x="25110" y="7822"/>
                    </a:cubicBezTo>
                    <a:cubicBezTo>
                      <a:pt x="25396" y="9001"/>
                      <a:pt x="25539" y="10358"/>
                      <a:pt x="25539" y="11930"/>
                    </a:cubicBezTo>
                    <a:lnTo>
                      <a:pt x="25539" y="21145"/>
                    </a:lnTo>
                    <a:moveTo>
                      <a:pt x="22539" y="17716"/>
                    </a:moveTo>
                    <a:lnTo>
                      <a:pt x="22539" y="12252"/>
                    </a:lnTo>
                    <a:cubicBezTo>
                      <a:pt x="22539" y="10573"/>
                      <a:pt x="22396" y="9251"/>
                      <a:pt x="22074" y="8287"/>
                    </a:cubicBezTo>
                    <a:cubicBezTo>
                      <a:pt x="21753" y="7322"/>
                      <a:pt x="21324" y="6572"/>
                      <a:pt x="20753" y="6001"/>
                    </a:cubicBezTo>
                    <a:cubicBezTo>
                      <a:pt x="19967" y="5179"/>
                      <a:pt x="18860" y="4572"/>
                      <a:pt x="17502" y="4143"/>
                    </a:cubicBezTo>
                    <a:cubicBezTo>
                      <a:pt x="16145" y="3715"/>
                      <a:pt x="14502" y="3465"/>
                      <a:pt x="12573" y="3465"/>
                    </a:cubicBezTo>
                    <a:cubicBezTo>
                      <a:pt x="9894" y="3465"/>
                      <a:pt x="7858" y="3893"/>
                      <a:pt x="6394" y="4786"/>
                    </a:cubicBezTo>
                    <a:cubicBezTo>
                      <a:pt x="4929" y="5679"/>
                      <a:pt x="4000" y="6715"/>
                      <a:pt x="3500" y="7965"/>
                    </a:cubicBezTo>
                    <a:cubicBezTo>
                      <a:pt x="3143" y="8858"/>
                      <a:pt x="3001" y="10323"/>
                      <a:pt x="3001" y="12359"/>
                    </a:cubicBezTo>
                    <a:lnTo>
                      <a:pt x="3001" y="17716"/>
                    </a:lnTo>
                    <a:lnTo>
                      <a:pt x="22539" y="17716"/>
                    </a:lnTo>
                    <a:close/>
                  </a:path>
                </a:pathLst>
              </a:custGeom>
              <a:solidFill>
                <a:srgbClr val="000000"/>
              </a:solidFill>
              <a:ln w="3572" cap="flat">
                <a:noFill/>
                <a:prstDash val="solid"/>
                <a:miter/>
              </a:ln>
            </p:spPr>
            <p:txBody>
              <a:bodyPr/>
              <a:lstStyle/>
              <a:p>
                <a:endParaRPr lang="en-US" sz="1701"/>
              </a:p>
            </p:txBody>
          </p:sp>
          <p:sp>
            <p:nvSpPr>
              <p:cNvPr id="12352" name="Freeform: Shape 12351">
                <a:extLst>
                  <a:ext uri="{FF2B5EF4-FFF2-40B4-BE49-F238E27FC236}">
                    <a16:creationId xmlns:a16="http://schemas.microsoft.com/office/drawing/2014/main" id="{6CFFA03A-1EA5-00E0-B09E-935CE1E44E07}"/>
                  </a:ext>
                </a:extLst>
              </p:cNvPr>
              <p:cNvSpPr/>
              <p:nvPr/>
            </p:nvSpPr>
            <p:spPr>
              <a:xfrm>
                <a:off x="6065915" y="2550180"/>
                <a:ext cx="57063" cy="35162"/>
              </a:xfrm>
              <a:custGeom>
                <a:avLst/>
                <a:gdLst>
                  <a:gd name="csX0" fmla="*/ 25575 w 26003"/>
                  <a:gd name="csY0" fmla="*/ 2965 h 16109"/>
                  <a:gd name="csX1" fmla="*/ 23253 w 26003"/>
                  <a:gd name="csY1" fmla="*/ 2965 h 16109"/>
                  <a:gd name="csX2" fmla="*/ 26003 w 26003"/>
                  <a:gd name="csY2" fmla="*/ 8144 h 16109"/>
                  <a:gd name="csX3" fmla="*/ 24789 w 26003"/>
                  <a:gd name="csY3" fmla="*/ 12216 h 16109"/>
                  <a:gd name="csX4" fmla="*/ 21360 w 26003"/>
                  <a:gd name="csY4" fmla="*/ 15073 h 16109"/>
                  <a:gd name="csX5" fmla="*/ 16324 w 26003"/>
                  <a:gd name="csY5" fmla="*/ 16109 h 16109"/>
                  <a:gd name="csX6" fmla="*/ 11287 w 26003"/>
                  <a:gd name="csY6" fmla="*/ 15180 h 16109"/>
                  <a:gd name="csX7" fmla="*/ 7823 w 26003"/>
                  <a:gd name="csY7" fmla="*/ 12395 h 16109"/>
                  <a:gd name="csX8" fmla="*/ 6608 w 26003"/>
                  <a:gd name="csY8" fmla="*/ 8251 h 16109"/>
                  <a:gd name="csX9" fmla="*/ 7323 w 26003"/>
                  <a:gd name="csY9" fmla="*/ 5251 h 16109"/>
                  <a:gd name="csX10" fmla="*/ 9180 w 26003"/>
                  <a:gd name="csY10" fmla="*/ 3143 h 16109"/>
                  <a:gd name="csX11" fmla="*/ 0 w 26003"/>
                  <a:gd name="csY11" fmla="*/ 3143 h 16109"/>
                  <a:gd name="csX12" fmla="*/ 0 w 26003"/>
                  <a:gd name="csY12" fmla="*/ 0 h 16109"/>
                  <a:gd name="csX13" fmla="*/ 25575 w 26003"/>
                  <a:gd name="csY13" fmla="*/ 0 h 16109"/>
                  <a:gd name="csX14" fmla="*/ 25575 w 26003"/>
                  <a:gd name="csY14" fmla="*/ 2929 h 16109"/>
                  <a:gd name="csX15" fmla="*/ 16324 w 26003"/>
                  <a:gd name="csY15" fmla="*/ 12894 h 16109"/>
                  <a:gd name="csX16" fmla="*/ 21646 w 26003"/>
                  <a:gd name="csY16" fmla="*/ 11394 h 16109"/>
                  <a:gd name="csX17" fmla="*/ 23396 w 26003"/>
                  <a:gd name="csY17" fmla="*/ 7858 h 16109"/>
                  <a:gd name="csX18" fmla="*/ 21717 w 26003"/>
                  <a:gd name="csY18" fmla="*/ 4358 h 16109"/>
                  <a:gd name="csX19" fmla="*/ 16574 w 26003"/>
                  <a:gd name="csY19" fmla="*/ 2929 h 16109"/>
                  <a:gd name="csX20" fmla="*/ 11002 w 26003"/>
                  <a:gd name="csY20" fmla="*/ 4394 h 16109"/>
                  <a:gd name="csX21" fmla="*/ 9216 w 26003"/>
                  <a:gd name="csY21" fmla="*/ 8001 h 16109"/>
                  <a:gd name="csX22" fmla="*/ 10930 w 26003"/>
                  <a:gd name="csY22" fmla="*/ 11502 h 16109"/>
                  <a:gd name="csX23" fmla="*/ 16324 w 26003"/>
                  <a:gd name="csY23" fmla="*/ 12894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6003" h="16109">
                    <a:moveTo>
                      <a:pt x="25575" y="2965"/>
                    </a:moveTo>
                    <a:lnTo>
                      <a:pt x="23253" y="2965"/>
                    </a:lnTo>
                    <a:cubicBezTo>
                      <a:pt x="25075" y="4143"/>
                      <a:pt x="26003" y="5858"/>
                      <a:pt x="26003" y="8144"/>
                    </a:cubicBezTo>
                    <a:cubicBezTo>
                      <a:pt x="26003" y="9608"/>
                      <a:pt x="25611" y="10966"/>
                      <a:pt x="24789" y="12216"/>
                    </a:cubicBezTo>
                    <a:cubicBezTo>
                      <a:pt x="23968" y="13466"/>
                      <a:pt x="22824" y="14431"/>
                      <a:pt x="21360" y="15073"/>
                    </a:cubicBezTo>
                    <a:cubicBezTo>
                      <a:pt x="19896" y="15752"/>
                      <a:pt x="18216" y="16109"/>
                      <a:pt x="16324" y="16109"/>
                    </a:cubicBezTo>
                    <a:cubicBezTo>
                      <a:pt x="14431" y="16109"/>
                      <a:pt x="12788" y="15788"/>
                      <a:pt x="11287" y="15180"/>
                    </a:cubicBezTo>
                    <a:cubicBezTo>
                      <a:pt x="9787" y="14573"/>
                      <a:pt x="8608" y="13645"/>
                      <a:pt x="7823" y="12395"/>
                    </a:cubicBezTo>
                    <a:cubicBezTo>
                      <a:pt x="7001" y="11180"/>
                      <a:pt x="6608" y="9787"/>
                      <a:pt x="6608" y="8251"/>
                    </a:cubicBezTo>
                    <a:cubicBezTo>
                      <a:pt x="6608" y="7144"/>
                      <a:pt x="6858" y="6144"/>
                      <a:pt x="7323" y="5251"/>
                    </a:cubicBezTo>
                    <a:cubicBezTo>
                      <a:pt x="7787" y="4394"/>
                      <a:pt x="8394" y="3679"/>
                      <a:pt x="9180" y="3143"/>
                    </a:cubicBezTo>
                    <a:lnTo>
                      <a:pt x="0" y="3143"/>
                    </a:lnTo>
                    <a:lnTo>
                      <a:pt x="0" y="0"/>
                    </a:lnTo>
                    <a:lnTo>
                      <a:pt x="25575" y="0"/>
                    </a:lnTo>
                    <a:lnTo>
                      <a:pt x="25575" y="2929"/>
                    </a:lnTo>
                    <a:moveTo>
                      <a:pt x="16324" y="12894"/>
                    </a:moveTo>
                    <a:cubicBezTo>
                      <a:pt x="18681" y="12894"/>
                      <a:pt x="20467" y="12395"/>
                      <a:pt x="21646" y="11394"/>
                    </a:cubicBezTo>
                    <a:cubicBezTo>
                      <a:pt x="22824" y="10394"/>
                      <a:pt x="23396" y="9215"/>
                      <a:pt x="23396" y="7858"/>
                    </a:cubicBezTo>
                    <a:cubicBezTo>
                      <a:pt x="23396" y="6501"/>
                      <a:pt x="22824" y="5322"/>
                      <a:pt x="21717" y="4358"/>
                    </a:cubicBezTo>
                    <a:cubicBezTo>
                      <a:pt x="20610" y="3393"/>
                      <a:pt x="18895" y="2929"/>
                      <a:pt x="16574" y="2929"/>
                    </a:cubicBezTo>
                    <a:cubicBezTo>
                      <a:pt x="14038" y="2929"/>
                      <a:pt x="12180" y="3429"/>
                      <a:pt x="11002" y="4394"/>
                    </a:cubicBezTo>
                    <a:cubicBezTo>
                      <a:pt x="9823" y="5358"/>
                      <a:pt x="9216" y="6572"/>
                      <a:pt x="9216" y="8001"/>
                    </a:cubicBezTo>
                    <a:cubicBezTo>
                      <a:pt x="9216" y="9430"/>
                      <a:pt x="9787" y="10573"/>
                      <a:pt x="10930" y="11502"/>
                    </a:cubicBezTo>
                    <a:cubicBezTo>
                      <a:pt x="12073" y="12430"/>
                      <a:pt x="13859" y="12894"/>
                      <a:pt x="16324" y="12894"/>
                    </a:cubicBezTo>
                    <a:close/>
                  </a:path>
                </a:pathLst>
              </a:custGeom>
              <a:solidFill>
                <a:srgbClr val="000000"/>
              </a:solidFill>
              <a:ln w="3572" cap="flat">
                <a:noFill/>
                <a:prstDash val="solid"/>
                <a:miter/>
              </a:ln>
            </p:spPr>
            <p:txBody>
              <a:bodyPr/>
              <a:lstStyle/>
              <a:p>
                <a:endParaRPr lang="en-US" sz="1701"/>
              </a:p>
            </p:txBody>
          </p:sp>
          <p:sp>
            <p:nvSpPr>
              <p:cNvPr id="12353" name="Freeform: Shape 12352">
                <a:extLst>
                  <a:ext uri="{FF2B5EF4-FFF2-40B4-BE49-F238E27FC236}">
                    <a16:creationId xmlns:a16="http://schemas.microsoft.com/office/drawing/2014/main" id="{E4E409BE-17CC-0E28-C483-71985B00D9C1}"/>
                  </a:ext>
                </a:extLst>
              </p:cNvPr>
              <p:cNvSpPr/>
              <p:nvPr/>
            </p:nvSpPr>
            <p:spPr>
              <a:xfrm>
                <a:off x="6098287" y="2521176"/>
                <a:ext cx="6897" cy="21050"/>
              </a:xfrm>
              <a:custGeom>
                <a:avLst/>
                <a:gdLst>
                  <a:gd name="csX0" fmla="*/ 3143 w 3143"/>
                  <a:gd name="csY0" fmla="*/ 9644 h 9644"/>
                  <a:gd name="csX1" fmla="*/ 0 w 3143"/>
                  <a:gd name="csY1" fmla="*/ 9644 h 9644"/>
                  <a:gd name="csX2" fmla="*/ 0 w 3143"/>
                  <a:gd name="csY2" fmla="*/ 0 h 9644"/>
                  <a:gd name="csX3" fmla="*/ 3143 w 3143"/>
                  <a:gd name="csY3" fmla="*/ 0 h 9644"/>
                  <a:gd name="csX4" fmla="*/ 3143 w 3143"/>
                  <a:gd name="csY4" fmla="*/ 9644 h 9644"/>
                </a:gdLst>
                <a:ahLst/>
                <a:cxnLst>
                  <a:cxn ang="0">
                    <a:pos x="csX0" y="csY0"/>
                  </a:cxn>
                  <a:cxn ang="0">
                    <a:pos x="csX1" y="csY1"/>
                  </a:cxn>
                  <a:cxn ang="0">
                    <a:pos x="csX2" y="csY2"/>
                  </a:cxn>
                  <a:cxn ang="0">
                    <a:pos x="csX3" y="csY3"/>
                  </a:cxn>
                  <a:cxn ang="0">
                    <a:pos x="csX4" y="csY4"/>
                  </a:cxn>
                </a:cxnLst>
                <a:rect l="l" t="t" r="r" b="b"/>
                <a:pathLst>
                  <a:path w="3143" h="9644">
                    <a:moveTo>
                      <a:pt x="3143" y="9644"/>
                    </a:moveTo>
                    <a:lnTo>
                      <a:pt x="0" y="9644"/>
                    </a:lnTo>
                    <a:lnTo>
                      <a:pt x="0" y="0"/>
                    </a:lnTo>
                    <a:lnTo>
                      <a:pt x="3143" y="0"/>
                    </a:lnTo>
                    <a:lnTo>
                      <a:pt x="3143" y="9644"/>
                    </a:lnTo>
                    <a:close/>
                  </a:path>
                </a:pathLst>
              </a:custGeom>
              <a:solidFill>
                <a:srgbClr val="000000"/>
              </a:solidFill>
              <a:ln w="3572" cap="flat">
                <a:noFill/>
                <a:prstDash val="solid"/>
                <a:miter/>
              </a:ln>
            </p:spPr>
            <p:txBody>
              <a:bodyPr/>
              <a:lstStyle/>
              <a:p>
                <a:endParaRPr lang="en-US" sz="1701"/>
              </a:p>
            </p:txBody>
          </p:sp>
          <p:sp>
            <p:nvSpPr>
              <p:cNvPr id="12354" name="Freeform: Shape 12353">
                <a:extLst>
                  <a:ext uri="{FF2B5EF4-FFF2-40B4-BE49-F238E27FC236}">
                    <a16:creationId xmlns:a16="http://schemas.microsoft.com/office/drawing/2014/main" id="{A6A045DB-064B-83BD-A69B-2E6D73178E87}"/>
                  </a:ext>
                </a:extLst>
              </p:cNvPr>
              <p:cNvSpPr/>
              <p:nvPr/>
            </p:nvSpPr>
            <p:spPr>
              <a:xfrm>
                <a:off x="6081357" y="2480634"/>
                <a:ext cx="40679" cy="37033"/>
              </a:xfrm>
              <a:custGeom>
                <a:avLst/>
                <a:gdLst>
                  <a:gd name="csX0" fmla="*/ 18538 w 18537"/>
                  <a:gd name="csY0" fmla="*/ 9930 h 16966"/>
                  <a:gd name="csX1" fmla="*/ 0 w 18537"/>
                  <a:gd name="csY1" fmla="*/ 16966 h 16966"/>
                  <a:gd name="csX2" fmla="*/ 0 w 18537"/>
                  <a:gd name="csY2" fmla="*/ 13645 h 16966"/>
                  <a:gd name="csX3" fmla="*/ 11108 w 18537"/>
                  <a:gd name="csY3" fmla="*/ 9680 h 16966"/>
                  <a:gd name="csX4" fmla="*/ 14823 w 18537"/>
                  <a:gd name="csY4" fmla="*/ 8501 h 16966"/>
                  <a:gd name="csX5" fmla="*/ 11287 w 18537"/>
                  <a:gd name="csY5" fmla="*/ 7322 h 16966"/>
                  <a:gd name="csX6" fmla="*/ 0 w 18537"/>
                  <a:gd name="csY6" fmla="*/ 3215 h 16966"/>
                  <a:gd name="csX7" fmla="*/ 0 w 18537"/>
                  <a:gd name="csY7" fmla="*/ 0 h 16966"/>
                  <a:gd name="csX8" fmla="*/ 18538 w 18537"/>
                  <a:gd name="csY8" fmla="*/ 7001 h 16966"/>
                  <a:gd name="csX9" fmla="*/ 18538 w 18537"/>
                  <a:gd name="csY9" fmla="*/ 9930 h 16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8537" h="16966">
                    <a:moveTo>
                      <a:pt x="18538" y="9930"/>
                    </a:moveTo>
                    <a:lnTo>
                      <a:pt x="0" y="16966"/>
                    </a:lnTo>
                    <a:lnTo>
                      <a:pt x="0" y="13645"/>
                    </a:lnTo>
                    <a:lnTo>
                      <a:pt x="11108" y="9680"/>
                    </a:lnTo>
                    <a:cubicBezTo>
                      <a:pt x="12287" y="9251"/>
                      <a:pt x="13537" y="8858"/>
                      <a:pt x="14823" y="8501"/>
                    </a:cubicBezTo>
                    <a:cubicBezTo>
                      <a:pt x="13858" y="8215"/>
                      <a:pt x="12680" y="7822"/>
                      <a:pt x="11287" y="7322"/>
                    </a:cubicBezTo>
                    <a:lnTo>
                      <a:pt x="0" y="3215"/>
                    </a:lnTo>
                    <a:lnTo>
                      <a:pt x="0" y="0"/>
                    </a:lnTo>
                    <a:lnTo>
                      <a:pt x="18538" y="7001"/>
                    </a:lnTo>
                    <a:lnTo>
                      <a:pt x="18538" y="9930"/>
                    </a:lnTo>
                    <a:close/>
                  </a:path>
                </a:pathLst>
              </a:custGeom>
              <a:solidFill>
                <a:srgbClr val="000000"/>
              </a:solidFill>
              <a:ln w="3572" cap="flat">
                <a:noFill/>
                <a:prstDash val="solid"/>
                <a:miter/>
              </a:ln>
            </p:spPr>
            <p:txBody>
              <a:bodyPr/>
              <a:lstStyle/>
              <a:p>
                <a:endParaRPr lang="en-US" sz="1701"/>
              </a:p>
            </p:txBody>
          </p:sp>
          <p:sp>
            <p:nvSpPr>
              <p:cNvPr id="12356" name="Freeform: Shape 12355">
                <a:extLst>
                  <a:ext uri="{FF2B5EF4-FFF2-40B4-BE49-F238E27FC236}">
                    <a16:creationId xmlns:a16="http://schemas.microsoft.com/office/drawing/2014/main" id="{E808F0D6-F734-42BC-6B4D-DBB59A9AB6DD}"/>
                  </a:ext>
                </a:extLst>
              </p:cNvPr>
              <p:cNvSpPr/>
              <p:nvPr/>
            </p:nvSpPr>
            <p:spPr>
              <a:xfrm>
                <a:off x="6128231" y="2598284"/>
                <a:ext cx="56042" cy="44205"/>
              </a:xfrm>
              <a:custGeom>
                <a:avLst/>
                <a:gdLst>
                  <a:gd name="csX0" fmla="*/ 25539 w 25538"/>
                  <a:gd name="csY0" fmla="*/ 11823 h 20252"/>
                  <a:gd name="csX1" fmla="*/ 3000 w 25538"/>
                  <a:gd name="csY1" fmla="*/ 11823 h 20252"/>
                  <a:gd name="csX2" fmla="*/ 3000 w 25538"/>
                  <a:gd name="csY2" fmla="*/ 20252 h 20252"/>
                  <a:gd name="csX3" fmla="*/ 0 w 25538"/>
                  <a:gd name="csY3" fmla="*/ 20252 h 20252"/>
                  <a:gd name="csX4" fmla="*/ 0 w 25538"/>
                  <a:gd name="csY4" fmla="*/ 0 h 20252"/>
                  <a:gd name="csX5" fmla="*/ 3000 w 25538"/>
                  <a:gd name="csY5" fmla="*/ 0 h 20252"/>
                  <a:gd name="csX6" fmla="*/ 3000 w 25538"/>
                  <a:gd name="csY6" fmla="*/ 8465 h 20252"/>
                  <a:gd name="csX7" fmla="*/ 25539 w 25538"/>
                  <a:gd name="csY7" fmla="*/ 8465 h 20252"/>
                  <a:gd name="csX8" fmla="*/ 25539 w 25538"/>
                  <a:gd name="csY8" fmla="*/ 11858 h 20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38" h="20252">
                    <a:moveTo>
                      <a:pt x="25539" y="11823"/>
                    </a:moveTo>
                    <a:lnTo>
                      <a:pt x="3000" y="11823"/>
                    </a:lnTo>
                    <a:lnTo>
                      <a:pt x="3000" y="20252"/>
                    </a:lnTo>
                    <a:lnTo>
                      <a:pt x="0" y="20252"/>
                    </a:lnTo>
                    <a:lnTo>
                      <a:pt x="0" y="0"/>
                    </a:lnTo>
                    <a:lnTo>
                      <a:pt x="3000" y="0"/>
                    </a:lnTo>
                    <a:lnTo>
                      <a:pt x="3000" y="8465"/>
                    </a:lnTo>
                    <a:lnTo>
                      <a:pt x="25539" y="8465"/>
                    </a:lnTo>
                    <a:lnTo>
                      <a:pt x="25539" y="11858"/>
                    </a:lnTo>
                    <a:close/>
                  </a:path>
                </a:pathLst>
              </a:custGeom>
              <a:solidFill>
                <a:srgbClr val="000000"/>
              </a:solidFill>
              <a:ln w="3572" cap="flat">
                <a:noFill/>
                <a:prstDash val="solid"/>
                <a:miter/>
              </a:ln>
            </p:spPr>
            <p:txBody>
              <a:bodyPr/>
              <a:lstStyle/>
              <a:p>
                <a:endParaRPr lang="en-US" sz="1701"/>
              </a:p>
            </p:txBody>
          </p:sp>
          <p:sp>
            <p:nvSpPr>
              <p:cNvPr id="12357" name="Freeform: Shape 12356">
                <a:extLst>
                  <a:ext uri="{FF2B5EF4-FFF2-40B4-BE49-F238E27FC236}">
                    <a16:creationId xmlns:a16="http://schemas.microsoft.com/office/drawing/2014/main" id="{C13A677B-43EC-5C21-DB50-385C6896BCAC}"/>
                  </a:ext>
                </a:extLst>
              </p:cNvPr>
              <p:cNvSpPr/>
              <p:nvPr/>
            </p:nvSpPr>
            <p:spPr>
              <a:xfrm>
                <a:off x="6127211" y="2540980"/>
                <a:ext cx="58002" cy="51535"/>
              </a:xfrm>
              <a:custGeom>
                <a:avLst/>
                <a:gdLst>
                  <a:gd name="csX0" fmla="*/ 15966 w 26431"/>
                  <a:gd name="csY0" fmla="*/ 10823 h 23610"/>
                  <a:gd name="csX1" fmla="*/ 12966 w 26431"/>
                  <a:gd name="csY1" fmla="*/ 10823 h 23610"/>
                  <a:gd name="csX2" fmla="*/ 12966 w 26431"/>
                  <a:gd name="csY2" fmla="*/ 0 h 23610"/>
                  <a:gd name="csX3" fmla="*/ 22431 w 26431"/>
                  <a:gd name="csY3" fmla="*/ 0 h 23610"/>
                  <a:gd name="csX4" fmla="*/ 25432 w 26431"/>
                  <a:gd name="csY4" fmla="*/ 5144 h 23610"/>
                  <a:gd name="csX5" fmla="*/ 26432 w 26431"/>
                  <a:gd name="csY5" fmla="*/ 10573 h 23610"/>
                  <a:gd name="csX6" fmla="*/ 24824 w 26431"/>
                  <a:gd name="csY6" fmla="*/ 17395 h 23610"/>
                  <a:gd name="csX7" fmla="*/ 20145 w 26431"/>
                  <a:gd name="csY7" fmla="*/ 22038 h 23610"/>
                  <a:gd name="csX8" fmla="*/ 13323 w 26431"/>
                  <a:gd name="csY8" fmla="*/ 23610 h 23610"/>
                  <a:gd name="csX9" fmla="*/ 6358 w 26431"/>
                  <a:gd name="csY9" fmla="*/ 22038 h 23610"/>
                  <a:gd name="csX10" fmla="*/ 1571 w 26431"/>
                  <a:gd name="csY10" fmla="*/ 17538 h 23610"/>
                  <a:gd name="csX11" fmla="*/ 0 w 26431"/>
                  <a:gd name="csY11" fmla="*/ 10787 h 23610"/>
                  <a:gd name="csX12" fmla="*/ 893 w 26431"/>
                  <a:gd name="csY12" fmla="*/ 5786 h 23610"/>
                  <a:gd name="csX13" fmla="*/ 3393 w 26431"/>
                  <a:gd name="csY13" fmla="*/ 2286 h 23610"/>
                  <a:gd name="csX14" fmla="*/ 7572 w 26431"/>
                  <a:gd name="csY14" fmla="*/ 357 h 23610"/>
                  <a:gd name="csX15" fmla="*/ 8394 w 26431"/>
                  <a:gd name="csY15" fmla="*/ 3429 h 23610"/>
                  <a:gd name="csX16" fmla="*/ 5322 w 26431"/>
                  <a:gd name="csY16" fmla="*/ 4858 h 23610"/>
                  <a:gd name="csX17" fmla="*/ 3536 w 26431"/>
                  <a:gd name="csY17" fmla="*/ 7287 h 23610"/>
                  <a:gd name="csX18" fmla="*/ 2857 w 26431"/>
                  <a:gd name="csY18" fmla="*/ 10823 h 23610"/>
                  <a:gd name="csX19" fmla="*/ 3572 w 26431"/>
                  <a:gd name="csY19" fmla="*/ 14823 h 23610"/>
                  <a:gd name="csX20" fmla="*/ 5429 w 26431"/>
                  <a:gd name="csY20" fmla="*/ 17574 h 23610"/>
                  <a:gd name="csX21" fmla="*/ 7965 w 26431"/>
                  <a:gd name="csY21" fmla="*/ 19181 h 23610"/>
                  <a:gd name="csX22" fmla="*/ 13109 w 26431"/>
                  <a:gd name="csY22" fmla="*/ 20145 h 23610"/>
                  <a:gd name="csX23" fmla="*/ 18824 w 26431"/>
                  <a:gd name="csY23" fmla="*/ 18967 h 23610"/>
                  <a:gd name="csX24" fmla="*/ 22253 w 26431"/>
                  <a:gd name="csY24" fmla="*/ 15538 h 23610"/>
                  <a:gd name="csX25" fmla="*/ 23360 w 26431"/>
                  <a:gd name="csY25" fmla="*/ 10751 h 23610"/>
                  <a:gd name="csX26" fmla="*/ 22503 w 26431"/>
                  <a:gd name="csY26" fmla="*/ 6465 h 23610"/>
                  <a:gd name="csX27" fmla="*/ 20717 w 26431"/>
                  <a:gd name="csY27" fmla="*/ 3286 h 23610"/>
                  <a:gd name="csX28" fmla="*/ 15930 w 26431"/>
                  <a:gd name="csY28" fmla="*/ 3286 h 23610"/>
                  <a:gd name="csX29" fmla="*/ 15930 w 26431"/>
                  <a:gd name="csY29" fmla="*/ 10823 h 2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6431" h="23610">
                    <a:moveTo>
                      <a:pt x="15966" y="10823"/>
                    </a:moveTo>
                    <a:lnTo>
                      <a:pt x="12966" y="10823"/>
                    </a:lnTo>
                    <a:lnTo>
                      <a:pt x="12966" y="0"/>
                    </a:lnTo>
                    <a:cubicBezTo>
                      <a:pt x="12966" y="0"/>
                      <a:pt x="22431" y="0"/>
                      <a:pt x="22431" y="0"/>
                    </a:cubicBezTo>
                    <a:cubicBezTo>
                      <a:pt x="23753" y="1643"/>
                      <a:pt x="24753" y="3393"/>
                      <a:pt x="25432" y="5144"/>
                    </a:cubicBezTo>
                    <a:cubicBezTo>
                      <a:pt x="26110" y="6894"/>
                      <a:pt x="26432" y="8715"/>
                      <a:pt x="26432" y="10573"/>
                    </a:cubicBezTo>
                    <a:cubicBezTo>
                      <a:pt x="26432" y="13073"/>
                      <a:pt x="25896" y="15359"/>
                      <a:pt x="24824" y="17395"/>
                    </a:cubicBezTo>
                    <a:cubicBezTo>
                      <a:pt x="23753" y="19431"/>
                      <a:pt x="22181" y="21003"/>
                      <a:pt x="20145" y="22038"/>
                    </a:cubicBezTo>
                    <a:cubicBezTo>
                      <a:pt x="18109" y="23074"/>
                      <a:pt x="15823" y="23610"/>
                      <a:pt x="13323" y="23610"/>
                    </a:cubicBezTo>
                    <a:cubicBezTo>
                      <a:pt x="10822" y="23610"/>
                      <a:pt x="8537" y="23074"/>
                      <a:pt x="6358" y="22038"/>
                    </a:cubicBezTo>
                    <a:cubicBezTo>
                      <a:pt x="4215" y="21003"/>
                      <a:pt x="2607" y="19503"/>
                      <a:pt x="1571" y="17538"/>
                    </a:cubicBezTo>
                    <a:cubicBezTo>
                      <a:pt x="536" y="15573"/>
                      <a:pt x="0" y="13323"/>
                      <a:pt x="0" y="10787"/>
                    </a:cubicBezTo>
                    <a:cubicBezTo>
                      <a:pt x="0" y="8930"/>
                      <a:pt x="321" y="7287"/>
                      <a:pt x="893" y="5786"/>
                    </a:cubicBezTo>
                    <a:cubicBezTo>
                      <a:pt x="1500" y="4286"/>
                      <a:pt x="2322" y="3108"/>
                      <a:pt x="3393" y="2286"/>
                    </a:cubicBezTo>
                    <a:cubicBezTo>
                      <a:pt x="4465" y="1429"/>
                      <a:pt x="5858" y="786"/>
                      <a:pt x="7572" y="357"/>
                    </a:cubicBezTo>
                    <a:lnTo>
                      <a:pt x="8394" y="3429"/>
                    </a:lnTo>
                    <a:cubicBezTo>
                      <a:pt x="7108" y="3822"/>
                      <a:pt x="6072" y="4286"/>
                      <a:pt x="5322" y="4858"/>
                    </a:cubicBezTo>
                    <a:cubicBezTo>
                      <a:pt x="4572" y="5429"/>
                      <a:pt x="3965" y="6251"/>
                      <a:pt x="3536" y="7287"/>
                    </a:cubicBezTo>
                    <a:cubicBezTo>
                      <a:pt x="3108" y="8358"/>
                      <a:pt x="2857" y="9501"/>
                      <a:pt x="2857" y="10823"/>
                    </a:cubicBezTo>
                    <a:cubicBezTo>
                      <a:pt x="2857" y="12359"/>
                      <a:pt x="3108" y="13716"/>
                      <a:pt x="3572" y="14823"/>
                    </a:cubicBezTo>
                    <a:cubicBezTo>
                      <a:pt x="4036" y="15966"/>
                      <a:pt x="4643" y="16859"/>
                      <a:pt x="5429" y="17574"/>
                    </a:cubicBezTo>
                    <a:cubicBezTo>
                      <a:pt x="6179" y="18288"/>
                      <a:pt x="7036" y="18788"/>
                      <a:pt x="7965" y="19181"/>
                    </a:cubicBezTo>
                    <a:cubicBezTo>
                      <a:pt x="9537" y="19824"/>
                      <a:pt x="11251" y="20145"/>
                      <a:pt x="13109" y="20145"/>
                    </a:cubicBezTo>
                    <a:cubicBezTo>
                      <a:pt x="15395" y="20145"/>
                      <a:pt x="17288" y="19753"/>
                      <a:pt x="18824" y="18967"/>
                    </a:cubicBezTo>
                    <a:cubicBezTo>
                      <a:pt x="20360" y="18181"/>
                      <a:pt x="21503" y="17038"/>
                      <a:pt x="22253" y="15538"/>
                    </a:cubicBezTo>
                    <a:cubicBezTo>
                      <a:pt x="23003" y="14037"/>
                      <a:pt x="23360" y="12430"/>
                      <a:pt x="23360" y="10751"/>
                    </a:cubicBezTo>
                    <a:cubicBezTo>
                      <a:pt x="23360" y="9287"/>
                      <a:pt x="23074" y="7858"/>
                      <a:pt x="22503" y="6465"/>
                    </a:cubicBezTo>
                    <a:cubicBezTo>
                      <a:pt x="21931" y="5072"/>
                      <a:pt x="21324" y="4000"/>
                      <a:pt x="20717" y="3286"/>
                    </a:cubicBezTo>
                    <a:lnTo>
                      <a:pt x="15930" y="3286"/>
                    </a:lnTo>
                    <a:lnTo>
                      <a:pt x="15930" y="10823"/>
                    </a:lnTo>
                    <a:close/>
                  </a:path>
                </a:pathLst>
              </a:custGeom>
              <a:solidFill>
                <a:srgbClr val="000000"/>
              </a:solidFill>
              <a:ln w="3572" cap="flat">
                <a:noFill/>
                <a:prstDash val="solid"/>
                <a:miter/>
              </a:ln>
            </p:spPr>
            <p:txBody>
              <a:bodyPr/>
              <a:lstStyle/>
              <a:p>
                <a:endParaRPr lang="en-US" sz="1701"/>
              </a:p>
            </p:txBody>
          </p:sp>
          <p:sp>
            <p:nvSpPr>
              <p:cNvPr id="12358" name="Freeform: Shape 12357">
                <a:extLst>
                  <a:ext uri="{FF2B5EF4-FFF2-40B4-BE49-F238E27FC236}">
                    <a16:creationId xmlns:a16="http://schemas.microsoft.com/office/drawing/2014/main" id="{74AB9E9C-A66E-9EBC-B5DD-4D83EEFE9FDB}"/>
                  </a:ext>
                </a:extLst>
              </p:cNvPr>
              <p:cNvSpPr/>
              <p:nvPr/>
            </p:nvSpPr>
            <p:spPr>
              <a:xfrm>
                <a:off x="6128152" y="2486171"/>
                <a:ext cx="56121" cy="43971"/>
              </a:xfrm>
              <a:custGeom>
                <a:avLst/>
                <a:gdLst>
                  <a:gd name="csX0" fmla="*/ 25574 w 25574"/>
                  <a:gd name="csY0" fmla="*/ 20145 h 20145"/>
                  <a:gd name="csX1" fmla="*/ 0 w 25574"/>
                  <a:gd name="csY1" fmla="*/ 20145 h 20145"/>
                  <a:gd name="csX2" fmla="*/ 0 w 25574"/>
                  <a:gd name="csY2" fmla="*/ 16681 h 20145"/>
                  <a:gd name="csX3" fmla="*/ 20074 w 25574"/>
                  <a:gd name="csY3" fmla="*/ 3250 h 20145"/>
                  <a:gd name="csX4" fmla="*/ 0 w 25574"/>
                  <a:gd name="csY4" fmla="*/ 3250 h 20145"/>
                  <a:gd name="csX5" fmla="*/ 0 w 25574"/>
                  <a:gd name="csY5" fmla="*/ 0 h 20145"/>
                  <a:gd name="csX6" fmla="*/ 25574 w 25574"/>
                  <a:gd name="csY6" fmla="*/ 0 h 20145"/>
                  <a:gd name="csX7" fmla="*/ 25574 w 25574"/>
                  <a:gd name="csY7" fmla="*/ 3465 h 20145"/>
                  <a:gd name="csX8" fmla="*/ 5500 w 25574"/>
                  <a:gd name="csY8" fmla="*/ 16895 h 20145"/>
                  <a:gd name="csX9" fmla="*/ 25574 w 25574"/>
                  <a:gd name="csY9" fmla="*/ 16895 h 20145"/>
                  <a:gd name="csX10" fmla="*/ 25574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4" y="20145"/>
                    </a:moveTo>
                    <a:lnTo>
                      <a:pt x="0" y="20145"/>
                    </a:lnTo>
                    <a:lnTo>
                      <a:pt x="0" y="16681"/>
                    </a:lnTo>
                    <a:lnTo>
                      <a:pt x="20074" y="3250"/>
                    </a:lnTo>
                    <a:lnTo>
                      <a:pt x="0" y="3250"/>
                    </a:lnTo>
                    <a:lnTo>
                      <a:pt x="0" y="0"/>
                    </a:lnTo>
                    <a:lnTo>
                      <a:pt x="25574" y="0"/>
                    </a:lnTo>
                    <a:lnTo>
                      <a:pt x="25574" y="3465"/>
                    </a:lnTo>
                    <a:lnTo>
                      <a:pt x="5500" y="16895"/>
                    </a:lnTo>
                    <a:lnTo>
                      <a:pt x="25574" y="16895"/>
                    </a:lnTo>
                    <a:lnTo>
                      <a:pt x="25574" y="20145"/>
                    </a:lnTo>
                    <a:close/>
                  </a:path>
                </a:pathLst>
              </a:custGeom>
              <a:solidFill>
                <a:srgbClr val="000000"/>
              </a:solidFill>
              <a:ln w="3572" cap="flat">
                <a:noFill/>
                <a:prstDash val="solid"/>
                <a:miter/>
              </a:ln>
            </p:spPr>
            <p:txBody>
              <a:bodyPr/>
              <a:lstStyle/>
              <a:p>
                <a:endParaRPr lang="en-US" sz="1701"/>
              </a:p>
            </p:txBody>
          </p:sp>
          <p:sp>
            <p:nvSpPr>
              <p:cNvPr id="12360" name="Freeform: Shape 12359">
                <a:extLst>
                  <a:ext uri="{FF2B5EF4-FFF2-40B4-BE49-F238E27FC236}">
                    <a16:creationId xmlns:a16="http://schemas.microsoft.com/office/drawing/2014/main" id="{1A6CFA08-9494-4D1E-9AEC-E770C810CB42}"/>
                  </a:ext>
                </a:extLst>
              </p:cNvPr>
              <p:cNvSpPr/>
              <p:nvPr/>
            </p:nvSpPr>
            <p:spPr>
              <a:xfrm>
                <a:off x="6190466" y="2522892"/>
                <a:ext cx="56121" cy="46154"/>
              </a:xfrm>
              <a:custGeom>
                <a:avLst/>
                <a:gdLst>
                  <a:gd name="csX0" fmla="*/ 25575 w 25574"/>
                  <a:gd name="csY0" fmla="*/ 21110 h 21145"/>
                  <a:gd name="csX1" fmla="*/ 0 w 25574"/>
                  <a:gd name="csY1" fmla="*/ 21110 h 21145"/>
                  <a:gd name="csX2" fmla="*/ 0 w 25574"/>
                  <a:gd name="csY2" fmla="*/ 12323 h 21145"/>
                  <a:gd name="csX3" fmla="*/ 357 w 25574"/>
                  <a:gd name="csY3" fmla="*/ 7787 h 21145"/>
                  <a:gd name="csX4" fmla="*/ 2179 w 25574"/>
                  <a:gd name="csY4" fmla="*/ 4036 h 21145"/>
                  <a:gd name="csX5" fmla="*/ 6537 w 25574"/>
                  <a:gd name="csY5" fmla="*/ 1000 h 21145"/>
                  <a:gd name="csX6" fmla="*/ 12609 w 25574"/>
                  <a:gd name="csY6" fmla="*/ 0 h 21145"/>
                  <a:gd name="csX7" fmla="*/ 17788 w 25574"/>
                  <a:gd name="csY7" fmla="*/ 679 h 21145"/>
                  <a:gd name="csX8" fmla="*/ 21503 w 25574"/>
                  <a:gd name="csY8" fmla="*/ 2429 h 21145"/>
                  <a:gd name="csX9" fmla="*/ 23825 w 25574"/>
                  <a:gd name="csY9" fmla="*/ 4751 h 21145"/>
                  <a:gd name="csX10" fmla="*/ 25110 w 25574"/>
                  <a:gd name="csY10" fmla="*/ 7822 h 21145"/>
                  <a:gd name="csX11" fmla="*/ 25539 w 25574"/>
                  <a:gd name="csY11" fmla="*/ 11930 h 21145"/>
                  <a:gd name="csX12" fmla="*/ 25539 w 25574"/>
                  <a:gd name="csY12" fmla="*/ 21146 h 21145"/>
                  <a:gd name="csX13" fmla="*/ 22539 w 25574"/>
                  <a:gd name="csY13" fmla="*/ 17752 h 21145"/>
                  <a:gd name="csX14" fmla="*/ 22539 w 25574"/>
                  <a:gd name="csY14" fmla="*/ 12287 h 21145"/>
                  <a:gd name="csX15" fmla="*/ 22074 w 25574"/>
                  <a:gd name="csY15" fmla="*/ 8323 h 21145"/>
                  <a:gd name="csX16" fmla="*/ 20753 w 25574"/>
                  <a:gd name="csY16" fmla="*/ 6036 h 21145"/>
                  <a:gd name="csX17" fmla="*/ 17502 w 25574"/>
                  <a:gd name="csY17" fmla="*/ 4179 h 21145"/>
                  <a:gd name="csX18" fmla="*/ 12573 w 25574"/>
                  <a:gd name="csY18" fmla="*/ 3501 h 21145"/>
                  <a:gd name="csX19" fmla="*/ 6394 w 25574"/>
                  <a:gd name="csY19" fmla="*/ 4822 h 21145"/>
                  <a:gd name="csX20" fmla="*/ 3500 w 25574"/>
                  <a:gd name="csY20" fmla="*/ 8001 h 21145"/>
                  <a:gd name="csX21" fmla="*/ 3000 w 25574"/>
                  <a:gd name="csY21" fmla="*/ 12395 h 21145"/>
                  <a:gd name="csX22" fmla="*/ 3000 w 25574"/>
                  <a:gd name="csY22" fmla="*/ 17752 h 21145"/>
                  <a:gd name="csX23" fmla="*/ 22539 w 25574"/>
                  <a:gd name="csY23" fmla="*/ 17752 h 21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5574" h="21145">
                    <a:moveTo>
                      <a:pt x="25575" y="21110"/>
                    </a:moveTo>
                    <a:lnTo>
                      <a:pt x="0" y="21110"/>
                    </a:lnTo>
                    <a:lnTo>
                      <a:pt x="0" y="12323"/>
                    </a:lnTo>
                    <a:cubicBezTo>
                      <a:pt x="0" y="10359"/>
                      <a:pt x="107" y="8823"/>
                      <a:pt x="357" y="7787"/>
                    </a:cubicBezTo>
                    <a:cubicBezTo>
                      <a:pt x="679" y="6322"/>
                      <a:pt x="1322" y="5072"/>
                      <a:pt x="2179" y="4036"/>
                    </a:cubicBezTo>
                    <a:cubicBezTo>
                      <a:pt x="3322" y="2679"/>
                      <a:pt x="4786" y="1679"/>
                      <a:pt x="6537" y="1000"/>
                    </a:cubicBezTo>
                    <a:cubicBezTo>
                      <a:pt x="8323" y="322"/>
                      <a:pt x="10323" y="0"/>
                      <a:pt x="12609" y="0"/>
                    </a:cubicBezTo>
                    <a:cubicBezTo>
                      <a:pt x="14538" y="0"/>
                      <a:pt x="16252" y="214"/>
                      <a:pt x="17788" y="679"/>
                    </a:cubicBezTo>
                    <a:cubicBezTo>
                      <a:pt x="19288" y="1143"/>
                      <a:pt x="20538" y="1715"/>
                      <a:pt x="21503" y="2429"/>
                    </a:cubicBezTo>
                    <a:cubicBezTo>
                      <a:pt x="22467" y="3143"/>
                      <a:pt x="23253" y="3929"/>
                      <a:pt x="23825" y="4751"/>
                    </a:cubicBezTo>
                    <a:cubicBezTo>
                      <a:pt x="24396" y="5608"/>
                      <a:pt x="24825" y="6608"/>
                      <a:pt x="25110" y="7822"/>
                    </a:cubicBezTo>
                    <a:cubicBezTo>
                      <a:pt x="25396" y="9001"/>
                      <a:pt x="25539" y="10359"/>
                      <a:pt x="25539" y="11930"/>
                    </a:cubicBezTo>
                    <a:lnTo>
                      <a:pt x="25539" y="21146"/>
                    </a:lnTo>
                    <a:moveTo>
                      <a:pt x="22539" y="17752"/>
                    </a:moveTo>
                    <a:lnTo>
                      <a:pt x="22539" y="12287"/>
                    </a:lnTo>
                    <a:cubicBezTo>
                      <a:pt x="22539" y="10609"/>
                      <a:pt x="22396" y="9287"/>
                      <a:pt x="22074" y="8323"/>
                    </a:cubicBezTo>
                    <a:cubicBezTo>
                      <a:pt x="21753" y="7358"/>
                      <a:pt x="21324" y="6608"/>
                      <a:pt x="20753" y="6036"/>
                    </a:cubicBezTo>
                    <a:cubicBezTo>
                      <a:pt x="19967" y="5215"/>
                      <a:pt x="18860" y="4608"/>
                      <a:pt x="17502" y="4179"/>
                    </a:cubicBezTo>
                    <a:cubicBezTo>
                      <a:pt x="16145" y="3750"/>
                      <a:pt x="14502" y="3501"/>
                      <a:pt x="12573" y="3501"/>
                    </a:cubicBezTo>
                    <a:cubicBezTo>
                      <a:pt x="9894" y="3501"/>
                      <a:pt x="7858" y="3929"/>
                      <a:pt x="6394" y="4822"/>
                    </a:cubicBezTo>
                    <a:cubicBezTo>
                      <a:pt x="4929" y="5715"/>
                      <a:pt x="4000" y="6751"/>
                      <a:pt x="3500" y="8001"/>
                    </a:cubicBezTo>
                    <a:cubicBezTo>
                      <a:pt x="3143" y="8894"/>
                      <a:pt x="3000" y="10359"/>
                      <a:pt x="3000" y="12395"/>
                    </a:cubicBezTo>
                    <a:lnTo>
                      <a:pt x="3000" y="17752"/>
                    </a:lnTo>
                    <a:lnTo>
                      <a:pt x="22539" y="17752"/>
                    </a:lnTo>
                    <a:close/>
                  </a:path>
                </a:pathLst>
              </a:custGeom>
              <a:solidFill>
                <a:srgbClr val="000000"/>
              </a:solidFill>
              <a:ln w="3572" cap="flat">
                <a:noFill/>
                <a:prstDash val="solid"/>
                <a:miter/>
              </a:ln>
            </p:spPr>
            <p:txBody>
              <a:bodyPr/>
              <a:lstStyle/>
              <a:p>
                <a:endParaRPr lang="en-US" sz="1701"/>
              </a:p>
            </p:txBody>
          </p:sp>
          <p:sp>
            <p:nvSpPr>
              <p:cNvPr id="12361" name="Freeform: Shape 12360">
                <a:extLst>
                  <a:ext uri="{FF2B5EF4-FFF2-40B4-BE49-F238E27FC236}">
                    <a16:creationId xmlns:a16="http://schemas.microsoft.com/office/drawing/2014/main" id="{BF7CEF88-2F38-FC84-881F-EB9F583435B1}"/>
                  </a:ext>
                </a:extLst>
              </p:cNvPr>
              <p:cNvSpPr/>
              <p:nvPr/>
            </p:nvSpPr>
            <p:spPr>
              <a:xfrm>
                <a:off x="6204812" y="2480479"/>
                <a:ext cx="42639" cy="35162"/>
              </a:xfrm>
              <a:custGeom>
                <a:avLst/>
                <a:gdLst>
                  <a:gd name="csX0" fmla="*/ 12251 w 19430"/>
                  <a:gd name="csY0" fmla="*/ 3072 h 16109"/>
                  <a:gd name="csX1" fmla="*/ 12644 w 19430"/>
                  <a:gd name="csY1" fmla="*/ 0 h 16109"/>
                  <a:gd name="csX2" fmla="*/ 17645 w 19430"/>
                  <a:gd name="csY2" fmla="*/ 2572 h 16109"/>
                  <a:gd name="csX3" fmla="*/ 19431 w 19430"/>
                  <a:gd name="csY3" fmla="*/ 7680 h 16109"/>
                  <a:gd name="csX4" fmla="*/ 16931 w 19430"/>
                  <a:gd name="csY4" fmla="*/ 13788 h 16109"/>
                  <a:gd name="csX5" fmla="*/ 9787 w 19430"/>
                  <a:gd name="csY5" fmla="*/ 16109 h 16109"/>
                  <a:gd name="csX6" fmla="*/ 4536 w 19430"/>
                  <a:gd name="csY6" fmla="*/ 15109 h 16109"/>
                  <a:gd name="csX7" fmla="*/ 1143 w 19430"/>
                  <a:gd name="csY7" fmla="*/ 12073 h 16109"/>
                  <a:gd name="csX8" fmla="*/ 0 w 19430"/>
                  <a:gd name="csY8" fmla="*/ 7644 h 16109"/>
                  <a:gd name="csX9" fmla="*/ 1536 w 19430"/>
                  <a:gd name="csY9" fmla="*/ 2715 h 16109"/>
                  <a:gd name="csX10" fmla="*/ 5857 w 19430"/>
                  <a:gd name="csY10" fmla="*/ 250 h 16109"/>
                  <a:gd name="csX11" fmla="*/ 6322 w 19430"/>
                  <a:gd name="csY11" fmla="*/ 3322 h 16109"/>
                  <a:gd name="csX12" fmla="*/ 3500 w 19430"/>
                  <a:gd name="csY12" fmla="*/ 4858 h 16109"/>
                  <a:gd name="csX13" fmla="*/ 2572 w 19430"/>
                  <a:gd name="csY13" fmla="*/ 7537 h 16109"/>
                  <a:gd name="csX14" fmla="*/ 4250 w 19430"/>
                  <a:gd name="csY14" fmla="*/ 11394 h 16109"/>
                  <a:gd name="csX15" fmla="*/ 9644 w 19430"/>
                  <a:gd name="csY15" fmla="*/ 12895 h 16109"/>
                  <a:gd name="csX16" fmla="*/ 15073 w 19430"/>
                  <a:gd name="csY16" fmla="*/ 11466 h 16109"/>
                  <a:gd name="csX17" fmla="*/ 16752 w 19430"/>
                  <a:gd name="csY17" fmla="*/ 7751 h 16109"/>
                  <a:gd name="csX18" fmla="*/ 15609 w 19430"/>
                  <a:gd name="csY18" fmla="*/ 4679 h 16109"/>
                  <a:gd name="csX19" fmla="*/ 12108 w 19430"/>
                  <a:gd name="csY19" fmla="*/ 3108 h 16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9430" h="16109">
                    <a:moveTo>
                      <a:pt x="12251" y="3072"/>
                    </a:moveTo>
                    <a:lnTo>
                      <a:pt x="12644" y="0"/>
                    </a:lnTo>
                    <a:cubicBezTo>
                      <a:pt x="14751" y="322"/>
                      <a:pt x="16431" y="1215"/>
                      <a:pt x="17645" y="2572"/>
                    </a:cubicBezTo>
                    <a:cubicBezTo>
                      <a:pt x="18859" y="3965"/>
                      <a:pt x="19431" y="5679"/>
                      <a:pt x="19431" y="7680"/>
                    </a:cubicBezTo>
                    <a:cubicBezTo>
                      <a:pt x="19431" y="10216"/>
                      <a:pt x="18609" y="12252"/>
                      <a:pt x="16931" y="13788"/>
                    </a:cubicBezTo>
                    <a:cubicBezTo>
                      <a:pt x="15287" y="15323"/>
                      <a:pt x="12894" y="16109"/>
                      <a:pt x="9787" y="16109"/>
                    </a:cubicBezTo>
                    <a:cubicBezTo>
                      <a:pt x="7786" y="16109"/>
                      <a:pt x="6036" y="15788"/>
                      <a:pt x="4536" y="15109"/>
                    </a:cubicBezTo>
                    <a:cubicBezTo>
                      <a:pt x="3036" y="14431"/>
                      <a:pt x="1929" y="13430"/>
                      <a:pt x="1143" y="12073"/>
                    </a:cubicBezTo>
                    <a:cubicBezTo>
                      <a:pt x="393" y="10716"/>
                      <a:pt x="0" y="9251"/>
                      <a:pt x="0" y="7644"/>
                    </a:cubicBezTo>
                    <a:cubicBezTo>
                      <a:pt x="0" y="5644"/>
                      <a:pt x="500" y="4000"/>
                      <a:pt x="1536" y="2715"/>
                    </a:cubicBezTo>
                    <a:cubicBezTo>
                      <a:pt x="2572" y="1429"/>
                      <a:pt x="4000" y="607"/>
                      <a:pt x="5857" y="250"/>
                    </a:cubicBezTo>
                    <a:lnTo>
                      <a:pt x="6322" y="3322"/>
                    </a:lnTo>
                    <a:cubicBezTo>
                      <a:pt x="5072" y="3608"/>
                      <a:pt x="4143" y="4108"/>
                      <a:pt x="3500" y="4858"/>
                    </a:cubicBezTo>
                    <a:cubicBezTo>
                      <a:pt x="2857" y="5608"/>
                      <a:pt x="2572" y="6501"/>
                      <a:pt x="2572" y="7537"/>
                    </a:cubicBezTo>
                    <a:cubicBezTo>
                      <a:pt x="2572" y="9144"/>
                      <a:pt x="3143" y="10394"/>
                      <a:pt x="4250" y="11394"/>
                    </a:cubicBezTo>
                    <a:cubicBezTo>
                      <a:pt x="5393" y="12395"/>
                      <a:pt x="7179" y="12895"/>
                      <a:pt x="9644" y="12895"/>
                    </a:cubicBezTo>
                    <a:cubicBezTo>
                      <a:pt x="12108" y="12895"/>
                      <a:pt x="13930" y="12430"/>
                      <a:pt x="15073" y="11466"/>
                    </a:cubicBezTo>
                    <a:cubicBezTo>
                      <a:pt x="16216" y="10501"/>
                      <a:pt x="16752" y="9287"/>
                      <a:pt x="16752" y="7751"/>
                    </a:cubicBezTo>
                    <a:cubicBezTo>
                      <a:pt x="16752" y="6501"/>
                      <a:pt x="16359" y="5501"/>
                      <a:pt x="15609" y="4679"/>
                    </a:cubicBezTo>
                    <a:cubicBezTo>
                      <a:pt x="14859" y="3858"/>
                      <a:pt x="13680" y="3322"/>
                      <a:pt x="12108" y="3108"/>
                    </a:cubicBezTo>
                    <a:close/>
                  </a:path>
                </a:pathLst>
              </a:custGeom>
              <a:solidFill>
                <a:srgbClr val="000000"/>
              </a:solidFill>
              <a:ln w="3572" cap="flat">
                <a:noFill/>
                <a:prstDash val="solid"/>
                <a:miter/>
              </a:ln>
            </p:spPr>
            <p:txBody>
              <a:bodyPr/>
              <a:lstStyle/>
              <a:p>
                <a:endParaRPr lang="en-US" sz="1701"/>
              </a:p>
            </p:txBody>
          </p:sp>
          <p:sp>
            <p:nvSpPr>
              <p:cNvPr id="12363" name="Freeform: Shape 12362">
                <a:extLst>
                  <a:ext uri="{FF2B5EF4-FFF2-40B4-BE49-F238E27FC236}">
                    <a16:creationId xmlns:a16="http://schemas.microsoft.com/office/drawing/2014/main" id="{B62F9169-127A-FF87-3D1F-0CBB50CF4CF4}"/>
                  </a:ext>
                </a:extLst>
              </p:cNvPr>
              <p:cNvSpPr/>
              <p:nvPr/>
            </p:nvSpPr>
            <p:spPr>
              <a:xfrm>
                <a:off x="6251762" y="2539498"/>
                <a:ext cx="58002" cy="53405"/>
              </a:xfrm>
              <a:custGeom>
                <a:avLst/>
                <a:gdLst>
                  <a:gd name="csX0" fmla="*/ 13573 w 26431"/>
                  <a:gd name="csY0" fmla="*/ 24467 h 24467"/>
                  <a:gd name="csX1" fmla="*/ 3608 w 26431"/>
                  <a:gd name="csY1" fmla="*/ 21038 h 24467"/>
                  <a:gd name="csX2" fmla="*/ 0 w 26431"/>
                  <a:gd name="csY2" fmla="*/ 12216 h 24467"/>
                  <a:gd name="csX3" fmla="*/ 1679 w 26431"/>
                  <a:gd name="csY3" fmla="*/ 5822 h 24467"/>
                  <a:gd name="csX4" fmla="*/ 6393 w 26431"/>
                  <a:gd name="csY4" fmla="*/ 1500 h 24467"/>
                  <a:gd name="csX5" fmla="*/ 13252 w 26431"/>
                  <a:gd name="csY5" fmla="*/ 0 h 24467"/>
                  <a:gd name="csX6" fmla="*/ 20216 w 26431"/>
                  <a:gd name="csY6" fmla="*/ 1572 h 24467"/>
                  <a:gd name="csX7" fmla="*/ 24860 w 26431"/>
                  <a:gd name="csY7" fmla="*/ 6036 h 24467"/>
                  <a:gd name="csX8" fmla="*/ 26432 w 26431"/>
                  <a:gd name="csY8" fmla="*/ 12252 h 24467"/>
                  <a:gd name="csX9" fmla="*/ 24681 w 26431"/>
                  <a:gd name="csY9" fmla="*/ 18681 h 24467"/>
                  <a:gd name="csX10" fmla="*/ 19931 w 26431"/>
                  <a:gd name="csY10" fmla="*/ 23003 h 24467"/>
                  <a:gd name="csX11" fmla="*/ 13537 w 26431"/>
                  <a:gd name="csY11" fmla="*/ 24467 h 24467"/>
                  <a:gd name="csX12" fmla="*/ 13609 w 26431"/>
                  <a:gd name="csY12" fmla="*/ 20967 h 24467"/>
                  <a:gd name="csX13" fmla="*/ 20895 w 26431"/>
                  <a:gd name="csY13" fmla="*/ 18467 h 24467"/>
                  <a:gd name="csX14" fmla="*/ 23574 w 26431"/>
                  <a:gd name="csY14" fmla="*/ 12216 h 24467"/>
                  <a:gd name="csX15" fmla="*/ 20895 w 26431"/>
                  <a:gd name="csY15" fmla="*/ 5929 h 24467"/>
                  <a:gd name="csX16" fmla="*/ 13287 w 26431"/>
                  <a:gd name="csY16" fmla="*/ 3465 h 24467"/>
                  <a:gd name="csX17" fmla="*/ 7822 w 26431"/>
                  <a:gd name="csY17" fmla="*/ 4501 h 24467"/>
                  <a:gd name="csX18" fmla="*/ 4215 w 26431"/>
                  <a:gd name="csY18" fmla="*/ 7608 h 24467"/>
                  <a:gd name="csX19" fmla="*/ 2929 w 26431"/>
                  <a:gd name="csY19" fmla="*/ 12144 h 24467"/>
                  <a:gd name="csX20" fmla="*/ 5394 w 26431"/>
                  <a:gd name="csY20" fmla="*/ 18324 h 24467"/>
                  <a:gd name="csX21" fmla="*/ 13609 w 26431"/>
                  <a:gd name="csY21" fmla="*/ 20896 h 244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6431" h="24467">
                    <a:moveTo>
                      <a:pt x="13573" y="24467"/>
                    </a:moveTo>
                    <a:cubicBezTo>
                      <a:pt x="9323" y="24467"/>
                      <a:pt x="6001" y="23324"/>
                      <a:pt x="3608" y="21038"/>
                    </a:cubicBezTo>
                    <a:cubicBezTo>
                      <a:pt x="1214" y="18752"/>
                      <a:pt x="0" y="15823"/>
                      <a:pt x="0" y="12216"/>
                    </a:cubicBezTo>
                    <a:cubicBezTo>
                      <a:pt x="0" y="9858"/>
                      <a:pt x="571" y="7715"/>
                      <a:pt x="1679" y="5822"/>
                    </a:cubicBezTo>
                    <a:cubicBezTo>
                      <a:pt x="2786" y="3929"/>
                      <a:pt x="4393" y="2500"/>
                      <a:pt x="6393" y="1500"/>
                    </a:cubicBezTo>
                    <a:cubicBezTo>
                      <a:pt x="8430" y="500"/>
                      <a:pt x="10716" y="0"/>
                      <a:pt x="13252" y="0"/>
                    </a:cubicBezTo>
                    <a:cubicBezTo>
                      <a:pt x="15787" y="0"/>
                      <a:pt x="18181" y="500"/>
                      <a:pt x="20216" y="1572"/>
                    </a:cubicBezTo>
                    <a:cubicBezTo>
                      <a:pt x="22253" y="2607"/>
                      <a:pt x="23824" y="4108"/>
                      <a:pt x="24860" y="6036"/>
                    </a:cubicBezTo>
                    <a:cubicBezTo>
                      <a:pt x="25932" y="7965"/>
                      <a:pt x="26432" y="10037"/>
                      <a:pt x="26432" y="12252"/>
                    </a:cubicBezTo>
                    <a:cubicBezTo>
                      <a:pt x="26432" y="14645"/>
                      <a:pt x="25860" y="16824"/>
                      <a:pt x="24681" y="18681"/>
                    </a:cubicBezTo>
                    <a:cubicBezTo>
                      <a:pt x="23539" y="20574"/>
                      <a:pt x="21931" y="22003"/>
                      <a:pt x="19931" y="23003"/>
                    </a:cubicBezTo>
                    <a:cubicBezTo>
                      <a:pt x="17930" y="23967"/>
                      <a:pt x="15787" y="24467"/>
                      <a:pt x="13537" y="24467"/>
                    </a:cubicBezTo>
                    <a:moveTo>
                      <a:pt x="13609" y="20967"/>
                    </a:moveTo>
                    <a:cubicBezTo>
                      <a:pt x="16680" y="20967"/>
                      <a:pt x="19109" y="20145"/>
                      <a:pt x="20895" y="18467"/>
                    </a:cubicBezTo>
                    <a:cubicBezTo>
                      <a:pt x="22681" y="16788"/>
                      <a:pt x="23574" y="14716"/>
                      <a:pt x="23574" y="12216"/>
                    </a:cubicBezTo>
                    <a:cubicBezTo>
                      <a:pt x="23574" y="9716"/>
                      <a:pt x="22681" y="7572"/>
                      <a:pt x="20895" y="5929"/>
                    </a:cubicBezTo>
                    <a:cubicBezTo>
                      <a:pt x="19109" y="4286"/>
                      <a:pt x="16573" y="3465"/>
                      <a:pt x="13287" y="3465"/>
                    </a:cubicBezTo>
                    <a:cubicBezTo>
                      <a:pt x="11215" y="3465"/>
                      <a:pt x="9394" y="3822"/>
                      <a:pt x="7822" y="4501"/>
                    </a:cubicBezTo>
                    <a:cubicBezTo>
                      <a:pt x="6287" y="5215"/>
                      <a:pt x="5072" y="6251"/>
                      <a:pt x="4215" y="7608"/>
                    </a:cubicBezTo>
                    <a:cubicBezTo>
                      <a:pt x="3357" y="8965"/>
                      <a:pt x="2929" y="10466"/>
                      <a:pt x="2929" y="12144"/>
                    </a:cubicBezTo>
                    <a:cubicBezTo>
                      <a:pt x="2929" y="14538"/>
                      <a:pt x="3750" y="16609"/>
                      <a:pt x="5394" y="18324"/>
                    </a:cubicBezTo>
                    <a:cubicBezTo>
                      <a:pt x="7036" y="20038"/>
                      <a:pt x="9787" y="20896"/>
                      <a:pt x="13609" y="20896"/>
                    </a:cubicBezTo>
                    <a:close/>
                  </a:path>
                </a:pathLst>
              </a:custGeom>
              <a:solidFill>
                <a:srgbClr val="000000"/>
              </a:solidFill>
              <a:ln w="3572" cap="flat">
                <a:noFill/>
                <a:prstDash val="solid"/>
                <a:miter/>
              </a:ln>
            </p:spPr>
            <p:txBody>
              <a:bodyPr/>
              <a:lstStyle/>
              <a:p>
                <a:endParaRPr lang="en-US" sz="1701"/>
              </a:p>
            </p:txBody>
          </p:sp>
          <p:sp>
            <p:nvSpPr>
              <p:cNvPr id="12364" name="Freeform: Shape 12363">
                <a:extLst>
                  <a:ext uri="{FF2B5EF4-FFF2-40B4-BE49-F238E27FC236}">
                    <a16:creationId xmlns:a16="http://schemas.microsoft.com/office/drawing/2014/main" id="{9BAF73D2-EC55-A1C5-2FD4-AF52C7680F03}"/>
                  </a:ext>
                </a:extLst>
              </p:cNvPr>
              <p:cNvSpPr/>
              <p:nvPr/>
            </p:nvSpPr>
            <p:spPr>
              <a:xfrm>
                <a:off x="6252704" y="2486171"/>
                <a:ext cx="56121" cy="43971"/>
              </a:xfrm>
              <a:custGeom>
                <a:avLst/>
                <a:gdLst>
                  <a:gd name="csX0" fmla="*/ 25574 w 25574"/>
                  <a:gd name="csY0" fmla="*/ 20145 h 20145"/>
                  <a:gd name="csX1" fmla="*/ 0 w 25574"/>
                  <a:gd name="csY1" fmla="*/ 20145 h 20145"/>
                  <a:gd name="csX2" fmla="*/ 0 w 25574"/>
                  <a:gd name="csY2" fmla="*/ 16681 h 20145"/>
                  <a:gd name="csX3" fmla="*/ 20074 w 25574"/>
                  <a:gd name="csY3" fmla="*/ 3250 h 20145"/>
                  <a:gd name="csX4" fmla="*/ 0 w 25574"/>
                  <a:gd name="csY4" fmla="*/ 3250 h 20145"/>
                  <a:gd name="csX5" fmla="*/ 0 w 25574"/>
                  <a:gd name="csY5" fmla="*/ 0 h 20145"/>
                  <a:gd name="csX6" fmla="*/ 25574 w 25574"/>
                  <a:gd name="csY6" fmla="*/ 0 h 20145"/>
                  <a:gd name="csX7" fmla="*/ 25574 w 25574"/>
                  <a:gd name="csY7" fmla="*/ 3465 h 20145"/>
                  <a:gd name="csX8" fmla="*/ 5500 w 25574"/>
                  <a:gd name="csY8" fmla="*/ 16895 h 20145"/>
                  <a:gd name="csX9" fmla="*/ 25574 w 25574"/>
                  <a:gd name="csY9" fmla="*/ 16895 h 20145"/>
                  <a:gd name="csX10" fmla="*/ 25574 w 25574"/>
                  <a:gd name="csY10" fmla="*/ 20145 h 20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574" h="20145">
                    <a:moveTo>
                      <a:pt x="25574" y="20145"/>
                    </a:moveTo>
                    <a:lnTo>
                      <a:pt x="0" y="20145"/>
                    </a:lnTo>
                    <a:lnTo>
                      <a:pt x="0" y="16681"/>
                    </a:lnTo>
                    <a:lnTo>
                      <a:pt x="20074" y="3250"/>
                    </a:lnTo>
                    <a:lnTo>
                      <a:pt x="0" y="3250"/>
                    </a:lnTo>
                    <a:lnTo>
                      <a:pt x="0" y="0"/>
                    </a:lnTo>
                    <a:lnTo>
                      <a:pt x="25574" y="0"/>
                    </a:lnTo>
                    <a:lnTo>
                      <a:pt x="25574" y="3465"/>
                    </a:lnTo>
                    <a:lnTo>
                      <a:pt x="5500" y="16895"/>
                    </a:lnTo>
                    <a:lnTo>
                      <a:pt x="25574" y="16895"/>
                    </a:lnTo>
                    <a:lnTo>
                      <a:pt x="25574" y="20145"/>
                    </a:lnTo>
                    <a:close/>
                  </a:path>
                </a:pathLst>
              </a:custGeom>
              <a:solidFill>
                <a:srgbClr val="000000"/>
              </a:solidFill>
              <a:ln w="3572" cap="flat">
                <a:noFill/>
                <a:prstDash val="solid"/>
                <a:miter/>
              </a:ln>
            </p:spPr>
            <p:txBody>
              <a:bodyPr/>
              <a:lstStyle/>
              <a:p>
                <a:endParaRPr lang="en-US" sz="1701"/>
              </a:p>
            </p:txBody>
          </p:sp>
          <p:sp>
            <p:nvSpPr>
              <p:cNvPr id="12366" name="Freeform: Shape 12365">
                <a:extLst>
                  <a:ext uri="{FF2B5EF4-FFF2-40B4-BE49-F238E27FC236}">
                    <a16:creationId xmlns:a16="http://schemas.microsoft.com/office/drawing/2014/main" id="{E2C19D31-1392-3FB6-8CBB-32A78D598F63}"/>
                  </a:ext>
                </a:extLst>
              </p:cNvPr>
              <p:cNvSpPr/>
              <p:nvPr/>
            </p:nvSpPr>
            <p:spPr>
              <a:xfrm>
                <a:off x="6315018" y="2587213"/>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29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44 w 25574"/>
                  <a:gd name="csY12" fmla="*/ 16073 h 19538"/>
                  <a:gd name="csX13" fmla="*/ 12144 w 25574"/>
                  <a:gd name="csY13" fmla="*/ 9466 h 19538"/>
                  <a:gd name="csX14" fmla="*/ 10930 w 25574"/>
                  <a:gd name="csY14" fmla="*/ 4822 h 19538"/>
                  <a:gd name="csX15" fmla="*/ 7501 w 25574"/>
                  <a:gd name="csY15" fmla="*/ 3465 h 19538"/>
                  <a:gd name="csX16" fmla="*/ 4750 w 25574"/>
                  <a:gd name="csY16" fmla="*/ 4286 h 19538"/>
                  <a:gd name="csX17" fmla="*/ 3251 w 25574"/>
                  <a:gd name="csY17" fmla="*/ 6429 h 19538"/>
                  <a:gd name="csX18" fmla="*/ 3036 w 25574"/>
                  <a:gd name="csY18" fmla="*/ 9573 h 19538"/>
                  <a:gd name="csX19" fmla="*/ 3036 w 25574"/>
                  <a:gd name="csY19" fmla="*/ 16109 h 19538"/>
                  <a:gd name="csX20" fmla="*/ 12180 w 25574"/>
                  <a:gd name="csY20" fmla="*/ 16109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8" y="1250"/>
                      <a:pt x="3929" y="750"/>
                    </a:cubicBezTo>
                    <a:cubicBezTo>
                      <a:pt x="4965" y="250"/>
                      <a:pt x="6144" y="0"/>
                      <a:pt x="7429" y="0"/>
                    </a:cubicBezTo>
                    <a:cubicBezTo>
                      <a:pt x="9609" y="0"/>
                      <a:pt x="11430" y="679"/>
                      <a:pt x="12930" y="2072"/>
                    </a:cubicBezTo>
                    <a:cubicBezTo>
                      <a:pt x="14431" y="3465"/>
                      <a:pt x="15180" y="5965"/>
                      <a:pt x="15180" y="9573"/>
                    </a:cubicBezTo>
                    <a:lnTo>
                      <a:pt x="15180" y="16145"/>
                    </a:lnTo>
                    <a:lnTo>
                      <a:pt x="25575" y="16145"/>
                    </a:lnTo>
                    <a:lnTo>
                      <a:pt x="25575" y="19538"/>
                    </a:lnTo>
                    <a:moveTo>
                      <a:pt x="12144" y="16073"/>
                    </a:moveTo>
                    <a:lnTo>
                      <a:pt x="12144" y="9466"/>
                    </a:lnTo>
                    <a:cubicBezTo>
                      <a:pt x="12144" y="7287"/>
                      <a:pt x="11752" y="5715"/>
                      <a:pt x="10930" y="4822"/>
                    </a:cubicBezTo>
                    <a:cubicBezTo>
                      <a:pt x="10108" y="3929"/>
                      <a:pt x="8965" y="3465"/>
                      <a:pt x="7501" y="3465"/>
                    </a:cubicBezTo>
                    <a:cubicBezTo>
                      <a:pt x="6430" y="3465"/>
                      <a:pt x="5537" y="3715"/>
                      <a:pt x="4750" y="4286"/>
                    </a:cubicBezTo>
                    <a:cubicBezTo>
                      <a:pt x="4000" y="4822"/>
                      <a:pt x="3500" y="5536"/>
                      <a:pt x="3251" y="6429"/>
                    </a:cubicBezTo>
                    <a:cubicBezTo>
                      <a:pt x="3108" y="7001"/>
                      <a:pt x="3036" y="8037"/>
                      <a:pt x="3036" y="9573"/>
                    </a:cubicBezTo>
                    <a:lnTo>
                      <a:pt x="3036" y="16109"/>
                    </a:lnTo>
                    <a:lnTo>
                      <a:pt x="12180" y="16109"/>
                    </a:lnTo>
                    <a:close/>
                  </a:path>
                </a:pathLst>
              </a:custGeom>
              <a:solidFill>
                <a:srgbClr val="000000"/>
              </a:solidFill>
              <a:ln w="3572" cap="flat">
                <a:noFill/>
                <a:prstDash val="solid"/>
                <a:miter/>
              </a:ln>
            </p:spPr>
            <p:txBody>
              <a:bodyPr/>
              <a:lstStyle/>
              <a:p>
                <a:endParaRPr lang="en-US" sz="1701"/>
              </a:p>
            </p:txBody>
          </p:sp>
          <p:sp>
            <p:nvSpPr>
              <p:cNvPr id="12367" name="Freeform: Shape 12366">
                <a:extLst>
                  <a:ext uri="{FF2B5EF4-FFF2-40B4-BE49-F238E27FC236}">
                    <a16:creationId xmlns:a16="http://schemas.microsoft.com/office/drawing/2014/main" id="{60DD01ED-B28A-CB6D-0476-DA104563562A}"/>
                  </a:ext>
                </a:extLst>
              </p:cNvPr>
              <p:cNvSpPr/>
              <p:nvPr/>
            </p:nvSpPr>
            <p:spPr>
              <a:xfrm>
                <a:off x="6313921" y="2535757"/>
                <a:ext cx="58160" cy="44439"/>
              </a:xfrm>
              <a:custGeom>
                <a:avLst/>
                <a:gdLst>
                  <a:gd name="csX0" fmla="*/ 17859 w 26503"/>
                  <a:gd name="csY0" fmla="*/ 20360 h 20359"/>
                  <a:gd name="csX1" fmla="*/ 17574 w 26503"/>
                  <a:gd name="csY1" fmla="*/ 17181 h 20359"/>
                  <a:gd name="csX2" fmla="*/ 20717 w 26503"/>
                  <a:gd name="csY2" fmla="*/ 16145 h 20359"/>
                  <a:gd name="csX3" fmla="*/ 22681 w 26503"/>
                  <a:gd name="csY3" fmla="*/ 13573 h 20359"/>
                  <a:gd name="csX4" fmla="*/ 23432 w 26503"/>
                  <a:gd name="csY4" fmla="*/ 9644 h 20359"/>
                  <a:gd name="csX5" fmla="*/ 22860 w 26503"/>
                  <a:gd name="csY5" fmla="*/ 6215 h 20359"/>
                  <a:gd name="csX6" fmla="*/ 21253 w 26503"/>
                  <a:gd name="csY6" fmla="*/ 4000 h 20359"/>
                  <a:gd name="csX7" fmla="*/ 19074 w 26503"/>
                  <a:gd name="csY7" fmla="*/ 3286 h 20359"/>
                  <a:gd name="csX8" fmla="*/ 16966 w 26503"/>
                  <a:gd name="csY8" fmla="*/ 4000 h 20359"/>
                  <a:gd name="csX9" fmla="*/ 15466 w 26503"/>
                  <a:gd name="csY9" fmla="*/ 6287 h 20359"/>
                  <a:gd name="csX10" fmla="*/ 14216 w 26503"/>
                  <a:gd name="csY10" fmla="*/ 10823 h 20359"/>
                  <a:gd name="csX11" fmla="*/ 12609 w 26503"/>
                  <a:gd name="csY11" fmla="*/ 15752 h 20359"/>
                  <a:gd name="csX12" fmla="*/ 10216 w 26503"/>
                  <a:gd name="csY12" fmla="*/ 18502 h 20359"/>
                  <a:gd name="csX13" fmla="*/ 7036 w 26503"/>
                  <a:gd name="csY13" fmla="*/ 19395 h 20359"/>
                  <a:gd name="csX14" fmla="*/ 3429 w 26503"/>
                  <a:gd name="csY14" fmla="*/ 18288 h 20359"/>
                  <a:gd name="csX15" fmla="*/ 893 w 26503"/>
                  <a:gd name="csY15" fmla="*/ 15073 h 20359"/>
                  <a:gd name="csX16" fmla="*/ 0 w 26503"/>
                  <a:gd name="csY16" fmla="*/ 10394 h 20359"/>
                  <a:gd name="csX17" fmla="*/ 929 w 26503"/>
                  <a:gd name="csY17" fmla="*/ 5394 h 20359"/>
                  <a:gd name="csX18" fmla="*/ 3608 w 26503"/>
                  <a:gd name="csY18" fmla="*/ 2036 h 20359"/>
                  <a:gd name="csX19" fmla="*/ 7644 w 26503"/>
                  <a:gd name="csY19" fmla="*/ 786 h 20359"/>
                  <a:gd name="csX20" fmla="*/ 7894 w 26503"/>
                  <a:gd name="csY20" fmla="*/ 4036 h 20359"/>
                  <a:gd name="csX21" fmla="*/ 4251 w 26503"/>
                  <a:gd name="csY21" fmla="*/ 5822 h 20359"/>
                  <a:gd name="csX22" fmla="*/ 3000 w 26503"/>
                  <a:gd name="csY22" fmla="*/ 10287 h 20359"/>
                  <a:gd name="csX23" fmla="*/ 4143 w 26503"/>
                  <a:gd name="csY23" fmla="*/ 14752 h 20359"/>
                  <a:gd name="csX24" fmla="*/ 6858 w 26503"/>
                  <a:gd name="csY24" fmla="*/ 16145 h 20359"/>
                  <a:gd name="csX25" fmla="*/ 9144 w 26503"/>
                  <a:gd name="csY25" fmla="*/ 15145 h 20359"/>
                  <a:gd name="csX26" fmla="*/ 10966 w 26503"/>
                  <a:gd name="csY26" fmla="*/ 10037 h 20359"/>
                  <a:gd name="csX27" fmla="*/ 12609 w 26503"/>
                  <a:gd name="csY27" fmla="*/ 4393 h 20359"/>
                  <a:gd name="csX28" fmla="*/ 15216 w 26503"/>
                  <a:gd name="csY28" fmla="*/ 1072 h 20359"/>
                  <a:gd name="csX29" fmla="*/ 18860 w 26503"/>
                  <a:gd name="csY29" fmla="*/ 0 h 20359"/>
                  <a:gd name="csX30" fmla="*/ 22681 w 26503"/>
                  <a:gd name="csY30" fmla="*/ 1179 h 20359"/>
                  <a:gd name="csX31" fmla="*/ 25503 w 26503"/>
                  <a:gd name="csY31" fmla="*/ 4536 h 20359"/>
                  <a:gd name="csX32" fmla="*/ 26503 w 26503"/>
                  <a:gd name="csY32" fmla="*/ 9465 h 20359"/>
                  <a:gd name="csX33" fmla="*/ 25503 w 26503"/>
                  <a:gd name="csY33" fmla="*/ 15288 h 20359"/>
                  <a:gd name="csX34" fmla="*/ 22467 w 26503"/>
                  <a:gd name="csY34" fmla="*/ 18967 h 20359"/>
                  <a:gd name="csX35" fmla="*/ 17859 w 26503"/>
                  <a:gd name="csY35" fmla="*/ 20360 h 203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26503" h="20359">
                    <a:moveTo>
                      <a:pt x="17859" y="20360"/>
                    </a:moveTo>
                    <a:lnTo>
                      <a:pt x="17574" y="17181"/>
                    </a:lnTo>
                    <a:cubicBezTo>
                      <a:pt x="18860" y="17038"/>
                      <a:pt x="19896" y="16681"/>
                      <a:pt x="20717" y="16145"/>
                    </a:cubicBezTo>
                    <a:cubicBezTo>
                      <a:pt x="21539" y="15573"/>
                      <a:pt x="22181" y="14752"/>
                      <a:pt x="22681" y="13573"/>
                    </a:cubicBezTo>
                    <a:cubicBezTo>
                      <a:pt x="23181" y="12430"/>
                      <a:pt x="23432" y="11108"/>
                      <a:pt x="23432" y="9644"/>
                    </a:cubicBezTo>
                    <a:cubicBezTo>
                      <a:pt x="23432" y="8358"/>
                      <a:pt x="23253" y="7215"/>
                      <a:pt x="22860" y="6215"/>
                    </a:cubicBezTo>
                    <a:cubicBezTo>
                      <a:pt x="22467" y="5215"/>
                      <a:pt x="21931" y="4501"/>
                      <a:pt x="21253" y="4000"/>
                    </a:cubicBezTo>
                    <a:cubicBezTo>
                      <a:pt x="20574" y="3500"/>
                      <a:pt x="19860" y="3286"/>
                      <a:pt x="19074" y="3286"/>
                    </a:cubicBezTo>
                    <a:cubicBezTo>
                      <a:pt x="18288" y="3286"/>
                      <a:pt x="17574" y="3536"/>
                      <a:pt x="16966" y="4000"/>
                    </a:cubicBezTo>
                    <a:cubicBezTo>
                      <a:pt x="16359" y="4465"/>
                      <a:pt x="15859" y="5215"/>
                      <a:pt x="15466" y="6287"/>
                    </a:cubicBezTo>
                    <a:cubicBezTo>
                      <a:pt x="15216" y="6965"/>
                      <a:pt x="14788" y="8501"/>
                      <a:pt x="14216" y="10823"/>
                    </a:cubicBezTo>
                    <a:cubicBezTo>
                      <a:pt x="13645" y="13180"/>
                      <a:pt x="13145" y="14823"/>
                      <a:pt x="12609" y="15752"/>
                    </a:cubicBezTo>
                    <a:cubicBezTo>
                      <a:pt x="11966" y="16966"/>
                      <a:pt x="11180" y="17895"/>
                      <a:pt x="10216" y="18502"/>
                    </a:cubicBezTo>
                    <a:cubicBezTo>
                      <a:pt x="9251" y="19109"/>
                      <a:pt x="8215" y="19395"/>
                      <a:pt x="7036" y="19395"/>
                    </a:cubicBezTo>
                    <a:cubicBezTo>
                      <a:pt x="5751" y="19395"/>
                      <a:pt x="4536" y="19038"/>
                      <a:pt x="3429" y="18288"/>
                    </a:cubicBezTo>
                    <a:cubicBezTo>
                      <a:pt x="2286" y="17574"/>
                      <a:pt x="1465" y="16502"/>
                      <a:pt x="893" y="15073"/>
                    </a:cubicBezTo>
                    <a:cubicBezTo>
                      <a:pt x="321" y="13680"/>
                      <a:pt x="0" y="12109"/>
                      <a:pt x="0" y="10394"/>
                    </a:cubicBezTo>
                    <a:cubicBezTo>
                      <a:pt x="0" y="8501"/>
                      <a:pt x="321" y="6822"/>
                      <a:pt x="929" y="5394"/>
                    </a:cubicBezTo>
                    <a:cubicBezTo>
                      <a:pt x="1536" y="3929"/>
                      <a:pt x="2429" y="2822"/>
                      <a:pt x="3608" y="2036"/>
                    </a:cubicBezTo>
                    <a:cubicBezTo>
                      <a:pt x="4786" y="1250"/>
                      <a:pt x="6144" y="821"/>
                      <a:pt x="7644" y="786"/>
                    </a:cubicBezTo>
                    <a:lnTo>
                      <a:pt x="7894" y="4036"/>
                    </a:lnTo>
                    <a:cubicBezTo>
                      <a:pt x="6287" y="4215"/>
                      <a:pt x="5072" y="4786"/>
                      <a:pt x="4251" y="5822"/>
                    </a:cubicBezTo>
                    <a:cubicBezTo>
                      <a:pt x="3429" y="6822"/>
                      <a:pt x="3000" y="8323"/>
                      <a:pt x="3000" y="10287"/>
                    </a:cubicBezTo>
                    <a:cubicBezTo>
                      <a:pt x="3000" y="12252"/>
                      <a:pt x="3394" y="13823"/>
                      <a:pt x="4143" y="14752"/>
                    </a:cubicBezTo>
                    <a:cubicBezTo>
                      <a:pt x="4893" y="15681"/>
                      <a:pt x="5786" y="16145"/>
                      <a:pt x="6858" y="16145"/>
                    </a:cubicBezTo>
                    <a:cubicBezTo>
                      <a:pt x="7787" y="16145"/>
                      <a:pt x="8537" y="15823"/>
                      <a:pt x="9144" y="15145"/>
                    </a:cubicBezTo>
                    <a:cubicBezTo>
                      <a:pt x="9715" y="14502"/>
                      <a:pt x="10359" y="12787"/>
                      <a:pt x="10966" y="10037"/>
                    </a:cubicBezTo>
                    <a:cubicBezTo>
                      <a:pt x="11609" y="7287"/>
                      <a:pt x="12144" y="5394"/>
                      <a:pt x="12609" y="4393"/>
                    </a:cubicBezTo>
                    <a:cubicBezTo>
                      <a:pt x="13287" y="2893"/>
                      <a:pt x="14144" y="1786"/>
                      <a:pt x="15216" y="1072"/>
                    </a:cubicBezTo>
                    <a:cubicBezTo>
                      <a:pt x="16252" y="357"/>
                      <a:pt x="17467" y="0"/>
                      <a:pt x="18860" y="0"/>
                    </a:cubicBezTo>
                    <a:cubicBezTo>
                      <a:pt x="20253" y="0"/>
                      <a:pt x="21503" y="393"/>
                      <a:pt x="22681" y="1179"/>
                    </a:cubicBezTo>
                    <a:cubicBezTo>
                      <a:pt x="23896" y="1964"/>
                      <a:pt x="24825" y="3072"/>
                      <a:pt x="25503" y="4536"/>
                    </a:cubicBezTo>
                    <a:cubicBezTo>
                      <a:pt x="26182" y="6001"/>
                      <a:pt x="26503" y="7644"/>
                      <a:pt x="26503" y="9465"/>
                    </a:cubicBezTo>
                    <a:cubicBezTo>
                      <a:pt x="26503" y="11787"/>
                      <a:pt x="26182" y="13716"/>
                      <a:pt x="25503" y="15288"/>
                    </a:cubicBezTo>
                    <a:cubicBezTo>
                      <a:pt x="24825" y="16859"/>
                      <a:pt x="23825" y="18074"/>
                      <a:pt x="22467" y="18967"/>
                    </a:cubicBezTo>
                    <a:cubicBezTo>
                      <a:pt x="21110" y="19860"/>
                      <a:pt x="19574" y="20324"/>
                      <a:pt x="17859" y="20360"/>
                    </a:cubicBezTo>
                    <a:close/>
                  </a:path>
                </a:pathLst>
              </a:custGeom>
              <a:solidFill>
                <a:srgbClr val="000000"/>
              </a:solidFill>
              <a:ln w="3572" cap="flat">
                <a:noFill/>
                <a:prstDash val="solid"/>
                <a:miter/>
              </a:ln>
            </p:spPr>
            <p:txBody>
              <a:bodyPr/>
              <a:lstStyle/>
              <a:p>
                <a:endParaRPr lang="en-US" sz="1701"/>
              </a:p>
            </p:txBody>
          </p:sp>
          <p:sp>
            <p:nvSpPr>
              <p:cNvPr id="12368" name="Freeform: Shape 12367">
                <a:extLst>
                  <a:ext uri="{FF2B5EF4-FFF2-40B4-BE49-F238E27FC236}">
                    <a16:creationId xmlns:a16="http://schemas.microsoft.com/office/drawing/2014/main" id="{99C682FC-2E98-1429-8D54-B8BF107F4BAB}"/>
                  </a:ext>
                </a:extLst>
              </p:cNvPr>
              <p:cNvSpPr/>
              <p:nvPr/>
            </p:nvSpPr>
            <p:spPr>
              <a:xfrm>
                <a:off x="6315018" y="2483207"/>
                <a:ext cx="56121" cy="42647"/>
              </a:xfrm>
              <a:custGeom>
                <a:avLst/>
                <a:gdLst>
                  <a:gd name="csX0" fmla="*/ 25575 w 25574"/>
                  <a:gd name="csY0" fmla="*/ 19467 h 19538"/>
                  <a:gd name="csX1" fmla="*/ 0 w 25574"/>
                  <a:gd name="csY1" fmla="*/ 19467 h 19538"/>
                  <a:gd name="csX2" fmla="*/ 0 w 25574"/>
                  <a:gd name="csY2" fmla="*/ 9823 h 19538"/>
                  <a:gd name="csX3" fmla="*/ 250 w 25574"/>
                  <a:gd name="csY3" fmla="*/ 5929 h 19538"/>
                  <a:gd name="csX4" fmla="*/ 1465 w 25574"/>
                  <a:gd name="csY4" fmla="*/ 2786 h 19538"/>
                  <a:gd name="csX5" fmla="*/ 3929 w 25574"/>
                  <a:gd name="csY5" fmla="*/ 750 h 19538"/>
                  <a:gd name="csX6" fmla="*/ 7429 w 25574"/>
                  <a:gd name="csY6" fmla="*/ 0 h 19538"/>
                  <a:gd name="csX7" fmla="*/ 12930 w 25574"/>
                  <a:gd name="csY7" fmla="*/ 2072 h 19538"/>
                  <a:gd name="csX8" fmla="*/ 15180 w 25574"/>
                  <a:gd name="csY8" fmla="*/ 9573 h 19538"/>
                  <a:gd name="csX9" fmla="*/ 15180 w 25574"/>
                  <a:gd name="csY9" fmla="*/ 16145 h 19538"/>
                  <a:gd name="csX10" fmla="*/ 25575 w 25574"/>
                  <a:gd name="csY10" fmla="*/ 16145 h 19538"/>
                  <a:gd name="csX11" fmla="*/ 25575 w 25574"/>
                  <a:gd name="csY11" fmla="*/ 19538 h 19538"/>
                  <a:gd name="csX12" fmla="*/ 12144 w 25574"/>
                  <a:gd name="csY12" fmla="*/ 16073 h 19538"/>
                  <a:gd name="csX13" fmla="*/ 12144 w 25574"/>
                  <a:gd name="csY13" fmla="*/ 9465 h 19538"/>
                  <a:gd name="csX14" fmla="*/ 10930 w 25574"/>
                  <a:gd name="csY14" fmla="*/ 4822 h 19538"/>
                  <a:gd name="csX15" fmla="*/ 7501 w 25574"/>
                  <a:gd name="csY15" fmla="*/ 3465 h 19538"/>
                  <a:gd name="csX16" fmla="*/ 4750 w 25574"/>
                  <a:gd name="csY16" fmla="*/ 4286 h 19538"/>
                  <a:gd name="csX17" fmla="*/ 3251 w 25574"/>
                  <a:gd name="csY17" fmla="*/ 6429 h 19538"/>
                  <a:gd name="csX18" fmla="*/ 3036 w 25574"/>
                  <a:gd name="csY18" fmla="*/ 9573 h 19538"/>
                  <a:gd name="csX19" fmla="*/ 3036 w 25574"/>
                  <a:gd name="csY19" fmla="*/ 16109 h 19538"/>
                  <a:gd name="csX20" fmla="*/ 12180 w 25574"/>
                  <a:gd name="csY20" fmla="*/ 16109 h 19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5574" h="19538">
                    <a:moveTo>
                      <a:pt x="25575" y="19467"/>
                    </a:moveTo>
                    <a:lnTo>
                      <a:pt x="0" y="19467"/>
                    </a:lnTo>
                    <a:lnTo>
                      <a:pt x="0" y="9823"/>
                    </a:lnTo>
                    <a:cubicBezTo>
                      <a:pt x="0" y="8144"/>
                      <a:pt x="72" y="6822"/>
                      <a:pt x="250" y="5929"/>
                    </a:cubicBezTo>
                    <a:cubicBezTo>
                      <a:pt x="464" y="4679"/>
                      <a:pt x="857" y="3643"/>
                      <a:pt x="1465" y="2786"/>
                    </a:cubicBezTo>
                    <a:cubicBezTo>
                      <a:pt x="2036" y="1929"/>
                      <a:pt x="2858" y="1250"/>
                      <a:pt x="3929" y="750"/>
                    </a:cubicBezTo>
                    <a:cubicBezTo>
                      <a:pt x="4965" y="250"/>
                      <a:pt x="6144" y="0"/>
                      <a:pt x="7429" y="0"/>
                    </a:cubicBezTo>
                    <a:cubicBezTo>
                      <a:pt x="9609" y="0"/>
                      <a:pt x="11430" y="679"/>
                      <a:pt x="12930" y="2072"/>
                    </a:cubicBezTo>
                    <a:cubicBezTo>
                      <a:pt x="14431" y="3465"/>
                      <a:pt x="15180" y="5965"/>
                      <a:pt x="15180" y="9573"/>
                    </a:cubicBezTo>
                    <a:lnTo>
                      <a:pt x="15180" y="16145"/>
                    </a:lnTo>
                    <a:lnTo>
                      <a:pt x="25575" y="16145"/>
                    </a:lnTo>
                    <a:lnTo>
                      <a:pt x="25575" y="19538"/>
                    </a:lnTo>
                    <a:moveTo>
                      <a:pt x="12144" y="16073"/>
                    </a:moveTo>
                    <a:lnTo>
                      <a:pt x="12144" y="9465"/>
                    </a:lnTo>
                    <a:cubicBezTo>
                      <a:pt x="12144" y="7287"/>
                      <a:pt x="11752" y="5715"/>
                      <a:pt x="10930" y="4822"/>
                    </a:cubicBezTo>
                    <a:cubicBezTo>
                      <a:pt x="10108" y="3929"/>
                      <a:pt x="8965" y="3465"/>
                      <a:pt x="7501" y="3465"/>
                    </a:cubicBezTo>
                    <a:cubicBezTo>
                      <a:pt x="6430" y="3465"/>
                      <a:pt x="5537" y="3715"/>
                      <a:pt x="4750" y="4286"/>
                    </a:cubicBezTo>
                    <a:cubicBezTo>
                      <a:pt x="4000" y="4822"/>
                      <a:pt x="3500" y="5536"/>
                      <a:pt x="3251" y="6429"/>
                    </a:cubicBezTo>
                    <a:cubicBezTo>
                      <a:pt x="3108" y="7001"/>
                      <a:pt x="3036" y="8037"/>
                      <a:pt x="3036" y="9573"/>
                    </a:cubicBezTo>
                    <a:lnTo>
                      <a:pt x="3036" y="16109"/>
                    </a:lnTo>
                    <a:lnTo>
                      <a:pt x="12180" y="16109"/>
                    </a:lnTo>
                    <a:close/>
                  </a:path>
                </a:pathLst>
              </a:custGeom>
              <a:solidFill>
                <a:srgbClr val="000000"/>
              </a:solidFill>
              <a:ln w="3572" cap="flat">
                <a:noFill/>
                <a:prstDash val="solid"/>
                <a:miter/>
              </a:ln>
            </p:spPr>
            <p:txBody>
              <a:bodyPr/>
              <a:lstStyle/>
              <a:p>
                <a:endParaRPr lang="en-US" sz="1701"/>
              </a:p>
            </p:txBody>
          </p:sp>
          <p:sp>
            <p:nvSpPr>
              <p:cNvPr id="12369" name="Freeform: Shape 12368">
                <a:extLst>
                  <a:ext uri="{FF2B5EF4-FFF2-40B4-BE49-F238E27FC236}">
                    <a16:creationId xmlns:a16="http://schemas.microsoft.com/office/drawing/2014/main" id="{B9358E65-EBE0-424C-DE90-52A595C56602}"/>
                  </a:ext>
                </a:extLst>
              </p:cNvPr>
              <p:cNvSpPr/>
              <p:nvPr/>
            </p:nvSpPr>
            <p:spPr>
              <a:xfrm>
                <a:off x="3074708" y="287790"/>
                <a:ext cx="37231" cy="55979"/>
              </a:xfrm>
              <a:custGeom>
                <a:avLst/>
                <a:gdLst>
                  <a:gd name="csX0" fmla="*/ 107 w 16966"/>
                  <a:gd name="csY0" fmla="*/ 18574 h 25646"/>
                  <a:gd name="csX1" fmla="*/ 3393 w 16966"/>
                  <a:gd name="csY1" fmla="*/ 18288 h 25646"/>
                  <a:gd name="csX2" fmla="*/ 5108 w 16966"/>
                  <a:gd name="csY2" fmla="*/ 21896 h 25646"/>
                  <a:gd name="csX3" fmla="*/ 8323 w 16966"/>
                  <a:gd name="csY3" fmla="*/ 23110 h 25646"/>
                  <a:gd name="csX4" fmla="*/ 12144 w 16966"/>
                  <a:gd name="csY4" fmla="*/ 21396 h 25646"/>
                  <a:gd name="csX5" fmla="*/ 13716 w 16966"/>
                  <a:gd name="csY5" fmla="*/ 16859 h 25646"/>
                  <a:gd name="csX6" fmla="*/ 12216 w 16966"/>
                  <a:gd name="csY6" fmla="*/ 12609 h 25646"/>
                  <a:gd name="csX7" fmla="*/ 8251 w 16966"/>
                  <a:gd name="csY7" fmla="*/ 11073 h 25646"/>
                  <a:gd name="csX8" fmla="*/ 5501 w 16966"/>
                  <a:gd name="csY8" fmla="*/ 11751 h 25646"/>
                  <a:gd name="csX9" fmla="*/ 3572 w 16966"/>
                  <a:gd name="csY9" fmla="*/ 13537 h 25646"/>
                  <a:gd name="csX10" fmla="*/ 607 w 16966"/>
                  <a:gd name="csY10" fmla="*/ 13144 h 25646"/>
                  <a:gd name="csX11" fmla="*/ 3108 w 16966"/>
                  <a:gd name="csY11" fmla="*/ 0 h 25646"/>
                  <a:gd name="csX12" fmla="*/ 15823 w 16966"/>
                  <a:gd name="csY12" fmla="*/ 0 h 25646"/>
                  <a:gd name="csX13" fmla="*/ 15823 w 16966"/>
                  <a:gd name="csY13" fmla="*/ 3000 h 25646"/>
                  <a:gd name="csX14" fmla="*/ 5608 w 16966"/>
                  <a:gd name="csY14" fmla="*/ 3000 h 25646"/>
                  <a:gd name="csX15" fmla="*/ 4215 w 16966"/>
                  <a:gd name="csY15" fmla="*/ 9858 h 25646"/>
                  <a:gd name="csX16" fmla="*/ 9037 w 16966"/>
                  <a:gd name="csY16" fmla="*/ 8251 h 25646"/>
                  <a:gd name="csX17" fmla="*/ 14681 w 16966"/>
                  <a:gd name="csY17" fmla="*/ 10573 h 25646"/>
                  <a:gd name="csX18" fmla="*/ 16966 w 16966"/>
                  <a:gd name="csY18" fmla="*/ 16538 h 25646"/>
                  <a:gd name="csX19" fmla="*/ 14930 w 16966"/>
                  <a:gd name="csY19" fmla="*/ 22539 h 25646"/>
                  <a:gd name="csX20" fmla="*/ 8215 w 16966"/>
                  <a:gd name="csY20" fmla="*/ 25646 h 25646"/>
                  <a:gd name="csX21" fmla="*/ 2536 w 16966"/>
                  <a:gd name="csY21" fmla="*/ 23682 h 25646"/>
                  <a:gd name="csX22" fmla="*/ 0 w 16966"/>
                  <a:gd name="csY22" fmla="*/ 18502 h 25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966" h="25646">
                    <a:moveTo>
                      <a:pt x="107" y="18574"/>
                    </a:moveTo>
                    <a:lnTo>
                      <a:pt x="3393" y="18288"/>
                    </a:lnTo>
                    <a:cubicBezTo>
                      <a:pt x="3643" y="19895"/>
                      <a:pt x="4215" y="21110"/>
                      <a:pt x="5108" y="21896"/>
                    </a:cubicBezTo>
                    <a:cubicBezTo>
                      <a:pt x="6001" y="22717"/>
                      <a:pt x="7072" y="23110"/>
                      <a:pt x="8323" y="23110"/>
                    </a:cubicBezTo>
                    <a:cubicBezTo>
                      <a:pt x="9823" y="23110"/>
                      <a:pt x="11109" y="22539"/>
                      <a:pt x="12144" y="21396"/>
                    </a:cubicBezTo>
                    <a:cubicBezTo>
                      <a:pt x="13180" y="20253"/>
                      <a:pt x="13716" y="18752"/>
                      <a:pt x="13716" y="16859"/>
                    </a:cubicBezTo>
                    <a:cubicBezTo>
                      <a:pt x="13716" y="14966"/>
                      <a:pt x="13216" y="13645"/>
                      <a:pt x="12216" y="12609"/>
                    </a:cubicBezTo>
                    <a:cubicBezTo>
                      <a:pt x="11216" y="11573"/>
                      <a:pt x="9894" y="11073"/>
                      <a:pt x="8251" y="11073"/>
                    </a:cubicBezTo>
                    <a:cubicBezTo>
                      <a:pt x="7251" y="11073"/>
                      <a:pt x="6322" y="11287"/>
                      <a:pt x="5501" y="11751"/>
                    </a:cubicBezTo>
                    <a:cubicBezTo>
                      <a:pt x="4679" y="12216"/>
                      <a:pt x="4036" y="12823"/>
                      <a:pt x="3572" y="13537"/>
                    </a:cubicBezTo>
                    <a:lnTo>
                      <a:pt x="607" y="13144"/>
                    </a:lnTo>
                    <a:lnTo>
                      <a:pt x="3108" y="0"/>
                    </a:lnTo>
                    <a:lnTo>
                      <a:pt x="15823" y="0"/>
                    </a:lnTo>
                    <a:lnTo>
                      <a:pt x="15823" y="3000"/>
                    </a:lnTo>
                    <a:lnTo>
                      <a:pt x="5608" y="3000"/>
                    </a:lnTo>
                    <a:lnTo>
                      <a:pt x="4215" y="9858"/>
                    </a:lnTo>
                    <a:cubicBezTo>
                      <a:pt x="5751" y="8787"/>
                      <a:pt x="7358" y="8251"/>
                      <a:pt x="9037" y="8251"/>
                    </a:cubicBezTo>
                    <a:cubicBezTo>
                      <a:pt x="11251" y="8251"/>
                      <a:pt x="13144" y="9001"/>
                      <a:pt x="14681" y="10573"/>
                    </a:cubicBezTo>
                    <a:cubicBezTo>
                      <a:pt x="16216" y="12109"/>
                      <a:pt x="16966" y="14109"/>
                      <a:pt x="16966" y="16538"/>
                    </a:cubicBezTo>
                    <a:cubicBezTo>
                      <a:pt x="16966" y="18967"/>
                      <a:pt x="16288" y="20860"/>
                      <a:pt x="14930" y="22539"/>
                    </a:cubicBezTo>
                    <a:cubicBezTo>
                      <a:pt x="13287" y="24610"/>
                      <a:pt x="11037" y="25646"/>
                      <a:pt x="8215" y="25646"/>
                    </a:cubicBezTo>
                    <a:cubicBezTo>
                      <a:pt x="5894" y="25646"/>
                      <a:pt x="4000" y="25003"/>
                      <a:pt x="2536" y="23682"/>
                    </a:cubicBezTo>
                    <a:cubicBezTo>
                      <a:pt x="1072" y="22396"/>
                      <a:pt x="214" y="20645"/>
                      <a:pt x="0" y="18502"/>
                    </a:cubicBezTo>
                    <a:close/>
                  </a:path>
                </a:pathLst>
              </a:custGeom>
              <a:solidFill>
                <a:srgbClr val="000000"/>
              </a:solidFill>
              <a:ln w="3572" cap="flat">
                <a:noFill/>
                <a:prstDash val="solid"/>
                <a:miter/>
              </a:ln>
            </p:spPr>
            <p:txBody>
              <a:bodyPr/>
              <a:lstStyle/>
              <a:p>
                <a:endParaRPr lang="en-US" sz="1701"/>
              </a:p>
            </p:txBody>
          </p:sp>
          <p:sp>
            <p:nvSpPr>
              <p:cNvPr id="12371" name="Freeform: Shape 12370">
                <a:extLst>
                  <a:ext uri="{FF2B5EF4-FFF2-40B4-BE49-F238E27FC236}">
                    <a16:creationId xmlns:a16="http://schemas.microsoft.com/office/drawing/2014/main" id="{519C8408-9132-48A3-8B7D-C53D1D807914}"/>
                  </a:ext>
                </a:extLst>
              </p:cNvPr>
              <p:cNvSpPr/>
              <p:nvPr/>
            </p:nvSpPr>
            <p:spPr>
              <a:xfrm>
                <a:off x="3037553" y="367860"/>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5"/>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372" name="Freeform: Shape 12371">
                <a:extLst>
                  <a:ext uri="{FF2B5EF4-FFF2-40B4-BE49-F238E27FC236}">
                    <a16:creationId xmlns:a16="http://schemas.microsoft.com/office/drawing/2014/main" id="{12A6211F-1D8E-E754-825D-59D2751E875F}"/>
                  </a:ext>
                </a:extLst>
              </p:cNvPr>
              <p:cNvSpPr/>
              <p:nvPr/>
            </p:nvSpPr>
            <p:spPr>
              <a:xfrm>
                <a:off x="3075022" y="367781"/>
                <a:ext cx="37073" cy="56055"/>
              </a:xfrm>
              <a:custGeom>
                <a:avLst/>
                <a:gdLst>
                  <a:gd name="csX0" fmla="*/ 16895 w 16894"/>
                  <a:gd name="csY0" fmla="*/ 22681 h 25681"/>
                  <a:gd name="csX1" fmla="*/ 16895 w 16894"/>
                  <a:gd name="csY1" fmla="*/ 25682 h 25681"/>
                  <a:gd name="csX2" fmla="*/ 0 w 16894"/>
                  <a:gd name="csY2" fmla="*/ 25682 h 25681"/>
                  <a:gd name="csX3" fmla="*/ 357 w 16894"/>
                  <a:gd name="csY3" fmla="*/ 23503 h 25681"/>
                  <a:gd name="csX4" fmla="*/ 2429 w 16894"/>
                  <a:gd name="csY4" fmla="*/ 20110 h 25681"/>
                  <a:gd name="csX5" fmla="*/ 6536 w 16894"/>
                  <a:gd name="csY5" fmla="*/ 16216 h 25681"/>
                  <a:gd name="csX6" fmla="*/ 12180 w 16894"/>
                  <a:gd name="csY6" fmla="*/ 10787 h 25681"/>
                  <a:gd name="csX7" fmla="*/ 13645 w 16894"/>
                  <a:gd name="csY7" fmla="*/ 7037 h 25681"/>
                  <a:gd name="csX8" fmla="*/ 12287 w 16894"/>
                  <a:gd name="csY8" fmla="*/ 3893 h 25681"/>
                  <a:gd name="csX9" fmla="*/ 8822 w 16894"/>
                  <a:gd name="csY9" fmla="*/ 2608 h 25681"/>
                  <a:gd name="csX10" fmla="*/ 5179 w 16894"/>
                  <a:gd name="csY10" fmla="*/ 3965 h 25681"/>
                  <a:gd name="csX11" fmla="*/ 3786 w 16894"/>
                  <a:gd name="csY11" fmla="*/ 7715 h 25681"/>
                  <a:gd name="csX12" fmla="*/ 571 w 16894"/>
                  <a:gd name="csY12" fmla="*/ 7394 h 25681"/>
                  <a:gd name="csX13" fmla="*/ 3072 w 16894"/>
                  <a:gd name="csY13" fmla="*/ 1893 h 25681"/>
                  <a:gd name="csX14" fmla="*/ 8858 w 16894"/>
                  <a:gd name="csY14" fmla="*/ 0 h 25681"/>
                  <a:gd name="csX15" fmla="*/ 14680 w 16894"/>
                  <a:gd name="csY15" fmla="*/ 2036 h 25681"/>
                  <a:gd name="csX16" fmla="*/ 16823 w 16894"/>
                  <a:gd name="csY16" fmla="*/ 7108 h 25681"/>
                  <a:gd name="csX17" fmla="*/ 16180 w 16894"/>
                  <a:gd name="csY17" fmla="*/ 10108 h 25681"/>
                  <a:gd name="csX18" fmla="*/ 14109 w 16894"/>
                  <a:gd name="csY18" fmla="*/ 13252 h 25681"/>
                  <a:gd name="csX19" fmla="*/ 9251 w 16894"/>
                  <a:gd name="csY19" fmla="*/ 17752 h 25681"/>
                  <a:gd name="csX20" fmla="*/ 5608 w 16894"/>
                  <a:gd name="csY20" fmla="*/ 20967 h 25681"/>
                  <a:gd name="csX21" fmla="*/ 4286 w 16894"/>
                  <a:gd name="csY21" fmla="*/ 22681 h 25681"/>
                  <a:gd name="csX22" fmla="*/ 16823 w 16894"/>
                  <a:gd name="csY22" fmla="*/ 22681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1"/>
                    </a:moveTo>
                    <a:lnTo>
                      <a:pt x="16895" y="25682"/>
                    </a:lnTo>
                    <a:lnTo>
                      <a:pt x="0" y="25682"/>
                    </a:lnTo>
                    <a:cubicBezTo>
                      <a:pt x="0" y="24932"/>
                      <a:pt x="107" y="24217"/>
                      <a:pt x="357" y="23503"/>
                    </a:cubicBezTo>
                    <a:cubicBezTo>
                      <a:pt x="786" y="22360"/>
                      <a:pt x="1464" y="21217"/>
                      <a:pt x="2429" y="20110"/>
                    </a:cubicBezTo>
                    <a:cubicBezTo>
                      <a:pt x="3393" y="19002"/>
                      <a:pt x="4750" y="17716"/>
                      <a:pt x="6536" y="16216"/>
                    </a:cubicBezTo>
                    <a:cubicBezTo>
                      <a:pt x="9323" y="13930"/>
                      <a:pt x="11180" y="12144"/>
                      <a:pt x="12180" y="10787"/>
                    </a:cubicBezTo>
                    <a:cubicBezTo>
                      <a:pt x="13144" y="9465"/>
                      <a:pt x="13645" y="8215"/>
                      <a:pt x="13645" y="7037"/>
                    </a:cubicBezTo>
                    <a:cubicBezTo>
                      <a:pt x="13645" y="5858"/>
                      <a:pt x="13180" y="4751"/>
                      <a:pt x="12287" y="3893"/>
                    </a:cubicBezTo>
                    <a:cubicBezTo>
                      <a:pt x="11394" y="3036"/>
                      <a:pt x="10251" y="2608"/>
                      <a:pt x="8822" y="2608"/>
                    </a:cubicBezTo>
                    <a:cubicBezTo>
                      <a:pt x="7322" y="2608"/>
                      <a:pt x="6108" y="3072"/>
                      <a:pt x="5179" y="3965"/>
                    </a:cubicBezTo>
                    <a:cubicBezTo>
                      <a:pt x="4286" y="4858"/>
                      <a:pt x="3822" y="6144"/>
                      <a:pt x="3786" y="7715"/>
                    </a:cubicBezTo>
                    <a:lnTo>
                      <a:pt x="571" y="7394"/>
                    </a:lnTo>
                    <a:cubicBezTo>
                      <a:pt x="786" y="5001"/>
                      <a:pt x="1607" y="3143"/>
                      <a:pt x="3072" y="1893"/>
                    </a:cubicBezTo>
                    <a:cubicBezTo>
                      <a:pt x="4501" y="607"/>
                      <a:pt x="6465" y="0"/>
                      <a:pt x="8858" y="0"/>
                    </a:cubicBezTo>
                    <a:cubicBezTo>
                      <a:pt x="11251" y="0"/>
                      <a:pt x="13252" y="679"/>
                      <a:pt x="14680" y="2036"/>
                    </a:cubicBezTo>
                    <a:cubicBezTo>
                      <a:pt x="16109" y="3393"/>
                      <a:pt x="16823" y="5108"/>
                      <a:pt x="16823" y="7108"/>
                    </a:cubicBezTo>
                    <a:cubicBezTo>
                      <a:pt x="16823" y="8144"/>
                      <a:pt x="16609" y="9144"/>
                      <a:pt x="16180" y="10108"/>
                    </a:cubicBezTo>
                    <a:cubicBezTo>
                      <a:pt x="15752" y="11108"/>
                      <a:pt x="15073" y="12144"/>
                      <a:pt x="14109" y="13252"/>
                    </a:cubicBezTo>
                    <a:cubicBezTo>
                      <a:pt x="13144" y="14323"/>
                      <a:pt x="11537" y="15859"/>
                      <a:pt x="9251" y="17752"/>
                    </a:cubicBezTo>
                    <a:cubicBezTo>
                      <a:pt x="7358" y="19360"/>
                      <a:pt x="6144" y="20395"/>
                      <a:pt x="5608" y="20967"/>
                    </a:cubicBezTo>
                    <a:cubicBezTo>
                      <a:pt x="5072" y="21538"/>
                      <a:pt x="4643" y="22110"/>
                      <a:pt x="4286" y="22681"/>
                    </a:cubicBezTo>
                    <a:lnTo>
                      <a:pt x="16823" y="22681"/>
                    </a:lnTo>
                    <a:close/>
                  </a:path>
                </a:pathLst>
              </a:custGeom>
              <a:solidFill>
                <a:srgbClr val="000000"/>
              </a:solidFill>
              <a:ln w="3572" cap="flat">
                <a:noFill/>
                <a:prstDash val="solid"/>
                <a:miter/>
              </a:ln>
            </p:spPr>
            <p:txBody>
              <a:bodyPr/>
              <a:lstStyle/>
              <a:p>
                <a:endParaRPr lang="en-US" sz="1701"/>
              </a:p>
            </p:txBody>
          </p:sp>
          <p:sp>
            <p:nvSpPr>
              <p:cNvPr id="12374" name="Freeform: Shape 12373">
                <a:extLst>
                  <a:ext uri="{FF2B5EF4-FFF2-40B4-BE49-F238E27FC236}">
                    <a16:creationId xmlns:a16="http://schemas.microsoft.com/office/drawing/2014/main" id="{FF40FA46-824C-F04E-B11E-71E2FE014617}"/>
                  </a:ext>
                </a:extLst>
              </p:cNvPr>
              <p:cNvSpPr/>
              <p:nvPr/>
            </p:nvSpPr>
            <p:spPr>
              <a:xfrm>
                <a:off x="3036614" y="448787"/>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6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6"/>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375" name="Freeform: Shape 12374">
                <a:extLst>
                  <a:ext uri="{FF2B5EF4-FFF2-40B4-BE49-F238E27FC236}">
                    <a16:creationId xmlns:a16="http://schemas.microsoft.com/office/drawing/2014/main" id="{D1EDB597-03C2-2C98-9E17-56AA3F384B76}"/>
                  </a:ext>
                </a:extLst>
              </p:cNvPr>
              <p:cNvSpPr/>
              <p:nvPr/>
            </p:nvSpPr>
            <p:spPr>
              <a:xfrm>
                <a:off x="3074708" y="449567"/>
                <a:ext cx="37231" cy="55979"/>
              </a:xfrm>
              <a:custGeom>
                <a:avLst/>
                <a:gdLst>
                  <a:gd name="csX0" fmla="*/ 107 w 16966"/>
                  <a:gd name="csY0" fmla="*/ 18574 h 25646"/>
                  <a:gd name="csX1" fmla="*/ 3393 w 16966"/>
                  <a:gd name="csY1" fmla="*/ 18288 h 25646"/>
                  <a:gd name="csX2" fmla="*/ 5108 w 16966"/>
                  <a:gd name="csY2" fmla="*/ 21896 h 25646"/>
                  <a:gd name="csX3" fmla="*/ 8323 w 16966"/>
                  <a:gd name="csY3" fmla="*/ 23110 h 25646"/>
                  <a:gd name="csX4" fmla="*/ 12144 w 16966"/>
                  <a:gd name="csY4" fmla="*/ 21396 h 25646"/>
                  <a:gd name="csX5" fmla="*/ 13716 w 16966"/>
                  <a:gd name="csY5" fmla="*/ 16859 h 25646"/>
                  <a:gd name="csX6" fmla="*/ 12216 w 16966"/>
                  <a:gd name="csY6" fmla="*/ 12609 h 25646"/>
                  <a:gd name="csX7" fmla="*/ 8251 w 16966"/>
                  <a:gd name="csY7" fmla="*/ 11073 h 25646"/>
                  <a:gd name="csX8" fmla="*/ 5501 w 16966"/>
                  <a:gd name="csY8" fmla="*/ 11751 h 25646"/>
                  <a:gd name="csX9" fmla="*/ 3572 w 16966"/>
                  <a:gd name="csY9" fmla="*/ 13537 h 25646"/>
                  <a:gd name="csX10" fmla="*/ 607 w 16966"/>
                  <a:gd name="csY10" fmla="*/ 13144 h 25646"/>
                  <a:gd name="csX11" fmla="*/ 3108 w 16966"/>
                  <a:gd name="csY11" fmla="*/ 0 h 25646"/>
                  <a:gd name="csX12" fmla="*/ 15823 w 16966"/>
                  <a:gd name="csY12" fmla="*/ 0 h 25646"/>
                  <a:gd name="csX13" fmla="*/ 15823 w 16966"/>
                  <a:gd name="csY13" fmla="*/ 3000 h 25646"/>
                  <a:gd name="csX14" fmla="*/ 5608 w 16966"/>
                  <a:gd name="csY14" fmla="*/ 3000 h 25646"/>
                  <a:gd name="csX15" fmla="*/ 4215 w 16966"/>
                  <a:gd name="csY15" fmla="*/ 9858 h 25646"/>
                  <a:gd name="csX16" fmla="*/ 9037 w 16966"/>
                  <a:gd name="csY16" fmla="*/ 8251 h 25646"/>
                  <a:gd name="csX17" fmla="*/ 14681 w 16966"/>
                  <a:gd name="csY17" fmla="*/ 10573 h 25646"/>
                  <a:gd name="csX18" fmla="*/ 16966 w 16966"/>
                  <a:gd name="csY18" fmla="*/ 16538 h 25646"/>
                  <a:gd name="csX19" fmla="*/ 14930 w 16966"/>
                  <a:gd name="csY19" fmla="*/ 22539 h 25646"/>
                  <a:gd name="csX20" fmla="*/ 8215 w 16966"/>
                  <a:gd name="csY20" fmla="*/ 25646 h 25646"/>
                  <a:gd name="csX21" fmla="*/ 2536 w 16966"/>
                  <a:gd name="csY21" fmla="*/ 23682 h 25646"/>
                  <a:gd name="csX22" fmla="*/ 0 w 16966"/>
                  <a:gd name="csY22" fmla="*/ 18502 h 25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966" h="25646">
                    <a:moveTo>
                      <a:pt x="107" y="18574"/>
                    </a:moveTo>
                    <a:lnTo>
                      <a:pt x="3393" y="18288"/>
                    </a:lnTo>
                    <a:cubicBezTo>
                      <a:pt x="3643" y="19895"/>
                      <a:pt x="4215" y="21110"/>
                      <a:pt x="5108" y="21896"/>
                    </a:cubicBezTo>
                    <a:cubicBezTo>
                      <a:pt x="6001" y="22717"/>
                      <a:pt x="7072" y="23110"/>
                      <a:pt x="8323" y="23110"/>
                    </a:cubicBezTo>
                    <a:cubicBezTo>
                      <a:pt x="9823" y="23110"/>
                      <a:pt x="11109" y="22539"/>
                      <a:pt x="12144" y="21396"/>
                    </a:cubicBezTo>
                    <a:cubicBezTo>
                      <a:pt x="13180" y="20253"/>
                      <a:pt x="13716" y="18752"/>
                      <a:pt x="13716" y="16859"/>
                    </a:cubicBezTo>
                    <a:cubicBezTo>
                      <a:pt x="13716" y="14966"/>
                      <a:pt x="13216" y="13645"/>
                      <a:pt x="12216" y="12609"/>
                    </a:cubicBezTo>
                    <a:cubicBezTo>
                      <a:pt x="11216" y="11573"/>
                      <a:pt x="9894" y="11073"/>
                      <a:pt x="8251" y="11073"/>
                    </a:cubicBezTo>
                    <a:cubicBezTo>
                      <a:pt x="7251" y="11073"/>
                      <a:pt x="6322" y="11287"/>
                      <a:pt x="5501" y="11751"/>
                    </a:cubicBezTo>
                    <a:cubicBezTo>
                      <a:pt x="4679" y="12216"/>
                      <a:pt x="4036" y="12823"/>
                      <a:pt x="3572" y="13537"/>
                    </a:cubicBezTo>
                    <a:lnTo>
                      <a:pt x="607" y="13144"/>
                    </a:lnTo>
                    <a:lnTo>
                      <a:pt x="3108" y="0"/>
                    </a:lnTo>
                    <a:lnTo>
                      <a:pt x="15823" y="0"/>
                    </a:lnTo>
                    <a:lnTo>
                      <a:pt x="15823" y="3000"/>
                    </a:lnTo>
                    <a:lnTo>
                      <a:pt x="5608" y="3000"/>
                    </a:lnTo>
                    <a:lnTo>
                      <a:pt x="4215" y="9858"/>
                    </a:lnTo>
                    <a:cubicBezTo>
                      <a:pt x="5751" y="8787"/>
                      <a:pt x="7358" y="8251"/>
                      <a:pt x="9037" y="8251"/>
                    </a:cubicBezTo>
                    <a:cubicBezTo>
                      <a:pt x="11251" y="8251"/>
                      <a:pt x="13144" y="9001"/>
                      <a:pt x="14681" y="10573"/>
                    </a:cubicBezTo>
                    <a:cubicBezTo>
                      <a:pt x="16216" y="12109"/>
                      <a:pt x="16966" y="14109"/>
                      <a:pt x="16966" y="16538"/>
                    </a:cubicBezTo>
                    <a:cubicBezTo>
                      <a:pt x="16966" y="18967"/>
                      <a:pt x="16288" y="20860"/>
                      <a:pt x="14930" y="22539"/>
                    </a:cubicBezTo>
                    <a:cubicBezTo>
                      <a:pt x="13287" y="24610"/>
                      <a:pt x="11037" y="25646"/>
                      <a:pt x="8215" y="25646"/>
                    </a:cubicBezTo>
                    <a:cubicBezTo>
                      <a:pt x="5894" y="25646"/>
                      <a:pt x="4000" y="25003"/>
                      <a:pt x="2536" y="23682"/>
                    </a:cubicBezTo>
                    <a:cubicBezTo>
                      <a:pt x="1072" y="22396"/>
                      <a:pt x="214" y="20645"/>
                      <a:pt x="0" y="18502"/>
                    </a:cubicBezTo>
                    <a:close/>
                  </a:path>
                </a:pathLst>
              </a:custGeom>
              <a:solidFill>
                <a:srgbClr val="000000"/>
              </a:solidFill>
              <a:ln w="3572" cap="flat">
                <a:noFill/>
                <a:prstDash val="solid"/>
                <a:miter/>
              </a:ln>
            </p:spPr>
            <p:txBody>
              <a:bodyPr/>
              <a:lstStyle/>
              <a:p>
                <a:endParaRPr lang="en-US" sz="1701"/>
              </a:p>
            </p:txBody>
          </p:sp>
          <p:sp>
            <p:nvSpPr>
              <p:cNvPr id="12376" name="Freeform: Shape 12375">
                <a:extLst>
                  <a:ext uri="{FF2B5EF4-FFF2-40B4-BE49-F238E27FC236}">
                    <a16:creationId xmlns:a16="http://schemas.microsoft.com/office/drawing/2014/main" id="{7B433346-2ABC-D134-112B-CE4AE69AD286}"/>
                  </a:ext>
                </a:extLst>
              </p:cNvPr>
              <p:cNvSpPr/>
              <p:nvPr/>
            </p:nvSpPr>
            <p:spPr>
              <a:xfrm>
                <a:off x="3075022" y="529481"/>
                <a:ext cx="37152" cy="56992"/>
              </a:xfrm>
              <a:custGeom>
                <a:avLst/>
                <a:gdLst>
                  <a:gd name="csX0" fmla="*/ 16466 w 16930"/>
                  <a:gd name="csY0" fmla="*/ 6394 h 26110"/>
                  <a:gd name="csX1" fmla="*/ 13323 w 16930"/>
                  <a:gd name="csY1" fmla="*/ 6644 h 26110"/>
                  <a:gd name="csX2" fmla="*/ 12144 w 16930"/>
                  <a:gd name="csY2" fmla="*/ 3965 h 26110"/>
                  <a:gd name="csX3" fmla="*/ 9001 w 16930"/>
                  <a:gd name="csY3" fmla="*/ 2608 h 26110"/>
                  <a:gd name="csX4" fmla="*/ 6358 w 16930"/>
                  <a:gd name="csY4" fmla="*/ 3429 h 26110"/>
                  <a:gd name="csX5" fmla="*/ 4036 w 16930"/>
                  <a:gd name="csY5" fmla="*/ 6572 h 26110"/>
                  <a:gd name="csX6" fmla="*/ 3143 w 16930"/>
                  <a:gd name="csY6" fmla="*/ 12502 h 26110"/>
                  <a:gd name="csX7" fmla="*/ 5929 w 16930"/>
                  <a:gd name="csY7" fmla="*/ 9930 h 26110"/>
                  <a:gd name="csX8" fmla="*/ 9358 w 16930"/>
                  <a:gd name="csY8" fmla="*/ 9108 h 26110"/>
                  <a:gd name="csX9" fmla="*/ 14716 w 16930"/>
                  <a:gd name="csY9" fmla="*/ 11430 h 26110"/>
                  <a:gd name="csX10" fmla="*/ 16931 w 16930"/>
                  <a:gd name="csY10" fmla="*/ 17395 h 26110"/>
                  <a:gd name="csX11" fmla="*/ 15895 w 16930"/>
                  <a:gd name="csY11" fmla="*/ 21860 h 26110"/>
                  <a:gd name="csX12" fmla="*/ 13037 w 16930"/>
                  <a:gd name="csY12" fmla="*/ 25003 h 26110"/>
                  <a:gd name="csX13" fmla="*/ 8894 w 16930"/>
                  <a:gd name="csY13" fmla="*/ 26110 h 26110"/>
                  <a:gd name="csX14" fmla="*/ 2500 w 16930"/>
                  <a:gd name="csY14" fmla="*/ 23217 h 26110"/>
                  <a:gd name="csX15" fmla="*/ 0 w 16930"/>
                  <a:gd name="csY15" fmla="*/ 13716 h 26110"/>
                  <a:gd name="csX16" fmla="*/ 2750 w 16930"/>
                  <a:gd name="csY16" fmla="*/ 2929 h 26110"/>
                  <a:gd name="csX17" fmla="*/ 9180 w 16930"/>
                  <a:gd name="csY17" fmla="*/ 0 h 26110"/>
                  <a:gd name="csX18" fmla="*/ 14109 w 16930"/>
                  <a:gd name="csY18" fmla="*/ 1679 h 26110"/>
                  <a:gd name="csX19" fmla="*/ 16431 w 16930"/>
                  <a:gd name="csY19" fmla="*/ 6358 h 26110"/>
                  <a:gd name="csX20" fmla="*/ 3643 w 16930"/>
                  <a:gd name="csY20" fmla="*/ 17431 h 26110"/>
                  <a:gd name="csX21" fmla="*/ 4322 w 16930"/>
                  <a:gd name="csY21" fmla="*/ 20538 h 26110"/>
                  <a:gd name="csX22" fmla="*/ 6251 w 16930"/>
                  <a:gd name="csY22" fmla="*/ 22789 h 26110"/>
                  <a:gd name="csX23" fmla="*/ 8858 w 16930"/>
                  <a:gd name="csY23" fmla="*/ 23539 h 26110"/>
                  <a:gd name="csX24" fmla="*/ 12287 w 16930"/>
                  <a:gd name="csY24" fmla="*/ 21931 h 26110"/>
                  <a:gd name="csX25" fmla="*/ 13716 w 16930"/>
                  <a:gd name="csY25" fmla="*/ 17574 h 26110"/>
                  <a:gd name="csX26" fmla="*/ 12323 w 16930"/>
                  <a:gd name="csY26" fmla="*/ 13395 h 26110"/>
                  <a:gd name="csX27" fmla="*/ 8751 w 16930"/>
                  <a:gd name="csY27" fmla="*/ 11859 h 26110"/>
                  <a:gd name="csX28" fmla="*/ 5144 w 16930"/>
                  <a:gd name="csY28" fmla="*/ 13395 h 26110"/>
                  <a:gd name="csX29" fmla="*/ 3679 w 16930"/>
                  <a:gd name="csY29" fmla="*/ 17395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6930" h="26110">
                    <a:moveTo>
                      <a:pt x="16466" y="6394"/>
                    </a:moveTo>
                    <a:lnTo>
                      <a:pt x="13323" y="6644"/>
                    </a:lnTo>
                    <a:cubicBezTo>
                      <a:pt x="13037" y="5394"/>
                      <a:pt x="12644" y="4501"/>
                      <a:pt x="12144" y="3965"/>
                    </a:cubicBezTo>
                    <a:cubicBezTo>
                      <a:pt x="11287" y="3072"/>
                      <a:pt x="10251" y="2608"/>
                      <a:pt x="9001" y="2608"/>
                    </a:cubicBezTo>
                    <a:cubicBezTo>
                      <a:pt x="8001" y="2608"/>
                      <a:pt x="7108" y="2893"/>
                      <a:pt x="6358" y="3429"/>
                    </a:cubicBezTo>
                    <a:cubicBezTo>
                      <a:pt x="5358" y="4143"/>
                      <a:pt x="4608" y="5215"/>
                      <a:pt x="4036" y="6572"/>
                    </a:cubicBezTo>
                    <a:cubicBezTo>
                      <a:pt x="3465" y="7965"/>
                      <a:pt x="3179" y="9930"/>
                      <a:pt x="3143" y="12502"/>
                    </a:cubicBezTo>
                    <a:cubicBezTo>
                      <a:pt x="3893" y="11359"/>
                      <a:pt x="4822" y="10501"/>
                      <a:pt x="5929" y="9930"/>
                    </a:cubicBezTo>
                    <a:cubicBezTo>
                      <a:pt x="7001" y="9358"/>
                      <a:pt x="8144" y="9108"/>
                      <a:pt x="9358" y="9108"/>
                    </a:cubicBezTo>
                    <a:cubicBezTo>
                      <a:pt x="11466" y="9108"/>
                      <a:pt x="13252" y="9858"/>
                      <a:pt x="14716" y="11430"/>
                    </a:cubicBezTo>
                    <a:cubicBezTo>
                      <a:pt x="16180" y="12966"/>
                      <a:pt x="16931" y="14966"/>
                      <a:pt x="16931" y="17395"/>
                    </a:cubicBezTo>
                    <a:cubicBezTo>
                      <a:pt x="16931" y="19002"/>
                      <a:pt x="16573" y="20503"/>
                      <a:pt x="15895" y="21860"/>
                    </a:cubicBezTo>
                    <a:cubicBezTo>
                      <a:pt x="15180" y="23217"/>
                      <a:pt x="14252" y="24289"/>
                      <a:pt x="13037" y="25003"/>
                    </a:cubicBezTo>
                    <a:cubicBezTo>
                      <a:pt x="11823" y="25753"/>
                      <a:pt x="10430" y="26110"/>
                      <a:pt x="8894" y="26110"/>
                    </a:cubicBezTo>
                    <a:cubicBezTo>
                      <a:pt x="6287" y="26110"/>
                      <a:pt x="4143" y="25146"/>
                      <a:pt x="2500" y="23217"/>
                    </a:cubicBezTo>
                    <a:cubicBezTo>
                      <a:pt x="857" y="21288"/>
                      <a:pt x="0" y="18109"/>
                      <a:pt x="0" y="13716"/>
                    </a:cubicBezTo>
                    <a:cubicBezTo>
                      <a:pt x="0" y="8787"/>
                      <a:pt x="929" y="5179"/>
                      <a:pt x="2750" y="2929"/>
                    </a:cubicBezTo>
                    <a:cubicBezTo>
                      <a:pt x="4358" y="964"/>
                      <a:pt x="6501" y="0"/>
                      <a:pt x="9180" y="0"/>
                    </a:cubicBezTo>
                    <a:cubicBezTo>
                      <a:pt x="11180" y="0"/>
                      <a:pt x="12823" y="572"/>
                      <a:pt x="14109" y="1679"/>
                    </a:cubicBezTo>
                    <a:cubicBezTo>
                      <a:pt x="15395" y="2822"/>
                      <a:pt x="16145" y="4358"/>
                      <a:pt x="16431" y="6358"/>
                    </a:cubicBezTo>
                    <a:moveTo>
                      <a:pt x="3643" y="17431"/>
                    </a:moveTo>
                    <a:cubicBezTo>
                      <a:pt x="3643" y="18502"/>
                      <a:pt x="3857" y="19538"/>
                      <a:pt x="4322" y="20538"/>
                    </a:cubicBezTo>
                    <a:cubicBezTo>
                      <a:pt x="4786" y="21538"/>
                      <a:pt x="5429" y="22289"/>
                      <a:pt x="6251" y="22789"/>
                    </a:cubicBezTo>
                    <a:cubicBezTo>
                      <a:pt x="7072" y="23289"/>
                      <a:pt x="7965" y="23539"/>
                      <a:pt x="8858" y="23539"/>
                    </a:cubicBezTo>
                    <a:cubicBezTo>
                      <a:pt x="10180" y="23539"/>
                      <a:pt x="11323" y="23003"/>
                      <a:pt x="12287" y="21931"/>
                    </a:cubicBezTo>
                    <a:cubicBezTo>
                      <a:pt x="13252" y="20860"/>
                      <a:pt x="13716" y="19395"/>
                      <a:pt x="13716" y="17574"/>
                    </a:cubicBezTo>
                    <a:cubicBezTo>
                      <a:pt x="13716" y="15752"/>
                      <a:pt x="13252" y="14395"/>
                      <a:pt x="12323" y="13395"/>
                    </a:cubicBezTo>
                    <a:cubicBezTo>
                      <a:pt x="11394" y="12359"/>
                      <a:pt x="10180" y="11859"/>
                      <a:pt x="8751" y="11859"/>
                    </a:cubicBezTo>
                    <a:cubicBezTo>
                      <a:pt x="7322" y="11859"/>
                      <a:pt x="6144" y="12359"/>
                      <a:pt x="5144" y="13395"/>
                    </a:cubicBezTo>
                    <a:cubicBezTo>
                      <a:pt x="4143" y="14430"/>
                      <a:pt x="3679" y="15752"/>
                      <a:pt x="3679" y="17395"/>
                    </a:cubicBezTo>
                    <a:close/>
                  </a:path>
                </a:pathLst>
              </a:custGeom>
              <a:solidFill>
                <a:srgbClr val="000000"/>
              </a:solidFill>
              <a:ln w="3572" cap="flat">
                <a:noFill/>
                <a:prstDash val="solid"/>
                <a:miter/>
              </a:ln>
            </p:spPr>
            <p:txBody>
              <a:bodyPr/>
              <a:lstStyle/>
              <a:p>
                <a:endParaRPr lang="en-US" sz="1701"/>
              </a:p>
            </p:txBody>
          </p:sp>
          <p:sp>
            <p:nvSpPr>
              <p:cNvPr id="12377" name="Freeform: Shape 12376">
                <a:extLst>
                  <a:ext uri="{FF2B5EF4-FFF2-40B4-BE49-F238E27FC236}">
                    <a16:creationId xmlns:a16="http://schemas.microsoft.com/office/drawing/2014/main" id="{C1FF943C-3853-D6D6-C699-E15D0EA82564}"/>
                  </a:ext>
                </a:extLst>
              </p:cNvPr>
              <p:cNvSpPr/>
              <p:nvPr/>
            </p:nvSpPr>
            <p:spPr>
              <a:xfrm>
                <a:off x="3075570" y="610488"/>
                <a:ext cx="36683" cy="56992"/>
              </a:xfrm>
              <a:custGeom>
                <a:avLst/>
                <a:gdLst>
                  <a:gd name="csX0" fmla="*/ 0 w 16716"/>
                  <a:gd name="csY0" fmla="*/ 13037 h 26110"/>
                  <a:gd name="csX1" fmla="*/ 929 w 16716"/>
                  <a:gd name="csY1" fmla="*/ 5751 h 26110"/>
                  <a:gd name="csX2" fmla="*/ 3715 w 16716"/>
                  <a:gd name="csY2" fmla="*/ 1500 h 26110"/>
                  <a:gd name="csX3" fmla="*/ 8358 w 16716"/>
                  <a:gd name="csY3" fmla="*/ 0 h 26110"/>
                  <a:gd name="csX4" fmla="*/ 11966 w 16716"/>
                  <a:gd name="csY4" fmla="*/ 821 h 26110"/>
                  <a:gd name="csX5" fmla="*/ 14537 w 16716"/>
                  <a:gd name="csY5" fmla="*/ 3215 h 26110"/>
                  <a:gd name="csX6" fmla="*/ 16145 w 16716"/>
                  <a:gd name="csY6" fmla="*/ 7001 h 26110"/>
                  <a:gd name="csX7" fmla="*/ 16716 w 16716"/>
                  <a:gd name="csY7" fmla="*/ 13037 h 26110"/>
                  <a:gd name="csX8" fmla="*/ 15788 w 16716"/>
                  <a:gd name="csY8" fmla="*/ 20324 h 26110"/>
                  <a:gd name="csX9" fmla="*/ 13037 w 16716"/>
                  <a:gd name="csY9" fmla="*/ 24610 h 26110"/>
                  <a:gd name="csX10" fmla="*/ 8394 w 16716"/>
                  <a:gd name="csY10" fmla="*/ 26110 h 26110"/>
                  <a:gd name="csX11" fmla="*/ 2607 w 16716"/>
                  <a:gd name="csY11" fmla="*/ 23467 h 26110"/>
                  <a:gd name="csX12" fmla="*/ 71 w 16716"/>
                  <a:gd name="csY12" fmla="*/ 13073 h 26110"/>
                  <a:gd name="csX13" fmla="*/ 3215 w 16716"/>
                  <a:gd name="csY13" fmla="*/ 13037 h 26110"/>
                  <a:gd name="csX14" fmla="*/ 4679 w 16716"/>
                  <a:gd name="csY14" fmla="*/ 21431 h 26110"/>
                  <a:gd name="csX15" fmla="*/ 8322 w 16716"/>
                  <a:gd name="csY15" fmla="*/ 23503 h 26110"/>
                  <a:gd name="csX16" fmla="*/ 11966 w 16716"/>
                  <a:gd name="csY16" fmla="*/ 21395 h 26110"/>
                  <a:gd name="csX17" fmla="*/ 13430 w 16716"/>
                  <a:gd name="csY17" fmla="*/ 13037 h 26110"/>
                  <a:gd name="csX18" fmla="*/ 11966 w 16716"/>
                  <a:gd name="csY18" fmla="*/ 4643 h 26110"/>
                  <a:gd name="csX19" fmla="*/ 8287 w 16716"/>
                  <a:gd name="csY19" fmla="*/ 2572 h 26110"/>
                  <a:gd name="csX20" fmla="*/ 4858 w 16716"/>
                  <a:gd name="csY20" fmla="*/ 4429 h 26110"/>
                  <a:gd name="csX21" fmla="*/ 3250 w 16716"/>
                  <a:gd name="csY21" fmla="*/ 13037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6716" h="26110">
                    <a:moveTo>
                      <a:pt x="0" y="13037"/>
                    </a:moveTo>
                    <a:cubicBezTo>
                      <a:pt x="0" y="10037"/>
                      <a:pt x="321" y="7572"/>
                      <a:pt x="929" y="5751"/>
                    </a:cubicBezTo>
                    <a:cubicBezTo>
                      <a:pt x="1572" y="3893"/>
                      <a:pt x="2465" y="2500"/>
                      <a:pt x="3715" y="1500"/>
                    </a:cubicBezTo>
                    <a:cubicBezTo>
                      <a:pt x="4929" y="500"/>
                      <a:pt x="6465" y="0"/>
                      <a:pt x="8358" y="0"/>
                    </a:cubicBezTo>
                    <a:cubicBezTo>
                      <a:pt x="9715" y="0"/>
                      <a:pt x="10930" y="286"/>
                      <a:pt x="11966" y="821"/>
                    </a:cubicBezTo>
                    <a:cubicBezTo>
                      <a:pt x="13001" y="1393"/>
                      <a:pt x="13859" y="2179"/>
                      <a:pt x="14537" y="3215"/>
                    </a:cubicBezTo>
                    <a:cubicBezTo>
                      <a:pt x="15216" y="4251"/>
                      <a:pt x="15752" y="5501"/>
                      <a:pt x="16145" y="7001"/>
                    </a:cubicBezTo>
                    <a:cubicBezTo>
                      <a:pt x="16538" y="8501"/>
                      <a:pt x="16716" y="10501"/>
                      <a:pt x="16716" y="13037"/>
                    </a:cubicBezTo>
                    <a:cubicBezTo>
                      <a:pt x="16716" y="16038"/>
                      <a:pt x="16395" y="18467"/>
                      <a:pt x="15788" y="20324"/>
                    </a:cubicBezTo>
                    <a:cubicBezTo>
                      <a:pt x="15180" y="22181"/>
                      <a:pt x="14252" y="23574"/>
                      <a:pt x="13037" y="24610"/>
                    </a:cubicBezTo>
                    <a:cubicBezTo>
                      <a:pt x="11823" y="25610"/>
                      <a:pt x="10251" y="26110"/>
                      <a:pt x="8394" y="26110"/>
                    </a:cubicBezTo>
                    <a:cubicBezTo>
                      <a:pt x="5929" y="26110"/>
                      <a:pt x="4000" y="25217"/>
                      <a:pt x="2607" y="23467"/>
                    </a:cubicBezTo>
                    <a:cubicBezTo>
                      <a:pt x="929" y="21360"/>
                      <a:pt x="71" y="17859"/>
                      <a:pt x="71" y="13073"/>
                    </a:cubicBezTo>
                    <a:moveTo>
                      <a:pt x="3215" y="13037"/>
                    </a:moveTo>
                    <a:cubicBezTo>
                      <a:pt x="3215" y="17252"/>
                      <a:pt x="3715" y="20038"/>
                      <a:pt x="4679" y="21431"/>
                    </a:cubicBezTo>
                    <a:cubicBezTo>
                      <a:pt x="5679" y="22824"/>
                      <a:pt x="6858" y="23503"/>
                      <a:pt x="8322" y="23503"/>
                    </a:cubicBezTo>
                    <a:cubicBezTo>
                      <a:pt x="9787" y="23503"/>
                      <a:pt x="10965" y="22789"/>
                      <a:pt x="11966" y="21395"/>
                    </a:cubicBezTo>
                    <a:cubicBezTo>
                      <a:pt x="12966" y="20003"/>
                      <a:pt x="13430" y="17216"/>
                      <a:pt x="13430" y="13037"/>
                    </a:cubicBezTo>
                    <a:cubicBezTo>
                      <a:pt x="13430" y="8858"/>
                      <a:pt x="12930" y="6036"/>
                      <a:pt x="11966" y="4643"/>
                    </a:cubicBezTo>
                    <a:cubicBezTo>
                      <a:pt x="11001" y="3250"/>
                      <a:pt x="9751" y="2572"/>
                      <a:pt x="8287" y="2572"/>
                    </a:cubicBezTo>
                    <a:cubicBezTo>
                      <a:pt x="6822" y="2572"/>
                      <a:pt x="5679" y="3179"/>
                      <a:pt x="4858" y="4429"/>
                    </a:cubicBezTo>
                    <a:cubicBezTo>
                      <a:pt x="3786" y="5965"/>
                      <a:pt x="3250" y="8858"/>
                      <a:pt x="3250" y="13037"/>
                    </a:cubicBezTo>
                    <a:close/>
                  </a:path>
                </a:pathLst>
              </a:custGeom>
              <a:solidFill>
                <a:srgbClr val="000000"/>
              </a:solidFill>
              <a:ln w="3572" cap="flat">
                <a:noFill/>
                <a:prstDash val="solid"/>
                <a:miter/>
              </a:ln>
            </p:spPr>
            <p:txBody>
              <a:bodyPr/>
              <a:lstStyle/>
              <a:p>
                <a:endParaRPr lang="en-US" sz="1701"/>
              </a:p>
            </p:txBody>
          </p:sp>
          <p:sp>
            <p:nvSpPr>
              <p:cNvPr id="12379" name="Freeform: Shape 12378">
                <a:extLst>
                  <a:ext uri="{FF2B5EF4-FFF2-40B4-BE49-F238E27FC236}">
                    <a16:creationId xmlns:a16="http://schemas.microsoft.com/office/drawing/2014/main" id="{4B150BC1-622A-1A06-3601-30648CAE79E0}"/>
                  </a:ext>
                </a:extLst>
              </p:cNvPr>
              <p:cNvSpPr/>
              <p:nvPr/>
            </p:nvSpPr>
            <p:spPr>
              <a:xfrm>
                <a:off x="3030891" y="691258"/>
                <a:ext cx="37073" cy="56055"/>
              </a:xfrm>
              <a:custGeom>
                <a:avLst/>
                <a:gdLst>
                  <a:gd name="csX0" fmla="*/ 16895 w 16894"/>
                  <a:gd name="csY0" fmla="*/ 22681 h 25681"/>
                  <a:gd name="csX1" fmla="*/ 16895 w 16894"/>
                  <a:gd name="csY1" fmla="*/ 25682 h 25681"/>
                  <a:gd name="csX2" fmla="*/ 0 w 16894"/>
                  <a:gd name="csY2" fmla="*/ 25682 h 25681"/>
                  <a:gd name="csX3" fmla="*/ 357 w 16894"/>
                  <a:gd name="csY3" fmla="*/ 23503 h 25681"/>
                  <a:gd name="csX4" fmla="*/ 2429 w 16894"/>
                  <a:gd name="csY4" fmla="*/ 20110 h 25681"/>
                  <a:gd name="csX5" fmla="*/ 6536 w 16894"/>
                  <a:gd name="csY5" fmla="*/ 16216 h 25681"/>
                  <a:gd name="csX6" fmla="*/ 12180 w 16894"/>
                  <a:gd name="csY6" fmla="*/ 10787 h 25681"/>
                  <a:gd name="csX7" fmla="*/ 13645 w 16894"/>
                  <a:gd name="csY7" fmla="*/ 7037 h 25681"/>
                  <a:gd name="csX8" fmla="*/ 12287 w 16894"/>
                  <a:gd name="csY8" fmla="*/ 3893 h 25681"/>
                  <a:gd name="csX9" fmla="*/ 8822 w 16894"/>
                  <a:gd name="csY9" fmla="*/ 2608 h 25681"/>
                  <a:gd name="csX10" fmla="*/ 5179 w 16894"/>
                  <a:gd name="csY10" fmla="*/ 3965 h 25681"/>
                  <a:gd name="csX11" fmla="*/ 3786 w 16894"/>
                  <a:gd name="csY11" fmla="*/ 7715 h 25681"/>
                  <a:gd name="csX12" fmla="*/ 571 w 16894"/>
                  <a:gd name="csY12" fmla="*/ 7394 h 25681"/>
                  <a:gd name="csX13" fmla="*/ 3072 w 16894"/>
                  <a:gd name="csY13" fmla="*/ 1893 h 25681"/>
                  <a:gd name="csX14" fmla="*/ 8858 w 16894"/>
                  <a:gd name="csY14" fmla="*/ 0 h 25681"/>
                  <a:gd name="csX15" fmla="*/ 14680 w 16894"/>
                  <a:gd name="csY15" fmla="*/ 2036 h 25681"/>
                  <a:gd name="csX16" fmla="*/ 16823 w 16894"/>
                  <a:gd name="csY16" fmla="*/ 7108 h 25681"/>
                  <a:gd name="csX17" fmla="*/ 16180 w 16894"/>
                  <a:gd name="csY17" fmla="*/ 10108 h 25681"/>
                  <a:gd name="csX18" fmla="*/ 14109 w 16894"/>
                  <a:gd name="csY18" fmla="*/ 13252 h 25681"/>
                  <a:gd name="csX19" fmla="*/ 9251 w 16894"/>
                  <a:gd name="csY19" fmla="*/ 17752 h 25681"/>
                  <a:gd name="csX20" fmla="*/ 5608 w 16894"/>
                  <a:gd name="csY20" fmla="*/ 20967 h 25681"/>
                  <a:gd name="csX21" fmla="*/ 4286 w 16894"/>
                  <a:gd name="csY21" fmla="*/ 22681 h 25681"/>
                  <a:gd name="csX22" fmla="*/ 16823 w 16894"/>
                  <a:gd name="csY22" fmla="*/ 22681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1"/>
                    </a:moveTo>
                    <a:lnTo>
                      <a:pt x="16895" y="25682"/>
                    </a:lnTo>
                    <a:lnTo>
                      <a:pt x="0" y="25682"/>
                    </a:lnTo>
                    <a:cubicBezTo>
                      <a:pt x="0" y="24932"/>
                      <a:pt x="107" y="24217"/>
                      <a:pt x="357" y="23503"/>
                    </a:cubicBezTo>
                    <a:cubicBezTo>
                      <a:pt x="786" y="22360"/>
                      <a:pt x="1464" y="21217"/>
                      <a:pt x="2429" y="20110"/>
                    </a:cubicBezTo>
                    <a:cubicBezTo>
                      <a:pt x="3393" y="19002"/>
                      <a:pt x="4750" y="17717"/>
                      <a:pt x="6536" y="16216"/>
                    </a:cubicBezTo>
                    <a:cubicBezTo>
                      <a:pt x="9323" y="13930"/>
                      <a:pt x="11180" y="12144"/>
                      <a:pt x="12180" y="10787"/>
                    </a:cubicBezTo>
                    <a:cubicBezTo>
                      <a:pt x="13144" y="9465"/>
                      <a:pt x="13645" y="8215"/>
                      <a:pt x="13645" y="7037"/>
                    </a:cubicBezTo>
                    <a:cubicBezTo>
                      <a:pt x="13645" y="5858"/>
                      <a:pt x="13180" y="4751"/>
                      <a:pt x="12287" y="3893"/>
                    </a:cubicBezTo>
                    <a:cubicBezTo>
                      <a:pt x="11394" y="3036"/>
                      <a:pt x="10251" y="2608"/>
                      <a:pt x="8822" y="2608"/>
                    </a:cubicBezTo>
                    <a:cubicBezTo>
                      <a:pt x="7322" y="2608"/>
                      <a:pt x="6108" y="3072"/>
                      <a:pt x="5179" y="3965"/>
                    </a:cubicBezTo>
                    <a:cubicBezTo>
                      <a:pt x="4286" y="4858"/>
                      <a:pt x="3822" y="6144"/>
                      <a:pt x="3786" y="7715"/>
                    </a:cubicBezTo>
                    <a:lnTo>
                      <a:pt x="571" y="7394"/>
                    </a:lnTo>
                    <a:cubicBezTo>
                      <a:pt x="786" y="5001"/>
                      <a:pt x="1607" y="3143"/>
                      <a:pt x="3072" y="1893"/>
                    </a:cubicBezTo>
                    <a:cubicBezTo>
                      <a:pt x="4501" y="607"/>
                      <a:pt x="6465" y="0"/>
                      <a:pt x="8858" y="0"/>
                    </a:cubicBezTo>
                    <a:cubicBezTo>
                      <a:pt x="11251" y="0"/>
                      <a:pt x="13252" y="679"/>
                      <a:pt x="14680" y="2036"/>
                    </a:cubicBezTo>
                    <a:cubicBezTo>
                      <a:pt x="16109" y="3393"/>
                      <a:pt x="16823" y="5108"/>
                      <a:pt x="16823" y="7108"/>
                    </a:cubicBezTo>
                    <a:cubicBezTo>
                      <a:pt x="16823" y="8144"/>
                      <a:pt x="16609" y="9144"/>
                      <a:pt x="16180" y="10108"/>
                    </a:cubicBezTo>
                    <a:cubicBezTo>
                      <a:pt x="15752" y="11109"/>
                      <a:pt x="15073" y="12144"/>
                      <a:pt x="14109" y="13252"/>
                    </a:cubicBezTo>
                    <a:cubicBezTo>
                      <a:pt x="13144" y="14323"/>
                      <a:pt x="11537" y="15859"/>
                      <a:pt x="9251" y="17752"/>
                    </a:cubicBezTo>
                    <a:cubicBezTo>
                      <a:pt x="7358" y="19360"/>
                      <a:pt x="6144" y="20395"/>
                      <a:pt x="5608" y="20967"/>
                    </a:cubicBezTo>
                    <a:cubicBezTo>
                      <a:pt x="5072" y="21538"/>
                      <a:pt x="4643" y="22110"/>
                      <a:pt x="4286" y="22681"/>
                    </a:cubicBezTo>
                    <a:lnTo>
                      <a:pt x="16823" y="22681"/>
                    </a:lnTo>
                    <a:close/>
                  </a:path>
                </a:pathLst>
              </a:custGeom>
              <a:solidFill>
                <a:srgbClr val="000000"/>
              </a:solidFill>
              <a:ln w="3572" cap="flat">
                <a:noFill/>
                <a:prstDash val="solid"/>
                <a:miter/>
              </a:ln>
            </p:spPr>
            <p:txBody>
              <a:bodyPr/>
              <a:lstStyle/>
              <a:p>
                <a:endParaRPr lang="en-US" sz="1701"/>
              </a:p>
            </p:txBody>
          </p:sp>
          <p:sp>
            <p:nvSpPr>
              <p:cNvPr id="12380" name="Freeform: Shape 12379">
                <a:extLst>
                  <a:ext uri="{FF2B5EF4-FFF2-40B4-BE49-F238E27FC236}">
                    <a16:creationId xmlns:a16="http://schemas.microsoft.com/office/drawing/2014/main" id="{62A11F1C-A8BC-876C-9063-198173B61AA3}"/>
                  </a:ext>
                </a:extLst>
              </p:cNvPr>
              <p:cNvSpPr/>
              <p:nvPr/>
            </p:nvSpPr>
            <p:spPr>
              <a:xfrm>
                <a:off x="3075412" y="691258"/>
                <a:ext cx="36839" cy="57070"/>
              </a:xfrm>
              <a:custGeom>
                <a:avLst/>
                <a:gdLst>
                  <a:gd name="csX0" fmla="*/ 0 w 16787"/>
                  <a:gd name="csY0" fmla="*/ 18967 h 26146"/>
                  <a:gd name="csX1" fmla="*/ 3143 w 16787"/>
                  <a:gd name="csY1" fmla="*/ 18538 h 26146"/>
                  <a:gd name="csX2" fmla="*/ 5000 w 16787"/>
                  <a:gd name="csY2" fmla="*/ 22396 h 26146"/>
                  <a:gd name="csX3" fmla="*/ 8180 w 16787"/>
                  <a:gd name="csY3" fmla="*/ 23574 h 26146"/>
                  <a:gd name="csX4" fmla="*/ 11930 w 16787"/>
                  <a:gd name="csY4" fmla="*/ 22039 h 26146"/>
                  <a:gd name="csX5" fmla="*/ 13466 w 16787"/>
                  <a:gd name="csY5" fmla="*/ 18252 h 26146"/>
                  <a:gd name="csX6" fmla="*/ 12073 w 16787"/>
                  <a:gd name="csY6" fmla="*/ 14680 h 26146"/>
                  <a:gd name="csX7" fmla="*/ 8465 w 16787"/>
                  <a:gd name="csY7" fmla="*/ 13287 h 26146"/>
                  <a:gd name="csX8" fmla="*/ 6251 w 16787"/>
                  <a:gd name="csY8" fmla="*/ 13609 h 26146"/>
                  <a:gd name="csX9" fmla="*/ 6608 w 16787"/>
                  <a:gd name="csY9" fmla="*/ 10859 h 26146"/>
                  <a:gd name="csX10" fmla="*/ 7108 w 16787"/>
                  <a:gd name="csY10" fmla="*/ 10894 h 26146"/>
                  <a:gd name="csX11" fmla="*/ 10716 w 16787"/>
                  <a:gd name="csY11" fmla="*/ 9823 h 26146"/>
                  <a:gd name="csX12" fmla="*/ 12323 w 16787"/>
                  <a:gd name="csY12" fmla="*/ 6608 h 26146"/>
                  <a:gd name="csX13" fmla="*/ 11144 w 16787"/>
                  <a:gd name="csY13" fmla="*/ 3751 h 26146"/>
                  <a:gd name="csX14" fmla="*/ 8144 w 16787"/>
                  <a:gd name="csY14" fmla="*/ 2608 h 26146"/>
                  <a:gd name="csX15" fmla="*/ 5108 w 16787"/>
                  <a:gd name="csY15" fmla="*/ 3751 h 26146"/>
                  <a:gd name="csX16" fmla="*/ 3536 w 16787"/>
                  <a:gd name="csY16" fmla="*/ 7180 h 26146"/>
                  <a:gd name="csX17" fmla="*/ 393 w 16787"/>
                  <a:gd name="csY17" fmla="*/ 6608 h 26146"/>
                  <a:gd name="csX18" fmla="*/ 3000 w 16787"/>
                  <a:gd name="csY18" fmla="*/ 1715 h 26146"/>
                  <a:gd name="csX19" fmla="*/ 8072 w 16787"/>
                  <a:gd name="csY19" fmla="*/ 0 h 26146"/>
                  <a:gd name="csX20" fmla="*/ 11930 w 16787"/>
                  <a:gd name="csY20" fmla="*/ 893 h 26146"/>
                  <a:gd name="csX21" fmla="*/ 14609 w 16787"/>
                  <a:gd name="csY21" fmla="*/ 3358 h 26146"/>
                  <a:gd name="csX22" fmla="*/ 15538 w 16787"/>
                  <a:gd name="csY22" fmla="*/ 6644 h 26146"/>
                  <a:gd name="csX23" fmla="*/ 14645 w 16787"/>
                  <a:gd name="csY23" fmla="*/ 9644 h 26146"/>
                  <a:gd name="csX24" fmla="*/ 12001 w 16787"/>
                  <a:gd name="csY24" fmla="*/ 11823 h 26146"/>
                  <a:gd name="csX25" fmla="*/ 15538 w 16787"/>
                  <a:gd name="csY25" fmla="*/ 14002 h 26146"/>
                  <a:gd name="csX26" fmla="*/ 16788 w 16787"/>
                  <a:gd name="csY26" fmla="*/ 18145 h 26146"/>
                  <a:gd name="csX27" fmla="*/ 14323 w 16787"/>
                  <a:gd name="csY27" fmla="*/ 23824 h 26146"/>
                  <a:gd name="csX28" fmla="*/ 8144 w 16787"/>
                  <a:gd name="csY28" fmla="*/ 26146 h 26146"/>
                  <a:gd name="csX29" fmla="*/ 2536 w 16787"/>
                  <a:gd name="csY29" fmla="*/ 24146 h 26146"/>
                  <a:gd name="csX30" fmla="*/ 0 w 16787"/>
                  <a:gd name="csY30" fmla="*/ 18931 h 26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787" h="26146">
                    <a:moveTo>
                      <a:pt x="0" y="18967"/>
                    </a:moveTo>
                    <a:lnTo>
                      <a:pt x="3143" y="18538"/>
                    </a:lnTo>
                    <a:cubicBezTo>
                      <a:pt x="3500" y="20324"/>
                      <a:pt x="4108" y="21610"/>
                      <a:pt x="5000" y="22396"/>
                    </a:cubicBezTo>
                    <a:cubicBezTo>
                      <a:pt x="5893" y="23182"/>
                      <a:pt x="6929" y="23574"/>
                      <a:pt x="8180" y="23574"/>
                    </a:cubicBezTo>
                    <a:cubicBezTo>
                      <a:pt x="9644" y="23574"/>
                      <a:pt x="10894" y="23074"/>
                      <a:pt x="11930" y="22039"/>
                    </a:cubicBezTo>
                    <a:cubicBezTo>
                      <a:pt x="12966" y="21003"/>
                      <a:pt x="13466" y="19752"/>
                      <a:pt x="13466" y="18252"/>
                    </a:cubicBezTo>
                    <a:cubicBezTo>
                      <a:pt x="13466" y="16752"/>
                      <a:pt x="13002" y="15609"/>
                      <a:pt x="12073" y="14680"/>
                    </a:cubicBezTo>
                    <a:cubicBezTo>
                      <a:pt x="11108" y="13752"/>
                      <a:pt x="9930" y="13287"/>
                      <a:pt x="8465" y="13287"/>
                    </a:cubicBezTo>
                    <a:cubicBezTo>
                      <a:pt x="7894" y="13287"/>
                      <a:pt x="7144" y="13395"/>
                      <a:pt x="6251" y="13609"/>
                    </a:cubicBezTo>
                    <a:lnTo>
                      <a:pt x="6608" y="10859"/>
                    </a:lnTo>
                    <a:cubicBezTo>
                      <a:pt x="6822" y="10859"/>
                      <a:pt x="7001" y="10894"/>
                      <a:pt x="7108" y="10894"/>
                    </a:cubicBezTo>
                    <a:cubicBezTo>
                      <a:pt x="8465" y="10894"/>
                      <a:pt x="9644" y="10537"/>
                      <a:pt x="10716" y="9823"/>
                    </a:cubicBezTo>
                    <a:cubicBezTo>
                      <a:pt x="11787" y="9108"/>
                      <a:pt x="12323" y="8037"/>
                      <a:pt x="12323" y="6608"/>
                    </a:cubicBezTo>
                    <a:cubicBezTo>
                      <a:pt x="12323" y="5465"/>
                      <a:pt x="11930" y="4501"/>
                      <a:pt x="11144" y="3751"/>
                    </a:cubicBezTo>
                    <a:cubicBezTo>
                      <a:pt x="10394" y="3000"/>
                      <a:pt x="9358" y="2608"/>
                      <a:pt x="8144" y="2608"/>
                    </a:cubicBezTo>
                    <a:cubicBezTo>
                      <a:pt x="6929" y="2608"/>
                      <a:pt x="5929" y="3000"/>
                      <a:pt x="5108" y="3751"/>
                    </a:cubicBezTo>
                    <a:cubicBezTo>
                      <a:pt x="4286" y="4501"/>
                      <a:pt x="3750" y="5679"/>
                      <a:pt x="3536" y="7180"/>
                    </a:cubicBezTo>
                    <a:lnTo>
                      <a:pt x="393" y="6608"/>
                    </a:lnTo>
                    <a:cubicBezTo>
                      <a:pt x="786" y="4501"/>
                      <a:pt x="1643" y="2858"/>
                      <a:pt x="3000" y="1715"/>
                    </a:cubicBezTo>
                    <a:cubicBezTo>
                      <a:pt x="4358" y="572"/>
                      <a:pt x="6036" y="0"/>
                      <a:pt x="8072" y="0"/>
                    </a:cubicBezTo>
                    <a:cubicBezTo>
                      <a:pt x="9465" y="0"/>
                      <a:pt x="10751" y="286"/>
                      <a:pt x="11930" y="893"/>
                    </a:cubicBezTo>
                    <a:cubicBezTo>
                      <a:pt x="13109" y="1500"/>
                      <a:pt x="14002" y="2322"/>
                      <a:pt x="14609" y="3358"/>
                    </a:cubicBezTo>
                    <a:cubicBezTo>
                      <a:pt x="15216" y="4393"/>
                      <a:pt x="15538" y="5501"/>
                      <a:pt x="15538" y="6644"/>
                    </a:cubicBezTo>
                    <a:cubicBezTo>
                      <a:pt x="15538" y="7787"/>
                      <a:pt x="15216" y="8751"/>
                      <a:pt x="14645" y="9644"/>
                    </a:cubicBezTo>
                    <a:cubicBezTo>
                      <a:pt x="14037" y="10573"/>
                      <a:pt x="13180" y="11287"/>
                      <a:pt x="12001" y="11823"/>
                    </a:cubicBezTo>
                    <a:cubicBezTo>
                      <a:pt x="13502" y="12144"/>
                      <a:pt x="14680" y="12895"/>
                      <a:pt x="15538" y="14002"/>
                    </a:cubicBezTo>
                    <a:cubicBezTo>
                      <a:pt x="16359" y="15109"/>
                      <a:pt x="16788" y="16466"/>
                      <a:pt x="16788" y="18145"/>
                    </a:cubicBezTo>
                    <a:cubicBezTo>
                      <a:pt x="16788" y="20360"/>
                      <a:pt x="15966" y="22253"/>
                      <a:pt x="14323" y="23824"/>
                    </a:cubicBezTo>
                    <a:cubicBezTo>
                      <a:pt x="12716" y="25360"/>
                      <a:pt x="10644" y="26146"/>
                      <a:pt x="8144" y="26146"/>
                    </a:cubicBezTo>
                    <a:cubicBezTo>
                      <a:pt x="5893" y="26146"/>
                      <a:pt x="4036" y="25503"/>
                      <a:pt x="2536" y="24146"/>
                    </a:cubicBezTo>
                    <a:cubicBezTo>
                      <a:pt x="1072" y="22789"/>
                      <a:pt x="214" y="21074"/>
                      <a:pt x="0" y="18931"/>
                    </a:cubicBezTo>
                    <a:close/>
                  </a:path>
                </a:pathLst>
              </a:custGeom>
              <a:solidFill>
                <a:srgbClr val="000000"/>
              </a:solidFill>
              <a:ln w="3572" cap="flat">
                <a:noFill/>
                <a:prstDash val="solid"/>
                <a:miter/>
              </a:ln>
            </p:spPr>
            <p:txBody>
              <a:bodyPr/>
              <a:lstStyle/>
              <a:p>
                <a:endParaRPr lang="en-US" sz="1701"/>
              </a:p>
            </p:txBody>
          </p:sp>
          <p:sp>
            <p:nvSpPr>
              <p:cNvPr id="12382" name="Freeform: Shape 12381">
                <a:extLst>
                  <a:ext uri="{FF2B5EF4-FFF2-40B4-BE49-F238E27FC236}">
                    <a16:creationId xmlns:a16="http://schemas.microsoft.com/office/drawing/2014/main" id="{03CF90CA-9A66-5E72-818D-8F406F939B5B}"/>
                  </a:ext>
                </a:extLst>
              </p:cNvPr>
              <p:cNvSpPr/>
              <p:nvPr/>
            </p:nvSpPr>
            <p:spPr>
              <a:xfrm>
                <a:off x="3037084" y="772264"/>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5"/>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383" name="Freeform: Shape 12382">
                <a:extLst>
                  <a:ext uri="{FF2B5EF4-FFF2-40B4-BE49-F238E27FC236}">
                    <a16:creationId xmlns:a16="http://schemas.microsoft.com/office/drawing/2014/main" id="{A609355C-3E32-1626-9061-60AA6EE6E883}"/>
                  </a:ext>
                </a:extLst>
              </p:cNvPr>
              <p:cNvSpPr/>
              <p:nvPr/>
            </p:nvSpPr>
            <p:spPr>
              <a:xfrm>
                <a:off x="3075022" y="772109"/>
                <a:ext cx="37152" cy="56992"/>
              </a:xfrm>
              <a:custGeom>
                <a:avLst/>
                <a:gdLst>
                  <a:gd name="csX0" fmla="*/ 16466 w 16930"/>
                  <a:gd name="csY0" fmla="*/ 6394 h 26110"/>
                  <a:gd name="csX1" fmla="*/ 13323 w 16930"/>
                  <a:gd name="csY1" fmla="*/ 6644 h 26110"/>
                  <a:gd name="csX2" fmla="*/ 12144 w 16930"/>
                  <a:gd name="csY2" fmla="*/ 3965 h 26110"/>
                  <a:gd name="csX3" fmla="*/ 9001 w 16930"/>
                  <a:gd name="csY3" fmla="*/ 2608 h 26110"/>
                  <a:gd name="csX4" fmla="*/ 6358 w 16930"/>
                  <a:gd name="csY4" fmla="*/ 3429 h 26110"/>
                  <a:gd name="csX5" fmla="*/ 4036 w 16930"/>
                  <a:gd name="csY5" fmla="*/ 6572 h 26110"/>
                  <a:gd name="csX6" fmla="*/ 3143 w 16930"/>
                  <a:gd name="csY6" fmla="*/ 12502 h 26110"/>
                  <a:gd name="csX7" fmla="*/ 5929 w 16930"/>
                  <a:gd name="csY7" fmla="*/ 9930 h 26110"/>
                  <a:gd name="csX8" fmla="*/ 9358 w 16930"/>
                  <a:gd name="csY8" fmla="*/ 9108 h 26110"/>
                  <a:gd name="csX9" fmla="*/ 14716 w 16930"/>
                  <a:gd name="csY9" fmla="*/ 11430 h 26110"/>
                  <a:gd name="csX10" fmla="*/ 16931 w 16930"/>
                  <a:gd name="csY10" fmla="*/ 17395 h 26110"/>
                  <a:gd name="csX11" fmla="*/ 15895 w 16930"/>
                  <a:gd name="csY11" fmla="*/ 21860 h 26110"/>
                  <a:gd name="csX12" fmla="*/ 13037 w 16930"/>
                  <a:gd name="csY12" fmla="*/ 25003 h 26110"/>
                  <a:gd name="csX13" fmla="*/ 8894 w 16930"/>
                  <a:gd name="csY13" fmla="*/ 26110 h 26110"/>
                  <a:gd name="csX14" fmla="*/ 2500 w 16930"/>
                  <a:gd name="csY14" fmla="*/ 23217 h 26110"/>
                  <a:gd name="csX15" fmla="*/ 0 w 16930"/>
                  <a:gd name="csY15" fmla="*/ 13716 h 26110"/>
                  <a:gd name="csX16" fmla="*/ 2750 w 16930"/>
                  <a:gd name="csY16" fmla="*/ 2929 h 26110"/>
                  <a:gd name="csX17" fmla="*/ 9180 w 16930"/>
                  <a:gd name="csY17" fmla="*/ 0 h 26110"/>
                  <a:gd name="csX18" fmla="*/ 14109 w 16930"/>
                  <a:gd name="csY18" fmla="*/ 1679 h 26110"/>
                  <a:gd name="csX19" fmla="*/ 16431 w 16930"/>
                  <a:gd name="csY19" fmla="*/ 6358 h 26110"/>
                  <a:gd name="csX20" fmla="*/ 3643 w 16930"/>
                  <a:gd name="csY20" fmla="*/ 17431 h 26110"/>
                  <a:gd name="csX21" fmla="*/ 4322 w 16930"/>
                  <a:gd name="csY21" fmla="*/ 20538 h 26110"/>
                  <a:gd name="csX22" fmla="*/ 6251 w 16930"/>
                  <a:gd name="csY22" fmla="*/ 22789 h 26110"/>
                  <a:gd name="csX23" fmla="*/ 8858 w 16930"/>
                  <a:gd name="csY23" fmla="*/ 23539 h 26110"/>
                  <a:gd name="csX24" fmla="*/ 12287 w 16930"/>
                  <a:gd name="csY24" fmla="*/ 21931 h 26110"/>
                  <a:gd name="csX25" fmla="*/ 13716 w 16930"/>
                  <a:gd name="csY25" fmla="*/ 17574 h 26110"/>
                  <a:gd name="csX26" fmla="*/ 12323 w 16930"/>
                  <a:gd name="csY26" fmla="*/ 13395 h 26110"/>
                  <a:gd name="csX27" fmla="*/ 8751 w 16930"/>
                  <a:gd name="csY27" fmla="*/ 11859 h 26110"/>
                  <a:gd name="csX28" fmla="*/ 5144 w 16930"/>
                  <a:gd name="csY28" fmla="*/ 13395 h 26110"/>
                  <a:gd name="csX29" fmla="*/ 3679 w 16930"/>
                  <a:gd name="csY29" fmla="*/ 17395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6930" h="26110">
                    <a:moveTo>
                      <a:pt x="16466" y="6394"/>
                    </a:moveTo>
                    <a:lnTo>
                      <a:pt x="13323" y="6644"/>
                    </a:lnTo>
                    <a:cubicBezTo>
                      <a:pt x="13037" y="5394"/>
                      <a:pt x="12644" y="4501"/>
                      <a:pt x="12144" y="3965"/>
                    </a:cubicBezTo>
                    <a:cubicBezTo>
                      <a:pt x="11287" y="3072"/>
                      <a:pt x="10251" y="2608"/>
                      <a:pt x="9001" y="2608"/>
                    </a:cubicBezTo>
                    <a:cubicBezTo>
                      <a:pt x="8001" y="2608"/>
                      <a:pt x="7108" y="2893"/>
                      <a:pt x="6358" y="3429"/>
                    </a:cubicBezTo>
                    <a:cubicBezTo>
                      <a:pt x="5358" y="4143"/>
                      <a:pt x="4608" y="5215"/>
                      <a:pt x="4036" y="6572"/>
                    </a:cubicBezTo>
                    <a:cubicBezTo>
                      <a:pt x="3465" y="7965"/>
                      <a:pt x="3179" y="9930"/>
                      <a:pt x="3143" y="12502"/>
                    </a:cubicBezTo>
                    <a:cubicBezTo>
                      <a:pt x="3893" y="11359"/>
                      <a:pt x="4822" y="10501"/>
                      <a:pt x="5929" y="9930"/>
                    </a:cubicBezTo>
                    <a:cubicBezTo>
                      <a:pt x="7001" y="9358"/>
                      <a:pt x="8144" y="9108"/>
                      <a:pt x="9358" y="9108"/>
                    </a:cubicBezTo>
                    <a:cubicBezTo>
                      <a:pt x="11466" y="9108"/>
                      <a:pt x="13252" y="9858"/>
                      <a:pt x="14716" y="11430"/>
                    </a:cubicBezTo>
                    <a:cubicBezTo>
                      <a:pt x="16180" y="12966"/>
                      <a:pt x="16931" y="14966"/>
                      <a:pt x="16931" y="17395"/>
                    </a:cubicBezTo>
                    <a:cubicBezTo>
                      <a:pt x="16931" y="19002"/>
                      <a:pt x="16573" y="20503"/>
                      <a:pt x="15895" y="21860"/>
                    </a:cubicBezTo>
                    <a:cubicBezTo>
                      <a:pt x="15180" y="23217"/>
                      <a:pt x="14252" y="24289"/>
                      <a:pt x="13037" y="25003"/>
                    </a:cubicBezTo>
                    <a:cubicBezTo>
                      <a:pt x="11823" y="25753"/>
                      <a:pt x="10430" y="26110"/>
                      <a:pt x="8894" y="26110"/>
                    </a:cubicBezTo>
                    <a:cubicBezTo>
                      <a:pt x="6287" y="26110"/>
                      <a:pt x="4143" y="25146"/>
                      <a:pt x="2500" y="23217"/>
                    </a:cubicBezTo>
                    <a:cubicBezTo>
                      <a:pt x="857" y="21288"/>
                      <a:pt x="0" y="18109"/>
                      <a:pt x="0" y="13716"/>
                    </a:cubicBezTo>
                    <a:cubicBezTo>
                      <a:pt x="0" y="8787"/>
                      <a:pt x="929" y="5179"/>
                      <a:pt x="2750" y="2929"/>
                    </a:cubicBezTo>
                    <a:cubicBezTo>
                      <a:pt x="4358" y="964"/>
                      <a:pt x="6501" y="0"/>
                      <a:pt x="9180" y="0"/>
                    </a:cubicBezTo>
                    <a:cubicBezTo>
                      <a:pt x="11180" y="0"/>
                      <a:pt x="12823" y="572"/>
                      <a:pt x="14109" y="1679"/>
                    </a:cubicBezTo>
                    <a:cubicBezTo>
                      <a:pt x="15395" y="2822"/>
                      <a:pt x="16145" y="4358"/>
                      <a:pt x="16431" y="6358"/>
                    </a:cubicBezTo>
                    <a:moveTo>
                      <a:pt x="3643" y="17431"/>
                    </a:moveTo>
                    <a:cubicBezTo>
                      <a:pt x="3643" y="18502"/>
                      <a:pt x="3857" y="19538"/>
                      <a:pt x="4322" y="20538"/>
                    </a:cubicBezTo>
                    <a:cubicBezTo>
                      <a:pt x="4786" y="21538"/>
                      <a:pt x="5429" y="22289"/>
                      <a:pt x="6251" y="22789"/>
                    </a:cubicBezTo>
                    <a:cubicBezTo>
                      <a:pt x="7072" y="23289"/>
                      <a:pt x="7965" y="23539"/>
                      <a:pt x="8858" y="23539"/>
                    </a:cubicBezTo>
                    <a:cubicBezTo>
                      <a:pt x="10180" y="23539"/>
                      <a:pt x="11323" y="23003"/>
                      <a:pt x="12287" y="21931"/>
                    </a:cubicBezTo>
                    <a:cubicBezTo>
                      <a:pt x="13252" y="20860"/>
                      <a:pt x="13716" y="19395"/>
                      <a:pt x="13716" y="17574"/>
                    </a:cubicBezTo>
                    <a:cubicBezTo>
                      <a:pt x="13716" y="15752"/>
                      <a:pt x="13252" y="14395"/>
                      <a:pt x="12323" y="13395"/>
                    </a:cubicBezTo>
                    <a:cubicBezTo>
                      <a:pt x="11394" y="12359"/>
                      <a:pt x="10180" y="11859"/>
                      <a:pt x="8751" y="11859"/>
                    </a:cubicBezTo>
                    <a:cubicBezTo>
                      <a:pt x="7322" y="11859"/>
                      <a:pt x="6144" y="12359"/>
                      <a:pt x="5144" y="13395"/>
                    </a:cubicBezTo>
                    <a:cubicBezTo>
                      <a:pt x="4143" y="14430"/>
                      <a:pt x="3679" y="15752"/>
                      <a:pt x="3679" y="17395"/>
                    </a:cubicBezTo>
                    <a:close/>
                  </a:path>
                </a:pathLst>
              </a:custGeom>
              <a:solidFill>
                <a:srgbClr val="000000"/>
              </a:solidFill>
              <a:ln w="3572" cap="flat">
                <a:noFill/>
                <a:prstDash val="solid"/>
                <a:miter/>
              </a:ln>
            </p:spPr>
            <p:txBody>
              <a:bodyPr/>
              <a:lstStyle/>
              <a:p>
                <a:endParaRPr lang="en-US" sz="1701"/>
              </a:p>
            </p:txBody>
          </p:sp>
          <p:sp>
            <p:nvSpPr>
              <p:cNvPr id="12384" name="Freeform: Shape 12383">
                <a:extLst>
                  <a:ext uri="{FF2B5EF4-FFF2-40B4-BE49-F238E27FC236}">
                    <a16:creationId xmlns:a16="http://schemas.microsoft.com/office/drawing/2014/main" id="{BF86040B-0FC0-FB5B-3418-E003856FAE2A}"/>
                  </a:ext>
                </a:extLst>
              </p:cNvPr>
              <p:cNvSpPr/>
              <p:nvPr/>
            </p:nvSpPr>
            <p:spPr>
              <a:xfrm>
                <a:off x="3075256" y="853192"/>
                <a:ext cx="36918" cy="56992"/>
              </a:xfrm>
              <a:custGeom>
                <a:avLst/>
                <a:gdLst>
                  <a:gd name="csX0" fmla="*/ 464 w 16823"/>
                  <a:gd name="csY0" fmla="*/ 19717 h 26110"/>
                  <a:gd name="csX1" fmla="*/ 3465 w 16823"/>
                  <a:gd name="csY1" fmla="*/ 19431 h 26110"/>
                  <a:gd name="csX2" fmla="*/ 4929 w 16823"/>
                  <a:gd name="csY2" fmla="*/ 22539 h 26110"/>
                  <a:gd name="csX3" fmla="*/ 7715 w 16823"/>
                  <a:gd name="csY3" fmla="*/ 23503 h 26110"/>
                  <a:gd name="csX4" fmla="*/ 10251 w 16823"/>
                  <a:gd name="csY4" fmla="*/ 22860 h 26110"/>
                  <a:gd name="csX5" fmla="*/ 12037 w 16823"/>
                  <a:gd name="csY5" fmla="*/ 21074 h 26110"/>
                  <a:gd name="csX6" fmla="*/ 13216 w 16823"/>
                  <a:gd name="csY6" fmla="*/ 18074 h 26110"/>
                  <a:gd name="csX7" fmla="*/ 13680 w 16823"/>
                  <a:gd name="csY7" fmla="*/ 14216 h 26110"/>
                  <a:gd name="csX8" fmla="*/ 13680 w 16823"/>
                  <a:gd name="csY8" fmla="*/ 13609 h 26110"/>
                  <a:gd name="csX9" fmla="*/ 11108 w 16823"/>
                  <a:gd name="csY9" fmla="*/ 16038 h 26110"/>
                  <a:gd name="csX10" fmla="*/ 7572 w 16823"/>
                  <a:gd name="csY10" fmla="*/ 16966 h 26110"/>
                  <a:gd name="csX11" fmla="*/ 2215 w 16823"/>
                  <a:gd name="csY11" fmla="*/ 14680 h 26110"/>
                  <a:gd name="csX12" fmla="*/ 0 w 16823"/>
                  <a:gd name="csY12" fmla="*/ 8608 h 26110"/>
                  <a:gd name="csX13" fmla="*/ 2286 w 16823"/>
                  <a:gd name="csY13" fmla="*/ 2357 h 26110"/>
                  <a:gd name="csX14" fmla="*/ 8037 w 16823"/>
                  <a:gd name="csY14" fmla="*/ 0 h 26110"/>
                  <a:gd name="csX15" fmla="*/ 12609 w 16823"/>
                  <a:gd name="csY15" fmla="*/ 1357 h 26110"/>
                  <a:gd name="csX16" fmla="*/ 15752 w 16823"/>
                  <a:gd name="csY16" fmla="*/ 5179 h 26110"/>
                  <a:gd name="csX17" fmla="*/ 16824 w 16823"/>
                  <a:gd name="csY17" fmla="*/ 12359 h 26110"/>
                  <a:gd name="csX18" fmla="*/ 15752 w 16823"/>
                  <a:gd name="csY18" fmla="*/ 20181 h 26110"/>
                  <a:gd name="csX19" fmla="*/ 12573 w 16823"/>
                  <a:gd name="csY19" fmla="*/ 24574 h 26110"/>
                  <a:gd name="csX20" fmla="*/ 7644 w 16823"/>
                  <a:gd name="csY20" fmla="*/ 26110 h 26110"/>
                  <a:gd name="csX21" fmla="*/ 2750 w 16823"/>
                  <a:gd name="csY21" fmla="*/ 24467 h 26110"/>
                  <a:gd name="csX22" fmla="*/ 464 w 16823"/>
                  <a:gd name="csY22" fmla="*/ 19788 h 26110"/>
                  <a:gd name="csX23" fmla="*/ 13323 w 16823"/>
                  <a:gd name="csY23" fmla="*/ 8430 h 26110"/>
                  <a:gd name="csX24" fmla="*/ 11894 w 16823"/>
                  <a:gd name="csY24" fmla="*/ 4143 h 26110"/>
                  <a:gd name="csX25" fmla="*/ 8430 w 16823"/>
                  <a:gd name="csY25" fmla="*/ 2536 h 26110"/>
                  <a:gd name="csX26" fmla="*/ 4786 w 16823"/>
                  <a:gd name="csY26" fmla="*/ 4251 h 26110"/>
                  <a:gd name="csX27" fmla="*/ 3251 w 16823"/>
                  <a:gd name="csY27" fmla="*/ 8680 h 26110"/>
                  <a:gd name="csX28" fmla="*/ 4715 w 16823"/>
                  <a:gd name="csY28" fmla="*/ 12644 h 26110"/>
                  <a:gd name="csX29" fmla="*/ 8358 w 16823"/>
                  <a:gd name="csY29" fmla="*/ 14180 h 26110"/>
                  <a:gd name="csX30" fmla="*/ 11930 w 16823"/>
                  <a:gd name="csY30" fmla="*/ 12644 h 26110"/>
                  <a:gd name="csX31" fmla="*/ 13323 w 16823"/>
                  <a:gd name="csY31" fmla="*/ 8430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6823" h="26110">
                    <a:moveTo>
                      <a:pt x="464" y="19717"/>
                    </a:moveTo>
                    <a:lnTo>
                      <a:pt x="3465" y="19431"/>
                    </a:lnTo>
                    <a:cubicBezTo>
                      <a:pt x="3715" y="20860"/>
                      <a:pt x="4215" y="21896"/>
                      <a:pt x="4929" y="22539"/>
                    </a:cubicBezTo>
                    <a:cubicBezTo>
                      <a:pt x="5644" y="23181"/>
                      <a:pt x="6572" y="23503"/>
                      <a:pt x="7715" y="23503"/>
                    </a:cubicBezTo>
                    <a:cubicBezTo>
                      <a:pt x="8680" y="23503"/>
                      <a:pt x="9537" y="23289"/>
                      <a:pt x="10251" y="22860"/>
                    </a:cubicBezTo>
                    <a:cubicBezTo>
                      <a:pt x="10966" y="22431"/>
                      <a:pt x="11573" y="21824"/>
                      <a:pt x="12037" y="21074"/>
                    </a:cubicBezTo>
                    <a:cubicBezTo>
                      <a:pt x="12502" y="20324"/>
                      <a:pt x="12894" y="19360"/>
                      <a:pt x="13216" y="18074"/>
                    </a:cubicBezTo>
                    <a:cubicBezTo>
                      <a:pt x="13538" y="16824"/>
                      <a:pt x="13680" y="15538"/>
                      <a:pt x="13680" y="14216"/>
                    </a:cubicBezTo>
                    <a:cubicBezTo>
                      <a:pt x="13680" y="14073"/>
                      <a:pt x="13680" y="13895"/>
                      <a:pt x="13680" y="13609"/>
                    </a:cubicBezTo>
                    <a:cubicBezTo>
                      <a:pt x="13037" y="14609"/>
                      <a:pt x="12216" y="15395"/>
                      <a:pt x="11108" y="16038"/>
                    </a:cubicBezTo>
                    <a:cubicBezTo>
                      <a:pt x="10037" y="16645"/>
                      <a:pt x="8858" y="16966"/>
                      <a:pt x="7572" y="16966"/>
                    </a:cubicBezTo>
                    <a:cubicBezTo>
                      <a:pt x="5465" y="16966"/>
                      <a:pt x="3679" y="16216"/>
                      <a:pt x="2215" y="14680"/>
                    </a:cubicBezTo>
                    <a:cubicBezTo>
                      <a:pt x="750" y="13144"/>
                      <a:pt x="0" y="11108"/>
                      <a:pt x="0" y="8608"/>
                    </a:cubicBezTo>
                    <a:cubicBezTo>
                      <a:pt x="0" y="6108"/>
                      <a:pt x="750" y="3929"/>
                      <a:pt x="2286" y="2357"/>
                    </a:cubicBezTo>
                    <a:cubicBezTo>
                      <a:pt x="3822" y="786"/>
                      <a:pt x="5715" y="0"/>
                      <a:pt x="8037" y="0"/>
                    </a:cubicBezTo>
                    <a:cubicBezTo>
                      <a:pt x="9716" y="0"/>
                      <a:pt x="11216" y="429"/>
                      <a:pt x="12609" y="1357"/>
                    </a:cubicBezTo>
                    <a:cubicBezTo>
                      <a:pt x="14002" y="2250"/>
                      <a:pt x="15038" y="3536"/>
                      <a:pt x="15752" y="5179"/>
                    </a:cubicBezTo>
                    <a:cubicBezTo>
                      <a:pt x="16466" y="6822"/>
                      <a:pt x="16824" y="9215"/>
                      <a:pt x="16824" y="12359"/>
                    </a:cubicBezTo>
                    <a:cubicBezTo>
                      <a:pt x="16824" y="15502"/>
                      <a:pt x="16466" y="18216"/>
                      <a:pt x="15752" y="20181"/>
                    </a:cubicBezTo>
                    <a:cubicBezTo>
                      <a:pt x="15038" y="22110"/>
                      <a:pt x="14002" y="23574"/>
                      <a:pt x="12573" y="24574"/>
                    </a:cubicBezTo>
                    <a:cubicBezTo>
                      <a:pt x="11180" y="25610"/>
                      <a:pt x="9537" y="26110"/>
                      <a:pt x="7644" y="26110"/>
                    </a:cubicBezTo>
                    <a:cubicBezTo>
                      <a:pt x="5644" y="26110"/>
                      <a:pt x="4000" y="25539"/>
                      <a:pt x="2750" y="24467"/>
                    </a:cubicBezTo>
                    <a:cubicBezTo>
                      <a:pt x="1465" y="23360"/>
                      <a:pt x="714" y="21788"/>
                      <a:pt x="464" y="19788"/>
                    </a:cubicBezTo>
                    <a:moveTo>
                      <a:pt x="13323" y="8430"/>
                    </a:moveTo>
                    <a:cubicBezTo>
                      <a:pt x="13323" y="6608"/>
                      <a:pt x="12859" y="5179"/>
                      <a:pt x="11894" y="4143"/>
                    </a:cubicBezTo>
                    <a:cubicBezTo>
                      <a:pt x="10930" y="3072"/>
                      <a:pt x="9787" y="2536"/>
                      <a:pt x="8430" y="2536"/>
                    </a:cubicBezTo>
                    <a:cubicBezTo>
                      <a:pt x="7072" y="2536"/>
                      <a:pt x="5822" y="3108"/>
                      <a:pt x="4786" y="4251"/>
                    </a:cubicBezTo>
                    <a:cubicBezTo>
                      <a:pt x="3750" y="5393"/>
                      <a:pt x="3251" y="6858"/>
                      <a:pt x="3251" y="8680"/>
                    </a:cubicBezTo>
                    <a:cubicBezTo>
                      <a:pt x="3251" y="10323"/>
                      <a:pt x="3750" y="11644"/>
                      <a:pt x="4715" y="12644"/>
                    </a:cubicBezTo>
                    <a:cubicBezTo>
                      <a:pt x="5715" y="13680"/>
                      <a:pt x="6894" y="14180"/>
                      <a:pt x="8358" y="14180"/>
                    </a:cubicBezTo>
                    <a:cubicBezTo>
                      <a:pt x="9823" y="14180"/>
                      <a:pt x="11001" y="13680"/>
                      <a:pt x="11930" y="12644"/>
                    </a:cubicBezTo>
                    <a:cubicBezTo>
                      <a:pt x="12859" y="11609"/>
                      <a:pt x="13323" y="10216"/>
                      <a:pt x="13323" y="8430"/>
                    </a:cubicBezTo>
                    <a:close/>
                  </a:path>
                </a:pathLst>
              </a:custGeom>
              <a:solidFill>
                <a:srgbClr val="000000"/>
              </a:solidFill>
              <a:ln w="3572" cap="flat">
                <a:noFill/>
                <a:prstDash val="solid"/>
                <a:miter/>
              </a:ln>
            </p:spPr>
            <p:txBody>
              <a:bodyPr/>
              <a:lstStyle/>
              <a:p>
                <a:endParaRPr lang="en-US" sz="1701"/>
              </a:p>
            </p:txBody>
          </p:sp>
          <p:sp>
            <p:nvSpPr>
              <p:cNvPr id="12386" name="Freeform: Shape 12385">
                <a:extLst>
                  <a:ext uri="{FF2B5EF4-FFF2-40B4-BE49-F238E27FC236}">
                    <a16:creationId xmlns:a16="http://schemas.microsoft.com/office/drawing/2014/main" id="{502A736D-6E3D-1F86-505E-4A57B1245F19}"/>
                  </a:ext>
                </a:extLst>
              </p:cNvPr>
              <p:cNvSpPr/>
              <p:nvPr/>
            </p:nvSpPr>
            <p:spPr>
              <a:xfrm>
                <a:off x="3037005" y="934043"/>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5"/>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387" name="Freeform: Shape 12386">
                <a:extLst>
                  <a:ext uri="{FF2B5EF4-FFF2-40B4-BE49-F238E27FC236}">
                    <a16:creationId xmlns:a16="http://schemas.microsoft.com/office/drawing/2014/main" id="{9D70CCE0-78DB-5883-A10D-7BF3428FB64E}"/>
                  </a:ext>
                </a:extLst>
              </p:cNvPr>
              <p:cNvSpPr/>
              <p:nvPr/>
            </p:nvSpPr>
            <p:spPr>
              <a:xfrm>
                <a:off x="3075726" y="934901"/>
                <a:ext cx="36448" cy="55042"/>
              </a:xfrm>
              <a:custGeom>
                <a:avLst/>
                <a:gdLst>
                  <a:gd name="csX0" fmla="*/ 36 w 16609"/>
                  <a:gd name="csY0" fmla="*/ 3036 h 25217"/>
                  <a:gd name="csX1" fmla="*/ 36 w 16609"/>
                  <a:gd name="csY1" fmla="*/ 0 h 25217"/>
                  <a:gd name="csX2" fmla="*/ 16609 w 16609"/>
                  <a:gd name="csY2" fmla="*/ 0 h 25217"/>
                  <a:gd name="csX3" fmla="*/ 16609 w 16609"/>
                  <a:gd name="csY3" fmla="*/ 2429 h 25217"/>
                  <a:gd name="csX4" fmla="*/ 11752 w 16609"/>
                  <a:gd name="csY4" fmla="*/ 9323 h 25217"/>
                  <a:gd name="csX5" fmla="*/ 8037 w 16609"/>
                  <a:gd name="csY5" fmla="*/ 18181 h 25217"/>
                  <a:gd name="csX6" fmla="*/ 6822 w 16609"/>
                  <a:gd name="csY6" fmla="*/ 25217 h 25217"/>
                  <a:gd name="csX7" fmla="*/ 3608 w 16609"/>
                  <a:gd name="csY7" fmla="*/ 25217 h 25217"/>
                  <a:gd name="csX8" fmla="*/ 4786 w 16609"/>
                  <a:gd name="csY8" fmla="*/ 17931 h 25217"/>
                  <a:gd name="csX9" fmla="*/ 8037 w 16609"/>
                  <a:gd name="csY9" fmla="*/ 9680 h 25217"/>
                  <a:gd name="csX10" fmla="*/ 12537 w 16609"/>
                  <a:gd name="csY10" fmla="*/ 3000 h 25217"/>
                  <a:gd name="csX11" fmla="*/ 0 w 16609"/>
                  <a:gd name="csY11" fmla="*/ 3000 h 25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6609" h="25217">
                    <a:moveTo>
                      <a:pt x="36" y="3036"/>
                    </a:moveTo>
                    <a:lnTo>
                      <a:pt x="36" y="0"/>
                    </a:lnTo>
                    <a:lnTo>
                      <a:pt x="16609" y="0"/>
                    </a:lnTo>
                    <a:lnTo>
                      <a:pt x="16609" y="2429"/>
                    </a:lnTo>
                    <a:cubicBezTo>
                      <a:pt x="14966" y="4143"/>
                      <a:pt x="13359" y="6465"/>
                      <a:pt x="11752" y="9323"/>
                    </a:cubicBezTo>
                    <a:cubicBezTo>
                      <a:pt x="10144" y="12180"/>
                      <a:pt x="8930" y="15145"/>
                      <a:pt x="8037" y="18181"/>
                    </a:cubicBezTo>
                    <a:cubicBezTo>
                      <a:pt x="7394" y="20324"/>
                      <a:pt x="7001" y="22681"/>
                      <a:pt x="6822" y="25217"/>
                    </a:cubicBezTo>
                    <a:lnTo>
                      <a:pt x="3608" y="25217"/>
                    </a:lnTo>
                    <a:cubicBezTo>
                      <a:pt x="3608" y="23217"/>
                      <a:pt x="4036" y="20788"/>
                      <a:pt x="4786" y="17931"/>
                    </a:cubicBezTo>
                    <a:cubicBezTo>
                      <a:pt x="5536" y="15073"/>
                      <a:pt x="6644" y="12323"/>
                      <a:pt x="8037" y="9680"/>
                    </a:cubicBezTo>
                    <a:cubicBezTo>
                      <a:pt x="9430" y="7037"/>
                      <a:pt x="10966" y="4822"/>
                      <a:pt x="12537" y="3000"/>
                    </a:cubicBezTo>
                    <a:lnTo>
                      <a:pt x="0" y="3000"/>
                    </a:lnTo>
                    <a:close/>
                  </a:path>
                </a:pathLst>
              </a:custGeom>
              <a:solidFill>
                <a:srgbClr val="000000"/>
              </a:solidFill>
              <a:ln w="3572" cap="flat">
                <a:noFill/>
                <a:prstDash val="solid"/>
                <a:miter/>
              </a:ln>
            </p:spPr>
            <p:txBody>
              <a:bodyPr/>
              <a:lstStyle/>
              <a:p>
                <a:endParaRPr lang="en-US" sz="1701"/>
              </a:p>
            </p:txBody>
          </p:sp>
          <p:sp>
            <p:nvSpPr>
              <p:cNvPr id="12389" name="Freeform: Shape 12388">
                <a:extLst>
                  <a:ext uri="{FF2B5EF4-FFF2-40B4-BE49-F238E27FC236}">
                    <a16:creationId xmlns:a16="http://schemas.microsoft.com/office/drawing/2014/main" id="{2E9C9711-61C1-3FFC-C137-75FA115143EE}"/>
                  </a:ext>
                </a:extLst>
              </p:cNvPr>
              <p:cNvSpPr/>
              <p:nvPr/>
            </p:nvSpPr>
            <p:spPr>
              <a:xfrm>
                <a:off x="3037005" y="1014892"/>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5"/>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390" name="Freeform: Shape 12389">
                <a:extLst>
                  <a:ext uri="{FF2B5EF4-FFF2-40B4-BE49-F238E27FC236}">
                    <a16:creationId xmlns:a16="http://schemas.microsoft.com/office/drawing/2014/main" id="{8626E899-3560-B6A3-0B13-17AE5BF74FDB}"/>
                  </a:ext>
                </a:extLst>
              </p:cNvPr>
              <p:cNvSpPr/>
              <p:nvPr/>
            </p:nvSpPr>
            <p:spPr>
              <a:xfrm>
                <a:off x="3075412" y="1014737"/>
                <a:ext cx="36839" cy="57070"/>
              </a:xfrm>
              <a:custGeom>
                <a:avLst/>
                <a:gdLst>
                  <a:gd name="csX0" fmla="*/ 0 w 16787"/>
                  <a:gd name="csY0" fmla="*/ 18967 h 26146"/>
                  <a:gd name="csX1" fmla="*/ 3143 w 16787"/>
                  <a:gd name="csY1" fmla="*/ 18538 h 26146"/>
                  <a:gd name="csX2" fmla="*/ 5000 w 16787"/>
                  <a:gd name="csY2" fmla="*/ 22396 h 26146"/>
                  <a:gd name="csX3" fmla="*/ 8180 w 16787"/>
                  <a:gd name="csY3" fmla="*/ 23574 h 26146"/>
                  <a:gd name="csX4" fmla="*/ 11930 w 16787"/>
                  <a:gd name="csY4" fmla="*/ 22038 h 26146"/>
                  <a:gd name="csX5" fmla="*/ 13466 w 16787"/>
                  <a:gd name="csY5" fmla="*/ 18252 h 26146"/>
                  <a:gd name="csX6" fmla="*/ 12073 w 16787"/>
                  <a:gd name="csY6" fmla="*/ 14680 h 26146"/>
                  <a:gd name="csX7" fmla="*/ 8465 w 16787"/>
                  <a:gd name="csY7" fmla="*/ 13287 h 26146"/>
                  <a:gd name="csX8" fmla="*/ 6251 w 16787"/>
                  <a:gd name="csY8" fmla="*/ 13609 h 26146"/>
                  <a:gd name="csX9" fmla="*/ 6608 w 16787"/>
                  <a:gd name="csY9" fmla="*/ 10858 h 26146"/>
                  <a:gd name="csX10" fmla="*/ 7108 w 16787"/>
                  <a:gd name="csY10" fmla="*/ 10894 h 26146"/>
                  <a:gd name="csX11" fmla="*/ 10716 w 16787"/>
                  <a:gd name="csY11" fmla="*/ 9823 h 26146"/>
                  <a:gd name="csX12" fmla="*/ 12323 w 16787"/>
                  <a:gd name="csY12" fmla="*/ 6608 h 26146"/>
                  <a:gd name="csX13" fmla="*/ 11144 w 16787"/>
                  <a:gd name="csY13" fmla="*/ 3750 h 26146"/>
                  <a:gd name="csX14" fmla="*/ 8144 w 16787"/>
                  <a:gd name="csY14" fmla="*/ 2607 h 26146"/>
                  <a:gd name="csX15" fmla="*/ 5108 w 16787"/>
                  <a:gd name="csY15" fmla="*/ 3750 h 26146"/>
                  <a:gd name="csX16" fmla="*/ 3536 w 16787"/>
                  <a:gd name="csY16" fmla="*/ 7179 h 26146"/>
                  <a:gd name="csX17" fmla="*/ 393 w 16787"/>
                  <a:gd name="csY17" fmla="*/ 6608 h 26146"/>
                  <a:gd name="csX18" fmla="*/ 3000 w 16787"/>
                  <a:gd name="csY18" fmla="*/ 1714 h 26146"/>
                  <a:gd name="csX19" fmla="*/ 8072 w 16787"/>
                  <a:gd name="csY19" fmla="*/ 0 h 26146"/>
                  <a:gd name="csX20" fmla="*/ 11930 w 16787"/>
                  <a:gd name="csY20" fmla="*/ 893 h 26146"/>
                  <a:gd name="csX21" fmla="*/ 14609 w 16787"/>
                  <a:gd name="csY21" fmla="*/ 3357 h 26146"/>
                  <a:gd name="csX22" fmla="*/ 15538 w 16787"/>
                  <a:gd name="csY22" fmla="*/ 6644 h 26146"/>
                  <a:gd name="csX23" fmla="*/ 14645 w 16787"/>
                  <a:gd name="csY23" fmla="*/ 9644 h 26146"/>
                  <a:gd name="csX24" fmla="*/ 12001 w 16787"/>
                  <a:gd name="csY24" fmla="*/ 11823 h 26146"/>
                  <a:gd name="csX25" fmla="*/ 15538 w 16787"/>
                  <a:gd name="csY25" fmla="*/ 14002 h 26146"/>
                  <a:gd name="csX26" fmla="*/ 16788 w 16787"/>
                  <a:gd name="csY26" fmla="*/ 18145 h 26146"/>
                  <a:gd name="csX27" fmla="*/ 14323 w 16787"/>
                  <a:gd name="csY27" fmla="*/ 23824 h 26146"/>
                  <a:gd name="csX28" fmla="*/ 8144 w 16787"/>
                  <a:gd name="csY28" fmla="*/ 26146 h 26146"/>
                  <a:gd name="csX29" fmla="*/ 2536 w 16787"/>
                  <a:gd name="csY29" fmla="*/ 24146 h 26146"/>
                  <a:gd name="csX30" fmla="*/ 0 w 16787"/>
                  <a:gd name="csY30" fmla="*/ 18931 h 26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787" h="26146">
                    <a:moveTo>
                      <a:pt x="0" y="18967"/>
                    </a:moveTo>
                    <a:lnTo>
                      <a:pt x="3143" y="18538"/>
                    </a:lnTo>
                    <a:cubicBezTo>
                      <a:pt x="3500" y="20324"/>
                      <a:pt x="4108" y="21610"/>
                      <a:pt x="5000" y="22396"/>
                    </a:cubicBezTo>
                    <a:cubicBezTo>
                      <a:pt x="5893" y="23181"/>
                      <a:pt x="6929" y="23574"/>
                      <a:pt x="8180" y="23574"/>
                    </a:cubicBezTo>
                    <a:cubicBezTo>
                      <a:pt x="9644" y="23574"/>
                      <a:pt x="10894" y="23074"/>
                      <a:pt x="11930" y="22038"/>
                    </a:cubicBezTo>
                    <a:cubicBezTo>
                      <a:pt x="12966" y="21003"/>
                      <a:pt x="13466" y="19752"/>
                      <a:pt x="13466" y="18252"/>
                    </a:cubicBezTo>
                    <a:cubicBezTo>
                      <a:pt x="13466" y="16752"/>
                      <a:pt x="13002" y="15609"/>
                      <a:pt x="12073" y="14680"/>
                    </a:cubicBezTo>
                    <a:cubicBezTo>
                      <a:pt x="11108" y="13752"/>
                      <a:pt x="9930" y="13287"/>
                      <a:pt x="8465" y="13287"/>
                    </a:cubicBezTo>
                    <a:cubicBezTo>
                      <a:pt x="7894" y="13287"/>
                      <a:pt x="7144" y="13395"/>
                      <a:pt x="6251" y="13609"/>
                    </a:cubicBezTo>
                    <a:lnTo>
                      <a:pt x="6608" y="10858"/>
                    </a:lnTo>
                    <a:cubicBezTo>
                      <a:pt x="6822" y="10858"/>
                      <a:pt x="7001" y="10894"/>
                      <a:pt x="7108" y="10894"/>
                    </a:cubicBezTo>
                    <a:cubicBezTo>
                      <a:pt x="8465" y="10894"/>
                      <a:pt x="9644" y="10537"/>
                      <a:pt x="10716" y="9823"/>
                    </a:cubicBezTo>
                    <a:cubicBezTo>
                      <a:pt x="11787" y="9108"/>
                      <a:pt x="12323" y="8037"/>
                      <a:pt x="12323" y="6608"/>
                    </a:cubicBezTo>
                    <a:cubicBezTo>
                      <a:pt x="12323" y="5465"/>
                      <a:pt x="11930" y="4500"/>
                      <a:pt x="11144" y="3750"/>
                    </a:cubicBezTo>
                    <a:cubicBezTo>
                      <a:pt x="10394" y="3000"/>
                      <a:pt x="9358" y="2607"/>
                      <a:pt x="8144" y="2607"/>
                    </a:cubicBezTo>
                    <a:cubicBezTo>
                      <a:pt x="6929" y="2607"/>
                      <a:pt x="5929" y="3000"/>
                      <a:pt x="5108" y="3750"/>
                    </a:cubicBezTo>
                    <a:cubicBezTo>
                      <a:pt x="4286" y="4500"/>
                      <a:pt x="3750" y="5679"/>
                      <a:pt x="3536" y="7179"/>
                    </a:cubicBezTo>
                    <a:lnTo>
                      <a:pt x="393" y="6608"/>
                    </a:lnTo>
                    <a:cubicBezTo>
                      <a:pt x="786" y="4500"/>
                      <a:pt x="1643" y="2857"/>
                      <a:pt x="3000" y="1714"/>
                    </a:cubicBezTo>
                    <a:cubicBezTo>
                      <a:pt x="4358" y="571"/>
                      <a:pt x="6036" y="0"/>
                      <a:pt x="8072" y="0"/>
                    </a:cubicBezTo>
                    <a:cubicBezTo>
                      <a:pt x="9465" y="0"/>
                      <a:pt x="10751" y="286"/>
                      <a:pt x="11930" y="893"/>
                    </a:cubicBezTo>
                    <a:cubicBezTo>
                      <a:pt x="13109" y="1500"/>
                      <a:pt x="14002" y="2322"/>
                      <a:pt x="14609" y="3357"/>
                    </a:cubicBezTo>
                    <a:cubicBezTo>
                      <a:pt x="15216" y="4393"/>
                      <a:pt x="15538" y="5501"/>
                      <a:pt x="15538" y="6644"/>
                    </a:cubicBezTo>
                    <a:cubicBezTo>
                      <a:pt x="15538" y="7787"/>
                      <a:pt x="15216" y="8751"/>
                      <a:pt x="14645" y="9644"/>
                    </a:cubicBezTo>
                    <a:cubicBezTo>
                      <a:pt x="14037" y="10573"/>
                      <a:pt x="13180" y="11287"/>
                      <a:pt x="12001" y="11823"/>
                    </a:cubicBezTo>
                    <a:cubicBezTo>
                      <a:pt x="13502" y="12144"/>
                      <a:pt x="14680" y="12894"/>
                      <a:pt x="15538" y="14002"/>
                    </a:cubicBezTo>
                    <a:cubicBezTo>
                      <a:pt x="16359" y="15109"/>
                      <a:pt x="16788" y="16466"/>
                      <a:pt x="16788" y="18145"/>
                    </a:cubicBezTo>
                    <a:cubicBezTo>
                      <a:pt x="16788" y="20360"/>
                      <a:pt x="15966" y="22253"/>
                      <a:pt x="14323" y="23824"/>
                    </a:cubicBezTo>
                    <a:cubicBezTo>
                      <a:pt x="12716" y="25360"/>
                      <a:pt x="10644" y="26146"/>
                      <a:pt x="8144" y="26146"/>
                    </a:cubicBezTo>
                    <a:cubicBezTo>
                      <a:pt x="5893" y="26146"/>
                      <a:pt x="4036" y="25503"/>
                      <a:pt x="2536" y="24146"/>
                    </a:cubicBezTo>
                    <a:cubicBezTo>
                      <a:pt x="1072" y="22788"/>
                      <a:pt x="214" y="21074"/>
                      <a:pt x="0" y="18931"/>
                    </a:cubicBezTo>
                    <a:close/>
                  </a:path>
                </a:pathLst>
              </a:custGeom>
              <a:solidFill>
                <a:srgbClr val="000000"/>
              </a:solidFill>
              <a:ln w="3572" cap="flat">
                <a:noFill/>
                <a:prstDash val="solid"/>
                <a:miter/>
              </a:ln>
            </p:spPr>
            <p:txBody>
              <a:bodyPr/>
              <a:lstStyle/>
              <a:p>
                <a:endParaRPr lang="en-US" sz="1701"/>
              </a:p>
            </p:txBody>
          </p:sp>
          <p:sp>
            <p:nvSpPr>
              <p:cNvPr id="12392" name="Freeform: Shape 12391">
                <a:extLst>
                  <a:ext uri="{FF2B5EF4-FFF2-40B4-BE49-F238E27FC236}">
                    <a16:creationId xmlns:a16="http://schemas.microsoft.com/office/drawing/2014/main" id="{888B0AAA-625F-B96F-DEC8-3DE7D9A3B39D}"/>
                  </a:ext>
                </a:extLst>
              </p:cNvPr>
              <p:cNvSpPr/>
              <p:nvPr/>
            </p:nvSpPr>
            <p:spPr>
              <a:xfrm>
                <a:off x="3047821" y="1095819"/>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5"/>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393" name="Freeform: Shape 12392">
                <a:extLst>
                  <a:ext uri="{FF2B5EF4-FFF2-40B4-BE49-F238E27FC236}">
                    <a16:creationId xmlns:a16="http://schemas.microsoft.com/office/drawing/2014/main" id="{C543D999-2555-B76F-9A4A-2A5190A2E056}"/>
                  </a:ext>
                </a:extLst>
              </p:cNvPr>
              <p:cNvSpPr/>
              <p:nvPr/>
            </p:nvSpPr>
            <p:spPr>
              <a:xfrm>
                <a:off x="3091403" y="1095819"/>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5"/>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395" name="Freeform: Shape 12394">
                <a:extLst>
                  <a:ext uri="{FF2B5EF4-FFF2-40B4-BE49-F238E27FC236}">
                    <a16:creationId xmlns:a16="http://schemas.microsoft.com/office/drawing/2014/main" id="{7ED024E6-CE63-38DE-7C21-0E4AC9771D17}"/>
                  </a:ext>
                </a:extLst>
              </p:cNvPr>
              <p:cNvSpPr/>
              <p:nvPr/>
            </p:nvSpPr>
            <p:spPr>
              <a:xfrm>
                <a:off x="3031126" y="1176592"/>
                <a:ext cx="37076" cy="56055"/>
              </a:xfrm>
              <a:custGeom>
                <a:avLst/>
                <a:gdLst>
                  <a:gd name="csX0" fmla="*/ 16895 w 16895"/>
                  <a:gd name="csY0" fmla="*/ 22682 h 25681"/>
                  <a:gd name="csX1" fmla="*/ 16895 w 16895"/>
                  <a:gd name="csY1" fmla="*/ 25682 h 25681"/>
                  <a:gd name="csX2" fmla="*/ 0 w 16895"/>
                  <a:gd name="csY2" fmla="*/ 25682 h 25681"/>
                  <a:gd name="csX3" fmla="*/ 357 w 16895"/>
                  <a:gd name="csY3" fmla="*/ 23503 h 25681"/>
                  <a:gd name="csX4" fmla="*/ 2429 w 16895"/>
                  <a:gd name="csY4" fmla="*/ 20110 h 25681"/>
                  <a:gd name="csX5" fmla="*/ 6537 w 16895"/>
                  <a:gd name="csY5" fmla="*/ 16216 h 25681"/>
                  <a:gd name="csX6" fmla="*/ 12180 w 16895"/>
                  <a:gd name="csY6" fmla="*/ 10787 h 25681"/>
                  <a:gd name="csX7" fmla="*/ 13645 w 16895"/>
                  <a:gd name="csY7" fmla="*/ 7037 h 25681"/>
                  <a:gd name="csX8" fmla="*/ 12287 w 16895"/>
                  <a:gd name="csY8" fmla="*/ 3893 h 25681"/>
                  <a:gd name="csX9" fmla="*/ 8823 w 16895"/>
                  <a:gd name="csY9" fmla="*/ 2608 h 25681"/>
                  <a:gd name="csX10" fmla="*/ 5179 w 16895"/>
                  <a:gd name="csY10" fmla="*/ 3965 h 25681"/>
                  <a:gd name="csX11" fmla="*/ 3786 w 16895"/>
                  <a:gd name="csY11" fmla="*/ 7715 h 25681"/>
                  <a:gd name="csX12" fmla="*/ 572 w 16895"/>
                  <a:gd name="csY12" fmla="*/ 7394 h 25681"/>
                  <a:gd name="csX13" fmla="*/ 3072 w 16895"/>
                  <a:gd name="csY13" fmla="*/ 1893 h 25681"/>
                  <a:gd name="csX14" fmla="*/ 8858 w 16895"/>
                  <a:gd name="csY14" fmla="*/ 0 h 25681"/>
                  <a:gd name="csX15" fmla="*/ 14681 w 16895"/>
                  <a:gd name="csY15" fmla="*/ 2036 h 25681"/>
                  <a:gd name="csX16" fmla="*/ 16824 w 16895"/>
                  <a:gd name="csY16" fmla="*/ 7108 h 25681"/>
                  <a:gd name="csX17" fmla="*/ 16181 w 16895"/>
                  <a:gd name="csY17" fmla="*/ 10108 h 25681"/>
                  <a:gd name="csX18" fmla="*/ 14109 w 16895"/>
                  <a:gd name="csY18" fmla="*/ 13252 h 25681"/>
                  <a:gd name="csX19" fmla="*/ 9251 w 16895"/>
                  <a:gd name="csY19" fmla="*/ 17752 h 25681"/>
                  <a:gd name="csX20" fmla="*/ 5608 w 16895"/>
                  <a:gd name="csY20" fmla="*/ 20967 h 25681"/>
                  <a:gd name="csX21" fmla="*/ 4286 w 16895"/>
                  <a:gd name="csY21" fmla="*/ 22682 h 25681"/>
                  <a:gd name="csX22" fmla="*/ 16824 w 16895"/>
                  <a:gd name="csY22" fmla="*/ 22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5" h="25681">
                    <a:moveTo>
                      <a:pt x="16895" y="22682"/>
                    </a:moveTo>
                    <a:lnTo>
                      <a:pt x="16895" y="25682"/>
                    </a:lnTo>
                    <a:lnTo>
                      <a:pt x="0" y="25682"/>
                    </a:lnTo>
                    <a:cubicBezTo>
                      <a:pt x="0" y="24932"/>
                      <a:pt x="107" y="24217"/>
                      <a:pt x="357" y="23503"/>
                    </a:cubicBezTo>
                    <a:cubicBezTo>
                      <a:pt x="786" y="22360"/>
                      <a:pt x="1465" y="21217"/>
                      <a:pt x="2429" y="20110"/>
                    </a:cubicBezTo>
                    <a:cubicBezTo>
                      <a:pt x="3393" y="19002"/>
                      <a:pt x="4751" y="17717"/>
                      <a:pt x="6537" y="16216"/>
                    </a:cubicBezTo>
                    <a:cubicBezTo>
                      <a:pt x="9323" y="13930"/>
                      <a:pt x="11180" y="12144"/>
                      <a:pt x="12180" y="10787"/>
                    </a:cubicBezTo>
                    <a:cubicBezTo>
                      <a:pt x="13144" y="9466"/>
                      <a:pt x="13645" y="8215"/>
                      <a:pt x="13645" y="7037"/>
                    </a:cubicBezTo>
                    <a:cubicBezTo>
                      <a:pt x="13645" y="5858"/>
                      <a:pt x="13180" y="4751"/>
                      <a:pt x="12287" y="3893"/>
                    </a:cubicBezTo>
                    <a:cubicBezTo>
                      <a:pt x="11394" y="3036"/>
                      <a:pt x="10251" y="2608"/>
                      <a:pt x="8823" y="2608"/>
                    </a:cubicBezTo>
                    <a:cubicBezTo>
                      <a:pt x="7322" y="2608"/>
                      <a:pt x="6108" y="3072"/>
                      <a:pt x="5179" y="3965"/>
                    </a:cubicBezTo>
                    <a:cubicBezTo>
                      <a:pt x="4286" y="4858"/>
                      <a:pt x="3822" y="6144"/>
                      <a:pt x="3786" y="7715"/>
                    </a:cubicBezTo>
                    <a:lnTo>
                      <a:pt x="572" y="7394"/>
                    </a:lnTo>
                    <a:cubicBezTo>
                      <a:pt x="786" y="5001"/>
                      <a:pt x="1607" y="3143"/>
                      <a:pt x="3072" y="1893"/>
                    </a:cubicBezTo>
                    <a:cubicBezTo>
                      <a:pt x="4501" y="607"/>
                      <a:pt x="6465" y="0"/>
                      <a:pt x="8858" y="0"/>
                    </a:cubicBezTo>
                    <a:cubicBezTo>
                      <a:pt x="11251" y="0"/>
                      <a:pt x="13252" y="679"/>
                      <a:pt x="14681" y="2036"/>
                    </a:cubicBezTo>
                    <a:cubicBezTo>
                      <a:pt x="16109" y="3393"/>
                      <a:pt x="16824" y="5108"/>
                      <a:pt x="16824" y="7108"/>
                    </a:cubicBezTo>
                    <a:cubicBezTo>
                      <a:pt x="16824" y="8144"/>
                      <a:pt x="16609" y="9144"/>
                      <a:pt x="16181" y="10108"/>
                    </a:cubicBezTo>
                    <a:cubicBezTo>
                      <a:pt x="15752" y="11108"/>
                      <a:pt x="15073" y="12144"/>
                      <a:pt x="14109" y="13252"/>
                    </a:cubicBezTo>
                    <a:cubicBezTo>
                      <a:pt x="13144" y="14323"/>
                      <a:pt x="11537" y="15859"/>
                      <a:pt x="9251" y="17752"/>
                    </a:cubicBezTo>
                    <a:cubicBezTo>
                      <a:pt x="7358" y="19360"/>
                      <a:pt x="6144" y="20395"/>
                      <a:pt x="5608" y="20967"/>
                    </a:cubicBezTo>
                    <a:cubicBezTo>
                      <a:pt x="5072" y="21539"/>
                      <a:pt x="4643" y="22110"/>
                      <a:pt x="4286" y="22682"/>
                    </a:cubicBezTo>
                    <a:lnTo>
                      <a:pt x="16824" y="22682"/>
                    </a:lnTo>
                    <a:close/>
                  </a:path>
                </a:pathLst>
              </a:custGeom>
              <a:solidFill>
                <a:srgbClr val="000000"/>
              </a:solidFill>
              <a:ln w="3572" cap="flat">
                <a:noFill/>
                <a:prstDash val="solid"/>
                <a:miter/>
              </a:ln>
            </p:spPr>
            <p:txBody>
              <a:bodyPr/>
              <a:lstStyle/>
              <a:p>
                <a:endParaRPr lang="en-US" sz="1701"/>
              </a:p>
            </p:txBody>
          </p:sp>
          <p:sp>
            <p:nvSpPr>
              <p:cNvPr id="12396" name="Freeform: Shape 12395">
                <a:extLst>
                  <a:ext uri="{FF2B5EF4-FFF2-40B4-BE49-F238E27FC236}">
                    <a16:creationId xmlns:a16="http://schemas.microsoft.com/office/drawing/2014/main" id="{C6A4ECF1-9482-959D-0548-815930BF4BD9}"/>
                  </a:ext>
                </a:extLst>
              </p:cNvPr>
              <p:cNvSpPr/>
              <p:nvPr/>
            </p:nvSpPr>
            <p:spPr>
              <a:xfrm>
                <a:off x="3075570" y="1176668"/>
                <a:ext cx="36683" cy="56992"/>
              </a:xfrm>
              <a:custGeom>
                <a:avLst/>
                <a:gdLst>
                  <a:gd name="csX0" fmla="*/ 0 w 16716"/>
                  <a:gd name="csY0" fmla="*/ 13037 h 26110"/>
                  <a:gd name="csX1" fmla="*/ 929 w 16716"/>
                  <a:gd name="csY1" fmla="*/ 5751 h 26110"/>
                  <a:gd name="csX2" fmla="*/ 3715 w 16716"/>
                  <a:gd name="csY2" fmla="*/ 1500 h 26110"/>
                  <a:gd name="csX3" fmla="*/ 8358 w 16716"/>
                  <a:gd name="csY3" fmla="*/ 0 h 26110"/>
                  <a:gd name="csX4" fmla="*/ 11966 w 16716"/>
                  <a:gd name="csY4" fmla="*/ 822 h 26110"/>
                  <a:gd name="csX5" fmla="*/ 14537 w 16716"/>
                  <a:gd name="csY5" fmla="*/ 3215 h 26110"/>
                  <a:gd name="csX6" fmla="*/ 16145 w 16716"/>
                  <a:gd name="csY6" fmla="*/ 7001 h 26110"/>
                  <a:gd name="csX7" fmla="*/ 16716 w 16716"/>
                  <a:gd name="csY7" fmla="*/ 13037 h 26110"/>
                  <a:gd name="csX8" fmla="*/ 15788 w 16716"/>
                  <a:gd name="csY8" fmla="*/ 20324 h 26110"/>
                  <a:gd name="csX9" fmla="*/ 13037 w 16716"/>
                  <a:gd name="csY9" fmla="*/ 24610 h 26110"/>
                  <a:gd name="csX10" fmla="*/ 8394 w 16716"/>
                  <a:gd name="csY10" fmla="*/ 26110 h 26110"/>
                  <a:gd name="csX11" fmla="*/ 2607 w 16716"/>
                  <a:gd name="csY11" fmla="*/ 23467 h 26110"/>
                  <a:gd name="csX12" fmla="*/ 71 w 16716"/>
                  <a:gd name="csY12" fmla="*/ 13073 h 26110"/>
                  <a:gd name="csX13" fmla="*/ 3215 w 16716"/>
                  <a:gd name="csY13" fmla="*/ 13037 h 26110"/>
                  <a:gd name="csX14" fmla="*/ 4679 w 16716"/>
                  <a:gd name="csY14" fmla="*/ 21431 h 26110"/>
                  <a:gd name="csX15" fmla="*/ 8322 w 16716"/>
                  <a:gd name="csY15" fmla="*/ 23503 h 26110"/>
                  <a:gd name="csX16" fmla="*/ 11966 w 16716"/>
                  <a:gd name="csY16" fmla="*/ 21395 h 26110"/>
                  <a:gd name="csX17" fmla="*/ 13430 w 16716"/>
                  <a:gd name="csY17" fmla="*/ 13037 h 26110"/>
                  <a:gd name="csX18" fmla="*/ 11966 w 16716"/>
                  <a:gd name="csY18" fmla="*/ 4643 h 26110"/>
                  <a:gd name="csX19" fmla="*/ 8287 w 16716"/>
                  <a:gd name="csY19" fmla="*/ 2572 h 26110"/>
                  <a:gd name="csX20" fmla="*/ 4858 w 16716"/>
                  <a:gd name="csY20" fmla="*/ 4429 h 26110"/>
                  <a:gd name="csX21" fmla="*/ 3250 w 16716"/>
                  <a:gd name="csY21" fmla="*/ 13037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6716" h="26110">
                    <a:moveTo>
                      <a:pt x="0" y="13037"/>
                    </a:moveTo>
                    <a:cubicBezTo>
                      <a:pt x="0" y="10037"/>
                      <a:pt x="321" y="7572"/>
                      <a:pt x="929" y="5751"/>
                    </a:cubicBezTo>
                    <a:cubicBezTo>
                      <a:pt x="1572" y="3893"/>
                      <a:pt x="2465" y="2500"/>
                      <a:pt x="3715" y="1500"/>
                    </a:cubicBezTo>
                    <a:cubicBezTo>
                      <a:pt x="4929" y="500"/>
                      <a:pt x="6465" y="0"/>
                      <a:pt x="8358" y="0"/>
                    </a:cubicBezTo>
                    <a:cubicBezTo>
                      <a:pt x="9715" y="0"/>
                      <a:pt x="10930" y="286"/>
                      <a:pt x="11966" y="822"/>
                    </a:cubicBezTo>
                    <a:cubicBezTo>
                      <a:pt x="13001" y="1393"/>
                      <a:pt x="13859" y="2179"/>
                      <a:pt x="14537" y="3215"/>
                    </a:cubicBezTo>
                    <a:cubicBezTo>
                      <a:pt x="15216" y="4251"/>
                      <a:pt x="15752" y="5501"/>
                      <a:pt x="16145" y="7001"/>
                    </a:cubicBezTo>
                    <a:cubicBezTo>
                      <a:pt x="16538" y="8501"/>
                      <a:pt x="16716" y="10501"/>
                      <a:pt x="16716" y="13037"/>
                    </a:cubicBezTo>
                    <a:cubicBezTo>
                      <a:pt x="16716" y="16038"/>
                      <a:pt x="16395" y="18467"/>
                      <a:pt x="15788" y="20324"/>
                    </a:cubicBezTo>
                    <a:cubicBezTo>
                      <a:pt x="15180" y="22181"/>
                      <a:pt x="14252" y="23574"/>
                      <a:pt x="13037" y="24610"/>
                    </a:cubicBezTo>
                    <a:cubicBezTo>
                      <a:pt x="11823" y="25610"/>
                      <a:pt x="10251" y="26110"/>
                      <a:pt x="8394" y="26110"/>
                    </a:cubicBezTo>
                    <a:cubicBezTo>
                      <a:pt x="5929" y="26110"/>
                      <a:pt x="4000" y="25217"/>
                      <a:pt x="2607" y="23467"/>
                    </a:cubicBezTo>
                    <a:cubicBezTo>
                      <a:pt x="929" y="21360"/>
                      <a:pt x="71" y="17859"/>
                      <a:pt x="71" y="13073"/>
                    </a:cubicBezTo>
                    <a:moveTo>
                      <a:pt x="3215" y="13037"/>
                    </a:moveTo>
                    <a:cubicBezTo>
                      <a:pt x="3215" y="17252"/>
                      <a:pt x="3715" y="20038"/>
                      <a:pt x="4679" y="21431"/>
                    </a:cubicBezTo>
                    <a:cubicBezTo>
                      <a:pt x="5679" y="22824"/>
                      <a:pt x="6858" y="23503"/>
                      <a:pt x="8322" y="23503"/>
                    </a:cubicBezTo>
                    <a:cubicBezTo>
                      <a:pt x="9787" y="23503"/>
                      <a:pt x="10965" y="22789"/>
                      <a:pt x="11966" y="21395"/>
                    </a:cubicBezTo>
                    <a:cubicBezTo>
                      <a:pt x="12966" y="20002"/>
                      <a:pt x="13430" y="17216"/>
                      <a:pt x="13430" y="13037"/>
                    </a:cubicBezTo>
                    <a:cubicBezTo>
                      <a:pt x="13430" y="8858"/>
                      <a:pt x="12930" y="6036"/>
                      <a:pt x="11966" y="4643"/>
                    </a:cubicBezTo>
                    <a:cubicBezTo>
                      <a:pt x="11001" y="3250"/>
                      <a:pt x="9751" y="2572"/>
                      <a:pt x="8287" y="2572"/>
                    </a:cubicBezTo>
                    <a:cubicBezTo>
                      <a:pt x="6822" y="2572"/>
                      <a:pt x="5679" y="3179"/>
                      <a:pt x="4858" y="4429"/>
                    </a:cubicBezTo>
                    <a:cubicBezTo>
                      <a:pt x="3786" y="5965"/>
                      <a:pt x="3250" y="8858"/>
                      <a:pt x="3250" y="13037"/>
                    </a:cubicBezTo>
                    <a:close/>
                  </a:path>
                </a:pathLst>
              </a:custGeom>
              <a:solidFill>
                <a:srgbClr val="000000"/>
              </a:solidFill>
              <a:ln w="3572" cap="flat">
                <a:noFill/>
                <a:prstDash val="solid"/>
                <a:miter/>
              </a:ln>
            </p:spPr>
            <p:txBody>
              <a:bodyPr/>
              <a:lstStyle/>
              <a:p>
                <a:endParaRPr lang="en-US" sz="1701"/>
              </a:p>
            </p:txBody>
          </p:sp>
          <p:sp>
            <p:nvSpPr>
              <p:cNvPr id="12398" name="Freeform: Shape 12397">
                <a:extLst>
                  <a:ext uri="{FF2B5EF4-FFF2-40B4-BE49-F238E27FC236}">
                    <a16:creationId xmlns:a16="http://schemas.microsoft.com/office/drawing/2014/main" id="{F025A509-9905-2966-9A85-80A76814A798}"/>
                  </a:ext>
                </a:extLst>
              </p:cNvPr>
              <p:cNvSpPr/>
              <p:nvPr/>
            </p:nvSpPr>
            <p:spPr>
              <a:xfrm>
                <a:off x="3036926" y="1257596"/>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7" y="6358"/>
                      <a:pt x="4536" y="7108"/>
                      <a:pt x="3322" y="7822"/>
                    </a:cubicBezTo>
                    <a:cubicBezTo>
                      <a:pt x="2108" y="8537"/>
                      <a:pt x="1000" y="9108"/>
                      <a:pt x="0" y="9465"/>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399" name="Freeform: Shape 12398">
                <a:extLst>
                  <a:ext uri="{FF2B5EF4-FFF2-40B4-BE49-F238E27FC236}">
                    <a16:creationId xmlns:a16="http://schemas.microsoft.com/office/drawing/2014/main" id="{61E7C5D0-0A53-0D9C-CDD6-7C7285BC1935}"/>
                  </a:ext>
                </a:extLst>
              </p:cNvPr>
              <p:cNvSpPr/>
              <p:nvPr/>
            </p:nvSpPr>
            <p:spPr>
              <a:xfrm>
                <a:off x="3075256" y="1257596"/>
                <a:ext cx="36918" cy="56992"/>
              </a:xfrm>
              <a:custGeom>
                <a:avLst/>
                <a:gdLst>
                  <a:gd name="csX0" fmla="*/ 464 w 16823"/>
                  <a:gd name="csY0" fmla="*/ 19717 h 26110"/>
                  <a:gd name="csX1" fmla="*/ 3465 w 16823"/>
                  <a:gd name="csY1" fmla="*/ 19431 h 26110"/>
                  <a:gd name="csX2" fmla="*/ 4929 w 16823"/>
                  <a:gd name="csY2" fmla="*/ 22539 h 26110"/>
                  <a:gd name="csX3" fmla="*/ 7715 w 16823"/>
                  <a:gd name="csY3" fmla="*/ 23503 h 26110"/>
                  <a:gd name="csX4" fmla="*/ 10251 w 16823"/>
                  <a:gd name="csY4" fmla="*/ 22860 h 26110"/>
                  <a:gd name="csX5" fmla="*/ 12037 w 16823"/>
                  <a:gd name="csY5" fmla="*/ 21074 h 26110"/>
                  <a:gd name="csX6" fmla="*/ 13216 w 16823"/>
                  <a:gd name="csY6" fmla="*/ 18074 h 26110"/>
                  <a:gd name="csX7" fmla="*/ 13680 w 16823"/>
                  <a:gd name="csY7" fmla="*/ 14216 h 26110"/>
                  <a:gd name="csX8" fmla="*/ 13680 w 16823"/>
                  <a:gd name="csY8" fmla="*/ 13609 h 26110"/>
                  <a:gd name="csX9" fmla="*/ 11108 w 16823"/>
                  <a:gd name="csY9" fmla="*/ 16038 h 26110"/>
                  <a:gd name="csX10" fmla="*/ 7572 w 16823"/>
                  <a:gd name="csY10" fmla="*/ 16966 h 26110"/>
                  <a:gd name="csX11" fmla="*/ 2215 w 16823"/>
                  <a:gd name="csY11" fmla="*/ 14680 h 26110"/>
                  <a:gd name="csX12" fmla="*/ 0 w 16823"/>
                  <a:gd name="csY12" fmla="*/ 8608 h 26110"/>
                  <a:gd name="csX13" fmla="*/ 2286 w 16823"/>
                  <a:gd name="csY13" fmla="*/ 2357 h 26110"/>
                  <a:gd name="csX14" fmla="*/ 8037 w 16823"/>
                  <a:gd name="csY14" fmla="*/ 0 h 26110"/>
                  <a:gd name="csX15" fmla="*/ 12609 w 16823"/>
                  <a:gd name="csY15" fmla="*/ 1357 h 26110"/>
                  <a:gd name="csX16" fmla="*/ 15752 w 16823"/>
                  <a:gd name="csY16" fmla="*/ 5179 h 26110"/>
                  <a:gd name="csX17" fmla="*/ 16824 w 16823"/>
                  <a:gd name="csY17" fmla="*/ 12359 h 26110"/>
                  <a:gd name="csX18" fmla="*/ 15752 w 16823"/>
                  <a:gd name="csY18" fmla="*/ 20181 h 26110"/>
                  <a:gd name="csX19" fmla="*/ 12573 w 16823"/>
                  <a:gd name="csY19" fmla="*/ 24575 h 26110"/>
                  <a:gd name="csX20" fmla="*/ 7644 w 16823"/>
                  <a:gd name="csY20" fmla="*/ 26110 h 26110"/>
                  <a:gd name="csX21" fmla="*/ 2750 w 16823"/>
                  <a:gd name="csY21" fmla="*/ 24467 h 26110"/>
                  <a:gd name="csX22" fmla="*/ 464 w 16823"/>
                  <a:gd name="csY22" fmla="*/ 19788 h 26110"/>
                  <a:gd name="csX23" fmla="*/ 13323 w 16823"/>
                  <a:gd name="csY23" fmla="*/ 8430 h 26110"/>
                  <a:gd name="csX24" fmla="*/ 11894 w 16823"/>
                  <a:gd name="csY24" fmla="*/ 4143 h 26110"/>
                  <a:gd name="csX25" fmla="*/ 8430 w 16823"/>
                  <a:gd name="csY25" fmla="*/ 2536 h 26110"/>
                  <a:gd name="csX26" fmla="*/ 4786 w 16823"/>
                  <a:gd name="csY26" fmla="*/ 4251 h 26110"/>
                  <a:gd name="csX27" fmla="*/ 3251 w 16823"/>
                  <a:gd name="csY27" fmla="*/ 8680 h 26110"/>
                  <a:gd name="csX28" fmla="*/ 4715 w 16823"/>
                  <a:gd name="csY28" fmla="*/ 12644 h 26110"/>
                  <a:gd name="csX29" fmla="*/ 8358 w 16823"/>
                  <a:gd name="csY29" fmla="*/ 14180 h 26110"/>
                  <a:gd name="csX30" fmla="*/ 11930 w 16823"/>
                  <a:gd name="csY30" fmla="*/ 12644 h 26110"/>
                  <a:gd name="csX31" fmla="*/ 13323 w 16823"/>
                  <a:gd name="csY31" fmla="*/ 8430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6823" h="26110">
                    <a:moveTo>
                      <a:pt x="464" y="19717"/>
                    </a:moveTo>
                    <a:lnTo>
                      <a:pt x="3465" y="19431"/>
                    </a:lnTo>
                    <a:cubicBezTo>
                      <a:pt x="3715" y="20860"/>
                      <a:pt x="4215" y="21896"/>
                      <a:pt x="4929" y="22539"/>
                    </a:cubicBezTo>
                    <a:cubicBezTo>
                      <a:pt x="5644" y="23181"/>
                      <a:pt x="6572" y="23503"/>
                      <a:pt x="7715" y="23503"/>
                    </a:cubicBezTo>
                    <a:cubicBezTo>
                      <a:pt x="8680" y="23503"/>
                      <a:pt x="9537" y="23289"/>
                      <a:pt x="10251" y="22860"/>
                    </a:cubicBezTo>
                    <a:cubicBezTo>
                      <a:pt x="10966" y="22431"/>
                      <a:pt x="11573" y="21824"/>
                      <a:pt x="12037" y="21074"/>
                    </a:cubicBezTo>
                    <a:cubicBezTo>
                      <a:pt x="12502" y="20324"/>
                      <a:pt x="12894" y="19360"/>
                      <a:pt x="13216" y="18074"/>
                    </a:cubicBezTo>
                    <a:cubicBezTo>
                      <a:pt x="13538" y="16824"/>
                      <a:pt x="13680" y="15538"/>
                      <a:pt x="13680" y="14216"/>
                    </a:cubicBezTo>
                    <a:cubicBezTo>
                      <a:pt x="13680" y="14073"/>
                      <a:pt x="13680" y="13895"/>
                      <a:pt x="13680" y="13609"/>
                    </a:cubicBezTo>
                    <a:cubicBezTo>
                      <a:pt x="13037" y="14609"/>
                      <a:pt x="12216" y="15395"/>
                      <a:pt x="11108" y="16038"/>
                    </a:cubicBezTo>
                    <a:cubicBezTo>
                      <a:pt x="10037" y="16645"/>
                      <a:pt x="8858" y="16966"/>
                      <a:pt x="7572" y="16966"/>
                    </a:cubicBezTo>
                    <a:cubicBezTo>
                      <a:pt x="5465" y="16966"/>
                      <a:pt x="3679" y="16216"/>
                      <a:pt x="2215" y="14680"/>
                    </a:cubicBezTo>
                    <a:cubicBezTo>
                      <a:pt x="750" y="13144"/>
                      <a:pt x="0" y="11108"/>
                      <a:pt x="0" y="8608"/>
                    </a:cubicBezTo>
                    <a:cubicBezTo>
                      <a:pt x="0" y="6108"/>
                      <a:pt x="750" y="3929"/>
                      <a:pt x="2286" y="2357"/>
                    </a:cubicBezTo>
                    <a:cubicBezTo>
                      <a:pt x="3822" y="786"/>
                      <a:pt x="5715" y="0"/>
                      <a:pt x="8037" y="0"/>
                    </a:cubicBezTo>
                    <a:cubicBezTo>
                      <a:pt x="9716" y="0"/>
                      <a:pt x="11216" y="429"/>
                      <a:pt x="12609" y="1357"/>
                    </a:cubicBezTo>
                    <a:cubicBezTo>
                      <a:pt x="14002" y="2250"/>
                      <a:pt x="15038" y="3536"/>
                      <a:pt x="15752" y="5179"/>
                    </a:cubicBezTo>
                    <a:cubicBezTo>
                      <a:pt x="16466" y="6822"/>
                      <a:pt x="16824" y="9215"/>
                      <a:pt x="16824" y="12359"/>
                    </a:cubicBezTo>
                    <a:cubicBezTo>
                      <a:pt x="16824" y="15502"/>
                      <a:pt x="16466" y="18216"/>
                      <a:pt x="15752" y="20181"/>
                    </a:cubicBezTo>
                    <a:cubicBezTo>
                      <a:pt x="15038" y="22110"/>
                      <a:pt x="14002" y="23574"/>
                      <a:pt x="12573" y="24575"/>
                    </a:cubicBezTo>
                    <a:cubicBezTo>
                      <a:pt x="11180" y="25610"/>
                      <a:pt x="9537" y="26110"/>
                      <a:pt x="7644" y="26110"/>
                    </a:cubicBezTo>
                    <a:cubicBezTo>
                      <a:pt x="5644" y="26110"/>
                      <a:pt x="4000" y="25539"/>
                      <a:pt x="2750" y="24467"/>
                    </a:cubicBezTo>
                    <a:cubicBezTo>
                      <a:pt x="1465" y="23360"/>
                      <a:pt x="714" y="21788"/>
                      <a:pt x="464" y="19788"/>
                    </a:cubicBezTo>
                    <a:moveTo>
                      <a:pt x="13323" y="8430"/>
                    </a:moveTo>
                    <a:cubicBezTo>
                      <a:pt x="13323" y="6608"/>
                      <a:pt x="12859" y="5179"/>
                      <a:pt x="11894" y="4143"/>
                    </a:cubicBezTo>
                    <a:cubicBezTo>
                      <a:pt x="10930" y="3072"/>
                      <a:pt x="9787" y="2536"/>
                      <a:pt x="8430" y="2536"/>
                    </a:cubicBezTo>
                    <a:cubicBezTo>
                      <a:pt x="7072" y="2536"/>
                      <a:pt x="5822" y="3108"/>
                      <a:pt x="4786" y="4251"/>
                    </a:cubicBezTo>
                    <a:cubicBezTo>
                      <a:pt x="3750" y="5394"/>
                      <a:pt x="3251" y="6858"/>
                      <a:pt x="3251" y="8680"/>
                    </a:cubicBezTo>
                    <a:cubicBezTo>
                      <a:pt x="3251" y="10323"/>
                      <a:pt x="3750" y="11644"/>
                      <a:pt x="4715" y="12644"/>
                    </a:cubicBezTo>
                    <a:cubicBezTo>
                      <a:pt x="5715" y="13680"/>
                      <a:pt x="6894" y="14180"/>
                      <a:pt x="8358" y="14180"/>
                    </a:cubicBezTo>
                    <a:cubicBezTo>
                      <a:pt x="9823" y="14180"/>
                      <a:pt x="11001" y="13680"/>
                      <a:pt x="11930" y="12644"/>
                    </a:cubicBezTo>
                    <a:cubicBezTo>
                      <a:pt x="12859" y="11609"/>
                      <a:pt x="13323" y="10216"/>
                      <a:pt x="13323" y="8430"/>
                    </a:cubicBezTo>
                    <a:close/>
                  </a:path>
                </a:pathLst>
              </a:custGeom>
              <a:solidFill>
                <a:srgbClr val="000000"/>
              </a:solidFill>
              <a:ln w="3572" cap="flat">
                <a:noFill/>
                <a:prstDash val="solid"/>
                <a:miter/>
              </a:ln>
            </p:spPr>
            <p:txBody>
              <a:bodyPr/>
              <a:lstStyle/>
              <a:p>
                <a:endParaRPr lang="en-US" sz="1701"/>
              </a:p>
            </p:txBody>
          </p:sp>
          <p:sp>
            <p:nvSpPr>
              <p:cNvPr id="12400" name="Freeform: Shape 12399">
                <a:extLst>
                  <a:ext uri="{FF2B5EF4-FFF2-40B4-BE49-F238E27FC236}">
                    <a16:creationId xmlns:a16="http://schemas.microsoft.com/office/drawing/2014/main" id="{8C6BB627-1343-3662-0A74-540E27BE7E9D}"/>
                  </a:ext>
                </a:extLst>
              </p:cNvPr>
              <p:cNvSpPr/>
              <p:nvPr/>
            </p:nvSpPr>
            <p:spPr>
              <a:xfrm>
                <a:off x="3075412" y="1338290"/>
                <a:ext cx="36839" cy="57070"/>
              </a:xfrm>
              <a:custGeom>
                <a:avLst/>
                <a:gdLst>
                  <a:gd name="csX0" fmla="*/ 0 w 16787"/>
                  <a:gd name="csY0" fmla="*/ 18967 h 26146"/>
                  <a:gd name="csX1" fmla="*/ 3143 w 16787"/>
                  <a:gd name="csY1" fmla="*/ 18538 h 26146"/>
                  <a:gd name="csX2" fmla="*/ 5000 w 16787"/>
                  <a:gd name="csY2" fmla="*/ 22396 h 26146"/>
                  <a:gd name="csX3" fmla="*/ 8180 w 16787"/>
                  <a:gd name="csY3" fmla="*/ 23575 h 26146"/>
                  <a:gd name="csX4" fmla="*/ 11930 w 16787"/>
                  <a:gd name="csY4" fmla="*/ 22039 h 26146"/>
                  <a:gd name="csX5" fmla="*/ 13466 w 16787"/>
                  <a:gd name="csY5" fmla="*/ 18252 h 26146"/>
                  <a:gd name="csX6" fmla="*/ 12073 w 16787"/>
                  <a:gd name="csY6" fmla="*/ 14681 h 26146"/>
                  <a:gd name="csX7" fmla="*/ 8465 w 16787"/>
                  <a:gd name="csY7" fmla="*/ 13287 h 26146"/>
                  <a:gd name="csX8" fmla="*/ 6251 w 16787"/>
                  <a:gd name="csY8" fmla="*/ 13609 h 26146"/>
                  <a:gd name="csX9" fmla="*/ 6608 w 16787"/>
                  <a:gd name="csY9" fmla="*/ 10859 h 26146"/>
                  <a:gd name="csX10" fmla="*/ 7108 w 16787"/>
                  <a:gd name="csY10" fmla="*/ 10894 h 26146"/>
                  <a:gd name="csX11" fmla="*/ 10716 w 16787"/>
                  <a:gd name="csY11" fmla="*/ 9823 h 26146"/>
                  <a:gd name="csX12" fmla="*/ 12323 w 16787"/>
                  <a:gd name="csY12" fmla="*/ 6608 h 26146"/>
                  <a:gd name="csX13" fmla="*/ 11144 w 16787"/>
                  <a:gd name="csY13" fmla="*/ 3750 h 26146"/>
                  <a:gd name="csX14" fmla="*/ 8144 w 16787"/>
                  <a:gd name="csY14" fmla="*/ 2608 h 26146"/>
                  <a:gd name="csX15" fmla="*/ 5108 w 16787"/>
                  <a:gd name="csY15" fmla="*/ 3750 h 26146"/>
                  <a:gd name="csX16" fmla="*/ 3536 w 16787"/>
                  <a:gd name="csY16" fmla="*/ 7180 h 26146"/>
                  <a:gd name="csX17" fmla="*/ 393 w 16787"/>
                  <a:gd name="csY17" fmla="*/ 6608 h 26146"/>
                  <a:gd name="csX18" fmla="*/ 3000 w 16787"/>
                  <a:gd name="csY18" fmla="*/ 1715 h 26146"/>
                  <a:gd name="csX19" fmla="*/ 8072 w 16787"/>
                  <a:gd name="csY19" fmla="*/ 0 h 26146"/>
                  <a:gd name="csX20" fmla="*/ 11930 w 16787"/>
                  <a:gd name="csY20" fmla="*/ 893 h 26146"/>
                  <a:gd name="csX21" fmla="*/ 14609 w 16787"/>
                  <a:gd name="csY21" fmla="*/ 3358 h 26146"/>
                  <a:gd name="csX22" fmla="*/ 15538 w 16787"/>
                  <a:gd name="csY22" fmla="*/ 6644 h 26146"/>
                  <a:gd name="csX23" fmla="*/ 14645 w 16787"/>
                  <a:gd name="csY23" fmla="*/ 9644 h 26146"/>
                  <a:gd name="csX24" fmla="*/ 12001 w 16787"/>
                  <a:gd name="csY24" fmla="*/ 11823 h 26146"/>
                  <a:gd name="csX25" fmla="*/ 15538 w 16787"/>
                  <a:gd name="csY25" fmla="*/ 14002 h 26146"/>
                  <a:gd name="csX26" fmla="*/ 16788 w 16787"/>
                  <a:gd name="csY26" fmla="*/ 18145 h 26146"/>
                  <a:gd name="csX27" fmla="*/ 14323 w 16787"/>
                  <a:gd name="csY27" fmla="*/ 23825 h 26146"/>
                  <a:gd name="csX28" fmla="*/ 8144 w 16787"/>
                  <a:gd name="csY28" fmla="*/ 26146 h 26146"/>
                  <a:gd name="csX29" fmla="*/ 2536 w 16787"/>
                  <a:gd name="csY29" fmla="*/ 24146 h 26146"/>
                  <a:gd name="csX30" fmla="*/ 0 w 16787"/>
                  <a:gd name="csY30" fmla="*/ 18931 h 26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787" h="26146">
                    <a:moveTo>
                      <a:pt x="0" y="18967"/>
                    </a:moveTo>
                    <a:lnTo>
                      <a:pt x="3143" y="18538"/>
                    </a:lnTo>
                    <a:cubicBezTo>
                      <a:pt x="3500" y="20324"/>
                      <a:pt x="4108" y="21610"/>
                      <a:pt x="5000" y="22396"/>
                    </a:cubicBezTo>
                    <a:cubicBezTo>
                      <a:pt x="5893" y="23181"/>
                      <a:pt x="6929" y="23575"/>
                      <a:pt x="8180" y="23575"/>
                    </a:cubicBezTo>
                    <a:cubicBezTo>
                      <a:pt x="9644" y="23575"/>
                      <a:pt x="10894" y="23074"/>
                      <a:pt x="11930" y="22039"/>
                    </a:cubicBezTo>
                    <a:cubicBezTo>
                      <a:pt x="12966" y="21003"/>
                      <a:pt x="13466" y="19753"/>
                      <a:pt x="13466" y="18252"/>
                    </a:cubicBezTo>
                    <a:cubicBezTo>
                      <a:pt x="13466" y="16752"/>
                      <a:pt x="13002" y="15609"/>
                      <a:pt x="12073" y="14681"/>
                    </a:cubicBezTo>
                    <a:cubicBezTo>
                      <a:pt x="11108" y="13752"/>
                      <a:pt x="9930" y="13287"/>
                      <a:pt x="8465" y="13287"/>
                    </a:cubicBezTo>
                    <a:cubicBezTo>
                      <a:pt x="7894" y="13287"/>
                      <a:pt x="7144" y="13395"/>
                      <a:pt x="6251" y="13609"/>
                    </a:cubicBezTo>
                    <a:lnTo>
                      <a:pt x="6608" y="10859"/>
                    </a:lnTo>
                    <a:cubicBezTo>
                      <a:pt x="6822" y="10859"/>
                      <a:pt x="7001" y="10894"/>
                      <a:pt x="7108" y="10894"/>
                    </a:cubicBezTo>
                    <a:cubicBezTo>
                      <a:pt x="8465" y="10894"/>
                      <a:pt x="9644" y="10537"/>
                      <a:pt x="10716" y="9823"/>
                    </a:cubicBezTo>
                    <a:cubicBezTo>
                      <a:pt x="11787" y="9108"/>
                      <a:pt x="12323" y="8037"/>
                      <a:pt x="12323" y="6608"/>
                    </a:cubicBezTo>
                    <a:cubicBezTo>
                      <a:pt x="12323" y="5465"/>
                      <a:pt x="11930" y="4501"/>
                      <a:pt x="11144" y="3750"/>
                    </a:cubicBezTo>
                    <a:cubicBezTo>
                      <a:pt x="10394" y="3000"/>
                      <a:pt x="9358" y="2608"/>
                      <a:pt x="8144" y="2608"/>
                    </a:cubicBezTo>
                    <a:cubicBezTo>
                      <a:pt x="6929" y="2608"/>
                      <a:pt x="5929" y="3000"/>
                      <a:pt x="5108" y="3750"/>
                    </a:cubicBezTo>
                    <a:cubicBezTo>
                      <a:pt x="4286" y="4501"/>
                      <a:pt x="3750" y="5679"/>
                      <a:pt x="3536" y="7180"/>
                    </a:cubicBezTo>
                    <a:lnTo>
                      <a:pt x="393" y="6608"/>
                    </a:lnTo>
                    <a:cubicBezTo>
                      <a:pt x="786" y="4501"/>
                      <a:pt x="1643" y="2857"/>
                      <a:pt x="3000" y="1715"/>
                    </a:cubicBezTo>
                    <a:cubicBezTo>
                      <a:pt x="4358" y="572"/>
                      <a:pt x="6036" y="0"/>
                      <a:pt x="8072" y="0"/>
                    </a:cubicBezTo>
                    <a:cubicBezTo>
                      <a:pt x="9465" y="0"/>
                      <a:pt x="10751" y="286"/>
                      <a:pt x="11930" y="893"/>
                    </a:cubicBezTo>
                    <a:cubicBezTo>
                      <a:pt x="13109" y="1500"/>
                      <a:pt x="14002" y="2322"/>
                      <a:pt x="14609" y="3358"/>
                    </a:cubicBezTo>
                    <a:cubicBezTo>
                      <a:pt x="15216" y="4394"/>
                      <a:pt x="15538" y="5501"/>
                      <a:pt x="15538" y="6644"/>
                    </a:cubicBezTo>
                    <a:cubicBezTo>
                      <a:pt x="15538" y="7787"/>
                      <a:pt x="15216" y="8751"/>
                      <a:pt x="14645" y="9644"/>
                    </a:cubicBezTo>
                    <a:cubicBezTo>
                      <a:pt x="14037" y="10573"/>
                      <a:pt x="13180" y="11287"/>
                      <a:pt x="12001" y="11823"/>
                    </a:cubicBezTo>
                    <a:cubicBezTo>
                      <a:pt x="13502" y="12144"/>
                      <a:pt x="14680" y="12895"/>
                      <a:pt x="15538" y="14002"/>
                    </a:cubicBezTo>
                    <a:cubicBezTo>
                      <a:pt x="16359" y="15109"/>
                      <a:pt x="16788" y="16467"/>
                      <a:pt x="16788" y="18145"/>
                    </a:cubicBezTo>
                    <a:cubicBezTo>
                      <a:pt x="16788" y="20360"/>
                      <a:pt x="15966" y="22253"/>
                      <a:pt x="14323" y="23825"/>
                    </a:cubicBezTo>
                    <a:cubicBezTo>
                      <a:pt x="12716" y="25360"/>
                      <a:pt x="10644" y="26146"/>
                      <a:pt x="8144" y="26146"/>
                    </a:cubicBezTo>
                    <a:cubicBezTo>
                      <a:pt x="5893" y="26146"/>
                      <a:pt x="4036" y="25503"/>
                      <a:pt x="2536" y="24146"/>
                    </a:cubicBezTo>
                    <a:cubicBezTo>
                      <a:pt x="1072" y="22789"/>
                      <a:pt x="214" y="21074"/>
                      <a:pt x="0" y="18931"/>
                    </a:cubicBezTo>
                    <a:close/>
                  </a:path>
                </a:pathLst>
              </a:custGeom>
              <a:solidFill>
                <a:srgbClr val="000000"/>
              </a:solidFill>
              <a:ln w="3572" cap="flat">
                <a:noFill/>
                <a:prstDash val="solid"/>
                <a:miter/>
              </a:ln>
            </p:spPr>
            <p:txBody>
              <a:bodyPr/>
              <a:lstStyle/>
              <a:p>
                <a:endParaRPr lang="en-US" sz="1701"/>
              </a:p>
            </p:txBody>
          </p:sp>
          <p:sp>
            <p:nvSpPr>
              <p:cNvPr id="12402" name="Freeform: Shape 12401">
                <a:extLst>
                  <a:ext uri="{FF2B5EF4-FFF2-40B4-BE49-F238E27FC236}">
                    <a16:creationId xmlns:a16="http://schemas.microsoft.com/office/drawing/2014/main" id="{45C02A99-F11E-B6C5-FD50-DF7B9A4D1A77}"/>
                  </a:ext>
                </a:extLst>
              </p:cNvPr>
              <p:cNvSpPr/>
              <p:nvPr/>
            </p:nvSpPr>
            <p:spPr>
              <a:xfrm>
                <a:off x="3031126" y="1419218"/>
                <a:ext cx="37076" cy="56055"/>
              </a:xfrm>
              <a:custGeom>
                <a:avLst/>
                <a:gdLst>
                  <a:gd name="csX0" fmla="*/ 16895 w 16895"/>
                  <a:gd name="csY0" fmla="*/ 22682 h 25681"/>
                  <a:gd name="csX1" fmla="*/ 16895 w 16895"/>
                  <a:gd name="csY1" fmla="*/ 25682 h 25681"/>
                  <a:gd name="csX2" fmla="*/ 0 w 16895"/>
                  <a:gd name="csY2" fmla="*/ 25682 h 25681"/>
                  <a:gd name="csX3" fmla="*/ 357 w 16895"/>
                  <a:gd name="csY3" fmla="*/ 23503 h 25681"/>
                  <a:gd name="csX4" fmla="*/ 2429 w 16895"/>
                  <a:gd name="csY4" fmla="*/ 20110 h 25681"/>
                  <a:gd name="csX5" fmla="*/ 6537 w 16895"/>
                  <a:gd name="csY5" fmla="*/ 16216 h 25681"/>
                  <a:gd name="csX6" fmla="*/ 12180 w 16895"/>
                  <a:gd name="csY6" fmla="*/ 10787 h 25681"/>
                  <a:gd name="csX7" fmla="*/ 13645 w 16895"/>
                  <a:gd name="csY7" fmla="*/ 7037 h 25681"/>
                  <a:gd name="csX8" fmla="*/ 12287 w 16895"/>
                  <a:gd name="csY8" fmla="*/ 3893 h 25681"/>
                  <a:gd name="csX9" fmla="*/ 8823 w 16895"/>
                  <a:gd name="csY9" fmla="*/ 2608 h 25681"/>
                  <a:gd name="csX10" fmla="*/ 5179 w 16895"/>
                  <a:gd name="csY10" fmla="*/ 3965 h 25681"/>
                  <a:gd name="csX11" fmla="*/ 3786 w 16895"/>
                  <a:gd name="csY11" fmla="*/ 7715 h 25681"/>
                  <a:gd name="csX12" fmla="*/ 572 w 16895"/>
                  <a:gd name="csY12" fmla="*/ 7394 h 25681"/>
                  <a:gd name="csX13" fmla="*/ 3072 w 16895"/>
                  <a:gd name="csY13" fmla="*/ 1893 h 25681"/>
                  <a:gd name="csX14" fmla="*/ 8858 w 16895"/>
                  <a:gd name="csY14" fmla="*/ 0 h 25681"/>
                  <a:gd name="csX15" fmla="*/ 14681 w 16895"/>
                  <a:gd name="csY15" fmla="*/ 2036 h 25681"/>
                  <a:gd name="csX16" fmla="*/ 16824 w 16895"/>
                  <a:gd name="csY16" fmla="*/ 7108 h 25681"/>
                  <a:gd name="csX17" fmla="*/ 16181 w 16895"/>
                  <a:gd name="csY17" fmla="*/ 10108 h 25681"/>
                  <a:gd name="csX18" fmla="*/ 14109 w 16895"/>
                  <a:gd name="csY18" fmla="*/ 13252 h 25681"/>
                  <a:gd name="csX19" fmla="*/ 9251 w 16895"/>
                  <a:gd name="csY19" fmla="*/ 17752 h 25681"/>
                  <a:gd name="csX20" fmla="*/ 5608 w 16895"/>
                  <a:gd name="csY20" fmla="*/ 20967 h 25681"/>
                  <a:gd name="csX21" fmla="*/ 4286 w 16895"/>
                  <a:gd name="csY21" fmla="*/ 22682 h 25681"/>
                  <a:gd name="csX22" fmla="*/ 16824 w 16895"/>
                  <a:gd name="csY22" fmla="*/ 22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5" h="25681">
                    <a:moveTo>
                      <a:pt x="16895" y="22682"/>
                    </a:moveTo>
                    <a:lnTo>
                      <a:pt x="16895" y="25682"/>
                    </a:lnTo>
                    <a:lnTo>
                      <a:pt x="0" y="25682"/>
                    </a:lnTo>
                    <a:cubicBezTo>
                      <a:pt x="0" y="24932"/>
                      <a:pt x="107" y="24217"/>
                      <a:pt x="357" y="23503"/>
                    </a:cubicBezTo>
                    <a:cubicBezTo>
                      <a:pt x="786" y="22360"/>
                      <a:pt x="1465" y="21217"/>
                      <a:pt x="2429" y="20110"/>
                    </a:cubicBezTo>
                    <a:cubicBezTo>
                      <a:pt x="3393" y="19002"/>
                      <a:pt x="4751" y="17717"/>
                      <a:pt x="6537" y="16216"/>
                    </a:cubicBezTo>
                    <a:cubicBezTo>
                      <a:pt x="9323" y="13930"/>
                      <a:pt x="11180" y="12144"/>
                      <a:pt x="12180" y="10787"/>
                    </a:cubicBezTo>
                    <a:cubicBezTo>
                      <a:pt x="13144" y="9466"/>
                      <a:pt x="13645" y="8215"/>
                      <a:pt x="13645" y="7037"/>
                    </a:cubicBezTo>
                    <a:cubicBezTo>
                      <a:pt x="13645" y="5858"/>
                      <a:pt x="13180" y="4751"/>
                      <a:pt x="12287" y="3893"/>
                    </a:cubicBezTo>
                    <a:cubicBezTo>
                      <a:pt x="11394" y="3036"/>
                      <a:pt x="10251" y="2608"/>
                      <a:pt x="8823" y="2608"/>
                    </a:cubicBezTo>
                    <a:cubicBezTo>
                      <a:pt x="7322" y="2608"/>
                      <a:pt x="6108" y="3072"/>
                      <a:pt x="5179" y="3965"/>
                    </a:cubicBezTo>
                    <a:cubicBezTo>
                      <a:pt x="4286" y="4858"/>
                      <a:pt x="3822" y="6144"/>
                      <a:pt x="3786" y="7715"/>
                    </a:cubicBezTo>
                    <a:lnTo>
                      <a:pt x="572" y="7394"/>
                    </a:lnTo>
                    <a:cubicBezTo>
                      <a:pt x="786" y="5001"/>
                      <a:pt x="1607" y="3143"/>
                      <a:pt x="3072" y="1893"/>
                    </a:cubicBezTo>
                    <a:cubicBezTo>
                      <a:pt x="4501" y="607"/>
                      <a:pt x="6465" y="0"/>
                      <a:pt x="8858" y="0"/>
                    </a:cubicBezTo>
                    <a:cubicBezTo>
                      <a:pt x="11251" y="0"/>
                      <a:pt x="13252" y="679"/>
                      <a:pt x="14681" y="2036"/>
                    </a:cubicBezTo>
                    <a:cubicBezTo>
                      <a:pt x="16109" y="3393"/>
                      <a:pt x="16824" y="5108"/>
                      <a:pt x="16824" y="7108"/>
                    </a:cubicBezTo>
                    <a:cubicBezTo>
                      <a:pt x="16824" y="8144"/>
                      <a:pt x="16609" y="9144"/>
                      <a:pt x="16181" y="10108"/>
                    </a:cubicBezTo>
                    <a:cubicBezTo>
                      <a:pt x="15752" y="11108"/>
                      <a:pt x="15073" y="12144"/>
                      <a:pt x="14109" y="13252"/>
                    </a:cubicBezTo>
                    <a:cubicBezTo>
                      <a:pt x="13144" y="14323"/>
                      <a:pt x="11537" y="15859"/>
                      <a:pt x="9251" y="17752"/>
                    </a:cubicBezTo>
                    <a:cubicBezTo>
                      <a:pt x="7358" y="19360"/>
                      <a:pt x="6144" y="20395"/>
                      <a:pt x="5608" y="20967"/>
                    </a:cubicBezTo>
                    <a:cubicBezTo>
                      <a:pt x="5072" y="21539"/>
                      <a:pt x="4643" y="22110"/>
                      <a:pt x="4286" y="22682"/>
                    </a:cubicBezTo>
                    <a:lnTo>
                      <a:pt x="16824" y="22682"/>
                    </a:lnTo>
                    <a:close/>
                  </a:path>
                </a:pathLst>
              </a:custGeom>
              <a:solidFill>
                <a:srgbClr val="000000"/>
              </a:solidFill>
              <a:ln w="3572" cap="flat">
                <a:noFill/>
                <a:prstDash val="solid"/>
                <a:miter/>
              </a:ln>
            </p:spPr>
            <p:txBody>
              <a:bodyPr/>
              <a:lstStyle/>
              <a:p>
                <a:endParaRPr lang="en-US" sz="1701"/>
              </a:p>
            </p:txBody>
          </p:sp>
          <p:sp>
            <p:nvSpPr>
              <p:cNvPr id="12403" name="Freeform: Shape 12402">
                <a:extLst>
                  <a:ext uri="{FF2B5EF4-FFF2-40B4-BE49-F238E27FC236}">
                    <a16:creationId xmlns:a16="http://schemas.microsoft.com/office/drawing/2014/main" id="{FF769BBE-9A52-340A-0B7F-CF077D73BFBF}"/>
                  </a:ext>
                </a:extLst>
              </p:cNvPr>
              <p:cNvSpPr/>
              <p:nvPr/>
            </p:nvSpPr>
            <p:spPr>
              <a:xfrm>
                <a:off x="3073297" y="1419530"/>
                <a:ext cx="38798" cy="55743"/>
              </a:xfrm>
              <a:custGeom>
                <a:avLst/>
                <a:gdLst>
                  <a:gd name="csX0" fmla="*/ 11108 w 17680"/>
                  <a:gd name="csY0" fmla="*/ 25539 h 25538"/>
                  <a:gd name="csX1" fmla="*/ 11108 w 17680"/>
                  <a:gd name="csY1" fmla="*/ 19431 h 25538"/>
                  <a:gd name="csX2" fmla="*/ 0 w 17680"/>
                  <a:gd name="csY2" fmla="*/ 19431 h 25538"/>
                  <a:gd name="csX3" fmla="*/ 0 w 17680"/>
                  <a:gd name="csY3" fmla="*/ 16573 h 25538"/>
                  <a:gd name="csX4" fmla="*/ 11680 w 17680"/>
                  <a:gd name="csY4" fmla="*/ 0 h 25538"/>
                  <a:gd name="csX5" fmla="*/ 14216 w 17680"/>
                  <a:gd name="csY5" fmla="*/ 0 h 25538"/>
                  <a:gd name="csX6" fmla="*/ 14216 w 17680"/>
                  <a:gd name="csY6" fmla="*/ 16573 h 25538"/>
                  <a:gd name="csX7" fmla="*/ 17681 w 17680"/>
                  <a:gd name="csY7" fmla="*/ 16573 h 25538"/>
                  <a:gd name="csX8" fmla="*/ 17681 w 17680"/>
                  <a:gd name="csY8" fmla="*/ 19431 h 25538"/>
                  <a:gd name="csX9" fmla="*/ 14216 w 17680"/>
                  <a:gd name="csY9" fmla="*/ 19431 h 25538"/>
                  <a:gd name="csX10" fmla="*/ 14216 w 17680"/>
                  <a:gd name="csY10" fmla="*/ 25539 h 25538"/>
                  <a:gd name="csX11" fmla="*/ 11073 w 17680"/>
                  <a:gd name="csY11" fmla="*/ 25539 h 25538"/>
                  <a:gd name="csX12" fmla="*/ 11108 w 17680"/>
                  <a:gd name="csY12" fmla="*/ 16538 h 25538"/>
                  <a:gd name="csX13" fmla="*/ 11108 w 17680"/>
                  <a:gd name="csY13" fmla="*/ 5000 h 25538"/>
                  <a:gd name="csX14" fmla="*/ 3108 w 17680"/>
                  <a:gd name="csY14" fmla="*/ 16538 h 25538"/>
                  <a:gd name="csX15" fmla="*/ 11108 w 17680"/>
                  <a:gd name="csY15" fmla="*/ 16538 h 2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680" h="25538">
                    <a:moveTo>
                      <a:pt x="11108" y="25539"/>
                    </a:moveTo>
                    <a:lnTo>
                      <a:pt x="11108" y="19431"/>
                    </a:lnTo>
                    <a:lnTo>
                      <a:pt x="0" y="19431"/>
                    </a:lnTo>
                    <a:lnTo>
                      <a:pt x="0" y="16573"/>
                    </a:lnTo>
                    <a:lnTo>
                      <a:pt x="11680" y="0"/>
                    </a:lnTo>
                    <a:lnTo>
                      <a:pt x="14216" y="0"/>
                    </a:lnTo>
                    <a:lnTo>
                      <a:pt x="14216" y="16573"/>
                    </a:lnTo>
                    <a:lnTo>
                      <a:pt x="17681" y="16573"/>
                    </a:lnTo>
                    <a:lnTo>
                      <a:pt x="17681" y="19431"/>
                    </a:lnTo>
                    <a:lnTo>
                      <a:pt x="14216" y="19431"/>
                    </a:lnTo>
                    <a:lnTo>
                      <a:pt x="14216" y="25539"/>
                    </a:lnTo>
                    <a:lnTo>
                      <a:pt x="11073" y="25539"/>
                    </a:lnTo>
                    <a:moveTo>
                      <a:pt x="11108" y="16538"/>
                    </a:moveTo>
                    <a:lnTo>
                      <a:pt x="11108" y="5000"/>
                    </a:lnTo>
                    <a:lnTo>
                      <a:pt x="3108" y="16538"/>
                    </a:lnTo>
                    <a:lnTo>
                      <a:pt x="11108" y="16538"/>
                    </a:lnTo>
                    <a:close/>
                  </a:path>
                </a:pathLst>
              </a:custGeom>
              <a:solidFill>
                <a:srgbClr val="000000"/>
              </a:solidFill>
              <a:ln w="3572" cap="flat">
                <a:noFill/>
                <a:prstDash val="solid"/>
                <a:miter/>
              </a:ln>
            </p:spPr>
            <p:txBody>
              <a:bodyPr/>
              <a:lstStyle/>
              <a:p>
                <a:endParaRPr lang="en-US" sz="1701"/>
              </a:p>
            </p:txBody>
          </p:sp>
          <p:sp>
            <p:nvSpPr>
              <p:cNvPr id="12405" name="Freeform: Shape 12404">
                <a:extLst>
                  <a:ext uri="{FF2B5EF4-FFF2-40B4-BE49-F238E27FC236}">
                    <a16:creationId xmlns:a16="http://schemas.microsoft.com/office/drawing/2014/main" id="{2964EFEE-18F6-837D-5382-C6C43E8D2C52}"/>
                  </a:ext>
                </a:extLst>
              </p:cNvPr>
              <p:cNvSpPr/>
              <p:nvPr/>
            </p:nvSpPr>
            <p:spPr>
              <a:xfrm>
                <a:off x="3037239" y="1500224"/>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6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7" y="8537"/>
                      <a:pt x="1000" y="9108"/>
                      <a:pt x="0" y="9466"/>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406" name="Freeform: Shape 12405">
                <a:extLst>
                  <a:ext uri="{FF2B5EF4-FFF2-40B4-BE49-F238E27FC236}">
                    <a16:creationId xmlns:a16="http://schemas.microsoft.com/office/drawing/2014/main" id="{6D17ABF2-463A-0DBB-5532-F3115C3B6565}"/>
                  </a:ext>
                </a:extLst>
              </p:cNvPr>
              <p:cNvSpPr/>
              <p:nvPr/>
            </p:nvSpPr>
            <p:spPr>
              <a:xfrm>
                <a:off x="3073297" y="1500457"/>
                <a:ext cx="38798" cy="55743"/>
              </a:xfrm>
              <a:custGeom>
                <a:avLst/>
                <a:gdLst>
                  <a:gd name="csX0" fmla="*/ 11108 w 17680"/>
                  <a:gd name="csY0" fmla="*/ 25539 h 25538"/>
                  <a:gd name="csX1" fmla="*/ 11108 w 17680"/>
                  <a:gd name="csY1" fmla="*/ 19431 h 25538"/>
                  <a:gd name="csX2" fmla="*/ 0 w 17680"/>
                  <a:gd name="csY2" fmla="*/ 19431 h 25538"/>
                  <a:gd name="csX3" fmla="*/ 0 w 17680"/>
                  <a:gd name="csY3" fmla="*/ 16574 h 25538"/>
                  <a:gd name="csX4" fmla="*/ 11680 w 17680"/>
                  <a:gd name="csY4" fmla="*/ 0 h 25538"/>
                  <a:gd name="csX5" fmla="*/ 14216 w 17680"/>
                  <a:gd name="csY5" fmla="*/ 0 h 25538"/>
                  <a:gd name="csX6" fmla="*/ 14216 w 17680"/>
                  <a:gd name="csY6" fmla="*/ 16574 h 25538"/>
                  <a:gd name="csX7" fmla="*/ 17681 w 17680"/>
                  <a:gd name="csY7" fmla="*/ 16574 h 25538"/>
                  <a:gd name="csX8" fmla="*/ 17681 w 17680"/>
                  <a:gd name="csY8" fmla="*/ 19431 h 25538"/>
                  <a:gd name="csX9" fmla="*/ 14216 w 17680"/>
                  <a:gd name="csY9" fmla="*/ 19431 h 25538"/>
                  <a:gd name="csX10" fmla="*/ 14216 w 17680"/>
                  <a:gd name="csY10" fmla="*/ 25539 h 25538"/>
                  <a:gd name="csX11" fmla="*/ 11073 w 17680"/>
                  <a:gd name="csY11" fmla="*/ 25539 h 25538"/>
                  <a:gd name="csX12" fmla="*/ 11108 w 17680"/>
                  <a:gd name="csY12" fmla="*/ 16538 h 25538"/>
                  <a:gd name="csX13" fmla="*/ 11108 w 17680"/>
                  <a:gd name="csY13" fmla="*/ 5001 h 25538"/>
                  <a:gd name="csX14" fmla="*/ 3108 w 17680"/>
                  <a:gd name="csY14" fmla="*/ 16538 h 25538"/>
                  <a:gd name="csX15" fmla="*/ 11108 w 17680"/>
                  <a:gd name="csY15" fmla="*/ 16538 h 2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680" h="25538">
                    <a:moveTo>
                      <a:pt x="11108" y="25539"/>
                    </a:moveTo>
                    <a:lnTo>
                      <a:pt x="11108" y="19431"/>
                    </a:lnTo>
                    <a:lnTo>
                      <a:pt x="0" y="19431"/>
                    </a:lnTo>
                    <a:lnTo>
                      <a:pt x="0" y="16574"/>
                    </a:lnTo>
                    <a:lnTo>
                      <a:pt x="11680" y="0"/>
                    </a:lnTo>
                    <a:lnTo>
                      <a:pt x="14216" y="0"/>
                    </a:lnTo>
                    <a:lnTo>
                      <a:pt x="14216" y="16574"/>
                    </a:lnTo>
                    <a:lnTo>
                      <a:pt x="17681" y="16574"/>
                    </a:lnTo>
                    <a:lnTo>
                      <a:pt x="17681" y="19431"/>
                    </a:lnTo>
                    <a:lnTo>
                      <a:pt x="14216" y="19431"/>
                    </a:lnTo>
                    <a:lnTo>
                      <a:pt x="14216" y="25539"/>
                    </a:lnTo>
                    <a:lnTo>
                      <a:pt x="11073" y="25539"/>
                    </a:lnTo>
                    <a:moveTo>
                      <a:pt x="11108" y="16538"/>
                    </a:moveTo>
                    <a:lnTo>
                      <a:pt x="11108" y="5001"/>
                    </a:lnTo>
                    <a:lnTo>
                      <a:pt x="3108" y="16538"/>
                    </a:lnTo>
                    <a:lnTo>
                      <a:pt x="11108" y="16538"/>
                    </a:lnTo>
                    <a:close/>
                  </a:path>
                </a:pathLst>
              </a:custGeom>
              <a:solidFill>
                <a:srgbClr val="000000"/>
              </a:solidFill>
              <a:ln w="3572" cap="flat">
                <a:noFill/>
                <a:prstDash val="solid"/>
                <a:miter/>
              </a:ln>
            </p:spPr>
            <p:txBody>
              <a:bodyPr/>
              <a:lstStyle/>
              <a:p>
                <a:endParaRPr lang="en-US" sz="1701"/>
              </a:p>
            </p:txBody>
          </p:sp>
          <p:sp>
            <p:nvSpPr>
              <p:cNvPr id="12408" name="Freeform: Shape 12407">
                <a:extLst>
                  <a:ext uri="{FF2B5EF4-FFF2-40B4-BE49-F238E27FC236}">
                    <a16:creationId xmlns:a16="http://schemas.microsoft.com/office/drawing/2014/main" id="{3F53A596-D08A-DA0E-EC4B-5C79E331C2BD}"/>
                  </a:ext>
                </a:extLst>
              </p:cNvPr>
              <p:cNvSpPr/>
              <p:nvPr/>
            </p:nvSpPr>
            <p:spPr>
              <a:xfrm>
                <a:off x="3041707" y="1580996"/>
                <a:ext cx="37073" cy="56055"/>
              </a:xfrm>
              <a:custGeom>
                <a:avLst/>
                <a:gdLst>
                  <a:gd name="csX0" fmla="*/ 16895 w 16894"/>
                  <a:gd name="csY0" fmla="*/ 22682 h 25681"/>
                  <a:gd name="csX1" fmla="*/ 16895 w 16894"/>
                  <a:gd name="csY1" fmla="*/ 25682 h 25681"/>
                  <a:gd name="csX2" fmla="*/ 0 w 16894"/>
                  <a:gd name="csY2" fmla="*/ 25682 h 25681"/>
                  <a:gd name="csX3" fmla="*/ 357 w 16894"/>
                  <a:gd name="csY3" fmla="*/ 23503 h 25681"/>
                  <a:gd name="csX4" fmla="*/ 2429 w 16894"/>
                  <a:gd name="csY4" fmla="*/ 20110 h 25681"/>
                  <a:gd name="csX5" fmla="*/ 6536 w 16894"/>
                  <a:gd name="csY5" fmla="*/ 16216 h 25681"/>
                  <a:gd name="csX6" fmla="*/ 12180 w 16894"/>
                  <a:gd name="csY6" fmla="*/ 10787 h 25681"/>
                  <a:gd name="csX7" fmla="*/ 13645 w 16894"/>
                  <a:gd name="csY7" fmla="*/ 7037 h 25681"/>
                  <a:gd name="csX8" fmla="*/ 12287 w 16894"/>
                  <a:gd name="csY8" fmla="*/ 3893 h 25681"/>
                  <a:gd name="csX9" fmla="*/ 8822 w 16894"/>
                  <a:gd name="csY9" fmla="*/ 2608 h 25681"/>
                  <a:gd name="csX10" fmla="*/ 5179 w 16894"/>
                  <a:gd name="csY10" fmla="*/ 3965 h 25681"/>
                  <a:gd name="csX11" fmla="*/ 3786 w 16894"/>
                  <a:gd name="csY11" fmla="*/ 7715 h 25681"/>
                  <a:gd name="csX12" fmla="*/ 571 w 16894"/>
                  <a:gd name="csY12" fmla="*/ 7394 h 25681"/>
                  <a:gd name="csX13" fmla="*/ 3072 w 16894"/>
                  <a:gd name="csY13" fmla="*/ 1893 h 25681"/>
                  <a:gd name="csX14" fmla="*/ 8858 w 16894"/>
                  <a:gd name="csY14" fmla="*/ 0 h 25681"/>
                  <a:gd name="csX15" fmla="*/ 14680 w 16894"/>
                  <a:gd name="csY15" fmla="*/ 2036 h 25681"/>
                  <a:gd name="csX16" fmla="*/ 16823 w 16894"/>
                  <a:gd name="csY16" fmla="*/ 7108 h 25681"/>
                  <a:gd name="csX17" fmla="*/ 16180 w 16894"/>
                  <a:gd name="csY17" fmla="*/ 10108 h 25681"/>
                  <a:gd name="csX18" fmla="*/ 14109 w 16894"/>
                  <a:gd name="csY18" fmla="*/ 13252 h 25681"/>
                  <a:gd name="csX19" fmla="*/ 9251 w 16894"/>
                  <a:gd name="csY19" fmla="*/ 17752 h 25681"/>
                  <a:gd name="csX20" fmla="*/ 5608 w 16894"/>
                  <a:gd name="csY20" fmla="*/ 20967 h 25681"/>
                  <a:gd name="csX21" fmla="*/ 4286 w 16894"/>
                  <a:gd name="csY21" fmla="*/ 22682 h 25681"/>
                  <a:gd name="csX22" fmla="*/ 16823 w 16894"/>
                  <a:gd name="csY22" fmla="*/ 22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2"/>
                    </a:moveTo>
                    <a:lnTo>
                      <a:pt x="16895" y="25682"/>
                    </a:lnTo>
                    <a:lnTo>
                      <a:pt x="0" y="25682"/>
                    </a:lnTo>
                    <a:cubicBezTo>
                      <a:pt x="0" y="24932"/>
                      <a:pt x="107" y="24217"/>
                      <a:pt x="357" y="23503"/>
                    </a:cubicBezTo>
                    <a:cubicBezTo>
                      <a:pt x="786" y="22360"/>
                      <a:pt x="1464" y="21217"/>
                      <a:pt x="2429" y="20110"/>
                    </a:cubicBezTo>
                    <a:cubicBezTo>
                      <a:pt x="3393" y="19002"/>
                      <a:pt x="4750" y="17717"/>
                      <a:pt x="6536" y="16216"/>
                    </a:cubicBezTo>
                    <a:cubicBezTo>
                      <a:pt x="9323" y="13930"/>
                      <a:pt x="11180" y="12144"/>
                      <a:pt x="12180" y="10787"/>
                    </a:cubicBezTo>
                    <a:cubicBezTo>
                      <a:pt x="13144" y="9466"/>
                      <a:pt x="13645" y="8215"/>
                      <a:pt x="13645" y="7037"/>
                    </a:cubicBezTo>
                    <a:cubicBezTo>
                      <a:pt x="13645" y="5858"/>
                      <a:pt x="13180" y="4751"/>
                      <a:pt x="12287" y="3893"/>
                    </a:cubicBezTo>
                    <a:cubicBezTo>
                      <a:pt x="11394" y="3036"/>
                      <a:pt x="10251" y="2608"/>
                      <a:pt x="8822" y="2608"/>
                    </a:cubicBezTo>
                    <a:cubicBezTo>
                      <a:pt x="7322" y="2608"/>
                      <a:pt x="6108" y="3072"/>
                      <a:pt x="5179" y="3965"/>
                    </a:cubicBezTo>
                    <a:cubicBezTo>
                      <a:pt x="4286" y="4858"/>
                      <a:pt x="3822" y="6144"/>
                      <a:pt x="3786" y="7715"/>
                    </a:cubicBezTo>
                    <a:lnTo>
                      <a:pt x="571" y="7394"/>
                    </a:lnTo>
                    <a:cubicBezTo>
                      <a:pt x="786" y="5001"/>
                      <a:pt x="1607" y="3143"/>
                      <a:pt x="3072" y="1893"/>
                    </a:cubicBezTo>
                    <a:cubicBezTo>
                      <a:pt x="4501" y="607"/>
                      <a:pt x="6465" y="0"/>
                      <a:pt x="8858" y="0"/>
                    </a:cubicBezTo>
                    <a:cubicBezTo>
                      <a:pt x="11251" y="0"/>
                      <a:pt x="13252" y="679"/>
                      <a:pt x="14680" y="2036"/>
                    </a:cubicBezTo>
                    <a:cubicBezTo>
                      <a:pt x="16109" y="3393"/>
                      <a:pt x="16823" y="5108"/>
                      <a:pt x="16823" y="7108"/>
                    </a:cubicBezTo>
                    <a:cubicBezTo>
                      <a:pt x="16823" y="8144"/>
                      <a:pt x="16609" y="9144"/>
                      <a:pt x="16180" y="10108"/>
                    </a:cubicBezTo>
                    <a:cubicBezTo>
                      <a:pt x="15752" y="11108"/>
                      <a:pt x="15073" y="12144"/>
                      <a:pt x="14109" y="13252"/>
                    </a:cubicBezTo>
                    <a:cubicBezTo>
                      <a:pt x="13144" y="14323"/>
                      <a:pt x="11537" y="15859"/>
                      <a:pt x="9251" y="17752"/>
                    </a:cubicBezTo>
                    <a:cubicBezTo>
                      <a:pt x="7358" y="19360"/>
                      <a:pt x="6144" y="20395"/>
                      <a:pt x="5608" y="20967"/>
                    </a:cubicBezTo>
                    <a:cubicBezTo>
                      <a:pt x="5072" y="21539"/>
                      <a:pt x="4643" y="22110"/>
                      <a:pt x="4286" y="22682"/>
                    </a:cubicBezTo>
                    <a:lnTo>
                      <a:pt x="16823" y="22682"/>
                    </a:lnTo>
                    <a:close/>
                  </a:path>
                </a:pathLst>
              </a:custGeom>
              <a:solidFill>
                <a:srgbClr val="000000"/>
              </a:solidFill>
              <a:ln w="3572" cap="flat">
                <a:noFill/>
                <a:prstDash val="solid"/>
                <a:miter/>
              </a:ln>
            </p:spPr>
            <p:txBody>
              <a:bodyPr/>
              <a:lstStyle/>
              <a:p>
                <a:endParaRPr lang="en-US" sz="1701"/>
              </a:p>
            </p:txBody>
          </p:sp>
          <p:sp>
            <p:nvSpPr>
              <p:cNvPr id="12409" name="Freeform: Shape 12408">
                <a:extLst>
                  <a:ext uri="{FF2B5EF4-FFF2-40B4-BE49-F238E27FC236}">
                    <a16:creationId xmlns:a16="http://schemas.microsoft.com/office/drawing/2014/main" id="{5743BD8D-F3B6-BAC6-2376-B35CA252C62E}"/>
                  </a:ext>
                </a:extLst>
              </p:cNvPr>
              <p:cNvSpPr/>
              <p:nvPr/>
            </p:nvSpPr>
            <p:spPr>
              <a:xfrm>
                <a:off x="3091403" y="1581075"/>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6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6"/>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411" name="Freeform: Shape 12410">
                <a:extLst>
                  <a:ext uri="{FF2B5EF4-FFF2-40B4-BE49-F238E27FC236}">
                    <a16:creationId xmlns:a16="http://schemas.microsoft.com/office/drawing/2014/main" id="{39756848-4B83-8371-A7C6-BAA1A27A2263}"/>
                  </a:ext>
                </a:extLst>
              </p:cNvPr>
              <p:cNvSpPr/>
              <p:nvPr/>
            </p:nvSpPr>
            <p:spPr>
              <a:xfrm>
                <a:off x="3037239" y="1662003"/>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6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7" y="8537"/>
                      <a:pt x="1000" y="9108"/>
                      <a:pt x="0" y="9466"/>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412" name="Freeform: Shape 12411">
                <a:extLst>
                  <a:ext uri="{FF2B5EF4-FFF2-40B4-BE49-F238E27FC236}">
                    <a16:creationId xmlns:a16="http://schemas.microsoft.com/office/drawing/2014/main" id="{DFC83E69-13DD-4E03-FBC5-461FB3DF40FB}"/>
                  </a:ext>
                </a:extLst>
              </p:cNvPr>
              <p:cNvSpPr/>
              <p:nvPr/>
            </p:nvSpPr>
            <p:spPr>
              <a:xfrm>
                <a:off x="3075570" y="1662003"/>
                <a:ext cx="36683" cy="56992"/>
              </a:xfrm>
              <a:custGeom>
                <a:avLst/>
                <a:gdLst>
                  <a:gd name="csX0" fmla="*/ 0 w 16716"/>
                  <a:gd name="csY0" fmla="*/ 13037 h 26110"/>
                  <a:gd name="csX1" fmla="*/ 929 w 16716"/>
                  <a:gd name="csY1" fmla="*/ 5751 h 26110"/>
                  <a:gd name="csX2" fmla="*/ 3715 w 16716"/>
                  <a:gd name="csY2" fmla="*/ 1500 h 26110"/>
                  <a:gd name="csX3" fmla="*/ 8358 w 16716"/>
                  <a:gd name="csY3" fmla="*/ 0 h 26110"/>
                  <a:gd name="csX4" fmla="*/ 11966 w 16716"/>
                  <a:gd name="csY4" fmla="*/ 821 h 26110"/>
                  <a:gd name="csX5" fmla="*/ 14537 w 16716"/>
                  <a:gd name="csY5" fmla="*/ 3215 h 26110"/>
                  <a:gd name="csX6" fmla="*/ 16145 w 16716"/>
                  <a:gd name="csY6" fmla="*/ 7001 h 26110"/>
                  <a:gd name="csX7" fmla="*/ 16716 w 16716"/>
                  <a:gd name="csY7" fmla="*/ 13037 h 26110"/>
                  <a:gd name="csX8" fmla="*/ 15788 w 16716"/>
                  <a:gd name="csY8" fmla="*/ 20324 h 26110"/>
                  <a:gd name="csX9" fmla="*/ 13037 w 16716"/>
                  <a:gd name="csY9" fmla="*/ 24610 h 26110"/>
                  <a:gd name="csX10" fmla="*/ 8394 w 16716"/>
                  <a:gd name="csY10" fmla="*/ 26110 h 26110"/>
                  <a:gd name="csX11" fmla="*/ 2607 w 16716"/>
                  <a:gd name="csY11" fmla="*/ 23467 h 26110"/>
                  <a:gd name="csX12" fmla="*/ 71 w 16716"/>
                  <a:gd name="csY12" fmla="*/ 13073 h 26110"/>
                  <a:gd name="csX13" fmla="*/ 3215 w 16716"/>
                  <a:gd name="csY13" fmla="*/ 13037 h 26110"/>
                  <a:gd name="csX14" fmla="*/ 4679 w 16716"/>
                  <a:gd name="csY14" fmla="*/ 21431 h 26110"/>
                  <a:gd name="csX15" fmla="*/ 8322 w 16716"/>
                  <a:gd name="csY15" fmla="*/ 23503 h 26110"/>
                  <a:gd name="csX16" fmla="*/ 11966 w 16716"/>
                  <a:gd name="csY16" fmla="*/ 21395 h 26110"/>
                  <a:gd name="csX17" fmla="*/ 13430 w 16716"/>
                  <a:gd name="csY17" fmla="*/ 13037 h 26110"/>
                  <a:gd name="csX18" fmla="*/ 11966 w 16716"/>
                  <a:gd name="csY18" fmla="*/ 4643 h 26110"/>
                  <a:gd name="csX19" fmla="*/ 8287 w 16716"/>
                  <a:gd name="csY19" fmla="*/ 2572 h 26110"/>
                  <a:gd name="csX20" fmla="*/ 4858 w 16716"/>
                  <a:gd name="csY20" fmla="*/ 4429 h 26110"/>
                  <a:gd name="csX21" fmla="*/ 3250 w 16716"/>
                  <a:gd name="csY21" fmla="*/ 13037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6716" h="26110">
                    <a:moveTo>
                      <a:pt x="0" y="13037"/>
                    </a:moveTo>
                    <a:cubicBezTo>
                      <a:pt x="0" y="10037"/>
                      <a:pt x="321" y="7572"/>
                      <a:pt x="929" y="5751"/>
                    </a:cubicBezTo>
                    <a:cubicBezTo>
                      <a:pt x="1572" y="3893"/>
                      <a:pt x="2465" y="2500"/>
                      <a:pt x="3715" y="1500"/>
                    </a:cubicBezTo>
                    <a:cubicBezTo>
                      <a:pt x="4929" y="500"/>
                      <a:pt x="6465" y="0"/>
                      <a:pt x="8358" y="0"/>
                    </a:cubicBezTo>
                    <a:cubicBezTo>
                      <a:pt x="9715" y="0"/>
                      <a:pt x="10930" y="286"/>
                      <a:pt x="11966" y="821"/>
                    </a:cubicBezTo>
                    <a:cubicBezTo>
                      <a:pt x="13001" y="1393"/>
                      <a:pt x="13859" y="2179"/>
                      <a:pt x="14537" y="3215"/>
                    </a:cubicBezTo>
                    <a:cubicBezTo>
                      <a:pt x="15216" y="4251"/>
                      <a:pt x="15752" y="5501"/>
                      <a:pt x="16145" y="7001"/>
                    </a:cubicBezTo>
                    <a:cubicBezTo>
                      <a:pt x="16538" y="8501"/>
                      <a:pt x="16716" y="10501"/>
                      <a:pt x="16716" y="13037"/>
                    </a:cubicBezTo>
                    <a:cubicBezTo>
                      <a:pt x="16716" y="16038"/>
                      <a:pt x="16395" y="18467"/>
                      <a:pt x="15788" y="20324"/>
                    </a:cubicBezTo>
                    <a:cubicBezTo>
                      <a:pt x="15180" y="22181"/>
                      <a:pt x="14252" y="23574"/>
                      <a:pt x="13037" y="24610"/>
                    </a:cubicBezTo>
                    <a:cubicBezTo>
                      <a:pt x="11823" y="25610"/>
                      <a:pt x="10251" y="26110"/>
                      <a:pt x="8394" y="26110"/>
                    </a:cubicBezTo>
                    <a:cubicBezTo>
                      <a:pt x="5929" y="26110"/>
                      <a:pt x="4000" y="25217"/>
                      <a:pt x="2607" y="23467"/>
                    </a:cubicBezTo>
                    <a:cubicBezTo>
                      <a:pt x="929" y="21360"/>
                      <a:pt x="71" y="17859"/>
                      <a:pt x="71" y="13073"/>
                    </a:cubicBezTo>
                    <a:moveTo>
                      <a:pt x="3215" y="13037"/>
                    </a:moveTo>
                    <a:cubicBezTo>
                      <a:pt x="3215" y="17252"/>
                      <a:pt x="3715" y="20038"/>
                      <a:pt x="4679" y="21431"/>
                    </a:cubicBezTo>
                    <a:cubicBezTo>
                      <a:pt x="5679" y="22824"/>
                      <a:pt x="6858" y="23503"/>
                      <a:pt x="8322" y="23503"/>
                    </a:cubicBezTo>
                    <a:cubicBezTo>
                      <a:pt x="9787" y="23503"/>
                      <a:pt x="10965" y="22789"/>
                      <a:pt x="11966" y="21395"/>
                    </a:cubicBezTo>
                    <a:cubicBezTo>
                      <a:pt x="12966" y="20002"/>
                      <a:pt x="13430" y="17216"/>
                      <a:pt x="13430" y="13037"/>
                    </a:cubicBezTo>
                    <a:cubicBezTo>
                      <a:pt x="13430" y="8858"/>
                      <a:pt x="12930" y="6036"/>
                      <a:pt x="11966" y="4643"/>
                    </a:cubicBezTo>
                    <a:cubicBezTo>
                      <a:pt x="11001" y="3250"/>
                      <a:pt x="9751" y="2572"/>
                      <a:pt x="8287" y="2572"/>
                    </a:cubicBezTo>
                    <a:cubicBezTo>
                      <a:pt x="6822" y="2572"/>
                      <a:pt x="5679" y="3179"/>
                      <a:pt x="4858" y="4429"/>
                    </a:cubicBezTo>
                    <a:cubicBezTo>
                      <a:pt x="3786" y="5965"/>
                      <a:pt x="3250" y="8858"/>
                      <a:pt x="3250" y="13037"/>
                    </a:cubicBezTo>
                    <a:close/>
                  </a:path>
                </a:pathLst>
              </a:custGeom>
              <a:solidFill>
                <a:srgbClr val="000000"/>
              </a:solidFill>
              <a:ln w="3572" cap="flat">
                <a:noFill/>
                <a:prstDash val="solid"/>
                <a:miter/>
              </a:ln>
            </p:spPr>
            <p:txBody>
              <a:bodyPr/>
              <a:lstStyle/>
              <a:p>
                <a:endParaRPr lang="en-US" sz="1701"/>
              </a:p>
            </p:txBody>
          </p:sp>
          <p:sp>
            <p:nvSpPr>
              <p:cNvPr id="12413" name="Freeform: Shape 12412">
                <a:extLst>
                  <a:ext uri="{FF2B5EF4-FFF2-40B4-BE49-F238E27FC236}">
                    <a16:creationId xmlns:a16="http://schemas.microsoft.com/office/drawing/2014/main" id="{00A0FB15-DE59-BE4A-256C-1F18776856D1}"/>
                  </a:ext>
                </a:extLst>
              </p:cNvPr>
              <p:cNvSpPr/>
              <p:nvPr/>
            </p:nvSpPr>
            <p:spPr>
              <a:xfrm>
                <a:off x="3091403" y="1758445"/>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6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8" y="8537"/>
                      <a:pt x="1000" y="9108"/>
                      <a:pt x="0" y="9466"/>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415" name="Freeform: Shape 12414">
                <a:extLst>
                  <a:ext uri="{FF2B5EF4-FFF2-40B4-BE49-F238E27FC236}">
                    <a16:creationId xmlns:a16="http://schemas.microsoft.com/office/drawing/2014/main" id="{10225397-CE2C-D5F8-B4B7-716DFCC3EC94}"/>
                  </a:ext>
                </a:extLst>
              </p:cNvPr>
              <p:cNvSpPr/>
              <p:nvPr/>
            </p:nvSpPr>
            <p:spPr>
              <a:xfrm>
                <a:off x="3030970" y="1823624"/>
                <a:ext cx="37073" cy="56055"/>
              </a:xfrm>
              <a:custGeom>
                <a:avLst/>
                <a:gdLst>
                  <a:gd name="csX0" fmla="*/ 16895 w 16894"/>
                  <a:gd name="csY0" fmla="*/ 22682 h 25681"/>
                  <a:gd name="csX1" fmla="*/ 16895 w 16894"/>
                  <a:gd name="csY1" fmla="*/ 25682 h 25681"/>
                  <a:gd name="csX2" fmla="*/ 0 w 16894"/>
                  <a:gd name="csY2" fmla="*/ 25682 h 25681"/>
                  <a:gd name="csX3" fmla="*/ 357 w 16894"/>
                  <a:gd name="csY3" fmla="*/ 23503 h 25681"/>
                  <a:gd name="csX4" fmla="*/ 2429 w 16894"/>
                  <a:gd name="csY4" fmla="*/ 20110 h 25681"/>
                  <a:gd name="csX5" fmla="*/ 6536 w 16894"/>
                  <a:gd name="csY5" fmla="*/ 16216 h 25681"/>
                  <a:gd name="csX6" fmla="*/ 12180 w 16894"/>
                  <a:gd name="csY6" fmla="*/ 10787 h 25681"/>
                  <a:gd name="csX7" fmla="*/ 13644 w 16894"/>
                  <a:gd name="csY7" fmla="*/ 7037 h 25681"/>
                  <a:gd name="csX8" fmla="*/ 12287 w 16894"/>
                  <a:gd name="csY8" fmla="*/ 3893 h 25681"/>
                  <a:gd name="csX9" fmla="*/ 8822 w 16894"/>
                  <a:gd name="csY9" fmla="*/ 2608 h 25681"/>
                  <a:gd name="csX10" fmla="*/ 5179 w 16894"/>
                  <a:gd name="csY10" fmla="*/ 3965 h 25681"/>
                  <a:gd name="csX11" fmla="*/ 3786 w 16894"/>
                  <a:gd name="csY11" fmla="*/ 7715 h 25681"/>
                  <a:gd name="csX12" fmla="*/ 571 w 16894"/>
                  <a:gd name="csY12" fmla="*/ 7394 h 25681"/>
                  <a:gd name="csX13" fmla="*/ 3072 w 16894"/>
                  <a:gd name="csY13" fmla="*/ 1893 h 25681"/>
                  <a:gd name="csX14" fmla="*/ 8858 w 16894"/>
                  <a:gd name="csY14" fmla="*/ 0 h 25681"/>
                  <a:gd name="csX15" fmla="*/ 14680 w 16894"/>
                  <a:gd name="csY15" fmla="*/ 2036 h 25681"/>
                  <a:gd name="csX16" fmla="*/ 16823 w 16894"/>
                  <a:gd name="csY16" fmla="*/ 7108 h 25681"/>
                  <a:gd name="csX17" fmla="*/ 16180 w 16894"/>
                  <a:gd name="csY17" fmla="*/ 10108 h 25681"/>
                  <a:gd name="csX18" fmla="*/ 14109 w 16894"/>
                  <a:gd name="csY18" fmla="*/ 13252 h 25681"/>
                  <a:gd name="csX19" fmla="*/ 9251 w 16894"/>
                  <a:gd name="csY19" fmla="*/ 17752 h 25681"/>
                  <a:gd name="csX20" fmla="*/ 5608 w 16894"/>
                  <a:gd name="csY20" fmla="*/ 20967 h 25681"/>
                  <a:gd name="csX21" fmla="*/ 4286 w 16894"/>
                  <a:gd name="csY21" fmla="*/ 22682 h 25681"/>
                  <a:gd name="csX22" fmla="*/ 16823 w 16894"/>
                  <a:gd name="csY22" fmla="*/ 22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2"/>
                    </a:moveTo>
                    <a:lnTo>
                      <a:pt x="16895" y="25682"/>
                    </a:lnTo>
                    <a:lnTo>
                      <a:pt x="0" y="25682"/>
                    </a:lnTo>
                    <a:cubicBezTo>
                      <a:pt x="0" y="24932"/>
                      <a:pt x="107" y="24217"/>
                      <a:pt x="357" y="23503"/>
                    </a:cubicBezTo>
                    <a:cubicBezTo>
                      <a:pt x="786" y="22360"/>
                      <a:pt x="1464" y="21217"/>
                      <a:pt x="2429" y="20110"/>
                    </a:cubicBezTo>
                    <a:cubicBezTo>
                      <a:pt x="3393" y="19002"/>
                      <a:pt x="4750" y="17717"/>
                      <a:pt x="6536" y="16216"/>
                    </a:cubicBezTo>
                    <a:cubicBezTo>
                      <a:pt x="9323" y="13930"/>
                      <a:pt x="11180" y="12144"/>
                      <a:pt x="12180" y="10787"/>
                    </a:cubicBezTo>
                    <a:cubicBezTo>
                      <a:pt x="13144" y="9466"/>
                      <a:pt x="13644" y="8215"/>
                      <a:pt x="13644" y="7037"/>
                    </a:cubicBezTo>
                    <a:cubicBezTo>
                      <a:pt x="13644" y="5858"/>
                      <a:pt x="13180" y="4751"/>
                      <a:pt x="12287" y="3893"/>
                    </a:cubicBezTo>
                    <a:cubicBezTo>
                      <a:pt x="11394" y="3036"/>
                      <a:pt x="10251" y="2608"/>
                      <a:pt x="8822" y="2608"/>
                    </a:cubicBezTo>
                    <a:cubicBezTo>
                      <a:pt x="7322" y="2608"/>
                      <a:pt x="6108" y="3072"/>
                      <a:pt x="5179" y="3965"/>
                    </a:cubicBezTo>
                    <a:cubicBezTo>
                      <a:pt x="4286" y="4858"/>
                      <a:pt x="3822" y="6144"/>
                      <a:pt x="3786" y="7715"/>
                    </a:cubicBezTo>
                    <a:lnTo>
                      <a:pt x="571" y="7394"/>
                    </a:lnTo>
                    <a:cubicBezTo>
                      <a:pt x="786" y="5001"/>
                      <a:pt x="1607" y="3143"/>
                      <a:pt x="3072" y="1893"/>
                    </a:cubicBezTo>
                    <a:cubicBezTo>
                      <a:pt x="4500" y="607"/>
                      <a:pt x="6465" y="0"/>
                      <a:pt x="8858" y="0"/>
                    </a:cubicBezTo>
                    <a:cubicBezTo>
                      <a:pt x="11251" y="0"/>
                      <a:pt x="13252" y="679"/>
                      <a:pt x="14680" y="2036"/>
                    </a:cubicBezTo>
                    <a:cubicBezTo>
                      <a:pt x="16109" y="3393"/>
                      <a:pt x="16823" y="5108"/>
                      <a:pt x="16823" y="7108"/>
                    </a:cubicBezTo>
                    <a:cubicBezTo>
                      <a:pt x="16823" y="8144"/>
                      <a:pt x="16609" y="9144"/>
                      <a:pt x="16180" y="10108"/>
                    </a:cubicBezTo>
                    <a:cubicBezTo>
                      <a:pt x="15752" y="11109"/>
                      <a:pt x="15073" y="12144"/>
                      <a:pt x="14109" y="13252"/>
                    </a:cubicBezTo>
                    <a:cubicBezTo>
                      <a:pt x="13144" y="14323"/>
                      <a:pt x="11537" y="15859"/>
                      <a:pt x="9251" y="17752"/>
                    </a:cubicBezTo>
                    <a:cubicBezTo>
                      <a:pt x="7358" y="19360"/>
                      <a:pt x="6144" y="20395"/>
                      <a:pt x="5608" y="20967"/>
                    </a:cubicBezTo>
                    <a:cubicBezTo>
                      <a:pt x="5072" y="21539"/>
                      <a:pt x="4643" y="22110"/>
                      <a:pt x="4286" y="22682"/>
                    </a:cubicBezTo>
                    <a:lnTo>
                      <a:pt x="16823" y="22682"/>
                    </a:lnTo>
                    <a:close/>
                  </a:path>
                </a:pathLst>
              </a:custGeom>
              <a:solidFill>
                <a:srgbClr val="000000"/>
              </a:solidFill>
              <a:ln w="3572" cap="flat">
                <a:noFill/>
                <a:prstDash val="solid"/>
                <a:miter/>
              </a:ln>
            </p:spPr>
            <p:txBody>
              <a:bodyPr/>
              <a:lstStyle/>
              <a:p>
                <a:endParaRPr lang="en-US" sz="1701"/>
              </a:p>
            </p:txBody>
          </p:sp>
          <p:sp>
            <p:nvSpPr>
              <p:cNvPr id="12416" name="Freeform: Shape 12415">
                <a:extLst>
                  <a:ext uri="{FF2B5EF4-FFF2-40B4-BE49-F238E27FC236}">
                    <a16:creationId xmlns:a16="http://schemas.microsoft.com/office/drawing/2014/main" id="{7A92909D-C1CD-D790-3FFB-56CD170D9E23}"/>
                  </a:ext>
                </a:extLst>
              </p:cNvPr>
              <p:cNvSpPr/>
              <p:nvPr/>
            </p:nvSpPr>
            <p:spPr>
              <a:xfrm>
                <a:off x="3075022" y="1823624"/>
                <a:ext cx="37152" cy="56992"/>
              </a:xfrm>
              <a:custGeom>
                <a:avLst/>
                <a:gdLst>
                  <a:gd name="csX0" fmla="*/ 16466 w 16930"/>
                  <a:gd name="csY0" fmla="*/ 6394 h 26110"/>
                  <a:gd name="csX1" fmla="*/ 13323 w 16930"/>
                  <a:gd name="csY1" fmla="*/ 6644 h 26110"/>
                  <a:gd name="csX2" fmla="*/ 12144 w 16930"/>
                  <a:gd name="csY2" fmla="*/ 3965 h 26110"/>
                  <a:gd name="csX3" fmla="*/ 9001 w 16930"/>
                  <a:gd name="csY3" fmla="*/ 2608 h 26110"/>
                  <a:gd name="csX4" fmla="*/ 6358 w 16930"/>
                  <a:gd name="csY4" fmla="*/ 3429 h 26110"/>
                  <a:gd name="csX5" fmla="*/ 4036 w 16930"/>
                  <a:gd name="csY5" fmla="*/ 6572 h 26110"/>
                  <a:gd name="csX6" fmla="*/ 3143 w 16930"/>
                  <a:gd name="csY6" fmla="*/ 12502 h 26110"/>
                  <a:gd name="csX7" fmla="*/ 5929 w 16930"/>
                  <a:gd name="csY7" fmla="*/ 9930 h 26110"/>
                  <a:gd name="csX8" fmla="*/ 9358 w 16930"/>
                  <a:gd name="csY8" fmla="*/ 9108 h 26110"/>
                  <a:gd name="csX9" fmla="*/ 14716 w 16930"/>
                  <a:gd name="csY9" fmla="*/ 11430 h 26110"/>
                  <a:gd name="csX10" fmla="*/ 16931 w 16930"/>
                  <a:gd name="csY10" fmla="*/ 17395 h 26110"/>
                  <a:gd name="csX11" fmla="*/ 15895 w 16930"/>
                  <a:gd name="csY11" fmla="*/ 21860 h 26110"/>
                  <a:gd name="csX12" fmla="*/ 13037 w 16930"/>
                  <a:gd name="csY12" fmla="*/ 25003 h 26110"/>
                  <a:gd name="csX13" fmla="*/ 8894 w 16930"/>
                  <a:gd name="csY13" fmla="*/ 26110 h 26110"/>
                  <a:gd name="csX14" fmla="*/ 2500 w 16930"/>
                  <a:gd name="csY14" fmla="*/ 23217 h 26110"/>
                  <a:gd name="csX15" fmla="*/ 0 w 16930"/>
                  <a:gd name="csY15" fmla="*/ 13716 h 26110"/>
                  <a:gd name="csX16" fmla="*/ 2750 w 16930"/>
                  <a:gd name="csY16" fmla="*/ 2929 h 26110"/>
                  <a:gd name="csX17" fmla="*/ 9180 w 16930"/>
                  <a:gd name="csY17" fmla="*/ 0 h 26110"/>
                  <a:gd name="csX18" fmla="*/ 14109 w 16930"/>
                  <a:gd name="csY18" fmla="*/ 1679 h 26110"/>
                  <a:gd name="csX19" fmla="*/ 16431 w 16930"/>
                  <a:gd name="csY19" fmla="*/ 6358 h 26110"/>
                  <a:gd name="csX20" fmla="*/ 3643 w 16930"/>
                  <a:gd name="csY20" fmla="*/ 17395 h 26110"/>
                  <a:gd name="csX21" fmla="*/ 4322 w 16930"/>
                  <a:gd name="csY21" fmla="*/ 20503 h 26110"/>
                  <a:gd name="csX22" fmla="*/ 6251 w 16930"/>
                  <a:gd name="csY22" fmla="*/ 22753 h 26110"/>
                  <a:gd name="csX23" fmla="*/ 8858 w 16930"/>
                  <a:gd name="csY23" fmla="*/ 23503 h 26110"/>
                  <a:gd name="csX24" fmla="*/ 12287 w 16930"/>
                  <a:gd name="csY24" fmla="*/ 21896 h 26110"/>
                  <a:gd name="csX25" fmla="*/ 13716 w 16930"/>
                  <a:gd name="csY25" fmla="*/ 17538 h 26110"/>
                  <a:gd name="csX26" fmla="*/ 12323 w 16930"/>
                  <a:gd name="csY26" fmla="*/ 13359 h 26110"/>
                  <a:gd name="csX27" fmla="*/ 8751 w 16930"/>
                  <a:gd name="csY27" fmla="*/ 11823 h 26110"/>
                  <a:gd name="csX28" fmla="*/ 5144 w 16930"/>
                  <a:gd name="csY28" fmla="*/ 13359 h 26110"/>
                  <a:gd name="csX29" fmla="*/ 3679 w 16930"/>
                  <a:gd name="csY29" fmla="*/ 17359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6930" h="26110">
                    <a:moveTo>
                      <a:pt x="16466" y="6394"/>
                    </a:moveTo>
                    <a:lnTo>
                      <a:pt x="13323" y="6644"/>
                    </a:lnTo>
                    <a:cubicBezTo>
                      <a:pt x="13037" y="5394"/>
                      <a:pt x="12644" y="4501"/>
                      <a:pt x="12144" y="3965"/>
                    </a:cubicBezTo>
                    <a:cubicBezTo>
                      <a:pt x="11287" y="3072"/>
                      <a:pt x="10251" y="2608"/>
                      <a:pt x="9001" y="2608"/>
                    </a:cubicBezTo>
                    <a:cubicBezTo>
                      <a:pt x="8001" y="2608"/>
                      <a:pt x="7108" y="2893"/>
                      <a:pt x="6358" y="3429"/>
                    </a:cubicBezTo>
                    <a:cubicBezTo>
                      <a:pt x="5358" y="4143"/>
                      <a:pt x="4608" y="5215"/>
                      <a:pt x="4036" y="6572"/>
                    </a:cubicBezTo>
                    <a:cubicBezTo>
                      <a:pt x="3465" y="7965"/>
                      <a:pt x="3179" y="9930"/>
                      <a:pt x="3143" y="12502"/>
                    </a:cubicBezTo>
                    <a:cubicBezTo>
                      <a:pt x="3893" y="11359"/>
                      <a:pt x="4822" y="10501"/>
                      <a:pt x="5929" y="9930"/>
                    </a:cubicBezTo>
                    <a:cubicBezTo>
                      <a:pt x="7001" y="9358"/>
                      <a:pt x="8144" y="9108"/>
                      <a:pt x="9358" y="9108"/>
                    </a:cubicBezTo>
                    <a:cubicBezTo>
                      <a:pt x="11466" y="9108"/>
                      <a:pt x="13252" y="9858"/>
                      <a:pt x="14716" y="11430"/>
                    </a:cubicBezTo>
                    <a:cubicBezTo>
                      <a:pt x="16180" y="12966"/>
                      <a:pt x="16931" y="14966"/>
                      <a:pt x="16931" y="17395"/>
                    </a:cubicBezTo>
                    <a:cubicBezTo>
                      <a:pt x="16931" y="19002"/>
                      <a:pt x="16573" y="20503"/>
                      <a:pt x="15895" y="21860"/>
                    </a:cubicBezTo>
                    <a:cubicBezTo>
                      <a:pt x="15180" y="23217"/>
                      <a:pt x="14252" y="24289"/>
                      <a:pt x="13037" y="25003"/>
                    </a:cubicBezTo>
                    <a:cubicBezTo>
                      <a:pt x="11823" y="25753"/>
                      <a:pt x="10430" y="26110"/>
                      <a:pt x="8894" y="26110"/>
                    </a:cubicBezTo>
                    <a:cubicBezTo>
                      <a:pt x="6287" y="26110"/>
                      <a:pt x="4143" y="25146"/>
                      <a:pt x="2500" y="23217"/>
                    </a:cubicBezTo>
                    <a:cubicBezTo>
                      <a:pt x="857" y="21288"/>
                      <a:pt x="0" y="18109"/>
                      <a:pt x="0" y="13716"/>
                    </a:cubicBezTo>
                    <a:cubicBezTo>
                      <a:pt x="0" y="8787"/>
                      <a:pt x="929" y="5179"/>
                      <a:pt x="2750" y="2929"/>
                    </a:cubicBezTo>
                    <a:cubicBezTo>
                      <a:pt x="4358" y="964"/>
                      <a:pt x="6501" y="0"/>
                      <a:pt x="9180" y="0"/>
                    </a:cubicBezTo>
                    <a:cubicBezTo>
                      <a:pt x="11180" y="0"/>
                      <a:pt x="12823" y="572"/>
                      <a:pt x="14109" y="1679"/>
                    </a:cubicBezTo>
                    <a:cubicBezTo>
                      <a:pt x="15395" y="2822"/>
                      <a:pt x="16145" y="4358"/>
                      <a:pt x="16431" y="6358"/>
                    </a:cubicBezTo>
                    <a:moveTo>
                      <a:pt x="3643" y="17395"/>
                    </a:moveTo>
                    <a:cubicBezTo>
                      <a:pt x="3643" y="18467"/>
                      <a:pt x="3857" y="19503"/>
                      <a:pt x="4322" y="20503"/>
                    </a:cubicBezTo>
                    <a:cubicBezTo>
                      <a:pt x="4786" y="21503"/>
                      <a:pt x="5429" y="22253"/>
                      <a:pt x="6251" y="22753"/>
                    </a:cubicBezTo>
                    <a:cubicBezTo>
                      <a:pt x="7072" y="23253"/>
                      <a:pt x="7965" y="23503"/>
                      <a:pt x="8858" y="23503"/>
                    </a:cubicBezTo>
                    <a:cubicBezTo>
                      <a:pt x="10180" y="23503"/>
                      <a:pt x="11323" y="22967"/>
                      <a:pt x="12287" y="21896"/>
                    </a:cubicBezTo>
                    <a:cubicBezTo>
                      <a:pt x="13252" y="20824"/>
                      <a:pt x="13716" y="19360"/>
                      <a:pt x="13716" y="17538"/>
                    </a:cubicBezTo>
                    <a:cubicBezTo>
                      <a:pt x="13716" y="15716"/>
                      <a:pt x="13252" y="14359"/>
                      <a:pt x="12323" y="13359"/>
                    </a:cubicBezTo>
                    <a:cubicBezTo>
                      <a:pt x="11394" y="12323"/>
                      <a:pt x="10180" y="11823"/>
                      <a:pt x="8751" y="11823"/>
                    </a:cubicBezTo>
                    <a:cubicBezTo>
                      <a:pt x="7322" y="11823"/>
                      <a:pt x="6144" y="12323"/>
                      <a:pt x="5144" y="13359"/>
                    </a:cubicBezTo>
                    <a:cubicBezTo>
                      <a:pt x="4143" y="14395"/>
                      <a:pt x="3679" y="15716"/>
                      <a:pt x="3679" y="17359"/>
                    </a:cubicBezTo>
                    <a:close/>
                  </a:path>
                </a:pathLst>
              </a:custGeom>
              <a:solidFill>
                <a:srgbClr val="000000"/>
              </a:solidFill>
              <a:ln w="3572" cap="flat">
                <a:noFill/>
                <a:prstDash val="solid"/>
                <a:miter/>
              </a:ln>
            </p:spPr>
            <p:txBody>
              <a:bodyPr/>
              <a:lstStyle/>
              <a:p>
                <a:endParaRPr lang="en-US" sz="1701"/>
              </a:p>
            </p:txBody>
          </p:sp>
          <p:sp>
            <p:nvSpPr>
              <p:cNvPr id="12417" name="Freeform: Shape 12416">
                <a:extLst>
                  <a:ext uri="{FF2B5EF4-FFF2-40B4-BE49-F238E27FC236}">
                    <a16:creationId xmlns:a16="http://schemas.microsoft.com/office/drawing/2014/main" id="{FF9917F7-B043-1620-30EA-8E19B9FC6796}"/>
                  </a:ext>
                </a:extLst>
              </p:cNvPr>
              <p:cNvSpPr/>
              <p:nvPr/>
            </p:nvSpPr>
            <p:spPr>
              <a:xfrm>
                <a:off x="3075022" y="1904552"/>
                <a:ext cx="37073" cy="56055"/>
              </a:xfrm>
              <a:custGeom>
                <a:avLst/>
                <a:gdLst>
                  <a:gd name="csX0" fmla="*/ 16895 w 16894"/>
                  <a:gd name="csY0" fmla="*/ 22682 h 25681"/>
                  <a:gd name="csX1" fmla="*/ 16895 w 16894"/>
                  <a:gd name="csY1" fmla="*/ 25682 h 25681"/>
                  <a:gd name="csX2" fmla="*/ 0 w 16894"/>
                  <a:gd name="csY2" fmla="*/ 25682 h 25681"/>
                  <a:gd name="csX3" fmla="*/ 357 w 16894"/>
                  <a:gd name="csY3" fmla="*/ 23503 h 25681"/>
                  <a:gd name="csX4" fmla="*/ 2429 w 16894"/>
                  <a:gd name="csY4" fmla="*/ 20110 h 25681"/>
                  <a:gd name="csX5" fmla="*/ 6536 w 16894"/>
                  <a:gd name="csY5" fmla="*/ 16216 h 25681"/>
                  <a:gd name="csX6" fmla="*/ 12180 w 16894"/>
                  <a:gd name="csY6" fmla="*/ 10787 h 25681"/>
                  <a:gd name="csX7" fmla="*/ 13645 w 16894"/>
                  <a:gd name="csY7" fmla="*/ 7037 h 25681"/>
                  <a:gd name="csX8" fmla="*/ 12287 w 16894"/>
                  <a:gd name="csY8" fmla="*/ 3893 h 25681"/>
                  <a:gd name="csX9" fmla="*/ 8822 w 16894"/>
                  <a:gd name="csY9" fmla="*/ 2608 h 25681"/>
                  <a:gd name="csX10" fmla="*/ 5179 w 16894"/>
                  <a:gd name="csY10" fmla="*/ 3965 h 25681"/>
                  <a:gd name="csX11" fmla="*/ 3786 w 16894"/>
                  <a:gd name="csY11" fmla="*/ 7715 h 25681"/>
                  <a:gd name="csX12" fmla="*/ 571 w 16894"/>
                  <a:gd name="csY12" fmla="*/ 7394 h 25681"/>
                  <a:gd name="csX13" fmla="*/ 3072 w 16894"/>
                  <a:gd name="csY13" fmla="*/ 1893 h 25681"/>
                  <a:gd name="csX14" fmla="*/ 8858 w 16894"/>
                  <a:gd name="csY14" fmla="*/ 0 h 25681"/>
                  <a:gd name="csX15" fmla="*/ 14680 w 16894"/>
                  <a:gd name="csY15" fmla="*/ 2036 h 25681"/>
                  <a:gd name="csX16" fmla="*/ 16823 w 16894"/>
                  <a:gd name="csY16" fmla="*/ 7108 h 25681"/>
                  <a:gd name="csX17" fmla="*/ 16180 w 16894"/>
                  <a:gd name="csY17" fmla="*/ 10108 h 25681"/>
                  <a:gd name="csX18" fmla="*/ 14109 w 16894"/>
                  <a:gd name="csY18" fmla="*/ 13252 h 25681"/>
                  <a:gd name="csX19" fmla="*/ 9251 w 16894"/>
                  <a:gd name="csY19" fmla="*/ 17752 h 25681"/>
                  <a:gd name="csX20" fmla="*/ 5608 w 16894"/>
                  <a:gd name="csY20" fmla="*/ 20967 h 25681"/>
                  <a:gd name="csX21" fmla="*/ 4286 w 16894"/>
                  <a:gd name="csY21" fmla="*/ 22682 h 25681"/>
                  <a:gd name="csX22" fmla="*/ 16823 w 16894"/>
                  <a:gd name="csY22" fmla="*/ 22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2"/>
                    </a:moveTo>
                    <a:lnTo>
                      <a:pt x="16895" y="25682"/>
                    </a:lnTo>
                    <a:lnTo>
                      <a:pt x="0" y="25682"/>
                    </a:lnTo>
                    <a:cubicBezTo>
                      <a:pt x="0" y="24932"/>
                      <a:pt x="107" y="24217"/>
                      <a:pt x="357" y="23503"/>
                    </a:cubicBezTo>
                    <a:cubicBezTo>
                      <a:pt x="786" y="22360"/>
                      <a:pt x="1464" y="21217"/>
                      <a:pt x="2429" y="20110"/>
                    </a:cubicBezTo>
                    <a:cubicBezTo>
                      <a:pt x="3393" y="19002"/>
                      <a:pt x="4750" y="17717"/>
                      <a:pt x="6536" y="16216"/>
                    </a:cubicBezTo>
                    <a:cubicBezTo>
                      <a:pt x="9323" y="13930"/>
                      <a:pt x="11180" y="12144"/>
                      <a:pt x="12180" y="10787"/>
                    </a:cubicBezTo>
                    <a:cubicBezTo>
                      <a:pt x="13144" y="9466"/>
                      <a:pt x="13645" y="8215"/>
                      <a:pt x="13645" y="7037"/>
                    </a:cubicBezTo>
                    <a:cubicBezTo>
                      <a:pt x="13645" y="5858"/>
                      <a:pt x="13180" y="4751"/>
                      <a:pt x="12287" y="3893"/>
                    </a:cubicBezTo>
                    <a:cubicBezTo>
                      <a:pt x="11394" y="3036"/>
                      <a:pt x="10251" y="2608"/>
                      <a:pt x="8822" y="2608"/>
                    </a:cubicBezTo>
                    <a:cubicBezTo>
                      <a:pt x="7322" y="2608"/>
                      <a:pt x="6108" y="3072"/>
                      <a:pt x="5179" y="3965"/>
                    </a:cubicBezTo>
                    <a:cubicBezTo>
                      <a:pt x="4286" y="4858"/>
                      <a:pt x="3822" y="6144"/>
                      <a:pt x="3786" y="7715"/>
                    </a:cubicBezTo>
                    <a:lnTo>
                      <a:pt x="571" y="7394"/>
                    </a:lnTo>
                    <a:cubicBezTo>
                      <a:pt x="786" y="5001"/>
                      <a:pt x="1607" y="3143"/>
                      <a:pt x="3072" y="1893"/>
                    </a:cubicBezTo>
                    <a:cubicBezTo>
                      <a:pt x="4501" y="607"/>
                      <a:pt x="6465" y="0"/>
                      <a:pt x="8858" y="0"/>
                    </a:cubicBezTo>
                    <a:cubicBezTo>
                      <a:pt x="11251" y="0"/>
                      <a:pt x="13252" y="679"/>
                      <a:pt x="14680" y="2036"/>
                    </a:cubicBezTo>
                    <a:cubicBezTo>
                      <a:pt x="16109" y="3393"/>
                      <a:pt x="16823" y="5108"/>
                      <a:pt x="16823" y="7108"/>
                    </a:cubicBezTo>
                    <a:cubicBezTo>
                      <a:pt x="16823" y="8144"/>
                      <a:pt x="16609" y="9144"/>
                      <a:pt x="16180" y="10108"/>
                    </a:cubicBezTo>
                    <a:cubicBezTo>
                      <a:pt x="15752" y="11108"/>
                      <a:pt x="15073" y="12144"/>
                      <a:pt x="14109" y="13252"/>
                    </a:cubicBezTo>
                    <a:cubicBezTo>
                      <a:pt x="13144" y="14323"/>
                      <a:pt x="11537" y="15859"/>
                      <a:pt x="9251" y="17752"/>
                    </a:cubicBezTo>
                    <a:cubicBezTo>
                      <a:pt x="7358" y="19360"/>
                      <a:pt x="6144" y="20395"/>
                      <a:pt x="5608" y="20967"/>
                    </a:cubicBezTo>
                    <a:cubicBezTo>
                      <a:pt x="5072" y="21539"/>
                      <a:pt x="4643" y="22110"/>
                      <a:pt x="4286" y="22682"/>
                    </a:cubicBezTo>
                    <a:lnTo>
                      <a:pt x="16823" y="22682"/>
                    </a:lnTo>
                    <a:close/>
                  </a:path>
                </a:pathLst>
              </a:custGeom>
              <a:solidFill>
                <a:srgbClr val="000000"/>
              </a:solidFill>
              <a:ln w="3572" cap="flat">
                <a:noFill/>
                <a:prstDash val="solid"/>
                <a:miter/>
              </a:ln>
            </p:spPr>
            <p:txBody>
              <a:bodyPr/>
              <a:lstStyle/>
              <a:p>
                <a:endParaRPr lang="en-US" sz="1701"/>
              </a:p>
            </p:txBody>
          </p:sp>
          <p:sp>
            <p:nvSpPr>
              <p:cNvPr id="12419" name="Freeform: Shape 12418">
                <a:extLst>
                  <a:ext uri="{FF2B5EF4-FFF2-40B4-BE49-F238E27FC236}">
                    <a16:creationId xmlns:a16="http://schemas.microsoft.com/office/drawing/2014/main" id="{9680F437-FF22-138F-7777-36452960A57C}"/>
                  </a:ext>
                </a:extLst>
              </p:cNvPr>
              <p:cNvSpPr/>
              <p:nvPr/>
            </p:nvSpPr>
            <p:spPr>
              <a:xfrm>
                <a:off x="3031439" y="1985401"/>
                <a:ext cx="37073" cy="56055"/>
              </a:xfrm>
              <a:custGeom>
                <a:avLst/>
                <a:gdLst>
                  <a:gd name="csX0" fmla="*/ 16895 w 16894"/>
                  <a:gd name="csY0" fmla="*/ 22682 h 25681"/>
                  <a:gd name="csX1" fmla="*/ 16895 w 16894"/>
                  <a:gd name="csY1" fmla="*/ 25682 h 25681"/>
                  <a:gd name="csX2" fmla="*/ 0 w 16894"/>
                  <a:gd name="csY2" fmla="*/ 25682 h 25681"/>
                  <a:gd name="csX3" fmla="*/ 357 w 16894"/>
                  <a:gd name="csY3" fmla="*/ 23503 h 25681"/>
                  <a:gd name="csX4" fmla="*/ 2429 w 16894"/>
                  <a:gd name="csY4" fmla="*/ 20110 h 25681"/>
                  <a:gd name="csX5" fmla="*/ 6536 w 16894"/>
                  <a:gd name="csY5" fmla="*/ 16216 h 25681"/>
                  <a:gd name="csX6" fmla="*/ 12180 w 16894"/>
                  <a:gd name="csY6" fmla="*/ 10787 h 25681"/>
                  <a:gd name="csX7" fmla="*/ 13645 w 16894"/>
                  <a:gd name="csY7" fmla="*/ 7037 h 25681"/>
                  <a:gd name="csX8" fmla="*/ 12287 w 16894"/>
                  <a:gd name="csY8" fmla="*/ 3893 h 25681"/>
                  <a:gd name="csX9" fmla="*/ 8822 w 16894"/>
                  <a:gd name="csY9" fmla="*/ 2608 h 25681"/>
                  <a:gd name="csX10" fmla="*/ 5179 w 16894"/>
                  <a:gd name="csY10" fmla="*/ 3965 h 25681"/>
                  <a:gd name="csX11" fmla="*/ 3786 w 16894"/>
                  <a:gd name="csY11" fmla="*/ 7715 h 25681"/>
                  <a:gd name="csX12" fmla="*/ 571 w 16894"/>
                  <a:gd name="csY12" fmla="*/ 7394 h 25681"/>
                  <a:gd name="csX13" fmla="*/ 3072 w 16894"/>
                  <a:gd name="csY13" fmla="*/ 1893 h 25681"/>
                  <a:gd name="csX14" fmla="*/ 8858 w 16894"/>
                  <a:gd name="csY14" fmla="*/ 0 h 25681"/>
                  <a:gd name="csX15" fmla="*/ 14680 w 16894"/>
                  <a:gd name="csY15" fmla="*/ 2036 h 25681"/>
                  <a:gd name="csX16" fmla="*/ 16823 w 16894"/>
                  <a:gd name="csY16" fmla="*/ 7108 h 25681"/>
                  <a:gd name="csX17" fmla="*/ 16180 w 16894"/>
                  <a:gd name="csY17" fmla="*/ 10108 h 25681"/>
                  <a:gd name="csX18" fmla="*/ 14109 w 16894"/>
                  <a:gd name="csY18" fmla="*/ 13252 h 25681"/>
                  <a:gd name="csX19" fmla="*/ 9251 w 16894"/>
                  <a:gd name="csY19" fmla="*/ 17752 h 25681"/>
                  <a:gd name="csX20" fmla="*/ 5608 w 16894"/>
                  <a:gd name="csY20" fmla="*/ 20967 h 25681"/>
                  <a:gd name="csX21" fmla="*/ 4286 w 16894"/>
                  <a:gd name="csY21" fmla="*/ 22682 h 25681"/>
                  <a:gd name="csX22" fmla="*/ 16823 w 16894"/>
                  <a:gd name="csY22" fmla="*/ 22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2"/>
                    </a:moveTo>
                    <a:lnTo>
                      <a:pt x="16895" y="25682"/>
                    </a:lnTo>
                    <a:lnTo>
                      <a:pt x="0" y="25682"/>
                    </a:lnTo>
                    <a:cubicBezTo>
                      <a:pt x="0" y="24932"/>
                      <a:pt x="107" y="24217"/>
                      <a:pt x="357" y="23503"/>
                    </a:cubicBezTo>
                    <a:cubicBezTo>
                      <a:pt x="786" y="22360"/>
                      <a:pt x="1464" y="21217"/>
                      <a:pt x="2429" y="20110"/>
                    </a:cubicBezTo>
                    <a:cubicBezTo>
                      <a:pt x="3393" y="19002"/>
                      <a:pt x="4750" y="17717"/>
                      <a:pt x="6536" y="16216"/>
                    </a:cubicBezTo>
                    <a:cubicBezTo>
                      <a:pt x="9323" y="13930"/>
                      <a:pt x="11180" y="12144"/>
                      <a:pt x="12180" y="10787"/>
                    </a:cubicBezTo>
                    <a:cubicBezTo>
                      <a:pt x="13144" y="9466"/>
                      <a:pt x="13645" y="8215"/>
                      <a:pt x="13645" y="7037"/>
                    </a:cubicBezTo>
                    <a:cubicBezTo>
                      <a:pt x="13645" y="5858"/>
                      <a:pt x="13180" y="4751"/>
                      <a:pt x="12287" y="3893"/>
                    </a:cubicBezTo>
                    <a:cubicBezTo>
                      <a:pt x="11394" y="3036"/>
                      <a:pt x="10251" y="2608"/>
                      <a:pt x="8822" y="2608"/>
                    </a:cubicBezTo>
                    <a:cubicBezTo>
                      <a:pt x="7322" y="2608"/>
                      <a:pt x="6108" y="3072"/>
                      <a:pt x="5179" y="3965"/>
                    </a:cubicBezTo>
                    <a:cubicBezTo>
                      <a:pt x="4286" y="4858"/>
                      <a:pt x="3822" y="6144"/>
                      <a:pt x="3786" y="7715"/>
                    </a:cubicBezTo>
                    <a:lnTo>
                      <a:pt x="571" y="7394"/>
                    </a:lnTo>
                    <a:cubicBezTo>
                      <a:pt x="786" y="5001"/>
                      <a:pt x="1607" y="3143"/>
                      <a:pt x="3072" y="1893"/>
                    </a:cubicBezTo>
                    <a:cubicBezTo>
                      <a:pt x="4500" y="607"/>
                      <a:pt x="6465" y="0"/>
                      <a:pt x="8858" y="0"/>
                    </a:cubicBezTo>
                    <a:cubicBezTo>
                      <a:pt x="11251" y="0"/>
                      <a:pt x="13252" y="679"/>
                      <a:pt x="14680" y="2036"/>
                    </a:cubicBezTo>
                    <a:cubicBezTo>
                      <a:pt x="16109" y="3393"/>
                      <a:pt x="16823" y="5108"/>
                      <a:pt x="16823" y="7108"/>
                    </a:cubicBezTo>
                    <a:cubicBezTo>
                      <a:pt x="16823" y="8144"/>
                      <a:pt x="16609" y="9144"/>
                      <a:pt x="16180" y="10108"/>
                    </a:cubicBezTo>
                    <a:cubicBezTo>
                      <a:pt x="15752" y="11109"/>
                      <a:pt x="15073" y="12144"/>
                      <a:pt x="14109" y="13252"/>
                    </a:cubicBezTo>
                    <a:cubicBezTo>
                      <a:pt x="13144" y="14323"/>
                      <a:pt x="11537" y="15859"/>
                      <a:pt x="9251" y="17752"/>
                    </a:cubicBezTo>
                    <a:cubicBezTo>
                      <a:pt x="7358" y="19360"/>
                      <a:pt x="6144" y="20395"/>
                      <a:pt x="5608" y="20967"/>
                    </a:cubicBezTo>
                    <a:cubicBezTo>
                      <a:pt x="5072" y="21539"/>
                      <a:pt x="4643" y="22110"/>
                      <a:pt x="4286" y="22682"/>
                    </a:cubicBezTo>
                    <a:lnTo>
                      <a:pt x="16823" y="22682"/>
                    </a:lnTo>
                    <a:close/>
                  </a:path>
                </a:pathLst>
              </a:custGeom>
              <a:solidFill>
                <a:srgbClr val="000000"/>
              </a:solidFill>
              <a:ln w="3572" cap="flat">
                <a:noFill/>
                <a:prstDash val="solid"/>
                <a:miter/>
              </a:ln>
            </p:spPr>
            <p:txBody>
              <a:bodyPr/>
              <a:lstStyle/>
              <a:p>
                <a:endParaRPr lang="en-US" sz="1701"/>
              </a:p>
            </p:txBody>
          </p:sp>
          <p:sp>
            <p:nvSpPr>
              <p:cNvPr id="12420" name="Freeform: Shape 12419">
                <a:extLst>
                  <a:ext uri="{FF2B5EF4-FFF2-40B4-BE49-F238E27FC236}">
                    <a16:creationId xmlns:a16="http://schemas.microsoft.com/office/drawing/2014/main" id="{6F912ABB-B5F6-8029-80EE-998A1CACEF8D}"/>
                  </a:ext>
                </a:extLst>
              </p:cNvPr>
              <p:cNvSpPr/>
              <p:nvPr/>
            </p:nvSpPr>
            <p:spPr>
              <a:xfrm>
                <a:off x="3075022" y="1985401"/>
                <a:ext cx="37073" cy="56055"/>
              </a:xfrm>
              <a:custGeom>
                <a:avLst/>
                <a:gdLst>
                  <a:gd name="csX0" fmla="*/ 16895 w 16894"/>
                  <a:gd name="csY0" fmla="*/ 22682 h 25681"/>
                  <a:gd name="csX1" fmla="*/ 16895 w 16894"/>
                  <a:gd name="csY1" fmla="*/ 25682 h 25681"/>
                  <a:gd name="csX2" fmla="*/ 0 w 16894"/>
                  <a:gd name="csY2" fmla="*/ 25682 h 25681"/>
                  <a:gd name="csX3" fmla="*/ 357 w 16894"/>
                  <a:gd name="csY3" fmla="*/ 23503 h 25681"/>
                  <a:gd name="csX4" fmla="*/ 2429 w 16894"/>
                  <a:gd name="csY4" fmla="*/ 20110 h 25681"/>
                  <a:gd name="csX5" fmla="*/ 6536 w 16894"/>
                  <a:gd name="csY5" fmla="*/ 16216 h 25681"/>
                  <a:gd name="csX6" fmla="*/ 12180 w 16894"/>
                  <a:gd name="csY6" fmla="*/ 10787 h 25681"/>
                  <a:gd name="csX7" fmla="*/ 13645 w 16894"/>
                  <a:gd name="csY7" fmla="*/ 7037 h 25681"/>
                  <a:gd name="csX8" fmla="*/ 12287 w 16894"/>
                  <a:gd name="csY8" fmla="*/ 3893 h 25681"/>
                  <a:gd name="csX9" fmla="*/ 8822 w 16894"/>
                  <a:gd name="csY9" fmla="*/ 2608 h 25681"/>
                  <a:gd name="csX10" fmla="*/ 5179 w 16894"/>
                  <a:gd name="csY10" fmla="*/ 3965 h 25681"/>
                  <a:gd name="csX11" fmla="*/ 3786 w 16894"/>
                  <a:gd name="csY11" fmla="*/ 7715 h 25681"/>
                  <a:gd name="csX12" fmla="*/ 571 w 16894"/>
                  <a:gd name="csY12" fmla="*/ 7394 h 25681"/>
                  <a:gd name="csX13" fmla="*/ 3072 w 16894"/>
                  <a:gd name="csY13" fmla="*/ 1893 h 25681"/>
                  <a:gd name="csX14" fmla="*/ 8858 w 16894"/>
                  <a:gd name="csY14" fmla="*/ 0 h 25681"/>
                  <a:gd name="csX15" fmla="*/ 14680 w 16894"/>
                  <a:gd name="csY15" fmla="*/ 2036 h 25681"/>
                  <a:gd name="csX16" fmla="*/ 16823 w 16894"/>
                  <a:gd name="csY16" fmla="*/ 7108 h 25681"/>
                  <a:gd name="csX17" fmla="*/ 16180 w 16894"/>
                  <a:gd name="csY17" fmla="*/ 10108 h 25681"/>
                  <a:gd name="csX18" fmla="*/ 14109 w 16894"/>
                  <a:gd name="csY18" fmla="*/ 13252 h 25681"/>
                  <a:gd name="csX19" fmla="*/ 9251 w 16894"/>
                  <a:gd name="csY19" fmla="*/ 17752 h 25681"/>
                  <a:gd name="csX20" fmla="*/ 5608 w 16894"/>
                  <a:gd name="csY20" fmla="*/ 20967 h 25681"/>
                  <a:gd name="csX21" fmla="*/ 4286 w 16894"/>
                  <a:gd name="csY21" fmla="*/ 22682 h 25681"/>
                  <a:gd name="csX22" fmla="*/ 16823 w 16894"/>
                  <a:gd name="csY22" fmla="*/ 22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2"/>
                    </a:moveTo>
                    <a:lnTo>
                      <a:pt x="16895" y="25682"/>
                    </a:lnTo>
                    <a:lnTo>
                      <a:pt x="0" y="25682"/>
                    </a:lnTo>
                    <a:cubicBezTo>
                      <a:pt x="0" y="24932"/>
                      <a:pt x="107" y="24217"/>
                      <a:pt x="357" y="23503"/>
                    </a:cubicBezTo>
                    <a:cubicBezTo>
                      <a:pt x="786" y="22360"/>
                      <a:pt x="1464" y="21217"/>
                      <a:pt x="2429" y="20110"/>
                    </a:cubicBezTo>
                    <a:cubicBezTo>
                      <a:pt x="3393" y="19002"/>
                      <a:pt x="4750" y="17717"/>
                      <a:pt x="6536" y="16216"/>
                    </a:cubicBezTo>
                    <a:cubicBezTo>
                      <a:pt x="9323" y="13930"/>
                      <a:pt x="11180" y="12144"/>
                      <a:pt x="12180" y="10787"/>
                    </a:cubicBezTo>
                    <a:cubicBezTo>
                      <a:pt x="13144" y="9466"/>
                      <a:pt x="13645" y="8215"/>
                      <a:pt x="13645" y="7037"/>
                    </a:cubicBezTo>
                    <a:cubicBezTo>
                      <a:pt x="13645" y="5858"/>
                      <a:pt x="13180" y="4751"/>
                      <a:pt x="12287" y="3893"/>
                    </a:cubicBezTo>
                    <a:cubicBezTo>
                      <a:pt x="11394" y="3036"/>
                      <a:pt x="10251" y="2608"/>
                      <a:pt x="8822" y="2608"/>
                    </a:cubicBezTo>
                    <a:cubicBezTo>
                      <a:pt x="7322" y="2608"/>
                      <a:pt x="6108" y="3072"/>
                      <a:pt x="5179" y="3965"/>
                    </a:cubicBezTo>
                    <a:cubicBezTo>
                      <a:pt x="4286" y="4858"/>
                      <a:pt x="3822" y="6144"/>
                      <a:pt x="3786" y="7715"/>
                    </a:cubicBezTo>
                    <a:lnTo>
                      <a:pt x="571" y="7394"/>
                    </a:lnTo>
                    <a:cubicBezTo>
                      <a:pt x="786" y="5001"/>
                      <a:pt x="1607" y="3143"/>
                      <a:pt x="3072" y="1893"/>
                    </a:cubicBezTo>
                    <a:cubicBezTo>
                      <a:pt x="4501" y="607"/>
                      <a:pt x="6465" y="0"/>
                      <a:pt x="8858" y="0"/>
                    </a:cubicBezTo>
                    <a:cubicBezTo>
                      <a:pt x="11251" y="0"/>
                      <a:pt x="13252" y="679"/>
                      <a:pt x="14680" y="2036"/>
                    </a:cubicBezTo>
                    <a:cubicBezTo>
                      <a:pt x="16109" y="3393"/>
                      <a:pt x="16823" y="5108"/>
                      <a:pt x="16823" y="7108"/>
                    </a:cubicBezTo>
                    <a:cubicBezTo>
                      <a:pt x="16823" y="8144"/>
                      <a:pt x="16609" y="9144"/>
                      <a:pt x="16180" y="10108"/>
                    </a:cubicBezTo>
                    <a:cubicBezTo>
                      <a:pt x="15752" y="11109"/>
                      <a:pt x="15073" y="12144"/>
                      <a:pt x="14109" y="13252"/>
                    </a:cubicBezTo>
                    <a:cubicBezTo>
                      <a:pt x="13144" y="14323"/>
                      <a:pt x="11537" y="15859"/>
                      <a:pt x="9251" y="17752"/>
                    </a:cubicBezTo>
                    <a:cubicBezTo>
                      <a:pt x="7358" y="19360"/>
                      <a:pt x="6144" y="20395"/>
                      <a:pt x="5608" y="20967"/>
                    </a:cubicBezTo>
                    <a:cubicBezTo>
                      <a:pt x="5072" y="21539"/>
                      <a:pt x="4643" y="22110"/>
                      <a:pt x="4286" y="22682"/>
                    </a:cubicBezTo>
                    <a:lnTo>
                      <a:pt x="16823" y="22682"/>
                    </a:lnTo>
                    <a:close/>
                  </a:path>
                </a:pathLst>
              </a:custGeom>
              <a:solidFill>
                <a:srgbClr val="000000"/>
              </a:solidFill>
              <a:ln w="3572" cap="flat">
                <a:noFill/>
                <a:prstDash val="solid"/>
                <a:miter/>
              </a:ln>
            </p:spPr>
            <p:txBody>
              <a:bodyPr/>
              <a:lstStyle/>
              <a:p>
                <a:endParaRPr lang="en-US" sz="1701"/>
              </a:p>
            </p:txBody>
          </p:sp>
          <p:sp>
            <p:nvSpPr>
              <p:cNvPr id="12422" name="Freeform: Shape 12421">
                <a:extLst>
                  <a:ext uri="{FF2B5EF4-FFF2-40B4-BE49-F238E27FC236}">
                    <a16:creationId xmlns:a16="http://schemas.microsoft.com/office/drawing/2014/main" id="{1C4CDF1A-CD4A-BB80-BF4D-E043825590FE}"/>
                  </a:ext>
                </a:extLst>
              </p:cNvPr>
              <p:cNvSpPr/>
              <p:nvPr/>
            </p:nvSpPr>
            <p:spPr>
              <a:xfrm>
                <a:off x="3036926" y="2066407"/>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6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7" y="6358"/>
                      <a:pt x="4536" y="7108"/>
                      <a:pt x="3322" y="7822"/>
                    </a:cubicBezTo>
                    <a:cubicBezTo>
                      <a:pt x="2108" y="8537"/>
                      <a:pt x="1000" y="9108"/>
                      <a:pt x="0" y="9466"/>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423" name="Freeform: Shape 12422">
                <a:extLst>
                  <a:ext uri="{FF2B5EF4-FFF2-40B4-BE49-F238E27FC236}">
                    <a16:creationId xmlns:a16="http://schemas.microsoft.com/office/drawing/2014/main" id="{38057EB2-E988-86C1-874A-929C6786B159}"/>
                  </a:ext>
                </a:extLst>
              </p:cNvPr>
              <p:cNvSpPr/>
              <p:nvPr/>
            </p:nvSpPr>
            <p:spPr>
              <a:xfrm>
                <a:off x="3075177" y="2066407"/>
                <a:ext cx="36997" cy="57070"/>
              </a:xfrm>
              <a:custGeom>
                <a:avLst/>
                <a:gdLst>
                  <a:gd name="csX0" fmla="*/ 4858 w 16859"/>
                  <a:gd name="csY0" fmla="*/ 11787 h 26146"/>
                  <a:gd name="csX1" fmla="*/ 1965 w 16859"/>
                  <a:gd name="csY1" fmla="*/ 9751 h 26146"/>
                  <a:gd name="csX2" fmla="*/ 1036 w 16859"/>
                  <a:gd name="csY2" fmla="*/ 6572 h 26146"/>
                  <a:gd name="csX3" fmla="*/ 3036 w 16859"/>
                  <a:gd name="csY3" fmla="*/ 1893 h 26146"/>
                  <a:gd name="csX4" fmla="*/ 8394 w 16859"/>
                  <a:gd name="csY4" fmla="*/ 0 h 26146"/>
                  <a:gd name="csX5" fmla="*/ 13788 w 16859"/>
                  <a:gd name="csY5" fmla="*/ 1929 h 26146"/>
                  <a:gd name="csX6" fmla="*/ 15823 w 16859"/>
                  <a:gd name="csY6" fmla="*/ 6679 h 26146"/>
                  <a:gd name="csX7" fmla="*/ 14895 w 16859"/>
                  <a:gd name="csY7" fmla="*/ 9787 h 26146"/>
                  <a:gd name="csX8" fmla="*/ 12073 w 16859"/>
                  <a:gd name="csY8" fmla="*/ 11823 h 26146"/>
                  <a:gd name="csX9" fmla="*/ 15645 w 16859"/>
                  <a:gd name="csY9" fmla="*/ 14323 h 26146"/>
                  <a:gd name="csX10" fmla="*/ 16859 w 16859"/>
                  <a:gd name="csY10" fmla="*/ 18395 h 26146"/>
                  <a:gd name="csX11" fmla="*/ 14538 w 16859"/>
                  <a:gd name="csY11" fmla="*/ 23896 h 26146"/>
                  <a:gd name="csX12" fmla="*/ 8430 w 16859"/>
                  <a:gd name="csY12" fmla="*/ 26146 h 26146"/>
                  <a:gd name="csX13" fmla="*/ 2322 w 16859"/>
                  <a:gd name="csY13" fmla="*/ 23896 h 26146"/>
                  <a:gd name="csX14" fmla="*/ 0 w 16859"/>
                  <a:gd name="csY14" fmla="*/ 18288 h 26146"/>
                  <a:gd name="csX15" fmla="*/ 1250 w 16859"/>
                  <a:gd name="csY15" fmla="*/ 14109 h 26146"/>
                  <a:gd name="csX16" fmla="*/ 4858 w 16859"/>
                  <a:gd name="csY16" fmla="*/ 11823 h 26146"/>
                  <a:gd name="csX17" fmla="*/ 4251 w 16859"/>
                  <a:gd name="csY17" fmla="*/ 6465 h 26146"/>
                  <a:gd name="csX18" fmla="*/ 5394 w 16859"/>
                  <a:gd name="csY18" fmla="*/ 9430 h 26146"/>
                  <a:gd name="csX19" fmla="*/ 8430 w 16859"/>
                  <a:gd name="csY19" fmla="*/ 10573 h 26146"/>
                  <a:gd name="csX20" fmla="*/ 11394 w 16859"/>
                  <a:gd name="csY20" fmla="*/ 9430 h 26146"/>
                  <a:gd name="csX21" fmla="*/ 12537 w 16859"/>
                  <a:gd name="csY21" fmla="*/ 6644 h 26146"/>
                  <a:gd name="csX22" fmla="*/ 11323 w 16859"/>
                  <a:gd name="csY22" fmla="*/ 3715 h 26146"/>
                  <a:gd name="csX23" fmla="*/ 8358 w 16859"/>
                  <a:gd name="csY23" fmla="*/ 2536 h 26146"/>
                  <a:gd name="csX24" fmla="*/ 5358 w 16859"/>
                  <a:gd name="csY24" fmla="*/ 3679 h 26146"/>
                  <a:gd name="csX25" fmla="*/ 4179 w 16859"/>
                  <a:gd name="csY25" fmla="*/ 6429 h 26146"/>
                  <a:gd name="csX26" fmla="*/ 3215 w 16859"/>
                  <a:gd name="csY26" fmla="*/ 18252 h 26146"/>
                  <a:gd name="csX27" fmla="*/ 3858 w 16859"/>
                  <a:gd name="csY27" fmla="*/ 20860 h 26146"/>
                  <a:gd name="csX28" fmla="*/ 5751 w 16859"/>
                  <a:gd name="csY28" fmla="*/ 22789 h 26146"/>
                  <a:gd name="csX29" fmla="*/ 8465 w 16859"/>
                  <a:gd name="csY29" fmla="*/ 23467 h 26146"/>
                  <a:gd name="csX30" fmla="*/ 12180 w 16859"/>
                  <a:gd name="csY30" fmla="*/ 22003 h 26146"/>
                  <a:gd name="csX31" fmla="*/ 13645 w 16859"/>
                  <a:gd name="csY31" fmla="*/ 18324 h 26146"/>
                  <a:gd name="csX32" fmla="*/ 12144 w 16859"/>
                  <a:gd name="csY32" fmla="*/ 14573 h 26146"/>
                  <a:gd name="csX33" fmla="*/ 8358 w 16859"/>
                  <a:gd name="csY33" fmla="*/ 13109 h 26146"/>
                  <a:gd name="csX34" fmla="*/ 4679 w 16859"/>
                  <a:gd name="csY34" fmla="*/ 14573 h 26146"/>
                  <a:gd name="csX35" fmla="*/ 3215 w 16859"/>
                  <a:gd name="csY35" fmla="*/ 18216 h 26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859" h="26146">
                    <a:moveTo>
                      <a:pt x="4858" y="11787"/>
                    </a:moveTo>
                    <a:cubicBezTo>
                      <a:pt x="3572" y="11323"/>
                      <a:pt x="2608" y="10644"/>
                      <a:pt x="1965" y="9751"/>
                    </a:cubicBezTo>
                    <a:cubicBezTo>
                      <a:pt x="1322" y="8858"/>
                      <a:pt x="1036" y="7822"/>
                      <a:pt x="1036" y="6572"/>
                    </a:cubicBezTo>
                    <a:cubicBezTo>
                      <a:pt x="1036" y="4715"/>
                      <a:pt x="1679" y="3143"/>
                      <a:pt x="3036" y="1893"/>
                    </a:cubicBezTo>
                    <a:cubicBezTo>
                      <a:pt x="4394" y="643"/>
                      <a:pt x="6179" y="0"/>
                      <a:pt x="8394" y="0"/>
                    </a:cubicBezTo>
                    <a:cubicBezTo>
                      <a:pt x="10609" y="0"/>
                      <a:pt x="12395" y="643"/>
                      <a:pt x="13788" y="1929"/>
                    </a:cubicBezTo>
                    <a:cubicBezTo>
                      <a:pt x="15145" y="3215"/>
                      <a:pt x="15823" y="4786"/>
                      <a:pt x="15823" y="6679"/>
                    </a:cubicBezTo>
                    <a:cubicBezTo>
                      <a:pt x="15823" y="7858"/>
                      <a:pt x="15502" y="8894"/>
                      <a:pt x="14895" y="9787"/>
                    </a:cubicBezTo>
                    <a:cubicBezTo>
                      <a:pt x="14288" y="10680"/>
                      <a:pt x="13323" y="11323"/>
                      <a:pt x="12073" y="11823"/>
                    </a:cubicBezTo>
                    <a:cubicBezTo>
                      <a:pt x="13645" y="12323"/>
                      <a:pt x="14823" y="13180"/>
                      <a:pt x="15645" y="14323"/>
                    </a:cubicBezTo>
                    <a:cubicBezTo>
                      <a:pt x="16467" y="15466"/>
                      <a:pt x="16859" y="16824"/>
                      <a:pt x="16859" y="18395"/>
                    </a:cubicBezTo>
                    <a:cubicBezTo>
                      <a:pt x="16859" y="20574"/>
                      <a:pt x="16109" y="22431"/>
                      <a:pt x="14538" y="23896"/>
                    </a:cubicBezTo>
                    <a:cubicBezTo>
                      <a:pt x="13002" y="25396"/>
                      <a:pt x="10966" y="26146"/>
                      <a:pt x="8430" y="26146"/>
                    </a:cubicBezTo>
                    <a:cubicBezTo>
                      <a:pt x="5894" y="26146"/>
                      <a:pt x="3858" y="25396"/>
                      <a:pt x="2322" y="23896"/>
                    </a:cubicBezTo>
                    <a:cubicBezTo>
                      <a:pt x="786" y="22396"/>
                      <a:pt x="0" y="20538"/>
                      <a:pt x="0" y="18288"/>
                    </a:cubicBezTo>
                    <a:cubicBezTo>
                      <a:pt x="0" y="16645"/>
                      <a:pt x="429" y="15216"/>
                      <a:pt x="1250" y="14109"/>
                    </a:cubicBezTo>
                    <a:cubicBezTo>
                      <a:pt x="2108" y="12966"/>
                      <a:pt x="3286" y="12216"/>
                      <a:pt x="4858" y="11823"/>
                    </a:cubicBezTo>
                    <a:moveTo>
                      <a:pt x="4251" y="6465"/>
                    </a:moveTo>
                    <a:cubicBezTo>
                      <a:pt x="4251" y="7680"/>
                      <a:pt x="4644" y="8680"/>
                      <a:pt x="5394" y="9430"/>
                    </a:cubicBezTo>
                    <a:cubicBezTo>
                      <a:pt x="6179" y="10180"/>
                      <a:pt x="7180" y="10573"/>
                      <a:pt x="8430" y="10573"/>
                    </a:cubicBezTo>
                    <a:cubicBezTo>
                      <a:pt x="9680" y="10573"/>
                      <a:pt x="10609" y="10180"/>
                      <a:pt x="11394" y="9430"/>
                    </a:cubicBezTo>
                    <a:cubicBezTo>
                      <a:pt x="12144" y="8680"/>
                      <a:pt x="12537" y="7751"/>
                      <a:pt x="12537" y="6644"/>
                    </a:cubicBezTo>
                    <a:cubicBezTo>
                      <a:pt x="12537" y="5501"/>
                      <a:pt x="12144" y="4536"/>
                      <a:pt x="11323" y="3715"/>
                    </a:cubicBezTo>
                    <a:cubicBezTo>
                      <a:pt x="10537" y="2929"/>
                      <a:pt x="9537" y="2536"/>
                      <a:pt x="8358" y="2536"/>
                    </a:cubicBezTo>
                    <a:cubicBezTo>
                      <a:pt x="7180" y="2536"/>
                      <a:pt x="6179" y="2929"/>
                      <a:pt x="5358" y="3679"/>
                    </a:cubicBezTo>
                    <a:cubicBezTo>
                      <a:pt x="4572" y="4429"/>
                      <a:pt x="4179" y="5358"/>
                      <a:pt x="4179" y="6429"/>
                    </a:cubicBezTo>
                    <a:moveTo>
                      <a:pt x="3215" y="18252"/>
                    </a:moveTo>
                    <a:cubicBezTo>
                      <a:pt x="3215" y="19145"/>
                      <a:pt x="3429" y="20038"/>
                      <a:pt x="3858" y="20860"/>
                    </a:cubicBezTo>
                    <a:cubicBezTo>
                      <a:pt x="4286" y="21681"/>
                      <a:pt x="4893" y="22324"/>
                      <a:pt x="5751" y="22789"/>
                    </a:cubicBezTo>
                    <a:cubicBezTo>
                      <a:pt x="6572" y="23253"/>
                      <a:pt x="7501" y="23467"/>
                      <a:pt x="8465" y="23467"/>
                    </a:cubicBezTo>
                    <a:cubicBezTo>
                      <a:pt x="9966" y="23467"/>
                      <a:pt x="11216" y="23003"/>
                      <a:pt x="12180" y="22003"/>
                    </a:cubicBezTo>
                    <a:cubicBezTo>
                      <a:pt x="13144" y="21038"/>
                      <a:pt x="13645" y="19824"/>
                      <a:pt x="13645" y="18324"/>
                    </a:cubicBezTo>
                    <a:cubicBezTo>
                      <a:pt x="13645" y="16824"/>
                      <a:pt x="13144" y="15573"/>
                      <a:pt x="12144" y="14573"/>
                    </a:cubicBezTo>
                    <a:cubicBezTo>
                      <a:pt x="11144" y="13573"/>
                      <a:pt x="9894" y="13109"/>
                      <a:pt x="8358" y="13109"/>
                    </a:cubicBezTo>
                    <a:cubicBezTo>
                      <a:pt x="6822" y="13109"/>
                      <a:pt x="5679" y="13609"/>
                      <a:pt x="4679" y="14573"/>
                    </a:cubicBezTo>
                    <a:cubicBezTo>
                      <a:pt x="3715" y="15538"/>
                      <a:pt x="3215" y="16752"/>
                      <a:pt x="3215" y="18216"/>
                    </a:cubicBezTo>
                    <a:close/>
                  </a:path>
                </a:pathLst>
              </a:custGeom>
              <a:solidFill>
                <a:srgbClr val="000000"/>
              </a:solidFill>
              <a:ln w="3572" cap="flat">
                <a:noFill/>
                <a:prstDash val="solid"/>
                <a:miter/>
              </a:ln>
            </p:spPr>
            <p:txBody>
              <a:bodyPr/>
              <a:lstStyle/>
              <a:p>
                <a:endParaRPr lang="en-US" sz="1701"/>
              </a:p>
            </p:txBody>
          </p:sp>
          <p:sp>
            <p:nvSpPr>
              <p:cNvPr id="12424" name="Freeform: Shape 12423">
                <a:extLst>
                  <a:ext uri="{FF2B5EF4-FFF2-40B4-BE49-F238E27FC236}">
                    <a16:creationId xmlns:a16="http://schemas.microsoft.com/office/drawing/2014/main" id="{575E5108-C199-E764-919F-FD673F1DEC7E}"/>
                  </a:ext>
                </a:extLst>
              </p:cNvPr>
              <p:cNvSpPr/>
              <p:nvPr/>
            </p:nvSpPr>
            <p:spPr>
              <a:xfrm>
                <a:off x="3075726" y="2148114"/>
                <a:ext cx="36448" cy="55042"/>
              </a:xfrm>
              <a:custGeom>
                <a:avLst/>
                <a:gdLst>
                  <a:gd name="csX0" fmla="*/ 36 w 16609"/>
                  <a:gd name="csY0" fmla="*/ 3036 h 25217"/>
                  <a:gd name="csX1" fmla="*/ 36 w 16609"/>
                  <a:gd name="csY1" fmla="*/ 0 h 25217"/>
                  <a:gd name="csX2" fmla="*/ 16609 w 16609"/>
                  <a:gd name="csY2" fmla="*/ 0 h 25217"/>
                  <a:gd name="csX3" fmla="*/ 16609 w 16609"/>
                  <a:gd name="csY3" fmla="*/ 2429 h 25217"/>
                  <a:gd name="csX4" fmla="*/ 11752 w 16609"/>
                  <a:gd name="csY4" fmla="*/ 9323 h 25217"/>
                  <a:gd name="csX5" fmla="*/ 8037 w 16609"/>
                  <a:gd name="csY5" fmla="*/ 18181 h 25217"/>
                  <a:gd name="csX6" fmla="*/ 6822 w 16609"/>
                  <a:gd name="csY6" fmla="*/ 25217 h 25217"/>
                  <a:gd name="csX7" fmla="*/ 3608 w 16609"/>
                  <a:gd name="csY7" fmla="*/ 25217 h 25217"/>
                  <a:gd name="csX8" fmla="*/ 4786 w 16609"/>
                  <a:gd name="csY8" fmla="*/ 17931 h 25217"/>
                  <a:gd name="csX9" fmla="*/ 8037 w 16609"/>
                  <a:gd name="csY9" fmla="*/ 9680 h 25217"/>
                  <a:gd name="csX10" fmla="*/ 12537 w 16609"/>
                  <a:gd name="csY10" fmla="*/ 3000 h 25217"/>
                  <a:gd name="csX11" fmla="*/ 0 w 16609"/>
                  <a:gd name="csY11" fmla="*/ 3000 h 25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6609" h="25217">
                    <a:moveTo>
                      <a:pt x="36" y="3036"/>
                    </a:moveTo>
                    <a:lnTo>
                      <a:pt x="36" y="0"/>
                    </a:lnTo>
                    <a:lnTo>
                      <a:pt x="16609" y="0"/>
                    </a:lnTo>
                    <a:lnTo>
                      <a:pt x="16609" y="2429"/>
                    </a:lnTo>
                    <a:cubicBezTo>
                      <a:pt x="14966" y="4143"/>
                      <a:pt x="13359" y="6465"/>
                      <a:pt x="11752" y="9323"/>
                    </a:cubicBezTo>
                    <a:cubicBezTo>
                      <a:pt x="10144" y="12180"/>
                      <a:pt x="8930" y="15145"/>
                      <a:pt x="8037" y="18181"/>
                    </a:cubicBezTo>
                    <a:cubicBezTo>
                      <a:pt x="7394" y="20324"/>
                      <a:pt x="7001" y="22682"/>
                      <a:pt x="6822" y="25217"/>
                    </a:cubicBezTo>
                    <a:lnTo>
                      <a:pt x="3608" y="25217"/>
                    </a:lnTo>
                    <a:cubicBezTo>
                      <a:pt x="3608" y="23217"/>
                      <a:pt x="4036" y="20788"/>
                      <a:pt x="4786" y="17931"/>
                    </a:cubicBezTo>
                    <a:cubicBezTo>
                      <a:pt x="5536" y="15073"/>
                      <a:pt x="6644" y="12323"/>
                      <a:pt x="8037" y="9680"/>
                    </a:cubicBezTo>
                    <a:cubicBezTo>
                      <a:pt x="9430" y="7037"/>
                      <a:pt x="10966" y="4822"/>
                      <a:pt x="12537" y="3000"/>
                    </a:cubicBezTo>
                    <a:lnTo>
                      <a:pt x="0" y="3000"/>
                    </a:lnTo>
                    <a:close/>
                  </a:path>
                </a:pathLst>
              </a:custGeom>
              <a:solidFill>
                <a:srgbClr val="000000"/>
              </a:solidFill>
              <a:ln w="3572" cap="flat">
                <a:noFill/>
                <a:prstDash val="solid"/>
                <a:miter/>
              </a:ln>
            </p:spPr>
            <p:txBody>
              <a:bodyPr/>
              <a:lstStyle/>
              <a:p>
                <a:endParaRPr lang="en-US" sz="1701"/>
              </a:p>
            </p:txBody>
          </p:sp>
          <p:sp>
            <p:nvSpPr>
              <p:cNvPr id="12425" name="Freeform: Shape 12424">
                <a:extLst>
                  <a:ext uri="{FF2B5EF4-FFF2-40B4-BE49-F238E27FC236}">
                    <a16:creationId xmlns:a16="http://schemas.microsoft.com/office/drawing/2014/main" id="{79A88126-6C49-9610-7F16-FBE083DB86BC}"/>
                  </a:ext>
                </a:extLst>
              </p:cNvPr>
              <p:cNvSpPr/>
              <p:nvPr/>
            </p:nvSpPr>
            <p:spPr>
              <a:xfrm>
                <a:off x="3073297" y="2228417"/>
                <a:ext cx="38798" cy="55743"/>
              </a:xfrm>
              <a:custGeom>
                <a:avLst/>
                <a:gdLst>
                  <a:gd name="csX0" fmla="*/ 11108 w 17680"/>
                  <a:gd name="csY0" fmla="*/ 25539 h 25538"/>
                  <a:gd name="csX1" fmla="*/ 11108 w 17680"/>
                  <a:gd name="csY1" fmla="*/ 19431 h 25538"/>
                  <a:gd name="csX2" fmla="*/ 0 w 17680"/>
                  <a:gd name="csY2" fmla="*/ 19431 h 25538"/>
                  <a:gd name="csX3" fmla="*/ 0 w 17680"/>
                  <a:gd name="csY3" fmla="*/ 16573 h 25538"/>
                  <a:gd name="csX4" fmla="*/ 11680 w 17680"/>
                  <a:gd name="csY4" fmla="*/ 0 h 25538"/>
                  <a:gd name="csX5" fmla="*/ 14216 w 17680"/>
                  <a:gd name="csY5" fmla="*/ 0 h 25538"/>
                  <a:gd name="csX6" fmla="*/ 14216 w 17680"/>
                  <a:gd name="csY6" fmla="*/ 16573 h 25538"/>
                  <a:gd name="csX7" fmla="*/ 17681 w 17680"/>
                  <a:gd name="csY7" fmla="*/ 16573 h 25538"/>
                  <a:gd name="csX8" fmla="*/ 17681 w 17680"/>
                  <a:gd name="csY8" fmla="*/ 19431 h 25538"/>
                  <a:gd name="csX9" fmla="*/ 14216 w 17680"/>
                  <a:gd name="csY9" fmla="*/ 19431 h 25538"/>
                  <a:gd name="csX10" fmla="*/ 14216 w 17680"/>
                  <a:gd name="csY10" fmla="*/ 25539 h 25538"/>
                  <a:gd name="csX11" fmla="*/ 11073 w 17680"/>
                  <a:gd name="csY11" fmla="*/ 25539 h 25538"/>
                  <a:gd name="csX12" fmla="*/ 11108 w 17680"/>
                  <a:gd name="csY12" fmla="*/ 16538 h 25538"/>
                  <a:gd name="csX13" fmla="*/ 11108 w 17680"/>
                  <a:gd name="csY13" fmla="*/ 5000 h 25538"/>
                  <a:gd name="csX14" fmla="*/ 3108 w 17680"/>
                  <a:gd name="csY14" fmla="*/ 16538 h 25538"/>
                  <a:gd name="csX15" fmla="*/ 11108 w 17680"/>
                  <a:gd name="csY15" fmla="*/ 16538 h 2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680" h="25538">
                    <a:moveTo>
                      <a:pt x="11108" y="25539"/>
                    </a:moveTo>
                    <a:lnTo>
                      <a:pt x="11108" y="19431"/>
                    </a:lnTo>
                    <a:lnTo>
                      <a:pt x="0" y="19431"/>
                    </a:lnTo>
                    <a:lnTo>
                      <a:pt x="0" y="16573"/>
                    </a:lnTo>
                    <a:lnTo>
                      <a:pt x="11680" y="0"/>
                    </a:lnTo>
                    <a:lnTo>
                      <a:pt x="14216" y="0"/>
                    </a:lnTo>
                    <a:lnTo>
                      <a:pt x="14216" y="16573"/>
                    </a:lnTo>
                    <a:lnTo>
                      <a:pt x="17681" y="16573"/>
                    </a:lnTo>
                    <a:lnTo>
                      <a:pt x="17681" y="19431"/>
                    </a:lnTo>
                    <a:lnTo>
                      <a:pt x="14216" y="19431"/>
                    </a:lnTo>
                    <a:lnTo>
                      <a:pt x="14216" y="25539"/>
                    </a:lnTo>
                    <a:lnTo>
                      <a:pt x="11073" y="25539"/>
                    </a:lnTo>
                    <a:moveTo>
                      <a:pt x="11108" y="16538"/>
                    </a:moveTo>
                    <a:lnTo>
                      <a:pt x="11108" y="5000"/>
                    </a:lnTo>
                    <a:lnTo>
                      <a:pt x="3108" y="16538"/>
                    </a:lnTo>
                    <a:lnTo>
                      <a:pt x="11108" y="16538"/>
                    </a:lnTo>
                    <a:close/>
                  </a:path>
                </a:pathLst>
              </a:custGeom>
              <a:solidFill>
                <a:srgbClr val="000000"/>
              </a:solidFill>
              <a:ln w="3572" cap="flat">
                <a:noFill/>
                <a:prstDash val="solid"/>
                <a:miter/>
              </a:ln>
            </p:spPr>
            <p:txBody>
              <a:bodyPr/>
              <a:lstStyle/>
              <a:p>
                <a:endParaRPr lang="en-US" sz="1701"/>
              </a:p>
            </p:txBody>
          </p:sp>
          <p:sp>
            <p:nvSpPr>
              <p:cNvPr id="12427" name="Freeform: Shape 12426">
                <a:extLst>
                  <a:ext uri="{FF2B5EF4-FFF2-40B4-BE49-F238E27FC236}">
                    <a16:creationId xmlns:a16="http://schemas.microsoft.com/office/drawing/2014/main" id="{240611C2-3222-6E6E-01B7-A51D3E3652BE}"/>
                  </a:ext>
                </a:extLst>
              </p:cNvPr>
              <p:cNvSpPr/>
              <p:nvPr/>
            </p:nvSpPr>
            <p:spPr>
              <a:xfrm>
                <a:off x="3030500" y="2308956"/>
                <a:ext cx="37073" cy="56055"/>
              </a:xfrm>
              <a:custGeom>
                <a:avLst/>
                <a:gdLst>
                  <a:gd name="csX0" fmla="*/ 16895 w 16894"/>
                  <a:gd name="csY0" fmla="*/ 22682 h 25681"/>
                  <a:gd name="csX1" fmla="*/ 16895 w 16894"/>
                  <a:gd name="csY1" fmla="*/ 25682 h 25681"/>
                  <a:gd name="csX2" fmla="*/ 0 w 16894"/>
                  <a:gd name="csY2" fmla="*/ 25682 h 25681"/>
                  <a:gd name="csX3" fmla="*/ 357 w 16894"/>
                  <a:gd name="csY3" fmla="*/ 23503 h 25681"/>
                  <a:gd name="csX4" fmla="*/ 2429 w 16894"/>
                  <a:gd name="csY4" fmla="*/ 20110 h 25681"/>
                  <a:gd name="csX5" fmla="*/ 6536 w 16894"/>
                  <a:gd name="csY5" fmla="*/ 16216 h 25681"/>
                  <a:gd name="csX6" fmla="*/ 12180 w 16894"/>
                  <a:gd name="csY6" fmla="*/ 10787 h 25681"/>
                  <a:gd name="csX7" fmla="*/ 13644 w 16894"/>
                  <a:gd name="csY7" fmla="*/ 7037 h 25681"/>
                  <a:gd name="csX8" fmla="*/ 12287 w 16894"/>
                  <a:gd name="csY8" fmla="*/ 3893 h 25681"/>
                  <a:gd name="csX9" fmla="*/ 8822 w 16894"/>
                  <a:gd name="csY9" fmla="*/ 2608 h 25681"/>
                  <a:gd name="csX10" fmla="*/ 5179 w 16894"/>
                  <a:gd name="csY10" fmla="*/ 3965 h 25681"/>
                  <a:gd name="csX11" fmla="*/ 3786 w 16894"/>
                  <a:gd name="csY11" fmla="*/ 7715 h 25681"/>
                  <a:gd name="csX12" fmla="*/ 571 w 16894"/>
                  <a:gd name="csY12" fmla="*/ 7394 h 25681"/>
                  <a:gd name="csX13" fmla="*/ 3072 w 16894"/>
                  <a:gd name="csY13" fmla="*/ 1893 h 25681"/>
                  <a:gd name="csX14" fmla="*/ 8858 w 16894"/>
                  <a:gd name="csY14" fmla="*/ 0 h 25681"/>
                  <a:gd name="csX15" fmla="*/ 14680 w 16894"/>
                  <a:gd name="csY15" fmla="*/ 2036 h 25681"/>
                  <a:gd name="csX16" fmla="*/ 16823 w 16894"/>
                  <a:gd name="csY16" fmla="*/ 7108 h 25681"/>
                  <a:gd name="csX17" fmla="*/ 16180 w 16894"/>
                  <a:gd name="csY17" fmla="*/ 10108 h 25681"/>
                  <a:gd name="csX18" fmla="*/ 14109 w 16894"/>
                  <a:gd name="csY18" fmla="*/ 13252 h 25681"/>
                  <a:gd name="csX19" fmla="*/ 9251 w 16894"/>
                  <a:gd name="csY19" fmla="*/ 17752 h 25681"/>
                  <a:gd name="csX20" fmla="*/ 5608 w 16894"/>
                  <a:gd name="csY20" fmla="*/ 20967 h 25681"/>
                  <a:gd name="csX21" fmla="*/ 4286 w 16894"/>
                  <a:gd name="csY21" fmla="*/ 22682 h 25681"/>
                  <a:gd name="csX22" fmla="*/ 16823 w 16894"/>
                  <a:gd name="csY22" fmla="*/ 22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2"/>
                    </a:moveTo>
                    <a:lnTo>
                      <a:pt x="16895" y="25682"/>
                    </a:lnTo>
                    <a:lnTo>
                      <a:pt x="0" y="25682"/>
                    </a:lnTo>
                    <a:cubicBezTo>
                      <a:pt x="0" y="24932"/>
                      <a:pt x="107" y="24217"/>
                      <a:pt x="357" y="23503"/>
                    </a:cubicBezTo>
                    <a:cubicBezTo>
                      <a:pt x="786" y="22360"/>
                      <a:pt x="1464" y="21217"/>
                      <a:pt x="2429" y="20110"/>
                    </a:cubicBezTo>
                    <a:cubicBezTo>
                      <a:pt x="3393" y="19002"/>
                      <a:pt x="4750" y="17717"/>
                      <a:pt x="6536" y="16216"/>
                    </a:cubicBezTo>
                    <a:cubicBezTo>
                      <a:pt x="9323" y="13930"/>
                      <a:pt x="11180" y="12144"/>
                      <a:pt x="12180" y="10787"/>
                    </a:cubicBezTo>
                    <a:cubicBezTo>
                      <a:pt x="13144" y="9466"/>
                      <a:pt x="13644" y="8215"/>
                      <a:pt x="13644" y="7037"/>
                    </a:cubicBezTo>
                    <a:cubicBezTo>
                      <a:pt x="13644" y="5858"/>
                      <a:pt x="13180" y="4751"/>
                      <a:pt x="12287" y="3893"/>
                    </a:cubicBezTo>
                    <a:cubicBezTo>
                      <a:pt x="11394" y="3036"/>
                      <a:pt x="10251" y="2608"/>
                      <a:pt x="8822" y="2608"/>
                    </a:cubicBezTo>
                    <a:cubicBezTo>
                      <a:pt x="7322" y="2608"/>
                      <a:pt x="6108" y="3072"/>
                      <a:pt x="5179" y="3965"/>
                    </a:cubicBezTo>
                    <a:cubicBezTo>
                      <a:pt x="4286" y="4858"/>
                      <a:pt x="3822" y="6144"/>
                      <a:pt x="3786" y="7715"/>
                    </a:cubicBezTo>
                    <a:lnTo>
                      <a:pt x="571" y="7394"/>
                    </a:lnTo>
                    <a:cubicBezTo>
                      <a:pt x="786" y="5001"/>
                      <a:pt x="1607" y="3143"/>
                      <a:pt x="3072" y="1893"/>
                    </a:cubicBezTo>
                    <a:cubicBezTo>
                      <a:pt x="4500" y="607"/>
                      <a:pt x="6465" y="0"/>
                      <a:pt x="8858" y="0"/>
                    </a:cubicBezTo>
                    <a:cubicBezTo>
                      <a:pt x="11251" y="0"/>
                      <a:pt x="13252" y="679"/>
                      <a:pt x="14680" y="2036"/>
                    </a:cubicBezTo>
                    <a:cubicBezTo>
                      <a:pt x="16109" y="3393"/>
                      <a:pt x="16823" y="5108"/>
                      <a:pt x="16823" y="7108"/>
                    </a:cubicBezTo>
                    <a:cubicBezTo>
                      <a:pt x="16823" y="8144"/>
                      <a:pt x="16609" y="9144"/>
                      <a:pt x="16180" y="10108"/>
                    </a:cubicBezTo>
                    <a:cubicBezTo>
                      <a:pt x="15752" y="11109"/>
                      <a:pt x="15073" y="12144"/>
                      <a:pt x="14109" y="13252"/>
                    </a:cubicBezTo>
                    <a:cubicBezTo>
                      <a:pt x="13144" y="14323"/>
                      <a:pt x="11537" y="15859"/>
                      <a:pt x="9251" y="17752"/>
                    </a:cubicBezTo>
                    <a:cubicBezTo>
                      <a:pt x="7358" y="19360"/>
                      <a:pt x="6144" y="20395"/>
                      <a:pt x="5608" y="20967"/>
                    </a:cubicBezTo>
                    <a:cubicBezTo>
                      <a:pt x="5072" y="21539"/>
                      <a:pt x="4643" y="22110"/>
                      <a:pt x="4286" y="22682"/>
                    </a:cubicBezTo>
                    <a:lnTo>
                      <a:pt x="16823" y="22682"/>
                    </a:lnTo>
                    <a:close/>
                  </a:path>
                </a:pathLst>
              </a:custGeom>
              <a:solidFill>
                <a:srgbClr val="000000"/>
              </a:solidFill>
              <a:ln w="3572" cap="flat">
                <a:noFill/>
                <a:prstDash val="solid"/>
                <a:miter/>
              </a:ln>
            </p:spPr>
            <p:txBody>
              <a:bodyPr/>
              <a:lstStyle/>
              <a:p>
                <a:endParaRPr lang="en-US" sz="1701"/>
              </a:p>
            </p:txBody>
          </p:sp>
          <p:sp>
            <p:nvSpPr>
              <p:cNvPr id="12428" name="Freeform: Shape 12427">
                <a:extLst>
                  <a:ext uri="{FF2B5EF4-FFF2-40B4-BE49-F238E27FC236}">
                    <a16:creationId xmlns:a16="http://schemas.microsoft.com/office/drawing/2014/main" id="{1834AF60-51CC-28C6-6FCD-515005B3D0F9}"/>
                  </a:ext>
                </a:extLst>
              </p:cNvPr>
              <p:cNvSpPr/>
              <p:nvPr/>
            </p:nvSpPr>
            <p:spPr>
              <a:xfrm>
                <a:off x="3074708" y="2309890"/>
                <a:ext cx="37231" cy="55979"/>
              </a:xfrm>
              <a:custGeom>
                <a:avLst/>
                <a:gdLst>
                  <a:gd name="csX0" fmla="*/ 107 w 16966"/>
                  <a:gd name="csY0" fmla="*/ 18574 h 25646"/>
                  <a:gd name="csX1" fmla="*/ 3393 w 16966"/>
                  <a:gd name="csY1" fmla="*/ 18288 h 25646"/>
                  <a:gd name="csX2" fmla="*/ 5108 w 16966"/>
                  <a:gd name="csY2" fmla="*/ 21896 h 25646"/>
                  <a:gd name="csX3" fmla="*/ 8323 w 16966"/>
                  <a:gd name="csY3" fmla="*/ 23110 h 25646"/>
                  <a:gd name="csX4" fmla="*/ 12144 w 16966"/>
                  <a:gd name="csY4" fmla="*/ 21396 h 25646"/>
                  <a:gd name="csX5" fmla="*/ 13716 w 16966"/>
                  <a:gd name="csY5" fmla="*/ 16859 h 25646"/>
                  <a:gd name="csX6" fmla="*/ 12216 w 16966"/>
                  <a:gd name="csY6" fmla="*/ 12609 h 25646"/>
                  <a:gd name="csX7" fmla="*/ 8251 w 16966"/>
                  <a:gd name="csY7" fmla="*/ 11073 h 25646"/>
                  <a:gd name="csX8" fmla="*/ 5501 w 16966"/>
                  <a:gd name="csY8" fmla="*/ 11752 h 25646"/>
                  <a:gd name="csX9" fmla="*/ 3572 w 16966"/>
                  <a:gd name="csY9" fmla="*/ 13538 h 25646"/>
                  <a:gd name="csX10" fmla="*/ 607 w 16966"/>
                  <a:gd name="csY10" fmla="*/ 13144 h 25646"/>
                  <a:gd name="csX11" fmla="*/ 3108 w 16966"/>
                  <a:gd name="csY11" fmla="*/ 0 h 25646"/>
                  <a:gd name="csX12" fmla="*/ 15823 w 16966"/>
                  <a:gd name="csY12" fmla="*/ 0 h 25646"/>
                  <a:gd name="csX13" fmla="*/ 15823 w 16966"/>
                  <a:gd name="csY13" fmla="*/ 3000 h 25646"/>
                  <a:gd name="csX14" fmla="*/ 5608 w 16966"/>
                  <a:gd name="csY14" fmla="*/ 3000 h 25646"/>
                  <a:gd name="csX15" fmla="*/ 4215 w 16966"/>
                  <a:gd name="csY15" fmla="*/ 9858 h 25646"/>
                  <a:gd name="csX16" fmla="*/ 9037 w 16966"/>
                  <a:gd name="csY16" fmla="*/ 8251 h 25646"/>
                  <a:gd name="csX17" fmla="*/ 14681 w 16966"/>
                  <a:gd name="csY17" fmla="*/ 10573 h 25646"/>
                  <a:gd name="csX18" fmla="*/ 16966 w 16966"/>
                  <a:gd name="csY18" fmla="*/ 16538 h 25646"/>
                  <a:gd name="csX19" fmla="*/ 14930 w 16966"/>
                  <a:gd name="csY19" fmla="*/ 22539 h 25646"/>
                  <a:gd name="csX20" fmla="*/ 8215 w 16966"/>
                  <a:gd name="csY20" fmla="*/ 25646 h 25646"/>
                  <a:gd name="csX21" fmla="*/ 2536 w 16966"/>
                  <a:gd name="csY21" fmla="*/ 23682 h 25646"/>
                  <a:gd name="csX22" fmla="*/ 0 w 16966"/>
                  <a:gd name="csY22" fmla="*/ 18502 h 25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966" h="25646">
                    <a:moveTo>
                      <a:pt x="107" y="18574"/>
                    </a:moveTo>
                    <a:lnTo>
                      <a:pt x="3393" y="18288"/>
                    </a:lnTo>
                    <a:cubicBezTo>
                      <a:pt x="3643" y="19895"/>
                      <a:pt x="4215" y="21110"/>
                      <a:pt x="5108" y="21896"/>
                    </a:cubicBezTo>
                    <a:cubicBezTo>
                      <a:pt x="6001" y="22717"/>
                      <a:pt x="7072" y="23110"/>
                      <a:pt x="8323" y="23110"/>
                    </a:cubicBezTo>
                    <a:cubicBezTo>
                      <a:pt x="9823" y="23110"/>
                      <a:pt x="11109" y="22539"/>
                      <a:pt x="12144" y="21396"/>
                    </a:cubicBezTo>
                    <a:cubicBezTo>
                      <a:pt x="13180" y="20253"/>
                      <a:pt x="13716" y="18752"/>
                      <a:pt x="13716" y="16859"/>
                    </a:cubicBezTo>
                    <a:cubicBezTo>
                      <a:pt x="13716" y="14966"/>
                      <a:pt x="13216" y="13645"/>
                      <a:pt x="12216" y="12609"/>
                    </a:cubicBezTo>
                    <a:cubicBezTo>
                      <a:pt x="11216" y="11573"/>
                      <a:pt x="9894" y="11073"/>
                      <a:pt x="8251" y="11073"/>
                    </a:cubicBezTo>
                    <a:cubicBezTo>
                      <a:pt x="7251" y="11073"/>
                      <a:pt x="6322" y="11287"/>
                      <a:pt x="5501" y="11752"/>
                    </a:cubicBezTo>
                    <a:cubicBezTo>
                      <a:pt x="4679" y="12216"/>
                      <a:pt x="4036" y="12823"/>
                      <a:pt x="3572" y="13538"/>
                    </a:cubicBezTo>
                    <a:lnTo>
                      <a:pt x="607" y="13144"/>
                    </a:lnTo>
                    <a:lnTo>
                      <a:pt x="3108" y="0"/>
                    </a:lnTo>
                    <a:lnTo>
                      <a:pt x="15823" y="0"/>
                    </a:lnTo>
                    <a:lnTo>
                      <a:pt x="15823" y="3000"/>
                    </a:lnTo>
                    <a:lnTo>
                      <a:pt x="5608" y="3000"/>
                    </a:lnTo>
                    <a:lnTo>
                      <a:pt x="4215" y="9858"/>
                    </a:lnTo>
                    <a:cubicBezTo>
                      <a:pt x="5751" y="8787"/>
                      <a:pt x="7358" y="8251"/>
                      <a:pt x="9037" y="8251"/>
                    </a:cubicBezTo>
                    <a:cubicBezTo>
                      <a:pt x="11251" y="8251"/>
                      <a:pt x="13144" y="9001"/>
                      <a:pt x="14681" y="10573"/>
                    </a:cubicBezTo>
                    <a:cubicBezTo>
                      <a:pt x="16216" y="12109"/>
                      <a:pt x="16966" y="14109"/>
                      <a:pt x="16966" y="16538"/>
                    </a:cubicBezTo>
                    <a:cubicBezTo>
                      <a:pt x="16966" y="18967"/>
                      <a:pt x="16288" y="20860"/>
                      <a:pt x="14930" y="22539"/>
                    </a:cubicBezTo>
                    <a:cubicBezTo>
                      <a:pt x="13287" y="24610"/>
                      <a:pt x="11037" y="25646"/>
                      <a:pt x="8215" y="25646"/>
                    </a:cubicBezTo>
                    <a:cubicBezTo>
                      <a:pt x="5894" y="25646"/>
                      <a:pt x="4000" y="25003"/>
                      <a:pt x="2536" y="23682"/>
                    </a:cubicBezTo>
                    <a:cubicBezTo>
                      <a:pt x="1072" y="22396"/>
                      <a:pt x="214" y="20646"/>
                      <a:pt x="0" y="18502"/>
                    </a:cubicBezTo>
                    <a:close/>
                  </a:path>
                </a:pathLst>
              </a:custGeom>
              <a:solidFill>
                <a:srgbClr val="000000"/>
              </a:solidFill>
              <a:ln w="3572" cap="flat">
                <a:noFill/>
                <a:prstDash val="solid"/>
                <a:miter/>
              </a:ln>
            </p:spPr>
            <p:txBody>
              <a:bodyPr/>
              <a:lstStyle/>
              <a:p>
                <a:endParaRPr lang="en-US" sz="1701"/>
              </a:p>
            </p:txBody>
          </p:sp>
          <p:sp>
            <p:nvSpPr>
              <p:cNvPr id="12429" name="Freeform: Shape 12428">
                <a:extLst>
                  <a:ext uri="{FF2B5EF4-FFF2-40B4-BE49-F238E27FC236}">
                    <a16:creationId xmlns:a16="http://schemas.microsoft.com/office/drawing/2014/main" id="{8E05ACE7-99E2-2696-55CC-5242F5F6929D}"/>
                  </a:ext>
                </a:extLst>
              </p:cNvPr>
              <p:cNvSpPr/>
              <p:nvPr/>
            </p:nvSpPr>
            <p:spPr>
              <a:xfrm>
                <a:off x="3075177" y="2389884"/>
                <a:ext cx="36997" cy="57070"/>
              </a:xfrm>
              <a:custGeom>
                <a:avLst/>
                <a:gdLst>
                  <a:gd name="csX0" fmla="*/ 4858 w 16859"/>
                  <a:gd name="csY0" fmla="*/ 11787 h 26146"/>
                  <a:gd name="csX1" fmla="*/ 1965 w 16859"/>
                  <a:gd name="csY1" fmla="*/ 9751 h 26146"/>
                  <a:gd name="csX2" fmla="*/ 1036 w 16859"/>
                  <a:gd name="csY2" fmla="*/ 6572 h 26146"/>
                  <a:gd name="csX3" fmla="*/ 3036 w 16859"/>
                  <a:gd name="csY3" fmla="*/ 1893 h 26146"/>
                  <a:gd name="csX4" fmla="*/ 8394 w 16859"/>
                  <a:gd name="csY4" fmla="*/ 0 h 26146"/>
                  <a:gd name="csX5" fmla="*/ 13788 w 16859"/>
                  <a:gd name="csY5" fmla="*/ 1929 h 26146"/>
                  <a:gd name="csX6" fmla="*/ 15823 w 16859"/>
                  <a:gd name="csY6" fmla="*/ 6679 h 26146"/>
                  <a:gd name="csX7" fmla="*/ 14895 w 16859"/>
                  <a:gd name="csY7" fmla="*/ 9787 h 26146"/>
                  <a:gd name="csX8" fmla="*/ 12073 w 16859"/>
                  <a:gd name="csY8" fmla="*/ 11823 h 26146"/>
                  <a:gd name="csX9" fmla="*/ 15645 w 16859"/>
                  <a:gd name="csY9" fmla="*/ 14323 h 26146"/>
                  <a:gd name="csX10" fmla="*/ 16859 w 16859"/>
                  <a:gd name="csY10" fmla="*/ 18395 h 26146"/>
                  <a:gd name="csX11" fmla="*/ 14538 w 16859"/>
                  <a:gd name="csY11" fmla="*/ 23896 h 26146"/>
                  <a:gd name="csX12" fmla="*/ 8430 w 16859"/>
                  <a:gd name="csY12" fmla="*/ 26146 h 26146"/>
                  <a:gd name="csX13" fmla="*/ 2322 w 16859"/>
                  <a:gd name="csY13" fmla="*/ 23896 h 26146"/>
                  <a:gd name="csX14" fmla="*/ 0 w 16859"/>
                  <a:gd name="csY14" fmla="*/ 18288 h 26146"/>
                  <a:gd name="csX15" fmla="*/ 1250 w 16859"/>
                  <a:gd name="csY15" fmla="*/ 14109 h 26146"/>
                  <a:gd name="csX16" fmla="*/ 4858 w 16859"/>
                  <a:gd name="csY16" fmla="*/ 11823 h 26146"/>
                  <a:gd name="csX17" fmla="*/ 4251 w 16859"/>
                  <a:gd name="csY17" fmla="*/ 6465 h 26146"/>
                  <a:gd name="csX18" fmla="*/ 5394 w 16859"/>
                  <a:gd name="csY18" fmla="*/ 9430 h 26146"/>
                  <a:gd name="csX19" fmla="*/ 8430 w 16859"/>
                  <a:gd name="csY19" fmla="*/ 10573 h 26146"/>
                  <a:gd name="csX20" fmla="*/ 11394 w 16859"/>
                  <a:gd name="csY20" fmla="*/ 9430 h 26146"/>
                  <a:gd name="csX21" fmla="*/ 12537 w 16859"/>
                  <a:gd name="csY21" fmla="*/ 6644 h 26146"/>
                  <a:gd name="csX22" fmla="*/ 11323 w 16859"/>
                  <a:gd name="csY22" fmla="*/ 3715 h 26146"/>
                  <a:gd name="csX23" fmla="*/ 8358 w 16859"/>
                  <a:gd name="csY23" fmla="*/ 2536 h 26146"/>
                  <a:gd name="csX24" fmla="*/ 5358 w 16859"/>
                  <a:gd name="csY24" fmla="*/ 3679 h 26146"/>
                  <a:gd name="csX25" fmla="*/ 4179 w 16859"/>
                  <a:gd name="csY25" fmla="*/ 6429 h 26146"/>
                  <a:gd name="csX26" fmla="*/ 3215 w 16859"/>
                  <a:gd name="csY26" fmla="*/ 18288 h 26146"/>
                  <a:gd name="csX27" fmla="*/ 3858 w 16859"/>
                  <a:gd name="csY27" fmla="*/ 20896 h 26146"/>
                  <a:gd name="csX28" fmla="*/ 5751 w 16859"/>
                  <a:gd name="csY28" fmla="*/ 22824 h 26146"/>
                  <a:gd name="csX29" fmla="*/ 8465 w 16859"/>
                  <a:gd name="csY29" fmla="*/ 23503 h 26146"/>
                  <a:gd name="csX30" fmla="*/ 12180 w 16859"/>
                  <a:gd name="csY30" fmla="*/ 22038 h 26146"/>
                  <a:gd name="csX31" fmla="*/ 13645 w 16859"/>
                  <a:gd name="csY31" fmla="*/ 18359 h 26146"/>
                  <a:gd name="csX32" fmla="*/ 12144 w 16859"/>
                  <a:gd name="csY32" fmla="*/ 14609 h 26146"/>
                  <a:gd name="csX33" fmla="*/ 8358 w 16859"/>
                  <a:gd name="csY33" fmla="*/ 13144 h 26146"/>
                  <a:gd name="csX34" fmla="*/ 4679 w 16859"/>
                  <a:gd name="csY34" fmla="*/ 14609 h 26146"/>
                  <a:gd name="csX35" fmla="*/ 3215 w 16859"/>
                  <a:gd name="csY35" fmla="*/ 18252 h 26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859" h="26146">
                    <a:moveTo>
                      <a:pt x="4858" y="11787"/>
                    </a:moveTo>
                    <a:cubicBezTo>
                      <a:pt x="3572" y="11323"/>
                      <a:pt x="2608" y="10644"/>
                      <a:pt x="1965" y="9751"/>
                    </a:cubicBezTo>
                    <a:cubicBezTo>
                      <a:pt x="1322" y="8858"/>
                      <a:pt x="1036" y="7822"/>
                      <a:pt x="1036" y="6572"/>
                    </a:cubicBezTo>
                    <a:cubicBezTo>
                      <a:pt x="1036" y="4715"/>
                      <a:pt x="1679" y="3143"/>
                      <a:pt x="3036" y="1893"/>
                    </a:cubicBezTo>
                    <a:cubicBezTo>
                      <a:pt x="4394" y="643"/>
                      <a:pt x="6179" y="0"/>
                      <a:pt x="8394" y="0"/>
                    </a:cubicBezTo>
                    <a:cubicBezTo>
                      <a:pt x="10609" y="0"/>
                      <a:pt x="12395" y="643"/>
                      <a:pt x="13788" y="1929"/>
                    </a:cubicBezTo>
                    <a:cubicBezTo>
                      <a:pt x="15145" y="3215"/>
                      <a:pt x="15823" y="4786"/>
                      <a:pt x="15823" y="6679"/>
                    </a:cubicBezTo>
                    <a:cubicBezTo>
                      <a:pt x="15823" y="7858"/>
                      <a:pt x="15502" y="8894"/>
                      <a:pt x="14895" y="9787"/>
                    </a:cubicBezTo>
                    <a:cubicBezTo>
                      <a:pt x="14288" y="10680"/>
                      <a:pt x="13323" y="11323"/>
                      <a:pt x="12073" y="11823"/>
                    </a:cubicBezTo>
                    <a:cubicBezTo>
                      <a:pt x="13645" y="12323"/>
                      <a:pt x="14823" y="13180"/>
                      <a:pt x="15645" y="14323"/>
                    </a:cubicBezTo>
                    <a:cubicBezTo>
                      <a:pt x="16467" y="15466"/>
                      <a:pt x="16859" y="16824"/>
                      <a:pt x="16859" y="18395"/>
                    </a:cubicBezTo>
                    <a:cubicBezTo>
                      <a:pt x="16859" y="20574"/>
                      <a:pt x="16109" y="22431"/>
                      <a:pt x="14538" y="23896"/>
                    </a:cubicBezTo>
                    <a:cubicBezTo>
                      <a:pt x="13002" y="25396"/>
                      <a:pt x="10966" y="26146"/>
                      <a:pt x="8430" y="26146"/>
                    </a:cubicBezTo>
                    <a:cubicBezTo>
                      <a:pt x="5894" y="26146"/>
                      <a:pt x="3858" y="25396"/>
                      <a:pt x="2322" y="23896"/>
                    </a:cubicBezTo>
                    <a:cubicBezTo>
                      <a:pt x="786" y="22396"/>
                      <a:pt x="0" y="20538"/>
                      <a:pt x="0" y="18288"/>
                    </a:cubicBezTo>
                    <a:cubicBezTo>
                      <a:pt x="0" y="16645"/>
                      <a:pt x="429" y="15216"/>
                      <a:pt x="1250" y="14109"/>
                    </a:cubicBezTo>
                    <a:cubicBezTo>
                      <a:pt x="2108" y="12966"/>
                      <a:pt x="3286" y="12216"/>
                      <a:pt x="4858" y="11823"/>
                    </a:cubicBezTo>
                    <a:moveTo>
                      <a:pt x="4251" y="6465"/>
                    </a:moveTo>
                    <a:cubicBezTo>
                      <a:pt x="4251" y="7680"/>
                      <a:pt x="4644" y="8680"/>
                      <a:pt x="5394" y="9430"/>
                    </a:cubicBezTo>
                    <a:cubicBezTo>
                      <a:pt x="6179" y="10180"/>
                      <a:pt x="7180" y="10573"/>
                      <a:pt x="8430" y="10573"/>
                    </a:cubicBezTo>
                    <a:cubicBezTo>
                      <a:pt x="9680" y="10573"/>
                      <a:pt x="10609" y="10180"/>
                      <a:pt x="11394" y="9430"/>
                    </a:cubicBezTo>
                    <a:cubicBezTo>
                      <a:pt x="12144" y="8680"/>
                      <a:pt x="12537" y="7751"/>
                      <a:pt x="12537" y="6644"/>
                    </a:cubicBezTo>
                    <a:cubicBezTo>
                      <a:pt x="12537" y="5501"/>
                      <a:pt x="12144" y="4536"/>
                      <a:pt x="11323" y="3715"/>
                    </a:cubicBezTo>
                    <a:cubicBezTo>
                      <a:pt x="10537" y="2929"/>
                      <a:pt x="9537" y="2536"/>
                      <a:pt x="8358" y="2536"/>
                    </a:cubicBezTo>
                    <a:cubicBezTo>
                      <a:pt x="7180" y="2536"/>
                      <a:pt x="6179" y="2929"/>
                      <a:pt x="5358" y="3679"/>
                    </a:cubicBezTo>
                    <a:cubicBezTo>
                      <a:pt x="4572" y="4429"/>
                      <a:pt x="4179" y="5358"/>
                      <a:pt x="4179" y="6429"/>
                    </a:cubicBezTo>
                    <a:moveTo>
                      <a:pt x="3215" y="18288"/>
                    </a:moveTo>
                    <a:cubicBezTo>
                      <a:pt x="3215" y="19181"/>
                      <a:pt x="3429" y="20074"/>
                      <a:pt x="3858" y="20896"/>
                    </a:cubicBezTo>
                    <a:cubicBezTo>
                      <a:pt x="4286" y="21717"/>
                      <a:pt x="4893" y="22360"/>
                      <a:pt x="5751" y="22824"/>
                    </a:cubicBezTo>
                    <a:cubicBezTo>
                      <a:pt x="6572" y="23289"/>
                      <a:pt x="7501" y="23503"/>
                      <a:pt x="8465" y="23503"/>
                    </a:cubicBezTo>
                    <a:cubicBezTo>
                      <a:pt x="9966" y="23503"/>
                      <a:pt x="11216" y="23039"/>
                      <a:pt x="12180" y="22038"/>
                    </a:cubicBezTo>
                    <a:cubicBezTo>
                      <a:pt x="13144" y="21074"/>
                      <a:pt x="13645" y="19860"/>
                      <a:pt x="13645" y="18359"/>
                    </a:cubicBezTo>
                    <a:cubicBezTo>
                      <a:pt x="13645" y="16859"/>
                      <a:pt x="13144" y="15609"/>
                      <a:pt x="12144" y="14609"/>
                    </a:cubicBezTo>
                    <a:cubicBezTo>
                      <a:pt x="11144" y="13609"/>
                      <a:pt x="9894" y="13144"/>
                      <a:pt x="8358" y="13144"/>
                    </a:cubicBezTo>
                    <a:cubicBezTo>
                      <a:pt x="6822" y="13144"/>
                      <a:pt x="5679" y="13645"/>
                      <a:pt x="4679" y="14609"/>
                    </a:cubicBezTo>
                    <a:cubicBezTo>
                      <a:pt x="3715" y="15573"/>
                      <a:pt x="3215" y="16788"/>
                      <a:pt x="3215" y="18252"/>
                    </a:cubicBezTo>
                    <a:close/>
                  </a:path>
                </a:pathLst>
              </a:custGeom>
              <a:solidFill>
                <a:srgbClr val="000000"/>
              </a:solidFill>
              <a:ln w="3572" cap="flat">
                <a:noFill/>
                <a:prstDash val="solid"/>
                <a:miter/>
              </a:ln>
            </p:spPr>
            <p:txBody>
              <a:bodyPr/>
              <a:lstStyle/>
              <a:p>
                <a:endParaRPr lang="en-US" sz="1701"/>
              </a:p>
            </p:txBody>
          </p:sp>
          <p:grpSp>
            <p:nvGrpSpPr>
              <p:cNvPr id="12492" name="Group 12491">
                <a:extLst>
                  <a:ext uri="{FF2B5EF4-FFF2-40B4-BE49-F238E27FC236}">
                    <a16:creationId xmlns:a16="http://schemas.microsoft.com/office/drawing/2014/main" id="{6E287ACE-B835-DC91-47B2-D8C4B3F440B3}"/>
                  </a:ext>
                </a:extLst>
              </p:cNvPr>
              <p:cNvGrpSpPr/>
              <p:nvPr/>
            </p:nvGrpSpPr>
            <p:grpSpPr>
              <a:xfrm>
                <a:off x="3392992" y="76572"/>
                <a:ext cx="2790304" cy="220812"/>
                <a:chOff x="3094542" y="76572"/>
                <a:chExt cx="2790304" cy="220812"/>
              </a:xfrm>
            </p:grpSpPr>
            <p:sp>
              <p:nvSpPr>
                <p:cNvPr id="12430" name="Freeform: Shape 12429">
                  <a:extLst>
                    <a:ext uri="{FF2B5EF4-FFF2-40B4-BE49-F238E27FC236}">
                      <a16:creationId xmlns:a16="http://schemas.microsoft.com/office/drawing/2014/main" id="{B555D7FC-0A2E-C519-A240-CC8ACA35FE79}"/>
                    </a:ext>
                  </a:extLst>
                </p:cNvPr>
                <p:cNvSpPr/>
                <p:nvPr/>
              </p:nvSpPr>
              <p:spPr>
                <a:xfrm>
                  <a:off x="5860314"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BEBEBE"/>
                </a:solidFill>
                <a:ln w="3572" cap="flat">
                  <a:noFill/>
                  <a:prstDash val="solid"/>
                  <a:miter/>
                </a:ln>
              </p:spPr>
              <p:txBody>
                <a:bodyPr/>
                <a:lstStyle/>
                <a:p>
                  <a:endParaRPr lang="en-US" sz="1701"/>
                </a:p>
              </p:txBody>
            </p:sp>
            <p:sp>
              <p:nvSpPr>
                <p:cNvPr id="12431" name="Freeform: Shape 12430">
                  <a:extLst>
                    <a:ext uri="{FF2B5EF4-FFF2-40B4-BE49-F238E27FC236}">
                      <a16:creationId xmlns:a16="http://schemas.microsoft.com/office/drawing/2014/main" id="{3295FD83-09FF-43F6-59B0-70A723238719}"/>
                    </a:ext>
                  </a:extLst>
                </p:cNvPr>
                <p:cNvSpPr/>
                <p:nvPr/>
              </p:nvSpPr>
              <p:spPr>
                <a:xfrm>
                  <a:off x="5836798"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C1C1C1"/>
                </a:solidFill>
                <a:ln w="3572" cap="flat">
                  <a:noFill/>
                  <a:prstDash val="solid"/>
                  <a:miter/>
                </a:ln>
              </p:spPr>
              <p:txBody>
                <a:bodyPr/>
                <a:lstStyle/>
                <a:p>
                  <a:endParaRPr lang="en-US" sz="1701"/>
                </a:p>
              </p:txBody>
            </p:sp>
            <p:sp>
              <p:nvSpPr>
                <p:cNvPr id="12432" name="Freeform: Shape 12431">
                  <a:extLst>
                    <a:ext uri="{FF2B5EF4-FFF2-40B4-BE49-F238E27FC236}">
                      <a16:creationId xmlns:a16="http://schemas.microsoft.com/office/drawing/2014/main" id="{AE59AAD0-F5CB-4D05-9055-7C77D9146581}"/>
                    </a:ext>
                  </a:extLst>
                </p:cNvPr>
                <p:cNvSpPr/>
                <p:nvPr/>
              </p:nvSpPr>
              <p:spPr>
                <a:xfrm>
                  <a:off x="5813284"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C5C5C5"/>
                </a:solidFill>
                <a:ln w="3572" cap="flat">
                  <a:noFill/>
                  <a:prstDash val="solid"/>
                  <a:miter/>
                </a:ln>
              </p:spPr>
              <p:txBody>
                <a:bodyPr/>
                <a:lstStyle/>
                <a:p>
                  <a:endParaRPr lang="en-US" sz="1701"/>
                </a:p>
              </p:txBody>
            </p:sp>
            <p:sp>
              <p:nvSpPr>
                <p:cNvPr id="12433" name="Freeform: Shape 12432">
                  <a:extLst>
                    <a:ext uri="{FF2B5EF4-FFF2-40B4-BE49-F238E27FC236}">
                      <a16:creationId xmlns:a16="http://schemas.microsoft.com/office/drawing/2014/main" id="{3D907054-ECB5-D1E5-E6D9-5F2D4A2075D0}"/>
                    </a:ext>
                  </a:extLst>
                </p:cNvPr>
                <p:cNvSpPr/>
                <p:nvPr/>
              </p:nvSpPr>
              <p:spPr>
                <a:xfrm>
                  <a:off x="5789768"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C9C9C9"/>
                </a:solidFill>
                <a:ln w="3572" cap="flat">
                  <a:noFill/>
                  <a:prstDash val="solid"/>
                  <a:miter/>
                </a:ln>
              </p:spPr>
              <p:txBody>
                <a:bodyPr/>
                <a:lstStyle/>
                <a:p>
                  <a:endParaRPr lang="en-US" sz="1701"/>
                </a:p>
              </p:txBody>
            </p:sp>
            <p:sp>
              <p:nvSpPr>
                <p:cNvPr id="12434" name="Freeform: Shape 12433">
                  <a:extLst>
                    <a:ext uri="{FF2B5EF4-FFF2-40B4-BE49-F238E27FC236}">
                      <a16:creationId xmlns:a16="http://schemas.microsoft.com/office/drawing/2014/main" id="{67EDF4B6-6352-53D2-B3BE-29BA9A5A03CF}"/>
                    </a:ext>
                  </a:extLst>
                </p:cNvPr>
                <p:cNvSpPr/>
                <p:nvPr/>
              </p:nvSpPr>
              <p:spPr>
                <a:xfrm>
                  <a:off x="5766252"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CDCDCD"/>
                </a:solidFill>
                <a:ln w="3572" cap="flat">
                  <a:noFill/>
                  <a:prstDash val="solid"/>
                  <a:miter/>
                </a:ln>
              </p:spPr>
              <p:txBody>
                <a:bodyPr/>
                <a:lstStyle/>
                <a:p>
                  <a:endParaRPr lang="en-US" sz="1701"/>
                </a:p>
              </p:txBody>
            </p:sp>
            <p:sp>
              <p:nvSpPr>
                <p:cNvPr id="12435" name="Freeform: Shape 12434">
                  <a:extLst>
                    <a:ext uri="{FF2B5EF4-FFF2-40B4-BE49-F238E27FC236}">
                      <a16:creationId xmlns:a16="http://schemas.microsoft.com/office/drawing/2014/main" id="{E523873E-F4B8-6AD5-A412-5C4D72A80122}"/>
                    </a:ext>
                  </a:extLst>
                </p:cNvPr>
                <p:cNvSpPr/>
                <p:nvPr/>
              </p:nvSpPr>
              <p:spPr>
                <a:xfrm>
                  <a:off x="5742739"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D1D1D1"/>
                </a:solidFill>
                <a:ln w="3572" cap="flat">
                  <a:noFill/>
                  <a:prstDash val="solid"/>
                  <a:miter/>
                </a:ln>
              </p:spPr>
              <p:txBody>
                <a:bodyPr/>
                <a:lstStyle/>
                <a:p>
                  <a:endParaRPr lang="en-US" sz="1701"/>
                </a:p>
              </p:txBody>
            </p:sp>
            <p:sp>
              <p:nvSpPr>
                <p:cNvPr id="12436" name="Freeform: Shape 12435">
                  <a:extLst>
                    <a:ext uri="{FF2B5EF4-FFF2-40B4-BE49-F238E27FC236}">
                      <a16:creationId xmlns:a16="http://schemas.microsoft.com/office/drawing/2014/main" id="{AB1DA8D7-226E-27EA-1BE7-AA3982D664F9}"/>
                    </a:ext>
                  </a:extLst>
                </p:cNvPr>
                <p:cNvSpPr/>
                <p:nvPr/>
              </p:nvSpPr>
              <p:spPr>
                <a:xfrm>
                  <a:off x="5719223"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D5D5D5"/>
                </a:solidFill>
                <a:ln w="3572" cap="flat">
                  <a:noFill/>
                  <a:prstDash val="solid"/>
                  <a:miter/>
                </a:ln>
              </p:spPr>
              <p:txBody>
                <a:bodyPr/>
                <a:lstStyle/>
                <a:p>
                  <a:endParaRPr lang="en-US" sz="1701"/>
                </a:p>
              </p:txBody>
            </p:sp>
            <p:sp>
              <p:nvSpPr>
                <p:cNvPr id="12437" name="Freeform: Shape 12436">
                  <a:extLst>
                    <a:ext uri="{FF2B5EF4-FFF2-40B4-BE49-F238E27FC236}">
                      <a16:creationId xmlns:a16="http://schemas.microsoft.com/office/drawing/2014/main" id="{B07174AD-BECB-197E-9A7D-BDABB0FEF07E}"/>
                    </a:ext>
                  </a:extLst>
                </p:cNvPr>
                <p:cNvSpPr/>
                <p:nvPr/>
              </p:nvSpPr>
              <p:spPr>
                <a:xfrm>
                  <a:off x="5695707"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D9D9D9"/>
                </a:solidFill>
                <a:ln w="3572" cap="flat">
                  <a:noFill/>
                  <a:prstDash val="solid"/>
                  <a:miter/>
                </a:ln>
              </p:spPr>
              <p:txBody>
                <a:bodyPr/>
                <a:lstStyle/>
                <a:p>
                  <a:endParaRPr lang="en-US" sz="1701"/>
                </a:p>
              </p:txBody>
            </p:sp>
            <p:sp>
              <p:nvSpPr>
                <p:cNvPr id="12438" name="Freeform: Shape 12437">
                  <a:extLst>
                    <a:ext uri="{FF2B5EF4-FFF2-40B4-BE49-F238E27FC236}">
                      <a16:creationId xmlns:a16="http://schemas.microsoft.com/office/drawing/2014/main" id="{D8BB5D48-FB9D-96D4-7DF7-5CB5F8FFB641}"/>
                    </a:ext>
                  </a:extLst>
                </p:cNvPr>
                <p:cNvSpPr/>
                <p:nvPr/>
              </p:nvSpPr>
              <p:spPr>
                <a:xfrm>
                  <a:off x="5672193"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DDDDDD"/>
                </a:solidFill>
                <a:ln w="3572" cap="flat">
                  <a:noFill/>
                  <a:prstDash val="solid"/>
                  <a:miter/>
                </a:ln>
              </p:spPr>
              <p:txBody>
                <a:bodyPr/>
                <a:lstStyle/>
                <a:p>
                  <a:endParaRPr lang="en-US" sz="1701"/>
                </a:p>
              </p:txBody>
            </p:sp>
            <p:sp>
              <p:nvSpPr>
                <p:cNvPr id="12439" name="Freeform: Shape 12438">
                  <a:extLst>
                    <a:ext uri="{FF2B5EF4-FFF2-40B4-BE49-F238E27FC236}">
                      <a16:creationId xmlns:a16="http://schemas.microsoft.com/office/drawing/2014/main" id="{B8321567-03BD-BB18-0181-BB5F8C8F395F}"/>
                    </a:ext>
                  </a:extLst>
                </p:cNvPr>
                <p:cNvSpPr/>
                <p:nvPr/>
              </p:nvSpPr>
              <p:spPr>
                <a:xfrm>
                  <a:off x="5648756"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E1E1E1"/>
                </a:solidFill>
                <a:ln w="3572" cap="flat">
                  <a:noFill/>
                  <a:prstDash val="solid"/>
                  <a:miter/>
                </a:ln>
              </p:spPr>
              <p:txBody>
                <a:bodyPr/>
                <a:lstStyle/>
                <a:p>
                  <a:endParaRPr lang="en-US" sz="1701"/>
                </a:p>
              </p:txBody>
            </p:sp>
            <p:sp>
              <p:nvSpPr>
                <p:cNvPr id="12440" name="Freeform: Shape 12439">
                  <a:extLst>
                    <a:ext uri="{FF2B5EF4-FFF2-40B4-BE49-F238E27FC236}">
                      <a16:creationId xmlns:a16="http://schemas.microsoft.com/office/drawing/2014/main" id="{A608D141-57E2-0B87-7F8F-D6C212EFA70A}"/>
                    </a:ext>
                  </a:extLst>
                </p:cNvPr>
                <p:cNvSpPr/>
                <p:nvPr/>
              </p:nvSpPr>
              <p:spPr>
                <a:xfrm>
                  <a:off x="5625240"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E5E5E5"/>
                </a:solidFill>
                <a:ln w="3572" cap="flat">
                  <a:noFill/>
                  <a:prstDash val="solid"/>
                  <a:miter/>
                </a:ln>
              </p:spPr>
              <p:txBody>
                <a:bodyPr/>
                <a:lstStyle/>
                <a:p>
                  <a:endParaRPr lang="en-US" sz="1701"/>
                </a:p>
              </p:txBody>
            </p:sp>
            <p:sp>
              <p:nvSpPr>
                <p:cNvPr id="12441" name="Freeform: Shape 12440">
                  <a:extLst>
                    <a:ext uri="{FF2B5EF4-FFF2-40B4-BE49-F238E27FC236}">
                      <a16:creationId xmlns:a16="http://schemas.microsoft.com/office/drawing/2014/main" id="{0DBB5467-7106-58F1-7ED4-483CA39EBFE7}"/>
                    </a:ext>
                  </a:extLst>
                </p:cNvPr>
                <p:cNvSpPr/>
                <p:nvPr/>
              </p:nvSpPr>
              <p:spPr>
                <a:xfrm>
                  <a:off x="5601726"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E9E9E9"/>
                </a:solidFill>
                <a:ln w="3572" cap="flat">
                  <a:noFill/>
                  <a:prstDash val="solid"/>
                  <a:miter/>
                </a:ln>
              </p:spPr>
              <p:txBody>
                <a:bodyPr/>
                <a:lstStyle/>
                <a:p>
                  <a:endParaRPr lang="en-US" sz="1701"/>
                </a:p>
              </p:txBody>
            </p:sp>
            <p:sp>
              <p:nvSpPr>
                <p:cNvPr id="12442" name="Freeform: Shape 12441">
                  <a:extLst>
                    <a:ext uri="{FF2B5EF4-FFF2-40B4-BE49-F238E27FC236}">
                      <a16:creationId xmlns:a16="http://schemas.microsoft.com/office/drawing/2014/main" id="{58F244FF-82B6-4C32-FC4E-35CD151767DE}"/>
                    </a:ext>
                  </a:extLst>
                </p:cNvPr>
                <p:cNvSpPr/>
                <p:nvPr/>
              </p:nvSpPr>
              <p:spPr>
                <a:xfrm>
                  <a:off x="5578210"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EDEDED"/>
                </a:solidFill>
                <a:ln w="3572" cap="flat">
                  <a:noFill/>
                  <a:prstDash val="solid"/>
                  <a:miter/>
                </a:ln>
              </p:spPr>
              <p:txBody>
                <a:bodyPr/>
                <a:lstStyle/>
                <a:p>
                  <a:endParaRPr lang="en-US" sz="1701"/>
                </a:p>
              </p:txBody>
            </p:sp>
            <p:sp>
              <p:nvSpPr>
                <p:cNvPr id="12443" name="Freeform: Shape 12442">
                  <a:extLst>
                    <a:ext uri="{FF2B5EF4-FFF2-40B4-BE49-F238E27FC236}">
                      <a16:creationId xmlns:a16="http://schemas.microsoft.com/office/drawing/2014/main" id="{7E339E05-842A-8091-3BBD-EE6580C35721}"/>
                    </a:ext>
                  </a:extLst>
                </p:cNvPr>
                <p:cNvSpPr/>
                <p:nvPr/>
              </p:nvSpPr>
              <p:spPr>
                <a:xfrm>
                  <a:off x="5554694"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1F1F1"/>
                </a:solidFill>
                <a:ln w="3572" cap="flat">
                  <a:noFill/>
                  <a:prstDash val="solid"/>
                  <a:miter/>
                </a:ln>
              </p:spPr>
              <p:txBody>
                <a:bodyPr/>
                <a:lstStyle/>
                <a:p>
                  <a:endParaRPr lang="en-US" sz="1701"/>
                </a:p>
              </p:txBody>
            </p:sp>
            <p:sp>
              <p:nvSpPr>
                <p:cNvPr id="12444" name="Freeform: Shape 12443">
                  <a:extLst>
                    <a:ext uri="{FF2B5EF4-FFF2-40B4-BE49-F238E27FC236}">
                      <a16:creationId xmlns:a16="http://schemas.microsoft.com/office/drawing/2014/main" id="{4AD59F22-D066-54E6-5ED7-878A0028DDFC}"/>
                    </a:ext>
                  </a:extLst>
                </p:cNvPr>
                <p:cNvSpPr/>
                <p:nvPr/>
              </p:nvSpPr>
              <p:spPr>
                <a:xfrm>
                  <a:off x="5531180"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5F5F5"/>
                </a:solidFill>
                <a:ln w="3572" cap="flat">
                  <a:noFill/>
                  <a:prstDash val="solid"/>
                  <a:miter/>
                </a:ln>
              </p:spPr>
              <p:txBody>
                <a:bodyPr/>
                <a:lstStyle/>
                <a:p>
                  <a:endParaRPr lang="en-US" sz="1701"/>
                </a:p>
              </p:txBody>
            </p:sp>
            <p:sp>
              <p:nvSpPr>
                <p:cNvPr id="12445" name="Freeform: Shape 12444">
                  <a:extLst>
                    <a:ext uri="{FF2B5EF4-FFF2-40B4-BE49-F238E27FC236}">
                      <a16:creationId xmlns:a16="http://schemas.microsoft.com/office/drawing/2014/main" id="{23FC283B-F71B-5A2A-17CC-89BF96171D2C}"/>
                    </a:ext>
                  </a:extLst>
                </p:cNvPr>
                <p:cNvSpPr/>
                <p:nvPr/>
              </p:nvSpPr>
              <p:spPr>
                <a:xfrm>
                  <a:off x="5507664"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9F9F9"/>
                </a:solidFill>
                <a:ln w="3572" cap="flat">
                  <a:noFill/>
                  <a:prstDash val="solid"/>
                  <a:miter/>
                </a:ln>
              </p:spPr>
              <p:txBody>
                <a:bodyPr/>
                <a:lstStyle/>
                <a:p>
                  <a:endParaRPr lang="en-US" sz="1701"/>
                </a:p>
              </p:txBody>
            </p:sp>
            <p:sp>
              <p:nvSpPr>
                <p:cNvPr id="12446" name="Freeform: Shape 12445">
                  <a:extLst>
                    <a:ext uri="{FF2B5EF4-FFF2-40B4-BE49-F238E27FC236}">
                      <a16:creationId xmlns:a16="http://schemas.microsoft.com/office/drawing/2014/main" id="{F5144AA7-368B-DBE2-9292-5343F55F2278}"/>
                    </a:ext>
                  </a:extLst>
                </p:cNvPr>
                <p:cNvSpPr/>
                <p:nvPr/>
              </p:nvSpPr>
              <p:spPr>
                <a:xfrm>
                  <a:off x="5484151"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DFDFD"/>
                </a:solidFill>
                <a:ln w="3572" cap="flat">
                  <a:noFill/>
                  <a:prstDash val="solid"/>
                  <a:miter/>
                </a:ln>
              </p:spPr>
              <p:txBody>
                <a:bodyPr/>
                <a:lstStyle/>
                <a:p>
                  <a:endParaRPr lang="en-US" sz="1701"/>
                </a:p>
              </p:txBody>
            </p:sp>
            <p:sp>
              <p:nvSpPr>
                <p:cNvPr id="12447" name="Freeform: Shape 12446">
                  <a:extLst>
                    <a:ext uri="{FF2B5EF4-FFF2-40B4-BE49-F238E27FC236}">
                      <a16:creationId xmlns:a16="http://schemas.microsoft.com/office/drawing/2014/main" id="{EDDA5FDF-348C-0533-6004-7FA896FFA6A9}"/>
                    </a:ext>
                  </a:extLst>
                </p:cNvPr>
                <p:cNvSpPr/>
                <p:nvPr/>
              </p:nvSpPr>
              <p:spPr>
                <a:xfrm>
                  <a:off x="5460635"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FBF4"/>
                </a:solidFill>
                <a:ln w="3572" cap="flat">
                  <a:noFill/>
                  <a:prstDash val="solid"/>
                  <a:miter/>
                </a:ln>
              </p:spPr>
              <p:txBody>
                <a:bodyPr/>
                <a:lstStyle/>
                <a:p>
                  <a:endParaRPr lang="en-US" sz="1701"/>
                </a:p>
              </p:txBody>
            </p:sp>
            <p:sp>
              <p:nvSpPr>
                <p:cNvPr id="12448" name="Freeform: Shape 12447">
                  <a:extLst>
                    <a:ext uri="{FF2B5EF4-FFF2-40B4-BE49-F238E27FC236}">
                      <a16:creationId xmlns:a16="http://schemas.microsoft.com/office/drawing/2014/main" id="{8F82DB81-2BBD-6DB2-ED18-9F70101AFECE}"/>
                    </a:ext>
                  </a:extLst>
                </p:cNvPr>
                <p:cNvSpPr/>
                <p:nvPr/>
              </p:nvSpPr>
              <p:spPr>
                <a:xfrm>
                  <a:off x="5437119"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F5E4"/>
                </a:solidFill>
                <a:ln w="3572" cap="flat">
                  <a:noFill/>
                  <a:prstDash val="solid"/>
                  <a:miter/>
                </a:ln>
              </p:spPr>
              <p:txBody>
                <a:bodyPr/>
                <a:lstStyle/>
                <a:p>
                  <a:endParaRPr lang="en-US" sz="1701"/>
                </a:p>
              </p:txBody>
            </p:sp>
            <p:sp>
              <p:nvSpPr>
                <p:cNvPr id="12449" name="Freeform: Shape 12448">
                  <a:extLst>
                    <a:ext uri="{FF2B5EF4-FFF2-40B4-BE49-F238E27FC236}">
                      <a16:creationId xmlns:a16="http://schemas.microsoft.com/office/drawing/2014/main" id="{1055A83E-2B19-6BEF-B5EE-8818E746E631}"/>
                    </a:ext>
                  </a:extLst>
                </p:cNvPr>
                <p:cNvSpPr/>
                <p:nvPr/>
              </p:nvSpPr>
              <p:spPr>
                <a:xfrm>
                  <a:off x="5413605"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F0D5"/>
                </a:solidFill>
                <a:ln w="3572" cap="flat">
                  <a:noFill/>
                  <a:prstDash val="solid"/>
                  <a:miter/>
                </a:ln>
              </p:spPr>
              <p:txBody>
                <a:bodyPr/>
                <a:lstStyle/>
                <a:p>
                  <a:endParaRPr lang="en-US" sz="1701"/>
                </a:p>
              </p:txBody>
            </p:sp>
            <p:sp>
              <p:nvSpPr>
                <p:cNvPr id="12450" name="Freeform: Shape 12449">
                  <a:extLst>
                    <a:ext uri="{FF2B5EF4-FFF2-40B4-BE49-F238E27FC236}">
                      <a16:creationId xmlns:a16="http://schemas.microsoft.com/office/drawing/2014/main" id="{80EFF436-7ECC-81A9-6DC4-BB5B042D9F05}"/>
                    </a:ext>
                  </a:extLst>
                </p:cNvPr>
                <p:cNvSpPr/>
                <p:nvPr/>
              </p:nvSpPr>
              <p:spPr>
                <a:xfrm>
                  <a:off x="5390089"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EAC5"/>
                </a:solidFill>
                <a:ln w="3572" cap="flat">
                  <a:noFill/>
                  <a:prstDash val="solid"/>
                  <a:miter/>
                </a:ln>
              </p:spPr>
              <p:txBody>
                <a:bodyPr/>
                <a:lstStyle/>
                <a:p>
                  <a:endParaRPr lang="en-US" sz="1701"/>
                </a:p>
              </p:txBody>
            </p:sp>
            <p:sp>
              <p:nvSpPr>
                <p:cNvPr id="12451" name="Freeform: Shape 12450">
                  <a:extLst>
                    <a:ext uri="{FF2B5EF4-FFF2-40B4-BE49-F238E27FC236}">
                      <a16:creationId xmlns:a16="http://schemas.microsoft.com/office/drawing/2014/main" id="{D654667D-555E-BE4E-A425-A295AF421114}"/>
                    </a:ext>
                  </a:extLst>
                </p:cNvPr>
                <p:cNvSpPr/>
                <p:nvPr/>
              </p:nvSpPr>
              <p:spPr>
                <a:xfrm>
                  <a:off x="5366573"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E5B6"/>
                </a:solidFill>
                <a:ln w="3572" cap="flat">
                  <a:noFill/>
                  <a:prstDash val="solid"/>
                  <a:miter/>
                </a:ln>
              </p:spPr>
              <p:txBody>
                <a:bodyPr/>
                <a:lstStyle/>
                <a:p>
                  <a:endParaRPr lang="en-US" sz="1701"/>
                </a:p>
              </p:txBody>
            </p:sp>
            <p:sp>
              <p:nvSpPr>
                <p:cNvPr id="12452" name="Freeform: Shape 12451">
                  <a:extLst>
                    <a:ext uri="{FF2B5EF4-FFF2-40B4-BE49-F238E27FC236}">
                      <a16:creationId xmlns:a16="http://schemas.microsoft.com/office/drawing/2014/main" id="{309EFFA4-AF38-3D48-FB7E-522ACC9301B5}"/>
                    </a:ext>
                  </a:extLst>
                </p:cNvPr>
                <p:cNvSpPr/>
                <p:nvPr/>
              </p:nvSpPr>
              <p:spPr>
                <a:xfrm>
                  <a:off x="5343059"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DFA6"/>
                </a:solidFill>
                <a:ln w="3572" cap="flat">
                  <a:noFill/>
                  <a:prstDash val="solid"/>
                  <a:miter/>
                </a:ln>
              </p:spPr>
              <p:txBody>
                <a:bodyPr/>
                <a:lstStyle/>
                <a:p>
                  <a:endParaRPr lang="en-US" sz="1701"/>
                </a:p>
              </p:txBody>
            </p:sp>
            <p:sp>
              <p:nvSpPr>
                <p:cNvPr id="12453" name="Freeform: Shape 12452">
                  <a:extLst>
                    <a:ext uri="{FF2B5EF4-FFF2-40B4-BE49-F238E27FC236}">
                      <a16:creationId xmlns:a16="http://schemas.microsoft.com/office/drawing/2014/main" id="{5BFA413E-F93F-90FE-EED1-F51541E32464}"/>
                    </a:ext>
                  </a:extLst>
                </p:cNvPr>
                <p:cNvSpPr/>
                <p:nvPr/>
              </p:nvSpPr>
              <p:spPr>
                <a:xfrm>
                  <a:off x="5319543"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DA96"/>
                </a:solidFill>
                <a:ln w="3572" cap="flat">
                  <a:noFill/>
                  <a:prstDash val="solid"/>
                  <a:miter/>
                </a:ln>
              </p:spPr>
              <p:txBody>
                <a:bodyPr/>
                <a:lstStyle/>
                <a:p>
                  <a:endParaRPr lang="en-US" sz="1701"/>
                </a:p>
              </p:txBody>
            </p:sp>
            <p:sp>
              <p:nvSpPr>
                <p:cNvPr id="12454" name="Freeform: Shape 12453">
                  <a:extLst>
                    <a:ext uri="{FF2B5EF4-FFF2-40B4-BE49-F238E27FC236}">
                      <a16:creationId xmlns:a16="http://schemas.microsoft.com/office/drawing/2014/main" id="{849C9538-1BCB-D0E6-8F3D-BEE191D83E9E}"/>
                    </a:ext>
                  </a:extLst>
                </p:cNvPr>
                <p:cNvSpPr/>
                <p:nvPr/>
              </p:nvSpPr>
              <p:spPr>
                <a:xfrm>
                  <a:off x="5296029"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D487"/>
                </a:solidFill>
                <a:ln w="3572" cap="flat">
                  <a:noFill/>
                  <a:prstDash val="solid"/>
                  <a:miter/>
                </a:ln>
              </p:spPr>
              <p:txBody>
                <a:bodyPr/>
                <a:lstStyle/>
                <a:p>
                  <a:endParaRPr lang="en-US" sz="1701"/>
                </a:p>
              </p:txBody>
            </p:sp>
            <p:sp>
              <p:nvSpPr>
                <p:cNvPr id="12455" name="Freeform: Shape 12454">
                  <a:extLst>
                    <a:ext uri="{FF2B5EF4-FFF2-40B4-BE49-F238E27FC236}">
                      <a16:creationId xmlns:a16="http://schemas.microsoft.com/office/drawing/2014/main" id="{E1303D85-5164-FCCF-BC6B-DD80572E45C0}"/>
                    </a:ext>
                  </a:extLst>
                </p:cNvPr>
                <p:cNvSpPr/>
                <p:nvPr/>
              </p:nvSpPr>
              <p:spPr>
                <a:xfrm>
                  <a:off x="5272513"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CF77"/>
                </a:solidFill>
                <a:ln w="3572" cap="flat">
                  <a:noFill/>
                  <a:prstDash val="solid"/>
                  <a:miter/>
                </a:ln>
              </p:spPr>
              <p:txBody>
                <a:bodyPr/>
                <a:lstStyle/>
                <a:p>
                  <a:endParaRPr lang="en-US" sz="1701"/>
                </a:p>
              </p:txBody>
            </p:sp>
            <p:sp>
              <p:nvSpPr>
                <p:cNvPr id="12456" name="Freeform: Shape 12455">
                  <a:extLst>
                    <a:ext uri="{FF2B5EF4-FFF2-40B4-BE49-F238E27FC236}">
                      <a16:creationId xmlns:a16="http://schemas.microsoft.com/office/drawing/2014/main" id="{2BBBB685-980F-8CAD-70B5-5E44CEDD7D1A}"/>
                    </a:ext>
                  </a:extLst>
                </p:cNvPr>
                <p:cNvSpPr/>
                <p:nvPr/>
              </p:nvSpPr>
              <p:spPr>
                <a:xfrm>
                  <a:off x="5248997"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C968"/>
                </a:solidFill>
                <a:ln w="3572" cap="flat">
                  <a:noFill/>
                  <a:prstDash val="solid"/>
                  <a:miter/>
                </a:ln>
              </p:spPr>
              <p:txBody>
                <a:bodyPr/>
                <a:lstStyle/>
                <a:p>
                  <a:endParaRPr lang="en-US" sz="1701"/>
                </a:p>
              </p:txBody>
            </p:sp>
            <p:sp>
              <p:nvSpPr>
                <p:cNvPr id="12457" name="Freeform: Shape 12456">
                  <a:extLst>
                    <a:ext uri="{FF2B5EF4-FFF2-40B4-BE49-F238E27FC236}">
                      <a16:creationId xmlns:a16="http://schemas.microsoft.com/office/drawing/2014/main" id="{07CB5610-B897-573F-7158-A84223967991}"/>
                    </a:ext>
                  </a:extLst>
                </p:cNvPr>
                <p:cNvSpPr/>
                <p:nvPr/>
              </p:nvSpPr>
              <p:spPr>
                <a:xfrm>
                  <a:off x="5225484"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C458"/>
                </a:solidFill>
                <a:ln w="3572" cap="flat">
                  <a:noFill/>
                  <a:prstDash val="solid"/>
                  <a:miter/>
                </a:ln>
              </p:spPr>
              <p:txBody>
                <a:bodyPr/>
                <a:lstStyle/>
                <a:p>
                  <a:endParaRPr lang="en-US" sz="1701"/>
                </a:p>
              </p:txBody>
            </p:sp>
            <p:sp>
              <p:nvSpPr>
                <p:cNvPr id="12458" name="Freeform: Shape 12457">
                  <a:extLst>
                    <a:ext uri="{FF2B5EF4-FFF2-40B4-BE49-F238E27FC236}">
                      <a16:creationId xmlns:a16="http://schemas.microsoft.com/office/drawing/2014/main" id="{554D7A3D-BDD7-3CC2-C529-847E91DDA604}"/>
                    </a:ext>
                  </a:extLst>
                </p:cNvPr>
                <p:cNvSpPr/>
                <p:nvPr/>
              </p:nvSpPr>
              <p:spPr>
                <a:xfrm>
                  <a:off x="5201968"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BE48"/>
                </a:solidFill>
                <a:ln w="3572" cap="flat">
                  <a:noFill/>
                  <a:prstDash val="solid"/>
                  <a:miter/>
                </a:ln>
              </p:spPr>
              <p:txBody>
                <a:bodyPr/>
                <a:lstStyle/>
                <a:p>
                  <a:endParaRPr lang="en-US" sz="1701"/>
                </a:p>
              </p:txBody>
            </p:sp>
            <p:sp>
              <p:nvSpPr>
                <p:cNvPr id="12459" name="Freeform: Shape 12458">
                  <a:extLst>
                    <a:ext uri="{FF2B5EF4-FFF2-40B4-BE49-F238E27FC236}">
                      <a16:creationId xmlns:a16="http://schemas.microsoft.com/office/drawing/2014/main" id="{8C4428BC-11B3-1FB5-5B11-0169194469EE}"/>
                    </a:ext>
                  </a:extLst>
                </p:cNvPr>
                <p:cNvSpPr/>
                <p:nvPr/>
              </p:nvSpPr>
              <p:spPr>
                <a:xfrm>
                  <a:off x="5178452"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B939"/>
                </a:solidFill>
                <a:ln w="3572" cap="flat">
                  <a:noFill/>
                  <a:prstDash val="solid"/>
                  <a:miter/>
                </a:ln>
              </p:spPr>
              <p:txBody>
                <a:bodyPr/>
                <a:lstStyle/>
                <a:p>
                  <a:endParaRPr lang="en-US" sz="1701"/>
                </a:p>
              </p:txBody>
            </p:sp>
            <p:sp>
              <p:nvSpPr>
                <p:cNvPr id="12460" name="Freeform: Shape 12459">
                  <a:extLst>
                    <a:ext uri="{FF2B5EF4-FFF2-40B4-BE49-F238E27FC236}">
                      <a16:creationId xmlns:a16="http://schemas.microsoft.com/office/drawing/2014/main" id="{2938C683-38EA-7911-1E37-22F2B955EE75}"/>
                    </a:ext>
                  </a:extLst>
                </p:cNvPr>
                <p:cNvSpPr/>
                <p:nvPr/>
              </p:nvSpPr>
              <p:spPr>
                <a:xfrm>
                  <a:off x="5154938"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B329"/>
                </a:solidFill>
                <a:ln w="3572" cap="flat">
                  <a:noFill/>
                  <a:prstDash val="solid"/>
                  <a:miter/>
                </a:ln>
              </p:spPr>
              <p:txBody>
                <a:bodyPr/>
                <a:lstStyle/>
                <a:p>
                  <a:endParaRPr lang="en-US" sz="1701"/>
                </a:p>
              </p:txBody>
            </p:sp>
            <p:sp>
              <p:nvSpPr>
                <p:cNvPr id="12461" name="Freeform: Shape 12460">
                  <a:extLst>
                    <a:ext uri="{FF2B5EF4-FFF2-40B4-BE49-F238E27FC236}">
                      <a16:creationId xmlns:a16="http://schemas.microsoft.com/office/drawing/2014/main" id="{64C58518-B0AA-A4C0-78E1-D8492F84DD20}"/>
                    </a:ext>
                  </a:extLst>
                </p:cNvPr>
                <p:cNvSpPr/>
                <p:nvPr/>
              </p:nvSpPr>
              <p:spPr>
                <a:xfrm>
                  <a:off x="5131422"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AE1A"/>
                </a:solidFill>
                <a:ln w="3572" cap="flat">
                  <a:noFill/>
                  <a:prstDash val="solid"/>
                  <a:miter/>
                </a:ln>
              </p:spPr>
              <p:txBody>
                <a:bodyPr/>
                <a:lstStyle/>
                <a:p>
                  <a:endParaRPr lang="en-US" sz="1701"/>
                </a:p>
              </p:txBody>
            </p:sp>
            <p:sp>
              <p:nvSpPr>
                <p:cNvPr id="12462" name="Freeform: Shape 12461">
                  <a:extLst>
                    <a:ext uri="{FF2B5EF4-FFF2-40B4-BE49-F238E27FC236}">
                      <a16:creationId xmlns:a16="http://schemas.microsoft.com/office/drawing/2014/main" id="{9D36561F-A0E2-D8F5-27D4-E197258AE8E1}"/>
                    </a:ext>
                  </a:extLst>
                </p:cNvPr>
                <p:cNvSpPr/>
                <p:nvPr/>
              </p:nvSpPr>
              <p:spPr>
                <a:xfrm>
                  <a:off x="5107908"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A80A"/>
                </a:solidFill>
                <a:ln w="3572" cap="flat">
                  <a:noFill/>
                  <a:prstDash val="solid"/>
                  <a:miter/>
                </a:ln>
              </p:spPr>
              <p:txBody>
                <a:bodyPr/>
                <a:lstStyle/>
                <a:p>
                  <a:endParaRPr lang="en-US" sz="1701"/>
                </a:p>
              </p:txBody>
            </p:sp>
            <p:sp>
              <p:nvSpPr>
                <p:cNvPr id="12463" name="Freeform: Shape 12462">
                  <a:extLst>
                    <a:ext uri="{FF2B5EF4-FFF2-40B4-BE49-F238E27FC236}">
                      <a16:creationId xmlns:a16="http://schemas.microsoft.com/office/drawing/2014/main" id="{485FB13A-14DC-B4FD-A6FC-2521D54DB533}"/>
                    </a:ext>
                  </a:extLst>
                </p:cNvPr>
                <p:cNvSpPr/>
                <p:nvPr/>
              </p:nvSpPr>
              <p:spPr>
                <a:xfrm>
                  <a:off x="5084392"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A100"/>
                </a:solidFill>
                <a:ln w="3572" cap="flat">
                  <a:noFill/>
                  <a:prstDash val="solid"/>
                  <a:miter/>
                </a:ln>
              </p:spPr>
              <p:txBody>
                <a:bodyPr/>
                <a:lstStyle/>
                <a:p>
                  <a:endParaRPr lang="en-US" sz="1701"/>
                </a:p>
              </p:txBody>
            </p:sp>
            <p:sp>
              <p:nvSpPr>
                <p:cNvPr id="12464" name="Freeform: Shape 12463">
                  <a:extLst>
                    <a:ext uri="{FF2B5EF4-FFF2-40B4-BE49-F238E27FC236}">
                      <a16:creationId xmlns:a16="http://schemas.microsoft.com/office/drawing/2014/main" id="{8B608D40-1BA7-EF29-FC6E-EBC106E6C774}"/>
                    </a:ext>
                  </a:extLst>
                </p:cNvPr>
                <p:cNvSpPr/>
                <p:nvPr/>
              </p:nvSpPr>
              <p:spPr>
                <a:xfrm>
                  <a:off x="5060876"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9700"/>
                </a:solidFill>
                <a:ln w="3572" cap="flat">
                  <a:noFill/>
                  <a:prstDash val="solid"/>
                  <a:miter/>
                </a:ln>
              </p:spPr>
              <p:txBody>
                <a:bodyPr/>
                <a:lstStyle/>
                <a:p>
                  <a:endParaRPr lang="en-US" sz="1701"/>
                </a:p>
              </p:txBody>
            </p:sp>
            <p:sp>
              <p:nvSpPr>
                <p:cNvPr id="12465" name="Freeform: Shape 12464">
                  <a:extLst>
                    <a:ext uri="{FF2B5EF4-FFF2-40B4-BE49-F238E27FC236}">
                      <a16:creationId xmlns:a16="http://schemas.microsoft.com/office/drawing/2014/main" id="{D9E3DB8F-00F0-F4CF-0F1D-FAFA08E4CE57}"/>
                    </a:ext>
                  </a:extLst>
                </p:cNvPr>
                <p:cNvSpPr/>
                <p:nvPr/>
              </p:nvSpPr>
              <p:spPr>
                <a:xfrm>
                  <a:off x="5037362"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8D00"/>
                </a:solidFill>
                <a:ln w="3572" cap="flat">
                  <a:noFill/>
                  <a:prstDash val="solid"/>
                  <a:miter/>
                </a:ln>
              </p:spPr>
              <p:txBody>
                <a:bodyPr/>
                <a:lstStyle/>
                <a:p>
                  <a:endParaRPr lang="en-US" sz="1701"/>
                </a:p>
              </p:txBody>
            </p:sp>
            <p:sp>
              <p:nvSpPr>
                <p:cNvPr id="12466" name="Freeform: Shape 12465">
                  <a:extLst>
                    <a:ext uri="{FF2B5EF4-FFF2-40B4-BE49-F238E27FC236}">
                      <a16:creationId xmlns:a16="http://schemas.microsoft.com/office/drawing/2014/main" id="{D899EC8A-1882-534D-1CF7-32A9827A9E84}"/>
                    </a:ext>
                  </a:extLst>
                </p:cNvPr>
                <p:cNvSpPr/>
                <p:nvPr/>
              </p:nvSpPr>
              <p:spPr>
                <a:xfrm>
                  <a:off x="5013846"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8300"/>
                </a:solidFill>
                <a:ln w="3572" cap="flat">
                  <a:noFill/>
                  <a:prstDash val="solid"/>
                  <a:miter/>
                </a:ln>
              </p:spPr>
              <p:txBody>
                <a:bodyPr/>
                <a:lstStyle/>
                <a:p>
                  <a:endParaRPr lang="en-US" sz="1701"/>
                </a:p>
              </p:txBody>
            </p:sp>
            <p:sp>
              <p:nvSpPr>
                <p:cNvPr id="12467" name="Freeform: Shape 12466">
                  <a:extLst>
                    <a:ext uri="{FF2B5EF4-FFF2-40B4-BE49-F238E27FC236}">
                      <a16:creationId xmlns:a16="http://schemas.microsoft.com/office/drawing/2014/main" id="{C6153844-66F0-29B4-086F-3CB378831ECC}"/>
                    </a:ext>
                  </a:extLst>
                </p:cNvPr>
                <p:cNvSpPr/>
                <p:nvPr/>
              </p:nvSpPr>
              <p:spPr>
                <a:xfrm>
                  <a:off x="4990330"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7900"/>
                </a:solidFill>
                <a:ln w="3572" cap="flat">
                  <a:noFill/>
                  <a:prstDash val="solid"/>
                  <a:miter/>
                </a:ln>
              </p:spPr>
              <p:txBody>
                <a:bodyPr/>
                <a:lstStyle/>
                <a:p>
                  <a:endParaRPr lang="en-US" sz="1701"/>
                </a:p>
              </p:txBody>
            </p:sp>
            <p:sp>
              <p:nvSpPr>
                <p:cNvPr id="12468" name="Freeform: Shape 12467">
                  <a:extLst>
                    <a:ext uri="{FF2B5EF4-FFF2-40B4-BE49-F238E27FC236}">
                      <a16:creationId xmlns:a16="http://schemas.microsoft.com/office/drawing/2014/main" id="{933C6C5C-772F-55E1-D76B-9151DCD40ADB}"/>
                    </a:ext>
                  </a:extLst>
                </p:cNvPr>
                <p:cNvSpPr/>
                <p:nvPr/>
              </p:nvSpPr>
              <p:spPr>
                <a:xfrm>
                  <a:off x="4966816"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6F00"/>
                </a:solidFill>
                <a:ln w="3572" cap="flat">
                  <a:noFill/>
                  <a:prstDash val="solid"/>
                  <a:miter/>
                </a:ln>
              </p:spPr>
              <p:txBody>
                <a:bodyPr/>
                <a:lstStyle/>
                <a:p>
                  <a:endParaRPr lang="en-US" sz="1701"/>
                </a:p>
              </p:txBody>
            </p:sp>
            <p:sp>
              <p:nvSpPr>
                <p:cNvPr id="12469" name="Freeform: Shape 12468">
                  <a:extLst>
                    <a:ext uri="{FF2B5EF4-FFF2-40B4-BE49-F238E27FC236}">
                      <a16:creationId xmlns:a16="http://schemas.microsoft.com/office/drawing/2014/main" id="{802C1E9D-16C6-7F75-D6F3-72643A43C730}"/>
                    </a:ext>
                  </a:extLst>
                </p:cNvPr>
                <p:cNvSpPr/>
                <p:nvPr/>
              </p:nvSpPr>
              <p:spPr>
                <a:xfrm>
                  <a:off x="4943301"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6500"/>
                </a:solidFill>
                <a:ln w="3572" cap="flat">
                  <a:noFill/>
                  <a:prstDash val="solid"/>
                  <a:miter/>
                </a:ln>
              </p:spPr>
              <p:txBody>
                <a:bodyPr/>
                <a:lstStyle/>
                <a:p>
                  <a:endParaRPr lang="en-US" sz="1701"/>
                </a:p>
              </p:txBody>
            </p:sp>
            <p:sp>
              <p:nvSpPr>
                <p:cNvPr id="12470" name="Freeform: Shape 12469">
                  <a:extLst>
                    <a:ext uri="{FF2B5EF4-FFF2-40B4-BE49-F238E27FC236}">
                      <a16:creationId xmlns:a16="http://schemas.microsoft.com/office/drawing/2014/main" id="{30AEA5BD-85CA-5001-C689-A3E195F035AA}"/>
                    </a:ext>
                  </a:extLst>
                </p:cNvPr>
                <p:cNvSpPr/>
                <p:nvPr/>
              </p:nvSpPr>
              <p:spPr>
                <a:xfrm>
                  <a:off x="4919787"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5A00"/>
                </a:solidFill>
                <a:ln w="3572" cap="flat">
                  <a:noFill/>
                  <a:prstDash val="solid"/>
                  <a:miter/>
                </a:ln>
              </p:spPr>
              <p:txBody>
                <a:bodyPr/>
                <a:lstStyle/>
                <a:p>
                  <a:endParaRPr lang="en-US" sz="1701"/>
                </a:p>
              </p:txBody>
            </p:sp>
            <p:sp>
              <p:nvSpPr>
                <p:cNvPr id="12471" name="Freeform: Shape 12470">
                  <a:extLst>
                    <a:ext uri="{FF2B5EF4-FFF2-40B4-BE49-F238E27FC236}">
                      <a16:creationId xmlns:a16="http://schemas.microsoft.com/office/drawing/2014/main" id="{70145435-09D5-E26E-7F8B-4D35344A1FEE}"/>
                    </a:ext>
                  </a:extLst>
                </p:cNvPr>
                <p:cNvSpPr/>
                <p:nvPr/>
              </p:nvSpPr>
              <p:spPr>
                <a:xfrm>
                  <a:off x="4896271"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5000"/>
                </a:solidFill>
                <a:ln w="3572" cap="flat">
                  <a:noFill/>
                  <a:prstDash val="solid"/>
                  <a:miter/>
                </a:ln>
              </p:spPr>
              <p:txBody>
                <a:bodyPr/>
                <a:lstStyle/>
                <a:p>
                  <a:endParaRPr lang="en-US" sz="1701"/>
                </a:p>
              </p:txBody>
            </p:sp>
            <p:sp>
              <p:nvSpPr>
                <p:cNvPr id="12472" name="Freeform: Shape 12471">
                  <a:extLst>
                    <a:ext uri="{FF2B5EF4-FFF2-40B4-BE49-F238E27FC236}">
                      <a16:creationId xmlns:a16="http://schemas.microsoft.com/office/drawing/2014/main" id="{DFCF829C-22D8-162B-D958-ED2E335A1DF4}"/>
                    </a:ext>
                  </a:extLst>
                </p:cNvPr>
                <p:cNvSpPr/>
                <p:nvPr/>
              </p:nvSpPr>
              <p:spPr>
                <a:xfrm>
                  <a:off x="4872755"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4600"/>
                </a:solidFill>
                <a:ln w="3572" cap="flat">
                  <a:noFill/>
                  <a:prstDash val="solid"/>
                  <a:miter/>
                </a:ln>
              </p:spPr>
              <p:txBody>
                <a:bodyPr/>
                <a:lstStyle/>
                <a:p>
                  <a:endParaRPr lang="en-US" sz="1701"/>
                </a:p>
              </p:txBody>
            </p:sp>
            <p:sp>
              <p:nvSpPr>
                <p:cNvPr id="12473" name="Freeform: Shape 12472">
                  <a:extLst>
                    <a:ext uri="{FF2B5EF4-FFF2-40B4-BE49-F238E27FC236}">
                      <a16:creationId xmlns:a16="http://schemas.microsoft.com/office/drawing/2014/main" id="{22CFE24D-7833-F1AD-51DD-02AE1DF5AD67}"/>
                    </a:ext>
                  </a:extLst>
                </p:cNvPr>
                <p:cNvSpPr/>
                <p:nvPr/>
              </p:nvSpPr>
              <p:spPr>
                <a:xfrm>
                  <a:off x="4849241"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3C00"/>
                </a:solidFill>
                <a:ln w="3572" cap="flat">
                  <a:noFill/>
                  <a:prstDash val="solid"/>
                  <a:miter/>
                </a:ln>
              </p:spPr>
              <p:txBody>
                <a:bodyPr/>
                <a:lstStyle/>
                <a:p>
                  <a:endParaRPr lang="en-US" sz="1701"/>
                </a:p>
              </p:txBody>
            </p:sp>
            <p:sp>
              <p:nvSpPr>
                <p:cNvPr id="12474" name="Freeform: Shape 12473">
                  <a:extLst>
                    <a:ext uri="{FF2B5EF4-FFF2-40B4-BE49-F238E27FC236}">
                      <a16:creationId xmlns:a16="http://schemas.microsoft.com/office/drawing/2014/main" id="{EE51EE70-D5CA-640F-BABF-A0A5A1332A8C}"/>
                    </a:ext>
                  </a:extLst>
                </p:cNvPr>
                <p:cNvSpPr/>
                <p:nvPr/>
              </p:nvSpPr>
              <p:spPr>
                <a:xfrm>
                  <a:off x="4825725"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3200"/>
                </a:solidFill>
                <a:ln w="3572" cap="flat">
                  <a:noFill/>
                  <a:prstDash val="solid"/>
                  <a:miter/>
                </a:ln>
              </p:spPr>
              <p:txBody>
                <a:bodyPr/>
                <a:lstStyle/>
                <a:p>
                  <a:endParaRPr lang="en-US" sz="1701"/>
                </a:p>
              </p:txBody>
            </p:sp>
            <p:sp>
              <p:nvSpPr>
                <p:cNvPr id="12475" name="Freeform: Shape 12474">
                  <a:extLst>
                    <a:ext uri="{FF2B5EF4-FFF2-40B4-BE49-F238E27FC236}">
                      <a16:creationId xmlns:a16="http://schemas.microsoft.com/office/drawing/2014/main" id="{CCA593D1-6145-E7E5-27C6-D00AD942E8F3}"/>
                    </a:ext>
                  </a:extLst>
                </p:cNvPr>
                <p:cNvSpPr/>
                <p:nvPr/>
              </p:nvSpPr>
              <p:spPr>
                <a:xfrm>
                  <a:off x="4802209"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2800"/>
                </a:solidFill>
                <a:ln w="3572" cap="flat">
                  <a:noFill/>
                  <a:prstDash val="solid"/>
                  <a:miter/>
                </a:ln>
              </p:spPr>
              <p:txBody>
                <a:bodyPr/>
                <a:lstStyle/>
                <a:p>
                  <a:endParaRPr lang="en-US" sz="1701"/>
                </a:p>
              </p:txBody>
            </p:sp>
            <p:sp>
              <p:nvSpPr>
                <p:cNvPr id="12476" name="Freeform: Shape 12475">
                  <a:extLst>
                    <a:ext uri="{FF2B5EF4-FFF2-40B4-BE49-F238E27FC236}">
                      <a16:creationId xmlns:a16="http://schemas.microsoft.com/office/drawing/2014/main" id="{9BEE7677-EB8C-4E5B-66ED-B114C73009F1}"/>
                    </a:ext>
                  </a:extLst>
                </p:cNvPr>
                <p:cNvSpPr/>
                <p:nvPr/>
              </p:nvSpPr>
              <p:spPr>
                <a:xfrm>
                  <a:off x="4778695"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1E00"/>
                </a:solidFill>
                <a:ln w="3572" cap="flat">
                  <a:noFill/>
                  <a:prstDash val="solid"/>
                  <a:miter/>
                </a:ln>
              </p:spPr>
              <p:txBody>
                <a:bodyPr/>
                <a:lstStyle/>
                <a:p>
                  <a:endParaRPr lang="en-US" sz="1701"/>
                </a:p>
              </p:txBody>
            </p:sp>
            <p:sp>
              <p:nvSpPr>
                <p:cNvPr id="12477" name="Freeform: Shape 12476">
                  <a:extLst>
                    <a:ext uri="{FF2B5EF4-FFF2-40B4-BE49-F238E27FC236}">
                      <a16:creationId xmlns:a16="http://schemas.microsoft.com/office/drawing/2014/main" id="{9C974B1D-316E-4B36-53F7-0024DED85486}"/>
                    </a:ext>
                  </a:extLst>
                </p:cNvPr>
                <p:cNvSpPr/>
                <p:nvPr/>
              </p:nvSpPr>
              <p:spPr>
                <a:xfrm>
                  <a:off x="4755179"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1400"/>
                </a:solidFill>
                <a:ln w="3572" cap="flat">
                  <a:noFill/>
                  <a:prstDash val="solid"/>
                  <a:miter/>
                </a:ln>
              </p:spPr>
              <p:txBody>
                <a:bodyPr/>
                <a:lstStyle/>
                <a:p>
                  <a:endParaRPr lang="en-US" sz="1701"/>
                </a:p>
              </p:txBody>
            </p:sp>
            <p:sp>
              <p:nvSpPr>
                <p:cNvPr id="12478" name="Freeform: Shape 12477">
                  <a:extLst>
                    <a:ext uri="{FF2B5EF4-FFF2-40B4-BE49-F238E27FC236}">
                      <a16:creationId xmlns:a16="http://schemas.microsoft.com/office/drawing/2014/main" id="{D61AA412-EAB0-FB82-2587-6AF9354C3E24}"/>
                    </a:ext>
                  </a:extLst>
                </p:cNvPr>
                <p:cNvSpPr/>
                <p:nvPr/>
              </p:nvSpPr>
              <p:spPr>
                <a:xfrm>
                  <a:off x="4731742"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0A00"/>
                </a:solidFill>
                <a:ln w="3572" cap="flat">
                  <a:noFill/>
                  <a:prstDash val="solid"/>
                  <a:miter/>
                </a:ln>
              </p:spPr>
              <p:txBody>
                <a:bodyPr/>
                <a:lstStyle/>
                <a:p>
                  <a:endParaRPr lang="en-US" sz="1701"/>
                </a:p>
              </p:txBody>
            </p:sp>
            <p:sp>
              <p:nvSpPr>
                <p:cNvPr id="12479" name="Freeform: Shape 12478">
                  <a:extLst>
                    <a:ext uri="{FF2B5EF4-FFF2-40B4-BE49-F238E27FC236}">
                      <a16:creationId xmlns:a16="http://schemas.microsoft.com/office/drawing/2014/main" id="{D5E97C3A-E250-CBEE-09DE-5E4749EC9BE3}"/>
                    </a:ext>
                  </a:extLst>
                </p:cNvPr>
                <p:cNvSpPr/>
                <p:nvPr/>
              </p:nvSpPr>
              <p:spPr>
                <a:xfrm>
                  <a:off x="4708228" y="171777"/>
                  <a:ext cx="24532" cy="78276"/>
                </a:xfrm>
                <a:custGeom>
                  <a:avLst/>
                  <a:gdLst>
                    <a:gd name="csX0" fmla="*/ 11180 w 11179"/>
                    <a:gd name="csY0" fmla="*/ 35719 h 35861"/>
                    <a:gd name="csX1" fmla="*/ 10716 w 11179"/>
                    <a:gd name="csY1" fmla="*/ 0 h 35861"/>
                    <a:gd name="csX2" fmla="*/ 0 w 11179"/>
                    <a:gd name="csY2" fmla="*/ 143 h 35861"/>
                    <a:gd name="csX3" fmla="*/ 464 w 11179"/>
                    <a:gd name="csY3" fmla="*/ 35862 h 35861"/>
                    <a:gd name="csX4" fmla="*/ 11180 w 11179"/>
                    <a:gd name="csY4" fmla="*/ 35719 h 35861"/>
                  </a:gdLst>
                  <a:ahLst/>
                  <a:cxnLst>
                    <a:cxn ang="0">
                      <a:pos x="csX0" y="csY0"/>
                    </a:cxn>
                    <a:cxn ang="0">
                      <a:pos x="csX1" y="csY1"/>
                    </a:cxn>
                    <a:cxn ang="0">
                      <a:pos x="csX2" y="csY2"/>
                    </a:cxn>
                    <a:cxn ang="0">
                      <a:pos x="csX3" y="csY3"/>
                    </a:cxn>
                    <a:cxn ang="0">
                      <a:pos x="csX4" y="csY4"/>
                    </a:cxn>
                  </a:cxnLst>
                  <a:rect l="l" t="t" r="r" b="b"/>
                  <a:pathLst>
                    <a:path w="11179" h="35861">
                      <a:moveTo>
                        <a:pt x="11180" y="35719"/>
                      </a:moveTo>
                      <a:lnTo>
                        <a:pt x="10716" y="0"/>
                      </a:lnTo>
                      <a:lnTo>
                        <a:pt x="0" y="143"/>
                      </a:lnTo>
                      <a:lnTo>
                        <a:pt x="464" y="35862"/>
                      </a:lnTo>
                      <a:lnTo>
                        <a:pt x="11180" y="35719"/>
                      </a:lnTo>
                      <a:close/>
                    </a:path>
                  </a:pathLst>
                </a:custGeom>
                <a:solidFill>
                  <a:srgbClr val="FF0000"/>
                </a:solidFill>
                <a:ln w="3572" cap="flat">
                  <a:noFill/>
                  <a:prstDash val="solid"/>
                  <a:miter/>
                </a:ln>
              </p:spPr>
              <p:txBody>
                <a:bodyPr/>
                <a:lstStyle/>
                <a:p>
                  <a:endParaRPr lang="en-US" sz="1701"/>
                </a:p>
              </p:txBody>
            </p:sp>
            <p:sp>
              <p:nvSpPr>
                <p:cNvPr id="12481" name="Freeform: Shape 12480">
                  <a:extLst>
                    <a:ext uri="{FF2B5EF4-FFF2-40B4-BE49-F238E27FC236}">
                      <a16:creationId xmlns:a16="http://schemas.microsoft.com/office/drawing/2014/main" id="{ED9DB1CB-AAE6-F6DE-3A82-84A81E69077B}"/>
                    </a:ext>
                  </a:extLst>
                </p:cNvPr>
                <p:cNvSpPr/>
                <p:nvPr/>
              </p:nvSpPr>
              <p:spPr>
                <a:xfrm>
                  <a:off x="5790396" y="131313"/>
                  <a:ext cx="21164" cy="6860"/>
                </a:xfrm>
                <a:custGeom>
                  <a:avLst/>
                  <a:gdLst>
                    <a:gd name="csX0" fmla="*/ 0 w 9644"/>
                    <a:gd name="csY0" fmla="*/ 3143 h 3143"/>
                    <a:gd name="csX1" fmla="*/ 0 w 9644"/>
                    <a:gd name="csY1" fmla="*/ 0 h 3143"/>
                    <a:gd name="csX2" fmla="*/ 9644 w 9644"/>
                    <a:gd name="csY2" fmla="*/ 0 h 3143"/>
                    <a:gd name="csX3" fmla="*/ 9644 w 9644"/>
                    <a:gd name="csY3" fmla="*/ 3143 h 3143"/>
                    <a:gd name="csX4" fmla="*/ 0 w 9644"/>
                    <a:gd name="csY4" fmla="*/ 3143 h 3143"/>
                  </a:gdLst>
                  <a:ahLst/>
                  <a:cxnLst>
                    <a:cxn ang="0">
                      <a:pos x="csX0" y="csY0"/>
                    </a:cxn>
                    <a:cxn ang="0">
                      <a:pos x="csX1" y="csY1"/>
                    </a:cxn>
                    <a:cxn ang="0">
                      <a:pos x="csX2" y="csY2"/>
                    </a:cxn>
                    <a:cxn ang="0">
                      <a:pos x="csX3" y="csY3"/>
                    </a:cxn>
                    <a:cxn ang="0">
                      <a:pos x="csX4" y="csY4"/>
                    </a:cxn>
                  </a:cxnLst>
                  <a:rect l="l" t="t" r="r" b="b"/>
                  <a:pathLst>
                    <a:path w="9644" h="3143">
                      <a:moveTo>
                        <a:pt x="0" y="3143"/>
                      </a:moveTo>
                      <a:lnTo>
                        <a:pt x="0" y="0"/>
                      </a:lnTo>
                      <a:lnTo>
                        <a:pt x="9644" y="0"/>
                      </a:lnTo>
                      <a:lnTo>
                        <a:pt x="9644" y="3143"/>
                      </a:lnTo>
                      <a:lnTo>
                        <a:pt x="0" y="3143"/>
                      </a:lnTo>
                      <a:close/>
                    </a:path>
                  </a:pathLst>
                </a:custGeom>
                <a:solidFill>
                  <a:srgbClr val="000000"/>
                </a:solidFill>
                <a:ln w="3572" cap="flat">
                  <a:noFill/>
                  <a:prstDash val="solid"/>
                  <a:miter/>
                </a:ln>
              </p:spPr>
              <p:txBody>
                <a:bodyPr/>
                <a:lstStyle/>
                <a:p>
                  <a:endParaRPr lang="en-US" sz="1701"/>
                </a:p>
              </p:txBody>
            </p:sp>
            <p:sp>
              <p:nvSpPr>
                <p:cNvPr id="12482" name="Freeform: Shape 12481">
                  <a:extLst>
                    <a:ext uri="{FF2B5EF4-FFF2-40B4-BE49-F238E27FC236}">
                      <a16:creationId xmlns:a16="http://schemas.microsoft.com/office/drawing/2014/main" id="{105AFDDE-4BE6-4204-2C8E-9418209B758A}"/>
                    </a:ext>
                  </a:extLst>
                </p:cNvPr>
                <p:cNvSpPr/>
                <p:nvPr/>
              </p:nvSpPr>
              <p:spPr>
                <a:xfrm>
                  <a:off x="5822534" y="98958"/>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7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6" y="6358"/>
                        <a:pt x="4536" y="7108"/>
                        <a:pt x="3322" y="7822"/>
                      </a:cubicBezTo>
                      <a:cubicBezTo>
                        <a:pt x="2107" y="8537"/>
                        <a:pt x="1000" y="9108"/>
                        <a:pt x="0" y="9465"/>
                      </a:cubicBezTo>
                      <a:lnTo>
                        <a:pt x="0" y="6429"/>
                      </a:lnTo>
                      <a:cubicBezTo>
                        <a:pt x="1750" y="5608"/>
                        <a:pt x="3286" y="4608"/>
                        <a:pt x="4607"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483" name="Freeform: Shape 12482">
                  <a:extLst>
                    <a:ext uri="{FF2B5EF4-FFF2-40B4-BE49-F238E27FC236}">
                      <a16:creationId xmlns:a16="http://schemas.microsoft.com/office/drawing/2014/main" id="{4464B600-3566-1F04-3A87-1AAAD4B121B3}"/>
                    </a:ext>
                  </a:extLst>
                </p:cNvPr>
                <p:cNvSpPr/>
                <p:nvPr/>
              </p:nvSpPr>
              <p:spPr>
                <a:xfrm>
                  <a:off x="5621869" y="97945"/>
                  <a:ext cx="36683" cy="56992"/>
                </a:xfrm>
                <a:custGeom>
                  <a:avLst/>
                  <a:gdLst>
                    <a:gd name="csX0" fmla="*/ 0 w 16716"/>
                    <a:gd name="csY0" fmla="*/ 13037 h 26110"/>
                    <a:gd name="csX1" fmla="*/ 929 w 16716"/>
                    <a:gd name="csY1" fmla="*/ 5751 h 26110"/>
                    <a:gd name="csX2" fmla="*/ 3715 w 16716"/>
                    <a:gd name="csY2" fmla="*/ 1500 h 26110"/>
                    <a:gd name="csX3" fmla="*/ 8359 w 16716"/>
                    <a:gd name="csY3" fmla="*/ 0 h 26110"/>
                    <a:gd name="csX4" fmla="*/ 11966 w 16716"/>
                    <a:gd name="csY4" fmla="*/ 822 h 26110"/>
                    <a:gd name="csX5" fmla="*/ 14538 w 16716"/>
                    <a:gd name="csY5" fmla="*/ 3215 h 26110"/>
                    <a:gd name="csX6" fmla="*/ 16145 w 16716"/>
                    <a:gd name="csY6" fmla="*/ 7001 h 26110"/>
                    <a:gd name="csX7" fmla="*/ 16717 w 16716"/>
                    <a:gd name="csY7" fmla="*/ 13037 h 26110"/>
                    <a:gd name="csX8" fmla="*/ 15788 w 16716"/>
                    <a:gd name="csY8" fmla="*/ 20324 h 26110"/>
                    <a:gd name="csX9" fmla="*/ 13037 w 16716"/>
                    <a:gd name="csY9" fmla="*/ 24610 h 26110"/>
                    <a:gd name="csX10" fmla="*/ 8394 w 16716"/>
                    <a:gd name="csY10" fmla="*/ 26111 h 26110"/>
                    <a:gd name="csX11" fmla="*/ 2608 w 16716"/>
                    <a:gd name="csY11" fmla="*/ 23467 h 26110"/>
                    <a:gd name="csX12" fmla="*/ 72 w 16716"/>
                    <a:gd name="csY12" fmla="*/ 13073 h 26110"/>
                    <a:gd name="csX13" fmla="*/ 3251 w 16716"/>
                    <a:gd name="csY13" fmla="*/ 13037 h 26110"/>
                    <a:gd name="csX14" fmla="*/ 4715 w 16716"/>
                    <a:gd name="csY14" fmla="*/ 21431 h 26110"/>
                    <a:gd name="csX15" fmla="*/ 8359 w 16716"/>
                    <a:gd name="csY15" fmla="*/ 23503 h 26110"/>
                    <a:gd name="csX16" fmla="*/ 12002 w 16716"/>
                    <a:gd name="csY16" fmla="*/ 21396 h 26110"/>
                    <a:gd name="csX17" fmla="*/ 13466 w 16716"/>
                    <a:gd name="csY17" fmla="*/ 13037 h 26110"/>
                    <a:gd name="csX18" fmla="*/ 12002 w 16716"/>
                    <a:gd name="csY18" fmla="*/ 4644 h 26110"/>
                    <a:gd name="csX19" fmla="*/ 8323 w 16716"/>
                    <a:gd name="csY19" fmla="*/ 2572 h 26110"/>
                    <a:gd name="csX20" fmla="*/ 4894 w 16716"/>
                    <a:gd name="csY20" fmla="*/ 4429 h 26110"/>
                    <a:gd name="csX21" fmla="*/ 3286 w 16716"/>
                    <a:gd name="csY21" fmla="*/ 13037 h 2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6716" h="26110">
                      <a:moveTo>
                        <a:pt x="0" y="13037"/>
                      </a:moveTo>
                      <a:cubicBezTo>
                        <a:pt x="0" y="10037"/>
                        <a:pt x="322" y="7572"/>
                        <a:pt x="929" y="5751"/>
                      </a:cubicBezTo>
                      <a:cubicBezTo>
                        <a:pt x="1572" y="3893"/>
                        <a:pt x="2465" y="2500"/>
                        <a:pt x="3715" y="1500"/>
                      </a:cubicBezTo>
                      <a:cubicBezTo>
                        <a:pt x="4929" y="500"/>
                        <a:pt x="6465" y="0"/>
                        <a:pt x="8359" y="0"/>
                      </a:cubicBezTo>
                      <a:cubicBezTo>
                        <a:pt x="9716" y="0"/>
                        <a:pt x="10930" y="286"/>
                        <a:pt x="11966" y="822"/>
                      </a:cubicBezTo>
                      <a:cubicBezTo>
                        <a:pt x="13002" y="1393"/>
                        <a:pt x="13859" y="2179"/>
                        <a:pt x="14538" y="3215"/>
                      </a:cubicBezTo>
                      <a:cubicBezTo>
                        <a:pt x="15216" y="4251"/>
                        <a:pt x="15752" y="5501"/>
                        <a:pt x="16145" y="7001"/>
                      </a:cubicBezTo>
                      <a:cubicBezTo>
                        <a:pt x="16538" y="8501"/>
                        <a:pt x="16717" y="10501"/>
                        <a:pt x="16717" y="13037"/>
                      </a:cubicBezTo>
                      <a:cubicBezTo>
                        <a:pt x="16717" y="16038"/>
                        <a:pt x="16395" y="18467"/>
                        <a:pt x="15788" y="20324"/>
                      </a:cubicBezTo>
                      <a:cubicBezTo>
                        <a:pt x="15180" y="22181"/>
                        <a:pt x="14252" y="23574"/>
                        <a:pt x="13037" y="24610"/>
                      </a:cubicBezTo>
                      <a:cubicBezTo>
                        <a:pt x="11823" y="25610"/>
                        <a:pt x="10252" y="26111"/>
                        <a:pt x="8394" y="26111"/>
                      </a:cubicBezTo>
                      <a:cubicBezTo>
                        <a:pt x="5929" y="26111"/>
                        <a:pt x="4001" y="25218"/>
                        <a:pt x="2608" y="23467"/>
                      </a:cubicBezTo>
                      <a:cubicBezTo>
                        <a:pt x="929" y="21360"/>
                        <a:pt x="72" y="17859"/>
                        <a:pt x="72" y="13073"/>
                      </a:cubicBezTo>
                      <a:moveTo>
                        <a:pt x="3251" y="13037"/>
                      </a:moveTo>
                      <a:cubicBezTo>
                        <a:pt x="3251" y="17252"/>
                        <a:pt x="3751" y="20038"/>
                        <a:pt x="4715" y="21431"/>
                      </a:cubicBezTo>
                      <a:cubicBezTo>
                        <a:pt x="5715" y="22824"/>
                        <a:pt x="6894" y="23503"/>
                        <a:pt x="8359" y="23503"/>
                      </a:cubicBezTo>
                      <a:cubicBezTo>
                        <a:pt x="9823" y="23503"/>
                        <a:pt x="11002" y="22789"/>
                        <a:pt x="12002" y="21396"/>
                      </a:cubicBezTo>
                      <a:cubicBezTo>
                        <a:pt x="13002" y="20003"/>
                        <a:pt x="13466" y="17216"/>
                        <a:pt x="13466" y="13037"/>
                      </a:cubicBezTo>
                      <a:cubicBezTo>
                        <a:pt x="13466" y="8858"/>
                        <a:pt x="12966" y="6036"/>
                        <a:pt x="12002" y="4644"/>
                      </a:cubicBezTo>
                      <a:cubicBezTo>
                        <a:pt x="11037" y="3250"/>
                        <a:pt x="9787" y="2572"/>
                        <a:pt x="8323" y="2572"/>
                      </a:cubicBezTo>
                      <a:cubicBezTo>
                        <a:pt x="6858" y="2572"/>
                        <a:pt x="5715" y="3179"/>
                        <a:pt x="4894" y="4429"/>
                      </a:cubicBezTo>
                      <a:cubicBezTo>
                        <a:pt x="3822" y="5965"/>
                        <a:pt x="3286" y="8858"/>
                        <a:pt x="3286" y="13037"/>
                      </a:cubicBezTo>
                      <a:close/>
                    </a:path>
                  </a:pathLst>
                </a:custGeom>
                <a:solidFill>
                  <a:srgbClr val="000000"/>
                </a:solidFill>
                <a:ln w="3572" cap="flat">
                  <a:noFill/>
                  <a:prstDash val="solid"/>
                  <a:miter/>
                </a:ln>
              </p:spPr>
              <p:txBody>
                <a:bodyPr/>
                <a:lstStyle/>
                <a:p>
                  <a:endParaRPr lang="en-US" sz="1701"/>
                </a:p>
              </p:txBody>
            </p:sp>
            <p:sp>
              <p:nvSpPr>
                <p:cNvPr id="12484" name="Freeform: Shape 12483">
                  <a:extLst>
                    <a:ext uri="{FF2B5EF4-FFF2-40B4-BE49-F238E27FC236}">
                      <a16:creationId xmlns:a16="http://schemas.microsoft.com/office/drawing/2014/main" id="{26D98371-6399-EFAA-8D8E-B3E3FFE64502}"/>
                    </a:ext>
                  </a:extLst>
                </p:cNvPr>
                <p:cNvSpPr/>
                <p:nvPr/>
              </p:nvSpPr>
              <p:spPr>
                <a:xfrm>
                  <a:off x="5451541" y="98958"/>
                  <a:ext cx="20692" cy="56055"/>
                </a:xfrm>
                <a:custGeom>
                  <a:avLst/>
                  <a:gdLst>
                    <a:gd name="csX0" fmla="*/ 9430 w 9429"/>
                    <a:gd name="csY0" fmla="*/ 25646 h 25681"/>
                    <a:gd name="csX1" fmla="*/ 6287 w 9429"/>
                    <a:gd name="csY1" fmla="*/ 25646 h 25681"/>
                    <a:gd name="csX2" fmla="*/ 6287 w 9429"/>
                    <a:gd name="csY2" fmla="*/ 5644 h 25681"/>
                    <a:gd name="csX3" fmla="*/ 3322 w 9429"/>
                    <a:gd name="csY3" fmla="*/ 7822 h 25681"/>
                    <a:gd name="csX4" fmla="*/ 0 w 9429"/>
                    <a:gd name="csY4" fmla="*/ 9465 h 25681"/>
                    <a:gd name="csX5" fmla="*/ 0 w 9429"/>
                    <a:gd name="csY5" fmla="*/ 6429 h 25681"/>
                    <a:gd name="csX6" fmla="*/ 4608 w 9429"/>
                    <a:gd name="csY6" fmla="*/ 3429 h 25681"/>
                    <a:gd name="csX7" fmla="*/ 7394 w 9429"/>
                    <a:gd name="csY7" fmla="*/ 0 h 25681"/>
                    <a:gd name="csX8" fmla="*/ 9430 w 9429"/>
                    <a:gd name="csY8" fmla="*/ 0 h 25681"/>
                    <a:gd name="csX9" fmla="*/ 9430 w 9429"/>
                    <a:gd name="csY9" fmla="*/ 25682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429" h="25681">
                      <a:moveTo>
                        <a:pt x="9430" y="25646"/>
                      </a:moveTo>
                      <a:lnTo>
                        <a:pt x="6287" y="25646"/>
                      </a:lnTo>
                      <a:lnTo>
                        <a:pt x="6287" y="5644"/>
                      </a:lnTo>
                      <a:cubicBezTo>
                        <a:pt x="5537" y="6358"/>
                        <a:pt x="4536" y="7108"/>
                        <a:pt x="3322" y="7822"/>
                      </a:cubicBezTo>
                      <a:cubicBezTo>
                        <a:pt x="2108" y="8537"/>
                        <a:pt x="1000" y="9108"/>
                        <a:pt x="0" y="9465"/>
                      </a:cubicBezTo>
                      <a:lnTo>
                        <a:pt x="0" y="6429"/>
                      </a:lnTo>
                      <a:cubicBezTo>
                        <a:pt x="1750" y="5608"/>
                        <a:pt x="3286" y="4608"/>
                        <a:pt x="4608" y="3429"/>
                      </a:cubicBezTo>
                      <a:cubicBezTo>
                        <a:pt x="5929" y="2250"/>
                        <a:pt x="6858" y="1107"/>
                        <a:pt x="7394" y="0"/>
                      </a:cubicBezTo>
                      <a:lnTo>
                        <a:pt x="9430" y="0"/>
                      </a:lnTo>
                      <a:lnTo>
                        <a:pt x="9430" y="25682"/>
                      </a:lnTo>
                      <a:close/>
                    </a:path>
                  </a:pathLst>
                </a:custGeom>
                <a:solidFill>
                  <a:srgbClr val="000000"/>
                </a:solidFill>
                <a:ln w="3572" cap="flat">
                  <a:noFill/>
                  <a:prstDash val="solid"/>
                  <a:miter/>
                </a:ln>
              </p:spPr>
              <p:txBody>
                <a:bodyPr/>
                <a:lstStyle/>
                <a:p>
                  <a:endParaRPr lang="en-US" sz="1701"/>
                </a:p>
              </p:txBody>
            </p:sp>
            <p:sp>
              <p:nvSpPr>
                <p:cNvPr id="12485" name="Freeform: Shape 12484">
                  <a:extLst>
                    <a:ext uri="{FF2B5EF4-FFF2-40B4-BE49-F238E27FC236}">
                      <a16:creationId xmlns:a16="http://schemas.microsoft.com/office/drawing/2014/main" id="{65EB493F-56CE-1C6D-B994-DBE9C3A177E9}"/>
                    </a:ext>
                  </a:extLst>
                </p:cNvPr>
                <p:cNvSpPr/>
                <p:nvPr/>
              </p:nvSpPr>
              <p:spPr>
                <a:xfrm>
                  <a:off x="5265537" y="98803"/>
                  <a:ext cx="37073" cy="56055"/>
                </a:xfrm>
                <a:custGeom>
                  <a:avLst/>
                  <a:gdLst>
                    <a:gd name="csX0" fmla="*/ 16895 w 16894"/>
                    <a:gd name="csY0" fmla="*/ 22681 h 25681"/>
                    <a:gd name="csX1" fmla="*/ 16895 w 16894"/>
                    <a:gd name="csY1" fmla="*/ 25682 h 25681"/>
                    <a:gd name="csX2" fmla="*/ 0 w 16894"/>
                    <a:gd name="csY2" fmla="*/ 25682 h 25681"/>
                    <a:gd name="csX3" fmla="*/ 357 w 16894"/>
                    <a:gd name="csY3" fmla="*/ 23503 h 25681"/>
                    <a:gd name="csX4" fmla="*/ 2429 w 16894"/>
                    <a:gd name="csY4" fmla="*/ 20110 h 25681"/>
                    <a:gd name="csX5" fmla="*/ 6537 w 16894"/>
                    <a:gd name="csY5" fmla="*/ 16216 h 25681"/>
                    <a:gd name="csX6" fmla="*/ 12180 w 16894"/>
                    <a:gd name="csY6" fmla="*/ 10787 h 25681"/>
                    <a:gd name="csX7" fmla="*/ 13645 w 16894"/>
                    <a:gd name="csY7" fmla="*/ 7037 h 25681"/>
                    <a:gd name="csX8" fmla="*/ 12323 w 16894"/>
                    <a:gd name="csY8" fmla="*/ 3893 h 25681"/>
                    <a:gd name="csX9" fmla="*/ 8858 w 16894"/>
                    <a:gd name="csY9" fmla="*/ 2608 h 25681"/>
                    <a:gd name="csX10" fmla="*/ 5215 w 16894"/>
                    <a:gd name="csY10" fmla="*/ 3965 h 25681"/>
                    <a:gd name="csX11" fmla="*/ 3822 w 16894"/>
                    <a:gd name="csY11" fmla="*/ 7715 h 25681"/>
                    <a:gd name="csX12" fmla="*/ 607 w 16894"/>
                    <a:gd name="csY12" fmla="*/ 7394 h 25681"/>
                    <a:gd name="csX13" fmla="*/ 3108 w 16894"/>
                    <a:gd name="csY13" fmla="*/ 1893 h 25681"/>
                    <a:gd name="csX14" fmla="*/ 8894 w 16894"/>
                    <a:gd name="csY14" fmla="*/ 0 h 25681"/>
                    <a:gd name="csX15" fmla="*/ 14716 w 16894"/>
                    <a:gd name="csY15" fmla="*/ 2036 h 25681"/>
                    <a:gd name="csX16" fmla="*/ 16859 w 16894"/>
                    <a:gd name="csY16" fmla="*/ 7108 h 25681"/>
                    <a:gd name="csX17" fmla="*/ 16216 w 16894"/>
                    <a:gd name="csY17" fmla="*/ 10108 h 25681"/>
                    <a:gd name="csX18" fmla="*/ 14144 w 16894"/>
                    <a:gd name="csY18" fmla="*/ 13216 h 25681"/>
                    <a:gd name="csX19" fmla="*/ 9287 w 16894"/>
                    <a:gd name="csY19" fmla="*/ 17716 h 25681"/>
                    <a:gd name="csX20" fmla="*/ 5644 w 16894"/>
                    <a:gd name="csY20" fmla="*/ 20931 h 25681"/>
                    <a:gd name="csX21" fmla="*/ 4322 w 16894"/>
                    <a:gd name="csY21" fmla="*/ 22646 h 25681"/>
                    <a:gd name="csX22" fmla="*/ 16859 w 16894"/>
                    <a:gd name="csY22" fmla="*/ 22646 h 25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894" h="25681">
                      <a:moveTo>
                        <a:pt x="16895" y="22681"/>
                      </a:moveTo>
                      <a:lnTo>
                        <a:pt x="16895" y="25682"/>
                      </a:lnTo>
                      <a:lnTo>
                        <a:pt x="0" y="25682"/>
                      </a:lnTo>
                      <a:cubicBezTo>
                        <a:pt x="0" y="24932"/>
                        <a:pt x="107" y="24217"/>
                        <a:pt x="357" y="23503"/>
                      </a:cubicBezTo>
                      <a:cubicBezTo>
                        <a:pt x="786" y="22360"/>
                        <a:pt x="1465" y="21217"/>
                        <a:pt x="2429" y="20110"/>
                      </a:cubicBezTo>
                      <a:cubicBezTo>
                        <a:pt x="3394" y="19002"/>
                        <a:pt x="4751" y="17716"/>
                        <a:pt x="6537" y="16216"/>
                      </a:cubicBezTo>
                      <a:cubicBezTo>
                        <a:pt x="9323" y="13930"/>
                        <a:pt x="11180" y="12144"/>
                        <a:pt x="12180" y="10787"/>
                      </a:cubicBezTo>
                      <a:cubicBezTo>
                        <a:pt x="13145" y="9465"/>
                        <a:pt x="13645" y="8215"/>
                        <a:pt x="13645" y="7037"/>
                      </a:cubicBezTo>
                      <a:cubicBezTo>
                        <a:pt x="13645" y="5858"/>
                        <a:pt x="13216" y="4751"/>
                        <a:pt x="12323" y="3893"/>
                      </a:cubicBezTo>
                      <a:cubicBezTo>
                        <a:pt x="11430" y="3036"/>
                        <a:pt x="10287" y="2608"/>
                        <a:pt x="8858" y="2608"/>
                      </a:cubicBezTo>
                      <a:cubicBezTo>
                        <a:pt x="7358" y="2608"/>
                        <a:pt x="6144" y="3072"/>
                        <a:pt x="5215" y="3965"/>
                      </a:cubicBezTo>
                      <a:cubicBezTo>
                        <a:pt x="4322" y="4858"/>
                        <a:pt x="3858" y="6144"/>
                        <a:pt x="3822" y="7715"/>
                      </a:cubicBezTo>
                      <a:lnTo>
                        <a:pt x="607" y="7394"/>
                      </a:lnTo>
                      <a:cubicBezTo>
                        <a:pt x="821" y="5001"/>
                        <a:pt x="1643" y="3143"/>
                        <a:pt x="3108" y="1893"/>
                      </a:cubicBezTo>
                      <a:cubicBezTo>
                        <a:pt x="4536" y="607"/>
                        <a:pt x="6501" y="0"/>
                        <a:pt x="8894" y="0"/>
                      </a:cubicBezTo>
                      <a:cubicBezTo>
                        <a:pt x="11287" y="0"/>
                        <a:pt x="13287" y="679"/>
                        <a:pt x="14716" y="2036"/>
                      </a:cubicBezTo>
                      <a:cubicBezTo>
                        <a:pt x="16145" y="3393"/>
                        <a:pt x="16859" y="5108"/>
                        <a:pt x="16859" y="7108"/>
                      </a:cubicBezTo>
                      <a:cubicBezTo>
                        <a:pt x="16859" y="8144"/>
                        <a:pt x="16645" y="9144"/>
                        <a:pt x="16216" y="10108"/>
                      </a:cubicBezTo>
                      <a:cubicBezTo>
                        <a:pt x="15788" y="11108"/>
                        <a:pt x="15109" y="12144"/>
                        <a:pt x="14144" y="13216"/>
                      </a:cubicBezTo>
                      <a:cubicBezTo>
                        <a:pt x="13180" y="14288"/>
                        <a:pt x="11573" y="15823"/>
                        <a:pt x="9287" y="17716"/>
                      </a:cubicBezTo>
                      <a:cubicBezTo>
                        <a:pt x="7394" y="19324"/>
                        <a:pt x="6179" y="20360"/>
                        <a:pt x="5644" y="20931"/>
                      </a:cubicBezTo>
                      <a:cubicBezTo>
                        <a:pt x="5108" y="21503"/>
                        <a:pt x="4679" y="22074"/>
                        <a:pt x="4322" y="22646"/>
                      </a:cubicBezTo>
                      <a:lnTo>
                        <a:pt x="16859" y="22646"/>
                      </a:lnTo>
                      <a:close/>
                    </a:path>
                  </a:pathLst>
                </a:custGeom>
                <a:solidFill>
                  <a:srgbClr val="000000"/>
                </a:solidFill>
                <a:ln w="3572" cap="flat">
                  <a:noFill/>
                  <a:prstDash val="solid"/>
                  <a:miter/>
                </a:ln>
              </p:spPr>
              <p:txBody>
                <a:bodyPr/>
                <a:lstStyle/>
                <a:p>
                  <a:endParaRPr lang="en-US" sz="1701"/>
                </a:p>
              </p:txBody>
            </p:sp>
            <p:sp>
              <p:nvSpPr>
                <p:cNvPr id="12486" name="Freeform: Shape 12485">
                  <a:extLst>
                    <a:ext uri="{FF2B5EF4-FFF2-40B4-BE49-F238E27FC236}">
                      <a16:creationId xmlns:a16="http://schemas.microsoft.com/office/drawing/2014/main" id="{8A7CD37C-1476-B937-9283-94A412753DDF}"/>
                    </a:ext>
                  </a:extLst>
                </p:cNvPr>
                <p:cNvSpPr/>
                <p:nvPr/>
              </p:nvSpPr>
              <p:spPr>
                <a:xfrm>
                  <a:off x="5088467" y="97788"/>
                  <a:ext cx="36839" cy="57070"/>
                </a:xfrm>
                <a:custGeom>
                  <a:avLst/>
                  <a:gdLst>
                    <a:gd name="csX0" fmla="*/ 36 w 16787"/>
                    <a:gd name="csY0" fmla="*/ 18967 h 26146"/>
                    <a:gd name="csX1" fmla="*/ 3143 w 16787"/>
                    <a:gd name="csY1" fmla="*/ 18538 h 26146"/>
                    <a:gd name="csX2" fmla="*/ 5000 w 16787"/>
                    <a:gd name="csY2" fmla="*/ 22396 h 26146"/>
                    <a:gd name="csX3" fmla="*/ 8180 w 16787"/>
                    <a:gd name="csY3" fmla="*/ 23574 h 26146"/>
                    <a:gd name="csX4" fmla="*/ 11930 w 16787"/>
                    <a:gd name="csY4" fmla="*/ 22039 h 26146"/>
                    <a:gd name="csX5" fmla="*/ 13466 w 16787"/>
                    <a:gd name="csY5" fmla="*/ 18252 h 26146"/>
                    <a:gd name="csX6" fmla="*/ 12073 w 16787"/>
                    <a:gd name="csY6" fmla="*/ 14680 h 26146"/>
                    <a:gd name="csX7" fmla="*/ 8465 w 16787"/>
                    <a:gd name="csY7" fmla="*/ 13287 h 26146"/>
                    <a:gd name="csX8" fmla="*/ 6251 w 16787"/>
                    <a:gd name="csY8" fmla="*/ 13609 h 26146"/>
                    <a:gd name="csX9" fmla="*/ 6608 w 16787"/>
                    <a:gd name="csY9" fmla="*/ 10859 h 26146"/>
                    <a:gd name="csX10" fmla="*/ 7108 w 16787"/>
                    <a:gd name="csY10" fmla="*/ 10894 h 26146"/>
                    <a:gd name="csX11" fmla="*/ 10716 w 16787"/>
                    <a:gd name="csY11" fmla="*/ 9823 h 26146"/>
                    <a:gd name="csX12" fmla="*/ 12323 w 16787"/>
                    <a:gd name="csY12" fmla="*/ 6608 h 26146"/>
                    <a:gd name="csX13" fmla="*/ 11144 w 16787"/>
                    <a:gd name="csY13" fmla="*/ 3750 h 26146"/>
                    <a:gd name="csX14" fmla="*/ 8144 w 16787"/>
                    <a:gd name="csY14" fmla="*/ 2608 h 26146"/>
                    <a:gd name="csX15" fmla="*/ 5108 w 16787"/>
                    <a:gd name="csY15" fmla="*/ 3750 h 26146"/>
                    <a:gd name="csX16" fmla="*/ 3536 w 16787"/>
                    <a:gd name="csY16" fmla="*/ 7180 h 26146"/>
                    <a:gd name="csX17" fmla="*/ 393 w 16787"/>
                    <a:gd name="csY17" fmla="*/ 6608 h 26146"/>
                    <a:gd name="csX18" fmla="*/ 3000 w 16787"/>
                    <a:gd name="csY18" fmla="*/ 1715 h 26146"/>
                    <a:gd name="csX19" fmla="*/ 8072 w 16787"/>
                    <a:gd name="csY19" fmla="*/ 0 h 26146"/>
                    <a:gd name="csX20" fmla="*/ 11930 w 16787"/>
                    <a:gd name="csY20" fmla="*/ 893 h 26146"/>
                    <a:gd name="csX21" fmla="*/ 14609 w 16787"/>
                    <a:gd name="csY21" fmla="*/ 3358 h 26146"/>
                    <a:gd name="csX22" fmla="*/ 15538 w 16787"/>
                    <a:gd name="csY22" fmla="*/ 6644 h 26146"/>
                    <a:gd name="csX23" fmla="*/ 14645 w 16787"/>
                    <a:gd name="csY23" fmla="*/ 9644 h 26146"/>
                    <a:gd name="csX24" fmla="*/ 12001 w 16787"/>
                    <a:gd name="csY24" fmla="*/ 11823 h 26146"/>
                    <a:gd name="csX25" fmla="*/ 15538 w 16787"/>
                    <a:gd name="csY25" fmla="*/ 14002 h 26146"/>
                    <a:gd name="csX26" fmla="*/ 16788 w 16787"/>
                    <a:gd name="csY26" fmla="*/ 18145 h 26146"/>
                    <a:gd name="csX27" fmla="*/ 14323 w 16787"/>
                    <a:gd name="csY27" fmla="*/ 23824 h 26146"/>
                    <a:gd name="csX28" fmla="*/ 8144 w 16787"/>
                    <a:gd name="csY28" fmla="*/ 26146 h 26146"/>
                    <a:gd name="csX29" fmla="*/ 2536 w 16787"/>
                    <a:gd name="csY29" fmla="*/ 24146 h 26146"/>
                    <a:gd name="csX30" fmla="*/ 0 w 16787"/>
                    <a:gd name="csY30" fmla="*/ 18931 h 26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787" h="26146">
                      <a:moveTo>
                        <a:pt x="36" y="18967"/>
                      </a:moveTo>
                      <a:lnTo>
                        <a:pt x="3143" y="18538"/>
                      </a:lnTo>
                      <a:cubicBezTo>
                        <a:pt x="3500" y="20324"/>
                        <a:pt x="4108" y="21610"/>
                        <a:pt x="5000" y="22396"/>
                      </a:cubicBezTo>
                      <a:cubicBezTo>
                        <a:pt x="5893" y="23181"/>
                        <a:pt x="6929" y="23574"/>
                        <a:pt x="8180" y="23574"/>
                      </a:cubicBezTo>
                      <a:cubicBezTo>
                        <a:pt x="9644" y="23574"/>
                        <a:pt x="10894" y="23074"/>
                        <a:pt x="11930" y="22039"/>
                      </a:cubicBezTo>
                      <a:cubicBezTo>
                        <a:pt x="12966" y="21003"/>
                        <a:pt x="13466" y="19752"/>
                        <a:pt x="13466" y="18252"/>
                      </a:cubicBezTo>
                      <a:cubicBezTo>
                        <a:pt x="13466" y="16752"/>
                        <a:pt x="13002" y="15609"/>
                        <a:pt x="12073" y="14680"/>
                      </a:cubicBezTo>
                      <a:cubicBezTo>
                        <a:pt x="11108" y="13752"/>
                        <a:pt x="9930" y="13287"/>
                        <a:pt x="8465" y="13287"/>
                      </a:cubicBezTo>
                      <a:cubicBezTo>
                        <a:pt x="7894" y="13287"/>
                        <a:pt x="7144" y="13395"/>
                        <a:pt x="6251" y="13609"/>
                      </a:cubicBezTo>
                      <a:lnTo>
                        <a:pt x="6608" y="10859"/>
                      </a:lnTo>
                      <a:cubicBezTo>
                        <a:pt x="6822" y="10859"/>
                        <a:pt x="7001" y="10894"/>
                        <a:pt x="7108" y="10894"/>
                      </a:cubicBezTo>
                      <a:cubicBezTo>
                        <a:pt x="8430" y="10894"/>
                        <a:pt x="9644" y="10537"/>
                        <a:pt x="10716" y="9823"/>
                      </a:cubicBezTo>
                      <a:cubicBezTo>
                        <a:pt x="11787" y="9108"/>
                        <a:pt x="12323" y="8037"/>
                        <a:pt x="12323" y="6608"/>
                      </a:cubicBezTo>
                      <a:cubicBezTo>
                        <a:pt x="12323" y="5465"/>
                        <a:pt x="11930" y="4501"/>
                        <a:pt x="11144" y="3750"/>
                      </a:cubicBezTo>
                      <a:cubicBezTo>
                        <a:pt x="10394" y="3000"/>
                        <a:pt x="9358" y="2608"/>
                        <a:pt x="8144" y="2608"/>
                      </a:cubicBezTo>
                      <a:cubicBezTo>
                        <a:pt x="6929" y="2608"/>
                        <a:pt x="5929" y="3000"/>
                        <a:pt x="5108" y="3750"/>
                      </a:cubicBezTo>
                      <a:cubicBezTo>
                        <a:pt x="4286" y="4501"/>
                        <a:pt x="3750" y="5679"/>
                        <a:pt x="3536" y="7180"/>
                      </a:cubicBezTo>
                      <a:lnTo>
                        <a:pt x="393" y="6608"/>
                      </a:lnTo>
                      <a:cubicBezTo>
                        <a:pt x="786" y="4501"/>
                        <a:pt x="1643" y="2857"/>
                        <a:pt x="3000" y="1715"/>
                      </a:cubicBezTo>
                      <a:cubicBezTo>
                        <a:pt x="4358" y="572"/>
                        <a:pt x="6036" y="0"/>
                        <a:pt x="8072" y="0"/>
                      </a:cubicBezTo>
                      <a:cubicBezTo>
                        <a:pt x="9465" y="0"/>
                        <a:pt x="10751" y="286"/>
                        <a:pt x="11930" y="893"/>
                      </a:cubicBezTo>
                      <a:cubicBezTo>
                        <a:pt x="13109" y="1500"/>
                        <a:pt x="14002" y="2322"/>
                        <a:pt x="14609" y="3358"/>
                      </a:cubicBezTo>
                      <a:cubicBezTo>
                        <a:pt x="15216" y="4393"/>
                        <a:pt x="15538" y="5501"/>
                        <a:pt x="15538" y="6644"/>
                      </a:cubicBezTo>
                      <a:cubicBezTo>
                        <a:pt x="15538" y="7787"/>
                        <a:pt x="15216" y="8751"/>
                        <a:pt x="14645" y="9644"/>
                      </a:cubicBezTo>
                      <a:cubicBezTo>
                        <a:pt x="14037" y="10573"/>
                        <a:pt x="13180" y="11287"/>
                        <a:pt x="12001" y="11823"/>
                      </a:cubicBezTo>
                      <a:cubicBezTo>
                        <a:pt x="13502" y="12144"/>
                        <a:pt x="14680" y="12895"/>
                        <a:pt x="15538" y="14002"/>
                      </a:cubicBezTo>
                      <a:cubicBezTo>
                        <a:pt x="16359" y="15109"/>
                        <a:pt x="16788" y="16466"/>
                        <a:pt x="16788" y="18145"/>
                      </a:cubicBezTo>
                      <a:cubicBezTo>
                        <a:pt x="16788" y="20360"/>
                        <a:pt x="15966" y="22253"/>
                        <a:pt x="14323" y="23824"/>
                      </a:cubicBezTo>
                      <a:cubicBezTo>
                        <a:pt x="12716" y="25360"/>
                        <a:pt x="10644" y="26146"/>
                        <a:pt x="8144" y="26146"/>
                      </a:cubicBezTo>
                      <a:cubicBezTo>
                        <a:pt x="5893" y="26146"/>
                        <a:pt x="4036" y="25503"/>
                        <a:pt x="2536" y="24146"/>
                      </a:cubicBezTo>
                      <a:cubicBezTo>
                        <a:pt x="1072" y="22789"/>
                        <a:pt x="214" y="21074"/>
                        <a:pt x="0" y="18931"/>
                      </a:cubicBezTo>
                      <a:close/>
                    </a:path>
                  </a:pathLst>
                </a:custGeom>
                <a:solidFill>
                  <a:srgbClr val="000000"/>
                </a:solidFill>
                <a:ln w="3572" cap="flat">
                  <a:noFill/>
                  <a:prstDash val="solid"/>
                  <a:miter/>
                </a:ln>
              </p:spPr>
              <p:txBody>
                <a:bodyPr/>
                <a:lstStyle/>
                <a:p>
                  <a:endParaRPr lang="en-US" sz="1701"/>
                </a:p>
              </p:txBody>
            </p:sp>
            <p:sp>
              <p:nvSpPr>
                <p:cNvPr id="12487" name="Freeform: Shape 12486">
                  <a:extLst>
                    <a:ext uri="{FF2B5EF4-FFF2-40B4-BE49-F238E27FC236}">
                      <a16:creationId xmlns:a16="http://schemas.microsoft.com/office/drawing/2014/main" id="{0136EB68-983D-880C-D9BB-F2F770974BDA}"/>
                    </a:ext>
                  </a:extLst>
                </p:cNvPr>
                <p:cNvSpPr/>
                <p:nvPr/>
              </p:nvSpPr>
              <p:spPr>
                <a:xfrm>
                  <a:off x="4909282" y="99192"/>
                  <a:ext cx="38798" cy="55743"/>
                </a:xfrm>
                <a:custGeom>
                  <a:avLst/>
                  <a:gdLst>
                    <a:gd name="csX0" fmla="*/ 11108 w 17680"/>
                    <a:gd name="csY0" fmla="*/ 25539 h 25538"/>
                    <a:gd name="csX1" fmla="*/ 11108 w 17680"/>
                    <a:gd name="csY1" fmla="*/ 19431 h 25538"/>
                    <a:gd name="csX2" fmla="*/ 0 w 17680"/>
                    <a:gd name="csY2" fmla="*/ 19431 h 25538"/>
                    <a:gd name="csX3" fmla="*/ 0 w 17680"/>
                    <a:gd name="csY3" fmla="*/ 16574 h 25538"/>
                    <a:gd name="csX4" fmla="*/ 11680 w 17680"/>
                    <a:gd name="csY4" fmla="*/ 0 h 25538"/>
                    <a:gd name="csX5" fmla="*/ 14216 w 17680"/>
                    <a:gd name="csY5" fmla="*/ 0 h 25538"/>
                    <a:gd name="csX6" fmla="*/ 14216 w 17680"/>
                    <a:gd name="csY6" fmla="*/ 16574 h 25538"/>
                    <a:gd name="csX7" fmla="*/ 17681 w 17680"/>
                    <a:gd name="csY7" fmla="*/ 16574 h 25538"/>
                    <a:gd name="csX8" fmla="*/ 17681 w 17680"/>
                    <a:gd name="csY8" fmla="*/ 19431 h 25538"/>
                    <a:gd name="csX9" fmla="*/ 14216 w 17680"/>
                    <a:gd name="csY9" fmla="*/ 19431 h 25538"/>
                    <a:gd name="csX10" fmla="*/ 14216 w 17680"/>
                    <a:gd name="csY10" fmla="*/ 25539 h 25538"/>
                    <a:gd name="csX11" fmla="*/ 11108 w 17680"/>
                    <a:gd name="csY11" fmla="*/ 25539 h 25538"/>
                    <a:gd name="csX12" fmla="*/ 11108 w 17680"/>
                    <a:gd name="csY12" fmla="*/ 16538 h 25538"/>
                    <a:gd name="csX13" fmla="*/ 11108 w 17680"/>
                    <a:gd name="csY13" fmla="*/ 5001 h 25538"/>
                    <a:gd name="csX14" fmla="*/ 3108 w 17680"/>
                    <a:gd name="csY14" fmla="*/ 16538 h 25538"/>
                    <a:gd name="csX15" fmla="*/ 11108 w 17680"/>
                    <a:gd name="csY15" fmla="*/ 16538 h 2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680" h="25538">
                      <a:moveTo>
                        <a:pt x="11108" y="25539"/>
                      </a:moveTo>
                      <a:lnTo>
                        <a:pt x="11108" y="19431"/>
                      </a:lnTo>
                      <a:cubicBezTo>
                        <a:pt x="11108" y="19431"/>
                        <a:pt x="0" y="19431"/>
                        <a:pt x="0" y="19431"/>
                      </a:cubicBezTo>
                      <a:lnTo>
                        <a:pt x="0" y="16574"/>
                      </a:lnTo>
                      <a:cubicBezTo>
                        <a:pt x="0" y="16574"/>
                        <a:pt x="11680" y="0"/>
                        <a:pt x="11680" y="0"/>
                      </a:cubicBezTo>
                      <a:lnTo>
                        <a:pt x="14216" y="0"/>
                      </a:lnTo>
                      <a:lnTo>
                        <a:pt x="14216" y="16574"/>
                      </a:lnTo>
                      <a:cubicBezTo>
                        <a:pt x="14216" y="16574"/>
                        <a:pt x="17681" y="16574"/>
                        <a:pt x="17681" y="16574"/>
                      </a:cubicBezTo>
                      <a:lnTo>
                        <a:pt x="17681" y="19431"/>
                      </a:lnTo>
                      <a:lnTo>
                        <a:pt x="14216" y="19431"/>
                      </a:lnTo>
                      <a:cubicBezTo>
                        <a:pt x="14216" y="19431"/>
                        <a:pt x="14216" y="25539"/>
                        <a:pt x="14216" y="25539"/>
                      </a:cubicBezTo>
                      <a:lnTo>
                        <a:pt x="11108" y="25539"/>
                      </a:lnTo>
                      <a:moveTo>
                        <a:pt x="11108" y="16538"/>
                      </a:moveTo>
                      <a:lnTo>
                        <a:pt x="11108" y="5001"/>
                      </a:lnTo>
                      <a:cubicBezTo>
                        <a:pt x="11108" y="5001"/>
                        <a:pt x="3108" y="16538"/>
                        <a:pt x="3108" y="16538"/>
                      </a:cubicBezTo>
                      <a:lnTo>
                        <a:pt x="11108" y="16538"/>
                      </a:lnTo>
                      <a:close/>
                    </a:path>
                  </a:pathLst>
                </a:custGeom>
                <a:solidFill>
                  <a:srgbClr val="000000"/>
                </a:solidFill>
                <a:ln w="3572" cap="flat">
                  <a:noFill/>
                  <a:prstDash val="solid"/>
                  <a:miter/>
                </a:ln>
              </p:spPr>
              <p:txBody>
                <a:bodyPr/>
                <a:lstStyle/>
                <a:p>
                  <a:endParaRPr lang="en-US" sz="1701"/>
                </a:p>
              </p:txBody>
            </p:sp>
            <p:sp>
              <p:nvSpPr>
                <p:cNvPr id="12488" name="Freeform: Shape 12487">
                  <a:extLst>
                    <a:ext uri="{FF2B5EF4-FFF2-40B4-BE49-F238E27FC236}">
                      <a16:creationId xmlns:a16="http://schemas.microsoft.com/office/drawing/2014/main" id="{2E69978B-153C-21C3-86E8-A0892C899102}"/>
                    </a:ext>
                  </a:extLst>
                </p:cNvPr>
                <p:cNvSpPr/>
                <p:nvPr/>
              </p:nvSpPr>
              <p:spPr>
                <a:xfrm>
                  <a:off x="4733074" y="98803"/>
                  <a:ext cx="37231" cy="55979"/>
                </a:xfrm>
                <a:custGeom>
                  <a:avLst/>
                  <a:gdLst>
                    <a:gd name="csX0" fmla="*/ 107 w 16966"/>
                    <a:gd name="csY0" fmla="*/ 18574 h 25646"/>
                    <a:gd name="csX1" fmla="*/ 3393 w 16966"/>
                    <a:gd name="csY1" fmla="*/ 18288 h 25646"/>
                    <a:gd name="csX2" fmla="*/ 5108 w 16966"/>
                    <a:gd name="csY2" fmla="*/ 21896 h 25646"/>
                    <a:gd name="csX3" fmla="*/ 8323 w 16966"/>
                    <a:gd name="csY3" fmla="*/ 23110 h 25646"/>
                    <a:gd name="csX4" fmla="*/ 12144 w 16966"/>
                    <a:gd name="csY4" fmla="*/ 21395 h 25646"/>
                    <a:gd name="csX5" fmla="*/ 13716 w 16966"/>
                    <a:gd name="csY5" fmla="*/ 16859 h 25646"/>
                    <a:gd name="csX6" fmla="*/ 12216 w 16966"/>
                    <a:gd name="csY6" fmla="*/ 12609 h 25646"/>
                    <a:gd name="csX7" fmla="*/ 8251 w 16966"/>
                    <a:gd name="csY7" fmla="*/ 11073 h 25646"/>
                    <a:gd name="csX8" fmla="*/ 5501 w 16966"/>
                    <a:gd name="csY8" fmla="*/ 11751 h 25646"/>
                    <a:gd name="csX9" fmla="*/ 3572 w 16966"/>
                    <a:gd name="csY9" fmla="*/ 13537 h 25646"/>
                    <a:gd name="csX10" fmla="*/ 607 w 16966"/>
                    <a:gd name="csY10" fmla="*/ 13144 h 25646"/>
                    <a:gd name="csX11" fmla="*/ 3108 w 16966"/>
                    <a:gd name="csY11" fmla="*/ 0 h 25646"/>
                    <a:gd name="csX12" fmla="*/ 15823 w 16966"/>
                    <a:gd name="csY12" fmla="*/ 0 h 25646"/>
                    <a:gd name="csX13" fmla="*/ 15823 w 16966"/>
                    <a:gd name="csY13" fmla="*/ 3000 h 25646"/>
                    <a:gd name="csX14" fmla="*/ 5608 w 16966"/>
                    <a:gd name="csY14" fmla="*/ 3000 h 25646"/>
                    <a:gd name="csX15" fmla="*/ 4215 w 16966"/>
                    <a:gd name="csY15" fmla="*/ 9858 h 25646"/>
                    <a:gd name="csX16" fmla="*/ 9037 w 16966"/>
                    <a:gd name="csY16" fmla="*/ 8251 h 25646"/>
                    <a:gd name="csX17" fmla="*/ 14680 w 16966"/>
                    <a:gd name="csY17" fmla="*/ 10573 h 25646"/>
                    <a:gd name="csX18" fmla="*/ 16966 w 16966"/>
                    <a:gd name="csY18" fmla="*/ 16538 h 25646"/>
                    <a:gd name="csX19" fmla="*/ 14930 w 16966"/>
                    <a:gd name="csY19" fmla="*/ 22539 h 25646"/>
                    <a:gd name="csX20" fmla="*/ 8215 w 16966"/>
                    <a:gd name="csY20" fmla="*/ 25646 h 25646"/>
                    <a:gd name="csX21" fmla="*/ 2536 w 16966"/>
                    <a:gd name="csY21" fmla="*/ 23682 h 25646"/>
                    <a:gd name="csX22" fmla="*/ 0 w 16966"/>
                    <a:gd name="csY22" fmla="*/ 18502 h 25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6966" h="25646">
                      <a:moveTo>
                        <a:pt x="107" y="18574"/>
                      </a:moveTo>
                      <a:lnTo>
                        <a:pt x="3393" y="18288"/>
                      </a:lnTo>
                      <a:cubicBezTo>
                        <a:pt x="3643" y="19895"/>
                        <a:pt x="4215" y="21110"/>
                        <a:pt x="5108" y="21896"/>
                      </a:cubicBezTo>
                      <a:cubicBezTo>
                        <a:pt x="6001" y="22717"/>
                        <a:pt x="7072" y="23110"/>
                        <a:pt x="8323" y="23110"/>
                      </a:cubicBezTo>
                      <a:cubicBezTo>
                        <a:pt x="9823" y="23110"/>
                        <a:pt x="11108" y="22539"/>
                        <a:pt x="12144" y="21395"/>
                      </a:cubicBezTo>
                      <a:cubicBezTo>
                        <a:pt x="13180" y="20252"/>
                        <a:pt x="13716" y="18752"/>
                        <a:pt x="13716" y="16859"/>
                      </a:cubicBezTo>
                      <a:cubicBezTo>
                        <a:pt x="13716" y="14966"/>
                        <a:pt x="13216" y="13645"/>
                        <a:pt x="12216" y="12609"/>
                      </a:cubicBezTo>
                      <a:cubicBezTo>
                        <a:pt x="11216" y="11573"/>
                        <a:pt x="9894" y="11073"/>
                        <a:pt x="8251" y="11073"/>
                      </a:cubicBezTo>
                      <a:cubicBezTo>
                        <a:pt x="7251" y="11073"/>
                        <a:pt x="6322" y="11287"/>
                        <a:pt x="5501" y="11751"/>
                      </a:cubicBezTo>
                      <a:cubicBezTo>
                        <a:pt x="4679" y="12216"/>
                        <a:pt x="4036" y="12823"/>
                        <a:pt x="3572" y="13537"/>
                      </a:cubicBezTo>
                      <a:lnTo>
                        <a:pt x="607" y="13144"/>
                      </a:lnTo>
                      <a:lnTo>
                        <a:pt x="3108" y="0"/>
                      </a:lnTo>
                      <a:lnTo>
                        <a:pt x="15823" y="0"/>
                      </a:lnTo>
                      <a:lnTo>
                        <a:pt x="15823" y="3000"/>
                      </a:lnTo>
                      <a:lnTo>
                        <a:pt x="5608" y="3000"/>
                      </a:lnTo>
                      <a:cubicBezTo>
                        <a:pt x="5608" y="3000"/>
                        <a:pt x="4215" y="9858"/>
                        <a:pt x="4215" y="9858"/>
                      </a:cubicBezTo>
                      <a:cubicBezTo>
                        <a:pt x="5751" y="8787"/>
                        <a:pt x="7358" y="8251"/>
                        <a:pt x="9037" y="8251"/>
                      </a:cubicBezTo>
                      <a:cubicBezTo>
                        <a:pt x="11251" y="8251"/>
                        <a:pt x="13144" y="9001"/>
                        <a:pt x="14680" y="10573"/>
                      </a:cubicBezTo>
                      <a:cubicBezTo>
                        <a:pt x="16216" y="12109"/>
                        <a:pt x="16966" y="14109"/>
                        <a:pt x="16966" y="16538"/>
                      </a:cubicBezTo>
                      <a:cubicBezTo>
                        <a:pt x="16966" y="18967"/>
                        <a:pt x="16288" y="20860"/>
                        <a:pt x="14930" y="22539"/>
                      </a:cubicBezTo>
                      <a:cubicBezTo>
                        <a:pt x="13287" y="24610"/>
                        <a:pt x="11037" y="25646"/>
                        <a:pt x="8215" y="25646"/>
                      </a:cubicBezTo>
                      <a:cubicBezTo>
                        <a:pt x="5894" y="25646"/>
                        <a:pt x="4000" y="25003"/>
                        <a:pt x="2536" y="23682"/>
                      </a:cubicBezTo>
                      <a:cubicBezTo>
                        <a:pt x="1072" y="22396"/>
                        <a:pt x="214" y="20645"/>
                        <a:pt x="0" y="18502"/>
                      </a:cubicBezTo>
                      <a:close/>
                    </a:path>
                  </a:pathLst>
                </a:custGeom>
                <a:solidFill>
                  <a:srgbClr val="000000"/>
                </a:solidFill>
                <a:ln w="3572" cap="flat">
                  <a:noFill/>
                  <a:prstDash val="solid"/>
                  <a:miter/>
                </a:ln>
              </p:spPr>
              <p:txBody>
                <a:bodyPr/>
                <a:lstStyle/>
                <a:p>
                  <a:endParaRPr lang="en-US" sz="1701"/>
                </a:p>
              </p:txBody>
            </p:sp>
            <p:sp>
              <p:nvSpPr>
                <p:cNvPr id="12489" name="TextBox 12488">
                  <a:extLst>
                    <a:ext uri="{FF2B5EF4-FFF2-40B4-BE49-F238E27FC236}">
                      <a16:creationId xmlns:a16="http://schemas.microsoft.com/office/drawing/2014/main" id="{5E726939-DC37-55B8-4121-231530D16D5A}"/>
                    </a:ext>
                  </a:extLst>
                </p:cNvPr>
                <p:cNvSpPr txBox="1"/>
                <p:nvPr/>
              </p:nvSpPr>
              <p:spPr>
                <a:xfrm>
                  <a:off x="3094542" y="76572"/>
                  <a:ext cx="1593321" cy="220812"/>
                </a:xfrm>
                <a:prstGeom prst="rect">
                  <a:avLst/>
                </a:prstGeom>
                <a:noFill/>
              </p:spPr>
              <p:txBody>
                <a:bodyPr wrap="none" rtlCol="0">
                  <a:spAutoFit/>
                </a:bodyPr>
                <a:lstStyle/>
                <a:p>
                  <a:pPr algn="l"/>
                  <a:r>
                    <a:rPr lang="en-US" sz="756" b="1">
                      <a:ln/>
                      <a:solidFill>
                        <a:srgbClr val="000000"/>
                      </a:solidFill>
                      <a:latin typeface="Arial"/>
                      <a:cs typeface="Arial"/>
                      <a:sym typeface="Arial"/>
                      <a:rtl val="0"/>
                    </a:rPr>
                    <a:t>Scaled Proportion of Cluster</a:t>
                  </a:r>
                </a:p>
              </p:txBody>
            </p:sp>
          </p:grpSp>
        </p:grpSp>
        <p:sp>
          <p:nvSpPr>
            <p:cNvPr id="12490" name="TextBox 12489">
              <a:extLst>
                <a:ext uri="{FF2B5EF4-FFF2-40B4-BE49-F238E27FC236}">
                  <a16:creationId xmlns:a16="http://schemas.microsoft.com/office/drawing/2014/main" id="{85C5882C-D3D3-4E96-7970-9EDA195659E9}"/>
                </a:ext>
              </a:extLst>
            </p:cNvPr>
            <p:cNvSpPr txBox="1"/>
            <p:nvPr/>
          </p:nvSpPr>
          <p:spPr>
            <a:xfrm rot="16200000">
              <a:off x="2359660" y="1011321"/>
              <a:ext cx="1135275" cy="236148"/>
            </a:xfrm>
            <a:prstGeom prst="rect">
              <a:avLst/>
            </a:prstGeom>
            <a:noFill/>
          </p:spPr>
          <p:txBody>
            <a:bodyPr wrap="none" rtlCol="0">
              <a:spAutoFit/>
            </a:bodyPr>
            <a:lstStyle/>
            <a:p>
              <a:pPr algn="l"/>
              <a:r>
                <a:rPr lang="en-US" sz="850" b="1" dirty="0" err="1">
                  <a:ln/>
                  <a:solidFill>
                    <a:srgbClr val="000000"/>
                  </a:solidFill>
                  <a:latin typeface="Arial"/>
                  <a:cs typeface="Arial"/>
                  <a:sym typeface="Arial"/>
                  <a:rtl val="0"/>
                </a:rPr>
                <a:t>Multiome</a:t>
              </a:r>
              <a:r>
                <a:rPr lang="en-US" sz="850" b="1" dirty="0">
                  <a:ln/>
                  <a:solidFill>
                    <a:srgbClr val="000000"/>
                  </a:solidFill>
                  <a:latin typeface="Arial"/>
                  <a:cs typeface="Arial"/>
                  <a:sym typeface="Arial"/>
                  <a:rtl val="0"/>
                </a:rPr>
                <a:t> Cluster</a:t>
              </a:r>
            </a:p>
          </p:txBody>
        </p:sp>
      </p:grpSp>
      <p:pic>
        <p:nvPicPr>
          <p:cNvPr id="15620" name="Graphic 15619">
            <a:extLst>
              <a:ext uri="{FF2B5EF4-FFF2-40B4-BE49-F238E27FC236}">
                <a16:creationId xmlns:a16="http://schemas.microsoft.com/office/drawing/2014/main" id="{EC6CB3C2-0071-66B4-D581-23E4F64DBB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71845" y="237074"/>
            <a:ext cx="2954402" cy="4623759"/>
          </a:xfrm>
          <a:prstGeom prst="rect">
            <a:avLst/>
          </a:prstGeom>
        </p:spPr>
      </p:pic>
      <p:sp>
        <p:nvSpPr>
          <p:cNvPr id="15623" name="TextBox 15622">
            <a:extLst>
              <a:ext uri="{FF2B5EF4-FFF2-40B4-BE49-F238E27FC236}">
                <a16:creationId xmlns:a16="http://schemas.microsoft.com/office/drawing/2014/main" id="{DCD93E02-12EE-B79B-53B0-F34327B8962C}"/>
              </a:ext>
            </a:extLst>
          </p:cNvPr>
          <p:cNvSpPr txBox="1"/>
          <p:nvPr/>
        </p:nvSpPr>
        <p:spPr>
          <a:xfrm>
            <a:off x="4681655" y="4860832"/>
            <a:ext cx="1072731" cy="223138"/>
          </a:xfrm>
          <a:prstGeom prst="rect">
            <a:avLst/>
          </a:prstGeom>
          <a:noFill/>
        </p:spPr>
        <p:txBody>
          <a:bodyPr wrap="none" rtlCol="0">
            <a:spAutoFit/>
          </a:bodyPr>
          <a:lstStyle/>
          <a:p>
            <a:pPr algn="ctr"/>
            <a:r>
              <a:rPr lang="en-US" sz="850" b="1" dirty="0" err="1">
                <a:ln/>
                <a:solidFill>
                  <a:srgbClr val="000000"/>
                </a:solidFill>
                <a:latin typeface="Arial"/>
                <a:cs typeface="Arial"/>
                <a:sym typeface="Arial"/>
                <a:rtl val="0"/>
              </a:rPr>
              <a:t>Multiome</a:t>
            </a:r>
            <a:r>
              <a:rPr lang="en-US" sz="850" b="1" dirty="0">
                <a:ln/>
                <a:solidFill>
                  <a:srgbClr val="000000"/>
                </a:solidFill>
                <a:latin typeface="Arial"/>
                <a:cs typeface="Arial"/>
                <a:sym typeface="Arial"/>
                <a:rtl val="0"/>
              </a:rPr>
              <a:t> Cluster</a:t>
            </a:r>
          </a:p>
        </p:txBody>
      </p:sp>
      <p:sp>
        <p:nvSpPr>
          <p:cNvPr id="15628" name="TextBox 15627">
            <a:extLst>
              <a:ext uri="{FF2B5EF4-FFF2-40B4-BE49-F238E27FC236}">
                <a16:creationId xmlns:a16="http://schemas.microsoft.com/office/drawing/2014/main" id="{C5363FD0-2C65-ACBE-A489-F7AE2DF9C4F0}"/>
              </a:ext>
            </a:extLst>
          </p:cNvPr>
          <p:cNvSpPr txBox="1"/>
          <p:nvPr/>
        </p:nvSpPr>
        <p:spPr>
          <a:xfrm>
            <a:off x="-12022" y="4972401"/>
            <a:ext cx="341761" cy="354071"/>
          </a:xfrm>
          <a:prstGeom prst="rect">
            <a:avLst/>
          </a:prstGeom>
          <a:noFill/>
        </p:spPr>
        <p:txBody>
          <a:bodyPr wrap="none" rtlCol="0">
            <a:spAutoFit/>
          </a:bodyPr>
          <a:lstStyle/>
          <a:p>
            <a:pPr algn="ctr"/>
            <a:r>
              <a:rPr lang="en-US" sz="1701" dirty="0">
                <a:latin typeface="Arial" panose="020B0604020202020204" pitchFamily="34" charset="0"/>
                <a:cs typeface="Arial" panose="020B0604020202020204" pitchFamily="34" charset="0"/>
              </a:rPr>
              <a:t>D</a:t>
            </a:r>
            <a:endParaRPr lang="en-US" sz="3024" dirty="0">
              <a:latin typeface="Arial" panose="020B0604020202020204" pitchFamily="34" charset="0"/>
              <a:cs typeface="Arial" panose="020B0604020202020204" pitchFamily="34" charset="0"/>
            </a:endParaRPr>
          </a:p>
        </p:txBody>
      </p:sp>
      <p:pic>
        <p:nvPicPr>
          <p:cNvPr id="15875" name="Graphic 15874">
            <a:extLst>
              <a:ext uri="{FF2B5EF4-FFF2-40B4-BE49-F238E27FC236}">
                <a16:creationId xmlns:a16="http://schemas.microsoft.com/office/drawing/2014/main" id="{FD0073EA-AE5E-95B2-995D-44A208CCC049}"/>
              </a:ext>
            </a:extLst>
          </p:cNvPr>
          <p:cNvPicPr>
            <a:picLocks noChangeAspect="1"/>
          </p:cNvPicPr>
          <p:nvPr/>
        </p:nvPicPr>
        <p:blipFill>
          <a:blip>
            <a:extLst>
              <a:ext uri="{96DAC541-7B7A-43D3-8B79-37D633B846F1}">
                <asvg:svgBlip xmlns:asvg="http://schemas.microsoft.com/office/drawing/2016/SVG/main" r:embed="rId5"/>
              </a:ext>
            </a:extLst>
          </a:blip>
          <a:srcRect t="5101" r="36528" b="50000"/>
          <a:stretch>
            <a:fillRect/>
          </a:stretch>
        </p:blipFill>
        <p:spPr>
          <a:xfrm>
            <a:off x="176231" y="4972401"/>
            <a:ext cx="6394468" cy="2417399"/>
          </a:xfrm>
          <a:prstGeom prst="rect">
            <a:avLst/>
          </a:prstGeom>
        </p:spPr>
      </p:pic>
      <p:sp>
        <p:nvSpPr>
          <p:cNvPr id="16904" name="TextBox 16903">
            <a:extLst>
              <a:ext uri="{FF2B5EF4-FFF2-40B4-BE49-F238E27FC236}">
                <a16:creationId xmlns:a16="http://schemas.microsoft.com/office/drawing/2014/main" id="{A7855730-57AE-0CA5-DBF5-C5CF3C2BCCB0}"/>
              </a:ext>
            </a:extLst>
          </p:cNvPr>
          <p:cNvSpPr txBox="1"/>
          <p:nvPr/>
        </p:nvSpPr>
        <p:spPr>
          <a:xfrm>
            <a:off x="-5204" y="80037"/>
            <a:ext cx="330540" cy="354071"/>
          </a:xfrm>
          <a:prstGeom prst="rect">
            <a:avLst/>
          </a:prstGeom>
          <a:noFill/>
        </p:spPr>
        <p:txBody>
          <a:bodyPr wrap="none" rtlCol="0">
            <a:spAutoFit/>
          </a:bodyPr>
          <a:lstStyle/>
          <a:p>
            <a:pPr algn="ctr"/>
            <a:r>
              <a:rPr lang="en-US" sz="1701" dirty="0">
                <a:latin typeface="Arial" panose="020B0604020202020204" pitchFamily="34" charset="0"/>
                <a:cs typeface="Arial" panose="020B0604020202020204" pitchFamily="34" charset="0"/>
              </a:rPr>
              <a:t>A</a:t>
            </a:r>
            <a:endParaRPr lang="en-US" sz="3024"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8544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87">
            <a:extLst>
              <a:ext uri="{FF2B5EF4-FFF2-40B4-BE49-F238E27FC236}">
                <a16:creationId xmlns:a16="http://schemas.microsoft.com/office/drawing/2014/main" id="{CC20EBE4-F659-746F-DC8B-CCB8A9750271}"/>
              </a:ext>
            </a:extLst>
          </p:cNvPr>
          <p:cNvSpPr txBox="1"/>
          <p:nvPr/>
        </p:nvSpPr>
        <p:spPr>
          <a:xfrm>
            <a:off x="0" y="304800"/>
            <a:ext cx="6480175" cy="1569660"/>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Fig.2. </a:t>
            </a:r>
            <a:r>
              <a:rPr lang="en-US" sz="1200" dirty="0" err="1">
                <a:latin typeface="Arial" panose="020B0604020202020204" pitchFamily="34" charset="0"/>
                <a:cs typeface="Arial" panose="020B0604020202020204" pitchFamily="34" charset="0"/>
              </a:rPr>
              <a:t>Multiomics</a:t>
            </a:r>
            <a:r>
              <a:rPr lang="en-US" sz="1200" dirty="0">
                <a:latin typeface="Arial" panose="020B0604020202020204" pitchFamily="34" charset="0"/>
                <a:cs typeface="Arial" panose="020B0604020202020204" pitchFamily="34" charset="0"/>
              </a:rPr>
              <a:t> capture high quality transcriptomes, epigenomes, and spatial </a:t>
            </a:r>
            <a:r>
              <a:rPr lang="en-US" sz="1200" dirty="0" err="1">
                <a:latin typeface="Arial" panose="020B0604020202020204" pitchFamily="34" charset="0"/>
                <a:cs typeface="Arial" panose="020B0604020202020204" pitchFamily="34" charset="0"/>
              </a:rPr>
              <a:t>transcirptomes</a:t>
            </a:r>
            <a:r>
              <a:rPr lang="en-US" sz="1200" dirty="0">
                <a:latin typeface="Arial" panose="020B0604020202020204" pitchFamily="34" charset="0"/>
                <a:cs typeface="Arial" panose="020B0604020202020204" pitchFamily="34" charset="0"/>
              </a:rPr>
              <a:t>, (A) UMAP embeddings of our </a:t>
            </a:r>
            <a:r>
              <a:rPr lang="en-US" sz="1200" dirty="0" err="1">
                <a:latin typeface="Arial" panose="020B0604020202020204" pitchFamily="34" charset="0"/>
                <a:cs typeface="Arial" panose="020B0604020202020204" pitchFamily="34" charset="0"/>
              </a:rPr>
              <a:t>sn-Multiome</a:t>
            </a:r>
            <a:r>
              <a:rPr lang="en-US" sz="1200" dirty="0">
                <a:latin typeface="Arial" panose="020B0604020202020204" pitchFamily="34" charset="0"/>
                <a:cs typeface="Arial" panose="020B0604020202020204" pitchFamily="34" charset="0"/>
              </a:rPr>
              <a:t> data with each cluster numbered. (B) </a:t>
            </a:r>
            <a:r>
              <a:rPr lang="en-US" sz="1200" dirty="0" err="1">
                <a:latin typeface="Arial" panose="020B0604020202020204" pitchFamily="34" charset="0"/>
                <a:cs typeface="Arial" panose="020B0604020202020204" pitchFamily="34" charset="0"/>
              </a:rPr>
              <a:t>Dotplot</a:t>
            </a:r>
            <a:r>
              <a:rPr lang="en-US" sz="1200" dirty="0">
                <a:latin typeface="Arial" panose="020B0604020202020204" pitchFamily="34" charset="0"/>
                <a:cs typeface="Arial" panose="020B0604020202020204" pitchFamily="34" charset="0"/>
              </a:rPr>
              <a:t> showing canonical and data-driven markers for each of our </a:t>
            </a:r>
            <a:r>
              <a:rPr lang="en-US" sz="1200" dirty="0" err="1">
                <a:latin typeface="Arial" panose="020B0604020202020204" pitchFamily="34" charset="0"/>
                <a:cs typeface="Arial" panose="020B0604020202020204" pitchFamily="34" charset="0"/>
              </a:rPr>
              <a:t>multiome</a:t>
            </a:r>
            <a:r>
              <a:rPr lang="en-US" sz="1200" dirty="0">
                <a:latin typeface="Arial" panose="020B0604020202020204" pitchFamily="34" charset="0"/>
                <a:cs typeface="Arial" panose="020B0604020202020204" pitchFamily="34" charset="0"/>
              </a:rPr>
              <a:t> clusters. (C) Heatmap showing the scaled proportion of each </a:t>
            </a:r>
            <a:r>
              <a:rPr lang="en-US" sz="1200" dirty="0" err="1">
                <a:latin typeface="Arial" panose="020B0604020202020204" pitchFamily="34" charset="0"/>
                <a:cs typeface="Arial" panose="020B0604020202020204" pitchFamily="34" charset="0"/>
              </a:rPr>
              <a:t>multiome</a:t>
            </a:r>
            <a:r>
              <a:rPr lang="en-US" sz="1200" dirty="0">
                <a:latin typeface="Arial" panose="020B0604020202020204" pitchFamily="34" charset="0"/>
                <a:cs typeface="Arial" panose="020B0604020202020204" pitchFamily="34" charset="0"/>
              </a:rPr>
              <a:t> cluster in each neurobiological subdivision (see supplement xx for abbreviations). (D) Example projections of </a:t>
            </a:r>
            <a:r>
              <a:rPr lang="en-US" sz="1200" dirty="0" err="1">
                <a:latin typeface="Arial" panose="020B0604020202020204" pitchFamily="34" charset="0"/>
                <a:cs typeface="Arial" panose="020B0604020202020204" pitchFamily="34" charset="0"/>
              </a:rPr>
              <a:t>multiome</a:t>
            </a:r>
            <a:r>
              <a:rPr lang="en-US" sz="1200" dirty="0">
                <a:latin typeface="Arial" panose="020B0604020202020204" pitchFamily="34" charset="0"/>
                <a:cs typeface="Arial" panose="020B0604020202020204" pitchFamily="34" charset="0"/>
              </a:rPr>
              <a:t> clusters onto representative brain sections. The dashed line indicates approximately where we dissected brains for </a:t>
            </a:r>
            <a:r>
              <a:rPr lang="en-US" sz="1200" dirty="0" err="1">
                <a:latin typeface="Arial" panose="020B0604020202020204" pitchFamily="34" charset="0"/>
                <a:cs typeface="Arial" panose="020B0604020202020204" pitchFamily="34" charset="0"/>
              </a:rPr>
              <a:t>sn-multiomics</a:t>
            </a:r>
            <a:r>
              <a:rPr lang="en-US" sz="1200" dirty="0">
                <a:latin typeface="Arial" panose="020B0604020202020204" pitchFamily="34" charset="0"/>
                <a:cs typeface="Arial" panose="020B0604020202020204" pitchFamily="34" charset="0"/>
              </a:rPr>
              <a:t> analysis. Below each section is a sketch of an </a:t>
            </a:r>
            <a:r>
              <a:rPr lang="en-US" sz="1200" i="1" dirty="0">
                <a:latin typeface="Arial" panose="020B0604020202020204" pitchFamily="34" charset="0"/>
                <a:cs typeface="Arial" panose="020B0604020202020204" pitchFamily="34" charset="0"/>
              </a:rPr>
              <a:t>A. </a:t>
            </a:r>
            <a:r>
              <a:rPr lang="en-US" sz="1200" i="1" dirty="0" err="1">
                <a:latin typeface="Arial" panose="020B0604020202020204" pitchFamily="34" charset="0"/>
                <a:cs typeface="Arial" panose="020B0604020202020204" pitchFamily="34" charset="0"/>
              </a:rPr>
              <a:t>ocellaris</a:t>
            </a:r>
            <a:r>
              <a:rPr lang="en-US" sz="1200" i="1"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brain  with a line indicating the approximate sectioning plane for the given section. </a:t>
            </a:r>
          </a:p>
        </p:txBody>
      </p:sp>
    </p:spTree>
    <p:extLst>
      <p:ext uri="{BB962C8B-B14F-4D97-AF65-F5344CB8AC3E}">
        <p14:creationId xmlns:p14="http://schemas.microsoft.com/office/powerpoint/2010/main" val="4251748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EA551-59F9-BBDC-CF12-E272068C6B00}"/>
            </a:ext>
          </a:extLst>
        </p:cNvPr>
        <p:cNvGrpSpPr/>
        <p:nvPr/>
      </p:nvGrpSpPr>
      <p:grpSpPr>
        <a:xfrm>
          <a:off x="0" y="0"/>
          <a:ext cx="0" cy="0"/>
          <a:chOff x="0" y="0"/>
          <a:chExt cx="0" cy="0"/>
        </a:xfrm>
      </p:grpSpPr>
      <p:grpSp>
        <p:nvGrpSpPr>
          <p:cNvPr id="50" name="Graphic 2296">
            <a:extLst>
              <a:ext uri="{FF2B5EF4-FFF2-40B4-BE49-F238E27FC236}">
                <a16:creationId xmlns:a16="http://schemas.microsoft.com/office/drawing/2014/main" id="{5930D175-C0A5-8949-0600-5CF032DA800B}"/>
              </a:ext>
            </a:extLst>
          </p:cNvPr>
          <p:cNvGrpSpPr>
            <a:grpSpLocks noChangeAspect="1"/>
          </p:cNvGrpSpPr>
          <p:nvPr/>
        </p:nvGrpSpPr>
        <p:grpSpPr>
          <a:xfrm>
            <a:off x="1668011" y="17529"/>
            <a:ext cx="1715855" cy="1628568"/>
            <a:chOff x="2055631" y="5361796"/>
            <a:chExt cx="1760972" cy="1671391"/>
          </a:xfrm>
        </p:grpSpPr>
        <p:grpSp>
          <p:nvGrpSpPr>
            <p:cNvPr id="51" name="Graphic 2296">
              <a:extLst>
                <a:ext uri="{FF2B5EF4-FFF2-40B4-BE49-F238E27FC236}">
                  <a16:creationId xmlns:a16="http://schemas.microsoft.com/office/drawing/2014/main" id="{B79980C1-BB90-6296-B567-E6A0DB58A3B9}"/>
                </a:ext>
              </a:extLst>
            </p:cNvPr>
            <p:cNvGrpSpPr/>
            <p:nvPr/>
          </p:nvGrpSpPr>
          <p:grpSpPr>
            <a:xfrm>
              <a:off x="2580305" y="5591945"/>
              <a:ext cx="1164797" cy="1206598"/>
              <a:chOff x="2580305" y="5591945"/>
              <a:chExt cx="1164797" cy="1206598"/>
            </a:xfrm>
          </p:grpSpPr>
          <p:sp>
            <p:nvSpPr>
              <p:cNvPr id="75" name="Freeform 74">
                <a:extLst>
                  <a:ext uri="{FF2B5EF4-FFF2-40B4-BE49-F238E27FC236}">
                    <a16:creationId xmlns:a16="http://schemas.microsoft.com/office/drawing/2014/main" id="{79F133F1-C3EC-D1AE-D122-ADA0C3777824}"/>
                  </a:ext>
                </a:extLst>
              </p:cNvPr>
              <p:cNvSpPr/>
              <p:nvPr/>
            </p:nvSpPr>
            <p:spPr>
              <a:xfrm>
                <a:off x="2648966" y="6409923"/>
                <a:ext cx="143001" cy="388619"/>
              </a:xfrm>
              <a:custGeom>
                <a:avLst/>
                <a:gdLst>
                  <a:gd name="csX0" fmla="*/ 0 w 143001"/>
                  <a:gd name="csY0" fmla="*/ 0 h 388619"/>
                  <a:gd name="csX1" fmla="*/ 143002 w 143001"/>
                  <a:gd name="csY1" fmla="*/ 0 h 388619"/>
                  <a:gd name="csX2" fmla="*/ 143002 w 143001"/>
                  <a:gd name="csY2" fmla="*/ 388620 h 388619"/>
                  <a:gd name="csX3" fmla="*/ 0 w 143001"/>
                  <a:gd name="csY3" fmla="*/ 388620 h 388619"/>
                </a:gdLst>
                <a:ahLst/>
                <a:cxnLst>
                  <a:cxn ang="0">
                    <a:pos x="csX0" y="csY0"/>
                  </a:cxn>
                  <a:cxn ang="0">
                    <a:pos x="csX1" y="csY1"/>
                  </a:cxn>
                  <a:cxn ang="0">
                    <a:pos x="csX2" y="csY2"/>
                  </a:cxn>
                  <a:cxn ang="0">
                    <a:pos x="csX3" y="csY3"/>
                  </a:cxn>
                </a:cxnLst>
                <a:rect l="l" t="t" r="r" b="b"/>
                <a:pathLst>
                  <a:path w="143001" h="388619">
                    <a:moveTo>
                      <a:pt x="0" y="0"/>
                    </a:moveTo>
                    <a:lnTo>
                      <a:pt x="143002" y="0"/>
                    </a:lnTo>
                    <a:lnTo>
                      <a:pt x="143002" y="388620"/>
                    </a:lnTo>
                    <a:lnTo>
                      <a:pt x="0" y="388620"/>
                    </a:lnTo>
                    <a:close/>
                  </a:path>
                </a:pathLst>
              </a:custGeom>
              <a:solidFill>
                <a:srgbClr val="1965B0"/>
              </a:solidFill>
              <a:ln w="13589" cap="flat">
                <a:noFill/>
                <a:prstDash val="solid"/>
                <a:miter/>
              </a:ln>
            </p:spPr>
            <p:txBody>
              <a:bodyPr/>
              <a:lstStyle/>
              <a:p>
                <a:pPr algn="ctr"/>
                <a:endParaRPr lang="en-US" sz="2646"/>
              </a:p>
            </p:txBody>
          </p:sp>
          <p:sp>
            <p:nvSpPr>
              <p:cNvPr id="76" name="Freeform 75">
                <a:extLst>
                  <a:ext uri="{FF2B5EF4-FFF2-40B4-BE49-F238E27FC236}">
                    <a16:creationId xmlns:a16="http://schemas.microsoft.com/office/drawing/2014/main" id="{E5915B75-969C-3B26-71B6-C46198DCACB5}"/>
                  </a:ext>
                </a:extLst>
              </p:cNvPr>
              <p:cNvSpPr/>
              <p:nvPr/>
            </p:nvSpPr>
            <p:spPr>
              <a:xfrm>
                <a:off x="2887345" y="6369283"/>
                <a:ext cx="143002" cy="429133"/>
              </a:xfrm>
              <a:custGeom>
                <a:avLst/>
                <a:gdLst>
                  <a:gd name="csX0" fmla="*/ 0 w 143002"/>
                  <a:gd name="csY0" fmla="*/ 0 h 429133"/>
                  <a:gd name="csX1" fmla="*/ 143002 w 143002"/>
                  <a:gd name="csY1" fmla="*/ 0 h 429133"/>
                  <a:gd name="csX2" fmla="*/ 143002 w 143002"/>
                  <a:gd name="csY2" fmla="*/ 429133 h 429133"/>
                  <a:gd name="csX3" fmla="*/ 0 w 143002"/>
                  <a:gd name="csY3" fmla="*/ 429133 h 429133"/>
                </a:gdLst>
                <a:ahLst/>
                <a:cxnLst>
                  <a:cxn ang="0">
                    <a:pos x="csX0" y="csY0"/>
                  </a:cxn>
                  <a:cxn ang="0">
                    <a:pos x="csX1" y="csY1"/>
                  </a:cxn>
                  <a:cxn ang="0">
                    <a:pos x="csX2" y="csY2"/>
                  </a:cxn>
                  <a:cxn ang="0">
                    <a:pos x="csX3" y="csY3"/>
                  </a:cxn>
                </a:cxnLst>
                <a:rect l="l" t="t" r="r" b="b"/>
                <a:pathLst>
                  <a:path w="143002" h="429133">
                    <a:moveTo>
                      <a:pt x="0" y="0"/>
                    </a:moveTo>
                    <a:lnTo>
                      <a:pt x="143002" y="0"/>
                    </a:lnTo>
                    <a:lnTo>
                      <a:pt x="143002" y="429133"/>
                    </a:lnTo>
                    <a:lnTo>
                      <a:pt x="0" y="429133"/>
                    </a:lnTo>
                    <a:close/>
                  </a:path>
                </a:pathLst>
              </a:custGeom>
              <a:solidFill>
                <a:srgbClr val="4EB265"/>
              </a:solidFill>
              <a:ln w="13589" cap="flat">
                <a:noFill/>
                <a:prstDash val="solid"/>
                <a:miter/>
              </a:ln>
            </p:spPr>
            <p:txBody>
              <a:bodyPr/>
              <a:lstStyle/>
              <a:p>
                <a:pPr algn="ctr"/>
                <a:endParaRPr lang="en-US" sz="2646"/>
              </a:p>
            </p:txBody>
          </p:sp>
          <p:sp>
            <p:nvSpPr>
              <p:cNvPr id="77" name="Freeform 76">
                <a:extLst>
                  <a:ext uri="{FF2B5EF4-FFF2-40B4-BE49-F238E27FC236}">
                    <a16:creationId xmlns:a16="http://schemas.microsoft.com/office/drawing/2014/main" id="{B56367D5-5DF6-8342-0BB1-D6BA21E0EED3}"/>
                  </a:ext>
                </a:extLst>
              </p:cNvPr>
              <p:cNvSpPr/>
              <p:nvPr/>
            </p:nvSpPr>
            <p:spPr>
              <a:xfrm>
                <a:off x="3125597" y="6440276"/>
                <a:ext cx="143002" cy="358140"/>
              </a:xfrm>
              <a:custGeom>
                <a:avLst/>
                <a:gdLst>
                  <a:gd name="csX0" fmla="*/ 0 w 143002"/>
                  <a:gd name="csY0" fmla="*/ 0 h 358140"/>
                  <a:gd name="csX1" fmla="*/ 143002 w 143002"/>
                  <a:gd name="csY1" fmla="*/ 0 h 358140"/>
                  <a:gd name="csX2" fmla="*/ 143002 w 143002"/>
                  <a:gd name="csY2" fmla="*/ 358140 h 358140"/>
                  <a:gd name="csX3" fmla="*/ 0 w 143002"/>
                  <a:gd name="csY3" fmla="*/ 358140 h 358140"/>
                </a:gdLst>
                <a:ahLst/>
                <a:cxnLst>
                  <a:cxn ang="0">
                    <a:pos x="csX0" y="csY0"/>
                  </a:cxn>
                  <a:cxn ang="0">
                    <a:pos x="csX1" y="csY1"/>
                  </a:cxn>
                  <a:cxn ang="0">
                    <a:pos x="csX2" y="csY2"/>
                  </a:cxn>
                  <a:cxn ang="0">
                    <a:pos x="csX3" y="csY3"/>
                  </a:cxn>
                </a:cxnLst>
                <a:rect l="l" t="t" r="r" b="b"/>
                <a:pathLst>
                  <a:path w="143002" h="358140">
                    <a:moveTo>
                      <a:pt x="0" y="0"/>
                    </a:moveTo>
                    <a:lnTo>
                      <a:pt x="143002" y="0"/>
                    </a:lnTo>
                    <a:lnTo>
                      <a:pt x="143002" y="358140"/>
                    </a:lnTo>
                    <a:lnTo>
                      <a:pt x="0" y="358140"/>
                    </a:lnTo>
                    <a:close/>
                  </a:path>
                </a:pathLst>
              </a:custGeom>
              <a:solidFill>
                <a:srgbClr val="F7F056"/>
              </a:solidFill>
              <a:ln w="13589" cap="flat">
                <a:noFill/>
                <a:prstDash val="solid"/>
                <a:miter/>
              </a:ln>
            </p:spPr>
            <p:txBody>
              <a:bodyPr/>
              <a:lstStyle/>
              <a:p>
                <a:pPr algn="ctr"/>
                <a:endParaRPr lang="en-US" sz="2646"/>
              </a:p>
            </p:txBody>
          </p:sp>
          <p:sp>
            <p:nvSpPr>
              <p:cNvPr id="78" name="Freeform 77">
                <a:extLst>
                  <a:ext uri="{FF2B5EF4-FFF2-40B4-BE49-F238E27FC236}">
                    <a16:creationId xmlns:a16="http://schemas.microsoft.com/office/drawing/2014/main" id="{903C1ECB-47E0-23D2-2E5F-1F6E3ABFE2AF}"/>
                  </a:ext>
                </a:extLst>
              </p:cNvPr>
              <p:cNvSpPr/>
              <p:nvPr/>
            </p:nvSpPr>
            <p:spPr>
              <a:xfrm>
                <a:off x="3363849" y="6509364"/>
                <a:ext cx="143002" cy="289052"/>
              </a:xfrm>
              <a:custGeom>
                <a:avLst/>
                <a:gdLst>
                  <a:gd name="csX0" fmla="*/ 0 w 143002"/>
                  <a:gd name="csY0" fmla="*/ 0 h 289052"/>
                  <a:gd name="csX1" fmla="*/ 143002 w 143002"/>
                  <a:gd name="csY1" fmla="*/ 0 h 289052"/>
                  <a:gd name="csX2" fmla="*/ 143002 w 143002"/>
                  <a:gd name="csY2" fmla="*/ 289052 h 289052"/>
                  <a:gd name="csX3" fmla="*/ 0 w 143002"/>
                  <a:gd name="csY3" fmla="*/ 289052 h 289052"/>
                </a:gdLst>
                <a:ahLst/>
                <a:cxnLst>
                  <a:cxn ang="0">
                    <a:pos x="csX0" y="csY0"/>
                  </a:cxn>
                  <a:cxn ang="0">
                    <a:pos x="csX1" y="csY1"/>
                  </a:cxn>
                  <a:cxn ang="0">
                    <a:pos x="csX2" y="csY2"/>
                  </a:cxn>
                  <a:cxn ang="0">
                    <a:pos x="csX3" y="csY3"/>
                  </a:cxn>
                </a:cxnLst>
                <a:rect l="l" t="t" r="r" b="b"/>
                <a:pathLst>
                  <a:path w="143002" h="289052">
                    <a:moveTo>
                      <a:pt x="0" y="0"/>
                    </a:moveTo>
                    <a:lnTo>
                      <a:pt x="143002" y="0"/>
                    </a:lnTo>
                    <a:lnTo>
                      <a:pt x="143002" y="289052"/>
                    </a:lnTo>
                    <a:lnTo>
                      <a:pt x="0" y="289052"/>
                    </a:lnTo>
                    <a:close/>
                  </a:path>
                </a:pathLst>
              </a:custGeom>
              <a:solidFill>
                <a:srgbClr val="7BAFDE"/>
              </a:solidFill>
              <a:ln w="13589" cap="flat">
                <a:noFill/>
                <a:prstDash val="solid"/>
                <a:miter/>
              </a:ln>
            </p:spPr>
            <p:txBody>
              <a:bodyPr/>
              <a:lstStyle/>
              <a:p>
                <a:pPr algn="ctr"/>
                <a:endParaRPr lang="en-US" sz="2646"/>
              </a:p>
            </p:txBody>
          </p:sp>
          <p:sp>
            <p:nvSpPr>
              <p:cNvPr id="79" name="Freeform 78">
                <a:extLst>
                  <a:ext uri="{FF2B5EF4-FFF2-40B4-BE49-F238E27FC236}">
                    <a16:creationId xmlns:a16="http://schemas.microsoft.com/office/drawing/2014/main" id="{6DF4BABA-B919-7398-E1DA-EDE337174304}"/>
                  </a:ext>
                </a:extLst>
              </p:cNvPr>
              <p:cNvSpPr/>
              <p:nvPr/>
            </p:nvSpPr>
            <p:spPr>
              <a:xfrm>
                <a:off x="3602101" y="6321912"/>
                <a:ext cx="143001" cy="476631"/>
              </a:xfrm>
              <a:custGeom>
                <a:avLst/>
                <a:gdLst>
                  <a:gd name="csX0" fmla="*/ 0 w 143001"/>
                  <a:gd name="csY0" fmla="*/ 0 h 476631"/>
                  <a:gd name="csX1" fmla="*/ 143002 w 143001"/>
                  <a:gd name="csY1" fmla="*/ 0 h 476631"/>
                  <a:gd name="csX2" fmla="*/ 143002 w 143001"/>
                  <a:gd name="csY2" fmla="*/ 476631 h 476631"/>
                  <a:gd name="csX3" fmla="*/ 0 w 143001"/>
                  <a:gd name="csY3" fmla="*/ 476631 h 476631"/>
                </a:gdLst>
                <a:ahLst/>
                <a:cxnLst>
                  <a:cxn ang="0">
                    <a:pos x="csX0" y="csY0"/>
                  </a:cxn>
                  <a:cxn ang="0">
                    <a:pos x="csX1" y="csY1"/>
                  </a:cxn>
                  <a:cxn ang="0">
                    <a:pos x="csX2" y="csY2"/>
                  </a:cxn>
                  <a:cxn ang="0">
                    <a:pos x="csX3" y="csY3"/>
                  </a:cxn>
                </a:cxnLst>
                <a:rect l="l" t="t" r="r" b="b"/>
                <a:pathLst>
                  <a:path w="143001" h="476631">
                    <a:moveTo>
                      <a:pt x="0" y="0"/>
                    </a:moveTo>
                    <a:lnTo>
                      <a:pt x="143002" y="0"/>
                    </a:lnTo>
                    <a:lnTo>
                      <a:pt x="143002" y="476631"/>
                    </a:lnTo>
                    <a:lnTo>
                      <a:pt x="0" y="476631"/>
                    </a:lnTo>
                    <a:close/>
                  </a:path>
                </a:pathLst>
              </a:custGeom>
              <a:solidFill>
                <a:srgbClr val="DC050C"/>
              </a:solidFill>
              <a:ln w="13589" cap="flat">
                <a:noFill/>
                <a:prstDash val="solid"/>
                <a:miter/>
              </a:ln>
            </p:spPr>
            <p:txBody>
              <a:bodyPr/>
              <a:lstStyle/>
              <a:p>
                <a:pPr algn="ctr"/>
                <a:endParaRPr lang="en-US" sz="2646"/>
              </a:p>
            </p:txBody>
          </p:sp>
          <p:sp>
            <p:nvSpPr>
              <p:cNvPr id="80" name="Freeform 79">
                <a:extLst>
                  <a:ext uri="{FF2B5EF4-FFF2-40B4-BE49-F238E27FC236}">
                    <a16:creationId xmlns:a16="http://schemas.microsoft.com/office/drawing/2014/main" id="{671665A1-11D9-F127-C7BB-12AB03A0765B}"/>
                  </a:ext>
                </a:extLst>
              </p:cNvPr>
              <p:cNvSpPr/>
              <p:nvPr/>
            </p:nvSpPr>
            <p:spPr>
              <a:xfrm>
                <a:off x="2672841" y="6384015"/>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1" name="Freeform 80">
                <a:extLst>
                  <a:ext uri="{FF2B5EF4-FFF2-40B4-BE49-F238E27FC236}">
                    <a16:creationId xmlns:a16="http://schemas.microsoft.com/office/drawing/2014/main" id="{4E967589-824B-A427-7D55-3E0CA8403532}"/>
                  </a:ext>
                </a:extLst>
              </p:cNvPr>
              <p:cNvSpPr/>
              <p:nvPr/>
            </p:nvSpPr>
            <p:spPr>
              <a:xfrm>
                <a:off x="2720466" y="6384015"/>
                <a:ext cx="12700" cy="51815"/>
              </a:xfrm>
              <a:custGeom>
                <a:avLst/>
                <a:gdLst>
                  <a:gd name="csX0" fmla="*/ 0 w 12700"/>
                  <a:gd name="csY0" fmla="*/ 0 h 51815"/>
                  <a:gd name="csX1" fmla="*/ 0 w 12700"/>
                  <a:gd name="csY1" fmla="*/ 51816 h 51815"/>
                </a:gdLst>
                <a:ahLst/>
                <a:cxnLst>
                  <a:cxn ang="0">
                    <a:pos x="csX0" y="csY0"/>
                  </a:cxn>
                  <a:cxn ang="0">
                    <a:pos x="csX1" y="csY1"/>
                  </a:cxn>
                </a:cxnLst>
                <a:rect l="l" t="t" r="r" b="b"/>
                <a:pathLst>
                  <a:path w="12700" h="51815">
                    <a:moveTo>
                      <a:pt x="0" y="0"/>
                    </a:moveTo>
                    <a:lnTo>
                      <a:pt x="0" y="51816"/>
                    </a:lnTo>
                  </a:path>
                </a:pathLst>
              </a:custGeom>
              <a:noFill/>
              <a:ln w="13589" cap="flat">
                <a:solidFill>
                  <a:srgbClr val="000000"/>
                </a:solidFill>
                <a:prstDash val="solid"/>
                <a:round/>
              </a:ln>
            </p:spPr>
            <p:txBody>
              <a:bodyPr/>
              <a:lstStyle/>
              <a:p>
                <a:pPr algn="ctr"/>
                <a:endParaRPr lang="en-US" sz="2646"/>
              </a:p>
            </p:txBody>
          </p:sp>
          <p:sp>
            <p:nvSpPr>
              <p:cNvPr id="82" name="Freeform 81">
                <a:extLst>
                  <a:ext uri="{FF2B5EF4-FFF2-40B4-BE49-F238E27FC236}">
                    <a16:creationId xmlns:a16="http://schemas.microsoft.com/office/drawing/2014/main" id="{79E2B84C-8AB2-2B12-3CB8-B643380B635C}"/>
                  </a:ext>
                </a:extLst>
              </p:cNvPr>
              <p:cNvSpPr/>
              <p:nvPr/>
            </p:nvSpPr>
            <p:spPr>
              <a:xfrm>
                <a:off x="2672841" y="6435830"/>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3" name="Freeform 82">
                <a:extLst>
                  <a:ext uri="{FF2B5EF4-FFF2-40B4-BE49-F238E27FC236}">
                    <a16:creationId xmlns:a16="http://schemas.microsoft.com/office/drawing/2014/main" id="{3968176C-51EB-E840-61DF-22AB19400096}"/>
                  </a:ext>
                </a:extLst>
              </p:cNvPr>
              <p:cNvSpPr/>
              <p:nvPr/>
            </p:nvSpPr>
            <p:spPr>
              <a:xfrm>
                <a:off x="2911094" y="6313021"/>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4" name="Freeform 83">
                <a:extLst>
                  <a:ext uri="{FF2B5EF4-FFF2-40B4-BE49-F238E27FC236}">
                    <a16:creationId xmlns:a16="http://schemas.microsoft.com/office/drawing/2014/main" id="{986587E5-81C7-05AD-CFCF-419A43EDFEE7}"/>
                  </a:ext>
                </a:extLst>
              </p:cNvPr>
              <p:cNvSpPr/>
              <p:nvPr/>
            </p:nvSpPr>
            <p:spPr>
              <a:xfrm>
                <a:off x="2958846" y="6313021"/>
                <a:ext cx="12700" cy="112522"/>
              </a:xfrm>
              <a:custGeom>
                <a:avLst/>
                <a:gdLst>
                  <a:gd name="csX0" fmla="*/ 0 w 12700"/>
                  <a:gd name="csY0" fmla="*/ 0 h 112522"/>
                  <a:gd name="csX1" fmla="*/ 0 w 12700"/>
                  <a:gd name="csY1" fmla="*/ 112522 h 112522"/>
                </a:gdLst>
                <a:ahLst/>
                <a:cxnLst>
                  <a:cxn ang="0">
                    <a:pos x="csX0" y="csY0"/>
                  </a:cxn>
                  <a:cxn ang="0">
                    <a:pos x="csX1" y="csY1"/>
                  </a:cxn>
                </a:cxnLst>
                <a:rect l="l" t="t" r="r" b="b"/>
                <a:pathLst>
                  <a:path w="12700" h="112522">
                    <a:moveTo>
                      <a:pt x="0" y="0"/>
                    </a:moveTo>
                    <a:lnTo>
                      <a:pt x="0" y="112522"/>
                    </a:lnTo>
                  </a:path>
                </a:pathLst>
              </a:custGeom>
              <a:noFill/>
              <a:ln w="13589" cap="flat">
                <a:solidFill>
                  <a:srgbClr val="000000"/>
                </a:solidFill>
                <a:prstDash val="solid"/>
                <a:round/>
              </a:ln>
            </p:spPr>
            <p:txBody>
              <a:bodyPr/>
              <a:lstStyle/>
              <a:p>
                <a:pPr algn="ctr"/>
                <a:endParaRPr lang="en-US" sz="2646"/>
              </a:p>
            </p:txBody>
          </p:sp>
          <p:sp>
            <p:nvSpPr>
              <p:cNvPr id="85" name="Freeform 84">
                <a:extLst>
                  <a:ext uri="{FF2B5EF4-FFF2-40B4-BE49-F238E27FC236}">
                    <a16:creationId xmlns:a16="http://schemas.microsoft.com/office/drawing/2014/main" id="{35F51EC4-E9EB-9159-C46E-948E9A6E52E2}"/>
                  </a:ext>
                </a:extLst>
              </p:cNvPr>
              <p:cNvSpPr/>
              <p:nvPr/>
            </p:nvSpPr>
            <p:spPr>
              <a:xfrm>
                <a:off x="2911094" y="6425543"/>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6" name="Freeform 85">
                <a:extLst>
                  <a:ext uri="{FF2B5EF4-FFF2-40B4-BE49-F238E27FC236}">
                    <a16:creationId xmlns:a16="http://schemas.microsoft.com/office/drawing/2014/main" id="{64A545BA-9271-65D1-8AF5-C0B561D3F413}"/>
                  </a:ext>
                </a:extLst>
              </p:cNvPr>
              <p:cNvSpPr/>
              <p:nvPr/>
            </p:nvSpPr>
            <p:spPr>
              <a:xfrm>
                <a:off x="3149472" y="6438371"/>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87" name="Freeform 86">
                <a:extLst>
                  <a:ext uri="{FF2B5EF4-FFF2-40B4-BE49-F238E27FC236}">
                    <a16:creationId xmlns:a16="http://schemas.microsoft.com/office/drawing/2014/main" id="{6AC3F0C6-5C18-E0C2-C93D-7F5EB047775D}"/>
                  </a:ext>
                </a:extLst>
              </p:cNvPr>
              <p:cNvSpPr/>
              <p:nvPr/>
            </p:nvSpPr>
            <p:spPr>
              <a:xfrm>
                <a:off x="3197097" y="6438371"/>
                <a:ext cx="12700" cy="3809"/>
              </a:xfrm>
              <a:custGeom>
                <a:avLst/>
                <a:gdLst>
                  <a:gd name="csX0" fmla="*/ 0 w 12700"/>
                  <a:gd name="csY0" fmla="*/ 0 h 3809"/>
                  <a:gd name="csX1" fmla="*/ 0 w 12700"/>
                  <a:gd name="csY1" fmla="*/ 3810 h 3809"/>
                </a:gdLst>
                <a:ahLst/>
                <a:cxnLst>
                  <a:cxn ang="0">
                    <a:pos x="csX0" y="csY0"/>
                  </a:cxn>
                  <a:cxn ang="0">
                    <a:pos x="csX1" y="csY1"/>
                  </a:cxn>
                </a:cxnLst>
                <a:rect l="l" t="t" r="r" b="b"/>
                <a:pathLst>
                  <a:path w="12700" h="3809">
                    <a:moveTo>
                      <a:pt x="0" y="0"/>
                    </a:moveTo>
                    <a:lnTo>
                      <a:pt x="0" y="3810"/>
                    </a:lnTo>
                  </a:path>
                </a:pathLst>
              </a:custGeom>
              <a:noFill/>
              <a:ln w="13589" cap="flat">
                <a:solidFill>
                  <a:srgbClr val="000000"/>
                </a:solidFill>
                <a:prstDash val="solid"/>
                <a:round/>
              </a:ln>
            </p:spPr>
            <p:txBody>
              <a:bodyPr/>
              <a:lstStyle/>
              <a:p>
                <a:pPr algn="ctr"/>
                <a:endParaRPr lang="en-US" sz="2646"/>
              </a:p>
            </p:txBody>
          </p:sp>
          <p:sp>
            <p:nvSpPr>
              <p:cNvPr id="88" name="Freeform 87">
                <a:extLst>
                  <a:ext uri="{FF2B5EF4-FFF2-40B4-BE49-F238E27FC236}">
                    <a16:creationId xmlns:a16="http://schemas.microsoft.com/office/drawing/2014/main" id="{D43BE472-ACA6-05A7-7F01-2079F43AFC7B}"/>
                  </a:ext>
                </a:extLst>
              </p:cNvPr>
              <p:cNvSpPr/>
              <p:nvPr/>
            </p:nvSpPr>
            <p:spPr>
              <a:xfrm>
                <a:off x="3149472" y="6442180"/>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89" name="Freeform 88">
                <a:extLst>
                  <a:ext uri="{FF2B5EF4-FFF2-40B4-BE49-F238E27FC236}">
                    <a16:creationId xmlns:a16="http://schemas.microsoft.com/office/drawing/2014/main" id="{C8739A34-1E70-500E-8517-3D3C785D626D}"/>
                  </a:ext>
                </a:extLst>
              </p:cNvPr>
              <p:cNvSpPr/>
              <p:nvPr/>
            </p:nvSpPr>
            <p:spPr>
              <a:xfrm>
                <a:off x="3625977" y="6291940"/>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90" name="Freeform 89">
                <a:extLst>
                  <a:ext uri="{FF2B5EF4-FFF2-40B4-BE49-F238E27FC236}">
                    <a16:creationId xmlns:a16="http://schemas.microsoft.com/office/drawing/2014/main" id="{192DCC40-A2B0-9948-E083-309AEF002BDE}"/>
                  </a:ext>
                </a:extLst>
              </p:cNvPr>
              <p:cNvSpPr/>
              <p:nvPr/>
            </p:nvSpPr>
            <p:spPr>
              <a:xfrm>
                <a:off x="3673602" y="6291940"/>
                <a:ext cx="12700" cy="59816"/>
              </a:xfrm>
              <a:custGeom>
                <a:avLst/>
                <a:gdLst>
                  <a:gd name="csX0" fmla="*/ 0 w 12700"/>
                  <a:gd name="csY0" fmla="*/ 0 h 59816"/>
                  <a:gd name="csX1" fmla="*/ 0 w 12700"/>
                  <a:gd name="csY1" fmla="*/ 59817 h 59816"/>
                </a:gdLst>
                <a:ahLst/>
                <a:cxnLst>
                  <a:cxn ang="0">
                    <a:pos x="csX0" y="csY0"/>
                  </a:cxn>
                  <a:cxn ang="0">
                    <a:pos x="csX1" y="csY1"/>
                  </a:cxn>
                </a:cxnLst>
                <a:rect l="l" t="t" r="r" b="b"/>
                <a:pathLst>
                  <a:path w="12700" h="59816">
                    <a:moveTo>
                      <a:pt x="0" y="0"/>
                    </a:moveTo>
                    <a:lnTo>
                      <a:pt x="0" y="59817"/>
                    </a:lnTo>
                  </a:path>
                </a:pathLst>
              </a:custGeom>
              <a:noFill/>
              <a:ln w="13589" cap="flat">
                <a:solidFill>
                  <a:srgbClr val="000000"/>
                </a:solidFill>
                <a:prstDash val="solid"/>
                <a:round/>
              </a:ln>
            </p:spPr>
            <p:txBody>
              <a:bodyPr/>
              <a:lstStyle/>
              <a:p>
                <a:pPr algn="ctr"/>
                <a:endParaRPr lang="en-US" sz="2646"/>
              </a:p>
            </p:txBody>
          </p:sp>
          <p:sp>
            <p:nvSpPr>
              <p:cNvPr id="91" name="Freeform 90">
                <a:extLst>
                  <a:ext uri="{FF2B5EF4-FFF2-40B4-BE49-F238E27FC236}">
                    <a16:creationId xmlns:a16="http://schemas.microsoft.com/office/drawing/2014/main" id="{E8C0058A-335D-94B0-9E78-FC43C5DAB249}"/>
                  </a:ext>
                </a:extLst>
              </p:cNvPr>
              <p:cNvSpPr/>
              <p:nvPr/>
            </p:nvSpPr>
            <p:spPr>
              <a:xfrm>
                <a:off x="3625977" y="6351757"/>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92" name="Freeform 91">
                <a:extLst>
                  <a:ext uri="{FF2B5EF4-FFF2-40B4-BE49-F238E27FC236}">
                    <a16:creationId xmlns:a16="http://schemas.microsoft.com/office/drawing/2014/main" id="{42DF7444-2C55-03BA-0FA9-5FB00E6D2481}"/>
                  </a:ext>
                </a:extLst>
              </p:cNvPr>
              <p:cNvSpPr/>
              <p:nvPr/>
            </p:nvSpPr>
            <p:spPr>
              <a:xfrm>
                <a:off x="3198749" y="64232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93" name="Freeform 92">
                <a:extLst>
                  <a:ext uri="{FF2B5EF4-FFF2-40B4-BE49-F238E27FC236}">
                    <a16:creationId xmlns:a16="http://schemas.microsoft.com/office/drawing/2014/main" id="{482CD73D-4A0F-3085-D301-7DC72DC31405}"/>
                  </a:ext>
                </a:extLst>
              </p:cNvPr>
              <p:cNvSpPr/>
              <p:nvPr/>
            </p:nvSpPr>
            <p:spPr>
              <a:xfrm>
                <a:off x="2961640" y="63756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94" name="Freeform 93">
                <a:extLst>
                  <a:ext uri="{FF2B5EF4-FFF2-40B4-BE49-F238E27FC236}">
                    <a16:creationId xmlns:a16="http://schemas.microsoft.com/office/drawing/2014/main" id="{750DF6E9-ABDA-E39D-FC11-2B7B3CE55893}"/>
                  </a:ext>
                </a:extLst>
              </p:cNvPr>
              <p:cNvSpPr/>
              <p:nvPr/>
            </p:nvSpPr>
            <p:spPr>
              <a:xfrm>
                <a:off x="2930525" y="64100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95" name="Freeform 94">
                <a:extLst>
                  <a:ext uri="{FF2B5EF4-FFF2-40B4-BE49-F238E27FC236}">
                    <a16:creationId xmlns:a16="http://schemas.microsoft.com/office/drawing/2014/main" id="{1E787DF5-FE0D-F2B5-F702-E35BE253BF17}"/>
                  </a:ext>
                </a:extLst>
              </p:cNvPr>
              <p:cNvSpPr/>
              <p:nvPr/>
            </p:nvSpPr>
            <p:spPr>
              <a:xfrm>
                <a:off x="3671316" y="6238092"/>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96" name="Freeform 95">
                <a:extLst>
                  <a:ext uri="{FF2B5EF4-FFF2-40B4-BE49-F238E27FC236}">
                    <a16:creationId xmlns:a16="http://schemas.microsoft.com/office/drawing/2014/main" id="{81677BFD-1CCA-2828-B256-3680A229C34E}"/>
                  </a:ext>
                </a:extLst>
              </p:cNvPr>
              <p:cNvSpPr/>
              <p:nvPr/>
            </p:nvSpPr>
            <p:spPr>
              <a:xfrm>
                <a:off x="2709164" y="649907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97" name="Freeform 96">
                <a:extLst>
                  <a:ext uri="{FF2B5EF4-FFF2-40B4-BE49-F238E27FC236}">
                    <a16:creationId xmlns:a16="http://schemas.microsoft.com/office/drawing/2014/main" id="{577A0581-F1C1-3B7C-F60A-326C20AD61E8}"/>
                  </a:ext>
                </a:extLst>
              </p:cNvPr>
              <p:cNvSpPr/>
              <p:nvPr/>
            </p:nvSpPr>
            <p:spPr>
              <a:xfrm>
                <a:off x="3656457" y="621942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98" name="Freeform 97">
                <a:extLst>
                  <a:ext uri="{FF2B5EF4-FFF2-40B4-BE49-F238E27FC236}">
                    <a16:creationId xmlns:a16="http://schemas.microsoft.com/office/drawing/2014/main" id="{AED3CE7C-EB20-E136-7EE2-5C05D5376F5B}"/>
                  </a:ext>
                </a:extLst>
              </p:cNvPr>
              <p:cNvSpPr/>
              <p:nvPr/>
            </p:nvSpPr>
            <p:spPr>
              <a:xfrm>
                <a:off x="2713736" y="632877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99" name="Freeform 98">
                <a:extLst>
                  <a:ext uri="{FF2B5EF4-FFF2-40B4-BE49-F238E27FC236}">
                    <a16:creationId xmlns:a16="http://schemas.microsoft.com/office/drawing/2014/main" id="{0C9E4E15-7AA3-D8BA-0CE8-FDF7D1CB0AF4}"/>
                  </a:ext>
                </a:extLst>
              </p:cNvPr>
              <p:cNvSpPr/>
              <p:nvPr/>
            </p:nvSpPr>
            <p:spPr>
              <a:xfrm>
                <a:off x="3638169" y="63658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0" name="Freeform 99">
                <a:extLst>
                  <a:ext uri="{FF2B5EF4-FFF2-40B4-BE49-F238E27FC236}">
                    <a16:creationId xmlns:a16="http://schemas.microsoft.com/office/drawing/2014/main" id="{9E92DF49-D804-FCBF-93B3-4C44CD3FF2C2}"/>
                  </a:ext>
                </a:extLst>
              </p:cNvPr>
              <p:cNvSpPr/>
              <p:nvPr/>
            </p:nvSpPr>
            <p:spPr>
              <a:xfrm>
                <a:off x="2709926" y="64307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1" name="Freeform 100">
                <a:extLst>
                  <a:ext uri="{FF2B5EF4-FFF2-40B4-BE49-F238E27FC236}">
                    <a16:creationId xmlns:a16="http://schemas.microsoft.com/office/drawing/2014/main" id="{37AEFC1C-A372-DA5E-5210-56DA8F77B5CA}"/>
                  </a:ext>
                </a:extLst>
              </p:cNvPr>
              <p:cNvSpPr/>
              <p:nvPr/>
            </p:nvSpPr>
            <p:spPr>
              <a:xfrm>
                <a:off x="3665347" y="6319753"/>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2" name="Freeform 101">
                <a:extLst>
                  <a:ext uri="{FF2B5EF4-FFF2-40B4-BE49-F238E27FC236}">
                    <a16:creationId xmlns:a16="http://schemas.microsoft.com/office/drawing/2014/main" id="{D0E0A447-13BD-6BC5-A412-F39F08C87B23}"/>
                  </a:ext>
                </a:extLst>
              </p:cNvPr>
              <p:cNvSpPr/>
              <p:nvPr/>
            </p:nvSpPr>
            <p:spPr>
              <a:xfrm>
                <a:off x="2700401" y="634604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3" name="Freeform 102">
                <a:extLst>
                  <a:ext uri="{FF2B5EF4-FFF2-40B4-BE49-F238E27FC236}">
                    <a16:creationId xmlns:a16="http://schemas.microsoft.com/office/drawing/2014/main" id="{9ABA5D0A-789D-89B5-BA3B-877F7E840793}"/>
                  </a:ext>
                </a:extLst>
              </p:cNvPr>
              <p:cNvSpPr/>
              <p:nvPr/>
            </p:nvSpPr>
            <p:spPr>
              <a:xfrm>
                <a:off x="3666109" y="6271874"/>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4" name="Freeform 103">
                <a:extLst>
                  <a:ext uri="{FF2B5EF4-FFF2-40B4-BE49-F238E27FC236}">
                    <a16:creationId xmlns:a16="http://schemas.microsoft.com/office/drawing/2014/main" id="{DB53C99F-4673-E50B-AB75-6410E57DE398}"/>
                  </a:ext>
                </a:extLst>
              </p:cNvPr>
              <p:cNvSpPr/>
              <p:nvPr/>
            </p:nvSpPr>
            <p:spPr>
              <a:xfrm>
                <a:off x="2723134" y="636090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5" name="Freeform 104">
                <a:extLst>
                  <a:ext uri="{FF2B5EF4-FFF2-40B4-BE49-F238E27FC236}">
                    <a16:creationId xmlns:a16="http://schemas.microsoft.com/office/drawing/2014/main" id="{D3ED533B-23AF-A921-800F-5C5AFE4F36DD}"/>
                  </a:ext>
                </a:extLst>
              </p:cNvPr>
              <p:cNvSpPr/>
              <p:nvPr/>
            </p:nvSpPr>
            <p:spPr>
              <a:xfrm>
                <a:off x="2929128" y="637944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6" name="Freeform 105">
                <a:extLst>
                  <a:ext uri="{FF2B5EF4-FFF2-40B4-BE49-F238E27FC236}">
                    <a16:creationId xmlns:a16="http://schemas.microsoft.com/office/drawing/2014/main" id="{22D3BDC9-4F37-73F0-0A42-79880E2C9209}"/>
                  </a:ext>
                </a:extLst>
              </p:cNvPr>
              <p:cNvSpPr/>
              <p:nvPr/>
            </p:nvSpPr>
            <p:spPr>
              <a:xfrm>
                <a:off x="3653790" y="6406494"/>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7" name="Freeform 106">
                <a:extLst>
                  <a:ext uri="{FF2B5EF4-FFF2-40B4-BE49-F238E27FC236}">
                    <a16:creationId xmlns:a16="http://schemas.microsoft.com/office/drawing/2014/main" id="{2DDFD1E9-CE96-DBAB-374D-C5E102FF5A6A}"/>
                  </a:ext>
                </a:extLst>
              </p:cNvPr>
              <p:cNvSpPr/>
              <p:nvPr/>
            </p:nvSpPr>
            <p:spPr>
              <a:xfrm>
                <a:off x="2723388" y="63870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8" name="Freeform 107">
                <a:extLst>
                  <a:ext uri="{FF2B5EF4-FFF2-40B4-BE49-F238E27FC236}">
                    <a16:creationId xmlns:a16="http://schemas.microsoft.com/office/drawing/2014/main" id="{C6150DFA-D1A2-5A22-EBCA-5E4D69C89966}"/>
                  </a:ext>
                </a:extLst>
              </p:cNvPr>
              <p:cNvSpPr/>
              <p:nvPr/>
            </p:nvSpPr>
            <p:spPr>
              <a:xfrm>
                <a:off x="3201797" y="641970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09" name="Freeform 108">
                <a:extLst>
                  <a:ext uri="{FF2B5EF4-FFF2-40B4-BE49-F238E27FC236}">
                    <a16:creationId xmlns:a16="http://schemas.microsoft.com/office/drawing/2014/main" id="{C8A3EB1C-E964-CA44-08C3-A5DF32CF7841}"/>
                  </a:ext>
                </a:extLst>
              </p:cNvPr>
              <p:cNvSpPr/>
              <p:nvPr/>
            </p:nvSpPr>
            <p:spPr>
              <a:xfrm>
                <a:off x="2922524" y="64856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10" name="Freeform 109">
                <a:extLst>
                  <a:ext uri="{FF2B5EF4-FFF2-40B4-BE49-F238E27FC236}">
                    <a16:creationId xmlns:a16="http://schemas.microsoft.com/office/drawing/2014/main" id="{F3FE9311-7381-7ADD-FEA2-D02982272F5F}"/>
                  </a:ext>
                </a:extLst>
              </p:cNvPr>
              <p:cNvSpPr/>
              <p:nvPr/>
            </p:nvSpPr>
            <p:spPr>
              <a:xfrm>
                <a:off x="2939542" y="60243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11" name="Freeform 110">
                <a:extLst>
                  <a:ext uri="{FF2B5EF4-FFF2-40B4-BE49-F238E27FC236}">
                    <a16:creationId xmlns:a16="http://schemas.microsoft.com/office/drawing/2014/main" id="{76E953DC-C43E-E5FC-956F-985BE370AA88}"/>
                  </a:ext>
                </a:extLst>
              </p:cNvPr>
              <p:cNvSpPr/>
              <p:nvPr/>
            </p:nvSpPr>
            <p:spPr>
              <a:xfrm>
                <a:off x="3420237" y="649145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12" name="Freeform 111">
                <a:extLst>
                  <a:ext uri="{FF2B5EF4-FFF2-40B4-BE49-F238E27FC236}">
                    <a16:creationId xmlns:a16="http://schemas.microsoft.com/office/drawing/2014/main" id="{DED5DFFF-AB13-2DC3-BF17-A1314CD6AE4D}"/>
                  </a:ext>
                </a:extLst>
              </p:cNvPr>
              <p:cNvSpPr/>
              <p:nvPr/>
            </p:nvSpPr>
            <p:spPr>
              <a:xfrm>
                <a:off x="2959989" y="63912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13" name="Freeform 112">
                <a:extLst>
                  <a:ext uri="{FF2B5EF4-FFF2-40B4-BE49-F238E27FC236}">
                    <a16:creationId xmlns:a16="http://schemas.microsoft.com/office/drawing/2014/main" id="{8D6ACA4C-4EA9-D0E0-8944-907C9E5D674F}"/>
                  </a:ext>
                </a:extLst>
              </p:cNvPr>
              <p:cNvSpPr/>
              <p:nvPr/>
            </p:nvSpPr>
            <p:spPr>
              <a:xfrm>
                <a:off x="2923540" y="63917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14" name="TextBox 113">
                <a:extLst>
                  <a:ext uri="{FF2B5EF4-FFF2-40B4-BE49-F238E27FC236}">
                    <a16:creationId xmlns:a16="http://schemas.microsoft.com/office/drawing/2014/main" id="{2866F8A8-1DC0-F4B1-B510-1C9680EE4E83}"/>
                  </a:ext>
                </a:extLst>
              </p:cNvPr>
              <p:cNvSpPr txBox="1"/>
              <p:nvPr/>
            </p:nvSpPr>
            <p:spPr>
              <a:xfrm>
                <a:off x="2580305" y="5816921"/>
                <a:ext cx="494947" cy="193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660">
                    <a:ln/>
                    <a:solidFill>
                      <a:srgbClr val="000000"/>
                    </a:solidFill>
                    <a:latin typeface="Arial"/>
                    <a:cs typeface="Arial"/>
                    <a:sym typeface="Arial"/>
                    <a:rtl val="0"/>
                  </a:rPr>
                  <a:t>p = 0.51</a:t>
                </a:r>
              </a:p>
            </p:txBody>
          </p:sp>
          <p:sp>
            <p:nvSpPr>
              <p:cNvPr id="115" name="Freeform 114">
                <a:extLst>
                  <a:ext uri="{FF2B5EF4-FFF2-40B4-BE49-F238E27FC236}">
                    <a16:creationId xmlns:a16="http://schemas.microsoft.com/office/drawing/2014/main" id="{1FD21050-9BD8-357E-555A-4A5FFCD2C808}"/>
                  </a:ext>
                </a:extLst>
              </p:cNvPr>
              <p:cNvSpPr/>
              <p:nvPr/>
            </p:nvSpPr>
            <p:spPr>
              <a:xfrm>
                <a:off x="2720467" y="5966566"/>
                <a:ext cx="214502" cy="12700"/>
              </a:xfrm>
              <a:custGeom>
                <a:avLst/>
                <a:gdLst>
                  <a:gd name="csX0" fmla="*/ 0 w 214502"/>
                  <a:gd name="csY0" fmla="*/ 0 h 12700"/>
                  <a:gd name="csX1" fmla="*/ 214503 w 214502"/>
                  <a:gd name="csY1" fmla="*/ 0 h 12700"/>
                </a:gdLst>
                <a:ahLst/>
                <a:cxnLst>
                  <a:cxn ang="0">
                    <a:pos x="csX0" y="csY0"/>
                  </a:cxn>
                  <a:cxn ang="0">
                    <a:pos x="csX1" y="csY1"/>
                  </a:cxn>
                </a:cxnLst>
                <a:rect l="l" t="t" r="r" b="b"/>
                <a:pathLst>
                  <a:path w="214502" h="12700">
                    <a:moveTo>
                      <a:pt x="0" y="0"/>
                    </a:moveTo>
                    <a:lnTo>
                      <a:pt x="214503" y="0"/>
                    </a:lnTo>
                  </a:path>
                </a:pathLst>
              </a:custGeom>
              <a:ln w="13589" cap="rnd">
                <a:solidFill>
                  <a:srgbClr val="000000"/>
                </a:solidFill>
                <a:prstDash val="solid"/>
                <a:round/>
              </a:ln>
            </p:spPr>
            <p:txBody>
              <a:bodyPr/>
              <a:lstStyle/>
              <a:p>
                <a:pPr algn="ctr"/>
                <a:endParaRPr lang="en-US" sz="2646"/>
              </a:p>
            </p:txBody>
          </p:sp>
          <p:sp>
            <p:nvSpPr>
              <p:cNvPr id="116" name="TextBox 115">
                <a:extLst>
                  <a:ext uri="{FF2B5EF4-FFF2-40B4-BE49-F238E27FC236}">
                    <a16:creationId xmlns:a16="http://schemas.microsoft.com/office/drawing/2014/main" id="{2CB58C19-FD0E-6CA6-120B-8009A94C3FEA}"/>
                  </a:ext>
                </a:extLst>
              </p:cNvPr>
              <p:cNvSpPr txBox="1"/>
              <p:nvPr/>
            </p:nvSpPr>
            <p:spPr>
              <a:xfrm>
                <a:off x="3190091" y="5781048"/>
                <a:ext cx="276142" cy="388166"/>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1891">
                    <a:ln/>
                    <a:solidFill>
                      <a:srgbClr val="000000"/>
                    </a:solidFill>
                    <a:latin typeface="Arial"/>
                    <a:cs typeface="Arial"/>
                    <a:sym typeface="Arial"/>
                    <a:rtl val="0"/>
                  </a:rPr>
                  <a:t>*</a:t>
                </a:r>
              </a:p>
            </p:txBody>
          </p:sp>
          <p:sp>
            <p:nvSpPr>
              <p:cNvPr id="117" name="Freeform 116">
                <a:extLst>
                  <a:ext uri="{FF2B5EF4-FFF2-40B4-BE49-F238E27FC236}">
                    <a16:creationId xmlns:a16="http://schemas.microsoft.com/office/drawing/2014/main" id="{C6304541-D08A-A52A-1B2B-CCFBB7D47686}"/>
                  </a:ext>
                </a:extLst>
              </p:cNvPr>
              <p:cNvSpPr/>
              <p:nvPr/>
            </p:nvSpPr>
            <p:spPr>
              <a:xfrm>
                <a:off x="2982595" y="5966566"/>
                <a:ext cx="691007" cy="12700"/>
              </a:xfrm>
              <a:custGeom>
                <a:avLst/>
                <a:gdLst>
                  <a:gd name="csX0" fmla="*/ 0 w 691007"/>
                  <a:gd name="csY0" fmla="*/ 0 h 12700"/>
                  <a:gd name="csX1" fmla="*/ 691007 w 691007"/>
                  <a:gd name="csY1" fmla="*/ 0 h 12700"/>
                </a:gdLst>
                <a:ahLst/>
                <a:cxnLst>
                  <a:cxn ang="0">
                    <a:pos x="csX0" y="csY0"/>
                  </a:cxn>
                  <a:cxn ang="0">
                    <a:pos x="csX1" y="csY1"/>
                  </a:cxn>
                </a:cxnLst>
                <a:rect l="l" t="t" r="r" b="b"/>
                <a:pathLst>
                  <a:path w="691007" h="12700">
                    <a:moveTo>
                      <a:pt x="0" y="0"/>
                    </a:moveTo>
                    <a:lnTo>
                      <a:pt x="691007" y="0"/>
                    </a:lnTo>
                  </a:path>
                </a:pathLst>
              </a:custGeom>
              <a:ln w="13589" cap="rnd">
                <a:solidFill>
                  <a:srgbClr val="000000"/>
                </a:solidFill>
                <a:prstDash val="solid"/>
                <a:round/>
              </a:ln>
            </p:spPr>
            <p:txBody>
              <a:bodyPr/>
              <a:lstStyle/>
              <a:p>
                <a:pPr algn="ctr"/>
                <a:endParaRPr lang="en-US" sz="2646"/>
              </a:p>
            </p:txBody>
          </p:sp>
          <p:sp>
            <p:nvSpPr>
              <p:cNvPr id="118" name="TextBox 117">
                <a:extLst>
                  <a:ext uri="{FF2B5EF4-FFF2-40B4-BE49-F238E27FC236}">
                    <a16:creationId xmlns:a16="http://schemas.microsoft.com/office/drawing/2014/main" id="{F0092AEF-E5C8-D555-74F8-3B805A407A61}"/>
                  </a:ext>
                </a:extLst>
              </p:cNvPr>
              <p:cNvSpPr txBox="1"/>
              <p:nvPr/>
            </p:nvSpPr>
            <p:spPr>
              <a:xfrm>
                <a:off x="3010495" y="5591945"/>
                <a:ext cx="373206" cy="388166"/>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1891">
                    <a:ln/>
                    <a:solidFill>
                      <a:srgbClr val="000000"/>
                    </a:solidFill>
                    <a:latin typeface="Arial"/>
                    <a:cs typeface="Arial"/>
                    <a:sym typeface="Arial"/>
                    <a:rtl val="0"/>
                  </a:rPr>
                  <a:t>**</a:t>
                </a:r>
              </a:p>
            </p:txBody>
          </p:sp>
          <p:sp>
            <p:nvSpPr>
              <p:cNvPr id="119" name="Freeform 118">
                <a:extLst>
                  <a:ext uri="{FF2B5EF4-FFF2-40B4-BE49-F238E27FC236}">
                    <a16:creationId xmlns:a16="http://schemas.microsoft.com/office/drawing/2014/main" id="{C2B9490A-F28A-FCCB-5456-F1CAA1D8EDBB}"/>
                  </a:ext>
                </a:extLst>
              </p:cNvPr>
              <p:cNvSpPr/>
              <p:nvPr/>
            </p:nvSpPr>
            <p:spPr>
              <a:xfrm>
                <a:off x="2720467" y="5777463"/>
                <a:ext cx="953135" cy="12700"/>
              </a:xfrm>
              <a:custGeom>
                <a:avLst/>
                <a:gdLst>
                  <a:gd name="csX0" fmla="*/ 0 w 953135"/>
                  <a:gd name="csY0" fmla="*/ 0 h 12700"/>
                  <a:gd name="csX1" fmla="*/ 953135 w 953135"/>
                  <a:gd name="csY1" fmla="*/ 0 h 12700"/>
                </a:gdLst>
                <a:ahLst/>
                <a:cxnLst>
                  <a:cxn ang="0">
                    <a:pos x="csX0" y="csY0"/>
                  </a:cxn>
                  <a:cxn ang="0">
                    <a:pos x="csX1" y="csY1"/>
                  </a:cxn>
                </a:cxnLst>
                <a:rect l="l" t="t" r="r" b="b"/>
                <a:pathLst>
                  <a:path w="953135" h="12700">
                    <a:moveTo>
                      <a:pt x="0" y="0"/>
                    </a:moveTo>
                    <a:lnTo>
                      <a:pt x="953135" y="0"/>
                    </a:lnTo>
                  </a:path>
                </a:pathLst>
              </a:custGeom>
              <a:ln w="13589" cap="rnd">
                <a:solidFill>
                  <a:srgbClr val="000000"/>
                </a:solidFill>
                <a:prstDash val="solid"/>
                <a:round/>
              </a:ln>
            </p:spPr>
            <p:txBody>
              <a:bodyPr/>
              <a:lstStyle/>
              <a:p>
                <a:pPr algn="ctr"/>
                <a:endParaRPr lang="en-US" sz="2646"/>
              </a:p>
            </p:txBody>
          </p:sp>
        </p:grpSp>
        <p:grpSp>
          <p:nvGrpSpPr>
            <p:cNvPr id="52" name="Graphic 2296">
              <a:extLst>
                <a:ext uri="{FF2B5EF4-FFF2-40B4-BE49-F238E27FC236}">
                  <a16:creationId xmlns:a16="http://schemas.microsoft.com/office/drawing/2014/main" id="{9B4493F6-CC02-4F3B-42C3-55AE82B2F040}"/>
                </a:ext>
              </a:extLst>
            </p:cNvPr>
            <p:cNvGrpSpPr/>
            <p:nvPr/>
          </p:nvGrpSpPr>
          <p:grpSpPr>
            <a:xfrm>
              <a:off x="2055631" y="5361796"/>
              <a:ext cx="1760972" cy="1671391"/>
              <a:chOff x="2055631" y="5361796"/>
              <a:chExt cx="1760972" cy="1671391"/>
            </a:xfrm>
          </p:grpSpPr>
          <p:sp>
            <p:nvSpPr>
              <p:cNvPr id="53" name="Freeform 52">
                <a:extLst>
                  <a:ext uri="{FF2B5EF4-FFF2-40B4-BE49-F238E27FC236}">
                    <a16:creationId xmlns:a16="http://schemas.microsoft.com/office/drawing/2014/main" id="{CF546862-1F6A-DEBF-B288-24726B708521}"/>
                  </a:ext>
                </a:extLst>
              </p:cNvPr>
              <p:cNvSpPr/>
              <p:nvPr/>
            </p:nvSpPr>
            <p:spPr>
              <a:xfrm>
                <a:off x="2577591" y="5664052"/>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54" name="TextBox 53">
                <a:extLst>
                  <a:ext uri="{FF2B5EF4-FFF2-40B4-BE49-F238E27FC236}">
                    <a16:creationId xmlns:a16="http://schemas.microsoft.com/office/drawing/2014/main" id="{F8668733-9880-0DF6-28B8-7CC02E73812C}"/>
                  </a:ext>
                </a:extLst>
              </p:cNvPr>
              <p:cNvSpPr txBox="1"/>
              <p:nvPr/>
            </p:nvSpPr>
            <p:spPr>
              <a:xfrm>
                <a:off x="2254894" y="6691527"/>
                <a:ext cx="358399" cy="23891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a:t>
                </a:r>
              </a:p>
            </p:txBody>
          </p:sp>
          <p:sp>
            <p:nvSpPr>
              <p:cNvPr id="55" name="TextBox 54">
                <a:extLst>
                  <a:ext uri="{FF2B5EF4-FFF2-40B4-BE49-F238E27FC236}">
                    <a16:creationId xmlns:a16="http://schemas.microsoft.com/office/drawing/2014/main" id="{B34B3B5D-6098-DDAF-5D8B-D280842B18E7}"/>
                  </a:ext>
                </a:extLst>
              </p:cNvPr>
              <p:cNvSpPr txBox="1"/>
              <p:nvPr/>
            </p:nvSpPr>
            <p:spPr>
              <a:xfrm>
                <a:off x="2254894" y="6311924"/>
                <a:ext cx="358399" cy="23891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5%</a:t>
                </a:r>
              </a:p>
            </p:txBody>
          </p:sp>
          <p:sp>
            <p:nvSpPr>
              <p:cNvPr id="56" name="TextBox 55">
                <a:extLst>
                  <a:ext uri="{FF2B5EF4-FFF2-40B4-BE49-F238E27FC236}">
                    <a16:creationId xmlns:a16="http://schemas.microsoft.com/office/drawing/2014/main" id="{7822C3CC-D84A-4817-8D7A-FE14C24F581A}"/>
                  </a:ext>
                </a:extLst>
              </p:cNvPr>
              <p:cNvSpPr txBox="1"/>
              <p:nvPr/>
            </p:nvSpPr>
            <p:spPr>
              <a:xfrm>
                <a:off x="2189266" y="5932321"/>
                <a:ext cx="427496" cy="23891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10%</a:t>
                </a:r>
              </a:p>
            </p:txBody>
          </p:sp>
          <p:sp>
            <p:nvSpPr>
              <p:cNvPr id="57" name="Freeform 56">
                <a:extLst>
                  <a:ext uri="{FF2B5EF4-FFF2-40B4-BE49-F238E27FC236}">
                    <a16:creationId xmlns:a16="http://schemas.microsoft.com/office/drawing/2014/main" id="{613F8264-9E56-947D-F55E-FE4B7B831A25}"/>
                  </a:ext>
                </a:extLst>
              </p:cNvPr>
              <p:cNvSpPr/>
              <p:nvPr/>
            </p:nvSpPr>
            <p:spPr>
              <a:xfrm>
                <a:off x="2542794" y="679841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8" name="Freeform 57">
                <a:extLst>
                  <a:ext uri="{FF2B5EF4-FFF2-40B4-BE49-F238E27FC236}">
                    <a16:creationId xmlns:a16="http://schemas.microsoft.com/office/drawing/2014/main" id="{3C9026A9-A1CF-4E2F-DD20-8232F2E8B7EB}"/>
                  </a:ext>
                </a:extLst>
              </p:cNvPr>
              <p:cNvSpPr/>
              <p:nvPr/>
            </p:nvSpPr>
            <p:spPr>
              <a:xfrm>
                <a:off x="2542794" y="641881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9" name="Freeform 58">
                <a:extLst>
                  <a:ext uri="{FF2B5EF4-FFF2-40B4-BE49-F238E27FC236}">
                    <a16:creationId xmlns:a16="http://schemas.microsoft.com/office/drawing/2014/main" id="{54417C75-D46F-672D-D14C-057F5242A32B}"/>
                  </a:ext>
                </a:extLst>
              </p:cNvPr>
              <p:cNvSpPr/>
              <p:nvPr/>
            </p:nvSpPr>
            <p:spPr>
              <a:xfrm>
                <a:off x="2542794" y="603921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60" name="Freeform 59">
                <a:extLst>
                  <a:ext uri="{FF2B5EF4-FFF2-40B4-BE49-F238E27FC236}">
                    <a16:creationId xmlns:a16="http://schemas.microsoft.com/office/drawing/2014/main" id="{1434F2C3-803B-7494-BACE-488AF5130A90}"/>
                  </a:ext>
                </a:extLst>
              </p:cNvPr>
              <p:cNvSpPr/>
              <p:nvPr/>
            </p:nvSpPr>
            <p:spPr>
              <a:xfrm>
                <a:off x="2577591" y="6798416"/>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pPr algn="ctr"/>
                <a:endParaRPr lang="en-US" sz="2646"/>
              </a:p>
            </p:txBody>
          </p:sp>
          <p:sp>
            <p:nvSpPr>
              <p:cNvPr id="61" name="Freeform 60">
                <a:extLst>
                  <a:ext uri="{FF2B5EF4-FFF2-40B4-BE49-F238E27FC236}">
                    <a16:creationId xmlns:a16="http://schemas.microsoft.com/office/drawing/2014/main" id="{B257BDAC-886C-8C1B-0CDC-941A1BF159E4}"/>
                  </a:ext>
                </a:extLst>
              </p:cNvPr>
              <p:cNvSpPr/>
              <p:nvPr/>
            </p:nvSpPr>
            <p:spPr>
              <a:xfrm>
                <a:off x="2720466" y="6798416"/>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2" name="Freeform 61">
                <a:extLst>
                  <a:ext uri="{FF2B5EF4-FFF2-40B4-BE49-F238E27FC236}">
                    <a16:creationId xmlns:a16="http://schemas.microsoft.com/office/drawing/2014/main" id="{855C2903-4346-0FB9-0C15-B222FC0212EA}"/>
                  </a:ext>
                </a:extLst>
              </p:cNvPr>
              <p:cNvSpPr/>
              <p:nvPr/>
            </p:nvSpPr>
            <p:spPr>
              <a:xfrm>
                <a:off x="2958846" y="6798416"/>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3" name="Freeform 62">
                <a:extLst>
                  <a:ext uri="{FF2B5EF4-FFF2-40B4-BE49-F238E27FC236}">
                    <a16:creationId xmlns:a16="http://schemas.microsoft.com/office/drawing/2014/main" id="{EB9F0FD6-71D0-1EA4-EA58-944F8348D4D3}"/>
                  </a:ext>
                </a:extLst>
              </p:cNvPr>
              <p:cNvSpPr/>
              <p:nvPr/>
            </p:nvSpPr>
            <p:spPr>
              <a:xfrm>
                <a:off x="3197097" y="6798416"/>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4" name="Freeform 63">
                <a:extLst>
                  <a:ext uri="{FF2B5EF4-FFF2-40B4-BE49-F238E27FC236}">
                    <a16:creationId xmlns:a16="http://schemas.microsoft.com/office/drawing/2014/main" id="{A2754BCA-B38F-99BD-8D6B-4066EE90DA5C}"/>
                  </a:ext>
                </a:extLst>
              </p:cNvPr>
              <p:cNvSpPr/>
              <p:nvPr/>
            </p:nvSpPr>
            <p:spPr>
              <a:xfrm>
                <a:off x="3435350" y="6798416"/>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5" name="Freeform 64">
                <a:extLst>
                  <a:ext uri="{FF2B5EF4-FFF2-40B4-BE49-F238E27FC236}">
                    <a16:creationId xmlns:a16="http://schemas.microsoft.com/office/drawing/2014/main" id="{556D96B4-966D-02D4-6001-30ABD9231351}"/>
                  </a:ext>
                </a:extLst>
              </p:cNvPr>
              <p:cNvSpPr/>
              <p:nvPr/>
            </p:nvSpPr>
            <p:spPr>
              <a:xfrm>
                <a:off x="3673602" y="6798416"/>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6" name="TextBox 65">
                <a:extLst>
                  <a:ext uri="{FF2B5EF4-FFF2-40B4-BE49-F238E27FC236}">
                    <a16:creationId xmlns:a16="http://schemas.microsoft.com/office/drawing/2014/main" id="{0F35B8DB-480D-7BD4-45C8-61104B0428B7}"/>
                  </a:ext>
                </a:extLst>
              </p:cNvPr>
              <p:cNvSpPr txBox="1"/>
              <p:nvPr/>
            </p:nvSpPr>
            <p:spPr>
              <a:xfrm>
                <a:off x="2579105" y="6794269"/>
                <a:ext cx="282723" cy="23891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M</a:t>
                </a:r>
              </a:p>
            </p:txBody>
          </p:sp>
          <p:sp>
            <p:nvSpPr>
              <p:cNvPr id="67" name="TextBox 66">
                <a:extLst>
                  <a:ext uri="{FF2B5EF4-FFF2-40B4-BE49-F238E27FC236}">
                    <a16:creationId xmlns:a16="http://schemas.microsoft.com/office/drawing/2014/main" id="{85A64006-6773-A77E-E388-0C57C2F66693}"/>
                  </a:ext>
                </a:extLst>
              </p:cNvPr>
              <p:cNvSpPr txBox="1"/>
              <p:nvPr/>
            </p:nvSpPr>
            <p:spPr>
              <a:xfrm>
                <a:off x="2852034" y="6794270"/>
                <a:ext cx="213626" cy="23891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I</a:t>
                </a:r>
              </a:p>
            </p:txBody>
          </p:sp>
          <p:sp>
            <p:nvSpPr>
              <p:cNvPr id="68" name="TextBox 67">
                <a:extLst>
                  <a:ext uri="{FF2B5EF4-FFF2-40B4-BE49-F238E27FC236}">
                    <a16:creationId xmlns:a16="http://schemas.microsoft.com/office/drawing/2014/main" id="{93D135E0-A075-CFCE-5F37-FF25164DBBD7}"/>
                  </a:ext>
                </a:extLst>
              </p:cNvPr>
              <p:cNvSpPr txBox="1"/>
              <p:nvPr/>
            </p:nvSpPr>
            <p:spPr>
              <a:xfrm>
                <a:off x="3055735" y="6794270"/>
                <a:ext cx="282723" cy="23891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LI</a:t>
                </a:r>
              </a:p>
            </p:txBody>
          </p:sp>
          <p:sp>
            <p:nvSpPr>
              <p:cNvPr id="69" name="TextBox 68">
                <a:extLst>
                  <a:ext uri="{FF2B5EF4-FFF2-40B4-BE49-F238E27FC236}">
                    <a16:creationId xmlns:a16="http://schemas.microsoft.com/office/drawing/2014/main" id="{D7A7266C-0CED-151C-60A9-0CFBE7B39C5A}"/>
                  </a:ext>
                </a:extLst>
              </p:cNvPr>
              <p:cNvSpPr txBox="1"/>
              <p:nvPr/>
            </p:nvSpPr>
            <p:spPr>
              <a:xfrm>
                <a:off x="3262731" y="6794270"/>
                <a:ext cx="345238" cy="23891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NF</a:t>
                </a:r>
              </a:p>
            </p:txBody>
          </p:sp>
          <p:sp>
            <p:nvSpPr>
              <p:cNvPr id="70" name="TextBox 69">
                <a:extLst>
                  <a:ext uri="{FF2B5EF4-FFF2-40B4-BE49-F238E27FC236}">
                    <a16:creationId xmlns:a16="http://schemas.microsoft.com/office/drawing/2014/main" id="{2B145DBD-66A8-83EE-F60B-A40844C8B493}"/>
                  </a:ext>
                </a:extLst>
              </p:cNvPr>
              <p:cNvSpPr txBox="1"/>
              <p:nvPr/>
            </p:nvSpPr>
            <p:spPr>
              <a:xfrm>
                <a:off x="3546226" y="6794270"/>
                <a:ext cx="254756" cy="23891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F</a:t>
                </a:r>
              </a:p>
            </p:txBody>
          </p:sp>
          <p:sp>
            <p:nvSpPr>
              <p:cNvPr id="72" name="TextBox 71">
                <a:extLst>
                  <a:ext uri="{FF2B5EF4-FFF2-40B4-BE49-F238E27FC236}">
                    <a16:creationId xmlns:a16="http://schemas.microsoft.com/office/drawing/2014/main" id="{49826E0B-B9F2-EF71-588E-78F6DBEFA84A}"/>
                  </a:ext>
                </a:extLst>
              </p:cNvPr>
              <p:cNvSpPr txBox="1"/>
              <p:nvPr/>
            </p:nvSpPr>
            <p:spPr>
              <a:xfrm rot="16200000">
                <a:off x="1695090" y="6108225"/>
                <a:ext cx="967106" cy="246024"/>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91">
                    <a:ln/>
                    <a:solidFill>
                      <a:srgbClr val="000000"/>
                    </a:solidFill>
                    <a:latin typeface="Arial"/>
                    <a:cs typeface="Arial"/>
                    <a:sym typeface="Arial"/>
                    <a:rtl val="0"/>
                  </a:rPr>
                  <a:t>% of Neurons</a:t>
                </a:r>
              </a:p>
            </p:txBody>
          </p:sp>
          <p:sp>
            <p:nvSpPr>
              <p:cNvPr id="73" name="TextBox 72">
                <a:extLst>
                  <a:ext uri="{FF2B5EF4-FFF2-40B4-BE49-F238E27FC236}">
                    <a16:creationId xmlns:a16="http://schemas.microsoft.com/office/drawing/2014/main" id="{2AC7BBA5-87F0-0D34-CE85-788580D9E6B3}"/>
                  </a:ext>
                </a:extLst>
              </p:cNvPr>
              <p:cNvSpPr txBox="1"/>
              <p:nvPr/>
            </p:nvSpPr>
            <p:spPr>
              <a:xfrm>
                <a:off x="2654083" y="5361796"/>
                <a:ext cx="1056588" cy="253695"/>
              </a:xfrm>
              <a:prstGeom prst="rect">
                <a:avLst/>
              </a:prstGeom>
              <a:noFill/>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1039" dirty="0">
                    <a:ln/>
                    <a:solidFill>
                      <a:srgbClr val="000000"/>
                    </a:solidFill>
                    <a:latin typeface="Arial"/>
                    <a:cs typeface="Arial"/>
                    <a:sym typeface="Arial"/>
                    <a:rtl val="0"/>
                  </a:rPr>
                  <a:t>6_POA_Mixed</a:t>
                </a:r>
              </a:p>
            </p:txBody>
          </p:sp>
        </p:grpSp>
      </p:grpSp>
      <p:grpSp>
        <p:nvGrpSpPr>
          <p:cNvPr id="120" name="Graphic 2298">
            <a:extLst>
              <a:ext uri="{FF2B5EF4-FFF2-40B4-BE49-F238E27FC236}">
                <a16:creationId xmlns:a16="http://schemas.microsoft.com/office/drawing/2014/main" id="{5FFCB8A3-FE13-D7F0-7892-073863A0D6B4}"/>
              </a:ext>
            </a:extLst>
          </p:cNvPr>
          <p:cNvGrpSpPr>
            <a:grpSpLocks noChangeAspect="1"/>
          </p:cNvGrpSpPr>
          <p:nvPr/>
        </p:nvGrpSpPr>
        <p:grpSpPr>
          <a:xfrm>
            <a:off x="0" y="17533"/>
            <a:ext cx="1815451" cy="1761251"/>
            <a:chOff x="228192" y="5276512"/>
            <a:chExt cx="1842525" cy="1812061"/>
          </a:xfrm>
        </p:grpSpPr>
        <p:grpSp>
          <p:nvGrpSpPr>
            <p:cNvPr id="121" name="Graphic 2298">
              <a:extLst>
                <a:ext uri="{FF2B5EF4-FFF2-40B4-BE49-F238E27FC236}">
                  <a16:creationId xmlns:a16="http://schemas.microsoft.com/office/drawing/2014/main" id="{3643A405-7DD7-0290-D0A6-D98B28E05EC2}"/>
                </a:ext>
              </a:extLst>
            </p:cNvPr>
            <p:cNvGrpSpPr/>
            <p:nvPr/>
          </p:nvGrpSpPr>
          <p:grpSpPr>
            <a:xfrm>
              <a:off x="809091" y="5535808"/>
              <a:ext cx="1107211" cy="1177451"/>
              <a:chOff x="809091" y="5535808"/>
              <a:chExt cx="1107211" cy="1177451"/>
            </a:xfrm>
          </p:grpSpPr>
          <p:sp>
            <p:nvSpPr>
              <p:cNvPr id="151" name="Freeform 150">
                <a:extLst>
                  <a:ext uri="{FF2B5EF4-FFF2-40B4-BE49-F238E27FC236}">
                    <a16:creationId xmlns:a16="http://schemas.microsoft.com/office/drawing/2014/main" id="{259325C6-ABD6-33A0-F25D-1381E285BED0}"/>
                  </a:ext>
                </a:extLst>
              </p:cNvPr>
              <p:cNvSpPr/>
              <p:nvPr/>
            </p:nvSpPr>
            <p:spPr>
              <a:xfrm>
                <a:off x="820166" y="6282475"/>
                <a:ext cx="143001" cy="430784"/>
              </a:xfrm>
              <a:custGeom>
                <a:avLst/>
                <a:gdLst>
                  <a:gd name="csX0" fmla="*/ 0 w 143001"/>
                  <a:gd name="csY0" fmla="*/ 0 h 430784"/>
                  <a:gd name="csX1" fmla="*/ 143002 w 143001"/>
                  <a:gd name="csY1" fmla="*/ 0 h 430784"/>
                  <a:gd name="csX2" fmla="*/ 143002 w 143001"/>
                  <a:gd name="csY2" fmla="*/ 430784 h 430784"/>
                  <a:gd name="csX3" fmla="*/ 0 w 143001"/>
                  <a:gd name="csY3" fmla="*/ 430784 h 430784"/>
                </a:gdLst>
                <a:ahLst/>
                <a:cxnLst>
                  <a:cxn ang="0">
                    <a:pos x="csX0" y="csY0"/>
                  </a:cxn>
                  <a:cxn ang="0">
                    <a:pos x="csX1" y="csY1"/>
                  </a:cxn>
                  <a:cxn ang="0">
                    <a:pos x="csX2" y="csY2"/>
                  </a:cxn>
                  <a:cxn ang="0">
                    <a:pos x="csX3" y="csY3"/>
                  </a:cxn>
                </a:cxnLst>
                <a:rect l="l" t="t" r="r" b="b"/>
                <a:pathLst>
                  <a:path w="143001" h="430784">
                    <a:moveTo>
                      <a:pt x="0" y="0"/>
                    </a:moveTo>
                    <a:lnTo>
                      <a:pt x="143002" y="0"/>
                    </a:lnTo>
                    <a:lnTo>
                      <a:pt x="143002" y="430784"/>
                    </a:lnTo>
                    <a:lnTo>
                      <a:pt x="0" y="430784"/>
                    </a:lnTo>
                    <a:close/>
                  </a:path>
                </a:pathLst>
              </a:custGeom>
              <a:solidFill>
                <a:srgbClr val="1965B0"/>
              </a:solidFill>
              <a:ln w="13589" cap="flat">
                <a:noFill/>
                <a:prstDash val="solid"/>
                <a:miter/>
              </a:ln>
            </p:spPr>
            <p:txBody>
              <a:bodyPr/>
              <a:lstStyle/>
              <a:p>
                <a:endParaRPr lang="en-US" sz="2646"/>
              </a:p>
            </p:txBody>
          </p:sp>
          <p:sp>
            <p:nvSpPr>
              <p:cNvPr id="152" name="Freeform 151">
                <a:extLst>
                  <a:ext uri="{FF2B5EF4-FFF2-40B4-BE49-F238E27FC236}">
                    <a16:creationId xmlns:a16="http://schemas.microsoft.com/office/drawing/2014/main" id="{673BDFB9-4C26-3CC7-9D10-7991E7D0030A}"/>
                  </a:ext>
                </a:extLst>
              </p:cNvPr>
              <p:cNvSpPr/>
              <p:nvPr/>
            </p:nvSpPr>
            <p:spPr>
              <a:xfrm>
                <a:off x="1058545" y="6208815"/>
                <a:ext cx="143002" cy="504444"/>
              </a:xfrm>
              <a:custGeom>
                <a:avLst/>
                <a:gdLst>
                  <a:gd name="csX0" fmla="*/ 0 w 143002"/>
                  <a:gd name="csY0" fmla="*/ 0 h 504444"/>
                  <a:gd name="csX1" fmla="*/ 143002 w 143002"/>
                  <a:gd name="csY1" fmla="*/ 0 h 504444"/>
                  <a:gd name="csX2" fmla="*/ 143002 w 143002"/>
                  <a:gd name="csY2" fmla="*/ 504444 h 504444"/>
                  <a:gd name="csX3" fmla="*/ 0 w 143002"/>
                  <a:gd name="csY3" fmla="*/ 504444 h 504444"/>
                </a:gdLst>
                <a:ahLst/>
                <a:cxnLst>
                  <a:cxn ang="0">
                    <a:pos x="csX0" y="csY0"/>
                  </a:cxn>
                  <a:cxn ang="0">
                    <a:pos x="csX1" y="csY1"/>
                  </a:cxn>
                  <a:cxn ang="0">
                    <a:pos x="csX2" y="csY2"/>
                  </a:cxn>
                  <a:cxn ang="0">
                    <a:pos x="csX3" y="csY3"/>
                  </a:cxn>
                </a:cxnLst>
                <a:rect l="l" t="t" r="r" b="b"/>
                <a:pathLst>
                  <a:path w="143002" h="504444">
                    <a:moveTo>
                      <a:pt x="0" y="0"/>
                    </a:moveTo>
                    <a:lnTo>
                      <a:pt x="143002" y="0"/>
                    </a:lnTo>
                    <a:lnTo>
                      <a:pt x="143002" y="504444"/>
                    </a:lnTo>
                    <a:lnTo>
                      <a:pt x="0" y="504444"/>
                    </a:lnTo>
                    <a:close/>
                  </a:path>
                </a:pathLst>
              </a:custGeom>
              <a:solidFill>
                <a:srgbClr val="4EB265"/>
              </a:solidFill>
              <a:ln w="13589" cap="flat">
                <a:noFill/>
                <a:prstDash val="solid"/>
                <a:miter/>
              </a:ln>
            </p:spPr>
            <p:txBody>
              <a:bodyPr/>
              <a:lstStyle/>
              <a:p>
                <a:endParaRPr lang="en-US" sz="2646"/>
              </a:p>
            </p:txBody>
          </p:sp>
          <p:sp>
            <p:nvSpPr>
              <p:cNvPr id="153" name="Freeform 152">
                <a:extLst>
                  <a:ext uri="{FF2B5EF4-FFF2-40B4-BE49-F238E27FC236}">
                    <a16:creationId xmlns:a16="http://schemas.microsoft.com/office/drawing/2014/main" id="{509CD50D-F5A7-B9A7-09D2-5CD46078D21A}"/>
                  </a:ext>
                </a:extLst>
              </p:cNvPr>
              <p:cNvSpPr/>
              <p:nvPr/>
            </p:nvSpPr>
            <p:spPr>
              <a:xfrm>
                <a:off x="1296797" y="6159158"/>
                <a:ext cx="143002" cy="554101"/>
              </a:xfrm>
              <a:custGeom>
                <a:avLst/>
                <a:gdLst>
                  <a:gd name="csX0" fmla="*/ 0 w 143002"/>
                  <a:gd name="csY0" fmla="*/ 0 h 554101"/>
                  <a:gd name="csX1" fmla="*/ 143002 w 143002"/>
                  <a:gd name="csY1" fmla="*/ 0 h 554101"/>
                  <a:gd name="csX2" fmla="*/ 143002 w 143002"/>
                  <a:gd name="csY2" fmla="*/ 554101 h 554101"/>
                  <a:gd name="csX3" fmla="*/ 0 w 143002"/>
                  <a:gd name="csY3" fmla="*/ 554101 h 554101"/>
                </a:gdLst>
                <a:ahLst/>
                <a:cxnLst>
                  <a:cxn ang="0">
                    <a:pos x="csX0" y="csY0"/>
                  </a:cxn>
                  <a:cxn ang="0">
                    <a:pos x="csX1" y="csY1"/>
                  </a:cxn>
                  <a:cxn ang="0">
                    <a:pos x="csX2" y="csY2"/>
                  </a:cxn>
                  <a:cxn ang="0">
                    <a:pos x="csX3" y="csY3"/>
                  </a:cxn>
                </a:cxnLst>
                <a:rect l="l" t="t" r="r" b="b"/>
                <a:pathLst>
                  <a:path w="143002" h="554101">
                    <a:moveTo>
                      <a:pt x="0" y="0"/>
                    </a:moveTo>
                    <a:lnTo>
                      <a:pt x="143002" y="0"/>
                    </a:lnTo>
                    <a:lnTo>
                      <a:pt x="143002" y="554101"/>
                    </a:lnTo>
                    <a:lnTo>
                      <a:pt x="0" y="554101"/>
                    </a:lnTo>
                    <a:close/>
                  </a:path>
                </a:pathLst>
              </a:custGeom>
              <a:solidFill>
                <a:srgbClr val="F7F056"/>
              </a:solidFill>
              <a:ln w="13589" cap="flat">
                <a:noFill/>
                <a:prstDash val="solid"/>
                <a:miter/>
              </a:ln>
            </p:spPr>
            <p:txBody>
              <a:bodyPr/>
              <a:lstStyle/>
              <a:p>
                <a:endParaRPr lang="en-US" sz="2646"/>
              </a:p>
            </p:txBody>
          </p:sp>
          <p:sp>
            <p:nvSpPr>
              <p:cNvPr id="154" name="Freeform 153">
                <a:extLst>
                  <a:ext uri="{FF2B5EF4-FFF2-40B4-BE49-F238E27FC236}">
                    <a16:creationId xmlns:a16="http://schemas.microsoft.com/office/drawing/2014/main" id="{9B1CE623-ECD5-7A56-821C-CE01133DDD3A}"/>
                  </a:ext>
                </a:extLst>
              </p:cNvPr>
              <p:cNvSpPr/>
              <p:nvPr/>
            </p:nvSpPr>
            <p:spPr>
              <a:xfrm>
                <a:off x="1535049" y="6210974"/>
                <a:ext cx="143002" cy="502158"/>
              </a:xfrm>
              <a:custGeom>
                <a:avLst/>
                <a:gdLst>
                  <a:gd name="csX0" fmla="*/ 0 w 143002"/>
                  <a:gd name="csY0" fmla="*/ 0 h 502158"/>
                  <a:gd name="csX1" fmla="*/ 143002 w 143002"/>
                  <a:gd name="csY1" fmla="*/ 0 h 502158"/>
                  <a:gd name="csX2" fmla="*/ 143002 w 143002"/>
                  <a:gd name="csY2" fmla="*/ 502158 h 502158"/>
                  <a:gd name="csX3" fmla="*/ 0 w 143002"/>
                  <a:gd name="csY3" fmla="*/ 502158 h 502158"/>
                </a:gdLst>
                <a:ahLst/>
                <a:cxnLst>
                  <a:cxn ang="0">
                    <a:pos x="csX0" y="csY0"/>
                  </a:cxn>
                  <a:cxn ang="0">
                    <a:pos x="csX1" y="csY1"/>
                  </a:cxn>
                  <a:cxn ang="0">
                    <a:pos x="csX2" y="csY2"/>
                  </a:cxn>
                  <a:cxn ang="0">
                    <a:pos x="csX3" y="csY3"/>
                  </a:cxn>
                </a:cxnLst>
                <a:rect l="l" t="t" r="r" b="b"/>
                <a:pathLst>
                  <a:path w="143002" h="502158">
                    <a:moveTo>
                      <a:pt x="0" y="0"/>
                    </a:moveTo>
                    <a:lnTo>
                      <a:pt x="143002" y="0"/>
                    </a:lnTo>
                    <a:lnTo>
                      <a:pt x="143002" y="502158"/>
                    </a:lnTo>
                    <a:lnTo>
                      <a:pt x="0" y="502158"/>
                    </a:lnTo>
                    <a:close/>
                  </a:path>
                </a:pathLst>
              </a:custGeom>
              <a:solidFill>
                <a:srgbClr val="7BAFDE"/>
              </a:solidFill>
              <a:ln w="13589" cap="flat">
                <a:noFill/>
                <a:prstDash val="solid"/>
                <a:miter/>
              </a:ln>
            </p:spPr>
            <p:txBody>
              <a:bodyPr/>
              <a:lstStyle/>
              <a:p>
                <a:endParaRPr lang="en-US" sz="2646"/>
              </a:p>
            </p:txBody>
          </p:sp>
          <p:sp>
            <p:nvSpPr>
              <p:cNvPr id="155" name="Freeform 154">
                <a:extLst>
                  <a:ext uri="{FF2B5EF4-FFF2-40B4-BE49-F238E27FC236}">
                    <a16:creationId xmlns:a16="http://schemas.microsoft.com/office/drawing/2014/main" id="{311E7884-AE9F-E27E-31CE-F274FE8FC1F8}"/>
                  </a:ext>
                </a:extLst>
              </p:cNvPr>
              <p:cNvSpPr/>
              <p:nvPr/>
            </p:nvSpPr>
            <p:spPr>
              <a:xfrm>
                <a:off x="1773301" y="6278919"/>
                <a:ext cx="143001" cy="434213"/>
              </a:xfrm>
              <a:custGeom>
                <a:avLst/>
                <a:gdLst>
                  <a:gd name="csX0" fmla="*/ 0 w 143001"/>
                  <a:gd name="csY0" fmla="*/ 0 h 434213"/>
                  <a:gd name="csX1" fmla="*/ 143002 w 143001"/>
                  <a:gd name="csY1" fmla="*/ 0 h 434213"/>
                  <a:gd name="csX2" fmla="*/ 143002 w 143001"/>
                  <a:gd name="csY2" fmla="*/ 434213 h 434213"/>
                  <a:gd name="csX3" fmla="*/ 0 w 143001"/>
                  <a:gd name="csY3" fmla="*/ 434213 h 434213"/>
                </a:gdLst>
                <a:ahLst/>
                <a:cxnLst>
                  <a:cxn ang="0">
                    <a:pos x="csX0" y="csY0"/>
                  </a:cxn>
                  <a:cxn ang="0">
                    <a:pos x="csX1" y="csY1"/>
                  </a:cxn>
                  <a:cxn ang="0">
                    <a:pos x="csX2" y="csY2"/>
                  </a:cxn>
                  <a:cxn ang="0">
                    <a:pos x="csX3" y="csY3"/>
                  </a:cxn>
                </a:cxnLst>
                <a:rect l="l" t="t" r="r" b="b"/>
                <a:pathLst>
                  <a:path w="143001" h="434213">
                    <a:moveTo>
                      <a:pt x="0" y="0"/>
                    </a:moveTo>
                    <a:lnTo>
                      <a:pt x="143002" y="0"/>
                    </a:lnTo>
                    <a:lnTo>
                      <a:pt x="143002" y="434213"/>
                    </a:lnTo>
                    <a:lnTo>
                      <a:pt x="0" y="434213"/>
                    </a:lnTo>
                    <a:close/>
                  </a:path>
                </a:pathLst>
              </a:custGeom>
              <a:solidFill>
                <a:srgbClr val="DC050C"/>
              </a:solidFill>
              <a:ln w="13589" cap="flat">
                <a:noFill/>
                <a:prstDash val="solid"/>
                <a:miter/>
              </a:ln>
            </p:spPr>
            <p:txBody>
              <a:bodyPr/>
              <a:lstStyle/>
              <a:p>
                <a:endParaRPr lang="en-US" sz="2646"/>
              </a:p>
            </p:txBody>
          </p:sp>
          <p:sp>
            <p:nvSpPr>
              <p:cNvPr id="156" name="Freeform 155">
                <a:extLst>
                  <a:ext uri="{FF2B5EF4-FFF2-40B4-BE49-F238E27FC236}">
                    <a16:creationId xmlns:a16="http://schemas.microsoft.com/office/drawing/2014/main" id="{441E1A58-AAF5-5D93-E4E7-F2A49A6C9CA4}"/>
                  </a:ext>
                </a:extLst>
              </p:cNvPr>
              <p:cNvSpPr/>
              <p:nvPr/>
            </p:nvSpPr>
            <p:spPr>
              <a:xfrm>
                <a:off x="844041" y="6261139"/>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2646"/>
              </a:p>
            </p:txBody>
          </p:sp>
          <p:sp>
            <p:nvSpPr>
              <p:cNvPr id="157" name="Freeform 156">
                <a:extLst>
                  <a:ext uri="{FF2B5EF4-FFF2-40B4-BE49-F238E27FC236}">
                    <a16:creationId xmlns:a16="http://schemas.microsoft.com/office/drawing/2014/main" id="{819EA4E9-C0D2-820A-5499-4FE3FBBFC6AB}"/>
                  </a:ext>
                </a:extLst>
              </p:cNvPr>
              <p:cNvSpPr/>
              <p:nvPr/>
            </p:nvSpPr>
            <p:spPr>
              <a:xfrm>
                <a:off x="891666" y="6261139"/>
                <a:ext cx="12700" cy="42671"/>
              </a:xfrm>
              <a:custGeom>
                <a:avLst/>
                <a:gdLst>
                  <a:gd name="csX0" fmla="*/ 0 w 12700"/>
                  <a:gd name="csY0" fmla="*/ 0 h 42671"/>
                  <a:gd name="csX1" fmla="*/ 0 w 12700"/>
                  <a:gd name="csY1" fmla="*/ 42672 h 42671"/>
                </a:gdLst>
                <a:ahLst/>
                <a:cxnLst>
                  <a:cxn ang="0">
                    <a:pos x="csX0" y="csY0"/>
                  </a:cxn>
                  <a:cxn ang="0">
                    <a:pos x="csX1" y="csY1"/>
                  </a:cxn>
                </a:cxnLst>
                <a:rect l="l" t="t" r="r" b="b"/>
                <a:pathLst>
                  <a:path w="12700" h="42671">
                    <a:moveTo>
                      <a:pt x="0" y="0"/>
                    </a:moveTo>
                    <a:lnTo>
                      <a:pt x="0" y="42672"/>
                    </a:lnTo>
                  </a:path>
                </a:pathLst>
              </a:custGeom>
              <a:noFill/>
              <a:ln w="13589" cap="flat">
                <a:solidFill>
                  <a:srgbClr val="000000"/>
                </a:solidFill>
                <a:prstDash val="solid"/>
                <a:round/>
              </a:ln>
            </p:spPr>
            <p:txBody>
              <a:bodyPr/>
              <a:lstStyle/>
              <a:p>
                <a:endParaRPr lang="en-US" sz="2646"/>
              </a:p>
            </p:txBody>
          </p:sp>
          <p:sp>
            <p:nvSpPr>
              <p:cNvPr id="158" name="Freeform 157">
                <a:extLst>
                  <a:ext uri="{FF2B5EF4-FFF2-40B4-BE49-F238E27FC236}">
                    <a16:creationId xmlns:a16="http://schemas.microsoft.com/office/drawing/2014/main" id="{FC6CB7DF-65C6-2D2A-320C-6074A09B8821}"/>
                  </a:ext>
                </a:extLst>
              </p:cNvPr>
              <p:cNvSpPr/>
              <p:nvPr/>
            </p:nvSpPr>
            <p:spPr>
              <a:xfrm>
                <a:off x="844041" y="6303810"/>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2646"/>
              </a:p>
            </p:txBody>
          </p:sp>
          <p:sp>
            <p:nvSpPr>
              <p:cNvPr id="159" name="Freeform 158">
                <a:extLst>
                  <a:ext uri="{FF2B5EF4-FFF2-40B4-BE49-F238E27FC236}">
                    <a16:creationId xmlns:a16="http://schemas.microsoft.com/office/drawing/2014/main" id="{EA888805-F396-99CC-531E-4F6455393F57}"/>
                  </a:ext>
                </a:extLst>
              </p:cNvPr>
              <p:cNvSpPr/>
              <p:nvPr/>
            </p:nvSpPr>
            <p:spPr>
              <a:xfrm>
                <a:off x="1082294" y="6150014"/>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2646"/>
              </a:p>
            </p:txBody>
          </p:sp>
          <p:sp>
            <p:nvSpPr>
              <p:cNvPr id="160" name="Freeform 159">
                <a:extLst>
                  <a:ext uri="{FF2B5EF4-FFF2-40B4-BE49-F238E27FC236}">
                    <a16:creationId xmlns:a16="http://schemas.microsoft.com/office/drawing/2014/main" id="{2C63A80A-4E6B-602B-1F0D-6C529946FC11}"/>
                  </a:ext>
                </a:extLst>
              </p:cNvPr>
              <p:cNvSpPr/>
              <p:nvPr/>
            </p:nvSpPr>
            <p:spPr>
              <a:xfrm>
                <a:off x="1130046" y="6150014"/>
                <a:ext cx="12700" cy="117475"/>
              </a:xfrm>
              <a:custGeom>
                <a:avLst/>
                <a:gdLst>
                  <a:gd name="csX0" fmla="*/ 0 w 12700"/>
                  <a:gd name="csY0" fmla="*/ 0 h 117475"/>
                  <a:gd name="csX1" fmla="*/ 0 w 12700"/>
                  <a:gd name="csY1" fmla="*/ 117475 h 117475"/>
                </a:gdLst>
                <a:ahLst/>
                <a:cxnLst>
                  <a:cxn ang="0">
                    <a:pos x="csX0" y="csY0"/>
                  </a:cxn>
                  <a:cxn ang="0">
                    <a:pos x="csX1" y="csY1"/>
                  </a:cxn>
                </a:cxnLst>
                <a:rect l="l" t="t" r="r" b="b"/>
                <a:pathLst>
                  <a:path w="12700" h="117475">
                    <a:moveTo>
                      <a:pt x="0" y="0"/>
                    </a:moveTo>
                    <a:lnTo>
                      <a:pt x="0" y="117475"/>
                    </a:lnTo>
                  </a:path>
                </a:pathLst>
              </a:custGeom>
              <a:noFill/>
              <a:ln w="13589" cap="flat">
                <a:solidFill>
                  <a:srgbClr val="000000"/>
                </a:solidFill>
                <a:prstDash val="solid"/>
                <a:round/>
              </a:ln>
            </p:spPr>
            <p:txBody>
              <a:bodyPr/>
              <a:lstStyle/>
              <a:p>
                <a:endParaRPr lang="en-US" sz="2646"/>
              </a:p>
            </p:txBody>
          </p:sp>
          <p:sp>
            <p:nvSpPr>
              <p:cNvPr id="161" name="Freeform 160">
                <a:extLst>
                  <a:ext uri="{FF2B5EF4-FFF2-40B4-BE49-F238E27FC236}">
                    <a16:creationId xmlns:a16="http://schemas.microsoft.com/office/drawing/2014/main" id="{445F2592-01D2-419C-68B5-81CB1AC5ACE4}"/>
                  </a:ext>
                </a:extLst>
              </p:cNvPr>
              <p:cNvSpPr/>
              <p:nvPr/>
            </p:nvSpPr>
            <p:spPr>
              <a:xfrm>
                <a:off x="1082294" y="6267489"/>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2646"/>
              </a:p>
            </p:txBody>
          </p:sp>
          <p:sp>
            <p:nvSpPr>
              <p:cNvPr id="162" name="Freeform 161">
                <a:extLst>
                  <a:ext uri="{FF2B5EF4-FFF2-40B4-BE49-F238E27FC236}">
                    <a16:creationId xmlns:a16="http://schemas.microsoft.com/office/drawing/2014/main" id="{368AB077-7B6D-06E8-A571-DCB304E9AAA3}"/>
                  </a:ext>
                </a:extLst>
              </p:cNvPr>
              <p:cNvSpPr/>
              <p:nvPr/>
            </p:nvSpPr>
            <p:spPr>
              <a:xfrm>
                <a:off x="1320672" y="6147093"/>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2646"/>
              </a:p>
            </p:txBody>
          </p:sp>
          <p:sp>
            <p:nvSpPr>
              <p:cNvPr id="163" name="Freeform 162">
                <a:extLst>
                  <a:ext uri="{FF2B5EF4-FFF2-40B4-BE49-F238E27FC236}">
                    <a16:creationId xmlns:a16="http://schemas.microsoft.com/office/drawing/2014/main" id="{213EDDE6-3543-6B22-5CB8-6E159987AEDD}"/>
                  </a:ext>
                </a:extLst>
              </p:cNvPr>
              <p:cNvSpPr/>
              <p:nvPr/>
            </p:nvSpPr>
            <p:spPr>
              <a:xfrm>
                <a:off x="1368297" y="6147093"/>
                <a:ext cx="12700" cy="24002"/>
              </a:xfrm>
              <a:custGeom>
                <a:avLst/>
                <a:gdLst>
                  <a:gd name="csX0" fmla="*/ 0 w 12700"/>
                  <a:gd name="csY0" fmla="*/ 0 h 24002"/>
                  <a:gd name="csX1" fmla="*/ 0 w 12700"/>
                  <a:gd name="csY1" fmla="*/ 24003 h 24002"/>
                </a:gdLst>
                <a:ahLst/>
                <a:cxnLst>
                  <a:cxn ang="0">
                    <a:pos x="csX0" y="csY0"/>
                  </a:cxn>
                  <a:cxn ang="0">
                    <a:pos x="csX1" y="csY1"/>
                  </a:cxn>
                </a:cxnLst>
                <a:rect l="l" t="t" r="r" b="b"/>
                <a:pathLst>
                  <a:path w="12700" h="24002">
                    <a:moveTo>
                      <a:pt x="0" y="0"/>
                    </a:moveTo>
                    <a:lnTo>
                      <a:pt x="0" y="24003"/>
                    </a:lnTo>
                  </a:path>
                </a:pathLst>
              </a:custGeom>
              <a:noFill/>
              <a:ln w="13589" cap="flat">
                <a:solidFill>
                  <a:srgbClr val="000000"/>
                </a:solidFill>
                <a:prstDash val="solid"/>
                <a:round/>
              </a:ln>
            </p:spPr>
            <p:txBody>
              <a:bodyPr/>
              <a:lstStyle/>
              <a:p>
                <a:endParaRPr lang="en-US" sz="2646"/>
              </a:p>
            </p:txBody>
          </p:sp>
          <p:sp>
            <p:nvSpPr>
              <p:cNvPr id="164" name="Freeform 163">
                <a:extLst>
                  <a:ext uri="{FF2B5EF4-FFF2-40B4-BE49-F238E27FC236}">
                    <a16:creationId xmlns:a16="http://schemas.microsoft.com/office/drawing/2014/main" id="{C761CFD0-25C3-C443-2AED-17AE78B5912D}"/>
                  </a:ext>
                </a:extLst>
              </p:cNvPr>
              <p:cNvSpPr/>
              <p:nvPr/>
            </p:nvSpPr>
            <p:spPr>
              <a:xfrm>
                <a:off x="1320672" y="6171095"/>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2646"/>
              </a:p>
            </p:txBody>
          </p:sp>
          <p:sp>
            <p:nvSpPr>
              <p:cNvPr id="165" name="Freeform 164">
                <a:extLst>
                  <a:ext uri="{FF2B5EF4-FFF2-40B4-BE49-F238E27FC236}">
                    <a16:creationId xmlns:a16="http://schemas.microsoft.com/office/drawing/2014/main" id="{8A09810B-9770-E26B-612E-974278D72C30}"/>
                  </a:ext>
                </a:extLst>
              </p:cNvPr>
              <p:cNvSpPr/>
              <p:nvPr/>
            </p:nvSpPr>
            <p:spPr>
              <a:xfrm>
                <a:off x="1797177" y="6247423"/>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2646"/>
              </a:p>
            </p:txBody>
          </p:sp>
          <p:sp>
            <p:nvSpPr>
              <p:cNvPr id="166" name="Freeform 165">
                <a:extLst>
                  <a:ext uri="{FF2B5EF4-FFF2-40B4-BE49-F238E27FC236}">
                    <a16:creationId xmlns:a16="http://schemas.microsoft.com/office/drawing/2014/main" id="{101E1296-7544-3C34-25AF-0557365D2116}"/>
                  </a:ext>
                </a:extLst>
              </p:cNvPr>
              <p:cNvSpPr/>
              <p:nvPr/>
            </p:nvSpPr>
            <p:spPr>
              <a:xfrm>
                <a:off x="1844802" y="6247423"/>
                <a:ext cx="12700" cy="62991"/>
              </a:xfrm>
              <a:custGeom>
                <a:avLst/>
                <a:gdLst>
                  <a:gd name="csX0" fmla="*/ 0 w 12700"/>
                  <a:gd name="csY0" fmla="*/ 0 h 62991"/>
                  <a:gd name="csX1" fmla="*/ 0 w 12700"/>
                  <a:gd name="csY1" fmla="*/ 62992 h 62991"/>
                </a:gdLst>
                <a:ahLst/>
                <a:cxnLst>
                  <a:cxn ang="0">
                    <a:pos x="csX0" y="csY0"/>
                  </a:cxn>
                  <a:cxn ang="0">
                    <a:pos x="csX1" y="csY1"/>
                  </a:cxn>
                </a:cxnLst>
                <a:rect l="l" t="t" r="r" b="b"/>
                <a:pathLst>
                  <a:path w="12700" h="62991">
                    <a:moveTo>
                      <a:pt x="0" y="0"/>
                    </a:moveTo>
                    <a:lnTo>
                      <a:pt x="0" y="62992"/>
                    </a:lnTo>
                  </a:path>
                </a:pathLst>
              </a:custGeom>
              <a:noFill/>
              <a:ln w="13589" cap="flat">
                <a:solidFill>
                  <a:srgbClr val="000000"/>
                </a:solidFill>
                <a:prstDash val="solid"/>
                <a:round/>
              </a:ln>
            </p:spPr>
            <p:txBody>
              <a:bodyPr/>
              <a:lstStyle/>
              <a:p>
                <a:endParaRPr lang="en-US" sz="2646"/>
              </a:p>
            </p:txBody>
          </p:sp>
          <p:sp>
            <p:nvSpPr>
              <p:cNvPr id="167" name="Freeform 166">
                <a:extLst>
                  <a:ext uri="{FF2B5EF4-FFF2-40B4-BE49-F238E27FC236}">
                    <a16:creationId xmlns:a16="http://schemas.microsoft.com/office/drawing/2014/main" id="{4BD781E9-899F-2A57-D746-05CC397845AC}"/>
                  </a:ext>
                </a:extLst>
              </p:cNvPr>
              <p:cNvSpPr/>
              <p:nvPr/>
            </p:nvSpPr>
            <p:spPr>
              <a:xfrm>
                <a:off x="1797177" y="6310415"/>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2646"/>
              </a:p>
            </p:txBody>
          </p:sp>
          <p:sp>
            <p:nvSpPr>
              <p:cNvPr id="168" name="Freeform 167">
                <a:extLst>
                  <a:ext uri="{FF2B5EF4-FFF2-40B4-BE49-F238E27FC236}">
                    <a16:creationId xmlns:a16="http://schemas.microsoft.com/office/drawing/2014/main" id="{6C33478E-07F1-A0E1-D460-AB742D61EB2F}"/>
                  </a:ext>
                </a:extLst>
              </p:cNvPr>
              <p:cNvSpPr/>
              <p:nvPr/>
            </p:nvSpPr>
            <p:spPr>
              <a:xfrm>
                <a:off x="1369949" y="615293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69" name="Freeform 168">
                <a:extLst>
                  <a:ext uri="{FF2B5EF4-FFF2-40B4-BE49-F238E27FC236}">
                    <a16:creationId xmlns:a16="http://schemas.microsoft.com/office/drawing/2014/main" id="{B1FE40CE-8D56-744B-A00E-25102509A8B6}"/>
                  </a:ext>
                </a:extLst>
              </p:cNvPr>
              <p:cNvSpPr/>
              <p:nvPr/>
            </p:nvSpPr>
            <p:spPr>
              <a:xfrm>
                <a:off x="1132840" y="63435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0" name="Freeform 169">
                <a:extLst>
                  <a:ext uri="{FF2B5EF4-FFF2-40B4-BE49-F238E27FC236}">
                    <a16:creationId xmlns:a16="http://schemas.microsoft.com/office/drawing/2014/main" id="{8BC2A451-0A8D-9E3D-EF65-CED723290CE0}"/>
                  </a:ext>
                </a:extLst>
              </p:cNvPr>
              <p:cNvSpPr/>
              <p:nvPr/>
            </p:nvSpPr>
            <p:spPr>
              <a:xfrm>
                <a:off x="1101725" y="60015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1" name="Freeform 170">
                <a:extLst>
                  <a:ext uri="{FF2B5EF4-FFF2-40B4-BE49-F238E27FC236}">
                    <a16:creationId xmlns:a16="http://schemas.microsoft.com/office/drawing/2014/main" id="{763A0065-A8F8-DEEF-EDE4-0C3B700F6649}"/>
                  </a:ext>
                </a:extLst>
              </p:cNvPr>
              <p:cNvSpPr/>
              <p:nvPr/>
            </p:nvSpPr>
            <p:spPr>
              <a:xfrm>
                <a:off x="1842516" y="6232564"/>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2" name="Freeform 171">
                <a:extLst>
                  <a:ext uri="{FF2B5EF4-FFF2-40B4-BE49-F238E27FC236}">
                    <a16:creationId xmlns:a16="http://schemas.microsoft.com/office/drawing/2014/main" id="{6C8ACCAA-7146-A664-22B4-40430B8E9DF2}"/>
                  </a:ext>
                </a:extLst>
              </p:cNvPr>
              <p:cNvSpPr/>
              <p:nvPr/>
            </p:nvSpPr>
            <p:spPr>
              <a:xfrm>
                <a:off x="880364" y="631917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3" name="Freeform 172">
                <a:extLst>
                  <a:ext uri="{FF2B5EF4-FFF2-40B4-BE49-F238E27FC236}">
                    <a16:creationId xmlns:a16="http://schemas.microsoft.com/office/drawing/2014/main" id="{FE1BC1BC-5D18-C9F0-0745-60B1CABB1DC8}"/>
                  </a:ext>
                </a:extLst>
              </p:cNvPr>
              <p:cNvSpPr/>
              <p:nvPr/>
            </p:nvSpPr>
            <p:spPr>
              <a:xfrm>
                <a:off x="1827657" y="61528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4" name="Freeform 173">
                <a:extLst>
                  <a:ext uri="{FF2B5EF4-FFF2-40B4-BE49-F238E27FC236}">
                    <a16:creationId xmlns:a16="http://schemas.microsoft.com/office/drawing/2014/main" id="{43C7CBF0-6CCA-6F78-8B91-D86FF0387392}"/>
                  </a:ext>
                </a:extLst>
              </p:cNvPr>
              <p:cNvSpPr/>
              <p:nvPr/>
            </p:nvSpPr>
            <p:spPr>
              <a:xfrm>
                <a:off x="884936" y="62323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5" name="Freeform 174">
                <a:extLst>
                  <a:ext uri="{FF2B5EF4-FFF2-40B4-BE49-F238E27FC236}">
                    <a16:creationId xmlns:a16="http://schemas.microsoft.com/office/drawing/2014/main" id="{3C6713E5-DB20-A670-792B-77B6F3BF1177}"/>
                  </a:ext>
                </a:extLst>
              </p:cNvPr>
              <p:cNvSpPr/>
              <p:nvPr/>
            </p:nvSpPr>
            <p:spPr>
              <a:xfrm>
                <a:off x="1809369" y="63306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6" name="Freeform 175">
                <a:extLst>
                  <a:ext uri="{FF2B5EF4-FFF2-40B4-BE49-F238E27FC236}">
                    <a16:creationId xmlns:a16="http://schemas.microsoft.com/office/drawing/2014/main" id="{D67722E2-F290-D41E-B297-7653D45C7FB4}"/>
                  </a:ext>
                </a:extLst>
              </p:cNvPr>
              <p:cNvSpPr/>
              <p:nvPr/>
            </p:nvSpPr>
            <p:spPr>
              <a:xfrm>
                <a:off x="881126" y="630444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7" name="Freeform 176">
                <a:extLst>
                  <a:ext uri="{FF2B5EF4-FFF2-40B4-BE49-F238E27FC236}">
                    <a16:creationId xmlns:a16="http://schemas.microsoft.com/office/drawing/2014/main" id="{C5723EF5-DEF6-9FD7-0A29-973B361796B9}"/>
                  </a:ext>
                </a:extLst>
              </p:cNvPr>
              <p:cNvSpPr/>
              <p:nvPr/>
            </p:nvSpPr>
            <p:spPr>
              <a:xfrm>
                <a:off x="1836547" y="6285777"/>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8" name="Freeform 177">
                <a:extLst>
                  <a:ext uri="{FF2B5EF4-FFF2-40B4-BE49-F238E27FC236}">
                    <a16:creationId xmlns:a16="http://schemas.microsoft.com/office/drawing/2014/main" id="{D3467032-F497-DA39-D1AB-710FF4465C1B}"/>
                  </a:ext>
                </a:extLst>
              </p:cNvPr>
              <p:cNvSpPr/>
              <p:nvPr/>
            </p:nvSpPr>
            <p:spPr>
              <a:xfrm>
                <a:off x="871601" y="62166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79" name="Freeform 178">
                <a:extLst>
                  <a:ext uri="{FF2B5EF4-FFF2-40B4-BE49-F238E27FC236}">
                    <a16:creationId xmlns:a16="http://schemas.microsoft.com/office/drawing/2014/main" id="{A70C297A-6030-D631-76FD-3B20FA8F5B25}"/>
                  </a:ext>
                </a:extLst>
              </p:cNvPr>
              <p:cNvSpPr/>
              <p:nvPr/>
            </p:nvSpPr>
            <p:spPr>
              <a:xfrm>
                <a:off x="1837309" y="635588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0" name="Freeform 179">
                <a:extLst>
                  <a:ext uri="{FF2B5EF4-FFF2-40B4-BE49-F238E27FC236}">
                    <a16:creationId xmlns:a16="http://schemas.microsoft.com/office/drawing/2014/main" id="{F57E8BF8-F2BF-7360-C61A-09E34D08F70E}"/>
                  </a:ext>
                </a:extLst>
              </p:cNvPr>
              <p:cNvSpPr/>
              <p:nvPr/>
            </p:nvSpPr>
            <p:spPr>
              <a:xfrm>
                <a:off x="894334" y="62038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1" name="Freeform 180">
                <a:extLst>
                  <a:ext uri="{FF2B5EF4-FFF2-40B4-BE49-F238E27FC236}">
                    <a16:creationId xmlns:a16="http://schemas.microsoft.com/office/drawing/2014/main" id="{07FC52DB-6004-CAC7-DE2B-767F69193199}"/>
                  </a:ext>
                </a:extLst>
              </p:cNvPr>
              <p:cNvSpPr/>
              <p:nvPr/>
            </p:nvSpPr>
            <p:spPr>
              <a:xfrm>
                <a:off x="1100328" y="623180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2" name="Freeform 181">
                <a:extLst>
                  <a:ext uri="{FF2B5EF4-FFF2-40B4-BE49-F238E27FC236}">
                    <a16:creationId xmlns:a16="http://schemas.microsoft.com/office/drawing/2014/main" id="{CD03C159-FDE6-B285-EE58-40976BFA5C46}"/>
                  </a:ext>
                </a:extLst>
              </p:cNvPr>
              <p:cNvSpPr/>
              <p:nvPr/>
            </p:nvSpPr>
            <p:spPr>
              <a:xfrm>
                <a:off x="1824990" y="6207545"/>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3" name="Freeform 182">
                <a:extLst>
                  <a:ext uri="{FF2B5EF4-FFF2-40B4-BE49-F238E27FC236}">
                    <a16:creationId xmlns:a16="http://schemas.microsoft.com/office/drawing/2014/main" id="{BE2A2376-996B-CF74-DA9A-64C88866EDC0}"/>
                  </a:ext>
                </a:extLst>
              </p:cNvPr>
              <p:cNvSpPr/>
              <p:nvPr/>
            </p:nvSpPr>
            <p:spPr>
              <a:xfrm>
                <a:off x="894588" y="63101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4" name="Freeform 183">
                <a:extLst>
                  <a:ext uri="{FF2B5EF4-FFF2-40B4-BE49-F238E27FC236}">
                    <a16:creationId xmlns:a16="http://schemas.microsoft.com/office/drawing/2014/main" id="{22B07DE3-C8AF-30D7-273E-F01362058FB8}"/>
                  </a:ext>
                </a:extLst>
              </p:cNvPr>
              <p:cNvSpPr/>
              <p:nvPr/>
            </p:nvSpPr>
            <p:spPr>
              <a:xfrm>
                <a:off x="1372997" y="61290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5" name="Freeform 184">
                <a:extLst>
                  <a:ext uri="{FF2B5EF4-FFF2-40B4-BE49-F238E27FC236}">
                    <a16:creationId xmlns:a16="http://schemas.microsoft.com/office/drawing/2014/main" id="{5807068C-E51F-677E-3B3A-642D53EF7740}"/>
                  </a:ext>
                </a:extLst>
              </p:cNvPr>
              <p:cNvSpPr/>
              <p:nvPr/>
            </p:nvSpPr>
            <p:spPr>
              <a:xfrm>
                <a:off x="1093724" y="628514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6" name="Freeform 185">
                <a:extLst>
                  <a:ext uri="{FF2B5EF4-FFF2-40B4-BE49-F238E27FC236}">
                    <a16:creationId xmlns:a16="http://schemas.microsoft.com/office/drawing/2014/main" id="{E7DE4D18-787E-5226-411F-C4310A3DFD0F}"/>
                  </a:ext>
                </a:extLst>
              </p:cNvPr>
              <p:cNvSpPr/>
              <p:nvPr/>
            </p:nvSpPr>
            <p:spPr>
              <a:xfrm>
                <a:off x="1110742" y="59388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7" name="Freeform 186">
                <a:extLst>
                  <a:ext uri="{FF2B5EF4-FFF2-40B4-BE49-F238E27FC236}">
                    <a16:creationId xmlns:a16="http://schemas.microsoft.com/office/drawing/2014/main" id="{FD2D3B2D-1DC0-AF8A-4CBF-3CA6B0D79B16}"/>
                  </a:ext>
                </a:extLst>
              </p:cNvPr>
              <p:cNvSpPr/>
              <p:nvPr/>
            </p:nvSpPr>
            <p:spPr>
              <a:xfrm>
                <a:off x="1591437" y="619294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8" name="Freeform 187">
                <a:extLst>
                  <a:ext uri="{FF2B5EF4-FFF2-40B4-BE49-F238E27FC236}">
                    <a16:creationId xmlns:a16="http://schemas.microsoft.com/office/drawing/2014/main" id="{6D606B2B-ECB3-1F76-710C-58AE698A53C3}"/>
                  </a:ext>
                </a:extLst>
              </p:cNvPr>
              <p:cNvSpPr/>
              <p:nvPr/>
            </p:nvSpPr>
            <p:spPr>
              <a:xfrm>
                <a:off x="1131189" y="627079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89" name="Freeform 188">
                <a:extLst>
                  <a:ext uri="{FF2B5EF4-FFF2-40B4-BE49-F238E27FC236}">
                    <a16:creationId xmlns:a16="http://schemas.microsoft.com/office/drawing/2014/main" id="{5FFAA6C4-ED13-B717-D4B6-7EE241A1CF09}"/>
                  </a:ext>
                </a:extLst>
              </p:cNvPr>
              <p:cNvSpPr/>
              <p:nvPr/>
            </p:nvSpPr>
            <p:spPr>
              <a:xfrm>
                <a:off x="1094740" y="626329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endParaRPr lang="en-US" sz="2646"/>
              </a:p>
            </p:txBody>
          </p:sp>
          <p:sp>
            <p:nvSpPr>
              <p:cNvPr id="190" name="TextBox 189">
                <a:extLst>
                  <a:ext uri="{FF2B5EF4-FFF2-40B4-BE49-F238E27FC236}">
                    <a16:creationId xmlns:a16="http://schemas.microsoft.com/office/drawing/2014/main" id="{B95D348F-8996-97A0-0AC9-D7A1BA19D427}"/>
                  </a:ext>
                </a:extLst>
              </p:cNvPr>
              <p:cNvSpPr txBox="1"/>
              <p:nvPr/>
            </p:nvSpPr>
            <p:spPr>
              <a:xfrm>
                <a:off x="809091" y="5695743"/>
                <a:ext cx="369067" cy="38913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1891">
                    <a:ln/>
                    <a:solidFill>
                      <a:srgbClr val="000000"/>
                    </a:solidFill>
                    <a:latin typeface="Arial"/>
                    <a:cs typeface="Arial"/>
                    <a:sym typeface="Arial"/>
                    <a:rtl val="0"/>
                  </a:rPr>
                  <a:t>**</a:t>
                </a:r>
              </a:p>
            </p:txBody>
          </p:sp>
          <p:sp>
            <p:nvSpPr>
              <p:cNvPr id="191" name="Freeform 190">
                <a:extLst>
                  <a:ext uri="{FF2B5EF4-FFF2-40B4-BE49-F238E27FC236}">
                    <a16:creationId xmlns:a16="http://schemas.microsoft.com/office/drawing/2014/main" id="{79808825-96F1-EAC3-9EF8-E78AF0976C51}"/>
                  </a:ext>
                </a:extLst>
              </p:cNvPr>
              <p:cNvSpPr/>
              <p:nvPr/>
            </p:nvSpPr>
            <p:spPr>
              <a:xfrm>
                <a:off x="891667" y="5881282"/>
                <a:ext cx="214502" cy="12700"/>
              </a:xfrm>
              <a:custGeom>
                <a:avLst/>
                <a:gdLst>
                  <a:gd name="csX0" fmla="*/ 0 w 214502"/>
                  <a:gd name="csY0" fmla="*/ 0 h 12700"/>
                  <a:gd name="csX1" fmla="*/ 214503 w 214502"/>
                  <a:gd name="csY1" fmla="*/ 0 h 12700"/>
                </a:gdLst>
                <a:ahLst/>
                <a:cxnLst>
                  <a:cxn ang="0">
                    <a:pos x="csX0" y="csY0"/>
                  </a:cxn>
                  <a:cxn ang="0">
                    <a:pos x="csX1" y="csY1"/>
                  </a:cxn>
                </a:cxnLst>
                <a:rect l="l" t="t" r="r" b="b"/>
                <a:pathLst>
                  <a:path w="214502" h="12700">
                    <a:moveTo>
                      <a:pt x="0" y="0"/>
                    </a:moveTo>
                    <a:lnTo>
                      <a:pt x="214503" y="0"/>
                    </a:lnTo>
                  </a:path>
                </a:pathLst>
              </a:custGeom>
              <a:ln w="13589" cap="rnd">
                <a:solidFill>
                  <a:srgbClr val="000000"/>
                </a:solidFill>
                <a:prstDash val="solid"/>
                <a:round/>
              </a:ln>
            </p:spPr>
            <p:txBody>
              <a:bodyPr/>
              <a:lstStyle/>
              <a:p>
                <a:endParaRPr lang="en-US" sz="2646"/>
              </a:p>
            </p:txBody>
          </p:sp>
          <p:sp>
            <p:nvSpPr>
              <p:cNvPr id="192" name="TextBox 191">
                <a:extLst>
                  <a:ext uri="{FF2B5EF4-FFF2-40B4-BE49-F238E27FC236}">
                    <a16:creationId xmlns:a16="http://schemas.microsoft.com/office/drawing/2014/main" id="{BB370A02-C884-F67E-3D06-2F0BF38482F7}"/>
                  </a:ext>
                </a:extLst>
              </p:cNvPr>
              <p:cNvSpPr txBox="1"/>
              <p:nvPr/>
            </p:nvSpPr>
            <p:spPr>
              <a:xfrm>
                <a:off x="1260246" y="5695743"/>
                <a:ext cx="465055" cy="38913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1891">
                    <a:ln/>
                    <a:solidFill>
                      <a:srgbClr val="000000"/>
                    </a:solidFill>
                    <a:latin typeface="Arial"/>
                    <a:cs typeface="Arial"/>
                    <a:sym typeface="Arial"/>
                    <a:rtl val="0"/>
                  </a:rPr>
                  <a:t>***</a:t>
                </a:r>
              </a:p>
            </p:txBody>
          </p:sp>
          <p:sp>
            <p:nvSpPr>
              <p:cNvPr id="193" name="Freeform 192">
                <a:extLst>
                  <a:ext uri="{FF2B5EF4-FFF2-40B4-BE49-F238E27FC236}">
                    <a16:creationId xmlns:a16="http://schemas.microsoft.com/office/drawing/2014/main" id="{F98E03C4-9A9A-4E9A-B1E2-8B7D4083CD96}"/>
                  </a:ext>
                </a:extLst>
              </p:cNvPr>
              <p:cNvSpPr/>
              <p:nvPr/>
            </p:nvSpPr>
            <p:spPr>
              <a:xfrm>
                <a:off x="1153795" y="5881282"/>
                <a:ext cx="691007" cy="12700"/>
              </a:xfrm>
              <a:custGeom>
                <a:avLst/>
                <a:gdLst>
                  <a:gd name="csX0" fmla="*/ 0 w 691007"/>
                  <a:gd name="csY0" fmla="*/ 0 h 12700"/>
                  <a:gd name="csX1" fmla="*/ 691007 w 691007"/>
                  <a:gd name="csY1" fmla="*/ 0 h 12700"/>
                </a:gdLst>
                <a:ahLst/>
                <a:cxnLst>
                  <a:cxn ang="0">
                    <a:pos x="csX0" y="csY0"/>
                  </a:cxn>
                  <a:cxn ang="0">
                    <a:pos x="csX1" y="csY1"/>
                  </a:cxn>
                </a:cxnLst>
                <a:rect l="l" t="t" r="r" b="b"/>
                <a:pathLst>
                  <a:path w="691007" h="12700">
                    <a:moveTo>
                      <a:pt x="0" y="0"/>
                    </a:moveTo>
                    <a:lnTo>
                      <a:pt x="691007" y="0"/>
                    </a:lnTo>
                  </a:path>
                </a:pathLst>
              </a:custGeom>
              <a:ln w="13589" cap="rnd">
                <a:solidFill>
                  <a:srgbClr val="000000"/>
                </a:solidFill>
                <a:prstDash val="solid"/>
                <a:round/>
              </a:ln>
            </p:spPr>
            <p:txBody>
              <a:bodyPr/>
              <a:lstStyle/>
              <a:p>
                <a:endParaRPr lang="en-US" sz="2646"/>
              </a:p>
            </p:txBody>
          </p:sp>
          <p:sp>
            <p:nvSpPr>
              <p:cNvPr id="194" name="TextBox 193">
                <a:extLst>
                  <a:ext uri="{FF2B5EF4-FFF2-40B4-BE49-F238E27FC236}">
                    <a16:creationId xmlns:a16="http://schemas.microsoft.com/office/drawing/2014/main" id="{20D9BEF5-C2D5-F206-B263-75F895E9100F}"/>
                  </a:ext>
                </a:extLst>
              </p:cNvPr>
              <p:cNvSpPr txBox="1"/>
              <p:nvPr/>
            </p:nvSpPr>
            <p:spPr>
              <a:xfrm>
                <a:off x="1125169" y="5535808"/>
                <a:ext cx="536639" cy="19425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660">
                    <a:ln/>
                    <a:solidFill>
                      <a:srgbClr val="000000"/>
                    </a:solidFill>
                    <a:latin typeface="Arial"/>
                    <a:cs typeface="Arial"/>
                    <a:sym typeface="Arial"/>
                    <a:rtl val="0"/>
                  </a:rPr>
                  <a:t>p = 0.907</a:t>
                </a:r>
              </a:p>
            </p:txBody>
          </p:sp>
          <p:sp>
            <p:nvSpPr>
              <p:cNvPr id="195" name="Freeform 194">
                <a:extLst>
                  <a:ext uri="{FF2B5EF4-FFF2-40B4-BE49-F238E27FC236}">
                    <a16:creationId xmlns:a16="http://schemas.microsoft.com/office/drawing/2014/main" id="{FB4F1A81-E450-3612-594A-B4BFE23126C8}"/>
                  </a:ext>
                </a:extLst>
              </p:cNvPr>
              <p:cNvSpPr/>
              <p:nvPr/>
            </p:nvSpPr>
            <p:spPr>
              <a:xfrm>
                <a:off x="891667" y="5692179"/>
                <a:ext cx="953135" cy="12700"/>
              </a:xfrm>
              <a:custGeom>
                <a:avLst/>
                <a:gdLst>
                  <a:gd name="csX0" fmla="*/ 0 w 953135"/>
                  <a:gd name="csY0" fmla="*/ 0 h 12700"/>
                  <a:gd name="csX1" fmla="*/ 953135 w 953135"/>
                  <a:gd name="csY1" fmla="*/ 0 h 12700"/>
                </a:gdLst>
                <a:ahLst/>
                <a:cxnLst>
                  <a:cxn ang="0">
                    <a:pos x="csX0" y="csY0"/>
                  </a:cxn>
                  <a:cxn ang="0">
                    <a:pos x="csX1" y="csY1"/>
                  </a:cxn>
                </a:cxnLst>
                <a:rect l="l" t="t" r="r" b="b"/>
                <a:pathLst>
                  <a:path w="953135" h="12700">
                    <a:moveTo>
                      <a:pt x="0" y="0"/>
                    </a:moveTo>
                    <a:lnTo>
                      <a:pt x="953135" y="0"/>
                    </a:lnTo>
                  </a:path>
                </a:pathLst>
              </a:custGeom>
              <a:ln w="13589" cap="rnd">
                <a:solidFill>
                  <a:srgbClr val="000000"/>
                </a:solidFill>
                <a:prstDash val="solid"/>
                <a:round/>
              </a:ln>
            </p:spPr>
            <p:txBody>
              <a:bodyPr/>
              <a:lstStyle/>
              <a:p>
                <a:endParaRPr lang="en-US" sz="2646"/>
              </a:p>
            </p:txBody>
          </p:sp>
        </p:grpSp>
        <p:grpSp>
          <p:nvGrpSpPr>
            <p:cNvPr id="122" name="Graphic 2298">
              <a:extLst>
                <a:ext uri="{FF2B5EF4-FFF2-40B4-BE49-F238E27FC236}">
                  <a16:creationId xmlns:a16="http://schemas.microsoft.com/office/drawing/2014/main" id="{0E887F9D-23E1-092C-0B3A-4E48C5C211E0}"/>
                </a:ext>
              </a:extLst>
            </p:cNvPr>
            <p:cNvGrpSpPr/>
            <p:nvPr/>
          </p:nvGrpSpPr>
          <p:grpSpPr>
            <a:xfrm>
              <a:off x="228192" y="5276512"/>
              <a:ext cx="1842525" cy="1812061"/>
              <a:chOff x="228192" y="5276512"/>
              <a:chExt cx="1842525" cy="1812061"/>
            </a:xfrm>
          </p:grpSpPr>
          <p:sp>
            <p:nvSpPr>
              <p:cNvPr id="123" name="Freeform 122">
                <a:extLst>
                  <a:ext uri="{FF2B5EF4-FFF2-40B4-BE49-F238E27FC236}">
                    <a16:creationId xmlns:a16="http://schemas.microsoft.com/office/drawing/2014/main" id="{B290F375-4BFC-1D6C-A558-C81909C83073}"/>
                  </a:ext>
                </a:extLst>
              </p:cNvPr>
              <p:cNvSpPr/>
              <p:nvPr/>
            </p:nvSpPr>
            <p:spPr>
              <a:xfrm>
                <a:off x="748791" y="5578768"/>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endParaRPr lang="en-US" sz="2646"/>
              </a:p>
            </p:txBody>
          </p:sp>
          <p:sp>
            <p:nvSpPr>
              <p:cNvPr id="124" name="TextBox 123">
                <a:extLst>
                  <a:ext uri="{FF2B5EF4-FFF2-40B4-BE49-F238E27FC236}">
                    <a16:creationId xmlns:a16="http://schemas.microsoft.com/office/drawing/2014/main" id="{839311CB-DF11-E3D1-7574-A82C89D5B176}"/>
                  </a:ext>
                </a:extLst>
              </p:cNvPr>
              <p:cNvSpPr txBox="1"/>
              <p:nvPr/>
            </p:nvSpPr>
            <p:spPr>
              <a:xfrm>
                <a:off x="433084" y="6606243"/>
                <a:ext cx="354425"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0%</a:t>
                </a:r>
              </a:p>
            </p:txBody>
          </p:sp>
          <p:sp>
            <p:nvSpPr>
              <p:cNvPr id="125" name="TextBox 124">
                <a:extLst>
                  <a:ext uri="{FF2B5EF4-FFF2-40B4-BE49-F238E27FC236}">
                    <a16:creationId xmlns:a16="http://schemas.microsoft.com/office/drawing/2014/main" id="{FE5B5113-FAE3-A59A-DE0D-0B08A1113627}"/>
                  </a:ext>
                </a:extLst>
              </p:cNvPr>
              <p:cNvSpPr txBox="1"/>
              <p:nvPr/>
            </p:nvSpPr>
            <p:spPr>
              <a:xfrm>
                <a:off x="433084" y="6383484"/>
                <a:ext cx="354425"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5%</a:t>
                </a:r>
              </a:p>
            </p:txBody>
          </p:sp>
          <p:sp>
            <p:nvSpPr>
              <p:cNvPr id="126" name="TextBox 125">
                <a:extLst>
                  <a:ext uri="{FF2B5EF4-FFF2-40B4-BE49-F238E27FC236}">
                    <a16:creationId xmlns:a16="http://schemas.microsoft.com/office/drawing/2014/main" id="{E17FADDF-11AC-30DA-479B-823EEBFA2AA6}"/>
                  </a:ext>
                </a:extLst>
              </p:cNvPr>
              <p:cNvSpPr txBox="1"/>
              <p:nvPr/>
            </p:nvSpPr>
            <p:spPr>
              <a:xfrm>
                <a:off x="370930" y="6160727"/>
                <a:ext cx="422755"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10%</a:t>
                </a:r>
              </a:p>
            </p:txBody>
          </p:sp>
          <p:sp>
            <p:nvSpPr>
              <p:cNvPr id="127" name="TextBox 126">
                <a:extLst>
                  <a:ext uri="{FF2B5EF4-FFF2-40B4-BE49-F238E27FC236}">
                    <a16:creationId xmlns:a16="http://schemas.microsoft.com/office/drawing/2014/main" id="{1E7522E9-F653-3385-16BA-9E68327C694F}"/>
                  </a:ext>
                </a:extLst>
              </p:cNvPr>
              <p:cNvSpPr txBox="1"/>
              <p:nvPr/>
            </p:nvSpPr>
            <p:spPr>
              <a:xfrm>
                <a:off x="370930" y="5937842"/>
                <a:ext cx="422755"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15%</a:t>
                </a:r>
              </a:p>
            </p:txBody>
          </p:sp>
          <p:sp>
            <p:nvSpPr>
              <p:cNvPr id="128" name="TextBox 127">
                <a:extLst>
                  <a:ext uri="{FF2B5EF4-FFF2-40B4-BE49-F238E27FC236}">
                    <a16:creationId xmlns:a16="http://schemas.microsoft.com/office/drawing/2014/main" id="{15F4BB14-F9B5-5715-7D18-F8AE2895C838}"/>
                  </a:ext>
                </a:extLst>
              </p:cNvPr>
              <p:cNvSpPr txBox="1"/>
              <p:nvPr/>
            </p:nvSpPr>
            <p:spPr>
              <a:xfrm>
                <a:off x="370930" y="5715085"/>
                <a:ext cx="422755"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20%</a:t>
                </a:r>
              </a:p>
            </p:txBody>
          </p:sp>
          <p:sp>
            <p:nvSpPr>
              <p:cNvPr id="130" name="Freeform 129">
                <a:extLst>
                  <a:ext uri="{FF2B5EF4-FFF2-40B4-BE49-F238E27FC236}">
                    <a16:creationId xmlns:a16="http://schemas.microsoft.com/office/drawing/2014/main" id="{DD3632A3-3A9B-4BD1-D7E2-6BC94C9BC7D0}"/>
                  </a:ext>
                </a:extLst>
              </p:cNvPr>
              <p:cNvSpPr/>
              <p:nvPr/>
            </p:nvSpPr>
            <p:spPr>
              <a:xfrm>
                <a:off x="713994" y="671313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646"/>
              </a:p>
            </p:txBody>
          </p:sp>
          <p:sp>
            <p:nvSpPr>
              <p:cNvPr id="131" name="Freeform 130">
                <a:extLst>
                  <a:ext uri="{FF2B5EF4-FFF2-40B4-BE49-F238E27FC236}">
                    <a16:creationId xmlns:a16="http://schemas.microsoft.com/office/drawing/2014/main" id="{9AD5731A-C825-42DB-2AB9-E83B8B6AA5C2}"/>
                  </a:ext>
                </a:extLst>
              </p:cNvPr>
              <p:cNvSpPr/>
              <p:nvPr/>
            </p:nvSpPr>
            <p:spPr>
              <a:xfrm>
                <a:off x="713994" y="649037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646"/>
              </a:p>
            </p:txBody>
          </p:sp>
          <p:sp>
            <p:nvSpPr>
              <p:cNvPr id="132" name="Freeform 131">
                <a:extLst>
                  <a:ext uri="{FF2B5EF4-FFF2-40B4-BE49-F238E27FC236}">
                    <a16:creationId xmlns:a16="http://schemas.microsoft.com/office/drawing/2014/main" id="{BE4135FE-6046-AEBE-EA70-72EBF09C4D75}"/>
                  </a:ext>
                </a:extLst>
              </p:cNvPr>
              <p:cNvSpPr/>
              <p:nvPr/>
            </p:nvSpPr>
            <p:spPr>
              <a:xfrm>
                <a:off x="713994" y="6267615"/>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646"/>
              </a:p>
            </p:txBody>
          </p:sp>
          <p:sp>
            <p:nvSpPr>
              <p:cNvPr id="133" name="Freeform 132">
                <a:extLst>
                  <a:ext uri="{FF2B5EF4-FFF2-40B4-BE49-F238E27FC236}">
                    <a16:creationId xmlns:a16="http://schemas.microsoft.com/office/drawing/2014/main" id="{4D2FF7B6-ED8C-7FBE-7FE4-BF258A6BA064}"/>
                  </a:ext>
                </a:extLst>
              </p:cNvPr>
              <p:cNvSpPr/>
              <p:nvPr/>
            </p:nvSpPr>
            <p:spPr>
              <a:xfrm>
                <a:off x="713994" y="604473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646"/>
              </a:p>
            </p:txBody>
          </p:sp>
          <p:sp>
            <p:nvSpPr>
              <p:cNvPr id="134" name="Freeform 133">
                <a:extLst>
                  <a:ext uri="{FF2B5EF4-FFF2-40B4-BE49-F238E27FC236}">
                    <a16:creationId xmlns:a16="http://schemas.microsoft.com/office/drawing/2014/main" id="{7EDFEB2D-DA0C-28A6-01AB-5B601351C641}"/>
                  </a:ext>
                </a:extLst>
              </p:cNvPr>
              <p:cNvSpPr/>
              <p:nvPr/>
            </p:nvSpPr>
            <p:spPr>
              <a:xfrm>
                <a:off x="713994" y="582197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646"/>
              </a:p>
            </p:txBody>
          </p:sp>
          <p:sp>
            <p:nvSpPr>
              <p:cNvPr id="136" name="Freeform 135">
                <a:extLst>
                  <a:ext uri="{FF2B5EF4-FFF2-40B4-BE49-F238E27FC236}">
                    <a16:creationId xmlns:a16="http://schemas.microsoft.com/office/drawing/2014/main" id="{C886FAF8-C51B-A100-8D8B-E7D5757440CE}"/>
                  </a:ext>
                </a:extLst>
              </p:cNvPr>
              <p:cNvSpPr/>
              <p:nvPr/>
            </p:nvSpPr>
            <p:spPr>
              <a:xfrm>
                <a:off x="748791" y="6713132"/>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endParaRPr lang="en-US" sz="2646"/>
              </a:p>
            </p:txBody>
          </p:sp>
          <p:sp>
            <p:nvSpPr>
              <p:cNvPr id="137" name="Freeform 136">
                <a:extLst>
                  <a:ext uri="{FF2B5EF4-FFF2-40B4-BE49-F238E27FC236}">
                    <a16:creationId xmlns:a16="http://schemas.microsoft.com/office/drawing/2014/main" id="{F02B3FFB-1046-FA81-898E-FD80FFF14A52}"/>
                  </a:ext>
                </a:extLst>
              </p:cNvPr>
              <p:cNvSpPr/>
              <p:nvPr/>
            </p:nvSpPr>
            <p:spPr>
              <a:xfrm>
                <a:off x="891666" y="671313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646"/>
              </a:p>
            </p:txBody>
          </p:sp>
          <p:sp>
            <p:nvSpPr>
              <p:cNvPr id="138" name="Freeform 137">
                <a:extLst>
                  <a:ext uri="{FF2B5EF4-FFF2-40B4-BE49-F238E27FC236}">
                    <a16:creationId xmlns:a16="http://schemas.microsoft.com/office/drawing/2014/main" id="{395A190D-E8A4-B593-B34E-15E42B093B4B}"/>
                  </a:ext>
                </a:extLst>
              </p:cNvPr>
              <p:cNvSpPr/>
              <p:nvPr/>
            </p:nvSpPr>
            <p:spPr>
              <a:xfrm>
                <a:off x="1130046" y="671313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646"/>
              </a:p>
            </p:txBody>
          </p:sp>
          <p:sp>
            <p:nvSpPr>
              <p:cNvPr id="139" name="Freeform 138">
                <a:extLst>
                  <a:ext uri="{FF2B5EF4-FFF2-40B4-BE49-F238E27FC236}">
                    <a16:creationId xmlns:a16="http://schemas.microsoft.com/office/drawing/2014/main" id="{2179F48C-9EC1-E67A-6092-0BA7BC0AF3F1}"/>
                  </a:ext>
                </a:extLst>
              </p:cNvPr>
              <p:cNvSpPr/>
              <p:nvPr/>
            </p:nvSpPr>
            <p:spPr>
              <a:xfrm>
                <a:off x="1368297" y="671313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646"/>
              </a:p>
            </p:txBody>
          </p:sp>
          <p:sp>
            <p:nvSpPr>
              <p:cNvPr id="140" name="Freeform 139">
                <a:extLst>
                  <a:ext uri="{FF2B5EF4-FFF2-40B4-BE49-F238E27FC236}">
                    <a16:creationId xmlns:a16="http://schemas.microsoft.com/office/drawing/2014/main" id="{45CEF185-4A07-A05A-C019-02FEA271F1FA}"/>
                  </a:ext>
                </a:extLst>
              </p:cNvPr>
              <p:cNvSpPr/>
              <p:nvPr/>
            </p:nvSpPr>
            <p:spPr>
              <a:xfrm>
                <a:off x="1606550" y="671313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646"/>
              </a:p>
            </p:txBody>
          </p:sp>
          <p:sp>
            <p:nvSpPr>
              <p:cNvPr id="141" name="Freeform 140">
                <a:extLst>
                  <a:ext uri="{FF2B5EF4-FFF2-40B4-BE49-F238E27FC236}">
                    <a16:creationId xmlns:a16="http://schemas.microsoft.com/office/drawing/2014/main" id="{75B4A985-3F03-F687-1E83-CC151CF6EB7D}"/>
                  </a:ext>
                </a:extLst>
              </p:cNvPr>
              <p:cNvSpPr/>
              <p:nvPr/>
            </p:nvSpPr>
            <p:spPr>
              <a:xfrm>
                <a:off x="1844802" y="671313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646"/>
              </a:p>
            </p:txBody>
          </p:sp>
          <p:sp>
            <p:nvSpPr>
              <p:cNvPr id="142" name="TextBox 141">
                <a:extLst>
                  <a:ext uri="{FF2B5EF4-FFF2-40B4-BE49-F238E27FC236}">
                    <a16:creationId xmlns:a16="http://schemas.microsoft.com/office/drawing/2014/main" id="{241BB99B-86F9-C0D1-42F2-F461B300A003}"/>
                  </a:ext>
                </a:extLst>
              </p:cNvPr>
              <p:cNvSpPr txBox="1"/>
              <p:nvPr/>
            </p:nvSpPr>
            <p:spPr>
              <a:xfrm>
                <a:off x="753678" y="6708986"/>
                <a:ext cx="279587"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M</a:t>
                </a:r>
              </a:p>
            </p:txBody>
          </p:sp>
          <p:sp>
            <p:nvSpPr>
              <p:cNvPr id="143" name="TextBox 142">
                <a:extLst>
                  <a:ext uri="{FF2B5EF4-FFF2-40B4-BE49-F238E27FC236}">
                    <a16:creationId xmlns:a16="http://schemas.microsoft.com/office/drawing/2014/main" id="{8B12EF91-309E-B9D1-F0B2-E198A6866D87}"/>
                  </a:ext>
                </a:extLst>
              </p:cNvPr>
              <p:cNvSpPr txBox="1"/>
              <p:nvPr/>
            </p:nvSpPr>
            <p:spPr>
              <a:xfrm>
                <a:off x="1023080" y="6708986"/>
                <a:ext cx="211257"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I</a:t>
                </a:r>
              </a:p>
            </p:txBody>
          </p:sp>
          <p:sp>
            <p:nvSpPr>
              <p:cNvPr id="144" name="TextBox 143">
                <a:extLst>
                  <a:ext uri="{FF2B5EF4-FFF2-40B4-BE49-F238E27FC236}">
                    <a16:creationId xmlns:a16="http://schemas.microsoft.com/office/drawing/2014/main" id="{D40EA3CE-5856-A048-0161-B17E7209DCDB}"/>
                  </a:ext>
                </a:extLst>
              </p:cNvPr>
              <p:cNvSpPr txBox="1"/>
              <p:nvPr/>
            </p:nvSpPr>
            <p:spPr>
              <a:xfrm>
                <a:off x="1230254" y="6708986"/>
                <a:ext cx="279587"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LI</a:t>
                </a:r>
              </a:p>
            </p:txBody>
          </p:sp>
          <p:sp>
            <p:nvSpPr>
              <p:cNvPr id="145" name="TextBox 144">
                <a:extLst>
                  <a:ext uri="{FF2B5EF4-FFF2-40B4-BE49-F238E27FC236}">
                    <a16:creationId xmlns:a16="http://schemas.microsoft.com/office/drawing/2014/main" id="{9C3834A9-0544-8F22-B53B-454B995709E6}"/>
                  </a:ext>
                </a:extLst>
              </p:cNvPr>
              <p:cNvSpPr txBox="1"/>
              <p:nvPr/>
            </p:nvSpPr>
            <p:spPr>
              <a:xfrm>
                <a:off x="1440622" y="6708986"/>
                <a:ext cx="341410"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NF</a:t>
                </a:r>
              </a:p>
            </p:txBody>
          </p:sp>
          <p:sp>
            <p:nvSpPr>
              <p:cNvPr id="146" name="TextBox 145">
                <a:extLst>
                  <a:ext uri="{FF2B5EF4-FFF2-40B4-BE49-F238E27FC236}">
                    <a16:creationId xmlns:a16="http://schemas.microsoft.com/office/drawing/2014/main" id="{60A41C50-F3FC-6DA8-1945-197C0E7EF271}"/>
                  </a:ext>
                </a:extLst>
              </p:cNvPr>
              <p:cNvSpPr txBox="1"/>
              <p:nvPr/>
            </p:nvSpPr>
            <p:spPr>
              <a:xfrm>
                <a:off x="1719228" y="6708986"/>
                <a:ext cx="251930" cy="239512"/>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46">
                    <a:ln/>
                    <a:solidFill>
                      <a:srgbClr val="000000"/>
                    </a:solidFill>
                    <a:latin typeface="Arial"/>
                    <a:cs typeface="Arial"/>
                    <a:sym typeface="Arial"/>
                    <a:rtl val="0"/>
                  </a:rPr>
                  <a:t>F</a:t>
                </a:r>
              </a:p>
            </p:txBody>
          </p:sp>
          <p:sp>
            <p:nvSpPr>
              <p:cNvPr id="147" name="TextBox 146">
                <a:extLst>
                  <a:ext uri="{FF2B5EF4-FFF2-40B4-BE49-F238E27FC236}">
                    <a16:creationId xmlns:a16="http://schemas.microsoft.com/office/drawing/2014/main" id="{B0F4DD68-E944-5DE4-97B6-0351BD2C75D2}"/>
                  </a:ext>
                </a:extLst>
              </p:cNvPr>
              <p:cNvSpPr txBox="1"/>
              <p:nvPr/>
            </p:nvSpPr>
            <p:spPr>
              <a:xfrm>
                <a:off x="1078802" y="6841936"/>
                <a:ext cx="543147" cy="24663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91">
                    <a:ln/>
                    <a:solidFill>
                      <a:srgbClr val="000000"/>
                    </a:solidFill>
                    <a:latin typeface="Arial"/>
                    <a:cs typeface="Arial"/>
                    <a:sym typeface="Arial"/>
                    <a:rtl val="0"/>
                  </a:rPr>
                  <a:t>Phase</a:t>
                </a:r>
              </a:p>
            </p:txBody>
          </p:sp>
          <p:sp>
            <p:nvSpPr>
              <p:cNvPr id="148" name="TextBox 147">
                <a:extLst>
                  <a:ext uri="{FF2B5EF4-FFF2-40B4-BE49-F238E27FC236}">
                    <a16:creationId xmlns:a16="http://schemas.microsoft.com/office/drawing/2014/main" id="{06E766A7-811C-D836-95D9-0EBB5886A203}"/>
                  </a:ext>
                </a:extLst>
              </p:cNvPr>
              <p:cNvSpPr txBox="1"/>
              <p:nvPr/>
            </p:nvSpPr>
            <p:spPr>
              <a:xfrm rot="16200000">
                <a:off x="-34313" y="6024304"/>
                <a:ext cx="768305" cy="243296"/>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l"/>
                <a:r>
                  <a:rPr lang="en-US" sz="991">
                    <a:ln/>
                    <a:solidFill>
                      <a:srgbClr val="000000"/>
                    </a:solidFill>
                    <a:latin typeface="Arial"/>
                    <a:cs typeface="Arial"/>
                    <a:sym typeface="Arial"/>
                    <a:rtl val="0"/>
                  </a:rPr>
                  <a:t>% of Cells</a:t>
                </a:r>
              </a:p>
            </p:txBody>
          </p:sp>
          <p:sp>
            <p:nvSpPr>
              <p:cNvPr id="149" name="TextBox 148">
                <a:extLst>
                  <a:ext uri="{FF2B5EF4-FFF2-40B4-BE49-F238E27FC236}">
                    <a16:creationId xmlns:a16="http://schemas.microsoft.com/office/drawing/2014/main" id="{17ACF27B-E88C-3CD5-8550-268443F291F4}"/>
                  </a:ext>
                </a:extLst>
              </p:cNvPr>
              <p:cNvSpPr txBox="1"/>
              <p:nvPr/>
            </p:nvSpPr>
            <p:spPr>
              <a:xfrm>
                <a:off x="726130" y="5276512"/>
                <a:ext cx="1344587" cy="254289"/>
              </a:xfrm>
              <a:prstGeom prst="rect">
                <a:avLst/>
              </a:prstGeom>
              <a:noFill/>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1039">
                    <a:ln/>
                    <a:solidFill>
                      <a:srgbClr val="000000"/>
                    </a:solidFill>
                    <a:latin typeface="Arial"/>
                    <a:cs typeface="Arial"/>
                    <a:sym typeface="Arial"/>
                    <a:rtl val="0"/>
                  </a:rPr>
                  <a:t>1_RGC</a:t>
                </a:r>
              </a:p>
            </p:txBody>
          </p:sp>
        </p:grpSp>
      </p:grpSp>
      <p:sp>
        <p:nvSpPr>
          <p:cNvPr id="333" name="TextBox 332">
            <a:extLst>
              <a:ext uri="{FF2B5EF4-FFF2-40B4-BE49-F238E27FC236}">
                <a16:creationId xmlns:a16="http://schemas.microsoft.com/office/drawing/2014/main" id="{791BE082-FE09-4E50-C4EF-542E73828C3F}"/>
              </a:ext>
            </a:extLst>
          </p:cNvPr>
          <p:cNvSpPr txBox="1"/>
          <p:nvPr/>
        </p:nvSpPr>
        <p:spPr>
          <a:xfrm>
            <a:off x="72169" y="1482707"/>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C</a:t>
            </a:r>
          </a:p>
        </p:txBody>
      </p:sp>
      <p:grpSp>
        <p:nvGrpSpPr>
          <p:cNvPr id="337" name="Graphic 1225">
            <a:extLst>
              <a:ext uri="{FF2B5EF4-FFF2-40B4-BE49-F238E27FC236}">
                <a16:creationId xmlns:a16="http://schemas.microsoft.com/office/drawing/2014/main" id="{B31E61FE-C360-9945-6A5E-CB629BA99AEC}"/>
              </a:ext>
            </a:extLst>
          </p:cNvPr>
          <p:cNvGrpSpPr>
            <a:grpSpLocks/>
          </p:cNvGrpSpPr>
          <p:nvPr/>
        </p:nvGrpSpPr>
        <p:grpSpPr>
          <a:xfrm>
            <a:off x="531996" y="1762573"/>
            <a:ext cx="4377162" cy="1201338"/>
            <a:chOff x="420751" y="3261734"/>
            <a:chExt cx="5261737" cy="1795652"/>
          </a:xfrm>
        </p:grpSpPr>
        <p:sp>
          <p:nvSpPr>
            <p:cNvPr id="390" name="Freeform 389">
              <a:extLst>
                <a:ext uri="{FF2B5EF4-FFF2-40B4-BE49-F238E27FC236}">
                  <a16:creationId xmlns:a16="http://schemas.microsoft.com/office/drawing/2014/main" id="{513A5F80-5606-E5E3-EB87-4F32B24C06FD}"/>
                </a:ext>
              </a:extLst>
            </p:cNvPr>
            <p:cNvSpPr>
              <a:spLocks/>
            </p:cNvSpPr>
            <p:nvPr/>
          </p:nvSpPr>
          <p:spPr>
            <a:xfrm>
              <a:off x="420751" y="4818880"/>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6731" cap="flat">
              <a:solidFill>
                <a:srgbClr val="EBEBEB"/>
              </a:solidFill>
              <a:prstDash val="solid"/>
              <a:round/>
            </a:ln>
          </p:spPr>
          <p:txBody>
            <a:bodyPr/>
            <a:lstStyle/>
            <a:p>
              <a:endParaRPr lang="en-US" sz="1039"/>
            </a:p>
          </p:txBody>
        </p:sp>
        <p:sp>
          <p:nvSpPr>
            <p:cNvPr id="391" name="Freeform 390">
              <a:extLst>
                <a:ext uri="{FF2B5EF4-FFF2-40B4-BE49-F238E27FC236}">
                  <a16:creationId xmlns:a16="http://schemas.microsoft.com/office/drawing/2014/main" id="{14CDD9A7-BD79-4D31-8D27-70F7DF5615E6}"/>
                </a:ext>
              </a:extLst>
            </p:cNvPr>
            <p:cNvSpPr>
              <a:spLocks/>
            </p:cNvSpPr>
            <p:nvPr/>
          </p:nvSpPr>
          <p:spPr>
            <a:xfrm>
              <a:off x="420751" y="4504937"/>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6731" cap="flat">
              <a:solidFill>
                <a:srgbClr val="EBEBEB"/>
              </a:solidFill>
              <a:prstDash val="solid"/>
              <a:round/>
            </a:ln>
          </p:spPr>
          <p:txBody>
            <a:bodyPr/>
            <a:lstStyle/>
            <a:p>
              <a:endParaRPr lang="en-US" sz="1039"/>
            </a:p>
          </p:txBody>
        </p:sp>
        <p:sp>
          <p:nvSpPr>
            <p:cNvPr id="392" name="Freeform 391">
              <a:extLst>
                <a:ext uri="{FF2B5EF4-FFF2-40B4-BE49-F238E27FC236}">
                  <a16:creationId xmlns:a16="http://schemas.microsoft.com/office/drawing/2014/main" id="{81C0E237-7AA2-4E1D-7821-52EB305B3977}"/>
                </a:ext>
              </a:extLst>
            </p:cNvPr>
            <p:cNvSpPr>
              <a:spLocks/>
            </p:cNvSpPr>
            <p:nvPr/>
          </p:nvSpPr>
          <p:spPr>
            <a:xfrm>
              <a:off x="420751" y="4190993"/>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6731" cap="flat">
              <a:solidFill>
                <a:srgbClr val="EBEBEB"/>
              </a:solidFill>
              <a:prstDash val="solid"/>
              <a:round/>
            </a:ln>
          </p:spPr>
          <p:txBody>
            <a:bodyPr/>
            <a:lstStyle/>
            <a:p>
              <a:endParaRPr lang="en-US" sz="1039"/>
            </a:p>
          </p:txBody>
        </p:sp>
        <p:sp>
          <p:nvSpPr>
            <p:cNvPr id="393" name="Freeform 392">
              <a:extLst>
                <a:ext uri="{FF2B5EF4-FFF2-40B4-BE49-F238E27FC236}">
                  <a16:creationId xmlns:a16="http://schemas.microsoft.com/office/drawing/2014/main" id="{2FD7B2FA-651C-F7B0-B007-FAF5BEAC17B7}"/>
                </a:ext>
              </a:extLst>
            </p:cNvPr>
            <p:cNvSpPr>
              <a:spLocks/>
            </p:cNvSpPr>
            <p:nvPr/>
          </p:nvSpPr>
          <p:spPr>
            <a:xfrm>
              <a:off x="420751" y="3877049"/>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6731" cap="flat">
              <a:solidFill>
                <a:srgbClr val="EBEBEB"/>
              </a:solidFill>
              <a:prstDash val="solid"/>
              <a:round/>
            </a:ln>
          </p:spPr>
          <p:txBody>
            <a:bodyPr/>
            <a:lstStyle/>
            <a:p>
              <a:endParaRPr lang="en-US" sz="1039"/>
            </a:p>
          </p:txBody>
        </p:sp>
        <p:sp>
          <p:nvSpPr>
            <p:cNvPr id="394" name="Freeform 393">
              <a:extLst>
                <a:ext uri="{FF2B5EF4-FFF2-40B4-BE49-F238E27FC236}">
                  <a16:creationId xmlns:a16="http://schemas.microsoft.com/office/drawing/2014/main" id="{3F28F62B-6180-03A5-2E79-2D1D500F2404}"/>
                </a:ext>
              </a:extLst>
            </p:cNvPr>
            <p:cNvSpPr>
              <a:spLocks/>
            </p:cNvSpPr>
            <p:nvPr/>
          </p:nvSpPr>
          <p:spPr>
            <a:xfrm>
              <a:off x="420751" y="3563104"/>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6731" cap="flat">
              <a:solidFill>
                <a:srgbClr val="EBEBEB"/>
              </a:solidFill>
              <a:prstDash val="solid"/>
              <a:round/>
            </a:ln>
          </p:spPr>
          <p:txBody>
            <a:bodyPr/>
            <a:lstStyle/>
            <a:p>
              <a:endParaRPr lang="en-US" sz="1039"/>
            </a:p>
          </p:txBody>
        </p:sp>
        <p:sp>
          <p:nvSpPr>
            <p:cNvPr id="395" name="Freeform 394">
              <a:extLst>
                <a:ext uri="{FF2B5EF4-FFF2-40B4-BE49-F238E27FC236}">
                  <a16:creationId xmlns:a16="http://schemas.microsoft.com/office/drawing/2014/main" id="{AACBFEB4-FD33-449C-B2C6-023571B2F34D}"/>
                </a:ext>
              </a:extLst>
            </p:cNvPr>
            <p:cNvSpPr>
              <a:spLocks/>
            </p:cNvSpPr>
            <p:nvPr/>
          </p:nvSpPr>
          <p:spPr>
            <a:xfrm>
              <a:off x="562101"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396" name="Freeform 395">
              <a:extLst>
                <a:ext uri="{FF2B5EF4-FFF2-40B4-BE49-F238E27FC236}">
                  <a16:creationId xmlns:a16="http://schemas.microsoft.com/office/drawing/2014/main" id="{00103EFD-3EE2-076C-EBD0-93B5819D9CBB}"/>
                </a:ext>
              </a:extLst>
            </p:cNvPr>
            <p:cNvSpPr>
              <a:spLocks/>
            </p:cNvSpPr>
            <p:nvPr/>
          </p:nvSpPr>
          <p:spPr>
            <a:xfrm>
              <a:off x="651001"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397" name="Freeform 396">
              <a:extLst>
                <a:ext uri="{FF2B5EF4-FFF2-40B4-BE49-F238E27FC236}">
                  <a16:creationId xmlns:a16="http://schemas.microsoft.com/office/drawing/2014/main" id="{BF7E133C-1C58-23BB-8090-E4B810212A4C}"/>
                </a:ext>
              </a:extLst>
            </p:cNvPr>
            <p:cNvSpPr>
              <a:spLocks/>
            </p:cNvSpPr>
            <p:nvPr/>
          </p:nvSpPr>
          <p:spPr>
            <a:xfrm>
              <a:off x="828802"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398" name="Freeform 397">
              <a:extLst>
                <a:ext uri="{FF2B5EF4-FFF2-40B4-BE49-F238E27FC236}">
                  <a16:creationId xmlns:a16="http://schemas.microsoft.com/office/drawing/2014/main" id="{68C1FCBF-8A0C-E2A7-6C67-B53677B5A4D7}"/>
                </a:ext>
              </a:extLst>
            </p:cNvPr>
            <p:cNvSpPr>
              <a:spLocks/>
            </p:cNvSpPr>
            <p:nvPr/>
          </p:nvSpPr>
          <p:spPr>
            <a:xfrm>
              <a:off x="1006602"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399" name="Freeform 398">
              <a:extLst>
                <a:ext uri="{FF2B5EF4-FFF2-40B4-BE49-F238E27FC236}">
                  <a16:creationId xmlns:a16="http://schemas.microsoft.com/office/drawing/2014/main" id="{E4A1BDBE-4517-9150-1DC2-01C0D9C0B812}"/>
                </a:ext>
              </a:extLst>
            </p:cNvPr>
            <p:cNvSpPr>
              <a:spLocks/>
            </p:cNvSpPr>
            <p:nvPr/>
          </p:nvSpPr>
          <p:spPr>
            <a:xfrm>
              <a:off x="1184402"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0" name="Freeform 399">
              <a:extLst>
                <a:ext uri="{FF2B5EF4-FFF2-40B4-BE49-F238E27FC236}">
                  <a16:creationId xmlns:a16="http://schemas.microsoft.com/office/drawing/2014/main" id="{C50E9E3D-36E6-E9EB-79AA-C113C16945A6}"/>
                </a:ext>
              </a:extLst>
            </p:cNvPr>
            <p:cNvSpPr>
              <a:spLocks/>
            </p:cNvSpPr>
            <p:nvPr/>
          </p:nvSpPr>
          <p:spPr>
            <a:xfrm>
              <a:off x="1362328"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1" name="Freeform 400">
              <a:extLst>
                <a:ext uri="{FF2B5EF4-FFF2-40B4-BE49-F238E27FC236}">
                  <a16:creationId xmlns:a16="http://schemas.microsoft.com/office/drawing/2014/main" id="{E30E597A-501F-92AD-D554-0A1C29849393}"/>
                </a:ext>
              </a:extLst>
            </p:cNvPr>
            <p:cNvSpPr>
              <a:spLocks/>
            </p:cNvSpPr>
            <p:nvPr/>
          </p:nvSpPr>
          <p:spPr>
            <a:xfrm>
              <a:off x="1540128"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2" name="Freeform 401">
              <a:extLst>
                <a:ext uri="{FF2B5EF4-FFF2-40B4-BE49-F238E27FC236}">
                  <a16:creationId xmlns:a16="http://schemas.microsoft.com/office/drawing/2014/main" id="{B116AD1E-BA0E-59CF-0085-895D55E660DC}"/>
                </a:ext>
              </a:extLst>
            </p:cNvPr>
            <p:cNvSpPr>
              <a:spLocks/>
            </p:cNvSpPr>
            <p:nvPr/>
          </p:nvSpPr>
          <p:spPr>
            <a:xfrm>
              <a:off x="171792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3" name="Freeform 402">
              <a:extLst>
                <a:ext uri="{FF2B5EF4-FFF2-40B4-BE49-F238E27FC236}">
                  <a16:creationId xmlns:a16="http://schemas.microsoft.com/office/drawing/2014/main" id="{F135349D-04AB-DBD8-B186-5796677DF82A}"/>
                </a:ext>
              </a:extLst>
            </p:cNvPr>
            <p:cNvSpPr>
              <a:spLocks/>
            </p:cNvSpPr>
            <p:nvPr/>
          </p:nvSpPr>
          <p:spPr>
            <a:xfrm>
              <a:off x="189572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4" name="Freeform 403">
              <a:extLst>
                <a:ext uri="{FF2B5EF4-FFF2-40B4-BE49-F238E27FC236}">
                  <a16:creationId xmlns:a16="http://schemas.microsoft.com/office/drawing/2014/main" id="{F171BBFF-13C5-9429-14BA-52BAECC52C70}"/>
                </a:ext>
              </a:extLst>
            </p:cNvPr>
            <p:cNvSpPr>
              <a:spLocks/>
            </p:cNvSpPr>
            <p:nvPr/>
          </p:nvSpPr>
          <p:spPr>
            <a:xfrm>
              <a:off x="207352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5" name="Freeform 404">
              <a:extLst>
                <a:ext uri="{FF2B5EF4-FFF2-40B4-BE49-F238E27FC236}">
                  <a16:creationId xmlns:a16="http://schemas.microsoft.com/office/drawing/2014/main" id="{C06736F5-C40B-70A3-A527-3C208A9BCC90}"/>
                </a:ext>
              </a:extLst>
            </p:cNvPr>
            <p:cNvSpPr>
              <a:spLocks/>
            </p:cNvSpPr>
            <p:nvPr/>
          </p:nvSpPr>
          <p:spPr>
            <a:xfrm>
              <a:off x="225132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6" name="Freeform 405">
              <a:extLst>
                <a:ext uri="{FF2B5EF4-FFF2-40B4-BE49-F238E27FC236}">
                  <a16:creationId xmlns:a16="http://schemas.microsoft.com/office/drawing/2014/main" id="{202067B5-2AA0-3E08-F8FE-8FD9E5FE7F6D}"/>
                </a:ext>
              </a:extLst>
            </p:cNvPr>
            <p:cNvSpPr>
              <a:spLocks/>
            </p:cNvSpPr>
            <p:nvPr/>
          </p:nvSpPr>
          <p:spPr>
            <a:xfrm>
              <a:off x="24292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7" name="Freeform 406">
              <a:extLst>
                <a:ext uri="{FF2B5EF4-FFF2-40B4-BE49-F238E27FC236}">
                  <a16:creationId xmlns:a16="http://schemas.microsoft.com/office/drawing/2014/main" id="{0D5EA925-7AC3-089B-543B-76E978D62197}"/>
                </a:ext>
              </a:extLst>
            </p:cNvPr>
            <p:cNvSpPr>
              <a:spLocks/>
            </p:cNvSpPr>
            <p:nvPr/>
          </p:nvSpPr>
          <p:spPr>
            <a:xfrm>
              <a:off x="26070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8" name="Freeform 407">
              <a:extLst>
                <a:ext uri="{FF2B5EF4-FFF2-40B4-BE49-F238E27FC236}">
                  <a16:creationId xmlns:a16="http://schemas.microsoft.com/office/drawing/2014/main" id="{5F4BCD5E-B47A-4589-C8C8-C7FE1C753FA5}"/>
                </a:ext>
              </a:extLst>
            </p:cNvPr>
            <p:cNvSpPr>
              <a:spLocks/>
            </p:cNvSpPr>
            <p:nvPr/>
          </p:nvSpPr>
          <p:spPr>
            <a:xfrm>
              <a:off x="27848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09" name="Freeform 408">
              <a:extLst>
                <a:ext uri="{FF2B5EF4-FFF2-40B4-BE49-F238E27FC236}">
                  <a16:creationId xmlns:a16="http://schemas.microsoft.com/office/drawing/2014/main" id="{F145976E-2259-52C8-DBBE-4344E5AF41B6}"/>
                </a:ext>
              </a:extLst>
            </p:cNvPr>
            <p:cNvSpPr>
              <a:spLocks/>
            </p:cNvSpPr>
            <p:nvPr/>
          </p:nvSpPr>
          <p:spPr>
            <a:xfrm>
              <a:off x="29626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0" name="Freeform 409">
              <a:extLst>
                <a:ext uri="{FF2B5EF4-FFF2-40B4-BE49-F238E27FC236}">
                  <a16:creationId xmlns:a16="http://schemas.microsoft.com/office/drawing/2014/main" id="{477D19BB-5550-40EE-3676-CDFBCB5E7D40}"/>
                </a:ext>
              </a:extLst>
            </p:cNvPr>
            <p:cNvSpPr>
              <a:spLocks/>
            </p:cNvSpPr>
            <p:nvPr/>
          </p:nvSpPr>
          <p:spPr>
            <a:xfrm>
              <a:off x="31404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1" name="Freeform 410">
              <a:extLst>
                <a:ext uri="{FF2B5EF4-FFF2-40B4-BE49-F238E27FC236}">
                  <a16:creationId xmlns:a16="http://schemas.microsoft.com/office/drawing/2014/main" id="{4C986773-2F55-ACB8-6423-38503DD9D853}"/>
                </a:ext>
              </a:extLst>
            </p:cNvPr>
            <p:cNvSpPr>
              <a:spLocks/>
            </p:cNvSpPr>
            <p:nvPr/>
          </p:nvSpPr>
          <p:spPr>
            <a:xfrm>
              <a:off x="33182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2" name="Freeform 411">
              <a:extLst>
                <a:ext uri="{FF2B5EF4-FFF2-40B4-BE49-F238E27FC236}">
                  <a16:creationId xmlns:a16="http://schemas.microsoft.com/office/drawing/2014/main" id="{C0C03573-A178-9D98-13D3-21DD6A962E36}"/>
                </a:ext>
              </a:extLst>
            </p:cNvPr>
            <p:cNvSpPr>
              <a:spLocks/>
            </p:cNvSpPr>
            <p:nvPr/>
          </p:nvSpPr>
          <p:spPr>
            <a:xfrm>
              <a:off x="34961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3" name="Freeform 412">
              <a:extLst>
                <a:ext uri="{FF2B5EF4-FFF2-40B4-BE49-F238E27FC236}">
                  <a16:creationId xmlns:a16="http://schemas.microsoft.com/office/drawing/2014/main" id="{7694E01A-7481-A835-18F6-92825AF2CC5C}"/>
                </a:ext>
              </a:extLst>
            </p:cNvPr>
            <p:cNvSpPr>
              <a:spLocks/>
            </p:cNvSpPr>
            <p:nvPr/>
          </p:nvSpPr>
          <p:spPr>
            <a:xfrm>
              <a:off x="36739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4" name="Freeform 413">
              <a:extLst>
                <a:ext uri="{FF2B5EF4-FFF2-40B4-BE49-F238E27FC236}">
                  <a16:creationId xmlns:a16="http://schemas.microsoft.com/office/drawing/2014/main" id="{83BD18DE-A820-7242-519B-A3FB5BBA3570}"/>
                </a:ext>
              </a:extLst>
            </p:cNvPr>
            <p:cNvSpPr>
              <a:spLocks/>
            </p:cNvSpPr>
            <p:nvPr/>
          </p:nvSpPr>
          <p:spPr>
            <a:xfrm>
              <a:off x="38517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5" name="Freeform 414">
              <a:extLst>
                <a:ext uri="{FF2B5EF4-FFF2-40B4-BE49-F238E27FC236}">
                  <a16:creationId xmlns:a16="http://schemas.microsoft.com/office/drawing/2014/main" id="{14568B2A-BB26-03FF-63B3-29DAE35FD30A}"/>
                </a:ext>
              </a:extLst>
            </p:cNvPr>
            <p:cNvSpPr>
              <a:spLocks/>
            </p:cNvSpPr>
            <p:nvPr/>
          </p:nvSpPr>
          <p:spPr>
            <a:xfrm>
              <a:off x="40295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6" name="Freeform 415">
              <a:extLst>
                <a:ext uri="{FF2B5EF4-FFF2-40B4-BE49-F238E27FC236}">
                  <a16:creationId xmlns:a16="http://schemas.microsoft.com/office/drawing/2014/main" id="{01C32959-1D96-E8DD-C34E-04A74BC0006B}"/>
                </a:ext>
              </a:extLst>
            </p:cNvPr>
            <p:cNvSpPr>
              <a:spLocks/>
            </p:cNvSpPr>
            <p:nvPr/>
          </p:nvSpPr>
          <p:spPr>
            <a:xfrm>
              <a:off x="42073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7" name="Freeform 416">
              <a:extLst>
                <a:ext uri="{FF2B5EF4-FFF2-40B4-BE49-F238E27FC236}">
                  <a16:creationId xmlns:a16="http://schemas.microsoft.com/office/drawing/2014/main" id="{69106BA4-D75A-1062-D950-3B68CE819180}"/>
                </a:ext>
              </a:extLst>
            </p:cNvPr>
            <p:cNvSpPr>
              <a:spLocks/>
            </p:cNvSpPr>
            <p:nvPr/>
          </p:nvSpPr>
          <p:spPr>
            <a:xfrm>
              <a:off x="43851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8" name="Freeform 417">
              <a:extLst>
                <a:ext uri="{FF2B5EF4-FFF2-40B4-BE49-F238E27FC236}">
                  <a16:creationId xmlns:a16="http://schemas.microsoft.com/office/drawing/2014/main" id="{C9439720-8506-E060-30A4-6E58CDD8A2C2}"/>
                </a:ext>
              </a:extLst>
            </p:cNvPr>
            <p:cNvSpPr>
              <a:spLocks/>
            </p:cNvSpPr>
            <p:nvPr/>
          </p:nvSpPr>
          <p:spPr>
            <a:xfrm>
              <a:off x="45631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19" name="Freeform 418">
              <a:extLst>
                <a:ext uri="{FF2B5EF4-FFF2-40B4-BE49-F238E27FC236}">
                  <a16:creationId xmlns:a16="http://schemas.microsoft.com/office/drawing/2014/main" id="{3B738DA9-69A4-8EA7-D87E-A9F653705A31}"/>
                </a:ext>
              </a:extLst>
            </p:cNvPr>
            <p:cNvSpPr>
              <a:spLocks/>
            </p:cNvSpPr>
            <p:nvPr/>
          </p:nvSpPr>
          <p:spPr>
            <a:xfrm>
              <a:off x="47409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20" name="Freeform 419">
              <a:extLst>
                <a:ext uri="{FF2B5EF4-FFF2-40B4-BE49-F238E27FC236}">
                  <a16:creationId xmlns:a16="http://schemas.microsoft.com/office/drawing/2014/main" id="{B45CC21E-F4CA-6900-8136-84902817EAFE}"/>
                </a:ext>
              </a:extLst>
            </p:cNvPr>
            <p:cNvSpPr>
              <a:spLocks/>
            </p:cNvSpPr>
            <p:nvPr/>
          </p:nvSpPr>
          <p:spPr>
            <a:xfrm>
              <a:off x="49187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21" name="Freeform 420">
              <a:extLst>
                <a:ext uri="{FF2B5EF4-FFF2-40B4-BE49-F238E27FC236}">
                  <a16:creationId xmlns:a16="http://schemas.microsoft.com/office/drawing/2014/main" id="{06344D36-39F5-EBDF-9F5E-93C32912B414}"/>
                </a:ext>
              </a:extLst>
            </p:cNvPr>
            <p:cNvSpPr>
              <a:spLocks/>
            </p:cNvSpPr>
            <p:nvPr/>
          </p:nvSpPr>
          <p:spPr>
            <a:xfrm>
              <a:off x="50965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22" name="Freeform 421">
              <a:extLst>
                <a:ext uri="{FF2B5EF4-FFF2-40B4-BE49-F238E27FC236}">
                  <a16:creationId xmlns:a16="http://schemas.microsoft.com/office/drawing/2014/main" id="{302A1254-2790-54B2-FDE4-12052D7350C9}"/>
                </a:ext>
              </a:extLst>
            </p:cNvPr>
            <p:cNvSpPr>
              <a:spLocks/>
            </p:cNvSpPr>
            <p:nvPr/>
          </p:nvSpPr>
          <p:spPr>
            <a:xfrm>
              <a:off x="52743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23" name="Freeform 422">
              <a:extLst>
                <a:ext uri="{FF2B5EF4-FFF2-40B4-BE49-F238E27FC236}">
                  <a16:creationId xmlns:a16="http://schemas.microsoft.com/office/drawing/2014/main" id="{8F108334-D0A6-FFCA-51D8-1C487327F6E4}"/>
                </a:ext>
              </a:extLst>
            </p:cNvPr>
            <p:cNvSpPr>
              <a:spLocks/>
            </p:cNvSpPr>
            <p:nvPr/>
          </p:nvSpPr>
          <p:spPr>
            <a:xfrm>
              <a:off x="54521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24" name="Freeform 423">
              <a:extLst>
                <a:ext uri="{FF2B5EF4-FFF2-40B4-BE49-F238E27FC236}">
                  <a16:creationId xmlns:a16="http://schemas.microsoft.com/office/drawing/2014/main" id="{60E54FC0-629D-A694-9E21-70CB438874BC}"/>
                </a:ext>
              </a:extLst>
            </p:cNvPr>
            <p:cNvSpPr>
              <a:spLocks/>
            </p:cNvSpPr>
            <p:nvPr/>
          </p:nvSpPr>
          <p:spPr>
            <a:xfrm>
              <a:off x="5541136"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6731" cap="flat">
              <a:solidFill>
                <a:srgbClr val="EBEBEB"/>
              </a:solidFill>
              <a:prstDash val="solid"/>
              <a:round/>
            </a:ln>
          </p:spPr>
          <p:txBody>
            <a:bodyPr/>
            <a:lstStyle/>
            <a:p>
              <a:endParaRPr lang="en-US" sz="1039"/>
            </a:p>
          </p:txBody>
        </p:sp>
        <p:sp>
          <p:nvSpPr>
            <p:cNvPr id="425" name="Freeform 424">
              <a:extLst>
                <a:ext uri="{FF2B5EF4-FFF2-40B4-BE49-F238E27FC236}">
                  <a16:creationId xmlns:a16="http://schemas.microsoft.com/office/drawing/2014/main" id="{C05D72B2-A140-911E-EDE2-CAC491C7D1E2}"/>
                </a:ext>
              </a:extLst>
            </p:cNvPr>
            <p:cNvSpPr>
              <a:spLocks/>
            </p:cNvSpPr>
            <p:nvPr/>
          </p:nvSpPr>
          <p:spPr>
            <a:xfrm>
              <a:off x="420751" y="4975852"/>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13589" cap="flat">
              <a:solidFill>
                <a:srgbClr val="EBEBEB"/>
              </a:solidFill>
              <a:prstDash val="solid"/>
              <a:round/>
            </a:ln>
          </p:spPr>
          <p:txBody>
            <a:bodyPr/>
            <a:lstStyle/>
            <a:p>
              <a:endParaRPr lang="en-US" sz="1039"/>
            </a:p>
          </p:txBody>
        </p:sp>
        <p:sp>
          <p:nvSpPr>
            <p:cNvPr id="426" name="Freeform 425">
              <a:extLst>
                <a:ext uri="{FF2B5EF4-FFF2-40B4-BE49-F238E27FC236}">
                  <a16:creationId xmlns:a16="http://schemas.microsoft.com/office/drawing/2014/main" id="{21669254-33E4-4A8C-0817-C7FD7DBA3FD4}"/>
                </a:ext>
              </a:extLst>
            </p:cNvPr>
            <p:cNvSpPr>
              <a:spLocks/>
            </p:cNvSpPr>
            <p:nvPr/>
          </p:nvSpPr>
          <p:spPr>
            <a:xfrm>
              <a:off x="420751" y="4661909"/>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13589" cap="flat">
              <a:solidFill>
                <a:srgbClr val="EBEBEB"/>
              </a:solidFill>
              <a:prstDash val="solid"/>
              <a:round/>
            </a:ln>
          </p:spPr>
          <p:txBody>
            <a:bodyPr/>
            <a:lstStyle/>
            <a:p>
              <a:endParaRPr lang="en-US" sz="1039"/>
            </a:p>
          </p:txBody>
        </p:sp>
        <p:sp>
          <p:nvSpPr>
            <p:cNvPr id="427" name="Freeform 426">
              <a:extLst>
                <a:ext uri="{FF2B5EF4-FFF2-40B4-BE49-F238E27FC236}">
                  <a16:creationId xmlns:a16="http://schemas.microsoft.com/office/drawing/2014/main" id="{72E31869-0BC7-EDD4-FAF0-456B27FC80D2}"/>
                </a:ext>
              </a:extLst>
            </p:cNvPr>
            <p:cNvSpPr>
              <a:spLocks/>
            </p:cNvSpPr>
            <p:nvPr/>
          </p:nvSpPr>
          <p:spPr>
            <a:xfrm>
              <a:off x="420751" y="4347965"/>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13589" cap="flat">
              <a:solidFill>
                <a:srgbClr val="EBEBEB"/>
              </a:solidFill>
              <a:prstDash val="solid"/>
              <a:round/>
            </a:ln>
          </p:spPr>
          <p:txBody>
            <a:bodyPr/>
            <a:lstStyle/>
            <a:p>
              <a:endParaRPr lang="en-US" sz="1039"/>
            </a:p>
          </p:txBody>
        </p:sp>
        <p:sp>
          <p:nvSpPr>
            <p:cNvPr id="428" name="Freeform 427">
              <a:extLst>
                <a:ext uri="{FF2B5EF4-FFF2-40B4-BE49-F238E27FC236}">
                  <a16:creationId xmlns:a16="http://schemas.microsoft.com/office/drawing/2014/main" id="{B5DE5AB8-0592-E426-C818-5CC418300B8E}"/>
                </a:ext>
              </a:extLst>
            </p:cNvPr>
            <p:cNvSpPr>
              <a:spLocks/>
            </p:cNvSpPr>
            <p:nvPr/>
          </p:nvSpPr>
          <p:spPr>
            <a:xfrm>
              <a:off x="420751" y="4034021"/>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13589" cap="flat">
              <a:solidFill>
                <a:srgbClr val="EBEBEB"/>
              </a:solidFill>
              <a:prstDash val="solid"/>
              <a:round/>
            </a:ln>
          </p:spPr>
          <p:txBody>
            <a:bodyPr/>
            <a:lstStyle/>
            <a:p>
              <a:endParaRPr lang="en-US" sz="1039"/>
            </a:p>
          </p:txBody>
        </p:sp>
        <p:sp>
          <p:nvSpPr>
            <p:cNvPr id="429" name="Freeform 428">
              <a:extLst>
                <a:ext uri="{FF2B5EF4-FFF2-40B4-BE49-F238E27FC236}">
                  <a16:creationId xmlns:a16="http://schemas.microsoft.com/office/drawing/2014/main" id="{DABD87F2-906D-053D-0C6C-3E456259A55D}"/>
                </a:ext>
              </a:extLst>
            </p:cNvPr>
            <p:cNvSpPr>
              <a:spLocks/>
            </p:cNvSpPr>
            <p:nvPr/>
          </p:nvSpPr>
          <p:spPr>
            <a:xfrm>
              <a:off x="420751" y="3720076"/>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13589" cap="flat">
              <a:solidFill>
                <a:srgbClr val="EBEBEB"/>
              </a:solidFill>
              <a:prstDash val="solid"/>
              <a:round/>
            </a:ln>
          </p:spPr>
          <p:txBody>
            <a:bodyPr/>
            <a:lstStyle/>
            <a:p>
              <a:endParaRPr lang="en-US" sz="1039"/>
            </a:p>
          </p:txBody>
        </p:sp>
        <p:sp>
          <p:nvSpPr>
            <p:cNvPr id="430" name="Freeform 429">
              <a:extLst>
                <a:ext uri="{FF2B5EF4-FFF2-40B4-BE49-F238E27FC236}">
                  <a16:creationId xmlns:a16="http://schemas.microsoft.com/office/drawing/2014/main" id="{88E36F45-FE47-8DA7-B69B-EEA837DB0D24}"/>
                </a:ext>
              </a:extLst>
            </p:cNvPr>
            <p:cNvSpPr>
              <a:spLocks/>
            </p:cNvSpPr>
            <p:nvPr/>
          </p:nvSpPr>
          <p:spPr>
            <a:xfrm>
              <a:off x="420751" y="3406133"/>
              <a:ext cx="5261737" cy="12700"/>
            </a:xfrm>
            <a:custGeom>
              <a:avLst/>
              <a:gdLst>
                <a:gd name="csX0" fmla="*/ 0 w 5261737"/>
                <a:gd name="csY0" fmla="*/ 0 h 12700"/>
                <a:gd name="csX1" fmla="*/ 5261737 w 5261737"/>
                <a:gd name="csY1" fmla="*/ 0 h 12700"/>
              </a:gdLst>
              <a:ahLst/>
              <a:cxnLst>
                <a:cxn ang="0">
                  <a:pos x="csX0" y="csY0"/>
                </a:cxn>
                <a:cxn ang="0">
                  <a:pos x="csX1" y="csY1"/>
                </a:cxn>
              </a:cxnLst>
              <a:rect l="l" t="t" r="r" b="b"/>
              <a:pathLst>
                <a:path w="5261737" h="12700">
                  <a:moveTo>
                    <a:pt x="0" y="0"/>
                  </a:moveTo>
                  <a:lnTo>
                    <a:pt x="5261737" y="0"/>
                  </a:lnTo>
                </a:path>
              </a:pathLst>
            </a:custGeom>
            <a:noFill/>
            <a:ln w="13589" cap="flat">
              <a:solidFill>
                <a:srgbClr val="EBEBEB"/>
              </a:solidFill>
              <a:prstDash val="solid"/>
              <a:round/>
            </a:ln>
          </p:spPr>
          <p:txBody>
            <a:bodyPr/>
            <a:lstStyle/>
            <a:p>
              <a:endParaRPr lang="en-US" sz="1039"/>
            </a:p>
          </p:txBody>
        </p:sp>
        <p:sp>
          <p:nvSpPr>
            <p:cNvPr id="431" name="Freeform 430">
              <a:extLst>
                <a:ext uri="{FF2B5EF4-FFF2-40B4-BE49-F238E27FC236}">
                  <a16:creationId xmlns:a16="http://schemas.microsoft.com/office/drawing/2014/main" id="{4B14595A-C645-25DD-C68F-092050516E0F}"/>
                </a:ext>
              </a:extLst>
            </p:cNvPr>
            <p:cNvSpPr>
              <a:spLocks/>
            </p:cNvSpPr>
            <p:nvPr/>
          </p:nvSpPr>
          <p:spPr>
            <a:xfrm>
              <a:off x="739901"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32" name="Freeform 431">
              <a:extLst>
                <a:ext uri="{FF2B5EF4-FFF2-40B4-BE49-F238E27FC236}">
                  <a16:creationId xmlns:a16="http://schemas.microsoft.com/office/drawing/2014/main" id="{31502494-F425-B3C5-C48C-C0A373A3A5C5}"/>
                </a:ext>
              </a:extLst>
            </p:cNvPr>
            <p:cNvSpPr>
              <a:spLocks/>
            </p:cNvSpPr>
            <p:nvPr/>
          </p:nvSpPr>
          <p:spPr>
            <a:xfrm>
              <a:off x="917702"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33" name="Freeform 432">
              <a:extLst>
                <a:ext uri="{FF2B5EF4-FFF2-40B4-BE49-F238E27FC236}">
                  <a16:creationId xmlns:a16="http://schemas.microsoft.com/office/drawing/2014/main" id="{B9846F35-74DD-D54E-9E32-4FE07B1E4AC3}"/>
                </a:ext>
              </a:extLst>
            </p:cNvPr>
            <p:cNvSpPr>
              <a:spLocks/>
            </p:cNvSpPr>
            <p:nvPr/>
          </p:nvSpPr>
          <p:spPr>
            <a:xfrm>
              <a:off x="1095502"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34" name="Freeform 433">
              <a:extLst>
                <a:ext uri="{FF2B5EF4-FFF2-40B4-BE49-F238E27FC236}">
                  <a16:creationId xmlns:a16="http://schemas.microsoft.com/office/drawing/2014/main" id="{C838EC46-0E4C-1C68-1DE4-64A16204B3EE}"/>
                </a:ext>
              </a:extLst>
            </p:cNvPr>
            <p:cNvSpPr>
              <a:spLocks/>
            </p:cNvSpPr>
            <p:nvPr/>
          </p:nvSpPr>
          <p:spPr>
            <a:xfrm>
              <a:off x="1273428"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35" name="Freeform 434">
              <a:extLst>
                <a:ext uri="{FF2B5EF4-FFF2-40B4-BE49-F238E27FC236}">
                  <a16:creationId xmlns:a16="http://schemas.microsoft.com/office/drawing/2014/main" id="{3D14F4EB-94AE-6D40-F636-EC12FEBA8090}"/>
                </a:ext>
              </a:extLst>
            </p:cNvPr>
            <p:cNvSpPr>
              <a:spLocks/>
            </p:cNvSpPr>
            <p:nvPr/>
          </p:nvSpPr>
          <p:spPr>
            <a:xfrm>
              <a:off x="1451228"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36" name="Freeform 435">
              <a:extLst>
                <a:ext uri="{FF2B5EF4-FFF2-40B4-BE49-F238E27FC236}">
                  <a16:creationId xmlns:a16="http://schemas.microsoft.com/office/drawing/2014/main" id="{C8F8BC7E-4188-1191-E352-A8F76A775066}"/>
                </a:ext>
              </a:extLst>
            </p:cNvPr>
            <p:cNvSpPr>
              <a:spLocks/>
            </p:cNvSpPr>
            <p:nvPr/>
          </p:nvSpPr>
          <p:spPr>
            <a:xfrm>
              <a:off x="162902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37" name="Freeform 436">
              <a:extLst>
                <a:ext uri="{FF2B5EF4-FFF2-40B4-BE49-F238E27FC236}">
                  <a16:creationId xmlns:a16="http://schemas.microsoft.com/office/drawing/2014/main" id="{D14811E1-F11D-3CD2-EC8C-52B1BBE3D2C7}"/>
                </a:ext>
              </a:extLst>
            </p:cNvPr>
            <p:cNvSpPr>
              <a:spLocks/>
            </p:cNvSpPr>
            <p:nvPr/>
          </p:nvSpPr>
          <p:spPr>
            <a:xfrm>
              <a:off x="180682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38" name="Freeform 437">
              <a:extLst>
                <a:ext uri="{FF2B5EF4-FFF2-40B4-BE49-F238E27FC236}">
                  <a16:creationId xmlns:a16="http://schemas.microsoft.com/office/drawing/2014/main" id="{BF1807B2-5298-096D-E6AB-99CD79BADEE3}"/>
                </a:ext>
              </a:extLst>
            </p:cNvPr>
            <p:cNvSpPr>
              <a:spLocks/>
            </p:cNvSpPr>
            <p:nvPr/>
          </p:nvSpPr>
          <p:spPr>
            <a:xfrm>
              <a:off x="198462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39" name="Freeform 438">
              <a:extLst>
                <a:ext uri="{FF2B5EF4-FFF2-40B4-BE49-F238E27FC236}">
                  <a16:creationId xmlns:a16="http://schemas.microsoft.com/office/drawing/2014/main" id="{66A6923E-D8F8-03B0-E7DE-C50C0837C2B0}"/>
                </a:ext>
              </a:extLst>
            </p:cNvPr>
            <p:cNvSpPr>
              <a:spLocks/>
            </p:cNvSpPr>
            <p:nvPr/>
          </p:nvSpPr>
          <p:spPr>
            <a:xfrm>
              <a:off x="216242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0" name="Freeform 439">
              <a:extLst>
                <a:ext uri="{FF2B5EF4-FFF2-40B4-BE49-F238E27FC236}">
                  <a16:creationId xmlns:a16="http://schemas.microsoft.com/office/drawing/2014/main" id="{0CE76A4C-4EA9-291D-9022-82EF7A29D040}"/>
                </a:ext>
              </a:extLst>
            </p:cNvPr>
            <p:cNvSpPr>
              <a:spLocks/>
            </p:cNvSpPr>
            <p:nvPr/>
          </p:nvSpPr>
          <p:spPr>
            <a:xfrm>
              <a:off x="23403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1" name="Freeform 440">
              <a:extLst>
                <a:ext uri="{FF2B5EF4-FFF2-40B4-BE49-F238E27FC236}">
                  <a16:creationId xmlns:a16="http://schemas.microsoft.com/office/drawing/2014/main" id="{C0300E58-5B2A-699C-91C3-BF5D26FB06AB}"/>
                </a:ext>
              </a:extLst>
            </p:cNvPr>
            <p:cNvSpPr>
              <a:spLocks/>
            </p:cNvSpPr>
            <p:nvPr/>
          </p:nvSpPr>
          <p:spPr>
            <a:xfrm>
              <a:off x="25181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2" name="Freeform 441">
              <a:extLst>
                <a:ext uri="{FF2B5EF4-FFF2-40B4-BE49-F238E27FC236}">
                  <a16:creationId xmlns:a16="http://schemas.microsoft.com/office/drawing/2014/main" id="{3BFE1EA6-0FE3-BE78-6F67-4A46FBA00919}"/>
                </a:ext>
              </a:extLst>
            </p:cNvPr>
            <p:cNvSpPr>
              <a:spLocks/>
            </p:cNvSpPr>
            <p:nvPr/>
          </p:nvSpPr>
          <p:spPr>
            <a:xfrm>
              <a:off x="26959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3" name="Freeform 442">
              <a:extLst>
                <a:ext uri="{FF2B5EF4-FFF2-40B4-BE49-F238E27FC236}">
                  <a16:creationId xmlns:a16="http://schemas.microsoft.com/office/drawing/2014/main" id="{77F14D15-1876-575C-9C49-2FA127AEF54A}"/>
                </a:ext>
              </a:extLst>
            </p:cNvPr>
            <p:cNvSpPr>
              <a:spLocks/>
            </p:cNvSpPr>
            <p:nvPr/>
          </p:nvSpPr>
          <p:spPr>
            <a:xfrm>
              <a:off x="28737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4" name="Freeform 443">
              <a:extLst>
                <a:ext uri="{FF2B5EF4-FFF2-40B4-BE49-F238E27FC236}">
                  <a16:creationId xmlns:a16="http://schemas.microsoft.com/office/drawing/2014/main" id="{F528C292-1F95-25D3-A65D-8F02293C2639}"/>
                </a:ext>
              </a:extLst>
            </p:cNvPr>
            <p:cNvSpPr>
              <a:spLocks/>
            </p:cNvSpPr>
            <p:nvPr/>
          </p:nvSpPr>
          <p:spPr>
            <a:xfrm>
              <a:off x="30515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5" name="Freeform 444">
              <a:extLst>
                <a:ext uri="{FF2B5EF4-FFF2-40B4-BE49-F238E27FC236}">
                  <a16:creationId xmlns:a16="http://schemas.microsoft.com/office/drawing/2014/main" id="{6EC78163-9F24-7FB1-A3E9-358C7BA28432}"/>
                </a:ext>
              </a:extLst>
            </p:cNvPr>
            <p:cNvSpPr>
              <a:spLocks/>
            </p:cNvSpPr>
            <p:nvPr/>
          </p:nvSpPr>
          <p:spPr>
            <a:xfrm>
              <a:off x="3229355"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6" name="Freeform 445">
              <a:extLst>
                <a:ext uri="{FF2B5EF4-FFF2-40B4-BE49-F238E27FC236}">
                  <a16:creationId xmlns:a16="http://schemas.microsoft.com/office/drawing/2014/main" id="{F9D67F2C-B4D1-154B-2A36-587AE53B2B6C}"/>
                </a:ext>
              </a:extLst>
            </p:cNvPr>
            <p:cNvSpPr>
              <a:spLocks/>
            </p:cNvSpPr>
            <p:nvPr/>
          </p:nvSpPr>
          <p:spPr>
            <a:xfrm>
              <a:off x="34072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7" name="Freeform 446">
              <a:extLst>
                <a:ext uri="{FF2B5EF4-FFF2-40B4-BE49-F238E27FC236}">
                  <a16:creationId xmlns:a16="http://schemas.microsoft.com/office/drawing/2014/main" id="{9EAD0E61-30F2-1458-B044-44E665419A8D}"/>
                </a:ext>
              </a:extLst>
            </p:cNvPr>
            <p:cNvSpPr>
              <a:spLocks/>
            </p:cNvSpPr>
            <p:nvPr/>
          </p:nvSpPr>
          <p:spPr>
            <a:xfrm>
              <a:off x="35850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8" name="Freeform 447">
              <a:extLst>
                <a:ext uri="{FF2B5EF4-FFF2-40B4-BE49-F238E27FC236}">
                  <a16:creationId xmlns:a16="http://schemas.microsoft.com/office/drawing/2014/main" id="{272EBB65-42D7-1EB8-D54B-92F9812EB51A}"/>
                </a:ext>
              </a:extLst>
            </p:cNvPr>
            <p:cNvSpPr>
              <a:spLocks/>
            </p:cNvSpPr>
            <p:nvPr/>
          </p:nvSpPr>
          <p:spPr>
            <a:xfrm>
              <a:off x="37628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49" name="Freeform 448">
              <a:extLst>
                <a:ext uri="{FF2B5EF4-FFF2-40B4-BE49-F238E27FC236}">
                  <a16:creationId xmlns:a16="http://schemas.microsoft.com/office/drawing/2014/main" id="{ECB6520B-663A-9747-2FCC-96B678D7B5E9}"/>
                </a:ext>
              </a:extLst>
            </p:cNvPr>
            <p:cNvSpPr>
              <a:spLocks/>
            </p:cNvSpPr>
            <p:nvPr/>
          </p:nvSpPr>
          <p:spPr>
            <a:xfrm>
              <a:off x="39406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0" name="Freeform 449">
              <a:extLst>
                <a:ext uri="{FF2B5EF4-FFF2-40B4-BE49-F238E27FC236}">
                  <a16:creationId xmlns:a16="http://schemas.microsoft.com/office/drawing/2014/main" id="{5E73339C-3E54-68B5-D6E2-397576341EEC}"/>
                </a:ext>
              </a:extLst>
            </p:cNvPr>
            <p:cNvSpPr>
              <a:spLocks/>
            </p:cNvSpPr>
            <p:nvPr/>
          </p:nvSpPr>
          <p:spPr>
            <a:xfrm>
              <a:off x="41184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1" name="Freeform 450">
              <a:extLst>
                <a:ext uri="{FF2B5EF4-FFF2-40B4-BE49-F238E27FC236}">
                  <a16:creationId xmlns:a16="http://schemas.microsoft.com/office/drawing/2014/main" id="{6D8E04C6-3A40-2733-D4A7-F3B18EA6C1A6}"/>
                </a:ext>
              </a:extLst>
            </p:cNvPr>
            <p:cNvSpPr>
              <a:spLocks/>
            </p:cNvSpPr>
            <p:nvPr/>
          </p:nvSpPr>
          <p:spPr>
            <a:xfrm>
              <a:off x="4296283"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2" name="Freeform 451">
              <a:extLst>
                <a:ext uri="{FF2B5EF4-FFF2-40B4-BE49-F238E27FC236}">
                  <a16:creationId xmlns:a16="http://schemas.microsoft.com/office/drawing/2014/main" id="{4BAC79F1-7866-2067-9FAC-439E8A3D699F}"/>
                </a:ext>
              </a:extLst>
            </p:cNvPr>
            <p:cNvSpPr>
              <a:spLocks/>
            </p:cNvSpPr>
            <p:nvPr/>
          </p:nvSpPr>
          <p:spPr>
            <a:xfrm>
              <a:off x="44742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3" name="Freeform 452">
              <a:extLst>
                <a:ext uri="{FF2B5EF4-FFF2-40B4-BE49-F238E27FC236}">
                  <a16:creationId xmlns:a16="http://schemas.microsoft.com/office/drawing/2014/main" id="{1860730D-5421-4284-FEED-300F6E2C1657}"/>
                </a:ext>
              </a:extLst>
            </p:cNvPr>
            <p:cNvSpPr>
              <a:spLocks/>
            </p:cNvSpPr>
            <p:nvPr/>
          </p:nvSpPr>
          <p:spPr>
            <a:xfrm>
              <a:off x="46520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4" name="Freeform 453">
              <a:extLst>
                <a:ext uri="{FF2B5EF4-FFF2-40B4-BE49-F238E27FC236}">
                  <a16:creationId xmlns:a16="http://schemas.microsoft.com/office/drawing/2014/main" id="{60181618-3B89-D779-D0C6-EE65658C0510}"/>
                </a:ext>
              </a:extLst>
            </p:cNvPr>
            <p:cNvSpPr>
              <a:spLocks/>
            </p:cNvSpPr>
            <p:nvPr/>
          </p:nvSpPr>
          <p:spPr>
            <a:xfrm>
              <a:off x="48298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5" name="Freeform 454">
              <a:extLst>
                <a:ext uri="{FF2B5EF4-FFF2-40B4-BE49-F238E27FC236}">
                  <a16:creationId xmlns:a16="http://schemas.microsoft.com/office/drawing/2014/main" id="{0D696300-2B70-82BE-666E-7D5F4F2A2550}"/>
                </a:ext>
              </a:extLst>
            </p:cNvPr>
            <p:cNvSpPr>
              <a:spLocks/>
            </p:cNvSpPr>
            <p:nvPr/>
          </p:nvSpPr>
          <p:spPr>
            <a:xfrm>
              <a:off x="50076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6" name="Freeform 455">
              <a:extLst>
                <a:ext uri="{FF2B5EF4-FFF2-40B4-BE49-F238E27FC236}">
                  <a16:creationId xmlns:a16="http://schemas.microsoft.com/office/drawing/2014/main" id="{53B32FF6-8342-8FE4-3B1A-5990E92B33C3}"/>
                </a:ext>
              </a:extLst>
            </p:cNvPr>
            <p:cNvSpPr>
              <a:spLocks/>
            </p:cNvSpPr>
            <p:nvPr/>
          </p:nvSpPr>
          <p:spPr>
            <a:xfrm>
              <a:off x="51854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7" name="Freeform 456">
              <a:extLst>
                <a:ext uri="{FF2B5EF4-FFF2-40B4-BE49-F238E27FC236}">
                  <a16:creationId xmlns:a16="http://schemas.microsoft.com/office/drawing/2014/main" id="{3A87770B-DF2B-58B7-BB3D-A674F8C5F265}"/>
                </a:ext>
              </a:extLst>
            </p:cNvPr>
            <p:cNvSpPr>
              <a:spLocks/>
            </p:cNvSpPr>
            <p:nvPr/>
          </p:nvSpPr>
          <p:spPr>
            <a:xfrm>
              <a:off x="5363209" y="3261734"/>
              <a:ext cx="12700" cy="1795652"/>
            </a:xfrm>
            <a:custGeom>
              <a:avLst/>
              <a:gdLst>
                <a:gd name="csX0" fmla="*/ 0 w 12700"/>
                <a:gd name="csY0" fmla="*/ 1795653 h 1795652"/>
                <a:gd name="csX1" fmla="*/ 0 w 12700"/>
                <a:gd name="csY1" fmla="*/ 0 h 1795652"/>
              </a:gdLst>
              <a:ahLst/>
              <a:cxnLst>
                <a:cxn ang="0">
                  <a:pos x="csX0" y="csY0"/>
                </a:cxn>
                <a:cxn ang="0">
                  <a:pos x="csX1" y="csY1"/>
                </a:cxn>
              </a:cxnLst>
              <a:rect l="l" t="t" r="r" b="b"/>
              <a:pathLst>
                <a:path w="12700" h="1795652">
                  <a:moveTo>
                    <a:pt x="0" y="1795653"/>
                  </a:moveTo>
                  <a:lnTo>
                    <a:pt x="0" y="0"/>
                  </a:lnTo>
                </a:path>
              </a:pathLst>
            </a:custGeom>
            <a:noFill/>
            <a:ln w="13589" cap="flat">
              <a:solidFill>
                <a:srgbClr val="EBEBEB"/>
              </a:solidFill>
              <a:prstDash val="solid"/>
              <a:round/>
            </a:ln>
          </p:spPr>
          <p:txBody>
            <a:bodyPr/>
            <a:lstStyle/>
            <a:p>
              <a:endParaRPr lang="en-US" sz="1039"/>
            </a:p>
          </p:txBody>
        </p:sp>
        <p:sp>
          <p:nvSpPr>
            <p:cNvPr id="458" name="Rectangle 457">
              <a:extLst>
                <a:ext uri="{FF2B5EF4-FFF2-40B4-BE49-F238E27FC236}">
                  <a16:creationId xmlns:a16="http://schemas.microsoft.com/office/drawing/2014/main" id="{9435E80D-CD45-23BF-803A-4F9D9FE26AB0}"/>
                </a:ext>
              </a:extLst>
            </p:cNvPr>
            <p:cNvSpPr>
              <a:spLocks/>
            </p:cNvSpPr>
            <p:nvPr/>
          </p:nvSpPr>
          <p:spPr>
            <a:xfrm>
              <a:off x="659892" y="3782815"/>
              <a:ext cx="160020" cy="282574"/>
            </a:xfrm>
            <a:prstGeom prst="rect">
              <a:avLst/>
            </a:prstGeom>
            <a:solidFill>
              <a:srgbClr val="FF0000"/>
            </a:solidFill>
            <a:ln w="13589" cap="flat">
              <a:noFill/>
              <a:prstDash val="solid"/>
              <a:miter/>
            </a:ln>
          </p:spPr>
          <p:txBody>
            <a:bodyPr/>
            <a:lstStyle/>
            <a:p>
              <a:endParaRPr lang="en-US" sz="1039"/>
            </a:p>
          </p:txBody>
        </p:sp>
        <p:sp>
          <p:nvSpPr>
            <p:cNvPr id="459" name="Rectangle 458">
              <a:extLst>
                <a:ext uri="{FF2B5EF4-FFF2-40B4-BE49-F238E27FC236}">
                  <a16:creationId xmlns:a16="http://schemas.microsoft.com/office/drawing/2014/main" id="{06608A51-EB21-330B-BAE8-A19EE2B2C812}"/>
                </a:ext>
              </a:extLst>
            </p:cNvPr>
            <p:cNvSpPr>
              <a:spLocks/>
            </p:cNvSpPr>
            <p:nvPr/>
          </p:nvSpPr>
          <p:spPr>
            <a:xfrm>
              <a:off x="659892" y="4065390"/>
              <a:ext cx="160020" cy="31368"/>
            </a:xfrm>
            <a:prstGeom prst="rect">
              <a:avLst/>
            </a:prstGeom>
            <a:solidFill>
              <a:srgbClr val="006400"/>
            </a:solidFill>
            <a:ln w="13589" cap="flat">
              <a:noFill/>
              <a:prstDash val="solid"/>
              <a:miter/>
            </a:ln>
          </p:spPr>
          <p:txBody>
            <a:bodyPr/>
            <a:lstStyle/>
            <a:p>
              <a:endParaRPr lang="en-US" sz="1039"/>
            </a:p>
          </p:txBody>
        </p:sp>
        <p:sp>
          <p:nvSpPr>
            <p:cNvPr id="460" name="Rectangle 459">
              <a:extLst>
                <a:ext uri="{FF2B5EF4-FFF2-40B4-BE49-F238E27FC236}">
                  <a16:creationId xmlns:a16="http://schemas.microsoft.com/office/drawing/2014/main" id="{D9AF5228-47D3-A2B3-46D0-6DCD2E995F10}"/>
                </a:ext>
              </a:extLst>
            </p:cNvPr>
            <p:cNvSpPr>
              <a:spLocks/>
            </p:cNvSpPr>
            <p:nvPr/>
          </p:nvSpPr>
          <p:spPr>
            <a:xfrm>
              <a:off x="659892" y="4096759"/>
              <a:ext cx="160020" cy="188340"/>
            </a:xfrm>
            <a:prstGeom prst="rect">
              <a:avLst/>
            </a:prstGeom>
            <a:solidFill>
              <a:srgbClr val="0000FF"/>
            </a:solidFill>
            <a:ln w="13589" cap="flat">
              <a:noFill/>
              <a:prstDash val="solid"/>
              <a:miter/>
            </a:ln>
          </p:spPr>
          <p:txBody>
            <a:bodyPr/>
            <a:lstStyle/>
            <a:p>
              <a:endParaRPr lang="en-US" sz="1039"/>
            </a:p>
          </p:txBody>
        </p:sp>
        <p:sp>
          <p:nvSpPr>
            <p:cNvPr id="461" name="Rectangle 460">
              <a:extLst>
                <a:ext uri="{FF2B5EF4-FFF2-40B4-BE49-F238E27FC236}">
                  <a16:creationId xmlns:a16="http://schemas.microsoft.com/office/drawing/2014/main" id="{273DBC18-D1AB-0BDD-4A9C-D47AD9BAE756}"/>
                </a:ext>
              </a:extLst>
            </p:cNvPr>
            <p:cNvSpPr>
              <a:spLocks/>
            </p:cNvSpPr>
            <p:nvPr/>
          </p:nvSpPr>
          <p:spPr>
            <a:xfrm>
              <a:off x="659892" y="4285100"/>
              <a:ext cx="160020" cy="313944"/>
            </a:xfrm>
            <a:prstGeom prst="rect">
              <a:avLst/>
            </a:prstGeom>
            <a:solidFill>
              <a:srgbClr val="000000"/>
            </a:solidFill>
            <a:ln w="13589" cap="flat">
              <a:noFill/>
              <a:prstDash val="solid"/>
              <a:miter/>
            </a:ln>
          </p:spPr>
          <p:txBody>
            <a:bodyPr/>
            <a:lstStyle/>
            <a:p>
              <a:endParaRPr lang="en-US" sz="1039"/>
            </a:p>
          </p:txBody>
        </p:sp>
        <p:sp>
          <p:nvSpPr>
            <p:cNvPr id="462" name="Rectangle 461">
              <a:extLst>
                <a:ext uri="{FF2B5EF4-FFF2-40B4-BE49-F238E27FC236}">
                  <a16:creationId xmlns:a16="http://schemas.microsoft.com/office/drawing/2014/main" id="{6B63DB96-3BDA-2C15-5E0E-753A90A9654B}"/>
                </a:ext>
              </a:extLst>
            </p:cNvPr>
            <p:cNvSpPr>
              <a:spLocks/>
            </p:cNvSpPr>
            <p:nvPr/>
          </p:nvSpPr>
          <p:spPr>
            <a:xfrm>
              <a:off x="659892" y="4599044"/>
              <a:ext cx="160020" cy="31368"/>
            </a:xfrm>
            <a:prstGeom prst="rect">
              <a:avLst/>
            </a:prstGeom>
            <a:solidFill>
              <a:srgbClr val="A020F0"/>
            </a:solidFill>
            <a:ln w="13589" cap="flat">
              <a:noFill/>
              <a:prstDash val="solid"/>
              <a:miter/>
            </a:ln>
          </p:spPr>
          <p:txBody>
            <a:bodyPr/>
            <a:lstStyle/>
            <a:p>
              <a:endParaRPr lang="en-US" sz="1039"/>
            </a:p>
          </p:txBody>
        </p:sp>
        <p:sp>
          <p:nvSpPr>
            <p:cNvPr id="463" name="Rectangle 462">
              <a:extLst>
                <a:ext uri="{FF2B5EF4-FFF2-40B4-BE49-F238E27FC236}">
                  <a16:creationId xmlns:a16="http://schemas.microsoft.com/office/drawing/2014/main" id="{43AF90BB-FDA4-360C-1FF3-C2DC72D83382}"/>
                </a:ext>
              </a:extLst>
            </p:cNvPr>
            <p:cNvSpPr>
              <a:spLocks/>
            </p:cNvSpPr>
            <p:nvPr/>
          </p:nvSpPr>
          <p:spPr>
            <a:xfrm>
              <a:off x="659892" y="4630413"/>
              <a:ext cx="160020" cy="31368"/>
            </a:xfrm>
            <a:prstGeom prst="rect">
              <a:avLst/>
            </a:prstGeom>
            <a:solidFill>
              <a:srgbClr val="BEBEBE"/>
            </a:solidFill>
            <a:ln w="13589" cap="flat">
              <a:noFill/>
              <a:prstDash val="solid"/>
              <a:miter/>
            </a:ln>
          </p:spPr>
          <p:txBody>
            <a:bodyPr/>
            <a:lstStyle/>
            <a:p>
              <a:endParaRPr lang="en-US" sz="1039"/>
            </a:p>
          </p:txBody>
        </p:sp>
        <p:sp>
          <p:nvSpPr>
            <p:cNvPr id="464" name="Rectangle 463">
              <a:extLst>
                <a:ext uri="{FF2B5EF4-FFF2-40B4-BE49-F238E27FC236}">
                  <a16:creationId xmlns:a16="http://schemas.microsoft.com/office/drawing/2014/main" id="{9E93A424-5F55-ED60-2606-CEA7C47B4661}"/>
                </a:ext>
              </a:extLst>
            </p:cNvPr>
            <p:cNvSpPr>
              <a:spLocks/>
            </p:cNvSpPr>
            <p:nvPr/>
          </p:nvSpPr>
          <p:spPr>
            <a:xfrm>
              <a:off x="659892" y="4661909"/>
              <a:ext cx="160020" cy="219709"/>
            </a:xfrm>
            <a:prstGeom prst="rect">
              <a:avLst/>
            </a:prstGeom>
            <a:solidFill>
              <a:srgbClr val="A52A2A"/>
            </a:solidFill>
            <a:ln w="13589" cap="flat">
              <a:noFill/>
              <a:prstDash val="solid"/>
              <a:miter/>
            </a:ln>
          </p:spPr>
          <p:txBody>
            <a:bodyPr/>
            <a:lstStyle/>
            <a:p>
              <a:endParaRPr lang="en-US" sz="1039"/>
            </a:p>
          </p:txBody>
        </p:sp>
        <p:sp>
          <p:nvSpPr>
            <p:cNvPr id="465" name="Rectangle 464">
              <a:extLst>
                <a:ext uri="{FF2B5EF4-FFF2-40B4-BE49-F238E27FC236}">
                  <a16:creationId xmlns:a16="http://schemas.microsoft.com/office/drawing/2014/main" id="{4C3F28E2-E98E-5E0E-565D-580167B360F3}"/>
                </a:ext>
              </a:extLst>
            </p:cNvPr>
            <p:cNvSpPr>
              <a:spLocks/>
            </p:cNvSpPr>
            <p:nvPr/>
          </p:nvSpPr>
          <p:spPr>
            <a:xfrm>
              <a:off x="659892" y="4881619"/>
              <a:ext cx="160020" cy="94233"/>
            </a:xfrm>
            <a:prstGeom prst="rect">
              <a:avLst/>
            </a:prstGeom>
            <a:solidFill>
              <a:srgbClr val="FFA500"/>
            </a:solidFill>
            <a:ln w="13589" cap="flat">
              <a:noFill/>
              <a:prstDash val="solid"/>
              <a:miter/>
            </a:ln>
          </p:spPr>
          <p:txBody>
            <a:bodyPr/>
            <a:lstStyle/>
            <a:p>
              <a:endParaRPr lang="en-US" sz="1039"/>
            </a:p>
          </p:txBody>
        </p:sp>
        <p:sp>
          <p:nvSpPr>
            <p:cNvPr id="466" name="Rectangle 465">
              <a:extLst>
                <a:ext uri="{FF2B5EF4-FFF2-40B4-BE49-F238E27FC236}">
                  <a16:creationId xmlns:a16="http://schemas.microsoft.com/office/drawing/2014/main" id="{1AF11412-4EBF-12F9-4834-B8872CE73A85}"/>
                </a:ext>
              </a:extLst>
            </p:cNvPr>
            <p:cNvSpPr>
              <a:spLocks/>
            </p:cNvSpPr>
            <p:nvPr/>
          </p:nvSpPr>
          <p:spPr>
            <a:xfrm>
              <a:off x="837691" y="3594474"/>
              <a:ext cx="160019" cy="94234"/>
            </a:xfrm>
            <a:prstGeom prst="rect">
              <a:avLst/>
            </a:prstGeom>
            <a:solidFill>
              <a:srgbClr val="FF0000"/>
            </a:solidFill>
            <a:ln w="13589" cap="flat">
              <a:noFill/>
              <a:prstDash val="solid"/>
              <a:miter/>
            </a:ln>
          </p:spPr>
          <p:txBody>
            <a:bodyPr/>
            <a:lstStyle/>
            <a:p>
              <a:endParaRPr lang="en-US" sz="1039"/>
            </a:p>
          </p:txBody>
        </p:sp>
        <p:sp>
          <p:nvSpPr>
            <p:cNvPr id="467" name="Rectangle 466">
              <a:extLst>
                <a:ext uri="{FF2B5EF4-FFF2-40B4-BE49-F238E27FC236}">
                  <a16:creationId xmlns:a16="http://schemas.microsoft.com/office/drawing/2014/main" id="{AAAD54B8-9866-EC1B-759A-845A523B9CEC}"/>
                </a:ext>
              </a:extLst>
            </p:cNvPr>
            <p:cNvSpPr>
              <a:spLocks/>
            </p:cNvSpPr>
            <p:nvPr/>
          </p:nvSpPr>
          <p:spPr>
            <a:xfrm>
              <a:off x="837691" y="3688708"/>
              <a:ext cx="160019" cy="94234"/>
            </a:xfrm>
            <a:prstGeom prst="rect">
              <a:avLst/>
            </a:prstGeom>
            <a:solidFill>
              <a:srgbClr val="006400"/>
            </a:solidFill>
            <a:ln w="13589" cap="flat">
              <a:noFill/>
              <a:prstDash val="solid"/>
              <a:miter/>
            </a:ln>
          </p:spPr>
          <p:txBody>
            <a:bodyPr/>
            <a:lstStyle/>
            <a:p>
              <a:endParaRPr lang="en-US" sz="1039"/>
            </a:p>
          </p:txBody>
        </p:sp>
        <p:sp>
          <p:nvSpPr>
            <p:cNvPr id="468" name="Rectangle 467">
              <a:extLst>
                <a:ext uri="{FF2B5EF4-FFF2-40B4-BE49-F238E27FC236}">
                  <a16:creationId xmlns:a16="http://schemas.microsoft.com/office/drawing/2014/main" id="{3690C15D-9FD3-D29E-ED4D-FC48D7CC6D3F}"/>
                </a:ext>
              </a:extLst>
            </p:cNvPr>
            <p:cNvSpPr>
              <a:spLocks/>
            </p:cNvSpPr>
            <p:nvPr/>
          </p:nvSpPr>
          <p:spPr>
            <a:xfrm>
              <a:off x="837691" y="3782815"/>
              <a:ext cx="160019" cy="408051"/>
            </a:xfrm>
            <a:prstGeom prst="rect">
              <a:avLst/>
            </a:prstGeom>
            <a:solidFill>
              <a:srgbClr val="0000FF"/>
            </a:solidFill>
            <a:ln w="13589" cap="flat">
              <a:noFill/>
              <a:prstDash val="solid"/>
              <a:miter/>
            </a:ln>
          </p:spPr>
          <p:txBody>
            <a:bodyPr/>
            <a:lstStyle/>
            <a:p>
              <a:endParaRPr lang="en-US" sz="1039"/>
            </a:p>
          </p:txBody>
        </p:sp>
        <p:sp>
          <p:nvSpPr>
            <p:cNvPr id="469" name="Rectangle 468">
              <a:extLst>
                <a:ext uri="{FF2B5EF4-FFF2-40B4-BE49-F238E27FC236}">
                  <a16:creationId xmlns:a16="http://schemas.microsoft.com/office/drawing/2014/main" id="{28B2492E-1E55-B115-AC89-9E671B7BB184}"/>
                </a:ext>
              </a:extLst>
            </p:cNvPr>
            <p:cNvSpPr>
              <a:spLocks/>
            </p:cNvSpPr>
            <p:nvPr/>
          </p:nvSpPr>
          <p:spPr>
            <a:xfrm>
              <a:off x="837691" y="4190993"/>
              <a:ext cx="160019" cy="439547"/>
            </a:xfrm>
            <a:prstGeom prst="rect">
              <a:avLst/>
            </a:prstGeom>
            <a:solidFill>
              <a:srgbClr val="000000"/>
            </a:solidFill>
            <a:ln w="13589" cap="flat">
              <a:noFill/>
              <a:prstDash val="solid"/>
              <a:miter/>
            </a:ln>
          </p:spPr>
          <p:txBody>
            <a:bodyPr/>
            <a:lstStyle/>
            <a:p>
              <a:endParaRPr lang="en-US" sz="1039"/>
            </a:p>
          </p:txBody>
        </p:sp>
        <p:sp>
          <p:nvSpPr>
            <p:cNvPr id="470" name="Rectangle 469">
              <a:extLst>
                <a:ext uri="{FF2B5EF4-FFF2-40B4-BE49-F238E27FC236}">
                  <a16:creationId xmlns:a16="http://schemas.microsoft.com/office/drawing/2014/main" id="{48904925-87A3-0E12-1616-4DA7E13CEAF6}"/>
                </a:ext>
              </a:extLst>
            </p:cNvPr>
            <p:cNvSpPr>
              <a:spLocks/>
            </p:cNvSpPr>
            <p:nvPr/>
          </p:nvSpPr>
          <p:spPr>
            <a:xfrm>
              <a:off x="837691" y="4630413"/>
              <a:ext cx="160019" cy="94234"/>
            </a:xfrm>
            <a:prstGeom prst="rect">
              <a:avLst/>
            </a:prstGeom>
            <a:solidFill>
              <a:srgbClr val="A020F0"/>
            </a:solidFill>
            <a:ln w="13589" cap="flat">
              <a:noFill/>
              <a:prstDash val="solid"/>
              <a:miter/>
            </a:ln>
          </p:spPr>
          <p:txBody>
            <a:bodyPr/>
            <a:lstStyle/>
            <a:p>
              <a:endParaRPr lang="en-US" sz="1039"/>
            </a:p>
          </p:txBody>
        </p:sp>
        <p:sp>
          <p:nvSpPr>
            <p:cNvPr id="471" name="Rectangle 470">
              <a:extLst>
                <a:ext uri="{FF2B5EF4-FFF2-40B4-BE49-F238E27FC236}">
                  <a16:creationId xmlns:a16="http://schemas.microsoft.com/office/drawing/2014/main" id="{73385D36-4D49-9455-B99C-F1B89E7957B8}"/>
                </a:ext>
              </a:extLst>
            </p:cNvPr>
            <p:cNvSpPr>
              <a:spLocks/>
            </p:cNvSpPr>
            <p:nvPr/>
          </p:nvSpPr>
          <p:spPr>
            <a:xfrm>
              <a:off x="837691" y="4724647"/>
              <a:ext cx="160019" cy="62737"/>
            </a:xfrm>
            <a:prstGeom prst="rect">
              <a:avLst/>
            </a:prstGeom>
            <a:solidFill>
              <a:srgbClr val="A52A2A"/>
            </a:solidFill>
            <a:ln w="13589" cap="flat">
              <a:noFill/>
              <a:prstDash val="solid"/>
              <a:miter/>
            </a:ln>
          </p:spPr>
          <p:txBody>
            <a:bodyPr/>
            <a:lstStyle/>
            <a:p>
              <a:endParaRPr lang="en-US" sz="1039"/>
            </a:p>
          </p:txBody>
        </p:sp>
        <p:sp>
          <p:nvSpPr>
            <p:cNvPr id="472" name="Rectangle 471">
              <a:extLst>
                <a:ext uri="{FF2B5EF4-FFF2-40B4-BE49-F238E27FC236}">
                  <a16:creationId xmlns:a16="http://schemas.microsoft.com/office/drawing/2014/main" id="{6792A8C8-F718-8CE3-A229-071469DF7D5C}"/>
                </a:ext>
              </a:extLst>
            </p:cNvPr>
            <p:cNvSpPr>
              <a:spLocks/>
            </p:cNvSpPr>
            <p:nvPr/>
          </p:nvSpPr>
          <p:spPr>
            <a:xfrm>
              <a:off x="837691" y="4787385"/>
              <a:ext cx="160019" cy="188340"/>
            </a:xfrm>
            <a:prstGeom prst="rect">
              <a:avLst/>
            </a:prstGeom>
            <a:solidFill>
              <a:srgbClr val="FFA500"/>
            </a:solidFill>
            <a:ln w="13589" cap="flat">
              <a:noFill/>
              <a:prstDash val="solid"/>
              <a:miter/>
            </a:ln>
          </p:spPr>
          <p:txBody>
            <a:bodyPr/>
            <a:lstStyle/>
            <a:p>
              <a:endParaRPr lang="en-US" sz="1039"/>
            </a:p>
          </p:txBody>
        </p:sp>
        <p:sp>
          <p:nvSpPr>
            <p:cNvPr id="473" name="Rectangle 472">
              <a:extLst>
                <a:ext uri="{FF2B5EF4-FFF2-40B4-BE49-F238E27FC236}">
                  <a16:creationId xmlns:a16="http://schemas.microsoft.com/office/drawing/2014/main" id="{F4B65029-1F24-406F-80D8-01F1C2DEBD3F}"/>
                </a:ext>
              </a:extLst>
            </p:cNvPr>
            <p:cNvSpPr>
              <a:spLocks/>
            </p:cNvSpPr>
            <p:nvPr/>
          </p:nvSpPr>
          <p:spPr>
            <a:xfrm>
              <a:off x="1015491" y="4504937"/>
              <a:ext cx="160019" cy="125603"/>
            </a:xfrm>
            <a:prstGeom prst="rect">
              <a:avLst/>
            </a:prstGeom>
            <a:solidFill>
              <a:srgbClr val="FF0000"/>
            </a:solidFill>
            <a:ln w="13589" cap="flat">
              <a:noFill/>
              <a:prstDash val="solid"/>
              <a:miter/>
            </a:ln>
          </p:spPr>
          <p:txBody>
            <a:bodyPr/>
            <a:lstStyle/>
            <a:p>
              <a:endParaRPr lang="en-US" sz="1039"/>
            </a:p>
          </p:txBody>
        </p:sp>
        <p:sp>
          <p:nvSpPr>
            <p:cNvPr id="474" name="Rectangle 473">
              <a:extLst>
                <a:ext uri="{FF2B5EF4-FFF2-40B4-BE49-F238E27FC236}">
                  <a16:creationId xmlns:a16="http://schemas.microsoft.com/office/drawing/2014/main" id="{E203CC04-E33E-F95E-4FD0-A257FE63E25F}"/>
                </a:ext>
              </a:extLst>
            </p:cNvPr>
            <p:cNvSpPr>
              <a:spLocks/>
            </p:cNvSpPr>
            <p:nvPr/>
          </p:nvSpPr>
          <p:spPr>
            <a:xfrm>
              <a:off x="1015491" y="4630413"/>
              <a:ext cx="160019" cy="94234"/>
            </a:xfrm>
            <a:prstGeom prst="rect">
              <a:avLst/>
            </a:prstGeom>
            <a:solidFill>
              <a:srgbClr val="006400"/>
            </a:solidFill>
            <a:ln w="13589" cap="flat">
              <a:noFill/>
              <a:prstDash val="solid"/>
              <a:miter/>
            </a:ln>
          </p:spPr>
          <p:txBody>
            <a:bodyPr/>
            <a:lstStyle/>
            <a:p>
              <a:endParaRPr lang="en-US" sz="1039"/>
            </a:p>
          </p:txBody>
        </p:sp>
        <p:sp>
          <p:nvSpPr>
            <p:cNvPr id="475" name="Rectangle 474">
              <a:extLst>
                <a:ext uri="{FF2B5EF4-FFF2-40B4-BE49-F238E27FC236}">
                  <a16:creationId xmlns:a16="http://schemas.microsoft.com/office/drawing/2014/main" id="{8DBE3497-9A12-781B-3214-7BAF22E83D24}"/>
                </a:ext>
              </a:extLst>
            </p:cNvPr>
            <p:cNvSpPr>
              <a:spLocks/>
            </p:cNvSpPr>
            <p:nvPr/>
          </p:nvSpPr>
          <p:spPr>
            <a:xfrm>
              <a:off x="1015491" y="4724647"/>
              <a:ext cx="160019" cy="62737"/>
            </a:xfrm>
            <a:prstGeom prst="rect">
              <a:avLst/>
            </a:prstGeom>
            <a:solidFill>
              <a:srgbClr val="0000FF"/>
            </a:solidFill>
            <a:ln w="13589" cap="flat">
              <a:noFill/>
              <a:prstDash val="solid"/>
              <a:miter/>
            </a:ln>
          </p:spPr>
          <p:txBody>
            <a:bodyPr/>
            <a:lstStyle/>
            <a:p>
              <a:endParaRPr lang="en-US" sz="1039"/>
            </a:p>
          </p:txBody>
        </p:sp>
        <p:sp>
          <p:nvSpPr>
            <p:cNvPr id="476" name="Rectangle 475">
              <a:extLst>
                <a:ext uri="{FF2B5EF4-FFF2-40B4-BE49-F238E27FC236}">
                  <a16:creationId xmlns:a16="http://schemas.microsoft.com/office/drawing/2014/main" id="{EE12F716-87F4-2374-7B57-D8137190A6D9}"/>
                </a:ext>
              </a:extLst>
            </p:cNvPr>
            <p:cNvSpPr>
              <a:spLocks/>
            </p:cNvSpPr>
            <p:nvPr/>
          </p:nvSpPr>
          <p:spPr>
            <a:xfrm>
              <a:off x="1015491" y="4787385"/>
              <a:ext cx="160019" cy="125603"/>
            </a:xfrm>
            <a:prstGeom prst="rect">
              <a:avLst/>
            </a:prstGeom>
            <a:solidFill>
              <a:srgbClr val="000000"/>
            </a:solidFill>
            <a:ln w="13589" cap="flat">
              <a:noFill/>
              <a:prstDash val="solid"/>
              <a:miter/>
            </a:ln>
          </p:spPr>
          <p:txBody>
            <a:bodyPr/>
            <a:lstStyle/>
            <a:p>
              <a:endParaRPr lang="en-US" sz="1039"/>
            </a:p>
          </p:txBody>
        </p:sp>
        <p:sp>
          <p:nvSpPr>
            <p:cNvPr id="477" name="Rectangle 476">
              <a:extLst>
                <a:ext uri="{FF2B5EF4-FFF2-40B4-BE49-F238E27FC236}">
                  <a16:creationId xmlns:a16="http://schemas.microsoft.com/office/drawing/2014/main" id="{8DE009F2-98E1-830B-97C9-3F9D46BE6D87}"/>
                </a:ext>
              </a:extLst>
            </p:cNvPr>
            <p:cNvSpPr>
              <a:spLocks/>
            </p:cNvSpPr>
            <p:nvPr/>
          </p:nvSpPr>
          <p:spPr>
            <a:xfrm>
              <a:off x="1015491" y="4912988"/>
              <a:ext cx="160019" cy="31368"/>
            </a:xfrm>
            <a:prstGeom prst="rect">
              <a:avLst/>
            </a:prstGeom>
            <a:solidFill>
              <a:srgbClr val="A52A2A"/>
            </a:solidFill>
            <a:ln w="13589" cap="flat">
              <a:noFill/>
              <a:prstDash val="solid"/>
              <a:miter/>
            </a:ln>
          </p:spPr>
          <p:txBody>
            <a:bodyPr/>
            <a:lstStyle/>
            <a:p>
              <a:endParaRPr lang="en-US" sz="1039"/>
            </a:p>
          </p:txBody>
        </p:sp>
        <p:sp>
          <p:nvSpPr>
            <p:cNvPr id="478" name="Rectangle 477">
              <a:extLst>
                <a:ext uri="{FF2B5EF4-FFF2-40B4-BE49-F238E27FC236}">
                  <a16:creationId xmlns:a16="http://schemas.microsoft.com/office/drawing/2014/main" id="{1FA44B2E-DDCC-6BBD-2B39-5418EE95916A}"/>
                </a:ext>
              </a:extLst>
            </p:cNvPr>
            <p:cNvSpPr>
              <a:spLocks/>
            </p:cNvSpPr>
            <p:nvPr/>
          </p:nvSpPr>
          <p:spPr>
            <a:xfrm>
              <a:off x="1015491" y="4944357"/>
              <a:ext cx="160019" cy="31368"/>
            </a:xfrm>
            <a:prstGeom prst="rect">
              <a:avLst/>
            </a:prstGeom>
            <a:solidFill>
              <a:srgbClr val="FFA500"/>
            </a:solidFill>
            <a:ln w="13589" cap="flat">
              <a:noFill/>
              <a:prstDash val="solid"/>
              <a:miter/>
            </a:ln>
          </p:spPr>
          <p:txBody>
            <a:bodyPr/>
            <a:lstStyle/>
            <a:p>
              <a:endParaRPr lang="en-US" sz="1039"/>
            </a:p>
          </p:txBody>
        </p:sp>
        <p:sp>
          <p:nvSpPr>
            <p:cNvPr id="479" name="Rectangle 478">
              <a:extLst>
                <a:ext uri="{FF2B5EF4-FFF2-40B4-BE49-F238E27FC236}">
                  <a16:creationId xmlns:a16="http://schemas.microsoft.com/office/drawing/2014/main" id="{A67F5A98-3CC5-0D0D-44DF-7C8D07ABBECB}"/>
                </a:ext>
              </a:extLst>
            </p:cNvPr>
            <p:cNvSpPr>
              <a:spLocks/>
            </p:cNvSpPr>
            <p:nvPr/>
          </p:nvSpPr>
          <p:spPr>
            <a:xfrm>
              <a:off x="1193292" y="4693278"/>
              <a:ext cx="160019" cy="31368"/>
            </a:xfrm>
            <a:prstGeom prst="rect">
              <a:avLst/>
            </a:prstGeom>
            <a:solidFill>
              <a:srgbClr val="0000FF"/>
            </a:solidFill>
            <a:ln w="13589" cap="flat">
              <a:noFill/>
              <a:prstDash val="solid"/>
              <a:miter/>
            </a:ln>
          </p:spPr>
          <p:txBody>
            <a:bodyPr/>
            <a:lstStyle/>
            <a:p>
              <a:endParaRPr lang="en-US" sz="1039"/>
            </a:p>
          </p:txBody>
        </p:sp>
        <p:sp>
          <p:nvSpPr>
            <p:cNvPr id="480" name="Rectangle 479">
              <a:extLst>
                <a:ext uri="{FF2B5EF4-FFF2-40B4-BE49-F238E27FC236}">
                  <a16:creationId xmlns:a16="http://schemas.microsoft.com/office/drawing/2014/main" id="{3166A853-9E14-F012-317B-2CBEA851FB77}"/>
                </a:ext>
              </a:extLst>
            </p:cNvPr>
            <p:cNvSpPr>
              <a:spLocks/>
            </p:cNvSpPr>
            <p:nvPr/>
          </p:nvSpPr>
          <p:spPr>
            <a:xfrm>
              <a:off x="1193292" y="4724647"/>
              <a:ext cx="160019" cy="219709"/>
            </a:xfrm>
            <a:prstGeom prst="rect">
              <a:avLst/>
            </a:prstGeom>
            <a:solidFill>
              <a:srgbClr val="000000"/>
            </a:solidFill>
            <a:ln w="13589" cap="flat">
              <a:noFill/>
              <a:prstDash val="solid"/>
              <a:miter/>
            </a:ln>
          </p:spPr>
          <p:txBody>
            <a:bodyPr/>
            <a:lstStyle/>
            <a:p>
              <a:endParaRPr lang="en-US" sz="1039"/>
            </a:p>
          </p:txBody>
        </p:sp>
        <p:sp>
          <p:nvSpPr>
            <p:cNvPr id="481" name="Rectangle 480">
              <a:extLst>
                <a:ext uri="{FF2B5EF4-FFF2-40B4-BE49-F238E27FC236}">
                  <a16:creationId xmlns:a16="http://schemas.microsoft.com/office/drawing/2014/main" id="{106F2D8D-A176-0ECD-304F-7773A9E74B00}"/>
                </a:ext>
              </a:extLst>
            </p:cNvPr>
            <p:cNvSpPr>
              <a:spLocks/>
            </p:cNvSpPr>
            <p:nvPr/>
          </p:nvSpPr>
          <p:spPr>
            <a:xfrm>
              <a:off x="1193292" y="4944357"/>
              <a:ext cx="160019" cy="31368"/>
            </a:xfrm>
            <a:prstGeom prst="rect">
              <a:avLst/>
            </a:prstGeom>
            <a:solidFill>
              <a:srgbClr val="FFA500"/>
            </a:solidFill>
            <a:ln w="13589" cap="flat">
              <a:noFill/>
              <a:prstDash val="solid"/>
              <a:miter/>
            </a:ln>
          </p:spPr>
          <p:txBody>
            <a:bodyPr/>
            <a:lstStyle/>
            <a:p>
              <a:endParaRPr lang="en-US" sz="1039"/>
            </a:p>
          </p:txBody>
        </p:sp>
        <p:sp>
          <p:nvSpPr>
            <p:cNvPr id="482" name="Rectangle 481">
              <a:extLst>
                <a:ext uri="{FF2B5EF4-FFF2-40B4-BE49-F238E27FC236}">
                  <a16:creationId xmlns:a16="http://schemas.microsoft.com/office/drawing/2014/main" id="{BBEF1260-36CB-EEEB-F15C-B83292E91CEC}"/>
                </a:ext>
              </a:extLst>
            </p:cNvPr>
            <p:cNvSpPr>
              <a:spLocks/>
            </p:cNvSpPr>
            <p:nvPr/>
          </p:nvSpPr>
          <p:spPr>
            <a:xfrm>
              <a:off x="1371219" y="4379334"/>
              <a:ext cx="160019" cy="94234"/>
            </a:xfrm>
            <a:prstGeom prst="rect">
              <a:avLst/>
            </a:prstGeom>
            <a:solidFill>
              <a:srgbClr val="FF0000"/>
            </a:solidFill>
            <a:ln w="13589" cap="flat">
              <a:noFill/>
              <a:prstDash val="solid"/>
              <a:miter/>
            </a:ln>
          </p:spPr>
          <p:txBody>
            <a:bodyPr/>
            <a:lstStyle/>
            <a:p>
              <a:endParaRPr lang="en-US" sz="1039"/>
            </a:p>
          </p:txBody>
        </p:sp>
        <p:sp>
          <p:nvSpPr>
            <p:cNvPr id="483" name="Rectangle 482">
              <a:extLst>
                <a:ext uri="{FF2B5EF4-FFF2-40B4-BE49-F238E27FC236}">
                  <a16:creationId xmlns:a16="http://schemas.microsoft.com/office/drawing/2014/main" id="{155823D8-6880-DA54-1957-2C86ED9A34D8}"/>
                </a:ext>
              </a:extLst>
            </p:cNvPr>
            <p:cNvSpPr>
              <a:spLocks/>
            </p:cNvSpPr>
            <p:nvPr/>
          </p:nvSpPr>
          <p:spPr>
            <a:xfrm>
              <a:off x="1371219" y="4473568"/>
              <a:ext cx="160019" cy="62737"/>
            </a:xfrm>
            <a:prstGeom prst="rect">
              <a:avLst/>
            </a:prstGeom>
            <a:solidFill>
              <a:srgbClr val="0000FF"/>
            </a:solidFill>
            <a:ln w="13589" cap="flat">
              <a:noFill/>
              <a:prstDash val="solid"/>
              <a:miter/>
            </a:ln>
          </p:spPr>
          <p:txBody>
            <a:bodyPr/>
            <a:lstStyle/>
            <a:p>
              <a:endParaRPr lang="en-US" sz="1039"/>
            </a:p>
          </p:txBody>
        </p:sp>
        <p:sp>
          <p:nvSpPr>
            <p:cNvPr id="484" name="Rectangle 483">
              <a:extLst>
                <a:ext uri="{FF2B5EF4-FFF2-40B4-BE49-F238E27FC236}">
                  <a16:creationId xmlns:a16="http://schemas.microsoft.com/office/drawing/2014/main" id="{E5FD25FD-8102-277E-BABD-23D406A3C1CE}"/>
                </a:ext>
              </a:extLst>
            </p:cNvPr>
            <p:cNvSpPr>
              <a:spLocks/>
            </p:cNvSpPr>
            <p:nvPr/>
          </p:nvSpPr>
          <p:spPr>
            <a:xfrm>
              <a:off x="1371219" y="4536306"/>
              <a:ext cx="160019" cy="219709"/>
            </a:xfrm>
            <a:prstGeom prst="rect">
              <a:avLst/>
            </a:prstGeom>
            <a:solidFill>
              <a:srgbClr val="000000"/>
            </a:solidFill>
            <a:ln w="13589" cap="flat">
              <a:noFill/>
              <a:prstDash val="solid"/>
              <a:miter/>
            </a:ln>
          </p:spPr>
          <p:txBody>
            <a:bodyPr/>
            <a:lstStyle/>
            <a:p>
              <a:endParaRPr lang="en-US" sz="1039"/>
            </a:p>
          </p:txBody>
        </p:sp>
        <p:sp>
          <p:nvSpPr>
            <p:cNvPr id="485" name="Rectangle 484">
              <a:extLst>
                <a:ext uri="{FF2B5EF4-FFF2-40B4-BE49-F238E27FC236}">
                  <a16:creationId xmlns:a16="http://schemas.microsoft.com/office/drawing/2014/main" id="{10496A1D-65E3-A515-30A9-095324CAD952}"/>
                </a:ext>
              </a:extLst>
            </p:cNvPr>
            <p:cNvSpPr>
              <a:spLocks/>
            </p:cNvSpPr>
            <p:nvPr/>
          </p:nvSpPr>
          <p:spPr>
            <a:xfrm>
              <a:off x="1371219" y="4756016"/>
              <a:ext cx="160019" cy="125603"/>
            </a:xfrm>
            <a:prstGeom prst="rect">
              <a:avLst/>
            </a:prstGeom>
            <a:solidFill>
              <a:srgbClr val="A52A2A"/>
            </a:solidFill>
            <a:ln w="13589" cap="flat">
              <a:noFill/>
              <a:prstDash val="solid"/>
              <a:miter/>
            </a:ln>
          </p:spPr>
          <p:txBody>
            <a:bodyPr/>
            <a:lstStyle/>
            <a:p>
              <a:endParaRPr lang="en-US" sz="1039"/>
            </a:p>
          </p:txBody>
        </p:sp>
        <p:sp>
          <p:nvSpPr>
            <p:cNvPr id="486" name="Rectangle 485">
              <a:extLst>
                <a:ext uri="{FF2B5EF4-FFF2-40B4-BE49-F238E27FC236}">
                  <a16:creationId xmlns:a16="http://schemas.microsoft.com/office/drawing/2014/main" id="{2A6ED3C3-18B0-61A9-5EE0-058BCA324B8B}"/>
                </a:ext>
              </a:extLst>
            </p:cNvPr>
            <p:cNvSpPr>
              <a:spLocks/>
            </p:cNvSpPr>
            <p:nvPr/>
          </p:nvSpPr>
          <p:spPr>
            <a:xfrm>
              <a:off x="1371219" y="4881619"/>
              <a:ext cx="160019" cy="94233"/>
            </a:xfrm>
            <a:prstGeom prst="rect">
              <a:avLst/>
            </a:prstGeom>
            <a:solidFill>
              <a:srgbClr val="FFA500"/>
            </a:solidFill>
            <a:ln w="13589" cap="flat">
              <a:noFill/>
              <a:prstDash val="solid"/>
              <a:miter/>
            </a:ln>
          </p:spPr>
          <p:txBody>
            <a:bodyPr/>
            <a:lstStyle/>
            <a:p>
              <a:endParaRPr lang="en-US" sz="1039"/>
            </a:p>
          </p:txBody>
        </p:sp>
        <p:sp>
          <p:nvSpPr>
            <p:cNvPr id="487" name="Rectangle 486">
              <a:extLst>
                <a:ext uri="{FF2B5EF4-FFF2-40B4-BE49-F238E27FC236}">
                  <a16:creationId xmlns:a16="http://schemas.microsoft.com/office/drawing/2014/main" id="{5A01D0BD-7E21-2B4E-79DA-805EF0661B1B}"/>
                </a:ext>
              </a:extLst>
            </p:cNvPr>
            <p:cNvSpPr>
              <a:spLocks/>
            </p:cNvSpPr>
            <p:nvPr/>
          </p:nvSpPr>
          <p:spPr>
            <a:xfrm>
              <a:off x="1549019" y="4724647"/>
              <a:ext cx="160019" cy="31368"/>
            </a:xfrm>
            <a:prstGeom prst="rect">
              <a:avLst/>
            </a:prstGeom>
            <a:solidFill>
              <a:srgbClr val="FF0000"/>
            </a:solidFill>
            <a:ln w="13589" cap="flat">
              <a:noFill/>
              <a:prstDash val="solid"/>
              <a:miter/>
            </a:ln>
          </p:spPr>
          <p:txBody>
            <a:bodyPr/>
            <a:lstStyle/>
            <a:p>
              <a:endParaRPr lang="en-US" sz="1039"/>
            </a:p>
          </p:txBody>
        </p:sp>
        <p:sp>
          <p:nvSpPr>
            <p:cNvPr id="488" name="Rectangle 487">
              <a:extLst>
                <a:ext uri="{FF2B5EF4-FFF2-40B4-BE49-F238E27FC236}">
                  <a16:creationId xmlns:a16="http://schemas.microsoft.com/office/drawing/2014/main" id="{C3AE8349-218C-1409-2C11-64D835257FE3}"/>
                </a:ext>
              </a:extLst>
            </p:cNvPr>
            <p:cNvSpPr>
              <a:spLocks/>
            </p:cNvSpPr>
            <p:nvPr/>
          </p:nvSpPr>
          <p:spPr>
            <a:xfrm>
              <a:off x="1549019" y="4756016"/>
              <a:ext cx="160019" cy="31368"/>
            </a:xfrm>
            <a:prstGeom prst="rect">
              <a:avLst/>
            </a:prstGeom>
            <a:solidFill>
              <a:srgbClr val="006400"/>
            </a:solidFill>
            <a:ln w="13589" cap="flat">
              <a:noFill/>
              <a:prstDash val="solid"/>
              <a:miter/>
            </a:ln>
          </p:spPr>
          <p:txBody>
            <a:bodyPr/>
            <a:lstStyle/>
            <a:p>
              <a:endParaRPr lang="en-US" sz="1039"/>
            </a:p>
          </p:txBody>
        </p:sp>
        <p:sp>
          <p:nvSpPr>
            <p:cNvPr id="489" name="Rectangle 488">
              <a:extLst>
                <a:ext uri="{FF2B5EF4-FFF2-40B4-BE49-F238E27FC236}">
                  <a16:creationId xmlns:a16="http://schemas.microsoft.com/office/drawing/2014/main" id="{2A359BD4-C539-2351-EE59-A9282C9941D5}"/>
                </a:ext>
              </a:extLst>
            </p:cNvPr>
            <p:cNvSpPr>
              <a:spLocks/>
            </p:cNvSpPr>
            <p:nvPr/>
          </p:nvSpPr>
          <p:spPr>
            <a:xfrm>
              <a:off x="1549019" y="4787385"/>
              <a:ext cx="160019" cy="31369"/>
            </a:xfrm>
            <a:prstGeom prst="rect">
              <a:avLst/>
            </a:prstGeom>
            <a:solidFill>
              <a:srgbClr val="0000FF"/>
            </a:solidFill>
            <a:ln w="13589" cap="flat">
              <a:noFill/>
              <a:prstDash val="solid"/>
              <a:miter/>
            </a:ln>
          </p:spPr>
          <p:txBody>
            <a:bodyPr/>
            <a:lstStyle/>
            <a:p>
              <a:endParaRPr lang="en-US" sz="1039"/>
            </a:p>
          </p:txBody>
        </p:sp>
        <p:sp>
          <p:nvSpPr>
            <p:cNvPr id="490" name="Rectangle 489">
              <a:extLst>
                <a:ext uri="{FF2B5EF4-FFF2-40B4-BE49-F238E27FC236}">
                  <a16:creationId xmlns:a16="http://schemas.microsoft.com/office/drawing/2014/main" id="{FB6A0720-4273-3117-9B97-23DF72E3DE72}"/>
                </a:ext>
              </a:extLst>
            </p:cNvPr>
            <p:cNvSpPr>
              <a:spLocks/>
            </p:cNvSpPr>
            <p:nvPr/>
          </p:nvSpPr>
          <p:spPr>
            <a:xfrm>
              <a:off x="1549019" y="4818881"/>
              <a:ext cx="160019" cy="31368"/>
            </a:xfrm>
            <a:prstGeom prst="rect">
              <a:avLst/>
            </a:prstGeom>
            <a:solidFill>
              <a:srgbClr val="A52A2A"/>
            </a:solidFill>
            <a:ln w="13589" cap="flat">
              <a:noFill/>
              <a:prstDash val="solid"/>
              <a:miter/>
            </a:ln>
          </p:spPr>
          <p:txBody>
            <a:bodyPr/>
            <a:lstStyle/>
            <a:p>
              <a:endParaRPr lang="en-US" sz="1039"/>
            </a:p>
          </p:txBody>
        </p:sp>
        <p:sp>
          <p:nvSpPr>
            <p:cNvPr id="491" name="Rectangle 490">
              <a:extLst>
                <a:ext uri="{FF2B5EF4-FFF2-40B4-BE49-F238E27FC236}">
                  <a16:creationId xmlns:a16="http://schemas.microsoft.com/office/drawing/2014/main" id="{0AE7D70D-E58F-FC7A-8160-9EC254D81DEC}"/>
                </a:ext>
              </a:extLst>
            </p:cNvPr>
            <p:cNvSpPr>
              <a:spLocks/>
            </p:cNvSpPr>
            <p:nvPr/>
          </p:nvSpPr>
          <p:spPr>
            <a:xfrm>
              <a:off x="1549019" y="4850250"/>
              <a:ext cx="160019" cy="125602"/>
            </a:xfrm>
            <a:prstGeom prst="rect">
              <a:avLst/>
            </a:prstGeom>
            <a:solidFill>
              <a:srgbClr val="FFA500"/>
            </a:solidFill>
            <a:ln w="13589" cap="flat">
              <a:noFill/>
              <a:prstDash val="solid"/>
              <a:miter/>
            </a:ln>
          </p:spPr>
          <p:txBody>
            <a:bodyPr/>
            <a:lstStyle/>
            <a:p>
              <a:endParaRPr lang="en-US" sz="1039"/>
            </a:p>
          </p:txBody>
        </p:sp>
        <p:sp>
          <p:nvSpPr>
            <p:cNvPr id="492" name="Rectangle 491">
              <a:extLst>
                <a:ext uri="{FF2B5EF4-FFF2-40B4-BE49-F238E27FC236}">
                  <a16:creationId xmlns:a16="http://schemas.microsoft.com/office/drawing/2014/main" id="{C6601DE8-430C-8163-3CA4-8B424119AEF2}"/>
                </a:ext>
              </a:extLst>
            </p:cNvPr>
            <p:cNvSpPr>
              <a:spLocks/>
            </p:cNvSpPr>
            <p:nvPr/>
          </p:nvSpPr>
          <p:spPr>
            <a:xfrm>
              <a:off x="1726819" y="3343395"/>
              <a:ext cx="160019" cy="313943"/>
            </a:xfrm>
            <a:prstGeom prst="rect">
              <a:avLst/>
            </a:prstGeom>
            <a:solidFill>
              <a:srgbClr val="FF0000"/>
            </a:solidFill>
            <a:ln w="13589" cap="flat">
              <a:noFill/>
              <a:prstDash val="solid"/>
              <a:miter/>
            </a:ln>
          </p:spPr>
          <p:txBody>
            <a:bodyPr/>
            <a:lstStyle/>
            <a:p>
              <a:endParaRPr lang="en-US" sz="1039"/>
            </a:p>
          </p:txBody>
        </p:sp>
        <p:sp>
          <p:nvSpPr>
            <p:cNvPr id="493" name="Rectangle 492">
              <a:extLst>
                <a:ext uri="{FF2B5EF4-FFF2-40B4-BE49-F238E27FC236}">
                  <a16:creationId xmlns:a16="http://schemas.microsoft.com/office/drawing/2014/main" id="{FDEC722C-FEB6-7B61-5E23-391965E6DFFD}"/>
                </a:ext>
              </a:extLst>
            </p:cNvPr>
            <p:cNvSpPr>
              <a:spLocks/>
            </p:cNvSpPr>
            <p:nvPr/>
          </p:nvSpPr>
          <p:spPr>
            <a:xfrm>
              <a:off x="1726819" y="3657339"/>
              <a:ext cx="160019" cy="94234"/>
            </a:xfrm>
            <a:prstGeom prst="rect">
              <a:avLst/>
            </a:prstGeom>
            <a:solidFill>
              <a:srgbClr val="006400"/>
            </a:solidFill>
            <a:ln w="13589" cap="flat">
              <a:noFill/>
              <a:prstDash val="solid"/>
              <a:miter/>
            </a:ln>
          </p:spPr>
          <p:txBody>
            <a:bodyPr/>
            <a:lstStyle/>
            <a:p>
              <a:endParaRPr lang="en-US" sz="1039"/>
            </a:p>
          </p:txBody>
        </p:sp>
        <p:sp>
          <p:nvSpPr>
            <p:cNvPr id="494" name="Rectangle 493">
              <a:extLst>
                <a:ext uri="{FF2B5EF4-FFF2-40B4-BE49-F238E27FC236}">
                  <a16:creationId xmlns:a16="http://schemas.microsoft.com/office/drawing/2014/main" id="{766CDF44-FD02-75D3-09F9-70576551F355}"/>
                </a:ext>
              </a:extLst>
            </p:cNvPr>
            <p:cNvSpPr>
              <a:spLocks/>
            </p:cNvSpPr>
            <p:nvPr/>
          </p:nvSpPr>
          <p:spPr>
            <a:xfrm>
              <a:off x="1726819" y="3751446"/>
              <a:ext cx="160019" cy="188340"/>
            </a:xfrm>
            <a:prstGeom prst="rect">
              <a:avLst/>
            </a:prstGeom>
            <a:solidFill>
              <a:srgbClr val="0000FF"/>
            </a:solidFill>
            <a:ln w="13589" cap="flat">
              <a:noFill/>
              <a:prstDash val="solid"/>
              <a:miter/>
            </a:ln>
          </p:spPr>
          <p:txBody>
            <a:bodyPr/>
            <a:lstStyle/>
            <a:p>
              <a:endParaRPr lang="en-US" sz="1039"/>
            </a:p>
          </p:txBody>
        </p:sp>
        <p:sp>
          <p:nvSpPr>
            <p:cNvPr id="495" name="Rectangle 494">
              <a:extLst>
                <a:ext uri="{FF2B5EF4-FFF2-40B4-BE49-F238E27FC236}">
                  <a16:creationId xmlns:a16="http://schemas.microsoft.com/office/drawing/2014/main" id="{92B9D381-5E97-BD28-27A7-8C9B65C75D30}"/>
                </a:ext>
              </a:extLst>
            </p:cNvPr>
            <p:cNvSpPr>
              <a:spLocks/>
            </p:cNvSpPr>
            <p:nvPr/>
          </p:nvSpPr>
          <p:spPr>
            <a:xfrm>
              <a:off x="1726819" y="3939787"/>
              <a:ext cx="160019" cy="565023"/>
            </a:xfrm>
            <a:prstGeom prst="rect">
              <a:avLst/>
            </a:prstGeom>
            <a:solidFill>
              <a:srgbClr val="000000"/>
            </a:solidFill>
            <a:ln w="13589" cap="flat">
              <a:noFill/>
              <a:prstDash val="solid"/>
              <a:miter/>
            </a:ln>
          </p:spPr>
          <p:txBody>
            <a:bodyPr/>
            <a:lstStyle/>
            <a:p>
              <a:endParaRPr lang="en-US" sz="1039"/>
            </a:p>
          </p:txBody>
        </p:sp>
        <p:sp>
          <p:nvSpPr>
            <p:cNvPr id="496" name="Rectangle 495">
              <a:extLst>
                <a:ext uri="{FF2B5EF4-FFF2-40B4-BE49-F238E27FC236}">
                  <a16:creationId xmlns:a16="http://schemas.microsoft.com/office/drawing/2014/main" id="{34C2589F-9DFF-2807-DF15-78E8A8CBA791}"/>
                </a:ext>
              </a:extLst>
            </p:cNvPr>
            <p:cNvSpPr>
              <a:spLocks/>
            </p:cNvSpPr>
            <p:nvPr/>
          </p:nvSpPr>
          <p:spPr>
            <a:xfrm>
              <a:off x="1726819" y="4504937"/>
              <a:ext cx="160019" cy="282575"/>
            </a:xfrm>
            <a:prstGeom prst="rect">
              <a:avLst/>
            </a:prstGeom>
            <a:solidFill>
              <a:srgbClr val="A52A2A"/>
            </a:solidFill>
            <a:ln w="13589" cap="flat">
              <a:noFill/>
              <a:prstDash val="solid"/>
              <a:miter/>
            </a:ln>
          </p:spPr>
          <p:txBody>
            <a:bodyPr/>
            <a:lstStyle/>
            <a:p>
              <a:endParaRPr lang="en-US" sz="1039"/>
            </a:p>
          </p:txBody>
        </p:sp>
        <p:sp>
          <p:nvSpPr>
            <p:cNvPr id="497" name="Rectangle 496">
              <a:extLst>
                <a:ext uri="{FF2B5EF4-FFF2-40B4-BE49-F238E27FC236}">
                  <a16:creationId xmlns:a16="http://schemas.microsoft.com/office/drawing/2014/main" id="{A3DCC823-5502-B1AB-7C34-08D0D070B4D8}"/>
                </a:ext>
              </a:extLst>
            </p:cNvPr>
            <p:cNvSpPr>
              <a:spLocks/>
            </p:cNvSpPr>
            <p:nvPr/>
          </p:nvSpPr>
          <p:spPr>
            <a:xfrm>
              <a:off x="1726819" y="4787385"/>
              <a:ext cx="160019" cy="188340"/>
            </a:xfrm>
            <a:prstGeom prst="rect">
              <a:avLst/>
            </a:prstGeom>
            <a:solidFill>
              <a:srgbClr val="FFA500"/>
            </a:solidFill>
            <a:ln w="13589" cap="flat">
              <a:noFill/>
              <a:prstDash val="solid"/>
              <a:miter/>
            </a:ln>
          </p:spPr>
          <p:txBody>
            <a:bodyPr/>
            <a:lstStyle/>
            <a:p>
              <a:endParaRPr lang="en-US" sz="1039"/>
            </a:p>
          </p:txBody>
        </p:sp>
        <p:sp>
          <p:nvSpPr>
            <p:cNvPr id="498" name="Rectangle 497">
              <a:extLst>
                <a:ext uri="{FF2B5EF4-FFF2-40B4-BE49-F238E27FC236}">
                  <a16:creationId xmlns:a16="http://schemas.microsoft.com/office/drawing/2014/main" id="{498F92D1-BAE2-E112-4482-D59D0BDF9270}"/>
                </a:ext>
              </a:extLst>
            </p:cNvPr>
            <p:cNvSpPr>
              <a:spLocks/>
            </p:cNvSpPr>
            <p:nvPr/>
          </p:nvSpPr>
          <p:spPr>
            <a:xfrm>
              <a:off x="1904619" y="4787385"/>
              <a:ext cx="160019" cy="31369"/>
            </a:xfrm>
            <a:prstGeom prst="rect">
              <a:avLst/>
            </a:prstGeom>
            <a:solidFill>
              <a:srgbClr val="006400"/>
            </a:solidFill>
            <a:ln w="13589" cap="flat">
              <a:noFill/>
              <a:prstDash val="solid"/>
              <a:miter/>
            </a:ln>
          </p:spPr>
          <p:txBody>
            <a:bodyPr/>
            <a:lstStyle/>
            <a:p>
              <a:endParaRPr lang="en-US" sz="1039"/>
            </a:p>
          </p:txBody>
        </p:sp>
        <p:sp>
          <p:nvSpPr>
            <p:cNvPr id="499" name="Rectangle 498">
              <a:extLst>
                <a:ext uri="{FF2B5EF4-FFF2-40B4-BE49-F238E27FC236}">
                  <a16:creationId xmlns:a16="http://schemas.microsoft.com/office/drawing/2014/main" id="{3DA36F39-B871-B390-E771-278360FDD76E}"/>
                </a:ext>
              </a:extLst>
            </p:cNvPr>
            <p:cNvSpPr>
              <a:spLocks/>
            </p:cNvSpPr>
            <p:nvPr/>
          </p:nvSpPr>
          <p:spPr>
            <a:xfrm>
              <a:off x="1904619" y="4818881"/>
              <a:ext cx="160019" cy="94233"/>
            </a:xfrm>
            <a:prstGeom prst="rect">
              <a:avLst/>
            </a:prstGeom>
            <a:solidFill>
              <a:srgbClr val="0000FF"/>
            </a:solidFill>
            <a:ln w="13589" cap="flat">
              <a:noFill/>
              <a:prstDash val="solid"/>
              <a:miter/>
            </a:ln>
          </p:spPr>
          <p:txBody>
            <a:bodyPr/>
            <a:lstStyle/>
            <a:p>
              <a:endParaRPr lang="en-US" sz="1039"/>
            </a:p>
          </p:txBody>
        </p:sp>
        <p:sp>
          <p:nvSpPr>
            <p:cNvPr id="500" name="Rectangle 499">
              <a:extLst>
                <a:ext uri="{FF2B5EF4-FFF2-40B4-BE49-F238E27FC236}">
                  <a16:creationId xmlns:a16="http://schemas.microsoft.com/office/drawing/2014/main" id="{2FE234B1-1511-B91C-AB52-9F796B67E1DA}"/>
                </a:ext>
              </a:extLst>
            </p:cNvPr>
            <p:cNvSpPr>
              <a:spLocks/>
            </p:cNvSpPr>
            <p:nvPr/>
          </p:nvSpPr>
          <p:spPr>
            <a:xfrm>
              <a:off x="1904619" y="4912988"/>
              <a:ext cx="160019" cy="62737"/>
            </a:xfrm>
            <a:prstGeom prst="rect">
              <a:avLst/>
            </a:prstGeom>
            <a:solidFill>
              <a:srgbClr val="FFA500"/>
            </a:solidFill>
            <a:ln w="13589" cap="flat">
              <a:noFill/>
              <a:prstDash val="solid"/>
              <a:miter/>
            </a:ln>
          </p:spPr>
          <p:txBody>
            <a:bodyPr/>
            <a:lstStyle/>
            <a:p>
              <a:endParaRPr lang="en-US" sz="1039"/>
            </a:p>
          </p:txBody>
        </p:sp>
        <p:sp>
          <p:nvSpPr>
            <p:cNvPr id="501" name="Rectangle 500">
              <a:extLst>
                <a:ext uri="{FF2B5EF4-FFF2-40B4-BE49-F238E27FC236}">
                  <a16:creationId xmlns:a16="http://schemas.microsoft.com/office/drawing/2014/main" id="{B33750AE-9930-60B3-42A2-611FD54474CD}"/>
                </a:ext>
              </a:extLst>
            </p:cNvPr>
            <p:cNvSpPr>
              <a:spLocks/>
            </p:cNvSpPr>
            <p:nvPr/>
          </p:nvSpPr>
          <p:spPr>
            <a:xfrm>
              <a:off x="2082419" y="4630413"/>
              <a:ext cx="160019" cy="62737"/>
            </a:xfrm>
            <a:prstGeom prst="rect">
              <a:avLst/>
            </a:prstGeom>
            <a:solidFill>
              <a:srgbClr val="FF0000"/>
            </a:solidFill>
            <a:ln w="13589" cap="flat">
              <a:noFill/>
              <a:prstDash val="solid"/>
              <a:miter/>
            </a:ln>
          </p:spPr>
          <p:txBody>
            <a:bodyPr/>
            <a:lstStyle/>
            <a:p>
              <a:endParaRPr lang="en-US" sz="1039"/>
            </a:p>
          </p:txBody>
        </p:sp>
        <p:sp>
          <p:nvSpPr>
            <p:cNvPr id="502" name="Rectangle 501">
              <a:extLst>
                <a:ext uri="{FF2B5EF4-FFF2-40B4-BE49-F238E27FC236}">
                  <a16:creationId xmlns:a16="http://schemas.microsoft.com/office/drawing/2014/main" id="{54531BBE-99FF-4830-6CBA-7A8A6D7747BF}"/>
                </a:ext>
              </a:extLst>
            </p:cNvPr>
            <p:cNvSpPr>
              <a:spLocks/>
            </p:cNvSpPr>
            <p:nvPr/>
          </p:nvSpPr>
          <p:spPr>
            <a:xfrm>
              <a:off x="2082419" y="4693278"/>
              <a:ext cx="160019" cy="62737"/>
            </a:xfrm>
            <a:prstGeom prst="rect">
              <a:avLst/>
            </a:prstGeom>
            <a:solidFill>
              <a:srgbClr val="0000FF"/>
            </a:solidFill>
            <a:ln w="13589" cap="flat">
              <a:noFill/>
              <a:prstDash val="solid"/>
              <a:miter/>
            </a:ln>
          </p:spPr>
          <p:txBody>
            <a:bodyPr/>
            <a:lstStyle/>
            <a:p>
              <a:endParaRPr lang="en-US" sz="1039"/>
            </a:p>
          </p:txBody>
        </p:sp>
        <p:sp>
          <p:nvSpPr>
            <p:cNvPr id="503" name="Rectangle 502">
              <a:extLst>
                <a:ext uri="{FF2B5EF4-FFF2-40B4-BE49-F238E27FC236}">
                  <a16:creationId xmlns:a16="http://schemas.microsoft.com/office/drawing/2014/main" id="{5A2AEE90-94F8-8515-23D1-E19966D0E452}"/>
                </a:ext>
              </a:extLst>
            </p:cNvPr>
            <p:cNvSpPr>
              <a:spLocks/>
            </p:cNvSpPr>
            <p:nvPr/>
          </p:nvSpPr>
          <p:spPr>
            <a:xfrm>
              <a:off x="2082419" y="4756016"/>
              <a:ext cx="160019" cy="125603"/>
            </a:xfrm>
            <a:prstGeom prst="rect">
              <a:avLst/>
            </a:prstGeom>
            <a:solidFill>
              <a:srgbClr val="000000"/>
            </a:solidFill>
            <a:ln w="13589" cap="flat">
              <a:noFill/>
              <a:prstDash val="solid"/>
              <a:miter/>
            </a:ln>
          </p:spPr>
          <p:txBody>
            <a:bodyPr/>
            <a:lstStyle/>
            <a:p>
              <a:endParaRPr lang="en-US" sz="1039"/>
            </a:p>
          </p:txBody>
        </p:sp>
        <p:sp>
          <p:nvSpPr>
            <p:cNvPr id="504" name="Rectangle 503">
              <a:extLst>
                <a:ext uri="{FF2B5EF4-FFF2-40B4-BE49-F238E27FC236}">
                  <a16:creationId xmlns:a16="http://schemas.microsoft.com/office/drawing/2014/main" id="{ABD200B9-BF18-8145-57A2-A623F5E38B66}"/>
                </a:ext>
              </a:extLst>
            </p:cNvPr>
            <p:cNvSpPr>
              <a:spLocks/>
            </p:cNvSpPr>
            <p:nvPr/>
          </p:nvSpPr>
          <p:spPr>
            <a:xfrm>
              <a:off x="2082419" y="4881619"/>
              <a:ext cx="160019" cy="62737"/>
            </a:xfrm>
            <a:prstGeom prst="rect">
              <a:avLst/>
            </a:prstGeom>
            <a:solidFill>
              <a:srgbClr val="A52A2A"/>
            </a:solidFill>
            <a:ln w="13589" cap="flat">
              <a:noFill/>
              <a:prstDash val="solid"/>
              <a:miter/>
            </a:ln>
          </p:spPr>
          <p:txBody>
            <a:bodyPr/>
            <a:lstStyle/>
            <a:p>
              <a:endParaRPr lang="en-US" sz="1039"/>
            </a:p>
          </p:txBody>
        </p:sp>
        <p:sp>
          <p:nvSpPr>
            <p:cNvPr id="505" name="Rectangle 504">
              <a:extLst>
                <a:ext uri="{FF2B5EF4-FFF2-40B4-BE49-F238E27FC236}">
                  <a16:creationId xmlns:a16="http://schemas.microsoft.com/office/drawing/2014/main" id="{A13A8259-D389-6B52-847B-20B4B9F9455A}"/>
                </a:ext>
              </a:extLst>
            </p:cNvPr>
            <p:cNvSpPr>
              <a:spLocks/>
            </p:cNvSpPr>
            <p:nvPr/>
          </p:nvSpPr>
          <p:spPr>
            <a:xfrm>
              <a:off x="2082419" y="4944357"/>
              <a:ext cx="160019" cy="31368"/>
            </a:xfrm>
            <a:prstGeom prst="rect">
              <a:avLst/>
            </a:prstGeom>
            <a:solidFill>
              <a:srgbClr val="FFA500"/>
            </a:solidFill>
            <a:ln w="13589" cap="flat">
              <a:noFill/>
              <a:prstDash val="solid"/>
              <a:miter/>
            </a:ln>
          </p:spPr>
          <p:txBody>
            <a:bodyPr/>
            <a:lstStyle/>
            <a:p>
              <a:endParaRPr lang="en-US" sz="1039"/>
            </a:p>
          </p:txBody>
        </p:sp>
        <p:sp>
          <p:nvSpPr>
            <p:cNvPr id="506" name="Rectangle 505">
              <a:extLst>
                <a:ext uri="{FF2B5EF4-FFF2-40B4-BE49-F238E27FC236}">
                  <a16:creationId xmlns:a16="http://schemas.microsoft.com/office/drawing/2014/main" id="{D4D65D6C-86DD-90DF-04F7-452068471F8C}"/>
                </a:ext>
              </a:extLst>
            </p:cNvPr>
            <p:cNvSpPr>
              <a:spLocks/>
            </p:cNvSpPr>
            <p:nvPr/>
          </p:nvSpPr>
          <p:spPr>
            <a:xfrm>
              <a:off x="2260219" y="4818881"/>
              <a:ext cx="160019" cy="62737"/>
            </a:xfrm>
            <a:prstGeom prst="rect">
              <a:avLst/>
            </a:prstGeom>
            <a:solidFill>
              <a:srgbClr val="000000"/>
            </a:solidFill>
            <a:ln w="13589" cap="flat">
              <a:noFill/>
              <a:prstDash val="solid"/>
              <a:miter/>
            </a:ln>
          </p:spPr>
          <p:txBody>
            <a:bodyPr/>
            <a:lstStyle/>
            <a:p>
              <a:endParaRPr lang="en-US" sz="1039"/>
            </a:p>
          </p:txBody>
        </p:sp>
        <p:sp>
          <p:nvSpPr>
            <p:cNvPr id="507" name="Rectangle 506">
              <a:extLst>
                <a:ext uri="{FF2B5EF4-FFF2-40B4-BE49-F238E27FC236}">
                  <a16:creationId xmlns:a16="http://schemas.microsoft.com/office/drawing/2014/main" id="{49A7CCCF-D44F-DD09-E370-38D593E53A70}"/>
                </a:ext>
              </a:extLst>
            </p:cNvPr>
            <p:cNvSpPr>
              <a:spLocks/>
            </p:cNvSpPr>
            <p:nvPr/>
          </p:nvSpPr>
          <p:spPr>
            <a:xfrm>
              <a:off x="2260219" y="4881619"/>
              <a:ext cx="160019" cy="94233"/>
            </a:xfrm>
            <a:prstGeom prst="rect">
              <a:avLst/>
            </a:prstGeom>
            <a:solidFill>
              <a:srgbClr val="FFA500"/>
            </a:solidFill>
            <a:ln w="13589" cap="flat">
              <a:noFill/>
              <a:prstDash val="solid"/>
              <a:miter/>
            </a:ln>
          </p:spPr>
          <p:txBody>
            <a:bodyPr/>
            <a:lstStyle/>
            <a:p>
              <a:endParaRPr lang="en-US" sz="1039"/>
            </a:p>
          </p:txBody>
        </p:sp>
        <p:sp>
          <p:nvSpPr>
            <p:cNvPr id="508" name="Rectangle 507">
              <a:extLst>
                <a:ext uri="{FF2B5EF4-FFF2-40B4-BE49-F238E27FC236}">
                  <a16:creationId xmlns:a16="http://schemas.microsoft.com/office/drawing/2014/main" id="{D36387EA-1EA5-3952-BDAC-4E36A36119EE}"/>
                </a:ext>
              </a:extLst>
            </p:cNvPr>
            <p:cNvSpPr>
              <a:spLocks/>
            </p:cNvSpPr>
            <p:nvPr/>
          </p:nvSpPr>
          <p:spPr>
            <a:xfrm>
              <a:off x="2438146" y="4724647"/>
              <a:ext cx="160019" cy="94234"/>
            </a:xfrm>
            <a:prstGeom prst="rect">
              <a:avLst/>
            </a:prstGeom>
            <a:solidFill>
              <a:srgbClr val="FF0000"/>
            </a:solidFill>
            <a:ln w="13589" cap="flat">
              <a:noFill/>
              <a:prstDash val="solid"/>
              <a:miter/>
            </a:ln>
          </p:spPr>
          <p:txBody>
            <a:bodyPr/>
            <a:lstStyle/>
            <a:p>
              <a:endParaRPr lang="en-US" sz="1039"/>
            </a:p>
          </p:txBody>
        </p:sp>
        <p:sp>
          <p:nvSpPr>
            <p:cNvPr id="509" name="Rectangle 508">
              <a:extLst>
                <a:ext uri="{FF2B5EF4-FFF2-40B4-BE49-F238E27FC236}">
                  <a16:creationId xmlns:a16="http://schemas.microsoft.com/office/drawing/2014/main" id="{4EC61349-D168-650F-4013-7FE6FC027165}"/>
                </a:ext>
              </a:extLst>
            </p:cNvPr>
            <p:cNvSpPr>
              <a:spLocks/>
            </p:cNvSpPr>
            <p:nvPr/>
          </p:nvSpPr>
          <p:spPr>
            <a:xfrm>
              <a:off x="2438146" y="4818881"/>
              <a:ext cx="160019" cy="62737"/>
            </a:xfrm>
            <a:prstGeom prst="rect">
              <a:avLst/>
            </a:prstGeom>
            <a:solidFill>
              <a:srgbClr val="006400"/>
            </a:solidFill>
            <a:ln w="13589" cap="flat">
              <a:noFill/>
              <a:prstDash val="solid"/>
              <a:miter/>
            </a:ln>
          </p:spPr>
          <p:txBody>
            <a:bodyPr/>
            <a:lstStyle/>
            <a:p>
              <a:endParaRPr lang="en-US" sz="1039"/>
            </a:p>
          </p:txBody>
        </p:sp>
        <p:sp>
          <p:nvSpPr>
            <p:cNvPr id="510" name="Rectangle 509">
              <a:extLst>
                <a:ext uri="{FF2B5EF4-FFF2-40B4-BE49-F238E27FC236}">
                  <a16:creationId xmlns:a16="http://schemas.microsoft.com/office/drawing/2014/main" id="{6D6267F5-E74F-FCDB-DE8D-F77201654108}"/>
                </a:ext>
              </a:extLst>
            </p:cNvPr>
            <p:cNvSpPr>
              <a:spLocks/>
            </p:cNvSpPr>
            <p:nvPr/>
          </p:nvSpPr>
          <p:spPr>
            <a:xfrm>
              <a:off x="2438146" y="4881619"/>
              <a:ext cx="160019" cy="62737"/>
            </a:xfrm>
            <a:prstGeom prst="rect">
              <a:avLst/>
            </a:prstGeom>
            <a:solidFill>
              <a:srgbClr val="000000"/>
            </a:solidFill>
            <a:ln w="13589" cap="flat">
              <a:noFill/>
              <a:prstDash val="solid"/>
              <a:miter/>
            </a:ln>
          </p:spPr>
          <p:txBody>
            <a:bodyPr/>
            <a:lstStyle/>
            <a:p>
              <a:endParaRPr lang="en-US" sz="1039"/>
            </a:p>
          </p:txBody>
        </p:sp>
        <p:sp>
          <p:nvSpPr>
            <p:cNvPr id="511" name="Rectangle 510">
              <a:extLst>
                <a:ext uri="{FF2B5EF4-FFF2-40B4-BE49-F238E27FC236}">
                  <a16:creationId xmlns:a16="http://schemas.microsoft.com/office/drawing/2014/main" id="{97DC8D52-0B2F-CE38-A1AB-D99EB94013E4}"/>
                </a:ext>
              </a:extLst>
            </p:cNvPr>
            <p:cNvSpPr>
              <a:spLocks/>
            </p:cNvSpPr>
            <p:nvPr/>
          </p:nvSpPr>
          <p:spPr>
            <a:xfrm>
              <a:off x="2438146" y="4944357"/>
              <a:ext cx="160019" cy="31368"/>
            </a:xfrm>
            <a:prstGeom prst="rect">
              <a:avLst/>
            </a:prstGeom>
            <a:solidFill>
              <a:srgbClr val="FFA500"/>
            </a:solidFill>
            <a:ln w="13589" cap="flat">
              <a:noFill/>
              <a:prstDash val="solid"/>
              <a:miter/>
            </a:ln>
          </p:spPr>
          <p:txBody>
            <a:bodyPr/>
            <a:lstStyle/>
            <a:p>
              <a:endParaRPr lang="en-US" sz="1039"/>
            </a:p>
          </p:txBody>
        </p:sp>
        <p:sp>
          <p:nvSpPr>
            <p:cNvPr id="512" name="Rectangle 511">
              <a:extLst>
                <a:ext uri="{FF2B5EF4-FFF2-40B4-BE49-F238E27FC236}">
                  <a16:creationId xmlns:a16="http://schemas.microsoft.com/office/drawing/2014/main" id="{CE5A3B54-EFB8-39B3-CA85-048A42E37B14}"/>
                </a:ext>
              </a:extLst>
            </p:cNvPr>
            <p:cNvSpPr>
              <a:spLocks/>
            </p:cNvSpPr>
            <p:nvPr/>
          </p:nvSpPr>
          <p:spPr>
            <a:xfrm>
              <a:off x="2615946" y="4253731"/>
              <a:ext cx="160019" cy="219709"/>
            </a:xfrm>
            <a:prstGeom prst="rect">
              <a:avLst/>
            </a:prstGeom>
            <a:solidFill>
              <a:srgbClr val="FF0000"/>
            </a:solidFill>
            <a:ln w="13589" cap="flat">
              <a:noFill/>
              <a:prstDash val="solid"/>
              <a:miter/>
            </a:ln>
          </p:spPr>
          <p:txBody>
            <a:bodyPr/>
            <a:lstStyle/>
            <a:p>
              <a:endParaRPr lang="en-US" sz="1039"/>
            </a:p>
          </p:txBody>
        </p:sp>
        <p:sp>
          <p:nvSpPr>
            <p:cNvPr id="513" name="Rectangle 512">
              <a:extLst>
                <a:ext uri="{FF2B5EF4-FFF2-40B4-BE49-F238E27FC236}">
                  <a16:creationId xmlns:a16="http://schemas.microsoft.com/office/drawing/2014/main" id="{3B7676C0-65DB-D798-9341-AF2B39657ABC}"/>
                </a:ext>
              </a:extLst>
            </p:cNvPr>
            <p:cNvSpPr>
              <a:spLocks/>
            </p:cNvSpPr>
            <p:nvPr/>
          </p:nvSpPr>
          <p:spPr>
            <a:xfrm>
              <a:off x="2615946" y="4473568"/>
              <a:ext cx="160019" cy="94234"/>
            </a:xfrm>
            <a:prstGeom prst="rect">
              <a:avLst/>
            </a:prstGeom>
            <a:solidFill>
              <a:srgbClr val="006400"/>
            </a:solidFill>
            <a:ln w="13589" cap="flat">
              <a:noFill/>
              <a:prstDash val="solid"/>
              <a:miter/>
            </a:ln>
          </p:spPr>
          <p:txBody>
            <a:bodyPr/>
            <a:lstStyle/>
            <a:p>
              <a:endParaRPr lang="en-US" sz="1039"/>
            </a:p>
          </p:txBody>
        </p:sp>
        <p:sp>
          <p:nvSpPr>
            <p:cNvPr id="514" name="Rectangle 513">
              <a:extLst>
                <a:ext uri="{FF2B5EF4-FFF2-40B4-BE49-F238E27FC236}">
                  <a16:creationId xmlns:a16="http://schemas.microsoft.com/office/drawing/2014/main" id="{D495CEEE-B1DA-188E-F382-2CD96F17ED04}"/>
                </a:ext>
              </a:extLst>
            </p:cNvPr>
            <p:cNvSpPr>
              <a:spLocks/>
            </p:cNvSpPr>
            <p:nvPr/>
          </p:nvSpPr>
          <p:spPr>
            <a:xfrm>
              <a:off x="2615946" y="4567675"/>
              <a:ext cx="160019" cy="251206"/>
            </a:xfrm>
            <a:prstGeom prst="rect">
              <a:avLst/>
            </a:prstGeom>
            <a:solidFill>
              <a:srgbClr val="0000FF"/>
            </a:solidFill>
            <a:ln w="13589" cap="flat">
              <a:noFill/>
              <a:prstDash val="solid"/>
              <a:miter/>
            </a:ln>
          </p:spPr>
          <p:txBody>
            <a:bodyPr/>
            <a:lstStyle/>
            <a:p>
              <a:endParaRPr lang="en-US" sz="1039"/>
            </a:p>
          </p:txBody>
        </p:sp>
        <p:sp>
          <p:nvSpPr>
            <p:cNvPr id="515" name="Rectangle 514">
              <a:extLst>
                <a:ext uri="{FF2B5EF4-FFF2-40B4-BE49-F238E27FC236}">
                  <a16:creationId xmlns:a16="http://schemas.microsoft.com/office/drawing/2014/main" id="{A65A5FE1-D89E-9AD7-186E-5AA1A6E4C6D4}"/>
                </a:ext>
              </a:extLst>
            </p:cNvPr>
            <p:cNvSpPr>
              <a:spLocks/>
            </p:cNvSpPr>
            <p:nvPr/>
          </p:nvSpPr>
          <p:spPr>
            <a:xfrm>
              <a:off x="2615946" y="4818881"/>
              <a:ext cx="160019" cy="31368"/>
            </a:xfrm>
            <a:prstGeom prst="rect">
              <a:avLst/>
            </a:prstGeom>
            <a:solidFill>
              <a:srgbClr val="000000"/>
            </a:solidFill>
            <a:ln w="13589" cap="flat">
              <a:noFill/>
              <a:prstDash val="solid"/>
              <a:miter/>
            </a:ln>
          </p:spPr>
          <p:txBody>
            <a:bodyPr/>
            <a:lstStyle/>
            <a:p>
              <a:endParaRPr lang="en-US" sz="1039"/>
            </a:p>
          </p:txBody>
        </p:sp>
        <p:sp>
          <p:nvSpPr>
            <p:cNvPr id="516" name="Rectangle 515">
              <a:extLst>
                <a:ext uri="{FF2B5EF4-FFF2-40B4-BE49-F238E27FC236}">
                  <a16:creationId xmlns:a16="http://schemas.microsoft.com/office/drawing/2014/main" id="{E9E3C072-11E2-89C1-F460-B2CC412D86E7}"/>
                </a:ext>
              </a:extLst>
            </p:cNvPr>
            <p:cNvSpPr>
              <a:spLocks/>
            </p:cNvSpPr>
            <p:nvPr/>
          </p:nvSpPr>
          <p:spPr>
            <a:xfrm>
              <a:off x="2615946" y="4850250"/>
              <a:ext cx="160019" cy="62737"/>
            </a:xfrm>
            <a:prstGeom prst="rect">
              <a:avLst/>
            </a:prstGeom>
            <a:solidFill>
              <a:srgbClr val="A52A2A"/>
            </a:solidFill>
            <a:ln w="13589" cap="flat">
              <a:noFill/>
              <a:prstDash val="solid"/>
              <a:miter/>
            </a:ln>
          </p:spPr>
          <p:txBody>
            <a:bodyPr/>
            <a:lstStyle/>
            <a:p>
              <a:endParaRPr lang="en-US" sz="1039"/>
            </a:p>
          </p:txBody>
        </p:sp>
        <p:sp>
          <p:nvSpPr>
            <p:cNvPr id="517" name="Rectangle 516">
              <a:extLst>
                <a:ext uri="{FF2B5EF4-FFF2-40B4-BE49-F238E27FC236}">
                  <a16:creationId xmlns:a16="http://schemas.microsoft.com/office/drawing/2014/main" id="{C0737387-7D92-F9CC-5141-F48AA2D50495}"/>
                </a:ext>
              </a:extLst>
            </p:cNvPr>
            <p:cNvSpPr>
              <a:spLocks/>
            </p:cNvSpPr>
            <p:nvPr/>
          </p:nvSpPr>
          <p:spPr>
            <a:xfrm>
              <a:off x="2615946" y="4912988"/>
              <a:ext cx="160019" cy="62737"/>
            </a:xfrm>
            <a:prstGeom prst="rect">
              <a:avLst/>
            </a:prstGeom>
            <a:solidFill>
              <a:srgbClr val="FFA500"/>
            </a:solidFill>
            <a:ln w="13589" cap="flat">
              <a:noFill/>
              <a:prstDash val="solid"/>
              <a:miter/>
            </a:ln>
          </p:spPr>
          <p:txBody>
            <a:bodyPr/>
            <a:lstStyle/>
            <a:p>
              <a:endParaRPr lang="en-US" sz="1039"/>
            </a:p>
          </p:txBody>
        </p:sp>
        <p:sp>
          <p:nvSpPr>
            <p:cNvPr id="518" name="Rectangle 517">
              <a:extLst>
                <a:ext uri="{FF2B5EF4-FFF2-40B4-BE49-F238E27FC236}">
                  <a16:creationId xmlns:a16="http://schemas.microsoft.com/office/drawing/2014/main" id="{321EFBB2-3B1F-0661-A513-4FB1B499FEAE}"/>
                </a:ext>
              </a:extLst>
            </p:cNvPr>
            <p:cNvSpPr>
              <a:spLocks/>
            </p:cNvSpPr>
            <p:nvPr/>
          </p:nvSpPr>
          <p:spPr>
            <a:xfrm>
              <a:off x="2793746" y="4787385"/>
              <a:ext cx="160019" cy="62738"/>
            </a:xfrm>
            <a:prstGeom prst="rect">
              <a:avLst/>
            </a:prstGeom>
            <a:solidFill>
              <a:srgbClr val="FF0000"/>
            </a:solidFill>
            <a:ln w="13589" cap="flat">
              <a:noFill/>
              <a:prstDash val="solid"/>
              <a:miter/>
            </a:ln>
          </p:spPr>
          <p:txBody>
            <a:bodyPr/>
            <a:lstStyle/>
            <a:p>
              <a:endParaRPr lang="en-US" sz="1039"/>
            </a:p>
          </p:txBody>
        </p:sp>
        <p:sp>
          <p:nvSpPr>
            <p:cNvPr id="519" name="Rectangle 518">
              <a:extLst>
                <a:ext uri="{FF2B5EF4-FFF2-40B4-BE49-F238E27FC236}">
                  <a16:creationId xmlns:a16="http://schemas.microsoft.com/office/drawing/2014/main" id="{0F0BD595-35B9-863D-B4E3-48A37E721FFB}"/>
                </a:ext>
              </a:extLst>
            </p:cNvPr>
            <p:cNvSpPr>
              <a:spLocks/>
            </p:cNvSpPr>
            <p:nvPr/>
          </p:nvSpPr>
          <p:spPr>
            <a:xfrm>
              <a:off x="2793746" y="4850250"/>
              <a:ext cx="160019" cy="94233"/>
            </a:xfrm>
            <a:prstGeom prst="rect">
              <a:avLst/>
            </a:prstGeom>
            <a:solidFill>
              <a:srgbClr val="000000"/>
            </a:solidFill>
            <a:ln w="13589" cap="flat">
              <a:noFill/>
              <a:prstDash val="solid"/>
              <a:miter/>
            </a:ln>
          </p:spPr>
          <p:txBody>
            <a:bodyPr/>
            <a:lstStyle/>
            <a:p>
              <a:endParaRPr lang="en-US" sz="1039"/>
            </a:p>
          </p:txBody>
        </p:sp>
        <p:sp>
          <p:nvSpPr>
            <p:cNvPr id="520" name="Rectangle 519">
              <a:extLst>
                <a:ext uri="{FF2B5EF4-FFF2-40B4-BE49-F238E27FC236}">
                  <a16:creationId xmlns:a16="http://schemas.microsoft.com/office/drawing/2014/main" id="{7BFFCE3F-5D76-D9B0-DE10-75BC1265FCCD}"/>
                </a:ext>
              </a:extLst>
            </p:cNvPr>
            <p:cNvSpPr>
              <a:spLocks/>
            </p:cNvSpPr>
            <p:nvPr/>
          </p:nvSpPr>
          <p:spPr>
            <a:xfrm>
              <a:off x="2793746" y="4944357"/>
              <a:ext cx="160019" cy="31368"/>
            </a:xfrm>
            <a:prstGeom prst="rect">
              <a:avLst/>
            </a:prstGeom>
            <a:solidFill>
              <a:srgbClr val="FFA500"/>
            </a:solidFill>
            <a:ln w="13589" cap="flat">
              <a:noFill/>
              <a:prstDash val="solid"/>
              <a:miter/>
            </a:ln>
          </p:spPr>
          <p:txBody>
            <a:bodyPr/>
            <a:lstStyle/>
            <a:p>
              <a:endParaRPr lang="en-US" sz="1039"/>
            </a:p>
          </p:txBody>
        </p:sp>
        <p:sp>
          <p:nvSpPr>
            <p:cNvPr id="521" name="Rectangle 520">
              <a:extLst>
                <a:ext uri="{FF2B5EF4-FFF2-40B4-BE49-F238E27FC236}">
                  <a16:creationId xmlns:a16="http://schemas.microsoft.com/office/drawing/2014/main" id="{388FAFA5-8783-B680-A739-82A14C3FD584}"/>
                </a:ext>
              </a:extLst>
            </p:cNvPr>
            <p:cNvSpPr>
              <a:spLocks/>
            </p:cNvSpPr>
            <p:nvPr/>
          </p:nvSpPr>
          <p:spPr>
            <a:xfrm>
              <a:off x="2971546" y="4850250"/>
              <a:ext cx="160019" cy="94233"/>
            </a:xfrm>
            <a:prstGeom prst="rect">
              <a:avLst/>
            </a:prstGeom>
            <a:solidFill>
              <a:srgbClr val="FF0000"/>
            </a:solidFill>
            <a:ln w="13589" cap="flat">
              <a:noFill/>
              <a:prstDash val="solid"/>
              <a:miter/>
            </a:ln>
          </p:spPr>
          <p:txBody>
            <a:bodyPr/>
            <a:lstStyle/>
            <a:p>
              <a:endParaRPr lang="en-US" sz="1039"/>
            </a:p>
          </p:txBody>
        </p:sp>
        <p:sp>
          <p:nvSpPr>
            <p:cNvPr id="522" name="Rectangle 521">
              <a:extLst>
                <a:ext uri="{FF2B5EF4-FFF2-40B4-BE49-F238E27FC236}">
                  <a16:creationId xmlns:a16="http://schemas.microsoft.com/office/drawing/2014/main" id="{7E05A23A-D878-E2C2-DA2D-10F889FC75B2}"/>
                </a:ext>
              </a:extLst>
            </p:cNvPr>
            <p:cNvSpPr>
              <a:spLocks/>
            </p:cNvSpPr>
            <p:nvPr/>
          </p:nvSpPr>
          <p:spPr>
            <a:xfrm>
              <a:off x="2971546" y="4944357"/>
              <a:ext cx="160019" cy="31368"/>
            </a:xfrm>
            <a:prstGeom prst="rect">
              <a:avLst/>
            </a:prstGeom>
            <a:solidFill>
              <a:srgbClr val="FFA500"/>
            </a:solidFill>
            <a:ln w="13589" cap="flat">
              <a:noFill/>
              <a:prstDash val="solid"/>
              <a:miter/>
            </a:ln>
          </p:spPr>
          <p:txBody>
            <a:bodyPr/>
            <a:lstStyle/>
            <a:p>
              <a:endParaRPr lang="en-US" sz="1039"/>
            </a:p>
          </p:txBody>
        </p:sp>
        <p:sp>
          <p:nvSpPr>
            <p:cNvPr id="523" name="Rectangle 522">
              <a:extLst>
                <a:ext uri="{FF2B5EF4-FFF2-40B4-BE49-F238E27FC236}">
                  <a16:creationId xmlns:a16="http://schemas.microsoft.com/office/drawing/2014/main" id="{1466A734-7EEE-F668-C61A-10D6FC86AC84}"/>
                </a:ext>
              </a:extLst>
            </p:cNvPr>
            <p:cNvSpPr>
              <a:spLocks/>
            </p:cNvSpPr>
            <p:nvPr/>
          </p:nvSpPr>
          <p:spPr>
            <a:xfrm>
              <a:off x="3327146" y="4881619"/>
              <a:ext cx="160020" cy="31368"/>
            </a:xfrm>
            <a:prstGeom prst="rect">
              <a:avLst/>
            </a:prstGeom>
            <a:solidFill>
              <a:srgbClr val="FF0000"/>
            </a:solidFill>
            <a:ln w="13589" cap="flat">
              <a:noFill/>
              <a:prstDash val="solid"/>
              <a:miter/>
            </a:ln>
          </p:spPr>
          <p:txBody>
            <a:bodyPr/>
            <a:lstStyle/>
            <a:p>
              <a:endParaRPr lang="en-US" sz="1039"/>
            </a:p>
          </p:txBody>
        </p:sp>
        <p:sp>
          <p:nvSpPr>
            <p:cNvPr id="524" name="Rectangle 523">
              <a:extLst>
                <a:ext uri="{FF2B5EF4-FFF2-40B4-BE49-F238E27FC236}">
                  <a16:creationId xmlns:a16="http://schemas.microsoft.com/office/drawing/2014/main" id="{E4A3CE6F-4787-FE28-DD5B-AA55BE6A2AC4}"/>
                </a:ext>
              </a:extLst>
            </p:cNvPr>
            <p:cNvSpPr>
              <a:spLocks/>
            </p:cNvSpPr>
            <p:nvPr/>
          </p:nvSpPr>
          <p:spPr>
            <a:xfrm>
              <a:off x="3327146" y="4912988"/>
              <a:ext cx="160020" cy="31368"/>
            </a:xfrm>
            <a:prstGeom prst="rect">
              <a:avLst/>
            </a:prstGeom>
            <a:solidFill>
              <a:srgbClr val="006400"/>
            </a:solidFill>
            <a:ln w="13589" cap="flat">
              <a:noFill/>
              <a:prstDash val="solid"/>
              <a:miter/>
            </a:ln>
          </p:spPr>
          <p:txBody>
            <a:bodyPr/>
            <a:lstStyle/>
            <a:p>
              <a:endParaRPr lang="en-US" sz="1039"/>
            </a:p>
          </p:txBody>
        </p:sp>
        <p:sp>
          <p:nvSpPr>
            <p:cNvPr id="525" name="Rectangle 524">
              <a:extLst>
                <a:ext uri="{FF2B5EF4-FFF2-40B4-BE49-F238E27FC236}">
                  <a16:creationId xmlns:a16="http://schemas.microsoft.com/office/drawing/2014/main" id="{DBC3E526-B52E-7E54-7E30-DD0E450B1E1B}"/>
                </a:ext>
              </a:extLst>
            </p:cNvPr>
            <p:cNvSpPr>
              <a:spLocks/>
            </p:cNvSpPr>
            <p:nvPr/>
          </p:nvSpPr>
          <p:spPr>
            <a:xfrm>
              <a:off x="3327146" y="4944357"/>
              <a:ext cx="160020" cy="31368"/>
            </a:xfrm>
            <a:prstGeom prst="rect">
              <a:avLst/>
            </a:prstGeom>
            <a:solidFill>
              <a:srgbClr val="000000"/>
            </a:solidFill>
            <a:ln w="13589" cap="flat">
              <a:noFill/>
              <a:prstDash val="solid"/>
              <a:miter/>
            </a:ln>
          </p:spPr>
          <p:txBody>
            <a:bodyPr/>
            <a:lstStyle/>
            <a:p>
              <a:endParaRPr lang="en-US" sz="1039"/>
            </a:p>
          </p:txBody>
        </p:sp>
        <p:sp>
          <p:nvSpPr>
            <p:cNvPr id="526" name="Rectangle 525">
              <a:extLst>
                <a:ext uri="{FF2B5EF4-FFF2-40B4-BE49-F238E27FC236}">
                  <a16:creationId xmlns:a16="http://schemas.microsoft.com/office/drawing/2014/main" id="{182AAA4B-62D9-7A8D-480C-2542ABF0EF48}"/>
                </a:ext>
              </a:extLst>
            </p:cNvPr>
            <p:cNvSpPr>
              <a:spLocks/>
            </p:cNvSpPr>
            <p:nvPr/>
          </p:nvSpPr>
          <p:spPr>
            <a:xfrm>
              <a:off x="3505073" y="4850250"/>
              <a:ext cx="160020" cy="31368"/>
            </a:xfrm>
            <a:prstGeom prst="rect">
              <a:avLst/>
            </a:prstGeom>
            <a:solidFill>
              <a:srgbClr val="FF0000"/>
            </a:solidFill>
            <a:ln w="13589" cap="flat">
              <a:noFill/>
              <a:prstDash val="solid"/>
              <a:miter/>
            </a:ln>
          </p:spPr>
          <p:txBody>
            <a:bodyPr/>
            <a:lstStyle/>
            <a:p>
              <a:endParaRPr lang="en-US" sz="1039"/>
            </a:p>
          </p:txBody>
        </p:sp>
        <p:sp>
          <p:nvSpPr>
            <p:cNvPr id="527" name="Rectangle 526">
              <a:extLst>
                <a:ext uri="{FF2B5EF4-FFF2-40B4-BE49-F238E27FC236}">
                  <a16:creationId xmlns:a16="http://schemas.microsoft.com/office/drawing/2014/main" id="{5A56F02F-262A-2641-C5AE-C9F667F42573}"/>
                </a:ext>
              </a:extLst>
            </p:cNvPr>
            <p:cNvSpPr>
              <a:spLocks/>
            </p:cNvSpPr>
            <p:nvPr/>
          </p:nvSpPr>
          <p:spPr>
            <a:xfrm>
              <a:off x="3505073" y="4881619"/>
              <a:ext cx="160020" cy="31368"/>
            </a:xfrm>
            <a:prstGeom prst="rect">
              <a:avLst/>
            </a:prstGeom>
            <a:solidFill>
              <a:srgbClr val="000000"/>
            </a:solidFill>
            <a:ln w="13589" cap="flat">
              <a:noFill/>
              <a:prstDash val="solid"/>
              <a:miter/>
            </a:ln>
          </p:spPr>
          <p:txBody>
            <a:bodyPr/>
            <a:lstStyle/>
            <a:p>
              <a:endParaRPr lang="en-US" sz="1039"/>
            </a:p>
          </p:txBody>
        </p:sp>
        <p:sp>
          <p:nvSpPr>
            <p:cNvPr id="528" name="Rectangle 527">
              <a:extLst>
                <a:ext uri="{FF2B5EF4-FFF2-40B4-BE49-F238E27FC236}">
                  <a16:creationId xmlns:a16="http://schemas.microsoft.com/office/drawing/2014/main" id="{DC9C196D-958E-7110-2FBF-187978FAD701}"/>
                </a:ext>
              </a:extLst>
            </p:cNvPr>
            <p:cNvSpPr>
              <a:spLocks/>
            </p:cNvSpPr>
            <p:nvPr/>
          </p:nvSpPr>
          <p:spPr>
            <a:xfrm>
              <a:off x="3505073" y="4912988"/>
              <a:ext cx="160020" cy="31368"/>
            </a:xfrm>
            <a:prstGeom prst="rect">
              <a:avLst/>
            </a:prstGeom>
            <a:solidFill>
              <a:srgbClr val="A52A2A"/>
            </a:solidFill>
            <a:ln w="13589" cap="flat">
              <a:noFill/>
              <a:prstDash val="solid"/>
              <a:miter/>
            </a:ln>
          </p:spPr>
          <p:txBody>
            <a:bodyPr/>
            <a:lstStyle/>
            <a:p>
              <a:endParaRPr lang="en-US" sz="1039"/>
            </a:p>
          </p:txBody>
        </p:sp>
        <p:sp>
          <p:nvSpPr>
            <p:cNvPr id="529" name="Rectangle 528">
              <a:extLst>
                <a:ext uri="{FF2B5EF4-FFF2-40B4-BE49-F238E27FC236}">
                  <a16:creationId xmlns:a16="http://schemas.microsoft.com/office/drawing/2014/main" id="{C4293FFA-78F1-2CF0-9715-066FEAD62279}"/>
                </a:ext>
              </a:extLst>
            </p:cNvPr>
            <p:cNvSpPr>
              <a:spLocks/>
            </p:cNvSpPr>
            <p:nvPr/>
          </p:nvSpPr>
          <p:spPr>
            <a:xfrm>
              <a:off x="3505073" y="4944357"/>
              <a:ext cx="160020" cy="31368"/>
            </a:xfrm>
            <a:prstGeom prst="rect">
              <a:avLst/>
            </a:prstGeom>
            <a:solidFill>
              <a:srgbClr val="FFA500"/>
            </a:solidFill>
            <a:ln w="13589" cap="flat">
              <a:noFill/>
              <a:prstDash val="solid"/>
              <a:miter/>
            </a:ln>
          </p:spPr>
          <p:txBody>
            <a:bodyPr/>
            <a:lstStyle/>
            <a:p>
              <a:endParaRPr lang="en-US" sz="1039"/>
            </a:p>
          </p:txBody>
        </p:sp>
        <p:sp>
          <p:nvSpPr>
            <p:cNvPr id="530" name="Rectangle 529">
              <a:extLst>
                <a:ext uri="{FF2B5EF4-FFF2-40B4-BE49-F238E27FC236}">
                  <a16:creationId xmlns:a16="http://schemas.microsoft.com/office/drawing/2014/main" id="{E101708E-6AF8-45F5-C5B9-8DEF8B353A34}"/>
                </a:ext>
              </a:extLst>
            </p:cNvPr>
            <p:cNvSpPr>
              <a:spLocks/>
            </p:cNvSpPr>
            <p:nvPr/>
          </p:nvSpPr>
          <p:spPr>
            <a:xfrm>
              <a:off x="3682873" y="4881619"/>
              <a:ext cx="160020" cy="31368"/>
            </a:xfrm>
            <a:prstGeom prst="rect">
              <a:avLst/>
            </a:prstGeom>
            <a:solidFill>
              <a:srgbClr val="FF0000"/>
            </a:solidFill>
            <a:ln w="13589" cap="flat">
              <a:noFill/>
              <a:prstDash val="solid"/>
              <a:miter/>
            </a:ln>
          </p:spPr>
          <p:txBody>
            <a:bodyPr/>
            <a:lstStyle/>
            <a:p>
              <a:endParaRPr lang="en-US" sz="1039"/>
            </a:p>
          </p:txBody>
        </p:sp>
        <p:sp>
          <p:nvSpPr>
            <p:cNvPr id="531" name="Rectangle 530">
              <a:extLst>
                <a:ext uri="{FF2B5EF4-FFF2-40B4-BE49-F238E27FC236}">
                  <a16:creationId xmlns:a16="http://schemas.microsoft.com/office/drawing/2014/main" id="{7E122040-8408-67AE-76DF-834CB87085E4}"/>
                </a:ext>
              </a:extLst>
            </p:cNvPr>
            <p:cNvSpPr>
              <a:spLocks/>
            </p:cNvSpPr>
            <p:nvPr/>
          </p:nvSpPr>
          <p:spPr>
            <a:xfrm>
              <a:off x="3682873" y="4912988"/>
              <a:ext cx="160020" cy="62737"/>
            </a:xfrm>
            <a:prstGeom prst="rect">
              <a:avLst/>
            </a:prstGeom>
            <a:solidFill>
              <a:srgbClr val="000000"/>
            </a:solidFill>
            <a:ln w="13589" cap="flat">
              <a:noFill/>
              <a:prstDash val="solid"/>
              <a:miter/>
            </a:ln>
          </p:spPr>
          <p:txBody>
            <a:bodyPr/>
            <a:lstStyle/>
            <a:p>
              <a:endParaRPr lang="en-US" sz="1039"/>
            </a:p>
          </p:txBody>
        </p:sp>
        <p:sp>
          <p:nvSpPr>
            <p:cNvPr id="532" name="Rectangle 531">
              <a:extLst>
                <a:ext uri="{FF2B5EF4-FFF2-40B4-BE49-F238E27FC236}">
                  <a16:creationId xmlns:a16="http://schemas.microsoft.com/office/drawing/2014/main" id="{D115EA2B-798B-4356-D9F2-A67481DB1CDA}"/>
                </a:ext>
              </a:extLst>
            </p:cNvPr>
            <p:cNvSpPr>
              <a:spLocks/>
            </p:cNvSpPr>
            <p:nvPr/>
          </p:nvSpPr>
          <p:spPr>
            <a:xfrm>
              <a:off x="3860673" y="4787385"/>
              <a:ext cx="160020" cy="31369"/>
            </a:xfrm>
            <a:prstGeom prst="rect">
              <a:avLst/>
            </a:prstGeom>
            <a:solidFill>
              <a:srgbClr val="FF0000"/>
            </a:solidFill>
            <a:ln w="13589" cap="flat">
              <a:noFill/>
              <a:prstDash val="solid"/>
              <a:miter/>
            </a:ln>
          </p:spPr>
          <p:txBody>
            <a:bodyPr/>
            <a:lstStyle/>
            <a:p>
              <a:endParaRPr lang="en-US" sz="1039"/>
            </a:p>
          </p:txBody>
        </p:sp>
        <p:sp>
          <p:nvSpPr>
            <p:cNvPr id="533" name="Rectangle 532">
              <a:extLst>
                <a:ext uri="{FF2B5EF4-FFF2-40B4-BE49-F238E27FC236}">
                  <a16:creationId xmlns:a16="http://schemas.microsoft.com/office/drawing/2014/main" id="{32550146-393C-EBC7-4437-F4A4526F4758}"/>
                </a:ext>
              </a:extLst>
            </p:cNvPr>
            <p:cNvSpPr>
              <a:spLocks/>
            </p:cNvSpPr>
            <p:nvPr/>
          </p:nvSpPr>
          <p:spPr>
            <a:xfrm>
              <a:off x="3860673" y="4818881"/>
              <a:ext cx="160020" cy="31368"/>
            </a:xfrm>
            <a:prstGeom prst="rect">
              <a:avLst/>
            </a:prstGeom>
            <a:solidFill>
              <a:srgbClr val="006400"/>
            </a:solidFill>
            <a:ln w="13589" cap="flat">
              <a:noFill/>
              <a:prstDash val="solid"/>
              <a:miter/>
            </a:ln>
          </p:spPr>
          <p:txBody>
            <a:bodyPr/>
            <a:lstStyle/>
            <a:p>
              <a:endParaRPr lang="en-US" sz="1039"/>
            </a:p>
          </p:txBody>
        </p:sp>
        <p:sp>
          <p:nvSpPr>
            <p:cNvPr id="534" name="Rectangle 533">
              <a:extLst>
                <a:ext uri="{FF2B5EF4-FFF2-40B4-BE49-F238E27FC236}">
                  <a16:creationId xmlns:a16="http://schemas.microsoft.com/office/drawing/2014/main" id="{0A091119-1A99-69E6-3825-67C5803A6904}"/>
                </a:ext>
              </a:extLst>
            </p:cNvPr>
            <p:cNvSpPr>
              <a:spLocks/>
            </p:cNvSpPr>
            <p:nvPr/>
          </p:nvSpPr>
          <p:spPr>
            <a:xfrm>
              <a:off x="3860673" y="4850250"/>
              <a:ext cx="160020" cy="125602"/>
            </a:xfrm>
            <a:prstGeom prst="rect">
              <a:avLst/>
            </a:prstGeom>
            <a:solidFill>
              <a:srgbClr val="000000"/>
            </a:solidFill>
            <a:ln w="13589" cap="flat">
              <a:noFill/>
              <a:prstDash val="solid"/>
              <a:miter/>
            </a:ln>
          </p:spPr>
          <p:txBody>
            <a:bodyPr/>
            <a:lstStyle/>
            <a:p>
              <a:endParaRPr lang="en-US" sz="1039"/>
            </a:p>
          </p:txBody>
        </p:sp>
        <p:sp>
          <p:nvSpPr>
            <p:cNvPr id="535" name="Rectangle 534">
              <a:extLst>
                <a:ext uri="{FF2B5EF4-FFF2-40B4-BE49-F238E27FC236}">
                  <a16:creationId xmlns:a16="http://schemas.microsoft.com/office/drawing/2014/main" id="{2382EFBE-3E59-CDD3-D221-E80DE4E88F56}"/>
                </a:ext>
              </a:extLst>
            </p:cNvPr>
            <p:cNvSpPr>
              <a:spLocks/>
            </p:cNvSpPr>
            <p:nvPr/>
          </p:nvSpPr>
          <p:spPr>
            <a:xfrm>
              <a:off x="4038473" y="4850250"/>
              <a:ext cx="160020" cy="31368"/>
            </a:xfrm>
            <a:prstGeom prst="rect">
              <a:avLst/>
            </a:prstGeom>
            <a:solidFill>
              <a:srgbClr val="006400"/>
            </a:solidFill>
            <a:ln w="13589" cap="flat">
              <a:noFill/>
              <a:prstDash val="solid"/>
              <a:miter/>
            </a:ln>
          </p:spPr>
          <p:txBody>
            <a:bodyPr/>
            <a:lstStyle/>
            <a:p>
              <a:endParaRPr lang="en-US" sz="1039"/>
            </a:p>
          </p:txBody>
        </p:sp>
        <p:sp>
          <p:nvSpPr>
            <p:cNvPr id="536" name="Rectangle 535">
              <a:extLst>
                <a:ext uri="{FF2B5EF4-FFF2-40B4-BE49-F238E27FC236}">
                  <a16:creationId xmlns:a16="http://schemas.microsoft.com/office/drawing/2014/main" id="{A2E76087-21E0-25A5-7E0D-8885D8DD7F8F}"/>
                </a:ext>
              </a:extLst>
            </p:cNvPr>
            <p:cNvSpPr>
              <a:spLocks/>
            </p:cNvSpPr>
            <p:nvPr/>
          </p:nvSpPr>
          <p:spPr>
            <a:xfrm>
              <a:off x="4038473" y="4881619"/>
              <a:ext cx="160020" cy="31368"/>
            </a:xfrm>
            <a:prstGeom prst="rect">
              <a:avLst/>
            </a:prstGeom>
            <a:solidFill>
              <a:srgbClr val="0000FF"/>
            </a:solidFill>
            <a:ln w="13589" cap="flat">
              <a:noFill/>
              <a:prstDash val="solid"/>
              <a:miter/>
            </a:ln>
          </p:spPr>
          <p:txBody>
            <a:bodyPr/>
            <a:lstStyle/>
            <a:p>
              <a:endParaRPr lang="en-US" sz="1039"/>
            </a:p>
          </p:txBody>
        </p:sp>
        <p:sp>
          <p:nvSpPr>
            <p:cNvPr id="537" name="Rectangle 536">
              <a:extLst>
                <a:ext uri="{FF2B5EF4-FFF2-40B4-BE49-F238E27FC236}">
                  <a16:creationId xmlns:a16="http://schemas.microsoft.com/office/drawing/2014/main" id="{477D637F-215B-D97E-2A1A-F27A63FB9067}"/>
                </a:ext>
              </a:extLst>
            </p:cNvPr>
            <p:cNvSpPr>
              <a:spLocks/>
            </p:cNvSpPr>
            <p:nvPr/>
          </p:nvSpPr>
          <p:spPr>
            <a:xfrm>
              <a:off x="4038473" y="4912988"/>
              <a:ext cx="160020" cy="31368"/>
            </a:xfrm>
            <a:prstGeom prst="rect">
              <a:avLst/>
            </a:prstGeom>
            <a:solidFill>
              <a:srgbClr val="000000"/>
            </a:solidFill>
            <a:ln w="13589" cap="flat">
              <a:noFill/>
              <a:prstDash val="solid"/>
              <a:miter/>
            </a:ln>
          </p:spPr>
          <p:txBody>
            <a:bodyPr/>
            <a:lstStyle/>
            <a:p>
              <a:endParaRPr lang="en-US" sz="1039"/>
            </a:p>
          </p:txBody>
        </p:sp>
        <p:sp>
          <p:nvSpPr>
            <p:cNvPr id="538" name="Rectangle 537">
              <a:extLst>
                <a:ext uri="{FF2B5EF4-FFF2-40B4-BE49-F238E27FC236}">
                  <a16:creationId xmlns:a16="http://schemas.microsoft.com/office/drawing/2014/main" id="{5D834DD9-6E96-C050-F43B-97F721EE10A5}"/>
                </a:ext>
              </a:extLst>
            </p:cNvPr>
            <p:cNvSpPr>
              <a:spLocks/>
            </p:cNvSpPr>
            <p:nvPr/>
          </p:nvSpPr>
          <p:spPr>
            <a:xfrm>
              <a:off x="4038473" y="4944357"/>
              <a:ext cx="160020" cy="31368"/>
            </a:xfrm>
            <a:prstGeom prst="rect">
              <a:avLst/>
            </a:prstGeom>
            <a:solidFill>
              <a:srgbClr val="A52A2A"/>
            </a:solidFill>
            <a:ln w="13589" cap="flat">
              <a:noFill/>
              <a:prstDash val="solid"/>
              <a:miter/>
            </a:ln>
          </p:spPr>
          <p:txBody>
            <a:bodyPr/>
            <a:lstStyle/>
            <a:p>
              <a:endParaRPr lang="en-US" sz="1039"/>
            </a:p>
          </p:txBody>
        </p:sp>
        <p:sp>
          <p:nvSpPr>
            <p:cNvPr id="539" name="Rectangle 538">
              <a:extLst>
                <a:ext uri="{FF2B5EF4-FFF2-40B4-BE49-F238E27FC236}">
                  <a16:creationId xmlns:a16="http://schemas.microsoft.com/office/drawing/2014/main" id="{27E77AC5-E523-0AEE-057A-5E42DC61FF7E}"/>
                </a:ext>
              </a:extLst>
            </p:cNvPr>
            <p:cNvSpPr>
              <a:spLocks/>
            </p:cNvSpPr>
            <p:nvPr/>
          </p:nvSpPr>
          <p:spPr>
            <a:xfrm>
              <a:off x="4216273" y="4818881"/>
              <a:ext cx="160020" cy="62737"/>
            </a:xfrm>
            <a:prstGeom prst="rect">
              <a:avLst/>
            </a:prstGeom>
            <a:solidFill>
              <a:srgbClr val="FF0000"/>
            </a:solidFill>
            <a:ln w="13589" cap="flat">
              <a:noFill/>
              <a:prstDash val="solid"/>
              <a:miter/>
            </a:ln>
          </p:spPr>
          <p:txBody>
            <a:bodyPr/>
            <a:lstStyle/>
            <a:p>
              <a:endParaRPr lang="en-US" sz="1039"/>
            </a:p>
          </p:txBody>
        </p:sp>
        <p:sp>
          <p:nvSpPr>
            <p:cNvPr id="540" name="Rectangle 539">
              <a:extLst>
                <a:ext uri="{FF2B5EF4-FFF2-40B4-BE49-F238E27FC236}">
                  <a16:creationId xmlns:a16="http://schemas.microsoft.com/office/drawing/2014/main" id="{A6A7DF77-B765-D726-2665-B27172900288}"/>
                </a:ext>
              </a:extLst>
            </p:cNvPr>
            <p:cNvSpPr>
              <a:spLocks/>
            </p:cNvSpPr>
            <p:nvPr/>
          </p:nvSpPr>
          <p:spPr>
            <a:xfrm>
              <a:off x="4216273" y="4881619"/>
              <a:ext cx="160020" cy="62737"/>
            </a:xfrm>
            <a:prstGeom prst="rect">
              <a:avLst/>
            </a:prstGeom>
            <a:solidFill>
              <a:srgbClr val="0000FF"/>
            </a:solidFill>
            <a:ln w="13589" cap="flat">
              <a:noFill/>
              <a:prstDash val="solid"/>
              <a:miter/>
            </a:ln>
          </p:spPr>
          <p:txBody>
            <a:bodyPr/>
            <a:lstStyle/>
            <a:p>
              <a:endParaRPr lang="en-US" sz="1039"/>
            </a:p>
          </p:txBody>
        </p:sp>
        <p:sp>
          <p:nvSpPr>
            <p:cNvPr id="541" name="Rectangle 540">
              <a:extLst>
                <a:ext uri="{FF2B5EF4-FFF2-40B4-BE49-F238E27FC236}">
                  <a16:creationId xmlns:a16="http://schemas.microsoft.com/office/drawing/2014/main" id="{CC1AEC2B-216D-EC77-962A-0CA212103CC2}"/>
                </a:ext>
              </a:extLst>
            </p:cNvPr>
            <p:cNvSpPr>
              <a:spLocks/>
            </p:cNvSpPr>
            <p:nvPr/>
          </p:nvSpPr>
          <p:spPr>
            <a:xfrm>
              <a:off x="4216273" y="4944357"/>
              <a:ext cx="160020" cy="31368"/>
            </a:xfrm>
            <a:prstGeom prst="rect">
              <a:avLst/>
            </a:prstGeom>
            <a:solidFill>
              <a:srgbClr val="000000"/>
            </a:solidFill>
            <a:ln w="13589" cap="flat">
              <a:noFill/>
              <a:prstDash val="solid"/>
              <a:miter/>
            </a:ln>
          </p:spPr>
          <p:txBody>
            <a:bodyPr/>
            <a:lstStyle/>
            <a:p>
              <a:endParaRPr lang="en-US" sz="1039"/>
            </a:p>
          </p:txBody>
        </p:sp>
        <p:sp>
          <p:nvSpPr>
            <p:cNvPr id="542" name="Rectangle 541">
              <a:extLst>
                <a:ext uri="{FF2B5EF4-FFF2-40B4-BE49-F238E27FC236}">
                  <a16:creationId xmlns:a16="http://schemas.microsoft.com/office/drawing/2014/main" id="{86918FAF-15A2-3F23-7087-2DE0E6778478}"/>
                </a:ext>
              </a:extLst>
            </p:cNvPr>
            <p:cNvSpPr>
              <a:spLocks/>
            </p:cNvSpPr>
            <p:nvPr/>
          </p:nvSpPr>
          <p:spPr>
            <a:xfrm>
              <a:off x="4394073" y="4881619"/>
              <a:ext cx="160020" cy="62737"/>
            </a:xfrm>
            <a:prstGeom prst="rect">
              <a:avLst/>
            </a:prstGeom>
            <a:solidFill>
              <a:srgbClr val="FF0000"/>
            </a:solidFill>
            <a:ln w="13589" cap="flat">
              <a:noFill/>
              <a:prstDash val="solid"/>
              <a:miter/>
            </a:ln>
          </p:spPr>
          <p:txBody>
            <a:bodyPr/>
            <a:lstStyle/>
            <a:p>
              <a:endParaRPr lang="en-US" sz="1039"/>
            </a:p>
          </p:txBody>
        </p:sp>
        <p:sp>
          <p:nvSpPr>
            <p:cNvPr id="543" name="Rectangle 542">
              <a:extLst>
                <a:ext uri="{FF2B5EF4-FFF2-40B4-BE49-F238E27FC236}">
                  <a16:creationId xmlns:a16="http://schemas.microsoft.com/office/drawing/2014/main" id="{7CC83235-3844-AF3D-58EA-F9B6538DD997}"/>
                </a:ext>
              </a:extLst>
            </p:cNvPr>
            <p:cNvSpPr>
              <a:spLocks/>
            </p:cNvSpPr>
            <p:nvPr/>
          </p:nvSpPr>
          <p:spPr>
            <a:xfrm>
              <a:off x="4394073" y="4944357"/>
              <a:ext cx="160020" cy="31368"/>
            </a:xfrm>
            <a:prstGeom prst="rect">
              <a:avLst/>
            </a:prstGeom>
            <a:solidFill>
              <a:srgbClr val="000000"/>
            </a:solidFill>
            <a:ln w="13589" cap="flat">
              <a:noFill/>
              <a:prstDash val="solid"/>
              <a:miter/>
            </a:ln>
          </p:spPr>
          <p:txBody>
            <a:bodyPr/>
            <a:lstStyle/>
            <a:p>
              <a:endParaRPr lang="en-US" sz="1039"/>
            </a:p>
          </p:txBody>
        </p:sp>
        <p:sp>
          <p:nvSpPr>
            <p:cNvPr id="544" name="Rectangle 543">
              <a:extLst>
                <a:ext uri="{FF2B5EF4-FFF2-40B4-BE49-F238E27FC236}">
                  <a16:creationId xmlns:a16="http://schemas.microsoft.com/office/drawing/2014/main" id="{E4AE118C-438F-AFD2-FFA6-9D26574B65CC}"/>
                </a:ext>
              </a:extLst>
            </p:cNvPr>
            <p:cNvSpPr>
              <a:spLocks/>
            </p:cNvSpPr>
            <p:nvPr/>
          </p:nvSpPr>
          <p:spPr>
            <a:xfrm>
              <a:off x="4572000" y="4912988"/>
              <a:ext cx="160020" cy="31368"/>
            </a:xfrm>
            <a:prstGeom prst="rect">
              <a:avLst/>
            </a:prstGeom>
            <a:solidFill>
              <a:srgbClr val="A52A2A"/>
            </a:solidFill>
            <a:ln w="13589" cap="flat">
              <a:noFill/>
              <a:prstDash val="solid"/>
              <a:miter/>
            </a:ln>
          </p:spPr>
          <p:txBody>
            <a:bodyPr/>
            <a:lstStyle/>
            <a:p>
              <a:endParaRPr lang="en-US" sz="1039"/>
            </a:p>
          </p:txBody>
        </p:sp>
        <p:sp>
          <p:nvSpPr>
            <p:cNvPr id="545" name="Rectangle 544">
              <a:extLst>
                <a:ext uri="{FF2B5EF4-FFF2-40B4-BE49-F238E27FC236}">
                  <a16:creationId xmlns:a16="http://schemas.microsoft.com/office/drawing/2014/main" id="{0EAB6C30-C273-2828-FE27-BC7E6F9BCDDC}"/>
                </a:ext>
              </a:extLst>
            </p:cNvPr>
            <p:cNvSpPr>
              <a:spLocks/>
            </p:cNvSpPr>
            <p:nvPr/>
          </p:nvSpPr>
          <p:spPr>
            <a:xfrm>
              <a:off x="4572000" y="4944357"/>
              <a:ext cx="160020" cy="31368"/>
            </a:xfrm>
            <a:prstGeom prst="rect">
              <a:avLst/>
            </a:prstGeom>
            <a:solidFill>
              <a:srgbClr val="FFA500"/>
            </a:solidFill>
            <a:ln w="13589" cap="flat">
              <a:noFill/>
              <a:prstDash val="solid"/>
              <a:miter/>
            </a:ln>
          </p:spPr>
          <p:txBody>
            <a:bodyPr/>
            <a:lstStyle/>
            <a:p>
              <a:endParaRPr lang="en-US" sz="1039"/>
            </a:p>
          </p:txBody>
        </p:sp>
        <p:sp>
          <p:nvSpPr>
            <p:cNvPr id="546" name="Rectangle 545">
              <a:extLst>
                <a:ext uri="{FF2B5EF4-FFF2-40B4-BE49-F238E27FC236}">
                  <a16:creationId xmlns:a16="http://schemas.microsoft.com/office/drawing/2014/main" id="{8657D0F0-1D8A-6F68-7344-6C64C4A73B3D}"/>
                </a:ext>
              </a:extLst>
            </p:cNvPr>
            <p:cNvSpPr>
              <a:spLocks/>
            </p:cNvSpPr>
            <p:nvPr/>
          </p:nvSpPr>
          <p:spPr>
            <a:xfrm>
              <a:off x="4749800" y="4944357"/>
              <a:ext cx="160020" cy="31368"/>
            </a:xfrm>
            <a:prstGeom prst="rect">
              <a:avLst/>
            </a:prstGeom>
            <a:solidFill>
              <a:srgbClr val="BEBEBE"/>
            </a:solidFill>
            <a:ln w="13589" cap="flat">
              <a:noFill/>
              <a:prstDash val="solid"/>
              <a:miter/>
            </a:ln>
          </p:spPr>
          <p:txBody>
            <a:bodyPr/>
            <a:lstStyle/>
            <a:p>
              <a:endParaRPr lang="en-US" sz="1039"/>
            </a:p>
          </p:txBody>
        </p:sp>
        <p:sp>
          <p:nvSpPr>
            <p:cNvPr id="547" name="Rectangle 546">
              <a:extLst>
                <a:ext uri="{FF2B5EF4-FFF2-40B4-BE49-F238E27FC236}">
                  <a16:creationId xmlns:a16="http://schemas.microsoft.com/office/drawing/2014/main" id="{A83DA16A-D8EC-B49A-7381-06BC669D93A4}"/>
                </a:ext>
              </a:extLst>
            </p:cNvPr>
            <p:cNvSpPr>
              <a:spLocks/>
            </p:cNvSpPr>
            <p:nvPr/>
          </p:nvSpPr>
          <p:spPr>
            <a:xfrm>
              <a:off x="4927600" y="4850250"/>
              <a:ext cx="160020" cy="94233"/>
            </a:xfrm>
            <a:prstGeom prst="rect">
              <a:avLst/>
            </a:prstGeom>
            <a:solidFill>
              <a:srgbClr val="000000"/>
            </a:solidFill>
            <a:ln w="13589" cap="flat">
              <a:noFill/>
              <a:prstDash val="solid"/>
              <a:miter/>
            </a:ln>
          </p:spPr>
          <p:txBody>
            <a:bodyPr/>
            <a:lstStyle/>
            <a:p>
              <a:endParaRPr lang="en-US" sz="1039"/>
            </a:p>
          </p:txBody>
        </p:sp>
        <p:sp>
          <p:nvSpPr>
            <p:cNvPr id="548" name="Rectangle 547">
              <a:extLst>
                <a:ext uri="{FF2B5EF4-FFF2-40B4-BE49-F238E27FC236}">
                  <a16:creationId xmlns:a16="http://schemas.microsoft.com/office/drawing/2014/main" id="{B771A2D5-8E6D-EF49-1502-7F504BEBF6C1}"/>
                </a:ext>
              </a:extLst>
            </p:cNvPr>
            <p:cNvSpPr>
              <a:spLocks/>
            </p:cNvSpPr>
            <p:nvPr/>
          </p:nvSpPr>
          <p:spPr>
            <a:xfrm>
              <a:off x="4927600" y="4944357"/>
              <a:ext cx="160020" cy="31368"/>
            </a:xfrm>
            <a:prstGeom prst="rect">
              <a:avLst/>
            </a:prstGeom>
            <a:solidFill>
              <a:srgbClr val="A52A2A"/>
            </a:solidFill>
            <a:ln w="13589" cap="flat">
              <a:noFill/>
              <a:prstDash val="solid"/>
              <a:miter/>
            </a:ln>
          </p:spPr>
          <p:txBody>
            <a:bodyPr/>
            <a:lstStyle/>
            <a:p>
              <a:endParaRPr lang="en-US" sz="1039"/>
            </a:p>
          </p:txBody>
        </p:sp>
        <p:sp>
          <p:nvSpPr>
            <p:cNvPr id="549" name="Rectangle 548">
              <a:extLst>
                <a:ext uri="{FF2B5EF4-FFF2-40B4-BE49-F238E27FC236}">
                  <a16:creationId xmlns:a16="http://schemas.microsoft.com/office/drawing/2014/main" id="{E171EB43-B45C-2E39-21F0-AB442C1D3319}"/>
                </a:ext>
              </a:extLst>
            </p:cNvPr>
            <p:cNvSpPr>
              <a:spLocks/>
            </p:cNvSpPr>
            <p:nvPr/>
          </p:nvSpPr>
          <p:spPr>
            <a:xfrm>
              <a:off x="5105400" y="4818881"/>
              <a:ext cx="160020" cy="31368"/>
            </a:xfrm>
            <a:prstGeom prst="rect">
              <a:avLst/>
            </a:prstGeom>
            <a:solidFill>
              <a:srgbClr val="FF0000"/>
            </a:solidFill>
            <a:ln w="13589" cap="flat">
              <a:noFill/>
              <a:prstDash val="solid"/>
              <a:miter/>
            </a:ln>
          </p:spPr>
          <p:txBody>
            <a:bodyPr/>
            <a:lstStyle/>
            <a:p>
              <a:endParaRPr lang="en-US" sz="1039"/>
            </a:p>
          </p:txBody>
        </p:sp>
        <p:sp>
          <p:nvSpPr>
            <p:cNvPr id="550" name="Rectangle 549">
              <a:extLst>
                <a:ext uri="{FF2B5EF4-FFF2-40B4-BE49-F238E27FC236}">
                  <a16:creationId xmlns:a16="http://schemas.microsoft.com/office/drawing/2014/main" id="{2AA060E0-2F78-9F84-8D76-A991721DD038}"/>
                </a:ext>
              </a:extLst>
            </p:cNvPr>
            <p:cNvSpPr>
              <a:spLocks/>
            </p:cNvSpPr>
            <p:nvPr/>
          </p:nvSpPr>
          <p:spPr>
            <a:xfrm>
              <a:off x="5105400" y="4850250"/>
              <a:ext cx="160020" cy="94233"/>
            </a:xfrm>
            <a:prstGeom prst="rect">
              <a:avLst/>
            </a:prstGeom>
            <a:solidFill>
              <a:srgbClr val="000000"/>
            </a:solidFill>
            <a:ln w="13589" cap="flat">
              <a:noFill/>
              <a:prstDash val="solid"/>
              <a:miter/>
            </a:ln>
          </p:spPr>
          <p:txBody>
            <a:bodyPr/>
            <a:lstStyle/>
            <a:p>
              <a:endParaRPr lang="en-US" sz="1039"/>
            </a:p>
          </p:txBody>
        </p:sp>
        <p:sp>
          <p:nvSpPr>
            <p:cNvPr id="551" name="Rectangle 550">
              <a:extLst>
                <a:ext uri="{FF2B5EF4-FFF2-40B4-BE49-F238E27FC236}">
                  <a16:creationId xmlns:a16="http://schemas.microsoft.com/office/drawing/2014/main" id="{426571A4-DCF4-9DBB-ED57-1E9BCC823EF9}"/>
                </a:ext>
              </a:extLst>
            </p:cNvPr>
            <p:cNvSpPr>
              <a:spLocks/>
            </p:cNvSpPr>
            <p:nvPr/>
          </p:nvSpPr>
          <p:spPr>
            <a:xfrm>
              <a:off x="5105400" y="4944357"/>
              <a:ext cx="160020" cy="31368"/>
            </a:xfrm>
            <a:prstGeom prst="rect">
              <a:avLst/>
            </a:prstGeom>
            <a:solidFill>
              <a:srgbClr val="FFA500"/>
            </a:solidFill>
            <a:ln w="13589" cap="flat">
              <a:noFill/>
              <a:prstDash val="solid"/>
              <a:miter/>
            </a:ln>
          </p:spPr>
          <p:txBody>
            <a:bodyPr/>
            <a:lstStyle/>
            <a:p>
              <a:endParaRPr lang="en-US" sz="1039"/>
            </a:p>
          </p:txBody>
        </p:sp>
        <p:sp>
          <p:nvSpPr>
            <p:cNvPr id="552" name="Rectangle 551">
              <a:extLst>
                <a:ext uri="{FF2B5EF4-FFF2-40B4-BE49-F238E27FC236}">
                  <a16:creationId xmlns:a16="http://schemas.microsoft.com/office/drawing/2014/main" id="{6BD07794-DA3C-66BA-F651-E7D81CB978A8}"/>
                </a:ext>
              </a:extLst>
            </p:cNvPr>
            <p:cNvSpPr>
              <a:spLocks/>
            </p:cNvSpPr>
            <p:nvPr/>
          </p:nvSpPr>
          <p:spPr>
            <a:xfrm>
              <a:off x="5283200" y="4912988"/>
              <a:ext cx="160020" cy="31368"/>
            </a:xfrm>
            <a:prstGeom prst="rect">
              <a:avLst/>
            </a:prstGeom>
            <a:solidFill>
              <a:srgbClr val="A52A2A"/>
            </a:solidFill>
            <a:ln w="13589" cap="flat">
              <a:noFill/>
              <a:prstDash val="solid"/>
              <a:miter/>
            </a:ln>
          </p:spPr>
          <p:txBody>
            <a:bodyPr/>
            <a:lstStyle/>
            <a:p>
              <a:endParaRPr lang="en-US" sz="1039"/>
            </a:p>
          </p:txBody>
        </p:sp>
        <p:sp>
          <p:nvSpPr>
            <p:cNvPr id="553" name="Rectangle 552">
              <a:extLst>
                <a:ext uri="{FF2B5EF4-FFF2-40B4-BE49-F238E27FC236}">
                  <a16:creationId xmlns:a16="http://schemas.microsoft.com/office/drawing/2014/main" id="{39030EC2-A232-DE5B-2D08-62E0641468DD}"/>
                </a:ext>
              </a:extLst>
            </p:cNvPr>
            <p:cNvSpPr>
              <a:spLocks/>
            </p:cNvSpPr>
            <p:nvPr/>
          </p:nvSpPr>
          <p:spPr>
            <a:xfrm>
              <a:off x="5283200" y="4944357"/>
              <a:ext cx="160020" cy="31368"/>
            </a:xfrm>
            <a:prstGeom prst="rect">
              <a:avLst/>
            </a:prstGeom>
            <a:solidFill>
              <a:srgbClr val="FFA500"/>
            </a:solidFill>
            <a:ln w="13589" cap="flat">
              <a:noFill/>
              <a:prstDash val="solid"/>
              <a:miter/>
            </a:ln>
          </p:spPr>
          <p:txBody>
            <a:bodyPr/>
            <a:lstStyle/>
            <a:p>
              <a:endParaRPr lang="en-US" sz="1039"/>
            </a:p>
          </p:txBody>
        </p:sp>
      </p:grpSp>
      <p:grpSp>
        <p:nvGrpSpPr>
          <p:cNvPr id="11062" name="Group 11061">
            <a:extLst>
              <a:ext uri="{FF2B5EF4-FFF2-40B4-BE49-F238E27FC236}">
                <a16:creationId xmlns:a16="http://schemas.microsoft.com/office/drawing/2014/main" id="{FD0235E2-8BC3-DFE5-4A57-BD2A0FFE086B}"/>
              </a:ext>
            </a:extLst>
          </p:cNvPr>
          <p:cNvGrpSpPr/>
          <p:nvPr/>
        </p:nvGrpSpPr>
        <p:grpSpPr>
          <a:xfrm>
            <a:off x="697021" y="2862580"/>
            <a:ext cx="4046217" cy="807085"/>
            <a:chOff x="720092" y="3105187"/>
            <a:chExt cx="4282132" cy="854143"/>
          </a:xfrm>
        </p:grpSpPr>
        <p:sp>
          <p:nvSpPr>
            <p:cNvPr id="371" name="TextBox 370">
              <a:extLst>
                <a:ext uri="{FF2B5EF4-FFF2-40B4-BE49-F238E27FC236}">
                  <a16:creationId xmlns:a16="http://schemas.microsoft.com/office/drawing/2014/main" id="{5AEEAB3A-2E00-22F5-26E3-6DD5711A92B8}"/>
                </a:ext>
              </a:extLst>
            </p:cNvPr>
            <p:cNvSpPr txBox="1">
              <a:spLocks/>
            </p:cNvSpPr>
            <p:nvPr/>
          </p:nvSpPr>
          <p:spPr>
            <a:xfrm rot="16200000">
              <a:off x="4661031" y="3252315"/>
              <a:ext cx="477046"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26_DG</a:t>
              </a:r>
            </a:p>
          </p:txBody>
        </p:sp>
        <p:sp>
          <p:nvSpPr>
            <p:cNvPr id="345" name="TextBox 344">
              <a:extLst>
                <a:ext uri="{FF2B5EF4-FFF2-40B4-BE49-F238E27FC236}">
                  <a16:creationId xmlns:a16="http://schemas.microsoft.com/office/drawing/2014/main" id="{7AD44707-9482-6B4C-8E49-029FB2CE97C4}"/>
                </a:ext>
              </a:extLst>
            </p:cNvPr>
            <p:cNvSpPr txBox="1">
              <a:spLocks/>
            </p:cNvSpPr>
            <p:nvPr/>
          </p:nvSpPr>
          <p:spPr>
            <a:xfrm rot="16200000">
              <a:off x="433253" y="3402999"/>
              <a:ext cx="779017"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0_Spall_Mixed</a:t>
              </a:r>
            </a:p>
          </p:txBody>
        </p:sp>
        <p:sp>
          <p:nvSpPr>
            <p:cNvPr id="346" name="TextBox 345">
              <a:extLst>
                <a:ext uri="{FF2B5EF4-FFF2-40B4-BE49-F238E27FC236}">
                  <a16:creationId xmlns:a16="http://schemas.microsoft.com/office/drawing/2014/main" id="{EDD4CED1-7330-E29E-A26C-A79CEA7E05BC}"/>
                </a:ext>
              </a:extLst>
            </p:cNvPr>
            <p:cNvSpPr txBox="1">
              <a:spLocks/>
            </p:cNvSpPr>
            <p:nvPr/>
          </p:nvSpPr>
          <p:spPr>
            <a:xfrm rot="16200000">
              <a:off x="733403" y="3259529"/>
              <a:ext cx="492315" cy="205340"/>
            </a:xfrm>
            <a:prstGeom prst="rect">
              <a:avLst/>
            </a:prstGeom>
            <a:noFill/>
          </p:spPr>
          <p:txBody>
            <a:bodyPr wrap="none" rtlCol="0">
              <a:spAutoFit/>
            </a:bodyPr>
            <a:lstStyle/>
            <a:p>
              <a:pPr algn="l"/>
              <a:r>
                <a:rPr lang="en-US" sz="661" b="1" dirty="0">
                  <a:ln/>
                  <a:solidFill>
                    <a:srgbClr val="4D4D4D"/>
                  </a:solidFill>
                  <a:latin typeface="Arial"/>
                  <a:cs typeface="Arial"/>
                  <a:sym typeface="Arial"/>
                  <a:rtl val="0"/>
                </a:rPr>
                <a:t>1_RGC</a:t>
              </a:r>
            </a:p>
          </p:txBody>
        </p:sp>
        <p:sp>
          <p:nvSpPr>
            <p:cNvPr id="347" name="TextBox 346">
              <a:extLst>
                <a:ext uri="{FF2B5EF4-FFF2-40B4-BE49-F238E27FC236}">
                  <a16:creationId xmlns:a16="http://schemas.microsoft.com/office/drawing/2014/main" id="{212BB759-AB70-3C6B-01C4-AFCAD725B82A}"/>
                </a:ext>
              </a:extLst>
            </p:cNvPr>
            <p:cNvSpPr txBox="1">
              <a:spLocks/>
            </p:cNvSpPr>
            <p:nvPr/>
          </p:nvSpPr>
          <p:spPr>
            <a:xfrm rot="16200000">
              <a:off x="930071" y="3220256"/>
              <a:ext cx="412580"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2_OL</a:t>
              </a:r>
            </a:p>
          </p:txBody>
        </p:sp>
        <p:sp>
          <p:nvSpPr>
            <p:cNvPr id="348" name="TextBox 347">
              <a:extLst>
                <a:ext uri="{FF2B5EF4-FFF2-40B4-BE49-F238E27FC236}">
                  <a16:creationId xmlns:a16="http://schemas.microsoft.com/office/drawing/2014/main" id="{09983F0E-AE3B-411B-2F5F-6D127E72335D}"/>
                </a:ext>
              </a:extLst>
            </p:cNvPr>
            <p:cNvSpPr txBox="1">
              <a:spLocks/>
            </p:cNvSpPr>
            <p:nvPr/>
          </p:nvSpPr>
          <p:spPr>
            <a:xfrm rot="16200000">
              <a:off x="898564" y="3412615"/>
              <a:ext cx="789196"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3_Spall_GABA</a:t>
              </a:r>
            </a:p>
          </p:txBody>
        </p:sp>
        <p:sp>
          <p:nvSpPr>
            <p:cNvPr id="349" name="TextBox 348">
              <a:extLst>
                <a:ext uri="{FF2B5EF4-FFF2-40B4-BE49-F238E27FC236}">
                  <a16:creationId xmlns:a16="http://schemas.microsoft.com/office/drawing/2014/main" id="{7737CD0B-5672-06F6-F55C-8E53E5AD3431}"/>
                </a:ext>
              </a:extLst>
            </p:cNvPr>
            <p:cNvSpPr txBox="1">
              <a:spLocks/>
            </p:cNvSpPr>
            <p:nvPr/>
          </p:nvSpPr>
          <p:spPr>
            <a:xfrm rot="16200000">
              <a:off x="1102015" y="3362121"/>
              <a:ext cx="695890"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4_TGN_Glut</a:t>
              </a:r>
            </a:p>
          </p:txBody>
        </p:sp>
        <p:sp>
          <p:nvSpPr>
            <p:cNvPr id="350" name="TextBox 349">
              <a:extLst>
                <a:ext uri="{FF2B5EF4-FFF2-40B4-BE49-F238E27FC236}">
                  <a16:creationId xmlns:a16="http://schemas.microsoft.com/office/drawing/2014/main" id="{705E87B8-4425-4164-E1E0-AED4AB6F92BE}"/>
                </a:ext>
              </a:extLst>
            </p:cNvPr>
            <p:cNvSpPr txBox="1">
              <a:spLocks/>
            </p:cNvSpPr>
            <p:nvPr/>
          </p:nvSpPr>
          <p:spPr>
            <a:xfrm rot="16200000">
              <a:off x="1377569" y="3242697"/>
              <a:ext cx="458386"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5_Glut</a:t>
              </a:r>
            </a:p>
          </p:txBody>
        </p:sp>
        <p:sp>
          <p:nvSpPr>
            <p:cNvPr id="351" name="TextBox 350">
              <a:extLst>
                <a:ext uri="{FF2B5EF4-FFF2-40B4-BE49-F238E27FC236}">
                  <a16:creationId xmlns:a16="http://schemas.microsoft.com/office/drawing/2014/main" id="{3BAFDF5F-EB6B-9B34-0667-B48BB9B67BA0}"/>
                </a:ext>
              </a:extLst>
            </p:cNvPr>
            <p:cNvSpPr txBox="1">
              <a:spLocks/>
            </p:cNvSpPr>
            <p:nvPr/>
          </p:nvSpPr>
          <p:spPr>
            <a:xfrm rot="16200000">
              <a:off x="1368963" y="3409410"/>
              <a:ext cx="789196" cy="205340"/>
            </a:xfrm>
            <a:prstGeom prst="rect">
              <a:avLst/>
            </a:prstGeom>
            <a:noFill/>
          </p:spPr>
          <p:txBody>
            <a:bodyPr wrap="none" rtlCol="0">
              <a:spAutoFit/>
            </a:bodyPr>
            <a:lstStyle/>
            <a:p>
              <a:pPr algn="l"/>
              <a:r>
                <a:rPr lang="en-US" sz="661" b="1" dirty="0">
                  <a:ln/>
                  <a:solidFill>
                    <a:srgbClr val="4D4D4D"/>
                  </a:solidFill>
                  <a:latin typeface="Arial"/>
                  <a:cs typeface="Arial"/>
                  <a:sym typeface="Arial"/>
                  <a:rtl val="0"/>
                </a:rPr>
                <a:t>6_POA_Mixed</a:t>
              </a:r>
            </a:p>
          </p:txBody>
        </p:sp>
        <p:sp>
          <p:nvSpPr>
            <p:cNvPr id="352" name="TextBox 351">
              <a:extLst>
                <a:ext uri="{FF2B5EF4-FFF2-40B4-BE49-F238E27FC236}">
                  <a16:creationId xmlns:a16="http://schemas.microsoft.com/office/drawing/2014/main" id="{D16F71CB-4314-326C-DF51-8CDD40A4C782}"/>
                </a:ext>
              </a:extLst>
            </p:cNvPr>
            <p:cNvSpPr txBox="1">
              <a:spLocks/>
            </p:cNvSpPr>
            <p:nvPr/>
          </p:nvSpPr>
          <p:spPr>
            <a:xfrm rot="16200000">
              <a:off x="1591925" y="3341282"/>
              <a:ext cx="656872"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7_Pall_Glut</a:t>
              </a:r>
            </a:p>
          </p:txBody>
        </p:sp>
        <p:sp>
          <p:nvSpPr>
            <p:cNvPr id="353" name="TextBox 352">
              <a:extLst>
                <a:ext uri="{FF2B5EF4-FFF2-40B4-BE49-F238E27FC236}">
                  <a16:creationId xmlns:a16="http://schemas.microsoft.com/office/drawing/2014/main" id="{6C20DC5A-544A-DBD3-B2D2-95ED5A64743F}"/>
                </a:ext>
              </a:extLst>
            </p:cNvPr>
            <p:cNvSpPr txBox="1">
              <a:spLocks/>
            </p:cNvSpPr>
            <p:nvPr/>
          </p:nvSpPr>
          <p:spPr>
            <a:xfrm rot="16200000">
              <a:off x="1731761" y="3359716"/>
              <a:ext cx="690801"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8_VOT_Glut</a:t>
              </a:r>
            </a:p>
          </p:txBody>
        </p:sp>
        <p:sp>
          <p:nvSpPr>
            <p:cNvPr id="354" name="TextBox 353">
              <a:extLst>
                <a:ext uri="{FF2B5EF4-FFF2-40B4-BE49-F238E27FC236}">
                  <a16:creationId xmlns:a16="http://schemas.microsoft.com/office/drawing/2014/main" id="{91D1D207-D3D5-6035-CB70-C0E0699A3610}"/>
                </a:ext>
              </a:extLst>
            </p:cNvPr>
            <p:cNvSpPr txBox="1">
              <a:spLocks/>
            </p:cNvSpPr>
            <p:nvPr/>
          </p:nvSpPr>
          <p:spPr>
            <a:xfrm rot="16200000">
              <a:off x="1968293" y="3279567"/>
              <a:ext cx="53133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9_Mixed</a:t>
              </a:r>
            </a:p>
          </p:txBody>
        </p:sp>
        <p:sp>
          <p:nvSpPr>
            <p:cNvPr id="355" name="TextBox 354">
              <a:extLst>
                <a:ext uri="{FF2B5EF4-FFF2-40B4-BE49-F238E27FC236}">
                  <a16:creationId xmlns:a16="http://schemas.microsoft.com/office/drawing/2014/main" id="{417B9093-5120-9EFE-6B42-33CAA59AEA6C}"/>
                </a:ext>
              </a:extLst>
            </p:cNvPr>
            <p:cNvSpPr txBox="1">
              <a:spLocks/>
            </p:cNvSpPr>
            <p:nvPr/>
          </p:nvSpPr>
          <p:spPr>
            <a:xfrm rot="16200000">
              <a:off x="2055540" y="3349297"/>
              <a:ext cx="67044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10_nH_Glut</a:t>
              </a:r>
            </a:p>
          </p:txBody>
        </p:sp>
        <p:sp>
          <p:nvSpPr>
            <p:cNvPr id="356" name="TextBox 355">
              <a:extLst>
                <a:ext uri="{FF2B5EF4-FFF2-40B4-BE49-F238E27FC236}">
                  <a16:creationId xmlns:a16="http://schemas.microsoft.com/office/drawing/2014/main" id="{598C62D4-8890-84D6-CE81-0B4CCF50A4CC}"/>
                </a:ext>
              </a:extLst>
            </p:cNvPr>
            <p:cNvSpPr txBox="1">
              <a:spLocks/>
            </p:cNvSpPr>
            <p:nvPr/>
          </p:nvSpPr>
          <p:spPr>
            <a:xfrm rot="16200000">
              <a:off x="2303949" y="3257926"/>
              <a:ext cx="487224"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11_MG</a:t>
              </a:r>
            </a:p>
          </p:txBody>
        </p:sp>
        <p:sp>
          <p:nvSpPr>
            <p:cNvPr id="357" name="TextBox 356">
              <a:extLst>
                <a:ext uri="{FF2B5EF4-FFF2-40B4-BE49-F238E27FC236}">
                  <a16:creationId xmlns:a16="http://schemas.microsoft.com/office/drawing/2014/main" id="{3545389D-30A5-5144-4BF8-19EB1E668F1B}"/>
                </a:ext>
              </a:extLst>
            </p:cNvPr>
            <p:cNvSpPr txBox="1">
              <a:spLocks/>
            </p:cNvSpPr>
            <p:nvPr/>
          </p:nvSpPr>
          <p:spPr>
            <a:xfrm rot="16200000">
              <a:off x="2450570" y="3267544"/>
              <a:ext cx="507582"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12_Glut</a:t>
              </a:r>
            </a:p>
          </p:txBody>
        </p:sp>
        <p:sp>
          <p:nvSpPr>
            <p:cNvPr id="358" name="TextBox 357">
              <a:extLst>
                <a:ext uri="{FF2B5EF4-FFF2-40B4-BE49-F238E27FC236}">
                  <a16:creationId xmlns:a16="http://schemas.microsoft.com/office/drawing/2014/main" id="{DDC34B63-DC24-4B24-AEE0-5742DFE065D5}"/>
                </a:ext>
              </a:extLst>
            </p:cNvPr>
            <p:cNvSpPr txBox="1">
              <a:spLocks/>
            </p:cNvSpPr>
            <p:nvPr/>
          </p:nvSpPr>
          <p:spPr>
            <a:xfrm rot="16200000">
              <a:off x="2592949" y="3281971"/>
              <a:ext cx="53642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13_OPC</a:t>
              </a:r>
            </a:p>
          </p:txBody>
        </p:sp>
        <p:sp>
          <p:nvSpPr>
            <p:cNvPr id="359" name="TextBox 358">
              <a:extLst>
                <a:ext uri="{FF2B5EF4-FFF2-40B4-BE49-F238E27FC236}">
                  <a16:creationId xmlns:a16="http://schemas.microsoft.com/office/drawing/2014/main" id="{4CEDF6AD-47C0-BD50-EE16-26313DB827E5}"/>
                </a:ext>
              </a:extLst>
            </p:cNvPr>
            <p:cNvSpPr txBox="1">
              <a:spLocks/>
            </p:cNvSpPr>
            <p:nvPr/>
          </p:nvSpPr>
          <p:spPr>
            <a:xfrm rot="16200000">
              <a:off x="2611489" y="3421432"/>
              <a:ext cx="812946"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14_Vsst_GABA</a:t>
              </a:r>
            </a:p>
          </p:txBody>
        </p:sp>
        <p:sp>
          <p:nvSpPr>
            <p:cNvPr id="360" name="TextBox 359">
              <a:extLst>
                <a:ext uri="{FF2B5EF4-FFF2-40B4-BE49-F238E27FC236}">
                  <a16:creationId xmlns:a16="http://schemas.microsoft.com/office/drawing/2014/main" id="{5A69277C-AFB3-C06F-EAB6-29A87CFE3FAA}"/>
                </a:ext>
              </a:extLst>
            </p:cNvPr>
            <p:cNvSpPr txBox="1">
              <a:spLocks/>
            </p:cNvSpPr>
            <p:nvPr/>
          </p:nvSpPr>
          <p:spPr>
            <a:xfrm rot="16200000">
              <a:off x="2941329" y="3246704"/>
              <a:ext cx="466867" cy="205340"/>
            </a:xfrm>
            <a:prstGeom prst="rect">
              <a:avLst/>
            </a:prstGeom>
            <a:noFill/>
          </p:spPr>
          <p:txBody>
            <a:bodyPr wrap="none" rtlCol="0">
              <a:spAutoFit/>
            </a:bodyPr>
            <a:lstStyle/>
            <a:p>
              <a:pPr algn="l"/>
              <a:r>
                <a:rPr lang="en-US" sz="661">
                  <a:ln/>
                  <a:solidFill>
                    <a:srgbClr val="4D4D4D"/>
                  </a:solidFill>
                  <a:latin typeface="Arial"/>
                  <a:cs typeface="Arial"/>
                  <a:sym typeface="Arial"/>
                  <a:rtl val="0"/>
                </a:rPr>
                <a:t>15_EC</a:t>
              </a:r>
            </a:p>
          </p:txBody>
        </p:sp>
        <p:sp>
          <p:nvSpPr>
            <p:cNvPr id="361" name="TextBox 360">
              <a:extLst>
                <a:ext uri="{FF2B5EF4-FFF2-40B4-BE49-F238E27FC236}">
                  <a16:creationId xmlns:a16="http://schemas.microsoft.com/office/drawing/2014/main" id="{27E0D9DD-A438-5D88-135A-E65540DE5789}"/>
                </a:ext>
              </a:extLst>
            </p:cNvPr>
            <p:cNvSpPr txBox="1">
              <a:spLocks/>
            </p:cNvSpPr>
            <p:nvPr/>
          </p:nvSpPr>
          <p:spPr>
            <a:xfrm rot="16200000">
              <a:off x="3077769" y="3267544"/>
              <a:ext cx="507582"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16_Glut</a:t>
              </a:r>
            </a:p>
          </p:txBody>
        </p:sp>
        <p:sp>
          <p:nvSpPr>
            <p:cNvPr id="362" name="TextBox 361">
              <a:extLst>
                <a:ext uri="{FF2B5EF4-FFF2-40B4-BE49-F238E27FC236}">
                  <a16:creationId xmlns:a16="http://schemas.microsoft.com/office/drawing/2014/main" id="{CD768E1B-8BDE-72AE-E8D0-CD3832438A18}"/>
                </a:ext>
              </a:extLst>
            </p:cNvPr>
            <p:cNvSpPr txBox="1">
              <a:spLocks/>
            </p:cNvSpPr>
            <p:nvPr/>
          </p:nvSpPr>
          <p:spPr>
            <a:xfrm rot="16200000">
              <a:off x="3234570" y="3267544"/>
              <a:ext cx="507582"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17_Glut</a:t>
              </a:r>
            </a:p>
          </p:txBody>
        </p:sp>
        <p:sp>
          <p:nvSpPr>
            <p:cNvPr id="363" name="TextBox 362">
              <a:extLst>
                <a:ext uri="{FF2B5EF4-FFF2-40B4-BE49-F238E27FC236}">
                  <a16:creationId xmlns:a16="http://schemas.microsoft.com/office/drawing/2014/main" id="{5A2CAA03-3135-60D7-1248-E9797F672189}"/>
                </a:ext>
              </a:extLst>
            </p:cNvPr>
            <p:cNvSpPr txBox="1">
              <a:spLocks/>
            </p:cNvSpPr>
            <p:nvPr/>
          </p:nvSpPr>
          <p:spPr>
            <a:xfrm rot="16200000">
              <a:off x="3344354" y="3318923"/>
              <a:ext cx="601613" cy="205340"/>
            </a:xfrm>
            <a:prstGeom prst="rect">
              <a:avLst/>
            </a:prstGeom>
            <a:noFill/>
          </p:spPr>
          <p:txBody>
            <a:bodyPr wrap="square" rtlCol="0">
              <a:spAutoFit/>
            </a:bodyPr>
            <a:lstStyle/>
            <a:p>
              <a:pPr algn="r"/>
              <a:r>
                <a:rPr lang="en-US" sz="661" dirty="0">
                  <a:ln/>
                  <a:solidFill>
                    <a:srgbClr val="4D4D4D"/>
                  </a:solidFill>
                  <a:latin typeface="Arial"/>
                  <a:cs typeface="Arial"/>
                  <a:sym typeface="Arial"/>
                  <a:rtl val="0"/>
                </a:rPr>
                <a:t>18_Glut</a:t>
              </a:r>
            </a:p>
          </p:txBody>
        </p:sp>
        <p:sp>
          <p:nvSpPr>
            <p:cNvPr id="364" name="TextBox 363">
              <a:extLst>
                <a:ext uri="{FF2B5EF4-FFF2-40B4-BE49-F238E27FC236}">
                  <a16:creationId xmlns:a16="http://schemas.microsoft.com/office/drawing/2014/main" id="{78FEDAFC-4D89-A4DB-4EA2-C70AB5FFE02B}"/>
                </a:ext>
              </a:extLst>
            </p:cNvPr>
            <p:cNvSpPr txBox="1">
              <a:spLocks/>
            </p:cNvSpPr>
            <p:nvPr/>
          </p:nvSpPr>
          <p:spPr>
            <a:xfrm rot="16200000">
              <a:off x="3439597" y="3375747"/>
              <a:ext cx="724730"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19_Di_GABA</a:t>
              </a:r>
            </a:p>
          </p:txBody>
        </p:sp>
        <p:sp>
          <p:nvSpPr>
            <p:cNvPr id="365" name="TextBox 364">
              <a:extLst>
                <a:ext uri="{FF2B5EF4-FFF2-40B4-BE49-F238E27FC236}">
                  <a16:creationId xmlns:a16="http://schemas.microsoft.com/office/drawing/2014/main" id="{07301923-BB92-95E0-13C7-491B7826A046}"/>
                </a:ext>
              </a:extLst>
            </p:cNvPr>
            <p:cNvSpPr txBox="1">
              <a:spLocks/>
            </p:cNvSpPr>
            <p:nvPr/>
          </p:nvSpPr>
          <p:spPr>
            <a:xfrm rot="16200000">
              <a:off x="3666800" y="3306817"/>
              <a:ext cx="583924" cy="205340"/>
            </a:xfrm>
            <a:prstGeom prst="rect">
              <a:avLst/>
            </a:prstGeom>
            <a:noFill/>
          </p:spPr>
          <p:txBody>
            <a:bodyPr wrap="none" rtlCol="0">
              <a:spAutoFit/>
            </a:bodyPr>
            <a:lstStyle/>
            <a:p>
              <a:pPr algn="l"/>
              <a:r>
                <a:rPr lang="en-US" sz="661">
                  <a:ln/>
                  <a:solidFill>
                    <a:srgbClr val="4D4D4D"/>
                  </a:solidFill>
                  <a:latin typeface="Arial"/>
                  <a:cs typeface="Arial"/>
                  <a:sym typeface="Arial"/>
                  <a:rtl val="0"/>
                </a:rPr>
                <a:t>20_Leuko</a:t>
              </a:r>
            </a:p>
          </p:txBody>
        </p:sp>
        <p:sp>
          <p:nvSpPr>
            <p:cNvPr id="366" name="TextBox 365">
              <a:extLst>
                <a:ext uri="{FF2B5EF4-FFF2-40B4-BE49-F238E27FC236}">
                  <a16:creationId xmlns:a16="http://schemas.microsoft.com/office/drawing/2014/main" id="{0E295138-8740-2B6E-B7E4-38361DC70D79}"/>
                </a:ext>
              </a:extLst>
            </p:cNvPr>
            <p:cNvSpPr txBox="1">
              <a:spLocks/>
            </p:cNvSpPr>
            <p:nvPr/>
          </p:nvSpPr>
          <p:spPr>
            <a:xfrm rot="16200000">
              <a:off x="3696364" y="3437463"/>
              <a:ext cx="838394"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21_Spall_GABA</a:t>
              </a:r>
            </a:p>
          </p:txBody>
        </p:sp>
        <p:sp>
          <p:nvSpPr>
            <p:cNvPr id="367" name="TextBox 366">
              <a:extLst>
                <a:ext uri="{FF2B5EF4-FFF2-40B4-BE49-F238E27FC236}">
                  <a16:creationId xmlns:a16="http://schemas.microsoft.com/office/drawing/2014/main" id="{9DD6CF2C-B937-1806-088B-DBFFC921AA68}"/>
                </a:ext>
              </a:extLst>
            </p:cNvPr>
            <p:cNvSpPr txBox="1">
              <a:spLocks/>
            </p:cNvSpPr>
            <p:nvPr/>
          </p:nvSpPr>
          <p:spPr>
            <a:xfrm rot="16200000">
              <a:off x="3951559" y="3334068"/>
              <a:ext cx="64160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22_Di_Glut</a:t>
              </a:r>
            </a:p>
          </p:txBody>
        </p:sp>
        <p:sp>
          <p:nvSpPr>
            <p:cNvPr id="368" name="TextBox 367">
              <a:extLst>
                <a:ext uri="{FF2B5EF4-FFF2-40B4-BE49-F238E27FC236}">
                  <a16:creationId xmlns:a16="http://schemas.microsoft.com/office/drawing/2014/main" id="{900607DB-B185-F382-43B2-06F7372B5206}"/>
                </a:ext>
              </a:extLst>
            </p:cNvPr>
            <p:cNvSpPr txBox="1">
              <a:spLocks/>
            </p:cNvSpPr>
            <p:nvPr/>
          </p:nvSpPr>
          <p:spPr>
            <a:xfrm rot="16200000">
              <a:off x="4025232" y="3406447"/>
              <a:ext cx="807859"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23_NLT_GABA</a:t>
              </a:r>
            </a:p>
          </p:txBody>
        </p:sp>
        <p:sp>
          <p:nvSpPr>
            <p:cNvPr id="369" name="TextBox 368">
              <a:extLst>
                <a:ext uri="{FF2B5EF4-FFF2-40B4-BE49-F238E27FC236}">
                  <a16:creationId xmlns:a16="http://schemas.microsoft.com/office/drawing/2014/main" id="{93452D98-AE03-1D51-6085-AA3CAEBBDC63}"/>
                </a:ext>
              </a:extLst>
            </p:cNvPr>
            <p:cNvSpPr txBox="1">
              <a:spLocks/>
            </p:cNvSpPr>
            <p:nvPr/>
          </p:nvSpPr>
          <p:spPr>
            <a:xfrm rot="16200000">
              <a:off x="4166763" y="3434255"/>
              <a:ext cx="838394"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24_Vs-m_Mixed</a:t>
              </a:r>
            </a:p>
          </p:txBody>
        </p:sp>
        <p:sp>
          <p:nvSpPr>
            <p:cNvPr id="370" name="TextBox 369">
              <a:extLst>
                <a:ext uri="{FF2B5EF4-FFF2-40B4-BE49-F238E27FC236}">
                  <a16:creationId xmlns:a16="http://schemas.microsoft.com/office/drawing/2014/main" id="{51CE1211-667B-3D6E-87A9-C11714C5C312}"/>
                </a:ext>
              </a:extLst>
            </p:cNvPr>
            <p:cNvSpPr txBox="1">
              <a:spLocks/>
            </p:cNvSpPr>
            <p:nvPr/>
          </p:nvSpPr>
          <p:spPr>
            <a:xfrm rot="16200000">
              <a:off x="4447406" y="3309222"/>
              <a:ext cx="590710"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25_GABA</a:t>
              </a:r>
            </a:p>
          </p:txBody>
        </p:sp>
      </p:grpSp>
      <p:sp>
        <p:nvSpPr>
          <p:cNvPr id="372" name="TextBox 371">
            <a:extLst>
              <a:ext uri="{FF2B5EF4-FFF2-40B4-BE49-F238E27FC236}">
                <a16:creationId xmlns:a16="http://schemas.microsoft.com/office/drawing/2014/main" id="{C9F37A79-120A-6888-1A92-A3CCB3B5C2DE}"/>
              </a:ext>
            </a:extLst>
          </p:cNvPr>
          <p:cNvSpPr txBox="1">
            <a:spLocks/>
          </p:cNvSpPr>
          <p:nvPr/>
        </p:nvSpPr>
        <p:spPr>
          <a:xfrm rot="16200000">
            <a:off x="14365" y="2224822"/>
            <a:ext cx="595035" cy="276999"/>
          </a:xfrm>
          <a:prstGeom prst="rect">
            <a:avLst/>
          </a:prstGeom>
          <a:noFill/>
        </p:spPr>
        <p:txBody>
          <a:bodyPr wrap="none" rtlCol="0">
            <a:spAutoFit/>
          </a:bodyPr>
          <a:lstStyle/>
          <a:p>
            <a:pPr algn="l"/>
            <a:r>
              <a:rPr lang="en-US" sz="1200" dirty="0">
                <a:ln/>
                <a:solidFill>
                  <a:srgbClr val="000000"/>
                </a:solidFill>
                <a:latin typeface="Arial"/>
                <a:cs typeface="Arial"/>
                <a:sym typeface="Arial"/>
                <a:rtl val="0"/>
              </a:rPr>
              <a:t>DEGs</a:t>
            </a:r>
          </a:p>
        </p:txBody>
      </p:sp>
      <p:sp>
        <p:nvSpPr>
          <p:cNvPr id="339" name="TextBox 338">
            <a:extLst>
              <a:ext uri="{FF2B5EF4-FFF2-40B4-BE49-F238E27FC236}">
                <a16:creationId xmlns:a16="http://schemas.microsoft.com/office/drawing/2014/main" id="{FF7EA996-643E-568F-2B3C-1F7354C00889}"/>
              </a:ext>
            </a:extLst>
          </p:cNvPr>
          <p:cNvSpPr txBox="1">
            <a:spLocks/>
          </p:cNvSpPr>
          <p:nvPr/>
        </p:nvSpPr>
        <p:spPr>
          <a:xfrm>
            <a:off x="409447" y="2807893"/>
            <a:ext cx="239168" cy="208647"/>
          </a:xfrm>
          <a:prstGeom prst="rect">
            <a:avLst/>
          </a:prstGeom>
          <a:noFill/>
        </p:spPr>
        <p:txBody>
          <a:bodyPr wrap="none" rtlCol="0">
            <a:spAutoFit/>
          </a:bodyPr>
          <a:lstStyle/>
          <a:p>
            <a:pPr algn="l"/>
            <a:r>
              <a:rPr lang="en-US" sz="756" dirty="0">
                <a:ln/>
                <a:solidFill>
                  <a:srgbClr val="4D4D4D"/>
                </a:solidFill>
                <a:latin typeface="Arial"/>
                <a:cs typeface="Arial"/>
                <a:sym typeface="Arial"/>
                <a:rtl val="0"/>
              </a:rPr>
              <a:t>0</a:t>
            </a:r>
          </a:p>
        </p:txBody>
      </p:sp>
      <p:sp>
        <p:nvSpPr>
          <p:cNvPr id="340" name="TextBox 339">
            <a:extLst>
              <a:ext uri="{FF2B5EF4-FFF2-40B4-BE49-F238E27FC236}">
                <a16:creationId xmlns:a16="http://schemas.microsoft.com/office/drawing/2014/main" id="{AC8E82BF-C763-D3FE-7F24-744D88C2F388}"/>
              </a:ext>
            </a:extLst>
          </p:cNvPr>
          <p:cNvSpPr txBox="1">
            <a:spLocks/>
          </p:cNvSpPr>
          <p:nvPr/>
        </p:nvSpPr>
        <p:spPr>
          <a:xfrm>
            <a:off x="357742" y="2597854"/>
            <a:ext cx="293670" cy="208647"/>
          </a:xfrm>
          <a:prstGeom prst="rect">
            <a:avLst/>
          </a:prstGeom>
          <a:noFill/>
        </p:spPr>
        <p:txBody>
          <a:bodyPr wrap="none" rtlCol="0">
            <a:spAutoFit/>
          </a:bodyPr>
          <a:lstStyle/>
          <a:p>
            <a:pPr algn="l"/>
            <a:r>
              <a:rPr lang="en-US" sz="756" dirty="0">
                <a:ln/>
                <a:solidFill>
                  <a:srgbClr val="4D4D4D"/>
                </a:solidFill>
                <a:latin typeface="Arial"/>
                <a:cs typeface="Arial"/>
                <a:sym typeface="Arial"/>
                <a:rtl val="0"/>
              </a:rPr>
              <a:t>10</a:t>
            </a:r>
          </a:p>
        </p:txBody>
      </p:sp>
      <p:sp>
        <p:nvSpPr>
          <p:cNvPr id="341" name="TextBox 340">
            <a:extLst>
              <a:ext uri="{FF2B5EF4-FFF2-40B4-BE49-F238E27FC236}">
                <a16:creationId xmlns:a16="http://schemas.microsoft.com/office/drawing/2014/main" id="{13623B2D-F32A-11FD-5099-95441CF450D2}"/>
              </a:ext>
            </a:extLst>
          </p:cNvPr>
          <p:cNvSpPr txBox="1">
            <a:spLocks/>
          </p:cNvSpPr>
          <p:nvPr/>
        </p:nvSpPr>
        <p:spPr>
          <a:xfrm>
            <a:off x="357742" y="2387814"/>
            <a:ext cx="293670" cy="208647"/>
          </a:xfrm>
          <a:prstGeom prst="rect">
            <a:avLst/>
          </a:prstGeom>
          <a:noFill/>
        </p:spPr>
        <p:txBody>
          <a:bodyPr wrap="none" rtlCol="0">
            <a:spAutoFit/>
          </a:bodyPr>
          <a:lstStyle/>
          <a:p>
            <a:pPr algn="l"/>
            <a:r>
              <a:rPr lang="en-US" sz="756">
                <a:ln/>
                <a:solidFill>
                  <a:srgbClr val="4D4D4D"/>
                </a:solidFill>
                <a:latin typeface="Arial"/>
                <a:cs typeface="Arial"/>
                <a:sym typeface="Arial"/>
                <a:rtl val="0"/>
              </a:rPr>
              <a:t>20</a:t>
            </a:r>
          </a:p>
        </p:txBody>
      </p:sp>
      <p:sp>
        <p:nvSpPr>
          <p:cNvPr id="342" name="TextBox 341">
            <a:extLst>
              <a:ext uri="{FF2B5EF4-FFF2-40B4-BE49-F238E27FC236}">
                <a16:creationId xmlns:a16="http://schemas.microsoft.com/office/drawing/2014/main" id="{3D08E8B3-6F12-899F-4D0D-E50170C4D4E8}"/>
              </a:ext>
            </a:extLst>
          </p:cNvPr>
          <p:cNvSpPr txBox="1">
            <a:spLocks/>
          </p:cNvSpPr>
          <p:nvPr/>
        </p:nvSpPr>
        <p:spPr>
          <a:xfrm>
            <a:off x="357742" y="2177774"/>
            <a:ext cx="293670" cy="208647"/>
          </a:xfrm>
          <a:prstGeom prst="rect">
            <a:avLst/>
          </a:prstGeom>
          <a:noFill/>
        </p:spPr>
        <p:txBody>
          <a:bodyPr wrap="none" rtlCol="0">
            <a:spAutoFit/>
          </a:bodyPr>
          <a:lstStyle/>
          <a:p>
            <a:pPr algn="l"/>
            <a:r>
              <a:rPr lang="en-US" sz="756">
                <a:ln/>
                <a:solidFill>
                  <a:srgbClr val="4D4D4D"/>
                </a:solidFill>
                <a:latin typeface="Arial"/>
                <a:cs typeface="Arial"/>
                <a:sym typeface="Arial"/>
                <a:rtl val="0"/>
              </a:rPr>
              <a:t>30</a:t>
            </a:r>
          </a:p>
        </p:txBody>
      </p:sp>
      <p:sp>
        <p:nvSpPr>
          <p:cNvPr id="343" name="TextBox 342">
            <a:extLst>
              <a:ext uri="{FF2B5EF4-FFF2-40B4-BE49-F238E27FC236}">
                <a16:creationId xmlns:a16="http://schemas.microsoft.com/office/drawing/2014/main" id="{495379FE-7E7C-0E3C-DC2C-2FD5480235B6}"/>
              </a:ext>
            </a:extLst>
          </p:cNvPr>
          <p:cNvSpPr txBox="1">
            <a:spLocks/>
          </p:cNvSpPr>
          <p:nvPr/>
        </p:nvSpPr>
        <p:spPr>
          <a:xfrm>
            <a:off x="357742" y="1967735"/>
            <a:ext cx="293670" cy="208647"/>
          </a:xfrm>
          <a:prstGeom prst="rect">
            <a:avLst/>
          </a:prstGeom>
          <a:noFill/>
        </p:spPr>
        <p:txBody>
          <a:bodyPr wrap="none" rtlCol="0">
            <a:spAutoFit/>
          </a:bodyPr>
          <a:lstStyle/>
          <a:p>
            <a:pPr algn="l"/>
            <a:r>
              <a:rPr lang="en-US" sz="756">
                <a:ln/>
                <a:solidFill>
                  <a:srgbClr val="4D4D4D"/>
                </a:solidFill>
                <a:latin typeface="Arial"/>
                <a:cs typeface="Arial"/>
                <a:sym typeface="Arial"/>
                <a:rtl val="0"/>
              </a:rPr>
              <a:t>40</a:t>
            </a:r>
          </a:p>
        </p:txBody>
      </p:sp>
      <p:sp>
        <p:nvSpPr>
          <p:cNvPr id="344" name="TextBox 343">
            <a:extLst>
              <a:ext uri="{FF2B5EF4-FFF2-40B4-BE49-F238E27FC236}">
                <a16:creationId xmlns:a16="http://schemas.microsoft.com/office/drawing/2014/main" id="{14943F63-38E9-CEC3-657D-B6B8A4E089E4}"/>
              </a:ext>
            </a:extLst>
          </p:cNvPr>
          <p:cNvSpPr txBox="1">
            <a:spLocks/>
          </p:cNvSpPr>
          <p:nvPr/>
        </p:nvSpPr>
        <p:spPr>
          <a:xfrm>
            <a:off x="357742" y="1757695"/>
            <a:ext cx="293670" cy="208647"/>
          </a:xfrm>
          <a:prstGeom prst="rect">
            <a:avLst/>
          </a:prstGeom>
          <a:noFill/>
        </p:spPr>
        <p:txBody>
          <a:bodyPr wrap="none" rtlCol="0">
            <a:spAutoFit/>
          </a:bodyPr>
          <a:lstStyle/>
          <a:p>
            <a:pPr algn="l"/>
            <a:r>
              <a:rPr lang="en-US" sz="756">
                <a:ln/>
                <a:solidFill>
                  <a:srgbClr val="4D4D4D"/>
                </a:solidFill>
                <a:latin typeface="Arial"/>
                <a:cs typeface="Arial"/>
                <a:sym typeface="Arial"/>
                <a:rtl val="0"/>
              </a:rPr>
              <a:t>50</a:t>
            </a:r>
          </a:p>
        </p:txBody>
      </p:sp>
      <p:grpSp>
        <p:nvGrpSpPr>
          <p:cNvPr id="11031" name="Group 11030">
            <a:extLst>
              <a:ext uri="{FF2B5EF4-FFF2-40B4-BE49-F238E27FC236}">
                <a16:creationId xmlns:a16="http://schemas.microsoft.com/office/drawing/2014/main" id="{1F0424DE-2BE5-E51E-FB8A-DB3AC3BE6F67}"/>
              </a:ext>
            </a:extLst>
          </p:cNvPr>
          <p:cNvGrpSpPr/>
          <p:nvPr/>
        </p:nvGrpSpPr>
        <p:grpSpPr>
          <a:xfrm>
            <a:off x="4888890" y="2644041"/>
            <a:ext cx="1419436" cy="1740485"/>
            <a:chOff x="5139629" y="5736615"/>
            <a:chExt cx="1502196" cy="1841964"/>
          </a:xfrm>
        </p:grpSpPr>
        <p:sp>
          <p:nvSpPr>
            <p:cNvPr id="373" name="TextBox 372">
              <a:extLst>
                <a:ext uri="{FF2B5EF4-FFF2-40B4-BE49-F238E27FC236}">
                  <a16:creationId xmlns:a16="http://schemas.microsoft.com/office/drawing/2014/main" id="{032163D1-9027-B203-1633-55947D59BACA}"/>
                </a:ext>
              </a:extLst>
            </p:cNvPr>
            <p:cNvSpPr txBox="1">
              <a:spLocks/>
            </p:cNvSpPr>
            <p:nvPr/>
          </p:nvSpPr>
          <p:spPr>
            <a:xfrm>
              <a:off x="5222327" y="5736615"/>
              <a:ext cx="1150544" cy="293149"/>
            </a:xfrm>
            <a:prstGeom prst="rect">
              <a:avLst/>
            </a:prstGeom>
            <a:noFill/>
          </p:spPr>
          <p:txBody>
            <a:bodyPr wrap="none" rtlCol="0">
              <a:spAutoFit/>
            </a:bodyPr>
            <a:lstStyle/>
            <a:p>
              <a:pPr algn="l"/>
              <a:r>
                <a:rPr lang="en-US" sz="1200" dirty="0">
                  <a:ln/>
                  <a:solidFill>
                    <a:srgbClr val="000000"/>
                  </a:solidFill>
                  <a:latin typeface="Arial"/>
                  <a:cs typeface="Arial"/>
                  <a:sym typeface="Arial"/>
                  <a:rtl val="0"/>
                </a:rPr>
                <a:t>Classification</a:t>
              </a:r>
            </a:p>
          </p:txBody>
        </p:sp>
        <p:grpSp>
          <p:nvGrpSpPr>
            <p:cNvPr id="560" name="Group 559">
              <a:extLst>
                <a:ext uri="{FF2B5EF4-FFF2-40B4-BE49-F238E27FC236}">
                  <a16:creationId xmlns:a16="http://schemas.microsoft.com/office/drawing/2014/main" id="{9152635C-F797-82C0-DDB4-D064D91C14B3}"/>
                </a:ext>
              </a:extLst>
            </p:cNvPr>
            <p:cNvGrpSpPr/>
            <p:nvPr/>
          </p:nvGrpSpPr>
          <p:grpSpPr>
            <a:xfrm>
              <a:off x="5139629" y="5987267"/>
              <a:ext cx="1000043" cy="259288"/>
              <a:chOff x="5209775" y="6120440"/>
              <a:chExt cx="1000043" cy="259288"/>
            </a:xfrm>
          </p:grpSpPr>
          <p:sp>
            <p:nvSpPr>
              <p:cNvPr id="374" name="Rectangle 373">
                <a:extLst>
                  <a:ext uri="{FF2B5EF4-FFF2-40B4-BE49-F238E27FC236}">
                    <a16:creationId xmlns:a16="http://schemas.microsoft.com/office/drawing/2014/main" id="{D7FF21FF-230D-6C21-BC43-9043E404BC66}"/>
                  </a:ext>
                </a:extLst>
              </p:cNvPr>
              <p:cNvSpPr>
                <a:spLocks/>
              </p:cNvSpPr>
              <p:nvPr/>
            </p:nvSpPr>
            <p:spPr>
              <a:xfrm>
                <a:off x="5209775" y="6168863"/>
                <a:ext cx="177330" cy="173736"/>
              </a:xfrm>
              <a:prstGeom prst="rect">
                <a:avLst/>
              </a:prstGeom>
              <a:solidFill>
                <a:srgbClr val="FF0000"/>
              </a:solidFill>
              <a:ln w="13589" cap="flat">
                <a:noFill/>
                <a:prstDash val="solid"/>
                <a:miter/>
              </a:ln>
            </p:spPr>
            <p:txBody>
              <a:bodyPr/>
              <a:lstStyle/>
              <a:p>
                <a:endParaRPr lang="en-US" sz="1323"/>
              </a:p>
            </p:txBody>
          </p:sp>
          <p:sp>
            <p:nvSpPr>
              <p:cNvPr id="382" name="TextBox 381">
                <a:extLst>
                  <a:ext uri="{FF2B5EF4-FFF2-40B4-BE49-F238E27FC236}">
                    <a16:creationId xmlns:a16="http://schemas.microsoft.com/office/drawing/2014/main" id="{4D9216DD-7112-416F-405D-9C15A2D09D63}"/>
                  </a:ext>
                </a:extLst>
              </p:cNvPr>
              <p:cNvSpPr txBox="1">
                <a:spLocks/>
              </p:cNvSpPr>
              <p:nvPr/>
            </p:nvSpPr>
            <p:spPr>
              <a:xfrm>
                <a:off x="5327316" y="6120440"/>
                <a:ext cx="882502" cy="259288"/>
              </a:xfrm>
              <a:prstGeom prst="rect">
                <a:avLst/>
              </a:prstGeom>
              <a:noFill/>
            </p:spPr>
            <p:txBody>
              <a:bodyPr wrap="none" rtlCol="0">
                <a:spAutoFit/>
              </a:bodyPr>
              <a:lstStyle/>
              <a:p>
                <a:pPr algn="l"/>
                <a:r>
                  <a:rPr lang="en-US" sz="992" dirty="0">
                    <a:ln/>
                    <a:solidFill>
                      <a:srgbClr val="000000"/>
                    </a:solidFill>
                    <a:latin typeface="Arial"/>
                    <a:cs typeface="Arial"/>
                    <a:sym typeface="Arial"/>
                    <a:rtl val="0"/>
                  </a:rPr>
                  <a:t>Early Down</a:t>
                </a:r>
              </a:p>
            </p:txBody>
          </p:sp>
        </p:grpSp>
        <p:grpSp>
          <p:nvGrpSpPr>
            <p:cNvPr id="561" name="Group 560">
              <a:extLst>
                <a:ext uri="{FF2B5EF4-FFF2-40B4-BE49-F238E27FC236}">
                  <a16:creationId xmlns:a16="http://schemas.microsoft.com/office/drawing/2014/main" id="{69E8330C-8BF7-5128-26E9-9D5259D3C8F0}"/>
                </a:ext>
              </a:extLst>
            </p:cNvPr>
            <p:cNvGrpSpPr/>
            <p:nvPr/>
          </p:nvGrpSpPr>
          <p:grpSpPr>
            <a:xfrm>
              <a:off x="5139629" y="6182879"/>
              <a:ext cx="828700" cy="259288"/>
              <a:chOff x="5209775" y="6283081"/>
              <a:chExt cx="828700" cy="259288"/>
            </a:xfrm>
          </p:grpSpPr>
          <p:sp>
            <p:nvSpPr>
              <p:cNvPr id="375" name="Rectangle 374">
                <a:extLst>
                  <a:ext uri="{FF2B5EF4-FFF2-40B4-BE49-F238E27FC236}">
                    <a16:creationId xmlns:a16="http://schemas.microsoft.com/office/drawing/2014/main" id="{84F29843-F1AE-D9D2-7F89-352599FA99D0}"/>
                  </a:ext>
                </a:extLst>
              </p:cNvPr>
              <p:cNvSpPr>
                <a:spLocks/>
              </p:cNvSpPr>
              <p:nvPr/>
            </p:nvSpPr>
            <p:spPr>
              <a:xfrm>
                <a:off x="5209775" y="6324247"/>
                <a:ext cx="177330" cy="173736"/>
              </a:xfrm>
              <a:prstGeom prst="rect">
                <a:avLst/>
              </a:prstGeom>
              <a:solidFill>
                <a:srgbClr val="006400"/>
              </a:solidFill>
              <a:ln w="13589" cap="flat">
                <a:noFill/>
                <a:prstDash val="solid"/>
                <a:miter/>
              </a:ln>
            </p:spPr>
            <p:txBody>
              <a:bodyPr/>
              <a:lstStyle/>
              <a:p>
                <a:endParaRPr lang="en-US" sz="1323"/>
              </a:p>
            </p:txBody>
          </p:sp>
          <p:sp>
            <p:nvSpPr>
              <p:cNvPr id="383" name="TextBox 382">
                <a:extLst>
                  <a:ext uri="{FF2B5EF4-FFF2-40B4-BE49-F238E27FC236}">
                    <a16:creationId xmlns:a16="http://schemas.microsoft.com/office/drawing/2014/main" id="{05D2522F-CDAB-E531-C82B-0AF542615A2B}"/>
                  </a:ext>
                </a:extLst>
              </p:cNvPr>
              <p:cNvSpPr txBox="1">
                <a:spLocks/>
              </p:cNvSpPr>
              <p:nvPr/>
            </p:nvSpPr>
            <p:spPr>
              <a:xfrm>
                <a:off x="5327316" y="6283081"/>
                <a:ext cx="711159" cy="259288"/>
              </a:xfrm>
              <a:prstGeom prst="rect">
                <a:avLst/>
              </a:prstGeom>
              <a:noFill/>
            </p:spPr>
            <p:txBody>
              <a:bodyPr wrap="none" rtlCol="0">
                <a:spAutoFit/>
              </a:bodyPr>
              <a:lstStyle/>
              <a:p>
                <a:pPr algn="l"/>
                <a:r>
                  <a:rPr lang="en-US" sz="992" dirty="0">
                    <a:ln/>
                    <a:solidFill>
                      <a:srgbClr val="000000"/>
                    </a:solidFill>
                    <a:latin typeface="Arial"/>
                    <a:cs typeface="Arial"/>
                    <a:sym typeface="Arial"/>
                    <a:rtl val="0"/>
                  </a:rPr>
                  <a:t>Early Up</a:t>
                </a:r>
              </a:p>
            </p:txBody>
          </p:sp>
        </p:grpSp>
        <p:grpSp>
          <p:nvGrpSpPr>
            <p:cNvPr id="559" name="Group 558">
              <a:extLst>
                <a:ext uri="{FF2B5EF4-FFF2-40B4-BE49-F238E27FC236}">
                  <a16:creationId xmlns:a16="http://schemas.microsoft.com/office/drawing/2014/main" id="{CC515B1F-CC05-63DE-3180-9AA407D886B1}"/>
                </a:ext>
              </a:extLst>
            </p:cNvPr>
            <p:cNvGrpSpPr/>
            <p:nvPr/>
          </p:nvGrpSpPr>
          <p:grpSpPr>
            <a:xfrm>
              <a:off x="5139629" y="6363977"/>
              <a:ext cx="954238" cy="259288"/>
              <a:chOff x="5209775" y="6431209"/>
              <a:chExt cx="954238" cy="259288"/>
            </a:xfrm>
          </p:grpSpPr>
          <p:sp>
            <p:nvSpPr>
              <p:cNvPr id="376" name="Rectangle 375">
                <a:extLst>
                  <a:ext uri="{FF2B5EF4-FFF2-40B4-BE49-F238E27FC236}">
                    <a16:creationId xmlns:a16="http://schemas.microsoft.com/office/drawing/2014/main" id="{5BA5960B-28C5-5976-F4B5-7C0ED8320049}"/>
                  </a:ext>
                </a:extLst>
              </p:cNvPr>
              <p:cNvSpPr>
                <a:spLocks/>
              </p:cNvSpPr>
              <p:nvPr/>
            </p:nvSpPr>
            <p:spPr>
              <a:xfrm>
                <a:off x="5209775" y="6479632"/>
                <a:ext cx="177330" cy="173736"/>
              </a:xfrm>
              <a:prstGeom prst="rect">
                <a:avLst/>
              </a:prstGeom>
              <a:solidFill>
                <a:srgbClr val="0000FF"/>
              </a:solidFill>
              <a:ln w="13589" cap="flat">
                <a:noFill/>
                <a:prstDash val="solid"/>
                <a:miter/>
              </a:ln>
            </p:spPr>
            <p:txBody>
              <a:bodyPr/>
              <a:lstStyle/>
              <a:p>
                <a:endParaRPr lang="en-US" sz="1323"/>
              </a:p>
            </p:txBody>
          </p:sp>
          <p:sp>
            <p:nvSpPr>
              <p:cNvPr id="384" name="TextBox 383">
                <a:extLst>
                  <a:ext uri="{FF2B5EF4-FFF2-40B4-BE49-F238E27FC236}">
                    <a16:creationId xmlns:a16="http://schemas.microsoft.com/office/drawing/2014/main" id="{3067ACE1-DD31-CA08-02F6-0CA7CB2ECE1D}"/>
                  </a:ext>
                </a:extLst>
              </p:cNvPr>
              <p:cNvSpPr txBox="1">
                <a:spLocks/>
              </p:cNvSpPr>
              <p:nvPr/>
            </p:nvSpPr>
            <p:spPr>
              <a:xfrm>
                <a:off x="5327316" y="6431209"/>
                <a:ext cx="836697" cy="259288"/>
              </a:xfrm>
              <a:prstGeom prst="rect">
                <a:avLst/>
              </a:prstGeom>
              <a:noFill/>
            </p:spPr>
            <p:txBody>
              <a:bodyPr wrap="none" rtlCol="0">
                <a:spAutoFit/>
              </a:bodyPr>
              <a:lstStyle/>
              <a:p>
                <a:r>
                  <a:rPr lang="en-US" sz="992" dirty="0">
                    <a:ln/>
                    <a:solidFill>
                      <a:srgbClr val="000000"/>
                    </a:solidFill>
                    <a:latin typeface="Arial"/>
                    <a:cs typeface="Arial"/>
                    <a:sym typeface="Arial"/>
                    <a:rtl val="0"/>
                  </a:rPr>
                  <a:t>Late Down</a:t>
                </a:r>
              </a:p>
            </p:txBody>
          </p:sp>
        </p:grpSp>
        <p:grpSp>
          <p:nvGrpSpPr>
            <p:cNvPr id="558" name="Group 557">
              <a:extLst>
                <a:ext uri="{FF2B5EF4-FFF2-40B4-BE49-F238E27FC236}">
                  <a16:creationId xmlns:a16="http://schemas.microsoft.com/office/drawing/2014/main" id="{F349B420-C515-FAD2-4276-8E8885B18D7A}"/>
                </a:ext>
              </a:extLst>
            </p:cNvPr>
            <p:cNvGrpSpPr/>
            <p:nvPr/>
          </p:nvGrpSpPr>
          <p:grpSpPr>
            <a:xfrm>
              <a:off x="5139629" y="6559589"/>
              <a:ext cx="782895" cy="259288"/>
              <a:chOff x="5209775" y="6593850"/>
              <a:chExt cx="782895" cy="259288"/>
            </a:xfrm>
          </p:grpSpPr>
          <p:sp>
            <p:nvSpPr>
              <p:cNvPr id="377" name="Rectangle 376">
                <a:extLst>
                  <a:ext uri="{FF2B5EF4-FFF2-40B4-BE49-F238E27FC236}">
                    <a16:creationId xmlns:a16="http://schemas.microsoft.com/office/drawing/2014/main" id="{CE022619-4C2E-564C-5559-8EE11EE232D5}"/>
                  </a:ext>
                </a:extLst>
              </p:cNvPr>
              <p:cNvSpPr>
                <a:spLocks/>
              </p:cNvSpPr>
              <p:nvPr/>
            </p:nvSpPr>
            <p:spPr>
              <a:xfrm>
                <a:off x="5209775" y="6635016"/>
                <a:ext cx="177330" cy="173736"/>
              </a:xfrm>
              <a:prstGeom prst="rect">
                <a:avLst/>
              </a:prstGeom>
              <a:solidFill>
                <a:srgbClr val="000000"/>
              </a:solidFill>
              <a:ln w="13589" cap="flat">
                <a:noFill/>
                <a:prstDash val="solid"/>
                <a:miter/>
              </a:ln>
            </p:spPr>
            <p:txBody>
              <a:bodyPr/>
              <a:lstStyle/>
              <a:p>
                <a:endParaRPr lang="en-US" sz="1323"/>
              </a:p>
            </p:txBody>
          </p:sp>
          <p:sp>
            <p:nvSpPr>
              <p:cNvPr id="385" name="TextBox 384">
                <a:extLst>
                  <a:ext uri="{FF2B5EF4-FFF2-40B4-BE49-F238E27FC236}">
                    <a16:creationId xmlns:a16="http://schemas.microsoft.com/office/drawing/2014/main" id="{8F7EF018-150A-433B-6B93-6EBECD0070D1}"/>
                  </a:ext>
                </a:extLst>
              </p:cNvPr>
              <p:cNvSpPr txBox="1">
                <a:spLocks/>
              </p:cNvSpPr>
              <p:nvPr/>
            </p:nvSpPr>
            <p:spPr>
              <a:xfrm>
                <a:off x="5327316" y="6593850"/>
                <a:ext cx="665354" cy="259288"/>
              </a:xfrm>
              <a:prstGeom prst="rect">
                <a:avLst/>
              </a:prstGeom>
              <a:noFill/>
            </p:spPr>
            <p:txBody>
              <a:bodyPr wrap="none" rtlCol="0">
                <a:spAutoFit/>
              </a:bodyPr>
              <a:lstStyle/>
              <a:p>
                <a:pPr algn="l"/>
                <a:r>
                  <a:rPr lang="en-US" sz="992" dirty="0">
                    <a:ln/>
                    <a:solidFill>
                      <a:srgbClr val="000000"/>
                    </a:solidFill>
                    <a:latin typeface="Arial"/>
                    <a:cs typeface="Arial"/>
                    <a:sym typeface="Arial"/>
                    <a:rtl val="0"/>
                  </a:rPr>
                  <a:t>Late Up</a:t>
                </a:r>
              </a:p>
            </p:txBody>
          </p:sp>
        </p:grpSp>
        <p:grpSp>
          <p:nvGrpSpPr>
            <p:cNvPr id="557" name="Group 556">
              <a:extLst>
                <a:ext uri="{FF2B5EF4-FFF2-40B4-BE49-F238E27FC236}">
                  <a16:creationId xmlns:a16="http://schemas.microsoft.com/office/drawing/2014/main" id="{A10E86A1-F139-21FE-1EF4-4606732F5268}"/>
                </a:ext>
              </a:extLst>
            </p:cNvPr>
            <p:cNvGrpSpPr/>
            <p:nvPr/>
          </p:nvGrpSpPr>
          <p:grpSpPr>
            <a:xfrm>
              <a:off x="5139629" y="6747944"/>
              <a:ext cx="1502196" cy="259288"/>
              <a:chOff x="5209775" y="6749234"/>
              <a:chExt cx="1502196" cy="259288"/>
            </a:xfrm>
          </p:grpSpPr>
          <p:sp>
            <p:nvSpPr>
              <p:cNvPr id="378" name="Rectangle 377">
                <a:extLst>
                  <a:ext uri="{FF2B5EF4-FFF2-40B4-BE49-F238E27FC236}">
                    <a16:creationId xmlns:a16="http://schemas.microsoft.com/office/drawing/2014/main" id="{1AE20D96-E472-3183-3127-0759A0BF5371}"/>
                  </a:ext>
                </a:extLst>
              </p:cNvPr>
              <p:cNvSpPr>
                <a:spLocks/>
              </p:cNvSpPr>
              <p:nvPr/>
            </p:nvSpPr>
            <p:spPr>
              <a:xfrm>
                <a:off x="5209775" y="6790400"/>
                <a:ext cx="177330" cy="173736"/>
              </a:xfrm>
              <a:prstGeom prst="rect">
                <a:avLst/>
              </a:prstGeom>
              <a:solidFill>
                <a:srgbClr val="A020F0"/>
              </a:solidFill>
              <a:ln w="13589" cap="flat">
                <a:noFill/>
                <a:prstDash val="solid"/>
                <a:miter/>
              </a:ln>
            </p:spPr>
            <p:txBody>
              <a:bodyPr/>
              <a:lstStyle/>
              <a:p>
                <a:endParaRPr lang="en-US" sz="1323"/>
              </a:p>
            </p:txBody>
          </p:sp>
          <p:sp>
            <p:nvSpPr>
              <p:cNvPr id="386" name="TextBox 385">
                <a:extLst>
                  <a:ext uri="{FF2B5EF4-FFF2-40B4-BE49-F238E27FC236}">
                    <a16:creationId xmlns:a16="http://schemas.microsoft.com/office/drawing/2014/main" id="{C2109DD2-60C6-A0C1-1D04-28E3395F262C}"/>
                  </a:ext>
                </a:extLst>
              </p:cNvPr>
              <p:cNvSpPr txBox="1">
                <a:spLocks/>
              </p:cNvSpPr>
              <p:nvPr/>
            </p:nvSpPr>
            <p:spPr>
              <a:xfrm>
                <a:off x="5327316" y="6749234"/>
                <a:ext cx="1384655" cy="259288"/>
              </a:xfrm>
              <a:prstGeom prst="rect">
                <a:avLst/>
              </a:prstGeom>
              <a:noFill/>
            </p:spPr>
            <p:txBody>
              <a:bodyPr wrap="none" rtlCol="0">
                <a:spAutoFit/>
              </a:bodyPr>
              <a:lstStyle/>
              <a:p>
                <a:r>
                  <a:rPr lang="en-US" sz="992" dirty="0">
                    <a:ln/>
                    <a:solidFill>
                      <a:srgbClr val="000000"/>
                    </a:solidFill>
                    <a:latin typeface="Arial"/>
                    <a:cs typeface="Arial"/>
                    <a:sym typeface="Arial"/>
                    <a:rtl val="0"/>
                  </a:rPr>
                  <a:t>Progressively Down</a:t>
                </a:r>
              </a:p>
            </p:txBody>
          </p:sp>
        </p:grpSp>
        <p:grpSp>
          <p:nvGrpSpPr>
            <p:cNvPr id="556" name="Group 555">
              <a:extLst>
                <a:ext uri="{FF2B5EF4-FFF2-40B4-BE49-F238E27FC236}">
                  <a16:creationId xmlns:a16="http://schemas.microsoft.com/office/drawing/2014/main" id="{DE1D4C31-23CE-234F-699B-E6579F7932DC}"/>
                </a:ext>
              </a:extLst>
            </p:cNvPr>
            <p:cNvGrpSpPr/>
            <p:nvPr/>
          </p:nvGrpSpPr>
          <p:grpSpPr>
            <a:xfrm>
              <a:off x="5139629" y="6936299"/>
              <a:ext cx="1330854" cy="259288"/>
              <a:chOff x="5209775" y="6904619"/>
              <a:chExt cx="1330854" cy="259288"/>
            </a:xfrm>
          </p:grpSpPr>
          <p:sp>
            <p:nvSpPr>
              <p:cNvPr id="379" name="Rectangle 378">
                <a:extLst>
                  <a:ext uri="{FF2B5EF4-FFF2-40B4-BE49-F238E27FC236}">
                    <a16:creationId xmlns:a16="http://schemas.microsoft.com/office/drawing/2014/main" id="{79D7C42F-4339-9A6B-335D-6D99F947D35E}"/>
                  </a:ext>
                </a:extLst>
              </p:cNvPr>
              <p:cNvSpPr>
                <a:spLocks/>
              </p:cNvSpPr>
              <p:nvPr/>
            </p:nvSpPr>
            <p:spPr>
              <a:xfrm>
                <a:off x="5209775" y="6945785"/>
                <a:ext cx="177330" cy="173736"/>
              </a:xfrm>
              <a:prstGeom prst="rect">
                <a:avLst/>
              </a:prstGeom>
              <a:solidFill>
                <a:srgbClr val="BEBEBE"/>
              </a:solidFill>
              <a:ln w="13589" cap="flat">
                <a:noFill/>
                <a:prstDash val="solid"/>
                <a:miter/>
              </a:ln>
            </p:spPr>
            <p:txBody>
              <a:bodyPr/>
              <a:lstStyle/>
              <a:p>
                <a:endParaRPr lang="en-US" sz="1323"/>
              </a:p>
            </p:txBody>
          </p:sp>
          <p:sp>
            <p:nvSpPr>
              <p:cNvPr id="387" name="TextBox 386">
                <a:extLst>
                  <a:ext uri="{FF2B5EF4-FFF2-40B4-BE49-F238E27FC236}">
                    <a16:creationId xmlns:a16="http://schemas.microsoft.com/office/drawing/2014/main" id="{94A7EE4B-4A4E-D4B6-EEF1-464DDE61CF3B}"/>
                  </a:ext>
                </a:extLst>
              </p:cNvPr>
              <p:cNvSpPr txBox="1">
                <a:spLocks/>
              </p:cNvSpPr>
              <p:nvPr/>
            </p:nvSpPr>
            <p:spPr>
              <a:xfrm>
                <a:off x="5327316" y="6904619"/>
                <a:ext cx="1213313" cy="259288"/>
              </a:xfrm>
              <a:prstGeom prst="rect">
                <a:avLst/>
              </a:prstGeom>
              <a:noFill/>
            </p:spPr>
            <p:txBody>
              <a:bodyPr wrap="none" rtlCol="0">
                <a:spAutoFit/>
              </a:bodyPr>
              <a:lstStyle/>
              <a:p>
                <a:r>
                  <a:rPr lang="en-US" sz="992" dirty="0">
                    <a:ln/>
                    <a:solidFill>
                      <a:srgbClr val="000000"/>
                    </a:solidFill>
                    <a:latin typeface="Arial"/>
                    <a:cs typeface="Arial"/>
                    <a:sym typeface="Arial"/>
                    <a:rtl val="0"/>
                  </a:rPr>
                  <a:t>Progressively Up</a:t>
                </a:r>
              </a:p>
            </p:txBody>
          </p:sp>
        </p:grpSp>
        <p:grpSp>
          <p:nvGrpSpPr>
            <p:cNvPr id="555" name="Group 554">
              <a:extLst>
                <a:ext uri="{FF2B5EF4-FFF2-40B4-BE49-F238E27FC236}">
                  <a16:creationId xmlns:a16="http://schemas.microsoft.com/office/drawing/2014/main" id="{EE462CDD-94C0-979B-D91C-E3A33BE13F2F}"/>
                </a:ext>
              </a:extLst>
            </p:cNvPr>
            <p:cNvGrpSpPr/>
            <p:nvPr/>
          </p:nvGrpSpPr>
          <p:grpSpPr>
            <a:xfrm>
              <a:off x="5139629" y="7112177"/>
              <a:ext cx="1351211" cy="259288"/>
              <a:chOff x="5209775" y="7057618"/>
              <a:chExt cx="1351211" cy="259288"/>
            </a:xfrm>
          </p:grpSpPr>
          <p:sp>
            <p:nvSpPr>
              <p:cNvPr id="380" name="Rectangle 379">
                <a:extLst>
                  <a:ext uri="{FF2B5EF4-FFF2-40B4-BE49-F238E27FC236}">
                    <a16:creationId xmlns:a16="http://schemas.microsoft.com/office/drawing/2014/main" id="{FF7CA650-2F43-59DE-DF6A-5FDC8109C86D}"/>
                  </a:ext>
                </a:extLst>
              </p:cNvPr>
              <p:cNvSpPr>
                <a:spLocks/>
              </p:cNvSpPr>
              <p:nvPr/>
            </p:nvSpPr>
            <p:spPr>
              <a:xfrm>
                <a:off x="5209775" y="7111156"/>
                <a:ext cx="177330" cy="173736"/>
              </a:xfrm>
              <a:prstGeom prst="rect">
                <a:avLst/>
              </a:prstGeom>
              <a:solidFill>
                <a:srgbClr val="A52A2A"/>
              </a:solidFill>
              <a:ln w="13589" cap="flat">
                <a:noFill/>
                <a:prstDash val="solid"/>
                <a:miter/>
              </a:ln>
            </p:spPr>
            <p:txBody>
              <a:bodyPr/>
              <a:lstStyle/>
              <a:p>
                <a:endParaRPr lang="en-US" sz="1323"/>
              </a:p>
            </p:txBody>
          </p:sp>
          <p:sp>
            <p:nvSpPr>
              <p:cNvPr id="388" name="TextBox 387">
                <a:extLst>
                  <a:ext uri="{FF2B5EF4-FFF2-40B4-BE49-F238E27FC236}">
                    <a16:creationId xmlns:a16="http://schemas.microsoft.com/office/drawing/2014/main" id="{61FFF3D4-1319-D913-E7D8-A0CA2A356CD7}"/>
                  </a:ext>
                </a:extLst>
              </p:cNvPr>
              <p:cNvSpPr txBox="1">
                <a:spLocks/>
              </p:cNvSpPr>
              <p:nvPr/>
            </p:nvSpPr>
            <p:spPr>
              <a:xfrm>
                <a:off x="5327316" y="7057618"/>
                <a:ext cx="1233670" cy="259288"/>
              </a:xfrm>
              <a:prstGeom prst="rect">
                <a:avLst/>
              </a:prstGeom>
              <a:noFill/>
            </p:spPr>
            <p:txBody>
              <a:bodyPr wrap="none" rtlCol="0">
                <a:spAutoFit/>
              </a:bodyPr>
              <a:lstStyle/>
              <a:p>
                <a:r>
                  <a:rPr lang="en-US" sz="992" dirty="0">
                    <a:ln/>
                    <a:solidFill>
                      <a:srgbClr val="000000"/>
                    </a:solidFill>
                    <a:latin typeface="Arial"/>
                    <a:cs typeface="Arial"/>
                    <a:sym typeface="Arial"/>
                    <a:rtl val="0"/>
                  </a:rPr>
                  <a:t>Transiently Down</a:t>
                </a:r>
              </a:p>
            </p:txBody>
          </p:sp>
        </p:grpSp>
        <p:grpSp>
          <p:nvGrpSpPr>
            <p:cNvPr id="554" name="Group 553">
              <a:extLst>
                <a:ext uri="{FF2B5EF4-FFF2-40B4-BE49-F238E27FC236}">
                  <a16:creationId xmlns:a16="http://schemas.microsoft.com/office/drawing/2014/main" id="{5B4AA07E-B224-7982-3A46-7A100FBD95B4}"/>
                </a:ext>
              </a:extLst>
            </p:cNvPr>
            <p:cNvGrpSpPr/>
            <p:nvPr/>
          </p:nvGrpSpPr>
          <p:grpSpPr>
            <a:xfrm>
              <a:off x="5139629" y="7319291"/>
              <a:ext cx="1179860" cy="259288"/>
              <a:chOff x="5209775" y="7476648"/>
              <a:chExt cx="1179860" cy="259288"/>
            </a:xfrm>
          </p:grpSpPr>
          <p:sp>
            <p:nvSpPr>
              <p:cNvPr id="381" name="Rectangle 380">
                <a:extLst>
                  <a:ext uri="{FF2B5EF4-FFF2-40B4-BE49-F238E27FC236}">
                    <a16:creationId xmlns:a16="http://schemas.microsoft.com/office/drawing/2014/main" id="{24998BBB-ED0C-0F78-EBA0-E162C6268D9F}"/>
                  </a:ext>
                </a:extLst>
              </p:cNvPr>
              <p:cNvSpPr>
                <a:spLocks/>
              </p:cNvSpPr>
              <p:nvPr/>
            </p:nvSpPr>
            <p:spPr>
              <a:xfrm>
                <a:off x="5209775" y="7517661"/>
                <a:ext cx="177330" cy="173736"/>
              </a:xfrm>
              <a:prstGeom prst="rect">
                <a:avLst/>
              </a:prstGeom>
              <a:solidFill>
                <a:srgbClr val="FFA500"/>
              </a:solidFill>
              <a:ln w="13589" cap="flat">
                <a:noFill/>
                <a:prstDash val="solid"/>
                <a:miter/>
              </a:ln>
            </p:spPr>
            <p:txBody>
              <a:bodyPr/>
              <a:lstStyle/>
              <a:p>
                <a:endParaRPr lang="en-US" sz="1323"/>
              </a:p>
            </p:txBody>
          </p:sp>
          <p:sp>
            <p:nvSpPr>
              <p:cNvPr id="389" name="TextBox 388">
                <a:extLst>
                  <a:ext uri="{FF2B5EF4-FFF2-40B4-BE49-F238E27FC236}">
                    <a16:creationId xmlns:a16="http://schemas.microsoft.com/office/drawing/2014/main" id="{C854AA1E-745E-D291-F080-CD720EAACDF0}"/>
                  </a:ext>
                </a:extLst>
              </p:cNvPr>
              <p:cNvSpPr txBox="1">
                <a:spLocks/>
              </p:cNvSpPr>
              <p:nvPr/>
            </p:nvSpPr>
            <p:spPr>
              <a:xfrm>
                <a:off x="5327308" y="7476648"/>
                <a:ext cx="1062327" cy="259288"/>
              </a:xfrm>
              <a:prstGeom prst="rect">
                <a:avLst/>
              </a:prstGeom>
              <a:noFill/>
            </p:spPr>
            <p:txBody>
              <a:bodyPr wrap="none" rtlCol="0">
                <a:spAutoFit/>
              </a:bodyPr>
              <a:lstStyle/>
              <a:p>
                <a:r>
                  <a:rPr lang="en-US" sz="992" dirty="0">
                    <a:ln/>
                    <a:solidFill>
                      <a:srgbClr val="000000"/>
                    </a:solidFill>
                    <a:latin typeface="Arial"/>
                    <a:cs typeface="Arial"/>
                    <a:sym typeface="Arial"/>
                    <a:rtl val="0"/>
                  </a:rPr>
                  <a:t>Transiently Up</a:t>
                </a:r>
              </a:p>
            </p:txBody>
          </p:sp>
        </p:grpSp>
      </p:grpSp>
      <p:sp>
        <p:nvSpPr>
          <p:cNvPr id="563" name="TextBox 562">
            <a:extLst>
              <a:ext uri="{FF2B5EF4-FFF2-40B4-BE49-F238E27FC236}">
                <a16:creationId xmlns:a16="http://schemas.microsoft.com/office/drawing/2014/main" id="{307F65BF-EC78-BD0E-05E9-41E4199CEE87}"/>
              </a:ext>
            </a:extLst>
          </p:cNvPr>
          <p:cNvSpPr txBox="1"/>
          <p:nvPr/>
        </p:nvSpPr>
        <p:spPr>
          <a:xfrm>
            <a:off x="72169" y="1"/>
            <a:ext cx="282036" cy="325025"/>
          </a:xfrm>
          <a:prstGeom prst="rect">
            <a:avLst/>
          </a:prstGeom>
          <a:noFill/>
        </p:spPr>
        <p:txBody>
          <a:bodyPr wrap="square" rtlCol="0">
            <a:spAutoFit/>
          </a:bodyPr>
          <a:lstStyle/>
          <a:p>
            <a:pPr algn="ctr"/>
            <a:r>
              <a:rPr lang="en-US" sz="1512" dirty="0">
                <a:latin typeface="Arial" panose="020B0604020202020204" pitchFamily="34" charset="0"/>
                <a:cs typeface="Arial" panose="020B0604020202020204" pitchFamily="34" charset="0"/>
              </a:rPr>
              <a:t>A</a:t>
            </a:r>
          </a:p>
        </p:txBody>
      </p:sp>
      <p:sp>
        <p:nvSpPr>
          <p:cNvPr id="564" name="TextBox 563">
            <a:extLst>
              <a:ext uri="{FF2B5EF4-FFF2-40B4-BE49-F238E27FC236}">
                <a16:creationId xmlns:a16="http://schemas.microsoft.com/office/drawing/2014/main" id="{BDCD5FA2-48C2-8F4B-EF2C-53954056FFB5}"/>
              </a:ext>
            </a:extLst>
          </p:cNvPr>
          <p:cNvSpPr txBox="1"/>
          <p:nvPr/>
        </p:nvSpPr>
        <p:spPr>
          <a:xfrm>
            <a:off x="1811292" y="1"/>
            <a:ext cx="282036" cy="325025"/>
          </a:xfrm>
          <a:prstGeom prst="rect">
            <a:avLst/>
          </a:prstGeom>
          <a:noFill/>
        </p:spPr>
        <p:txBody>
          <a:bodyPr wrap="square" rtlCol="0">
            <a:spAutoFit/>
          </a:bodyPr>
          <a:lstStyle/>
          <a:p>
            <a:pPr algn="ctr"/>
            <a:r>
              <a:rPr lang="en-US" sz="1512" dirty="0">
                <a:latin typeface="Arial" panose="020B0604020202020204" pitchFamily="34" charset="0"/>
                <a:cs typeface="Arial" panose="020B0604020202020204" pitchFamily="34" charset="0"/>
              </a:rPr>
              <a:t>B</a:t>
            </a:r>
          </a:p>
        </p:txBody>
      </p:sp>
      <p:sp>
        <p:nvSpPr>
          <p:cNvPr id="565" name="TextBox 564">
            <a:extLst>
              <a:ext uri="{FF2B5EF4-FFF2-40B4-BE49-F238E27FC236}">
                <a16:creationId xmlns:a16="http://schemas.microsoft.com/office/drawing/2014/main" id="{5928F4C9-3E8C-8D10-B658-02F509F51B20}"/>
              </a:ext>
            </a:extLst>
          </p:cNvPr>
          <p:cNvSpPr txBox="1"/>
          <p:nvPr/>
        </p:nvSpPr>
        <p:spPr>
          <a:xfrm>
            <a:off x="3384691" y="1"/>
            <a:ext cx="282036" cy="325025"/>
          </a:xfrm>
          <a:prstGeom prst="rect">
            <a:avLst/>
          </a:prstGeom>
          <a:noFill/>
        </p:spPr>
        <p:txBody>
          <a:bodyPr wrap="square" rtlCol="0">
            <a:spAutoFit/>
          </a:bodyPr>
          <a:lstStyle/>
          <a:p>
            <a:pPr algn="ctr"/>
            <a:r>
              <a:rPr lang="en-US" sz="1512" dirty="0">
                <a:latin typeface="Arial" panose="020B0604020202020204" pitchFamily="34" charset="0"/>
                <a:cs typeface="Arial" panose="020B0604020202020204" pitchFamily="34" charset="0"/>
              </a:rPr>
              <a:t>E</a:t>
            </a:r>
          </a:p>
        </p:txBody>
      </p:sp>
      <p:sp>
        <p:nvSpPr>
          <p:cNvPr id="7199" name="TextBox 7198">
            <a:extLst>
              <a:ext uri="{FF2B5EF4-FFF2-40B4-BE49-F238E27FC236}">
                <a16:creationId xmlns:a16="http://schemas.microsoft.com/office/drawing/2014/main" id="{BCFB79E4-2CCE-CF6D-EB5C-EAA9426537B6}"/>
              </a:ext>
            </a:extLst>
          </p:cNvPr>
          <p:cNvSpPr txBox="1"/>
          <p:nvPr/>
        </p:nvSpPr>
        <p:spPr>
          <a:xfrm>
            <a:off x="6789019" y="995644"/>
            <a:ext cx="184731" cy="208647"/>
          </a:xfrm>
          <a:prstGeom prst="rect">
            <a:avLst/>
          </a:prstGeom>
          <a:noFill/>
        </p:spPr>
        <p:txBody>
          <a:bodyPr wrap="none" rtlCol="0">
            <a:spAutoFit/>
          </a:bodyPr>
          <a:lstStyle/>
          <a:p>
            <a:pPr algn="ctr"/>
            <a:endParaRPr lang="en-US" sz="756" b="1">
              <a:ln/>
              <a:solidFill>
                <a:srgbClr val="000000"/>
              </a:solidFill>
              <a:latin typeface="Arial"/>
              <a:cs typeface="Arial"/>
              <a:sym typeface="Arial"/>
              <a:rtl val="0"/>
            </a:endParaRPr>
          </a:p>
        </p:txBody>
      </p:sp>
      <p:sp>
        <p:nvSpPr>
          <p:cNvPr id="7227" name="TextBox 7226">
            <a:extLst>
              <a:ext uri="{FF2B5EF4-FFF2-40B4-BE49-F238E27FC236}">
                <a16:creationId xmlns:a16="http://schemas.microsoft.com/office/drawing/2014/main" id="{CF519B0C-D856-645C-B1AE-B9746FB0ADE3}"/>
              </a:ext>
            </a:extLst>
          </p:cNvPr>
          <p:cNvSpPr txBox="1"/>
          <p:nvPr/>
        </p:nvSpPr>
        <p:spPr>
          <a:xfrm rot="16200000">
            <a:off x="24262" y="4176754"/>
            <a:ext cx="575242" cy="271912"/>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pPr algn="l"/>
            <a:r>
              <a:rPr lang="en-US" sz="1200" dirty="0">
                <a:ln/>
                <a:solidFill>
                  <a:srgbClr val="000000"/>
                </a:solidFill>
                <a:latin typeface="Arial"/>
                <a:cs typeface="Arial"/>
                <a:sym typeface="Arial"/>
                <a:rtl val="0"/>
              </a:rPr>
              <a:t>DARs</a:t>
            </a:r>
          </a:p>
        </p:txBody>
      </p:sp>
      <p:grpSp>
        <p:nvGrpSpPr>
          <p:cNvPr id="11060" name="Group 11059">
            <a:extLst>
              <a:ext uri="{FF2B5EF4-FFF2-40B4-BE49-F238E27FC236}">
                <a16:creationId xmlns:a16="http://schemas.microsoft.com/office/drawing/2014/main" id="{92234D22-BA73-7A12-16E1-D01E9AEF4033}"/>
              </a:ext>
            </a:extLst>
          </p:cNvPr>
          <p:cNvGrpSpPr/>
          <p:nvPr/>
        </p:nvGrpSpPr>
        <p:grpSpPr>
          <a:xfrm>
            <a:off x="706022" y="4787596"/>
            <a:ext cx="4046217" cy="802135"/>
            <a:chOff x="661597" y="5142435"/>
            <a:chExt cx="4282132" cy="848903"/>
          </a:xfrm>
        </p:grpSpPr>
        <p:sp>
          <p:nvSpPr>
            <p:cNvPr id="575" name="TextBox 574">
              <a:extLst>
                <a:ext uri="{FF2B5EF4-FFF2-40B4-BE49-F238E27FC236}">
                  <a16:creationId xmlns:a16="http://schemas.microsoft.com/office/drawing/2014/main" id="{F3BE302D-2FE2-E2ED-EA88-C22A6A646844}"/>
                </a:ext>
              </a:extLst>
            </p:cNvPr>
            <p:cNvSpPr txBox="1">
              <a:spLocks/>
            </p:cNvSpPr>
            <p:nvPr/>
          </p:nvSpPr>
          <p:spPr>
            <a:xfrm rot="16200000">
              <a:off x="4602536" y="5279234"/>
              <a:ext cx="477046"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26_DG</a:t>
              </a:r>
            </a:p>
          </p:txBody>
        </p:sp>
        <p:sp>
          <p:nvSpPr>
            <p:cNvPr id="11008" name="TextBox 11007">
              <a:extLst>
                <a:ext uri="{FF2B5EF4-FFF2-40B4-BE49-F238E27FC236}">
                  <a16:creationId xmlns:a16="http://schemas.microsoft.com/office/drawing/2014/main" id="{E8D87432-7030-9129-6392-F2D207723D64}"/>
                </a:ext>
              </a:extLst>
            </p:cNvPr>
            <p:cNvSpPr txBox="1">
              <a:spLocks/>
            </p:cNvSpPr>
            <p:nvPr/>
          </p:nvSpPr>
          <p:spPr>
            <a:xfrm rot="16200000">
              <a:off x="374758" y="5429918"/>
              <a:ext cx="779017"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0_Spall_Mixed</a:t>
              </a:r>
            </a:p>
          </p:txBody>
        </p:sp>
        <p:sp>
          <p:nvSpPr>
            <p:cNvPr id="11010" name="TextBox 11009">
              <a:extLst>
                <a:ext uri="{FF2B5EF4-FFF2-40B4-BE49-F238E27FC236}">
                  <a16:creationId xmlns:a16="http://schemas.microsoft.com/office/drawing/2014/main" id="{BB3010BE-8227-1DF6-BEA6-C2BA7679F7B8}"/>
                </a:ext>
              </a:extLst>
            </p:cNvPr>
            <p:cNvSpPr txBox="1">
              <a:spLocks/>
            </p:cNvSpPr>
            <p:nvPr/>
          </p:nvSpPr>
          <p:spPr>
            <a:xfrm rot="16200000">
              <a:off x="674908" y="5286448"/>
              <a:ext cx="492315" cy="205340"/>
            </a:xfrm>
            <a:prstGeom prst="rect">
              <a:avLst/>
            </a:prstGeom>
            <a:noFill/>
          </p:spPr>
          <p:txBody>
            <a:bodyPr wrap="none" rtlCol="0">
              <a:spAutoFit/>
            </a:bodyPr>
            <a:lstStyle/>
            <a:p>
              <a:pPr algn="l"/>
              <a:r>
                <a:rPr lang="en-US" sz="661" b="1" dirty="0">
                  <a:ln/>
                  <a:solidFill>
                    <a:srgbClr val="4D4D4D"/>
                  </a:solidFill>
                  <a:latin typeface="Arial"/>
                  <a:cs typeface="Arial"/>
                  <a:sym typeface="Arial"/>
                  <a:rtl val="0"/>
                </a:rPr>
                <a:t>1_RGC</a:t>
              </a:r>
            </a:p>
          </p:txBody>
        </p:sp>
        <p:sp>
          <p:nvSpPr>
            <p:cNvPr id="11012" name="TextBox 11011">
              <a:extLst>
                <a:ext uri="{FF2B5EF4-FFF2-40B4-BE49-F238E27FC236}">
                  <a16:creationId xmlns:a16="http://schemas.microsoft.com/office/drawing/2014/main" id="{D9E9C98E-F38D-45F6-2AF0-FFFB2011E9E6}"/>
                </a:ext>
              </a:extLst>
            </p:cNvPr>
            <p:cNvSpPr txBox="1">
              <a:spLocks/>
            </p:cNvSpPr>
            <p:nvPr/>
          </p:nvSpPr>
          <p:spPr>
            <a:xfrm rot="16200000">
              <a:off x="871576" y="5247175"/>
              <a:ext cx="412580"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2_OL</a:t>
              </a:r>
            </a:p>
          </p:txBody>
        </p:sp>
        <p:sp>
          <p:nvSpPr>
            <p:cNvPr id="11014" name="TextBox 11013">
              <a:extLst>
                <a:ext uri="{FF2B5EF4-FFF2-40B4-BE49-F238E27FC236}">
                  <a16:creationId xmlns:a16="http://schemas.microsoft.com/office/drawing/2014/main" id="{790255B1-CCF5-9A9F-74FA-FB1E2B7BF259}"/>
                </a:ext>
              </a:extLst>
            </p:cNvPr>
            <p:cNvSpPr txBox="1">
              <a:spLocks/>
            </p:cNvSpPr>
            <p:nvPr/>
          </p:nvSpPr>
          <p:spPr>
            <a:xfrm rot="16200000">
              <a:off x="834978" y="5439534"/>
              <a:ext cx="799375"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3_SPall_GABA</a:t>
              </a:r>
            </a:p>
          </p:txBody>
        </p:sp>
        <p:sp>
          <p:nvSpPr>
            <p:cNvPr id="11016" name="TextBox 11015">
              <a:extLst>
                <a:ext uri="{FF2B5EF4-FFF2-40B4-BE49-F238E27FC236}">
                  <a16:creationId xmlns:a16="http://schemas.microsoft.com/office/drawing/2014/main" id="{D73BD9FD-FD11-D172-0263-BCEB4A0FDEE9}"/>
                </a:ext>
              </a:extLst>
            </p:cNvPr>
            <p:cNvSpPr txBox="1">
              <a:spLocks/>
            </p:cNvSpPr>
            <p:nvPr/>
          </p:nvSpPr>
          <p:spPr>
            <a:xfrm rot="16200000">
              <a:off x="1043520" y="5389040"/>
              <a:ext cx="695890"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4_TGN_Glut</a:t>
              </a:r>
            </a:p>
          </p:txBody>
        </p:sp>
        <p:sp>
          <p:nvSpPr>
            <p:cNvPr id="11018" name="TextBox 11017">
              <a:extLst>
                <a:ext uri="{FF2B5EF4-FFF2-40B4-BE49-F238E27FC236}">
                  <a16:creationId xmlns:a16="http://schemas.microsoft.com/office/drawing/2014/main" id="{2B036A28-229E-A814-A568-2149212B5093}"/>
                </a:ext>
              </a:extLst>
            </p:cNvPr>
            <p:cNvSpPr txBox="1">
              <a:spLocks/>
            </p:cNvSpPr>
            <p:nvPr/>
          </p:nvSpPr>
          <p:spPr>
            <a:xfrm rot="16200000">
              <a:off x="1319074" y="5269616"/>
              <a:ext cx="458386"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5_Glut</a:t>
              </a:r>
            </a:p>
          </p:txBody>
        </p:sp>
        <p:sp>
          <p:nvSpPr>
            <p:cNvPr id="11020" name="TextBox 11019">
              <a:extLst>
                <a:ext uri="{FF2B5EF4-FFF2-40B4-BE49-F238E27FC236}">
                  <a16:creationId xmlns:a16="http://schemas.microsoft.com/office/drawing/2014/main" id="{E72F281D-E0C4-15B0-B0F5-AD592553289B}"/>
                </a:ext>
              </a:extLst>
            </p:cNvPr>
            <p:cNvSpPr txBox="1">
              <a:spLocks/>
            </p:cNvSpPr>
            <p:nvPr/>
          </p:nvSpPr>
          <p:spPr>
            <a:xfrm rot="16200000">
              <a:off x="1310468" y="5436329"/>
              <a:ext cx="789196" cy="205340"/>
            </a:xfrm>
            <a:prstGeom prst="rect">
              <a:avLst/>
            </a:prstGeom>
            <a:noFill/>
          </p:spPr>
          <p:txBody>
            <a:bodyPr wrap="none" rtlCol="0">
              <a:spAutoFit/>
            </a:bodyPr>
            <a:lstStyle/>
            <a:p>
              <a:pPr algn="l"/>
              <a:r>
                <a:rPr lang="en-US" sz="661" b="1" dirty="0">
                  <a:ln/>
                  <a:solidFill>
                    <a:srgbClr val="4D4D4D"/>
                  </a:solidFill>
                  <a:latin typeface="Arial"/>
                  <a:cs typeface="Arial"/>
                  <a:sym typeface="Arial"/>
                  <a:rtl val="0"/>
                </a:rPr>
                <a:t>6_POA_Mixed</a:t>
              </a:r>
            </a:p>
          </p:txBody>
        </p:sp>
        <p:sp>
          <p:nvSpPr>
            <p:cNvPr id="11022" name="TextBox 11021">
              <a:extLst>
                <a:ext uri="{FF2B5EF4-FFF2-40B4-BE49-F238E27FC236}">
                  <a16:creationId xmlns:a16="http://schemas.microsoft.com/office/drawing/2014/main" id="{BD287251-A90D-6477-8E2A-8C1AA862FCA2}"/>
                </a:ext>
              </a:extLst>
            </p:cNvPr>
            <p:cNvSpPr txBox="1">
              <a:spLocks/>
            </p:cNvSpPr>
            <p:nvPr/>
          </p:nvSpPr>
          <p:spPr>
            <a:xfrm rot="16200000">
              <a:off x="1533430" y="5368201"/>
              <a:ext cx="656872"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7_Pall_Glut</a:t>
              </a:r>
            </a:p>
          </p:txBody>
        </p:sp>
        <p:sp>
          <p:nvSpPr>
            <p:cNvPr id="11024" name="TextBox 11023">
              <a:extLst>
                <a:ext uri="{FF2B5EF4-FFF2-40B4-BE49-F238E27FC236}">
                  <a16:creationId xmlns:a16="http://schemas.microsoft.com/office/drawing/2014/main" id="{F77300EC-7BF8-1A4D-8ABC-73634D5F58CD}"/>
                </a:ext>
              </a:extLst>
            </p:cNvPr>
            <p:cNvSpPr txBox="1">
              <a:spLocks/>
            </p:cNvSpPr>
            <p:nvPr/>
          </p:nvSpPr>
          <p:spPr>
            <a:xfrm rot="16200000">
              <a:off x="1673266" y="5386635"/>
              <a:ext cx="690801"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8_VOT_Glut</a:t>
              </a:r>
            </a:p>
          </p:txBody>
        </p:sp>
        <p:sp>
          <p:nvSpPr>
            <p:cNvPr id="11026" name="TextBox 11025">
              <a:extLst>
                <a:ext uri="{FF2B5EF4-FFF2-40B4-BE49-F238E27FC236}">
                  <a16:creationId xmlns:a16="http://schemas.microsoft.com/office/drawing/2014/main" id="{0F20A92B-1016-E9BD-4416-95C5670EE92F}"/>
                </a:ext>
              </a:extLst>
            </p:cNvPr>
            <p:cNvSpPr txBox="1">
              <a:spLocks/>
            </p:cNvSpPr>
            <p:nvPr/>
          </p:nvSpPr>
          <p:spPr>
            <a:xfrm rot="16200000">
              <a:off x="1909798" y="5306486"/>
              <a:ext cx="53133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9_Mixed</a:t>
              </a:r>
            </a:p>
          </p:txBody>
        </p:sp>
        <p:sp>
          <p:nvSpPr>
            <p:cNvPr id="11028" name="TextBox 11027">
              <a:extLst>
                <a:ext uri="{FF2B5EF4-FFF2-40B4-BE49-F238E27FC236}">
                  <a16:creationId xmlns:a16="http://schemas.microsoft.com/office/drawing/2014/main" id="{21609A06-46CC-F3F7-5D33-DCE1856BAFB1}"/>
                </a:ext>
              </a:extLst>
            </p:cNvPr>
            <p:cNvSpPr txBox="1">
              <a:spLocks/>
            </p:cNvSpPr>
            <p:nvPr/>
          </p:nvSpPr>
          <p:spPr>
            <a:xfrm rot="16200000">
              <a:off x="1997045" y="5376215"/>
              <a:ext cx="67044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10_nH_Glut</a:t>
              </a:r>
            </a:p>
          </p:txBody>
        </p:sp>
        <p:sp>
          <p:nvSpPr>
            <p:cNvPr id="11030" name="TextBox 11029">
              <a:extLst>
                <a:ext uri="{FF2B5EF4-FFF2-40B4-BE49-F238E27FC236}">
                  <a16:creationId xmlns:a16="http://schemas.microsoft.com/office/drawing/2014/main" id="{447EB2D4-9484-CF4D-5A10-2FA6E0DC1197}"/>
                </a:ext>
              </a:extLst>
            </p:cNvPr>
            <p:cNvSpPr txBox="1">
              <a:spLocks/>
            </p:cNvSpPr>
            <p:nvPr/>
          </p:nvSpPr>
          <p:spPr>
            <a:xfrm rot="16200000">
              <a:off x="2245454" y="5284845"/>
              <a:ext cx="487224"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11_MG</a:t>
              </a:r>
            </a:p>
          </p:txBody>
        </p:sp>
        <p:sp>
          <p:nvSpPr>
            <p:cNvPr id="11033" name="TextBox 11032">
              <a:extLst>
                <a:ext uri="{FF2B5EF4-FFF2-40B4-BE49-F238E27FC236}">
                  <a16:creationId xmlns:a16="http://schemas.microsoft.com/office/drawing/2014/main" id="{1323B6F9-4973-ACE8-C24E-572CE6645BC9}"/>
                </a:ext>
              </a:extLst>
            </p:cNvPr>
            <p:cNvSpPr txBox="1">
              <a:spLocks/>
            </p:cNvSpPr>
            <p:nvPr/>
          </p:nvSpPr>
          <p:spPr>
            <a:xfrm rot="16200000">
              <a:off x="2392075" y="5294462"/>
              <a:ext cx="507582"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12_Glut</a:t>
              </a:r>
            </a:p>
          </p:txBody>
        </p:sp>
        <p:sp>
          <p:nvSpPr>
            <p:cNvPr id="11035" name="TextBox 11034">
              <a:extLst>
                <a:ext uri="{FF2B5EF4-FFF2-40B4-BE49-F238E27FC236}">
                  <a16:creationId xmlns:a16="http://schemas.microsoft.com/office/drawing/2014/main" id="{CCCDB44D-6343-628E-16D9-14C28CCA9026}"/>
                </a:ext>
              </a:extLst>
            </p:cNvPr>
            <p:cNvSpPr txBox="1">
              <a:spLocks/>
            </p:cNvSpPr>
            <p:nvPr/>
          </p:nvSpPr>
          <p:spPr>
            <a:xfrm rot="16200000">
              <a:off x="2534454" y="5308889"/>
              <a:ext cx="53642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13_OPC</a:t>
              </a:r>
            </a:p>
          </p:txBody>
        </p:sp>
        <p:sp>
          <p:nvSpPr>
            <p:cNvPr id="11037" name="TextBox 11036">
              <a:extLst>
                <a:ext uri="{FF2B5EF4-FFF2-40B4-BE49-F238E27FC236}">
                  <a16:creationId xmlns:a16="http://schemas.microsoft.com/office/drawing/2014/main" id="{F46B48D9-24DD-F55B-BDF3-230318253D38}"/>
                </a:ext>
              </a:extLst>
            </p:cNvPr>
            <p:cNvSpPr txBox="1">
              <a:spLocks/>
            </p:cNvSpPr>
            <p:nvPr/>
          </p:nvSpPr>
          <p:spPr>
            <a:xfrm rot="16200000">
              <a:off x="2552994" y="5448351"/>
              <a:ext cx="812946"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14_Vsst_GABA</a:t>
              </a:r>
            </a:p>
          </p:txBody>
        </p:sp>
        <p:sp>
          <p:nvSpPr>
            <p:cNvPr id="11039" name="TextBox 11038">
              <a:extLst>
                <a:ext uri="{FF2B5EF4-FFF2-40B4-BE49-F238E27FC236}">
                  <a16:creationId xmlns:a16="http://schemas.microsoft.com/office/drawing/2014/main" id="{0AE77721-5D4E-C202-D53B-BFDC843A9376}"/>
                </a:ext>
              </a:extLst>
            </p:cNvPr>
            <p:cNvSpPr txBox="1">
              <a:spLocks/>
            </p:cNvSpPr>
            <p:nvPr/>
          </p:nvSpPr>
          <p:spPr>
            <a:xfrm rot="16200000">
              <a:off x="2882834" y="5273623"/>
              <a:ext cx="466867" cy="205340"/>
            </a:xfrm>
            <a:prstGeom prst="rect">
              <a:avLst/>
            </a:prstGeom>
            <a:noFill/>
          </p:spPr>
          <p:txBody>
            <a:bodyPr wrap="none" rtlCol="0">
              <a:spAutoFit/>
            </a:bodyPr>
            <a:lstStyle/>
            <a:p>
              <a:pPr algn="l"/>
              <a:r>
                <a:rPr lang="en-US" sz="661">
                  <a:ln/>
                  <a:solidFill>
                    <a:srgbClr val="4D4D4D"/>
                  </a:solidFill>
                  <a:latin typeface="Arial"/>
                  <a:cs typeface="Arial"/>
                  <a:sym typeface="Arial"/>
                  <a:rtl val="0"/>
                </a:rPr>
                <a:t>15_EC</a:t>
              </a:r>
            </a:p>
          </p:txBody>
        </p:sp>
        <p:sp>
          <p:nvSpPr>
            <p:cNvPr id="11041" name="TextBox 11040">
              <a:extLst>
                <a:ext uri="{FF2B5EF4-FFF2-40B4-BE49-F238E27FC236}">
                  <a16:creationId xmlns:a16="http://schemas.microsoft.com/office/drawing/2014/main" id="{38F29CCE-EC67-1D66-3D8D-65ECF1CE973E}"/>
                </a:ext>
              </a:extLst>
            </p:cNvPr>
            <p:cNvSpPr txBox="1">
              <a:spLocks/>
            </p:cNvSpPr>
            <p:nvPr/>
          </p:nvSpPr>
          <p:spPr>
            <a:xfrm rot="16200000">
              <a:off x="3019274" y="5294463"/>
              <a:ext cx="507582"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16_Glut</a:t>
              </a:r>
            </a:p>
          </p:txBody>
        </p:sp>
        <p:sp>
          <p:nvSpPr>
            <p:cNvPr id="11043" name="TextBox 11042">
              <a:extLst>
                <a:ext uri="{FF2B5EF4-FFF2-40B4-BE49-F238E27FC236}">
                  <a16:creationId xmlns:a16="http://schemas.microsoft.com/office/drawing/2014/main" id="{296EC3BA-8B97-B2C0-CD3B-E74A8C4BC8E1}"/>
                </a:ext>
              </a:extLst>
            </p:cNvPr>
            <p:cNvSpPr txBox="1">
              <a:spLocks/>
            </p:cNvSpPr>
            <p:nvPr/>
          </p:nvSpPr>
          <p:spPr>
            <a:xfrm rot="16200000">
              <a:off x="3176075" y="5294463"/>
              <a:ext cx="507582"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17_Glut</a:t>
              </a:r>
            </a:p>
          </p:txBody>
        </p:sp>
        <p:sp>
          <p:nvSpPr>
            <p:cNvPr id="11045" name="TextBox 11044">
              <a:extLst>
                <a:ext uri="{FF2B5EF4-FFF2-40B4-BE49-F238E27FC236}">
                  <a16:creationId xmlns:a16="http://schemas.microsoft.com/office/drawing/2014/main" id="{2D44F4EA-7F4D-9064-7FDA-BCC1FD4D6A82}"/>
                </a:ext>
              </a:extLst>
            </p:cNvPr>
            <p:cNvSpPr txBox="1">
              <a:spLocks/>
            </p:cNvSpPr>
            <p:nvPr/>
          </p:nvSpPr>
          <p:spPr>
            <a:xfrm rot="16200000">
              <a:off x="3285859" y="5345842"/>
              <a:ext cx="601613" cy="205340"/>
            </a:xfrm>
            <a:prstGeom prst="rect">
              <a:avLst/>
            </a:prstGeom>
            <a:noFill/>
          </p:spPr>
          <p:txBody>
            <a:bodyPr wrap="square" rtlCol="0">
              <a:spAutoFit/>
            </a:bodyPr>
            <a:lstStyle/>
            <a:p>
              <a:pPr algn="l"/>
              <a:r>
                <a:rPr lang="en-US" sz="661" dirty="0">
                  <a:ln/>
                  <a:solidFill>
                    <a:srgbClr val="4D4D4D"/>
                  </a:solidFill>
                  <a:latin typeface="Arial"/>
                  <a:cs typeface="Arial"/>
                  <a:sym typeface="Arial"/>
                  <a:rtl val="0"/>
                </a:rPr>
                <a:t>18_Glut</a:t>
              </a:r>
            </a:p>
          </p:txBody>
        </p:sp>
        <p:sp>
          <p:nvSpPr>
            <p:cNvPr id="11047" name="TextBox 11046">
              <a:extLst>
                <a:ext uri="{FF2B5EF4-FFF2-40B4-BE49-F238E27FC236}">
                  <a16:creationId xmlns:a16="http://schemas.microsoft.com/office/drawing/2014/main" id="{AAF6C010-DF8C-AB06-CBBE-A0956B982E67}"/>
                </a:ext>
              </a:extLst>
            </p:cNvPr>
            <p:cNvSpPr txBox="1">
              <a:spLocks/>
            </p:cNvSpPr>
            <p:nvPr/>
          </p:nvSpPr>
          <p:spPr>
            <a:xfrm rot="16200000">
              <a:off x="3381102" y="5402666"/>
              <a:ext cx="724730"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19_Di_GABA</a:t>
              </a:r>
            </a:p>
          </p:txBody>
        </p:sp>
        <p:sp>
          <p:nvSpPr>
            <p:cNvPr id="11049" name="TextBox 11048">
              <a:extLst>
                <a:ext uri="{FF2B5EF4-FFF2-40B4-BE49-F238E27FC236}">
                  <a16:creationId xmlns:a16="http://schemas.microsoft.com/office/drawing/2014/main" id="{CF9FC68D-B478-9DB3-B4B9-3978D07F9D22}"/>
                </a:ext>
              </a:extLst>
            </p:cNvPr>
            <p:cNvSpPr txBox="1">
              <a:spLocks/>
            </p:cNvSpPr>
            <p:nvPr/>
          </p:nvSpPr>
          <p:spPr>
            <a:xfrm rot="16200000">
              <a:off x="3608305" y="5333736"/>
              <a:ext cx="583924" cy="205340"/>
            </a:xfrm>
            <a:prstGeom prst="rect">
              <a:avLst/>
            </a:prstGeom>
            <a:noFill/>
          </p:spPr>
          <p:txBody>
            <a:bodyPr wrap="none" rtlCol="0">
              <a:spAutoFit/>
            </a:bodyPr>
            <a:lstStyle/>
            <a:p>
              <a:pPr algn="l"/>
              <a:r>
                <a:rPr lang="en-US" sz="661">
                  <a:ln/>
                  <a:solidFill>
                    <a:srgbClr val="4D4D4D"/>
                  </a:solidFill>
                  <a:latin typeface="Arial"/>
                  <a:cs typeface="Arial"/>
                  <a:sym typeface="Arial"/>
                  <a:rtl val="0"/>
                </a:rPr>
                <a:t>20_Leuko</a:t>
              </a:r>
            </a:p>
          </p:txBody>
        </p:sp>
        <p:sp>
          <p:nvSpPr>
            <p:cNvPr id="11051" name="TextBox 11050">
              <a:extLst>
                <a:ext uri="{FF2B5EF4-FFF2-40B4-BE49-F238E27FC236}">
                  <a16:creationId xmlns:a16="http://schemas.microsoft.com/office/drawing/2014/main" id="{0DF9FCE6-2DA4-73A8-F880-3275D738DF63}"/>
                </a:ext>
              </a:extLst>
            </p:cNvPr>
            <p:cNvSpPr txBox="1">
              <a:spLocks/>
            </p:cNvSpPr>
            <p:nvPr/>
          </p:nvSpPr>
          <p:spPr>
            <a:xfrm rot="16200000">
              <a:off x="3632779" y="5464382"/>
              <a:ext cx="84857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21_SPall_GABA</a:t>
              </a:r>
            </a:p>
          </p:txBody>
        </p:sp>
        <p:sp>
          <p:nvSpPr>
            <p:cNvPr id="11053" name="TextBox 11052">
              <a:extLst>
                <a:ext uri="{FF2B5EF4-FFF2-40B4-BE49-F238E27FC236}">
                  <a16:creationId xmlns:a16="http://schemas.microsoft.com/office/drawing/2014/main" id="{F5ADCED9-7F08-5BD5-3B61-5BC7D8EA3442}"/>
                </a:ext>
              </a:extLst>
            </p:cNvPr>
            <p:cNvSpPr txBox="1">
              <a:spLocks/>
            </p:cNvSpPr>
            <p:nvPr/>
          </p:nvSpPr>
          <p:spPr>
            <a:xfrm rot="16200000">
              <a:off x="3893064" y="5360987"/>
              <a:ext cx="641603"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22_Di_Glut</a:t>
              </a:r>
            </a:p>
          </p:txBody>
        </p:sp>
        <p:sp>
          <p:nvSpPr>
            <p:cNvPr id="11055" name="TextBox 11054">
              <a:extLst>
                <a:ext uri="{FF2B5EF4-FFF2-40B4-BE49-F238E27FC236}">
                  <a16:creationId xmlns:a16="http://schemas.microsoft.com/office/drawing/2014/main" id="{F947353B-AEE4-6B09-CE9D-5568F331E961}"/>
                </a:ext>
              </a:extLst>
            </p:cNvPr>
            <p:cNvSpPr txBox="1">
              <a:spLocks/>
            </p:cNvSpPr>
            <p:nvPr/>
          </p:nvSpPr>
          <p:spPr>
            <a:xfrm rot="16200000">
              <a:off x="4115178" y="5305685"/>
              <a:ext cx="510975"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23_NLT</a:t>
              </a:r>
            </a:p>
          </p:txBody>
        </p:sp>
        <p:sp>
          <p:nvSpPr>
            <p:cNvPr id="11057" name="TextBox 11056">
              <a:extLst>
                <a:ext uri="{FF2B5EF4-FFF2-40B4-BE49-F238E27FC236}">
                  <a16:creationId xmlns:a16="http://schemas.microsoft.com/office/drawing/2014/main" id="{BB0DE515-6F14-4D63-AC6B-507AC6A233BE}"/>
                </a:ext>
              </a:extLst>
            </p:cNvPr>
            <p:cNvSpPr txBox="1">
              <a:spLocks/>
            </p:cNvSpPr>
            <p:nvPr/>
          </p:nvSpPr>
          <p:spPr>
            <a:xfrm rot="16200000">
              <a:off x="4108268" y="5461175"/>
              <a:ext cx="838394"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24_Vs-m_Mixed</a:t>
              </a:r>
            </a:p>
          </p:txBody>
        </p:sp>
        <p:sp>
          <p:nvSpPr>
            <p:cNvPr id="11059" name="TextBox 11058">
              <a:extLst>
                <a:ext uri="{FF2B5EF4-FFF2-40B4-BE49-F238E27FC236}">
                  <a16:creationId xmlns:a16="http://schemas.microsoft.com/office/drawing/2014/main" id="{20A1D4C6-04A7-C718-EFC9-0312D1B98D39}"/>
                </a:ext>
              </a:extLst>
            </p:cNvPr>
            <p:cNvSpPr txBox="1">
              <a:spLocks/>
            </p:cNvSpPr>
            <p:nvPr/>
          </p:nvSpPr>
          <p:spPr>
            <a:xfrm rot="16200000">
              <a:off x="4388911" y="5336142"/>
              <a:ext cx="590710" cy="205340"/>
            </a:xfrm>
            <a:prstGeom prst="rect">
              <a:avLst/>
            </a:prstGeom>
            <a:noFill/>
          </p:spPr>
          <p:txBody>
            <a:bodyPr wrap="none" rtlCol="0">
              <a:spAutoFit/>
            </a:bodyPr>
            <a:lstStyle/>
            <a:p>
              <a:pPr algn="l"/>
              <a:r>
                <a:rPr lang="en-US" sz="661" dirty="0">
                  <a:ln/>
                  <a:solidFill>
                    <a:srgbClr val="4D4D4D"/>
                  </a:solidFill>
                  <a:latin typeface="Arial"/>
                  <a:cs typeface="Arial"/>
                  <a:sym typeface="Arial"/>
                  <a:rtl val="0"/>
                </a:rPr>
                <a:t>25_GABA</a:t>
              </a:r>
            </a:p>
          </p:txBody>
        </p:sp>
      </p:grpSp>
      <p:grpSp>
        <p:nvGrpSpPr>
          <p:cNvPr id="11063" name="Graphic 4">
            <a:extLst>
              <a:ext uri="{FF2B5EF4-FFF2-40B4-BE49-F238E27FC236}">
                <a16:creationId xmlns:a16="http://schemas.microsoft.com/office/drawing/2014/main" id="{1275AC77-404E-B994-F8A0-E199CFBA2D39}"/>
              </a:ext>
            </a:extLst>
          </p:cNvPr>
          <p:cNvGrpSpPr/>
          <p:nvPr/>
        </p:nvGrpSpPr>
        <p:grpSpPr>
          <a:xfrm>
            <a:off x="556616" y="3564505"/>
            <a:ext cx="4194113" cy="1294103"/>
            <a:chOff x="316454" y="2893041"/>
            <a:chExt cx="4696833" cy="1584287"/>
          </a:xfrm>
        </p:grpSpPr>
        <p:sp>
          <p:nvSpPr>
            <p:cNvPr id="11064" name="Freeform: Shape 11063">
              <a:extLst>
                <a:ext uri="{FF2B5EF4-FFF2-40B4-BE49-F238E27FC236}">
                  <a16:creationId xmlns:a16="http://schemas.microsoft.com/office/drawing/2014/main" id="{2D3FAC03-70E1-FDCC-20C7-76BBD205FC4C}"/>
                </a:ext>
              </a:extLst>
            </p:cNvPr>
            <p:cNvSpPr/>
            <p:nvPr/>
          </p:nvSpPr>
          <p:spPr>
            <a:xfrm>
              <a:off x="316454" y="4208948"/>
              <a:ext cx="4696833" cy="11205"/>
            </a:xfrm>
            <a:custGeom>
              <a:avLst/>
              <a:gdLst>
                <a:gd name="csX0" fmla="*/ 0 w 4696833"/>
                <a:gd name="csY0" fmla="*/ 0 h 11205"/>
                <a:gd name="csX1" fmla="*/ 4696834 w 4696833"/>
                <a:gd name="csY1" fmla="*/ 0 h 11205"/>
              </a:gdLst>
              <a:ahLst/>
              <a:cxnLst>
                <a:cxn ang="0">
                  <a:pos x="csX0" y="csY0"/>
                </a:cxn>
                <a:cxn ang="0">
                  <a:pos x="csX1" y="csY1"/>
                </a:cxn>
              </a:cxnLst>
              <a:rect l="l" t="t" r="r" b="b"/>
              <a:pathLst>
                <a:path w="4696833" h="11205">
                  <a:moveTo>
                    <a:pt x="0" y="0"/>
                  </a:moveTo>
                  <a:lnTo>
                    <a:pt x="4696834" y="0"/>
                  </a:lnTo>
                </a:path>
              </a:pathLst>
            </a:custGeom>
            <a:noFill/>
            <a:ln w="5939" cap="flat">
              <a:solidFill>
                <a:srgbClr val="EBEBEB"/>
              </a:solidFill>
              <a:prstDash val="solid"/>
              <a:round/>
            </a:ln>
          </p:spPr>
          <p:txBody>
            <a:bodyPr/>
            <a:lstStyle/>
            <a:p>
              <a:endParaRPr lang="en-US" sz="1701"/>
            </a:p>
          </p:txBody>
        </p:sp>
        <p:sp>
          <p:nvSpPr>
            <p:cNvPr id="11065" name="Freeform: Shape 11064">
              <a:extLst>
                <a:ext uri="{FF2B5EF4-FFF2-40B4-BE49-F238E27FC236}">
                  <a16:creationId xmlns:a16="http://schemas.microsoft.com/office/drawing/2014/main" id="{684BFEB8-5FF4-5B4F-B2D5-21D35BBC8871}"/>
                </a:ext>
              </a:extLst>
            </p:cNvPr>
            <p:cNvSpPr/>
            <p:nvPr/>
          </p:nvSpPr>
          <p:spPr>
            <a:xfrm>
              <a:off x="316454" y="3816181"/>
              <a:ext cx="4696833" cy="11205"/>
            </a:xfrm>
            <a:custGeom>
              <a:avLst/>
              <a:gdLst>
                <a:gd name="csX0" fmla="*/ 0 w 4696833"/>
                <a:gd name="csY0" fmla="*/ 0 h 11205"/>
                <a:gd name="csX1" fmla="*/ 4696834 w 4696833"/>
                <a:gd name="csY1" fmla="*/ 0 h 11205"/>
              </a:gdLst>
              <a:ahLst/>
              <a:cxnLst>
                <a:cxn ang="0">
                  <a:pos x="csX0" y="csY0"/>
                </a:cxn>
                <a:cxn ang="0">
                  <a:pos x="csX1" y="csY1"/>
                </a:cxn>
              </a:cxnLst>
              <a:rect l="l" t="t" r="r" b="b"/>
              <a:pathLst>
                <a:path w="4696833" h="11205">
                  <a:moveTo>
                    <a:pt x="0" y="0"/>
                  </a:moveTo>
                  <a:lnTo>
                    <a:pt x="4696834" y="0"/>
                  </a:lnTo>
                </a:path>
              </a:pathLst>
            </a:custGeom>
            <a:noFill/>
            <a:ln w="5939" cap="flat">
              <a:solidFill>
                <a:srgbClr val="EBEBEB"/>
              </a:solidFill>
              <a:prstDash val="solid"/>
              <a:round/>
            </a:ln>
          </p:spPr>
          <p:txBody>
            <a:bodyPr/>
            <a:lstStyle/>
            <a:p>
              <a:endParaRPr lang="en-US" sz="1701"/>
            </a:p>
          </p:txBody>
        </p:sp>
        <p:sp>
          <p:nvSpPr>
            <p:cNvPr id="11066" name="Freeform: Shape 11065">
              <a:extLst>
                <a:ext uri="{FF2B5EF4-FFF2-40B4-BE49-F238E27FC236}">
                  <a16:creationId xmlns:a16="http://schemas.microsoft.com/office/drawing/2014/main" id="{48D82027-A047-39B7-3577-B2E2572B3B42}"/>
                </a:ext>
              </a:extLst>
            </p:cNvPr>
            <p:cNvSpPr/>
            <p:nvPr/>
          </p:nvSpPr>
          <p:spPr>
            <a:xfrm>
              <a:off x="316454" y="3423303"/>
              <a:ext cx="4696833" cy="11205"/>
            </a:xfrm>
            <a:custGeom>
              <a:avLst/>
              <a:gdLst>
                <a:gd name="csX0" fmla="*/ 0 w 4696833"/>
                <a:gd name="csY0" fmla="*/ 0 h 11205"/>
                <a:gd name="csX1" fmla="*/ 4696834 w 4696833"/>
                <a:gd name="csY1" fmla="*/ 0 h 11205"/>
              </a:gdLst>
              <a:ahLst/>
              <a:cxnLst>
                <a:cxn ang="0">
                  <a:pos x="csX0" y="csY0"/>
                </a:cxn>
                <a:cxn ang="0">
                  <a:pos x="csX1" y="csY1"/>
                </a:cxn>
              </a:cxnLst>
              <a:rect l="l" t="t" r="r" b="b"/>
              <a:pathLst>
                <a:path w="4696833" h="11205">
                  <a:moveTo>
                    <a:pt x="0" y="0"/>
                  </a:moveTo>
                  <a:lnTo>
                    <a:pt x="4696834" y="0"/>
                  </a:lnTo>
                </a:path>
              </a:pathLst>
            </a:custGeom>
            <a:noFill/>
            <a:ln w="5939" cap="flat">
              <a:solidFill>
                <a:srgbClr val="EBEBEB"/>
              </a:solidFill>
              <a:prstDash val="solid"/>
              <a:round/>
            </a:ln>
          </p:spPr>
          <p:txBody>
            <a:bodyPr/>
            <a:lstStyle/>
            <a:p>
              <a:endParaRPr lang="en-US" sz="1701"/>
            </a:p>
          </p:txBody>
        </p:sp>
        <p:sp>
          <p:nvSpPr>
            <p:cNvPr id="11067" name="Freeform: Shape 11066">
              <a:extLst>
                <a:ext uri="{FF2B5EF4-FFF2-40B4-BE49-F238E27FC236}">
                  <a16:creationId xmlns:a16="http://schemas.microsoft.com/office/drawing/2014/main" id="{322B32F9-43C7-CE04-27D8-E3758AFB50B2}"/>
                </a:ext>
              </a:extLst>
            </p:cNvPr>
            <p:cNvSpPr/>
            <p:nvPr/>
          </p:nvSpPr>
          <p:spPr>
            <a:xfrm>
              <a:off x="316454" y="3030537"/>
              <a:ext cx="4696833" cy="11205"/>
            </a:xfrm>
            <a:custGeom>
              <a:avLst/>
              <a:gdLst>
                <a:gd name="csX0" fmla="*/ 0 w 4696833"/>
                <a:gd name="csY0" fmla="*/ 0 h 11205"/>
                <a:gd name="csX1" fmla="*/ 4696834 w 4696833"/>
                <a:gd name="csY1" fmla="*/ 0 h 11205"/>
              </a:gdLst>
              <a:ahLst/>
              <a:cxnLst>
                <a:cxn ang="0">
                  <a:pos x="csX0" y="csY0"/>
                </a:cxn>
                <a:cxn ang="0">
                  <a:pos x="csX1" y="csY1"/>
                </a:cxn>
              </a:cxnLst>
              <a:rect l="l" t="t" r="r" b="b"/>
              <a:pathLst>
                <a:path w="4696833" h="11205">
                  <a:moveTo>
                    <a:pt x="0" y="0"/>
                  </a:moveTo>
                  <a:lnTo>
                    <a:pt x="4696834" y="0"/>
                  </a:lnTo>
                </a:path>
              </a:pathLst>
            </a:custGeom>
            <a:noFill/>
            <a:ln w="5939" cap="flat">
              <a:solidFill>
                <a:srgbClr val="EBEBEB"/>
              </a:solidFill>
              <a:prstDash val="solid"/>
              <a:round/>
            </a:ln>
          </p:spPr>
          <p:txBody>
            <a:bodyPr/>
            <a:lstStyle/>
            <a:p>
              <a:endParaRPr lang="en-US" sz="1701"/>
            </a:p>
          </p:txBody>
        </p:sp>
        <p:sp>
          <p:nvSpPr>
            <p:cNvPr id="11068" name="Freeform: Shape 11067">
              <a:extLst>
                <a:ext uri="{FF2B5EF4-FFF2-40B4-BE49-F238E27FC236}">
                  <a16:creationId xmlns:a16="http://schemas.microsoft.com/office/drawing/2014/main" id="{4F37DB7A-3261-E1CD-AE66-B945FBD51AD9}"/>
                </a:ext>
              </a:extLst>
            </p:cNvPr>
            <p:cNvSpPr/>
            <p:nvPr/>
          </p:nvSpPr>
          <p:spPr>
            <a:xfrm>
              <a:off x="316454" y="4405387"/>
              <a:ext cx="4696833" cy="11205"/>
            </a:xfrm>
            <a:custGeom>
              <a:avLst/>
              <a:gdLst>
                <a:gd name="csX0" fmla="*/ 0 w 4696833"/>
                <a:gd name="csY0" fmla="*/ 0 h 11205"/>
                <a:gd name="csX1" fmla="*/ 4696834 w 4696833"/>
                <a:gd name="csY1" fmla="*/ 0 h 11205"/>
              </a:gdLst>
              <a:ahLst/>
              <a:cxnLst>
                <a:cxn ang="0">
                  <a:pos x="csX0" y="csY0"/>
                </a:cxn>
                <a:cxn ang="0">
                  <a:pos x="csX1" y="csY1"/>
                </a:cxn>
              </a:cxnLst>
              <a:rect l="l" t="t" r="r" b="b"/>
              <a:pathLst>
                <a:path w="4696833" h="11205">
                  <a:moveTo>
                    <a:pt x="0" y="0"/>
                  </a:moveTo>
                  <a:lnTo>
                    <a:pt x="4696834" y="0"/>
                  </a:lnTo>
                </a:path>
              </a:pathLst>
            </a:custGeom>
            <a:noFill/>
            <a:ln w="11990" cap="flat">
              <a:solidFill>
                <a:srgbClr val="EBEBEB"/>
              </a:solidFill>
              <a:prstDash val="solid"/>
              <a:round/>
            </a:ln>
          </p:spPr>
          <p:txBody>
            <a:bodyPr/>
            <a:lstStyle/>
            <a:p>
              <a:endParaRPr lang="en-US" sz="1701"/>
            </a:p>
          </p:txBody>
        </p:sp>
        <p:sp>
          <p:nvSpPr>
            <p:cNvPr id="11069" name="Freeform: Shape 11068">
              <a:extLst>
                <a:ext uri="{FF2B5EF4-FFF2-40B4-BE49-F238E27FC236}">
                  <a16:creationId xmlns:a16="http://schemas.microsoft.com/office/drawing/2014/main" id="{AD26AB95-CB09-87B5-B639-EEFB09E82682}"/>
                </a:ext>
              </a:extLst>
            </p:cNvPr>
            <p:cNvSpPr/>
            <p:nvPr/>
          </p:nvSpPr>
          <p:spPr>
            <a:xfrm>
              <a:off x="316454" y="4012508"/>
              <a:ext cx="4696833" cy="11205"/>
            </a:xfrm>
            <a:custGeom>
              <a:avLst/>
              <a:gdLst>
                <a:gd name="csX0" fmla="*/ 0 w 4696833"/>
                <a:gd name="csY0" fmla="*/ 0 h 11205"/>
                <a:gd name="csX1" fmla="*/ 4696834 w 4696833"/>
                <a:gd name="csY1" fmla="*/ 0 h 11205"/>
              </a:gdLst>
              <a:ahLst/>
              <a:cxnLst>
                <a:cxn ang="0">
                  <a:pos x="csX0" y="csY0"/>
                </a:cxn>
                <a:cxn ang="0">
                  <a:pos x="csX1" y="csY1"/>
                </a:cxn>
              </a:cxnLst>
              <a:rect l="l" t="t" r="r" b="b"/>
              <a:pathLst>
                <a:path w="4696833" h="11205">
                  <a:moveTo>
                    <a:pt x="0" y="0"/>
                  </a:moveTo>
                  <a:lnTo>
                    <a:pt x="4696834" y="0"/>
                  </a:lnTo>
                </a:path>
              </a:pathLst>
            </a:custGeom>
            <a:noFill/>
            <a:ln w="11990" cap="flat">
              <a:solidFill>
                <a:srgbClr val="EBEBEB"/>
              </a:solidFill>
              <a:prstDash val="solid"/>
              <a:round/>
            </a:ln>
          </p:spPr>
          <p:txBody>
            <a:bodyPr/>
            <a:lstStyle/>
            <a:p>
              <a:endParaRPr lang="en-US" sz="1701"/>
            </a:p>
          </p:txBody>
        </p:sp>
        <p:sp>
          <p:nvSpPr>
            <p:cNvPr id="11070" name="Freeform: Shape 11069">
              <a:extLst>
                <a:ext uri="{FF2B5EF4-FFF2-40B4-BE49-F238E27FC236}">
                  <a16:creationId xmlns:a16="http://schemas.microsoft.com/office/drawing/2014/main" id="{540346C0-0BFC-6BAC-F7E5-D41EE1051116}"/>
                </a:ext>
              </a:extLst>
            </p:cNvPr>
            <p:cNvSpPr/>
            <p:nvPr/>
          </p:nvSpPr>
          <p:spPr>
            <a:xfrm>
              <a:off x="316454" y="3619742"/>
              <a:ext cx="4696833" cy="11205"/>
            </a:xfrm>
            <a:custGeom>
              <a:avLst/>
              <a:gdLst>
                <a:gd name="csX0" fmla="*/ 0 w 4696833"/>
                <a:gd name="csY0" fmla="*/ 0 h 11205"/>
                <a:gd name="csX1" fmla="*/ 4696834 w 4696833"/>
                <a:gd name="csY1" fmla="*/ 0 h 11205"/>
              </a:gdLst>
              <a:ahLst/>
              <a:cxnLst>
                <a:cxn ang="0">
                  <a:pos x="csX0" y="csY0"/>
                </a:cxn>
                <a:cxn ang="0">
                  <a:pos x="csX1" y="csY1"/>
                </a:cxn>
              </a:cxnLst>
              <a:rect l="l" t="t" r="r" b="b"/>
              <a:pathLst>
                <a:path w="4696833" h="11205">
                  <a:moveTo>
                    <a:pt x="0" y="0"/>
                  </a:moveTo>
                  <a:lnTo>
                    <a:pt x="4696834" y="0"/>
                  </a:lnTo>
                </a:path>
              </a:pathLst>
            </a:custGeom>
            <a:noFill/>
            <a:ln w="11990" cap="flat">
              <a:solidFill>
                <a:srgbClr val="EBEBEB"/>
              </a:solidFill>
              <a:prstDash val="solid"/>
              <a:round/>
            </a:ln>
          </p:spPr>
          <p:txBody>
            <a:bodyPr/>
            <a:lstStyle/>
            <a:p>
              <a:endParaRPr lang="en-US" sz="1701"/>
            </a:p>
          </p:txBody>
        </p:sp>
        <p:sp>
          <p:nvSpPr>
            <p:cNvPr id="11071" name="Freeform: Shape 11070">
              <a:extLst>
                <a:ext uri="{FF2B5EF4-FFF2-40B4-BE49-F238E27FC236}">
                  <a16:creationId xmlns:a16="http://schemas.microsoft.com/office/drawing/2014/main" id="{A5E0B394-04BF-084F-EE0B-74D2073BB0E0}"/>
                </a:ext>
              </a:extLst>
            </p:cNvPr>
            <p:cNvSpPr/>
            <p:nvPr/>
          </p:nvSpPr>
          <p:spPr>
            <a:xfrm>
              <a:off x="316454" y="3226864"/>
              <a:ext cx="4696833" cy="11205"/>
            </a:xfrm>
            <a:custGeom>
              <a:avLst/>
              <a:gdLst>
                <a:gd name="csX0" fmla="*/ 0 w 4696833"/>
                <a:gd name="csY0" fmla="*/ 0 h 11205"/>
                <a:gd name="csX1" fmla="*/ 4696834 w 4696833"/>
                <a:gd name="csY1" fmla="*/ 0 h 11205"/>
              </a:gdLst>
              <a:ahLst/>
              <a:cxnLst>
                <a:cxn ang="0">
                  <a:pos x="csX0" y="csY0"/>
                </a:cxn>
                <a:cxn ang="0">
                  <a:pos x="csX1" y="csY1"/>
                </a:cxn>
              </a:cxnLst>
              <a:rect l="l" t="t" r="r" b="b"/>
              <a:pathLst>
                <a:path w="4696833" h="11205">
                  <a:moveTo>
                    <a:pt x="0" y="0"/>
                  </a:moveTo>
                  <a:lnTo>
                    <a:pt x="4696834" y="0"/>
                  </a:lnTo>
                </a:path>
              </a:pathLst>
            </a:custGeom>
            <a:noFill/>
            <a:ln w="11990" cap="flat">
              <a:solidFill>
                <a:srgbClr val="EBEBEB"/>
              </a:solidFill>
              <a:prstDash val="solid"/>
              <a:round/>
            </a:ln>
          </p:spPr>
          <p:txBody>
            <a:bodyPr/>
            <a:lstStyle/>
            <a:p>
              <a:endParaRPr lang="en-US" sz="1701"/>
            </a:p>
          </p:txBody>
        </p:sp>
        <p:sp>
          <p:nvSpPr>
            <p:cNvPr id="331" name="Freeform: Shape 330">
              <a:extLst>
                <a:ext uri="{FF2B5EF4-FFF2-40B4-BE49-F238E27FC236}">
                  <a16:creationId xmlns:a16="http://schemas.microsoft.com/office/drawing/2014/main" id="{D785C6C9-9936-DF0B-C678-5E791A942794}"/>
                </a:ext>
              </a:extLst>
            </p:cNvPr>
            <p:cNvSpPr/>
            <p:nvPr/>
          </p:nvSpPr>
          <p:spPr>
            <a:xfrm>
              <a:off x="416410"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332" name="Freeform: Shape 331">
              <a:extLst>
                <a:ext uri="{FF2B5EF4-FFF2-40B4-BE49-F238E27FC236}">
                  <a16:creationId xmlns:a16="http://schemas.microsoft.com/office/drawing/2014/main" id="{9598DDB9-9001-0DCB-DF3A-D1FBFEF11EB4}"/>
                </a:ext>
              </a:extLst>
            </p:cNvPr>
            <p:cNvSpPr/>
            <p:nvPr/>
          </p:nvSpPr>
          <p:spPr>
            <a:xfrm>
              <a:off x="582930"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334" name="Freeform: Shape 333">
              <a:extLst>
                <a:ext uri="{FF2B5EF4-FFF2-40B4-BE49-F238E27FC236}">
                  <a16:creationId xmlns:a16="http://schemas.microsoft.com/office/drawing/2014/main" id="{2448DCA6-32C7-BC25-3D54-086E258146C1}"/>
                </a:ext>
              </a:extLst>
            </p:cNvPr>
            <p:cNvSpPr/>
            <p:nvPr/>
          </p:nvSpPr>
          <p:spPr>
            <a:xfrm>
              <a:off x="74956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335" name="Freeform: Shape 334">
              <a:extLst>
                <a:ext uri="{FF2B5EF4-FFF2-40B4-BE49-F238E27FC236}">
                  <a16:creationId xmlns:a16="http://schemas.microsoft.com/office/drawing/2014/main" id="{3CD1F562-93C3-E384-080A-04E6B7B49C57}"/>
                </a:ext>
              </a:extLst>
            </p:cNvPr>
            <p:cNvSpPr/>
            <p:nvPr/>
          </p:nvSpPr>
          <p:spPr>
            <a:xfrm>
              <a:off x="916080"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336" name="Freeform: Shape 335">
              <a:extLst>
                <a:ext uri="{FF2B5EF4-FFF2-40B4-BE49-F238E27FC236}">
                  <a16:creationId xmlns:a16="http://schemas.microsoft.com/office/drawing/2014/main" id="{31650668-39B2-7968-715B-0D16144C9F4A}"/>
                </a:ext>
              </a:extLst>
            </p:cNvPr>
            <p:cNvSpPr/>
            <p:nvPr/>
          </p:nvSpPr>
          <p:spPr>
            <a:xfrm>
              <a:off x="1082600"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338" name="Freeform: Shape 337">
              <a:extLst>
                <a:ext uri="{FF2B5EF4-FFF2-40B4-BE49-F238E27FC236}">
                  <a16:creationId xmlns:a16="http://schemas.microsoft.com/office/drawing/2014/main" id="{8E46C8AE-C6EF-4134-62E8-1C2202F5D4D2}"/>
                </a:ext>
              </a:extLst>
            </p:cNvPr>
            <p:cNvSpPr/>
            <p:nvPr/>
          </p:nvSpPr>
          <p:spPr>
            <a:xfrm>
              <a:off x="124923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72" name="Freeform: Shape 11071">
              <a:extLst>
                <a:ext uri="{FF2B5EF4-FFF2-40B4-BE49-F238E27FC236}">
                  <a16:creationId xmlns:a16="http://schemas.microsoft.com/office/drawing/2014/main" id="{DB8D0D44-C102-836F-2C54-D6B9A1B97FE6}"/>
                </a:ext>
              </a:extLst>
            </p:cNvPr>
            <p:cNvSpPr/>
            <p:nvPr/>
          </p:nvSpPr>
          <p:spPr>
            <a:xfrm>
              <a:off x="141575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73" name="Freeform: Shape 11072">
              <a:extLst>
                <a:ext uri="{FF2B5EF4-FFF2-40B4-BE49-F238E27FC236}">
                  <a16:creationId xmlns:a16="http://schemas.microsoft.com/office/drawing/2014/main" id="{CDBA629B-92BD-AB19-FD7A-E580680EEE23}"/>
                </a:ext>
              </a:extLst>
            </p:cNvPr>
            <p:cNvSpPr/>
            <p:nvPr/>
          </p:nvSpPr>
          <p:spPr>
            <a:xfrm>
              <a:off x="1582270"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74" name="Freeform: Shape 11073">
              <a:extLst>
                <a:ext uri="{FF2B5EF4-FFF2-40B4-BE49-F238E27FC236}">
                  <a16:creationId xmlns:a16="http://schemas.microsoft.com/office/drawing/2014/main" id="{59D8915F-62C2-1218-11A8-FC481684FEEE}"/>
                </a:ext>
              </a:extLst>
            </p:cNvPr>
            <p:cNvSpPr/>
            <p:nvPr/>
          </p:nvSpPr>
          <p:spPr>
            <a:xfrm>
              <a:off x="1748902"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75" name="Freeform: Shape 11074">
              <a:extLst>
                <a:ext uri="{FF2B5EF4-FFF2-40B4-BE49-F238E27FC236}">
                  <a16:creationId xmlns:a16="http://schemas.microsoft.com/office/drawing/2014/main" id="{BCF65267-3420-D617-4839-58A62FFA4020}"/>
                </a:ext>
              </a:extLst>
            </p:cNvPr>
            <p:cNvSpPr/>
            <p:nvPr/>
          </p:nvSpPr>
          <p:spPr>
            <a:xfrm>
              <a:off x="191542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76" name="Freeform: Shape 11075">
              <a:extLst>
                <a:ext uri="{FF2B5EF4-FFF2-40B4-BE49-F238E27FC236}">
                  <a16:creationId xmlns:a16="http://schemas.microsoft.com/office/drawing/2014/main" id="{937562FA-85C9-A0DE-EF09-DA072E5B8720}"/>
                </a:ext>
              </a:extLst>
            </p:cNvPr>
            <p:cNvSpPr/>
            <p:nvPr/>
          </p:nvSpPr>
          <p:spPr>
            <a:xfrm>
              <a:off x="2081940"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77" name="Freeform: Shape 11076">
              <a:extLst>
                <a:ext uri="{FF2B5EF4-FFF2-40B4-BE49-F238E27FC236}">
                  <a16:creationId xmlns:a16="http://schemas.microsoft.com/office/drawing/2014/main" id="{B2B7783D-ED91-CAB0-24C2-4A392306836E}"/>
                </a:ext>
              </a:extLst>
            </p:cNvPr>
            <p:cNvSpPr/>
            <p:nvPr/>
          </p:nvSpPr>
          <p:spPr>
            <a:xfrm>
              <a:off x="2248572"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78" name="Freeform: Shape 11077">
              <a:extLst>
                <a:ext uri="{FF2B5EF4-FFF2-40B4-BE49-F238E27FC236}">
                  <a16:creationId xmlns:a16="http://schemas.microsoft.com/office/drawing/2014/main" id="{2E5DC3D1-D128-1046-8736-F87DA111C30C}"/>
                </a:ext>
              </a:extLst>
            </p:cNvPr>
            <p:cNvSpPr/>
            <p:nvPr/>
          </p:nvSpPr>
          <p:spPr>
            <a:xfrm>
              <a:off x="241509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79" name="Freeform: Shape 11078">
              <a:extLst>
                <a:ext uri="{FF2B5EF4-FFF2-40B4-BE49-F238E27FC236}">
                  <a16:creationId xmlns:a16="http://schemas.microsoft.com/office/drawing/2014/main" id="{4F9594DC-517E-32D0-A6F3-51DAFAE2D91B}"/>
                </a:ext>
              </a:extLst>
            </p:cNvPr>
            <p:cNvSpPr/>
            <p:nvPr/>
          </p:nvSpPr>
          <p:spPr>
            <a:xfrm>
              <a:off x="258161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0" name="Freeform: Shape 11079">
              <a:extLst>
                <a:ext uri="{FF2B5EF4-FFF2-40B4-BE49-F238E27FC236}">
                  <a16:creationId xmlns:a16="http://schemas.microsoft.com/office/drawing/2014/main" id="{101E83BE-CADB-6228-CE6E-A752484ADB27}"/>
                </a:ext>
              </a:extLst>
            </p:cNvPr>
            <p:cNvSpPr/>
            <p:nvPr/>
          </p:nvSpPr>
          <p:spPr>
            <a:xfrm>
              <a:off x="2748130"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1" name="Freeform: Shape 11080">
              <a:extLst>
                <a:ext uri="{FF2B5EF4-FFF2-40B4-BE49-F238E27FC236}">
                  <a16:creationId xmlns:a16="http://schemas.microsoft.com/office/drawing/2014/main" id="{E617516B-A6A3-D4C2-677B-52B1C0AAEE28}"/>
                </a:ext>
              </a:extLst>
            </p:cNvPr>
            <p:cNvSpPr/>
            <p:nvPr/>
          </p:nvSpPr>
          <p:spPr>
            <a:xfrm>
              <a:off x="291476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2" name="Freeform: Shape 11081">
              <a:extLst>
                <a:ext uri="{FF2B5EF4-FFF2-40B4-BE49-F238E27FC236}">
                  <a16:creationId xmlns:a16="http://schemas.microsoft.com/office/drawing/2014/main" id="{C4703D19-79DD-32C8-012C-11EF8B68F8FD}"/>
                </a:ext>
              </a:extLst>
            </p:cNvPr>
            <p:cNvSpPr/>
            <p:nvPr/>
          </p:nvSpPr>
          <p:spPr>
            <a:xfrm>
              <a:off x="308128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3" name="Freeform: Shape 11082">
              <a:extLst>
                <a:ext uri="{FF2B5EF4-FFF2-40B4-BE49-F238E27FC236}">
                  <a16:creationId xmlns:a16="http://schemas.microsoft.com/office/drawing/2014/main" id="{AE717E34-613F-3C61-62DE-B34D9BD30B17}"/>
                </a:ext>
              </a:extLst>
            </p:cNvPr>
            <p:cNvSpPr/>
            <p:nvPr/>
          </p:nvSpPr>
          <p:spPr>
            <a:xfrm>
              <a:off x="3247800"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4" name="Freeform: Shape 11083">
              <a:extLst>
                <a:ext uri="{FF2B5EF4-FFF2-40B4-BE49-F238E27FC236}">
                  <a16:creationId xmlns:a16="http://schemas.microsoft.com/office/drawing/2014/main" id="{D5D85A69-BEAC-5AC4-3717-E7F5DD444676}"/>
                </a:ext>
              </a:extLst>
            </p:cNvPr>
            <p:cNvSpPr/>
            <p:nvPr/>
          </p:nvSpPr>
          <p:spPr>
            <a:xfrm>
              <a:off x="3414432"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5" name="Freeform: Shape 11084">
              <a:extLst>
                <a:ext uri="{FF2B5EF4-FFF2-40B4-BE49-F238E27FC236}">
                  <a16:creationId xmlns:a16="http://schemas.microsoft.com/office/drawing/2014/main" id="{1F5B95C5-6A64-9352-072C-0E86085EE88B}"/>
                </a:ext>
              </a:extLst>
            </p:cNvPr>
            <p:cNvSpPr/>
            <p:nvPr/>
          </p:nvSpPr>
          <p:spPr>
            <a:xfrm>
              <a:off x="358095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6" name="Freeform: Shape 11085">
              <a:extLst>
                <a:ext uri="{FF2B5EF4-FFF2-40B4-BE49-F238E27FC236}">
                  <a16:creationId xmlns:a16="http://schemas.microsoft.com/office/drawing/2014/main" id="{53255DF1-29C2-DDFE-97D7-868357571758}"/>
                </a:ext>
              </a:extLst>
            </p:cNvPr>
            <p:cNvSpPr/>
            <p:nvPr/>
          </p:nvSpPr>
          <p:spPr>
            <a:xfrm>
              <a:off x="374747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7" name="Freeform: Shape 11086">
              <a:extLst>
                <a:ext uri="{FF2B5EF4-FFF2-40B4-BE49-F238E27FC236}">
                  <a16:creationId xmlns:a16="http://schemas.microsoft.com/office/drawing/2014/main" id="{6D572114-ACB0-CEB7-FCA3-631252725011}"/>
                </a:ext>
              </a:extLst>
            </p:cNvPr>
            <p:cNvSpPr/>
            <p:nvPr/>
          </p:nvSpPr>
          <p:spPr>
            <a:xfrm>
              <a:off x="3914102"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8" name="Freeform: Shape 11087">
              <a:extLst>
                <a:ext uri="{FF2B5EF4-FFF2-40B4-BE49-F238E27FC236}">
                  <a16:creationId xmlns:a16="http://schemas.microsoft.com/office/drawing/2014/main" id="{9DE80CE8-89F8-C08D-2E1E-FA91D85116F6}"/>
                </a:ext>
              </a:extLst>
            </p:cNvPr>
            <p:cNvSpPr/>
            <p:nvPr/>
          </p:nvSpPr>
          <p:spPr>
            <a:xfrm>
              <a:off x="408062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89" name="Freeform: Shape 11088">
              <a:extLst>
                <a:ext uri="{FF2B5EF4-FFF2-40B4-BE49-F238E27FC236}">
                  <a16:creationId xmlns:a16="http://schemas.microsoft.com/office/drawing/2014/main" id="{10267AC1-32BB-0A17-D175-6101022584BA}"/>
                </a:ext>
              </a:extLst>
            </p:cNvPr>
            <p:cNvSpPr/>
            <p:nvPr/>
          </p:nvSpPr>
          <p:spPr>
            <a:xfrm>
              <a:off x="424714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90" name="Freeform: Shape 11089">
              <a:extLst>
                <a:ext uri="{FF2B5EF4-FFF2-40B4-BE49-F238E27FC236}">
                  <a16:creationId xmlns:a16="http://schemas.microsoft.com/office/drawing/2014/main" id="{AD823887-20B9-944A-51C9-31B437CC4D13}"/>
                </a:ext>
              </a:extLst>
            </p:cNvPr>
            <p:cNvSpPr/>
            <p:nvPr/>
          </p:nvSpPr>
          <p:spPr>
            <a:xfrm>
              <a:off x="4413772"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91" name="Freeform: Shape 11090">
              <a:extLst>
                <a:ext uri="{FF2B5EF4-FFF2-40B4-BE49-F238E27FC236}">
                  <a16:creationId xmlns:a16="http://schemas.microsoft.com/office/drawing/2014/main" id="{7F093057-12F3-78A2-5D02-65BA7FA382E5}"/>
                </a:ext>
              </a:extLst>
            </p:cNvPr>
            <p:cNvSpPr/>
            <p:nvPr/>
          </p:nvSpPr>
          <p:spPr>
            <a:xfrm>
              <a:off x="4580292"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92" name="Freeform: Shape 11091">
              <a:extLst>
                <a:ext uri="{FF2B5EF4-FFF2-40B4-BE49-F238E27FC236}">
                  <a16:creationId xmlns:a16="http://schemas.microsoft.com/office/drawing/2014/main" id="{B63EFEE6-4DED-AF2E-E838-EFEB76C7F5FC}"/>
                </a:ext>
              </a:extLst>
            </p:cNvPr>
            <p:cNvSpPr/>
            <p:nvPr/>
          </p:nvSpPr>
          <p:spPr>
            <a:xfrm>
              <a:off x="4746811"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93" name="Freeform: Shape 11092">
              <a:extLst>
                <a:ext uri="{FF2B5EF4-FFF2-40B4-BE49-F238E27FC236}">
                  <a16:creationId xmlns:a16="http://schemas.microsoft.com/office/drawing/2014/main" id="{B50E9C64-BE45-B176-C367-BC5FCA6F65CE}"/>
                </a:ext>
              </a:extLst>
            </p:cNvPr>
            <p:cNvSpPr/>
            <p:nvPr/>
          </p:nvSpPr>
          <p:spPr>
            <a:xfrm>
              <a:off x="4913443" y="2893041"/>
              <a:ext cx="11205" cy="1584287"/>
            </a:xfrm>
            <a:custGeom>
              <a:avLst/>
              <a:gdLst>
                <a:gd name="csX0" fmla="*/ 0 w 11205"/>
                <a:gd name="csY0" fmla="*/ 1584288 h 1584287"/>
                <a:gd name="csX1" fmla="*/ 0 w 11205"/>
                <a:gd name="csY1" fmla="*/ 0 h 1584287"/>
              </a:gdLst>
              <a:ahLst/>
              <a:cxnLst>
                <a:cxn ang="0">
                  <a:pos x="csX0" y="csY0"/>
                </a:cxn>
                <a:cxn ang="0">
                  <a:pos x="csX1" y="csY1"/>
                </a:cxn>
              </a:cxnLst>
              <a:rect l="l" t="t" r="r" b="b"/>
              <a:pathLst>
                <a:path w="11205" h="1584287">
                  <a:moveTo>
                    <a:pt x="0" y="1584288"/>
                  </a:moveTo>
                  <a:lnTo>
                    <a:pt x="0" y="0"/>
                  </a:lnTo>
                </a:path>
              </a:pathLst>
            </a:custGeom>
            <a:noFill/>
            <a:ln w="11990" cap="flat">
              <a:solidFill>
                <a:srgbClr val="EBEBEB"/>
              </a:solidFill>
              <a:prstDash val="solid"/>
              <a:round/>
            </a:ln>
          </p:spPr>
          <p:txBody>
            <a:bodyPr/>
            <a:lstStyle/>
            <a:p>
              <a:endParaRPr lang="en-US" sz="1701"/>
            </a:p>
          </p:txBody>
        </p:sp>
        <p:sp>
          <p:nvSpPr>
            <p:cNvPr id="11094" name="Rectangle 11093">
              <a:extLst>
                <a:ext uri="{FF2B5EF4-FFF2-40B4-BE49-F238E27FC236}">
                  <a16:creationId xmlns:a16="http://schemas.microsoft.com/office/drawing/2014/main" id="{7BE306D2-41CD-762B-1E12-C5EE46AC0171}"/>
                </a:ext>
              </a:extLst>
            </p:cNvPr>
            <p:cNvSpPr/>
            <p:nvPr/>
          </p:nvSpPr>
          <p:spPr>
            <a:xfrm>
              <a:off x="507962" y="3357861"/>
              <a:ext cx="149934" cy="654647"/>
            </a:xfrm>
            <a:prstGeom prst="rect">
              <a:avLst/>
            </a:prstGeom>
            <a:solidFill>
              <a:srgbClr val="A020F0"/>
            </a:solidFill>
            <a:ln w="11990" cap="flat">
              <a:noFill/>
              <a:prstDash val="solid"/>
              <a:miter/>
            </a:ln>
          </p:spPr>
          <p:txBody>
            <a:bodyPr/>
            <a:lstStyle/>
            <a:p>
              <a:endParaRPr lang="en-US" sz="1701"/>
            </a:p>
          </p:txBody>
        </p:sp>
        <p:sp>
          <p:nvSpPr>
            <p:cNvPr id="11095" name="Rectangle 11094">
              <a:extLst>
                <a:ext uri="{FF2B5EF4-FFF2-40B4-BE49-F238E27FC236}">
                  <a16:creationId xmlns:a16="http://schemas.microsoft.com/office/drawing/2014/main" id="{21D72674-A316-18A9-70C5-8B9E49E70D6D}"/>
                </a:ext>
              </a:extLst>
            </p:cNvPr>
            <p:cNvSpPr/>
            <p:nvPr/>
          </p:nvSpPr>
          <p:spPr>
            <a:xfrm>
              <a:off x="507962" y="4012508"/>
              <a:ext cx="149934" cy="392766"/>
            </a:xfrm>
            <a:prstGeom prst="rect">
              <a:avLst/>
            </a:prstGeom>
            <a:solidFill>
              <a:srgbClr val="BEBEBE"/>
            </a:solidFill>
            <a:ln w="11990" cap="flat">
              <a:noFill/>
              <a:prstDash val="solid"/>
              <a:miter/>
            </a:ln>
          </p:spPr>
          <p:txBody>
            <a:bodyPr/>
            <a:lstStyle/>
            <a:p>
              <a:endParaRPr lang="en-US" sz="1701"/>
            </a:p>
          </p:txBody>
        </p:sp>
        <p:sp>
          <p:nvSpPr>
            <p:cNvPr id="11096" name="Rectangle 11095">
              <a:extLst>
                <a:ext uri="{FF2B5EF4-FFF2-40B4-BE49-F238E27FC236}">
                  <a16:creationId xmlns:a16="http://schemas.microsoft.com/office/drawing/2014/main" id="{229C0BC6-ADCE-291E-7B5F-11DA71236592}"/>
                </a:ext>
              </a:extLst>
            </p:cNvPr>
            <p:cNvSpPr/>
            <p:nvPr/>
          </p:nvSpPr>
          <p:spPr>
            <a:xfrm>
              <a:off x="674594" y="2965095"/>
              <a:ext cx="149934" cy="523762"/>
            </a:xfrm>
            <a:prstGeom prst="rect">
              <a:avLst/>
            </a:prstGeom>
            <a:solidFill>
              <a:srgbClr val="0000FF"/>
            </a:solidFill>
            <a:ln w="11990" cap="flat">
              <a:noFill/>
              <a:prstDash val="solid"/>
              <a:miter/>
            </a:ln>
          </p:spPr>
          <p:txBody>
            <a:bodyPr/>
            <a:lstStyle/>
            <a:p>
              <a:endParaRPr lang="en-US" sz="1701"/>
            </a:p>
          </p:txBody>
        </p:sp>
        <p:sp>
          <p:nvSpPr>
            <p:cNvPr id="11097" name="Rectangle 11096">
              <a:extLst>
                <a:ext uri="{FF2B5EF4-FFF2-40B4-BE49-F238E27FC236}">
                  <a16:creationId xmlns:a16="http://schemas.microsoft.com/office/drawing/2014/main" id="{AC478737-0949-D1BE-795D-34400A4DDEC1}"/>
                </a:ext>
              </a:extLst>
            </p:cNvPr>
            <p:cNvSpPr/>
            <p:nvPr/>
          </p:nvSpPr>
          <p:spPr>
            <a:xfrm>
              <a:off x="674594" y="3488745"/>
              <a:ext cx="149934" cy="392766"/>
            </a:xfrm>
            <a:prstGeom prst="rect">
              <a:avLst/>
            </a:prstGeom>
            <a:solidFill>
              <a:srgbClr val="000000"/>
            </a:solidFill>
            <a:ln w="11990" cap="flat">
              <a:noFill/>
              <a:prstDash val="solid"/>
              <a:miter/>
            </a:ln>
          </p:spPr>
          <p:txBody>
            <a:bodyPr/>
            <a:lstStyle/>
            <a:p>
              <a:endParaRPr lang="en-US" sz="1701"/>
            </a:p>
          </p:txBody>
        </p:sp>
        <p:sp>
          <p:nvSpPr>
            <p:cNvPr id="11098" name="Rectangle 11097">
              <a:extLst>
                <a:ext uri="{FF2B5EF4-FFF2-40B4-BE49-F238E27FC236}">
                  <a16:creationId xmlns:a16="http://schemas.microsoft.com/office/drawing/2014/main" id="{DCBEC8B4-5769-6ECB-9B43-44FF7BEB704C}"/>
                </a:ext>
              </a:extLst>
            </p:cNvPr>
            <p:cNvSpPr/>
            <p:nvPr/>
          </p:nvSpPr>
          <p:spPr>
            <a:xfrm>
              <a:off x="674594" y="3881624"/>
              <a:ext cx="149934" cy="392766"/>
            </a:xfrm>
            <a:prstGeom prst="rect">
              <a:avLst/>
            </a:prstGeom>
            <a:solidFill>
              <a:srgbClr val="A020F0"/>
            </a:solidFill>
            <a:ln w="11990" cap="flat">
              <a:noFill/>
              <a:prstDash val="solid"/>
              <a:miter/>
            </a:ln>
          </p:spPr>
          <p:txBody>
            <a:bodyPr/>
            <a:lstStyle/>
            <a:p>
              <a:endParaRPr lang="en-US" sz="1701"/>
            </a:p>
          </p:txBody>
        </p:sp>
        <p:sp>
          <p:nvSpPr>
            <p:cNvPr id="11099" name="Rectangle 11098">
              <a:extLst>
                <a:ext uri="{FF2B5EF4-FFF2-40B4-BE49-F238E27FC236}">
                  <a16:creationId xmlns:a16="http://schemas.microsoft.com/office/drawing/2014/main" id="{BEF83BE8-C710-1400-6FC7-4F85D78BACC6}"/>
                </a:ext>
              </a:extLst>
            </p:cNvPr>
            <p:cNvSpPr/>
            <p:nvPr/>
          </p:nvSpPr>
          <p:spPr>
            <a:xfrm>
              <a:off x="674594" y="4274390"/>
              <a:ext cx="149934" cy="130884"/>
            </a:xfrm>
            <a:prstGeom prst="rect">
              <a:avLst/>
            </a:prstGeom>
            <a:solidFill>
              <a:srgbClr val="BEBEBE"/>
            </a:solidFill>
            <a:ln w="11990" cap="flat">
              <a:noFill/>
              <a:prstDash val="solid"/>
              <a:miter/>
            </a:ln>
          </p:spPr>
          <p:txBody>
            <a:bodyPr/>
            <a:lstStyle/>
            <a:p>
              <a:endParaRPr lang="en-US" sz="1701"/>
            </a:p>
          </p:txBody>
        </p:sp>
        <p:sp>
          <p:nvSpPr>
            <p:cNvPr id="11100" name="Rectangle 11099">
              <a:extLst>
                <a:ext uri="{FF2B5EF4-FFF2-40B4-BE49-F238E27FC236}">
                  <a16:creationId xmlns:a16="http://schemas.microsoft.com/office/drawing/2014/main" id="{0347D70B-A862-43DD-1E2A-7BFB3AC31EC1}"/>
                </a:ext>
              </a:extLst>
            </p:cNvPr>
            <p:cNvSpPr/>
            <p:nvPr/>
          </p:nvSpPr>
          <p:spPr>
            <a:xfrm>
              <a:off x="841113" y="3226864"/>
              <a:ext cx="149934" cy="261881"/>
            </a:xfrm>
            <a:prstGeom prst="rect">
              <a:avLst/>
            </a:prstGeom>
            <a:solidFill>
              <a:srgbClr val="000000"/>
            </a:solidFill>
            <a:ln w="11990" cap="flat">
              <a:noFill/>
              <a:prstDash val="solid"/>
              <a:miter/>
            </a:ln>
          </p:spPr>
          <p:txBody>
            <a:bodyPr/>
            <a:lstStyle/>
            <a:p>
              <a:endParaRPr lang="en-US" sz="1701"/>
            </a:p>
          </p:txBody>
        </p:sp>
        <p:sp>
          <p:nvSpPr>
            <p:cNvPr id="11101" name="Rectangle 11100">
              <a:extLst>
                <a:ext uri="{FF2B5EF4-FFF2-40B4-BE49-F238E27FC236}">
                  <a16:creationId xmlns:a16="http://schemas.microsoft.com/office/drawing/2014/main" id="{1E016FB1-DA30-EE68-FF4B-76D300FE967D}"/>
                </a:ext>
              </a:extLst>
            </p:cNvPr>
            <p:cNvSpPr/>
            <p:nvPr/>
          </p:nvSpPr>
          <p:spPr>
            <a:xfrm>
              <a:off x="841113" y="3488745"/>
              <a:ext cx="149934" cy="523762"/>
            </a:xfrm>
            <a:prstGeom prst="rect">
              <a:avLst/>
            </a:prstGeom>
            <a:solidFill>
              <a:srgbClr val="A020F0"/>
            </a:solidFill>
            <a:ln w="11990" cap="flat">
              <a:noFill/>
              <a:prstDash val="solid"/>
              <a:miter/>
            </a:ln>
          </p:spPr>
          <p:txBody>
            <a:bodyPr/>
            <a:lstStyle/>
            <a:p>
              <a:endParaRPr lang="en-US" sz="1701"/>
            </a:p>
          </p:txBody>
        </p:sp>
        <p:sp>
          <p:nvSpPr>
            <p:cNvPr id="11102" name="Rectangle 11101">
              <a:extLst>
                <a:ext uri="{FF2B5EF4-FFF2-40B4-BE49-F238E27FC236}">
                  <a16:creationId xmlns:a16="http://schemas.microsoft.com/office/drawing/2014/main" id="{9AE2EE8E-F59C-A9B1-A0A1-E28108E87433}"/>
                </a:ext>
              </a:extLst>
            </p:cNvPr>
            <p:cNvSpPr/>
            <p:nvPr/>
          </p:nvSpPr>
          <p:spPr>
            <a:xfrm>
              <a:off x="841113" y="4012508"/>
              <a:ext cx="149934" cy="392766"/>
            </a:xfrm>
            <a:prstGeom prst="rect">
              <a:avLst/>
            </a:prstGeom>
            <a:solidFill>
              <a:srgbClr val="BEBEBE"/>
            </a:solidFill>
            <a:ln w="11990" cap="flat">
              <a:noFill/>
              <a:prstDash val="solid"/>
              <a:miter/>
            </a:ln>
          </p:spPr>
          <p:txBody>
            <a:bodyPr/>
            <a:lstStyle/>
            <a:p>
              <a:endParaRPr lang="en-US" sz="1701"/>
            </a:p>
          </p:txBody>
        </p:sp>
        <p:sp>
          <p:nvSpPr>
            <p:cNvPr id="11103" name="Rectangle 11102">
              <a:extLst>
                <a:ext uri="{FF2B5EF4-FFF2-40B4-BE49-F238E27FC236}">
                  <a16:creationId xmlns:a16="http://schemas.microsoft.com/office/drawing/2014/main" id="{47D50C4A-2647-AFB9-E2C1-608E98093BAB}"/>
                </a:ext>
              </a:extLst>
            </p:cNvPr>
            <p:cNvSpPr/>
            <p:nvPr/>
          </p:nvSpPr>
          <p:spPr>
            <a:xfrm>
              <a:off x="1007632" y="3750627"/>
              <a:ext cx="149934" cy="261881"/>
            </a:xfrm>
            <a:prstGeom prst="rect">
              <a:avLst/>
            </a:prstGeom>
            <a:solidFill>
              <a:srgbClr val="0000FF"/>
            </a:solidFill>
            <a:ln w="11990" cap="flat">
              <a:noFill/>
              <a:prstDash val="solid"/>
              <a:miter/>
            </a:ln>
          </p:spPr>
          <p:txBody>
            <a:bodyPr/>
            <a:lstStyle/>
            <a:p>
              <a:endParaRPr lang="en-US" sz="1701"/>
            </a:p>
          </p:txBody>
        </p:sp>
        <p:sp>
          <p:nvSpPr>
            <p:cNvPr id="11104" name="Rectangle 11103">
              <a:extLst>
                <a:ext uri="{FF2B5EF4-FFF2-40B4-BE49-F238E27FC236}">
                  <a16:creationId xmlns:a16="http://schemas.microsoft.com/office/drawing/2014/main" id="{998FBE87-C1CC-C96B-6FFD-8D35386026F1}"/>
                </a:ext>
              </a:extLst>
            </p:cNvPr>
            <p:cNvSpPr/>
            <p:nvPr/>
          </p:nvSpPr>
          <p:spPr>
            <a:xfrm>
              <a:off x="1007632" y="4012508"/>
              <a:ext cx="149934" cy="130884"/>
            </a:xfrm>
            <a:prstGeom prst="rect">
              <a:avLst/>
            </a:prstGeom>
            <a:solidFill>
              <a:srgbClr val="000000"/>
            </a:solidFill>
            <a:ln w="11990" cap="flat">
              <a:noFill/>
              <a:prstDash val="solid"/>
              <a:miter/>
            </a:ln>
          </p:spPr>
          <p:txBody>
            <a:bodyPr/>
            <a:lstStyle/>
            <a:p>
              <a:endParaRPr lang="en-US" sz="1701"/>
            </a:p>
          </p:txBody>
        </p:sp>
        <p:sp>
          <p:nvSpPr>
            <p:cNvPr id="11105" name="Rectangle 11104">
              <a:extLst>
                <a:ext uri="{FF2B5EF4-FFF2-40B4-BE49-F238E27FC236}">
                  <a16:creationId xmlns:a16="http://schemas.microsoft.com/office/drawing/2014/main" id="{C023156A-D9FA-BAAF-EB78-92887692A8A4}"/>
                </a:ext>
              </a:extLst>
            </p:cNvPr>
            <p:cNvSpPr/>
            <p:nvPr/>
          </p:nvSpPr>
          <p:spPr>
            <a:xfrm>
              <a:off x="1007632" y="4143505"/>
              <a:ext cx="149934" cy="130884"/>
            </a:xfrm>
            <a:prstGeom prst="rect">
              <a:avLst/>
            </a:prstGeom>
            <a:solidFill>
              <a:srgbClr val="A020F0"/>
            </a:solidFill>
            <a:ln w="11990" cap="flat">
              <a:noFill/>
              <a:prstDash val="solid"/>
              <a:miter/>
            </a:ln>
          </p:spPr>
          <p:txBody>
            <a:bodyPr/>
            <a:lstStyle/>
            <a:p>
              <a:endParaRPr lang="en-US" sz="1701"/>
            </a:p>
          </p:txBody>
        </p:sp>
        <p:sp>
          <p:nvSpPr>
            <p:cNvPr id="11106" name="Rectangle 11105">
              <a:extLst>
                <a:ext uri="{FF2B5EF4-FFF2-40B4-BE49-F238E27FC236}">
                  <a16:creationId xmlns:a16="http://schemas.microsoft.com/office/drawing/2014/main" id="{38E8B7BE-9589-41F7-7ABC-2B92025E44E6}"/>
                </a:ext>
              </a:extLst>
            </p:cNvPr>
            <p:cNvSpPr/>
            <p:nvPr/>
          </p:nvSpPr>
          <p:spPr>
            <a:xfrm>
              <a:off x="1007632" y="4274390"/>
              <a:ext cx="149934" cy="130884"/>
            </a:xfrm>
            <a:prstGeom prst="rect">
              <a:avLst/>
            </a:prstGeom>
            <a:solidFill>
              <a:srgbClr val="BEBEBE"/>
            </a:solidFill>
            <a:ln w="11990" cap="flat">
              <a:noFill/>
              <a:prstDash val="solid"/>
              <a:miter/>
            </a:ln>
          </p:spPr>
          <p:txBody>
            <a:bodyPr/>
            <a:lstStyle/>
            <a:p>
              <a:endParaRPr lang="en-US" sz="1701"/>
            </a:p>
          </p:txBody>
        </p:sp>
        <p:sp>
          <p:nvSpPr>
            <p:cNvPr id="11107" name="Rectangle 11106">
              <a:extLst>
                <a:ext uri="{FF2B5EF4-FFF2-40B4-BE49-F238E27FC236}">
                  <a16:creationId xmlns:a16="http://schemas.microsoft.com/office/drawing/2014/main" id="{2B08B686-3B1F-326A-4D6C-2714FA85689B}"/>
                </a:ext>
              </a:extLst>
            </p:cNvPr>
            <p:cNvSpPr/>
            <p:nvPr/>
          </p:nvSpPr>
          <p:spPr>
            <a:xfrm>
              <a:off x="1340783" y="4274390"/>
              <a:ext cx="149934" cy="130884"/>
            </a:xfrm>
            <a:prstGeom prst="rect">
              <a:avLst/>
            </a:prstGeom>
            <a:solidFill>
              <a:srgbClr val="0000FF"/>
            </a:solidFill>
            <a:ln w="11990" cap="flat">
              <a:noFill/>
              <a:prstDash val="solid"/>
              <a:miter/>
            </a:ln>
          </p:spPr>
          <p:txBody>
            <a:bodyPr/>
            <a:lstStyle/>
            <a:p>
              <a:endParaRPr lang="en-US" sz="1701"/>
            </a:p>
          </p:txBody>
        </p:sp>
        <p:sp>
          <p:nvSpPr>
            <p:cNvPr id="11108" name="Rectangle 11107">
              <a:extLst>
                <a:ext uri="{FF2B5EF4-FFF2-40B4-BE49-F238E27FC236}">
                  <a16:creationId xmlns:a16="http://schemas.microsoft.com/office/drawing/2014/main" id="{5D8839F7-2B1A-768E-2ADC-340B33B40215}"/>
                </a:ext>
              </a:extLst>
            </p:cNvPr>
            <p:cNvSpPr/>
            <p:nvPr/>
          </p:nvSpPr>
          <p:spPr>
            <a:xfrm>
              <a:off x="1507303" y="4012508"/>
              <a:ext cx="149934" cy="130884"/>
            </a:xfrm>
            <a:prstGeom prst="rect">
              <a:avLst/>
            </a:prstGeom>
            <a:solidFill>
              <a:srgbClr val="006400"/>
            </a:solidFill>
            <a:ln w="11990" cap="flat">
              <a:noFill/>
              <a:prstDash val="solid"/>
              <a:miter/>
            </a:ln>
          </p:spPr>
          <p:txBody>
            <a:bodyPr/>
            <a:lstStyle/>
            <a:p>
              <a:endParaRPr lang="en-US" sz="1701"/>
            </a:p>
          </p:txBody>
        </p:sp>
        <p:sp>
          <p:nvSpPr>
            <p:cNvPr id="11109" name="Rectangle 11108">
              <a:extLst>
                <a:ext uri="{FF2B5EF4-FFF2-40B4-BE49-F238E27FC236}">
                  <a16:creationId xmlns:a16="http://schemas.microsoft.com/office/drawing/2014/main" id="{33253CCD-CFBA-70A7-C95A-A15268842392}"/>
                </a:ext>
              </a:extLst>
            </p:cNvPr>
            <p:cNvSpPr/>
            <p:nvPr/>
          </p:nvSpPr>
          <p:spPr>
            <a:xfrm>
              <a:off x="1507303" y="4143505"/>
              <a:ext cx="149934" cy="130884"/>
            </a:xfrm>
            <a:prstGeom prst="rect">
              <a:avLst/>
            </a:prstGeom>
            <a:solidFill>
              <a:srgbClr val="000000"/>
            </a:solidFill>
            <a:ln w="11990" cap="flat">
              <a:noFill/>
              <a:prstDash val="solid"/>
              <a:miter/>
            </a:ln>
          </p:spPr>
          <p:txBody>
            <a:bodyPr/>
            <a:lstStyle/>
            <a:p>
              <a:endParaRPr lang="en-US" sz="1701"/>
            </a:p>
          </p:txBody>
        </p:sp>
        <p:sp>
          <p:nvSpPr>
            <p:cNvPr id="11110" name="Rectangle 11109">
              <a:extLst>
                <a:ext uri="{FF2B5EF4-FFF2-40B4-BE49-F238E27FC236}">
                  <a16:creationId xmlns:a16="http://schemas.microsoft.com/office/drawing/2014/main" id="{7EE23512-8C8A-98CE-53DE-AA4A1E668AA6}"/>
                </a:ext>
              </a:extLst>
            </p:cNvPr>
            <p:cNvSpPr/>
            <p:nvPr/>
          </p:nvSpPr>
          <p:spPr>
            <a:xfrm>
              <a:off x="1507303" y="4274390"/>
              <a:ext cx="149934" cy="130884"/>
            </a:xfrm>
            <a:prstGeom prst="rect">
              <a:avLst/>
            </a:prstGeom>
            <a:solidFill>
              <a:srgbClr val="BEBEBE"/>
            </a:solidFill>
            <a:ln w="11990" cap="flat">
              <a:noFill/>
              <a:prstDash val="solid"/>
              <a:miter/>
            </a:ln>
          </p:spPr>
          <p:txBody>
            <a:bodyPr/>
            <a:lstStyle/>
            <a:p>
              <a:endParaRPr lang="en-US" sz="1701"/>
            </a:p>
          </p:txBody>
        </p:sp>
        <p:sp>
          <p:nvSpPr>
            <p:cNvPr id="11111" name="Rectangle 11110">
              <a:extLst>
                <a:ext uri="{FF2B5EF4-FFF2-40B4-BE49-F238E27FC236}">
                  <a16:creationId xmlns:a16="http://schemas.microsoft.com/office/drawing/2014/main" id="{742634BD-7C72-8B4D-2BFE-26EE9A225545}"/>
                </a:ext>
              </a:extLst>
            </p:cNvPr>
            <p:cNvSpPr/>
            <p:nvPr/>
          </p:nvSpPr>
          <p:spPr>
            <a:xfrm>
              <a:off x="2340124" y="4274390"/>
              <a:ext cx="149934" cy="130884"/>
            </a:xfrm>
            <a:prstGeom prst="rect">
              <a:avLst/>
            </a:prstGeom>
            <a:solidFill>
              <a:srgbClr val="FF0000"/>
            </a:solidFill>
            <a:ln w="11990" cap="flat">
              <a:noFill/>
              <a:prstDash val="solid"/>
              <a:miter/>
            </a:ln>
          </p:spPr>
          <p:txBody>
            <a:bodyPr/>
            <a:lstStyle/>
            <a:p>
              <a:endParaRPr lang="en-US" sz="1701"/>
            </a:p>
          </p:txBody>
        </p:sp>
        <p:sp>
          <p:nvSpPr>
            <p:cNvPr id="11112" name="Rectangle 11111">
              <a:extLst>
                <a:ext uri="{FF2B5EF4-FFF2-40B4-BE49-F238E27FC236}">
                  <a16:creationId xmlns:a16="http://schemas.microsoft.com/office/drawing/2014/main" id="{8A619E7D-338C-C891-9E8B-1AE2ADCB5E90}"/>
                </a:ext>
              </a:extLst>
            </p:cNvPr>
            <p:cNvSpPr/>
            <p:nvPr/>
          </p:nvSpPr>
          <p:spPr>
            <a:xfrm>
              <a:off x="2506643" y="4274390"/>
              <a:ext cx="149934" cy="130884"/>
            </a:xfrm>
            <a:prstGeom prst="rect">
              <a:avLst/>
            </a:prstGeom>
            <a:solidFill>
              <a:srgbClr val="FF0000"/>
            </a:solidFill>
            <a:ln w="11990" cap="flat">
              <a:noFill/>
              <a:prstDash val="solid"/>
              <a:miter/>
            </a:ln>
          </p:spPr>
          <p:txBody>
            <a:bodyPr/>
            <a:lstStyle/>
            <a:p>
              <a:endParaRPr lang="en-US" sz="1701"/>
            </a:p>
          </p:txBody>
        </p:sp>
        <p:sp>
          <p:nvSpPr>
            <p:cNvPr id="11113" name="Rectangle 11112">
              <a:extLst>
                <a:ext uri="{FF2B5EF4-FFF2-40B4-BE49-F238E27FC236}">
                  <a16:creationId xmlns:a16="http://schemas.microsoft.com/office/drawing/2014/main" id="{7D39F727-89C5-E178-280D-7D1D18F6CB72}"/>
                </a:ext>
              </a:extLst>
            </p:cNvPr>
            <p:cNvSpPr/>
            <p:nvPr/>
          </p:nvSpPr>
          <p:spPr>
            <a:xfrm>
              <a:off x="2673275" y="4143505"/>
              <a:ext cx="149934" cy="130884"/>
            </a:xfrm>
            <a:prstGeom prst="rect">
              <a:avLst/>
            </a:prstGeom>
            <a:solidFill>
              <a:srgbClr val="FF0000"/>
            </a:solidFill>
            <a:ln w="11990" cap="flat">
              <a:noFill/>
              <a:prstDash val="solid"/>
              <a:miter/>
            </a:ln>
          </p:spPr>
          <p:txBody>
            <a:bodyPr/>
            <a:lstStyle/>
            <a:p>
              <a:endParaRPr lang="en-US" sz="1701"/>
            </a:p>
          </p:txBody>
        </p:sp>
        <p:sp>
          <p:nvSpPr>
            <p:cNvPr id="11114" name="Rectangle 11113">
              <a:extLst>
                <a:ext uri="{FF2B5EF4-FFF2-40B4-BE49-F238E27FC236}">
                  <a16:creationId xmlns:a16="http://schemas.microsoft.com/office/drawing/2014/main" id="{454DE897-4B5B-FD2E-1CE0-4EFEC9582FED}"/>
                </a:ext>
              </a:extLst>
            </p:cNvPr>
            <p:cNvSpPr/>
            <p:nvPr/>
          </p:nvSpPr>
          <p:spPr>
            <a:xfrm>
              <a:off x="2673275" y="4274390"/>
              <a:ext cx="149934" cy="130884"/>
            </a:xfrm>
            <a:prstGeom prst="rect">
              <a:avLst/>
            </a:prstGeom>
            <a:solidFill>
              <a:srgbClr val="006400"/>
            </a:solidFill>
            <a:ln w="11990" cap="flat">
              <a:noFill/>
              <a:prstDash val="solid"/>
              <a:miter/>
            </a:ln>
          </p:spPr>
          <p:txBody>
            <a:bodyPr/>
            <a:lstStyle/>
            <a:p>
              <a:endParaRPr lang="en-US" sz="1701"/>
            </a:p>
          </p:txBody>
        </p:sp>
        <p:sp>
          <p:nvSpPr>
            <p:cNvPr id="11115" name="Rectangle 11114">
              <a:extLst>
                <a:ext uri="{FF2B5EF4-FFF2-40B4-BE49-F238E27FC236}">
                  <a16:creationId xmlns:a16="http://schemas.microsoft.com/office/drawing/2014/main" id="{9B0033A0-D2CC-484E-90FC-BDB426B47CAF}"/>
                </a:ext>
              </a:extLst>
            </p:cNvPr>
            <p:cNvSpPr/>
            <p:nvPr/>
          </p:nvSpPr>
          <p:spPr>
            <a:xfrm>
              <a:off x="3006314" y="4012508"/>
              <a:ext cx="149934" cy="130884"/>
            </a:xfrm>
            <a:prstGeom prst="rect">
              <a:avLst/>
            </a:prstGeom>
            <a:solidFill>
              <a:srgbClr val="0000FF"/>
            </a:solidFill>
            <a:ln w="11990" cap="flat">
              <a:noFill/>
              <a:prstDash val="solid"/>
              <a:miter/>
            </a:ln>
          </p:spPr>
          <p:txBody>
            <a:bodyPr/>
            <a:lstStyle/>
            <a:p>
              <a:endParaRPr lang="en-US" sz="1701"/>
            </a:p>
          </p:txBody>
        </p:sp>
        <p:sp>
          <p:nvSpPr>
            <p:cNvPr id="11116" name="Rectangle 11115">
              <a:extLst>
                <a:ext uri="{FF2B5EF4-FFF2-40B4-BE49-F238E27FC236}">
                  <a16:creationId xmlns:a16="http://schemas.microsoft.com/office/drawing/2014/main" id="{20A61C0F-B3BB-21A1-BD8A-48D25A44F4B9}"/>
                </a:ext>
              </a:extLst>
            </p:cNvPr>
            <p:cNvSpPr/>
            <p:nvPr/>
          </p:nvSpPr>
          <p:spPr>
            <a:xfrm>
              <a:off x="3006314" y="4143505"/>
              <a:ext cx="149934" cy="261881"/>
            </a:xfrm>
            <a:prstGeom prst="rect">
              <a:avLst/>
            </a:prstGeom>
            <a:solidFill>
              <a:srgbClr val="000000"/>
            </a:solidFill>
            <a:ln w="11990" cap="flat">
              <a:noFill/>
              <a:prstDash val="solid"/>
              <a:miter/>
            </a:ln>
          </p:spPr>
          <p:txBody>
            <a:bodyPr/>
            <a:lstStyle/>
            <a:p>
              <a:endParaRPr lang="en-US" sz="1701"/>
            </a:p>
          </p:txBody>
        </p:sp>
        <p:sp>
          <p:nvSpPr>
            <p:cNvPr id="11117" name="Rectangle 11116">
              <a:extLst>
                <a:ext uri="{FF2B5EF4-FFF2-40B4-BE49-F238E27FC236}">
                  <a16:creationId xmlns:a16="http://schemas.microsoft.com/office/drawing/2014/main" id="{D0FE5DBB-E706-6C63-99CD-0C591D910B9A}"/>
                </a:ext>
              </a:extLst>
            </p:cNvPr>
            <p:cNvSpPr/>
            <p:nvPr/>
          </p:nvSpPr>
          <p:spPr>
            <a:xfrm>
              <a:off x="3339465" y="4274390"/>
              <a:ext cx="149934" cy="130884"/>
            </a:xfrm>
            <a:prstGeom prst="rect">
              <a:avLst/>
            </a:prstGeom>
            <a:solidFill>
              <a:srgbClr val="006400"/>
            </a:solidFill>
            <a:ln w="11990" cap="flat">
              <a:noFill/>
              <a:prstDash val="solid"/>
              <a:miter/>
            </a:ln>
          </p:spPr>
          <p:txBody>
            <a:bodyPr/>
            <a:lstStyle/>
            <a:p>
              <a:endParaRPr lang="en-US" sz="1701"/>
            </a:p>
          </p:txBody>
        </p:sp>
        <p:sp>
          <p:nvSpPr>
            <p:cNvPr id="11118" name="Rectangle 11117">
              <a:extLst>
                <a:ext uri="{FF2B5EF4-FFF2-40B4-BE49-F238E27FC236}">
                  <a16:creationId xmlns:a16="http://schemas.microsoft.com/office/drawing/2014/main" id="{859C0C08-BE5C-6022-0DB6-5927F403B2E8}"/>
                </a:ext>
              </a:extLst>
            </p:cNvPr>
            <p:cNvSpPr/>
            <p:nvPr/>
          </p:nvSpPr>
          <p:spPr>
            <a:xfrm>
              <a:off x="3672615" y="4143505"/>
              <a:ext cx="149934" cy="261881"/>
            </a:xfrm>
            <a:prstGeom prst="rect">
              <a:avLst/>
            </a:prstGeom>
            <a:solidFill>
              <a:srgbClr val="000000"/>
            </a:solidFill>
            <a:ln w="11990" cap="flat">
              <a:noFill/>
              <a:prstDash val="solid"/>
              <a:miter/>
            </a:ln>
          </p:spPr>
          <p:txBody>
            <a:bodyPr/>
            <a:lstStyle/>
            <a:p>
              <a:endParaRPr lang="en-US" sz="1701"/>
            </a:p>
          </p:txBody>
        </p:sp>
        <p:sp>
          <p:nvSpPr>
            <p:cNvPr id="11119" name="Rectangle 11118">
              <a:extLst>
                <a:ext uri="{FF2B5EF4-FFF2-40B4-BE49-F238E27FC236}">
                  <a16:creationId xmlns:a16="http://schemas.microsoft.com/office/drawing/2014/main" id="{F1163B34-87FA-99CB-CCD4-2CF32656EE44}"/>
                </a:ext>
              </a:extLst>
            </p:cNvPr>
            <p:cNvSpPr/>
            <p:nvPr/>
          </p:nvSpPr>
          <p:spPr>
            <a:xfrm>
              <a:off x="3839135" y="4274390"/>
              <a:ext cx="149934" cy="130884"/>
            </a:xfrm>
            <a:prstGeom prst="rect">
              <a:avLst/>
            </a:prstGeom>
            <a:solidFill>
              <a:srgbClr val="A020F0"/>
            </a:solidFill>
            <a:ln w="11990" cap="flat">
              <a:noFill/>
              <a:prstDash val="solid"/>
              <a:miter/>
            </a:ln>
          </p:spPr>
          <p:txBody>
            <a:bodyPr/>
            <a:lstStyle/>
            <a:p>
              <a:endParaRPr lang="en-US" sz="1701"/>
            </a:p>
          </p:txBody>
        </p:sp>
        <p:sp>
          <p:nvSpPr>
            <p:cNvPr id="11120" name="Rectangle 11119">
              <a:extLst>
                <a:ext uri="{FF2B5EF4-FFF2-40B4-BE49-F238E27FC236}">
                  <a16:creationId xmlns:a16="http://schemas.microsoft.com/office/drawing/2014/main" id="{90AC41D2-2A5B-F4DB-1B4B-A1514978D385}"/>
                </a:ext>
              </a:extLst>
            </p:cNvPr>
            <p:cNvSpPr/>
            <p:nvPr/>
          </p:nvSpPr>
          <p:spPr>
            <a:xfrm>
              <a:off x="4172286" y="3881624"/>
              <a:ext cx="149934" cy="130884"/>
            </a:xfrm>
            <a:prstGeom prst="rect">
              <a:avLst/>
            </a:prstGeom>
            <a:solidFill>
              <a:srgbClr val="0000FF"/>
            </a:solidFill>
            <a:ln w="11990" cap="flat">
              <a:noFill/>
              <a:prstDash val="solid"/>
              <a:miter/>
            </a:ln>
          </p:spPr>
          <p:txBody>
            <a:bodyPr/>
            <a:lstStyle/>
            <a:p>
              <a:endParaRPr lang="en-US" sz="1701"/>
            </a:p>
          </p:txBody>
        </p:sp>
        <p:sp>
          <p:nvSpPr>
            <p:cNvPr id="11121" name="Rectangle 11120">
              <a:extLst>
                <a:ext uri="{FF2B5EF4-FFF2-40B4-BE49-F238E27FC236}">
                  <a16:creationId xmlns:a16="http://schemas.microsoft.com/office/drawing/2014/main" id="{DD9FCEA5-59FC-2EE8-0703-D4BC409F175F}"/>
                </a:ext>
              </a:extLst>
            </p:cNvPr>
            <p:cNvSpPr/>
            <p:nvPr/>
          </p:nvSpPr>
          <p:spPr>
            <a:xfrm>
              <a:off x="4172286" y="4012508"/>
              <a:ext cx="149934" cy="130884"/>
            </a:xfrm>
            <a:prstGeom prst="rect">
              <a:avLst/>
            </a:prstGeom>
            <a:solidFill>
              <a:srgbClr val="000000"/>
            </a:solidFill>
            <a:ln w="11990" cap="flat">
              <a:noFill/>
              <a:prstDash val="solid"/>
              <a:miter/>
            </a:ln>
          </p:spPr>
          <p:txBody>
            <a:bodyPr/>
            <a:lstStyle/>
            <a:p>
              <a:endParaRPr lang="en-US" sz="1701"/>
            </a:p>
          </p:txBody>
        </p:sp>
        <p:sp>
          <p:nvSpPr>
            <p:cNvPr id="11122" name="Rectangle 11121">
              <a:extLst>
                <a:ext uri="{FF2B5EF4-FFF2-40B4-BE49-F238E27FC236}">
                  <a16:creationId xmlns:a16="http://schemas.microsoft.com/office/drawing/2014/main" id="{C25CB15B-2964-5F2E-5C9B-DE0961F9172B}"/>
                </a:ext>
              </a:extLst>
            </p:cNvPr>
            <p:cNvSpPr/>
            <p:nvPr/>
          </p:nvSpPr>
          <p:spPr>
            <a:xfrm>
              <a:off x="4172286" y="4143505"/>
              <a:ext cx="149934" cy="130884"/>
            </a:xfrm>
            <a:prstGeom prst="rect">
              <a:avLst/>
            </a:prstGeom>
            <a:solidFill>
              <a:srgbClr val="A020F0"/>
            </a:solidFill>
            <a:ln w="11990" cap="flat">
              <a:noFill/>
              <a:prstDash val="solid"/>
              <a:miter/>
            </a:ln>
          </p:spPr>
          <p:txBody>
            <a:bodyPr/>
            <a:lstStyle/>
            <a:p>
              <a:endParaRPr lang="en-US" sz="1701"/>
            </a:p>
          </p:txBody>
        </p:sp>
        <p:sp>
          <p:nvSpPr>
            <p:cNvPr id="11123" name="Rectangle 11122">
              <a:extLst>
                <a:ext uri="{FF2B5EF4-FFF2-40B4-BE49-F238E27FC236}">
                  <a16:creationId xmlns:a16="http://schemas.microsoft.com/office/drawing/2014/main" id="{3420A38F-55CF-997C-E98F-BAACE2C1D955}"/>
                </a:ext>
              </a:extLst>
            </p:cNvPr>
            <p:cNvSpPr/>
            <p:nvPr/>
          </p:nvSpPr>
          <p:spPr>
            <a:xfrm>
              <a:off x="4172286" y="4274390"/>
              <a:ext cx="149934" cy="130884"/>
            </a:xfrm>
            <a:prstGeom prst="rect">
              <a:avLst/>
            </a:prstGeom>
            <a:solidFill>
              <a:srgbClr val="BEBEBE"/>
            </a:solidFill>
            <a:ln w="11990" cap="flat">
              <a:noFill/>
              <a:prstDash val="solid"/>
              <a:miter/>
            </a:ln>
          </p:spPr>
          <p:txBody>
            <a:bodyPr/>
            <a:lstStyle/>
            <a:p>
              <a:endParaRPr lang="en-US" sz="1701"/>
            </a:p>
          </p:txBody>
        </p:sp>
        <p:sp>
          <p:nvSpPr>
            <p:cNvPr id="11124" name="Rectangle 11123">
              <a:extLst>
                <a:ext uri="{FF2B5EF4-FFF2-40B4-BE49-F238E27FC236}">
                  <a16:creationId xmlns:a16="http://schemas.microsoft.com/office/drawing/2014/main" id="{10A07D68-E19F-9C5E-2E67-951F56028B1E}"/>
                </a:ext>
              </a:extLst>
            </p:cNvPr>
            <p:cNvSpPr/>
            <p:nvPr/>
          </p:nvSpPr>
          <p:spPr>
            <a:xfrm>
              <a:off x="4338805" y="4274390"/>
              <a:ext cx="149934" cy="130884"/>
            </a:xfrm>
            <a:prstGeom prst="rect">
              <a:avLst/>
            </a:prstGeom>
            <a:solidFill>
              <a:srgbClr val="0000FF"/>
            </a:solidFill>
            <a:ln w="11990" cap="flat">
              <a:noFill/>
              <a:prstDash val="solid"/>
              <a:miter/>
            </a:ln>
          </p:spPr>
          <p:txBody>
            <a:bodyPr/>
            <a:lstStyle/>
            <a:p>
              <a:endParaRPr lang="en-US" sz="1701"/>
            </a:p>
          </p:txBody>
        </p:sp>
      </p:grpSp>
      <p:grpSp>
        <p:nvGrpSpPr>
          <p:cNvPr id="573" name="Group 572">
            <a:extLst>
              <a:ext uri="{FF2B5EF4-FFF2-40B4-BE49-F238E27FC236}">
                <a16:creationId xmlns:a16="http://schemas.microsoft.com/office/drawing/2014/main" id="{FB7C12A2-68A0-BF95-84A6-04BED67A96CE}"/>
              </a:ext>
            </a:extLst>
          </p:cNvPr>
          <p:cNvGrpSpPr/>
          <p:nvPr/>
        </p:nvGrpSpPr>
        <p:grpSpPr>
          <a:xfrm>
            <a:off x="409447" y="3735986"/>
            <a:ext cx="228994" cy="1159826"/>
            <a:chOff x="362575" y="4284644"/>
            <a:chExt cx="242345" cy="1329302"/>
          </a:xfrm>
        </p:grpSpPr>
        <p:sp>
          <p:nvSpPr>
            <p:cNvPr id="7194" name="TextBox 7193">
              <a:extLst>
                <a:ext uri="{FF2B5EF4-FFF2-40B4-BE49-F238E27FC236}">
                  <a16:creationId xmlns:a16="http://schemas.microsoft.com/office/drawing/2014/main" id="{C9EC5688-821E-85C9-A8D8-9891D59411FF}"/>
                </a:ext>
              </a:extLst>
            </p:cNvPr>
            <p:cNvSpPr txBox="1"/>
            <p:nvPr/>
          </p:nvSpPr>
          <p:spPr>
            <a:xfrm>
              <a:off x="362575" y="5380641"/>
              <a:ext cx="242345" cy="233305"/>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pPr algn="l"/>
              <a:r>
                <a:rPr lang="en-US" sz="756">
                  <a:ln/>
                  <a:solidFill>
                    <a:srgbClr val="4D4D4D"/>
                  </a:solidFill>
                  <a:latin typeface="Arial"/>
                  <a:cs typeface="Arial"/>
                  <a:sym typeface="Arial"/>
                  <a:rtl val="0"/>
                </a:rPr>
                <a:t>0</a:t>
              </a:r>
            </a:p>
          </p:txBody>
        </p:sp>
        <p:sp>
          <p:nvSpPr>
            <p:cNvPr id="7195" name="TextBox 7194">
              <a:extLst>
                <a:ext uri="{FF2B5EF4-FFF2-40B4-BE49-F238E27FC236}">
                  <a16:creationId xmlns:a16="http://schemas.microsoft.com/office/drawing/2014/main" id="{2C1A5E3A-2C7D-70B2-1DB3-B33A198521E0}"/>
                </a:ext>
              </a:extLst>
            </p:cNvPr>
            <p:cNvSpPr txBox="1"/>
            <p:nvPr/>
          </p:nvSpPr>
          <p:spPr>
            <a:xfrm>
              <a:off x="362575" y="5018711"/>
              <a:ext cx="242345" cy="233305"/>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pPr algn="l"/>
              <a:r>
                <a:rPr lang="en-US" sz="756" dirty="0">
                  <a:ln/>
                  <a:solidFill>
                    <a:srgbClr val="4D4D4D"/>
                  </a:solidFill>
                  <a:latin typeface="Arial"/>
                  <a:cs typeface="Arial"/>
                  <a:sym typeface="Arial"/>
                  <a:rtl val="0"/>
                </a:rPr>
                <a:t>3</a:t>
              </a:r>
            </a:p>
          </p:txBody>
        </p:sp>
        <p:sp>
          <p:nvSpPr>
            <p:cNvPr id="7196" name="TextBox 7195">
              <a:extLst>
                <a:ext uri="{FF2B5EF4-FFF2-40B4-BE49-F238E27FC236}">
                  <a16:creationId xmlns:a16="http://schemas.microsoft.com/office/drawing/2014/main" id="{49642328-B53D-12AB-9AEC-7F2257A8EB9C}"/>
                </a:ext>
              </a:extLst>
            </p:cNvPr>
            <p:cNvSpPr txBox="1"/>
            <p:nvPr/>
          </p:nvSpPr>
          <p:spPr>
            <a:xfrm>
              <a:off x="362575" y="4651737"/>
              <a:ext cx="242345" cy="233305"/>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pPr algn="l"/>
              <a:r>
                <a:rPr lang="en-US" sz="756" dirty="0">
                  <a:ln/>
                  <a:solidFill>
                    <a:srgbClr val="4D4D4D"/>
                  </a:solidFill>
                  <a:latin typeface="Arial"/>
                  <a:cs typeface="Arial"/>
                  <a:sym typeface="Arial"/>
                  <a:rtl val="0"/>
                </a:rPr>
                <a:t>6</a:t>
              </a:r>
            </a:p>
          </p:txBody>
        </p:sp>
        <p:sp>
          <p:nvSpPr>
            <p:cNvPr id="7197" name="TextBox 7196">
              <a:extLst>
                <a:ext uri="{FF2B5EF4-FFF2-40B4-BE49-F238E27FC236}">
                  <a16:creationId xmlns:a16="http://schemas.microsoft.com/office/drawing/2014/main" id="{C601533E-A985-19D1-8AB8-3870C7B7EC94}"/>
                </a:ext>
              </a:extLst>
            </p:cNvPr>
            <p:cNvSpPr txBox="1"/>
            <p:nvPr/>
          </p:nvSpPr>
          <p:spPr>
            <a:xfrm>
              <a:off x="362575" y="4284644"/>
              <a:ext cx="242345" cy="233305"/>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pPr algn="l"/>
              <a:r>
                <a:rPr lang="en-US" sz="756" dirty="0">
                  <a:ln/>
                  <a:solidFill>
                    <a:srgbClr val="4D4D4D"/>
                  </a:solidFill>
                  <a:latin typeface="Arial"/>
                  <a:cs typeface="Arial"/>
                  <a:sym typeface="Arial"/>
                  <a:rtl val="0"/>
                </a:rPr>
                <a:t>9</a:t>
              </a:r>
            </a:p>
          </p:txBody>
        </p:sp>
      </p:grpSp>
      <p:sp>
        <p:nvSpPr>
          <p:cNvPr id="11126" name="TextBox 11125">
            <a:extLst>
              <a:ext uri="{FF2B5EF4-FFF2-40B4-BE49-F238E27FC236}">
                <a16:creationId xmlns:a16="http://schemas.microsoft.com/office/drawing/2014/main" id="{7DE9377A-1FF8-2240-9F94-FE288E0C29DA}"/>
              </a:ext>
            </a:extLst>
          </p:cNvPr>
          <p:cNvSpPr txBox="1"/>
          <p:nvPr/>
        </p:nvSpPr>
        <p:spPr>
          <a:xfrm>
            <a:off x="72169" y="3497857"/>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D</a:t>
            </a:r>
          </a:p>
        </p:txBody>
      </p:sp>
      <p:grpSp>
        <p:nvGrpSpPr>
          <p:cNvPr id="11128" name="Group 11127">
            <a:extLst>
              <a:ext uri="{FF2B5EF4-FFF2-40B4-BE49-F238E27FC236}">
                <a16:creationId xmlns:a16="http://schemas.microsoft.com/office/drawing/2014/main" id="{0E912C15-E74C-B16F-9582-86B8740A80C9}"/>
              </a:ext>
            </a:extLst>
          </p:cNvPr>
          <p:cNvGrpSpPr/>
          <p:nvPr/>
        </p:nvGrpSpPr>
        <p:grpSpPr>
          <a:xfrm>
            <a:off x="3621712" y="0"/>
            <a:ext cx="2711284" cy="1531723"/>
            <a:chOff x="246403" y="4142483"/>
            <a:chExt cx="2869365" cy="1621030"/>
          </a:xfrm>
        </p:grpSpPr>
        <p:sp>
          <p:nvSpPr>
            <p:cNvPr id="11129" name="TextBox 11128">
              <a:extLst>
                <a:ext uri="{FF2B5EF4-FFF2-40B4-BE49-F238E27FC236}">
                  <a16:creationId xmlns:a16="http://schemas.microsoft.com/office/drawing/2014/main" id="{DC4B2727-6D00-6CD0-5E86-5CA76970DB78}"/>
                </a:ext>
              </a:extLst>
            </p:cNvPr>
            <p:cNvSpPr txBox="1"/>
            <p:nvPr/>
          </p:nvSpPr>
          <p:spPr>
            <a:xfrm rot="16200000">
              <a:off x="-18404" y="4692628"/>
              <a:ext cx="783518" cy="253904"/>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pPr algn="l"/>
              <a:r>
                <a:rPr lang="en-US" sz="992" dirty="0">
                  <a:ln/>
                  <a:solidFill>
                    <a:srgbClr val="000000"/>
                  </a:solidFill>
                  <a:latin typeface="Arial"/>
                  <a:cs typeface="Arial"/>
                  <a:sym typeface="Arial"/>
                  <a:rtl val="0"/>
                </a:rPr>
                <a:t>Prediction</a:t>
              </a:r>
              <a:endParaRPr lang="en-US" sz="1323" dirty="0">
                <a:ln/>
                <a:solidFill>
                  <a:srgbClr val="000000"/>
                </a:solidFill>
                <a:latin typeface="Arial"/>
                <a:cs typeface="Arial"/>
                <a:sym typeface="Arial"/>
                <a:rtl val="0"/>
              </a:endParaRPr>
            </a:p>
          </p:txBody>
        </p:sp>
        <p:grpSp>
          <p:nvGrpSpPr>
            <p:cNvPr id="11130" name="Group 11129">
              <a:extLst>
                <a:ext uri="{FF2B5EF4-FFF2-40B4-BE49-F238E27FC236}">
                  <a16:creationId xmlns:a16="http://schemas.microsoft.com/office/drawing/2014/main" id="{9286D705-AFA1-561C-CA3B-CD0B1EB55AD3}"/>
                </a:ext>
              </a:extLst>
            </p:cNvPr>
            <p:cNvGrpSpPr/>
            <p:nvPr/>
          </p:nvGrpSpPr>
          <p:grpSpPr>
            <a:xfrm>
              <a:off x="368809" y="4142483"/>
              <a:ext cx="2746959" cy="1621030"/>
              <a:chOff x="368809" y="4142483"/>
              <a:chExt cx="2746959" cy="1621030"/>
            </a:xfrm>
          </p:grpSpPr>
          <p:grpSp>
            <p:nvGrpSpPr>
              <p:cNvPr id="11131" name="Group 11130">
                <a:extLst>
                  <a:ext uri="{FF2B5EF4-FFF2-40B4-BE49-F238E27FC236}">
                    <a16:creationId xmlns:a16="http://schemas.microsoft.com/office/drawing/2014/main" id="{C8C3B410-C208-7E67-689B-BD44CA5D0AA5}"/>
                  </a:ext>
                </a:extLst>
              </p:cNvPr>
              <p:cNvGrpSpPr/>
              <p:nvPr/>
            </p:nvGrpSpPr>
            <p:grpSpPr>
              <a:xfrm>
                <a:off x="682569" y="4205748"/>
                <a:ext cx="2267010" cy="1200976"/>
                <a:chOff x="2294381" y="2538159"/>
                <a:chExt cx="1702562" cy="901953"/>
              </a:xfrm>
            </p:grpSpPr>
            <p:sp>
              <p:nvSpPr>
                <p:cNvPr id="11170" name="Freeform: Shape 11169">
                  <a:extLst>
                    <a:ext uri="{FF2B5EF4-FFF2-40B4-BE49-F238E27FC236}">
                      <a16:creationId xmlns:a16="http://schemas.microsoft.com/office/drawing/2014/main" id="{42D74A6B-3A7F-B866-B41B-9A36A7795782}"/>
                    </a:ext>
                  </a:extLst>
                </p:cNvPr>
                <p:cNvSpPr/>
                <p:nvPr/>
              </p:nvSpPr>
              <p:spPr>
                <a:xfrm>
                  <a:off x="2294381" y="3309429"/>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6731" cap="flat">
                  <a:solidFill>
                    <a:srgbClr val="EBEBEB"/>
                  </a:solidFill>
                  <a:prstDash val="solid"/>
                  <a:round/>
                </a:ln>
              </p:spPr>
              <p:txBody>
                <a:bodyPr/>
                <a:lstStyle/>
                <a:p>
                  <a:endParaRPr lang="en-US" sz="1701"/>
                </a:p>
              </p:txBody>
            </p:sp>
            <p:sp>
              <p:nvSpPr>
                <p:cNvPr id="11171" name="Freeform: Shape 11170">
                  <a:extLst>
                    <a:ext uri="{FF2B5EF4-FFF2-40B4-BE49-F238E27FC236}">
                      <a16:creationId xmlns:a16="http://schemas.microsoft.com/office/drawing/2014/main" id="{1D8B7CEE-B73A-CC11-7539-EDB3E94197F8}"/>
                    </a:ext>
                  </a:extLst>
                </p:cNvPr>
                <p:cNvSpPr/>
                <p:nvPr/>
              </p:nvSpPr>
              <p:spPr>
                <a:xfrm>
                  <a:off x="2294381" y="3098864"/>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6731" cap="flat">
                  <a:solidFill>
                    <a:srgbClr val="EBEBEB"/>
                  </a:solidFill>
                  <a:prstDash val="solid"/>
                  <a:round/>
                </a:ln>
              </p:spPr>
              <p:txBody>
                <a:bodyPr/>
                <a:lstStyle/>
                <a:p>
                  <a:endParaRPr lang="en-US" sz="1701"/>
                </a:p>
              </p:txBody>
            </p:sp>
            <p:sp>
              <p:nvSpPr>
                <p:cNvPr id="11172" name="Freeform: Shape 11171">
                  <a:extLst>
                    <a:ext uri="{FF2B5EF4-FFF2-40B4-BE49-F238E27FC236}">
                      <a16:creationId xmlns:a16="http://schemas.microsoft.com/office/drawing/2014/main" id="{DB7BD173-13AB-EC5E-BF5B-CD6EBBBC0C93}"/>
                    </a:ext>
                  </a:extLst>
                </p:cNvPr>
                <p:cNvSpPr/>
                <p:nvPr/>
              </p:nvSpPr>
              <p:spPr>
                <a:xfrm>
                  <a:off x="2294381" y="2888425"/>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6731" cap="flat">
                  <a:solidFill>
                    <a:srgbClr val="EBEBEB"/>
                  </a:solidFill>
                  <a:prstDash val="solid"/>
                  <a:round/>
                </a:ln>
              </p:spPr>
              <p:txBody>
                <a:bodyPr/>
                <a:lstStyle/>
                <a:p>
                  <a:endParaRPr lang="en-US" sz="1701"/>
                </a:p>
              </p:txBody>
            </p:sp>
            <p:sp>
              <p:nvSpPr>
                <p:cNvPr id="11173" name="Freeform: Shape 11172">
                  <a:extLst>
                    <a:ext uri="{FF2B5EF4-FFF2-40B4-BE49-F238E27FC236}">
                      <a16:creationId xmlns:a16="http://schemas.microsoft.com/office/drawing/2014/main" id="{1091DB10-C513-99E8-C911-BD91E6D0184F}"/>
                    </a:ext>
                  </a:extLst>
                </p:cNvPr>
                <p:cNvSpPr/>
                <p:nvPr/>
              </p:nvSpPr>
              <p:spPr>
                <a:xfrm>
                  <a:off x="2294381" y="2677985"/>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6731" cap="flat">
                  <a:solidFill>
                    <a:srgbClr val="EBEBEB"/>
                  </a:solidFill>
                  <a:prstDash val="solid"/>
                  <a:round/>
                </a:ln>
              </p:spPr>
              <p:txBody>
                <a:bodyPr/>
                <a:lstStyle/>
                <a:p>
                  <a:endParaRPr lang="en-US" sz="1701"/>
                </a:p>
              </p:txBody>
            </p:sp>
            <p:sp>
              <p:nvSpPr>
                <p:cNvPr id="11174" name="Freeform: Shape 11173">
                  <a:extLst>
                    <a:ext uri="{FF2B5EF4-FFF2-40B4-BE49-F238E27FC236}">
                      <a16:creationId xmlns:a16="http://schemas.microsoft.com/office/drawing/2014/main" id="{E126D7E5-2588-508B-7DD8-8904B01BEB01}"/>
                    </a:ext>
                  </a:extLst>
                </p:cNvPr>
                <p:cNvSpPr/>
                <p:nvPr/>
              </p:nvSpPr>
              <p:spPr>
                <a:xfrm>
                  <a:off x="2294381" y="3414585"/>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13589" cap="flat">
                  <a:solidFill>
                    <a:srgbClr val="EBEBEB"/>
                  </a:solidFill>
                  <a:prstDash val="solid"/>
                  <a:round/>
                </a:ln>
              </p:spPr>
              <p:txBody>
                <a:bodyPr/>
                <a:lstStyle/>
                <a:p>
                  <a:endParaRPr lang="en-US" sz="1701"/>
                </a:p>
              </p:txBody>
            </p:sp>
            <p:sp>
              <p:nvSpPr>
                <p:cNvPr id="11175" name="Freeform: Shape 11174">
                  <a:extLst>
                    <a:ext uri="{FF2B5EF4-FFF2-40B4-BE49-F238E27FC236}">
                      <a16:creationId xmlns:a16="http://schemas.microsoft.com/office/drawing/2014/main" id="{51ED9828-AABB-089E-C2D3-48DDDD3FD45C}"/>
                    </a:ext>
                  </a:extLst>
                </p:cNvPr>
                <p:cNvSpPr/>
                <p:nvPr/>
              </p:nvSpPr>
              <p:spPr>
                <a:xfrm>
                  <a:off x="2294381" y="3204146"/>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13589" cap="flat">
                  <a:solidFill>
                    <a:srgbClr val="EBEBEB"/>
                  </a:solidFill>
                  <a:prstDash val="solid"/>
                  <a:round/>
                </a:ln>
              </p:spPr>
              <p:txBody>
                <a:bodyPr/>
                <a:lstStyle/>
                <a:p>
                  <a:endParaRPr lang="en-US" sz="1701"/>
                </a:p>
              </p:txBody>
            </p:sp>
            <p:sp>
              <p:nvSpPr>
                <p:cNvPr id="11176" name="Freeform: Shape 11175">
                  <a:extLst>
                    <a:ext uri="{FF2B5EF4-FFF2-40B4-BE49-F238E27FC236}">
                      <a16:creationId xmlns:a16="http://schemas.microsoft.com/office/drawing/2014/main" id="{DF8E0D08-B09D-9A46-A9DB-FDEF9DEF00CA}"/>
                    </a:ext>
                  </a:extLst>
                </p:cNvPr>
                <p:cNvSpPr/>
                <p:nvPr/>
              </p:nvSpPr>
              <p:spPr>
                <a:xfrm>
                  <a:off x="2294381" y="2993707"/>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13589" cap="flat">
                  <a:solidFill>
                    <a:srgbClr val="EBEBEB"/>
                  </a:solidFill>
                  <a:prstDash val="solid"/>
                  <a:round/>
                </a:ln>
              </p:spPr>
              <p:txBody>
                <a:bodyPr/>
                <a:lstStyle/>
                <a:p>
                  <a:endParaRPr lang="en-US" sz="1701"/>
                </a:p>
              </p:txBody>
            </p:sp>
            <p:sp>
              <p:nvSpPr>
                <p:cNvPr id="11177" name="Freeform: Shape 11176">
                  <a:extLst>
                    <a:ext uri="{FF2B5EF4-FFF2-40B4-BE49-F238E27FC236}">
                      <a16:creationId xmlns:a16="http://schemas.microsoft.com/office/drawing/2014/main" id="{C555B6EE-D01F-38AB-CB41-C42519F32B7F}"/>
                    </a:ext>
                  </a:extLst>
                </p:cNvPr>
                <p:cNvSpPr/>
                <p:nvPr/>
              </p:nvSpPr>
              <p:spPr>
                <a:xfrm>
                  <a:off x="2294381" y="2783269"/>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13589" cap="flat">
                  <a:solidFill>
                    <a:srgbClr val="EBEBEB"/>
                  </a:solidFill>
                  <a:prstDash val="solid"/>
                  <a:round/>
                </a:ln>
              </p:spPr>
              <p:txBody>
                <a:bodyPr/>
                <a:lstStyle/>
                <a:p>
                  <a:endParaRPr lang="en-US" sz="1701"/>
                </a:p>
              </p:txBody>
            </p:sp>
            <p:sp>
              <p:nvSpPr>
                <p:cNvPr id="11178" name="Freeform: Shape 11177">
                  <a:extLst>
                    <a:ext uri="{FF2B5EF4-FFF2-40B4-BE49-F238E27FC236}">
                      <a16:creationId xmlns:a16="http://schemas.microsoft.com/office/drawing/2014/main" id="{E5991A89-849A-5FA3-1AD4-3A348CD34450}"/>
                    </a:ext>
                  </a:extLst>
                </p:cNvPr>
                <p:cNvSpPr/>
                <p:nvPr/>
              </p:nvSpPr>
              <p:spPr>
                <a:xfrm>
                  <a:off x="2294381" y="2572830"/>
                  <a:ext cx="1702562" cy="12700"/>
                </a:xfrm>
                <a:custGeom>
                  <a:avLst/>
                  <a:gdLst>
                    <a:gd name="csX0" fmla="*/ 0 w 1702562"/>
                    <a:gd name="csY0" fmla="*/ 0 h 12700"/>
                    <a:gd name="csX1" fmla="*/ 1702562 w 1702562"/>
                    <a:gd name="csY1" fmla="*/ 0 h 12700"/>
                  </a:gdLst>
                  <a:ahLst/>
                  <a:cxnLst>
                    <a:cxn ang="0">
                      <a:pos x="csX0" y="csY0"/>
                    </a:cxn>
                    <a:cxn ang="0">
                      <a:pos x="csX1" y="csY1"/>
                    </a:cxn>
                  </a:cxnLst>
                  <a:rect l="l" t="t" r="r" b="b"/>
                  <a:pathLst>
                    <a:path w="1702562" h="12700">
                      <a:moveTo>
                        <a:pt x="0" y="0"/>
                      </a:moveTo>
                      <a:lnTo>
                        <a:pt x="1702562" y="0"/>
                      </a:lnTo>
                    </a:path>
                  </a:pathLst>
                </a:custGeom>
                <a:noFill/>
                <a:ln w="13589" cap="flat">
                  <a:solidFill>
                    <a:srgbClr val="EBEBEB"/>
                  </a:solidFill>
                  <a:prstDash val="solid"/>
                  <a:round/>
                </a:ln>
              </p:spPr>
              <p:txBody>
                <a:bodyPr/>
                <a:lstStyle/>
                <a:p>
                  <a:endParaRPr lang="en-US" sz="1701"/>
                </a:p>
              </p:txBody>
            </p:sp>
            <p:sp>
              <p:nvSpPr>
                <p:cNvPr id="11179" name="Freeform: Shape 11178">
                  <a:extLst>
                    <a:ext uri="{FF2B5EF4-FFF2-40B4-BE49-F238E27FC236}">
                      <a16:creationId xmlns:a16="http://schemas.microsoft.com/office/drawing/2014/main" id="{EAE1B3F1-E3B4-F837-403A-22543ADBFDDB}"/>
                    </a:ext>
                  </a:extLst>
                </p:cNvPr>
                <p:cNvSpPr/>
                <p:nvPr/>
              </p:nvSpPr>
              <p:spPr>
                <a:xfrm>
                  <a:off x="2357373"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0" name="Freeform: Shape 11179">
                  <a:extLst>
                    <a:ext uri="{FF2B5EF4-FFF2-40B4-BE49-F238E27FC236}">
                      <a16:creationId xmlns:a16="http://schemas.microsoft.com/office/drawing/2014/main" id="{EB780606-1BE3-6645-2DAE-F4A8FBD75131}"/>
                    </a:ext>
                  </a:extLst>
                </p:cNvPr>
                <p:cNvSpPr/>
                <p:nvPr/>
              </p:nvSpPr>
              <p:spPr>
                <a:xfrm>
                  <a:off x="2462530"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1" name="Freeform: Shape 11180">
                  <a:extLst>
                    <a:ext uri="{FF2B5EF4-FFF2-40B4-BE49-F238E27FC236}">
                      <a16:creationId xmlns:a16="http://schemas.microsoft.com/office/drawing/2014/main" id="{926EB8F4-AC9C-C291-A209-AFD2358CE0DF}"/>
                    </a:ext>
                  </a:extLst>
                </p:cNvPr>
                <p:cNvSpPr/>
                <p:nvPr/>
              </p:nvSpPr>
              <p:spPr>
                <a:xfrm>
                  <a:off x="2567559"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2" name="Freeform: Shape 11181">
                  <a:extLst>
                    <a:ext uri="{FF2B5EF4-FFF2-40B4-BE49-F238E27FC236}">
                      <a16:creationId xmlns:a16="http://schemas.microsoft.com/office/drawing/2014/main" id="{0F559534-0636-3ACF-EF39-8E8EA5CEC08D}"/>
                    </a:ext>
                  </a:extLst>
                </p:cNvPr>
                <p:cNvSpPr/>
                <p:nvPr/>
              </p:nvSpPr>
              <p:spPr>
                <a:xfrm>
                  <a:off x="2672715"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3" name="Freeform: Shape 11182">
                  <a:extLst>
                    <a:ext uri="{FF2B5EF4-FFF2-40B4-BE49-F238E27FC236}">
                      <a16:creationId xmlns:a16="http://schemas.microsoft.com/office/drawing/2014/main" id="{379F6A66-2402-2C30-351E-8EA519DC98E0}"/>
                    </a:ext>
                  </a:extLst>
                </p:cNvPr>
                <p:cNvSpPr/>
                <p:nvPr/>
              </p:nvSpPr>
              <p:spPr>
                <a:xfrm>
                  <a:off x="2777743"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4" name="Freeform: Shape 11183">
                  <a:extLst>
                    <a:ext uri="{FF2B5EF4-FFF2-40B4-BE49-F238E27FC236}">
                      <a16:creationId xmlns:a16="http://schemas.microsoft.com/office/drawing/2014/main" id="{8E633C4F-AF88-3182-6F4C-3A6A57FB2DCC}"/>
                    </a:ext>
                  </a:extLst>
                </p:cNvPr>
                <p:cNvSpPr/>
                <p:nvPr/>
              </p:nvSpPr>
              <p:spPr>
                <a:xfrm>
                  <a:off x="2882900"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5" name="Freeform: Shape 11184">
                  <a:extLst>
                    <a:ext uri="{FF2B5EF4-FFF2-40B4-BE49-F238E27FC236}">
                      <a16:creationId xmlns:a16="http://schemas.microsoft.com/office/drawing/2014/main" id="{8BA32714-E5F8-4DCA-4B71-86CB4DA10155}"/>
                    </a:ext>
                  </a:extLst>
                </p:cNvPr>
                <p:cNvSpPr/>
                <p:nvPr/>
              </p:nvSpPr>
              <p:spPr>
                <a:xfrm>
                  <a:off x="2987928"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6" name="Freeform: Shape 11185">
                  <a:extLst>
                    <a:ext uri="{FF2B5EF4-FFF2-40B4-BE49-F238E27FC236}">
                      <a16:creationId xmlns:a16="http://schemas.microsoft.com/office/drawing/2014/main" id="{2034885C-6C43-D121-2F41-58631329D668}"/>
                    </a:ext>
                  </a:extLst>
                </p:cNvPr>
                <p:cNvSpPr/>
                <p:nvPr/>
              </p:nvSpPr>
              <p:spPr>
                <a:xfrm>
                  <a:off x="3093084"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7" name="Freeform: Shape 11186">
                  <a:extLst>
                    <a:ext uri="{FF2B5EF4-FFF2-40B4-BE49-F238E27FC236}">
                      <a16:creationId xmlns:a16="http://schemas.microsoft.com/office/drawing/2014/main" id="{E4145239-8209-BB23-1366-07E474B24D1D}"/>
                    </a:ext>
                  </a:extLst>
                </p:cNvPr>
                <p:cNvSpPr/>
                <p:nvPr/>
              </p:nvSpPr>
              <p:spPr>
                <a:xfrm>
                  <a:off x="3198240"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8" name="Freeform: Shape 11187">
                  <a:extLst>
                    <a:ext uri="{FF2B5EF4-FFF2-40B4-BE49-F238E27FC236}">
                      <a16:creationId xmlns:a16="http://schemas.microsoft.com/office/drawing/2014/main" id="{06633C2D-2E53-C38C-0A24-B2F22B60550E}"/>
                    </a:ext>
                  </a:extLst>
                </p:cNvPr>
                <p:cNvSpPr/>
                <p:nvPr/>
              </p:nvSpPr>
              <p:spPr>
                <a:xfrm>
                  <a:off x="3303270"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89" name="Freeform: Shape 11188">
                  <a:extLst>
                    <a:ext uri="{FF2B5EF4-FFF2-40B4-BE49-F238E27FC236}">
                      <a16:creationId xmlns:a16="http://schemas.microsoft.com/office/drawing/2014/main" id="{7108B4C2-62C7-FE3B-112D-5D45980EEDAF}"/>
                    </a:ext>
                  </a:extLst>
                </p:cNvPr>
                <p:cNvSpPr/>
                <p:nvPr/>
              </p:nvSpPr>
              <p:spPr>
                <a:xfrm>
                  <a:off x="3408425"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90" name="Freeform: Shape 11189">
                  <a:extLst>
                    <a:ext uri="{FF2B5EF4-FFF2-40B4-BE49-F238E27FC236}">
                      <a16:creationId xmlns:a16="http://schemas.microsoft.com/office/drawing/2014/main" id="{9290D846-4C98-F3AF-9F67-3DE816A14B30}"/>
                    </a:ext>
                  </a:extLst>
                </p:cNvPr>
                <p:cNvSpPr/>
                <p:nvPr/>
              </p:nvSpPr>
              <p:spPr>
                <a:xfrm>
                  <a:off x="3513454"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91" name="Freeform: Shape 11190">
                  <a:extLst>
                    <a:ext uri="{FF2B5EF4-FFF2-40B4-BE49-F238E27FC236}">
                      <a16:creationId xmlns:a16="http://schemas.microsoft.com/office/drawing/2014/main" id="{632A9EB7-42CE-0A64-21BE-67ADF13C3CA3}"/>
                    </a:ext>
                  </a:extLst>
                </p:cNvPr>
                <p:cNvSpPr/>
                <p:nvPr/>
              </p:nvSpPr>
              <p:spPr>
                <a:xfrm>
                  <a:off x="3618610"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92" name="Freeform: Shape 11191">
                  <a:extLst>
                    <a:ext uri="{FF2B5EF4-FFF2-40B4-BE49-F238E27FC236}">
                      <a16:creationId xmlns:a16="http://schemas.microsoft.com/office/drawing/2014/main" id="{B57CC562-678E-B4C1-D980-1EA940899E43}"/>
                    </a:ext>
                  </a:extLst>
                </p:cNvPr>
                <p:cNvSpPr/>
                <p:nvPr/>
              </p:nvSpPr>
              <p:spPr>
                <a:xfrm>
                  <a:off x="3723640"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93" name="Freeform: Shape 11192">
                  <a:extLst>
                    <a:ext uri="{FF2B5EF4-FFF2-40B4-BE49-F238E27FC236}">
                      <a16:creationId xmlns:a16="http://schemas.microsoft.com/office/drawing/2014/main" id="{106EEB3B-48E8-453F-4212-DC8692D39AE0}"/>
                    </a:ext>
                  </a:extLst>
                </p:cNvPr>
                <p:cNvSpPr/>
                <p:nvPr/>
              </p:nvSpPr>
              <p:spPr>
                <a:xfrm>
                  <a:off x="3828795"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94" name="Freeform: Shape 11193">
                  <a:extLst>
                    <a:ext uri="{FF2B5EF4-FFF2-40B4-BE49-F238E27FC236}">
                      <a16:creationId xmlns:a16="http://schemas.microsoft.com/office/drawing/2014/main" id="{49EF9AE5-8440-6022-9FD5-A5A252D2AC4F}"/>
                    </a:ext>
                  </a:extLst>
                </p:cNvPr>
                <p:cNvSpPr/>
                <p:nvPr/>
              </p:nvSpPr>
              <p:spPr>
                <a:xfrm>
                  <a:off x="3933951" y="2538159"/>
                  <a:ext cx="12700" cy="901953"/>
                </a:xfrm>
                <a:custGeom>
                  <a:avLst/>
                  <a:gdLst>
                    <a:gd name="csX0" fmla="*/ 0 w 12700"/>
                    <a:gd name="csY0" fmla="*/ 901954 h 901953"/>
                    <a:gd name="csX1" fmla="*/ 0 w 12700"/>
                    <a:gd name="csY1" fmla="*/ 0 h 901953"/>
                  </a:gdLst>
                  <a:ahLst/>
                  <a:cxnLst>
                    <a:cxn ang="0">
                      <a:pos x="csX0" y="csY0"/>
                    </a:cxn>
                    <a:cxn ang="0">
                      <a:pos x="csX1" y="csY1"/>
                    </a:cxn>
                  </a:cxnLst>
                  <a:rect l="l" t="t" r="r" b="b"/>
                  <a:pathLst>
                    <a:path w="12700" h="901953">
                      <a:moveTo>
                        <a:pt x="0" y="901954"/>
                      </a:moveTo>
                      <a:lnTo>
                        <a:pt x="0" y="0"/>
                      </a:lnTo>
                    </a:path>
                  </a:pathLst>
                </a:custGeom>
                <a:noFill/>
                <a:ln w="13589" cap="flat">
                  <a:solidFill>
                    <a:srgbClr val="EBEBEB"/>
                  </a:solidFill>
                  <a:prstDash val="solid"/>
                  <a:round/>
                </a:ln>
              </p:spPr>
              <p:txBody>
                <a:bodyPr/>
                <a:lstStyle/>
                <a:p>
                  <a:endParaRPr lang="en-US" sz="1701"/>
                </a:p>
              </p:txBody>
            </p:sp>
            <p:sp>
              <p:nvSpPr>
                <p:cNvPr id="11195" name="Freeform: Shape 11194">
                  <a:extLst>
                    <a:ext uri="{FF2B5EF4-FFF2-40B4-BE49-F238E27FC236}">
                      <a16:creationId xmlns:a16="http://schemas.microsoft.com/office/drawing/2014/main" id="{FF4A2650-14DA-64B0-2A73-C9D2D2185AD6}"/>
                    </a:ext>
                  </a:extLst>
                </p:cNvPr>
                <p:cNvSpPr/>
                <p:nvPr/>
              </p:nvSpPr>
              <p:spPr>
                <a:xfrm>
                  <a:off x="3282315" y="3142425"/>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196" name="Freeform: Shape 11195">
                  <a:extLst>
                    <a:ext uri="{FF2B5EF4-FFF2-40B4-BE49-F238E27FC236}">
                      <a16:creationId xmlns:a16="http://schemas.microsoft.com/office/drawing/2014/main" id="{D2CA1836-DBAE-5FF6-C413-7E743350E3ED}"/>
                    </a:ext>
                  </a:extLst>
                </p:cNvPr>
                <p:cNvSpPr/>
                <p:nvPr/>
              </p:nvSpPr>
              <p:spPr>
                <a:xfrm>
                  <a:off x="3303270" y="3142425"/>
                  <a:ext cx="12700" cy="154177"/>
                </a:xfrm>
                <a:custGeom>
                  <a:avLst/>
                  <a:gdLst>
                    <a:gd name="csX0" fmla="*/ 0 w 12700"/>
                    <a:gd name="csY0" fmla="*/ 0 h 154177"/>
                    <a:gd name="csX1" fmla="*/ 0 w 12700"/>
                    <a:gd name="csY1" fmla="*/ 154178 h 154177"/>
                  </a:gdLst>
                  <a:ahLst/>
                  <a:cxnLst>
                    <a:cxn ang="0">
                      <a:pos x="csX0" y="csY0"/>
                    </a:cxn>
                    <a:cxn ang="0">
                      <a:pos x="csX1" y="csY1"/>
                    </a:cxn>
                  </a:cxnLst>
                  <a:rect l="l" t="t" r="r" b="b"/>
                  <a:pathLst>
                    <a:path w="12700" h="154177">
                      <a:moveTo>
                        <a:pt x="0" y="0"/>
                      </a:moveTo>
                      <a:lnTo>
                        <a:pt x="0" y="154178"/>
                      </a:lnTo>
                    </a:path>
                  </a:pathLst>
                </a:custGeom>
                <a:noFill/>
                <a:ln w="13589" cap="flat">
                  <a:solidFill>
                    <a:srgbClr val="000000"/>
                  </a:solidFill>
                  <a:prstDash val="solid"/>
                  <a:round/>
                </a:ln>
              </p:spPr>
              <p:txBody>
                <a:bodyPr/>
                <a:lstStyle/>
                <a:p>
                  <a:endParaRPr lang="en-US" sz="1701"/>
                </a:p>
              </p:txBody>
            </p:sp>
            <p:sp>
              <p:nvSpPr>
                <p:cNvPr id="11197" name="Freeform: Shape 11196">
                  <a:extLst>
                    <a:ext uri="{FF2B5EF4-FFF2-40B4-BE49-F238E27FC236}">
                      <a16:creationId xmlns:a16="http://schemas.microsoft.com/office/drawing/2014/main" id="{5A54A5F0-EE7B-F01E-8BE2-A64FDFB7413C}"/>
                    </a:ext>
                  </a:extLst>
                </p:cNvPr>
                <p:cNvSpPr/>
                <p:nvPr/>
              </p:nvSpPr>
              <p:spPr>
                <a:xfrm>
                  <a:off x="3282315" y="3296602"/>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198" name="Freeform: Shape 11197">
                  <a:extLst>
                    <a:ext uri="{FF2B5EF4-FFF2-40B4-BE49-F238E27FC236}">
                      <a16:creationId xmlns:a16="http://schemas.microsoft.com/office/drawing/2014/main" id="{456551C0-D003-D607-764C-99F02B7409FF}"/>
                    </a:ext>
                  </a:extLst>
                </p:cNvPr>
                <p:cNvSpPr/>
                <p:nvPr/>
              </p:nvSpPr>
              <p:spPr>
                <a:xfrm>
                  <a:off x="3912869" y="3376359"/>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199" name="Freeform: Shape 11198">
                  <a:extLst>
                    <a:ext uri="{FF2B5EF4-FFF2-40B4-BE49-F238E27FC236}">
                      <a16:creationId xmlns:a16="http://schemas.microsoft.com/office/drawing/2014/main" id="{B7DD973B-9C56-85D1-F1AB-369DA23DCE9F}"/>
                    </a:ext>
                  </a:extLst>
                </p:cNvPr>
                <p:cNvSpPr/>
                <p:nvPr/>
              </p:nvSpPr>
              <p:spPr>
                <a:xfrm>
                  <a:off x="3933951" y="3376359"/>
                  <a:ext cx="12700" cy="20573"/>
                </a:xfrm>
                <a:custGeom>
                  <a:avLst/>
                  <a:gdLst>
                    <a:gd name="csX0" fmla="*/ 0 w 12700"/>
                    <a:gd name="csY0" fmla="*/ 0 h 20573"/>
                    <a:gd name="csX1" fmla="*/ 0 w 12700"/>
                    <a:gd name="csY1" fmla="*/ 20574 h 20573"/>
                  </a:gdLst>
                  <a:ahLst/>
                  <a:cxnLst>
                    <a:cxn ang="0">
                      <a:pos x="csX0" y="csY0"/>
                    </a:cxn>
                    <a:cxn ang="0">
                      <a:pos x="csX1" y="csY1"/>
                    </a:cxn>
                  </a:cxnLst>
                  <a:rect l="l" t="t" r="r" b="b"/>
                  <a:pathLst>
                    <a:path w="12700" h="20573">
                      <a:moveTo>
                        <a:pt x="0" y="0"/>
                      </a:moveTo>
                      <a:lnTo>
                        <a:pt x="0" y="20574"/>
                      </a:lnTo>
                    </a:path>
                  </a:pathLst>
                </a:custGeom>
                <a:noFill/>
                <a:ln w="13589" cap="flat">
                  <a:solidFill>
                    <a:srgbClr val="000000"/>
                  </a:solidFill>
                  <a:prstDash val="solid"/>
                  <a:round/>
                </a:ln>
              </p:spPr>
              <p:txBody>
                <a:bodyPr/>
                <a:lstStyle/>
                <a:p>
                  <a:endParaRPr lang="en-US" sz="1701"/>
                </a:p>
              </p:txBody>
            </p:sp>
            <p:sp>
              <p:nvSpPr>
                <p:cNvPr id="11200" name="Freeform: Shape 11199">
                  <a:extLst>
                    <a:ext uri="{FF2B5EF4-FFF2-40B4-BE49-F238E27FC236}">
                      <a16:creationId xmlns:a16="http://schemas.microsoft.com/office/drawing/2014/main" id="{3C9986FD-B6E1-97D0-7DD3-E1409BE494B5}"/>
                    </a:ext>
                  </a:extLst>
                </p:cNvPr>
                <p:cNvSpPr/>
                <p:nvPr/>
              </p:nvSpPr>
              <p:spPr>
                <a:xfrm>
                  <a:off x="3912869" y="3396932"/>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01" name="Freeform: Shape 11200">
                  <a:extLst>
                    <a:ext uri="{FF2B5EF4-FFF2-40B4-BE49-F238E27FC236}">
                      <a16:creationId xmlns:a16="http://schemas.microsoft.com/office/drawing/2014/main" id="{7EE5BADD-3446-7175-2E8F-B3F0F7A8C3F2}"/>
                    </a:ext>
                  </a:extLst>
                </p:cNvPr>
                <p:cNvSpPr/>
                <p:nvPr/>
              </p:nvSpPr>
              <p:spPr>
                <a:xfrm>
                  <a:off x="2756789" y="2912808"/>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02" name="Freeform: Shape 11201">
                  <a:extLst>
                    <a:ext uri="{FF2B5EF4-FFF2-40B4-BE49-F238E27FC236}">
                      <a16:creationId xmlns:a16="http://schemas.microsoft.com/office/drawing/2014/main" id="{224937DA-80AA-58B1-B5B6-9C9D9E870A78}"/>
                    </a:ext>
                  </a:extLst>
                </p:cNvPr>
                <p:cNvSpPr/>
                <p:nvPr/>
              </p:nvSpPr>
              <p:spPr>
                <a:xfrm>
                  <a:off x="2777743" y="2912808"/>
                  <a:ext cx="12700" cy="169672"/>
                </a:xfrm>
                <a:custGeom>
                  <a:avLst/>
                  <a:gdLst>
                    <a:gd name="csX0" fmla="*/ 0 w 12700"/>
                    <a:gd name="csY0" fmla="*/ 0 h 169672"/>
                    <a:gd name="csX1" fmla="*/ 0 w 12700"/>
                    <a:gd name="csY1" fmla="*/ 169672 h 169672"/>
                  </a:gdLst>
                  <a:ahLst/>
                  <a:cxnLst>
                    <a:cxn ang="0">
                      <a:pos x="csX0" y="csY0"/>
                    </a:cxn>
                    <a:cxn ang="0">
                      <a:pos x="csX1" y="csY1"/>
                    </a:cxn>
                  </a:cxnLst>
                  <a:rect l="l" t="t" r="r" b="b"/>
                  <a:pathLst>
                    <a:path w="12700" h="169672">
                      <a:moveTo>
                        <a:pt x="0" y="0"/>
                      </a:moveTo>
                      <a:lnTo>
                        <a:pt x="0" y="169672"/>
                      </a:lnTo>
                    </a:path>
                  </a:pathLst>
                </a:custGeom>
                <a:noFill/>
                <a:ln w="13589" cap="flat">
                  <a:solidFill>
                    <a:srgbClr val="000000"/>
                  </a:solidFill>
                  <a:prstDash val="solid"/>
                  <a:round/>
                </a:ln>
              </p:spPr>
              <p:txBody>
                <a:bodyPr/>
                <a:lstStyle/>
                <a:p>
                  <a:endParaRPr lang="en-US" sz="1701"/>
                </a:p>
              </p:txBody>
            </p:sp>
            <p:sp>
              <p:nvSpPr>
                <p:cNvPr id="11203" name="Freeform: Shape 11202">
                  <a:extLst>
                    <a:ext uri="{FF2B5EF4-FFF2-40B4-BE49-F238E27FC236}">
                      <a16:creationId xmlns:a16="http://schemas.microsoft.com/office/drawing/2014/main" id="{3CFDE17A-FE55-399C-0381-9C69A5C84E45}"/>
                    </a:ext>
                  </a:extLst>
                </p:cNvPr>
                <p:cNvSpPr/>
                <p:nvPr/>
              </p:nvSpPr>
              <p:spPr>
                <a:xfrm>
                  <a:off x="2756789" y="3082481"/>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04" name="Freeform: Shape 11203">
                  <a:extLst>
                    <a:ext uri="{FF2B5EF4-FFF2-40B4-BE49-F238E27FC236}">
                      <a16:creationId xmlns:a16="http://schemas.microsoft.com/office/drawing/2014/main" id="{CA469966-472D-08E8-5C24-FD5F03BF9675}"/>
                    </a:ext>
                  </a:extLst>
                </p:cNvPr>
                <p:cNvSpPr/>
                <p:nvPr/>
              </p:nvSpPr>
              <p:spPr>
                <a:xfrm>
                  <a:off x="3702685" y="3344482"/>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05" name="Freeform: Shape 11204">
                  <a:extLst>
                    <a:ext uri="{FF2B5EF4-FFF2-40B4-BE49-F238E27FC236}">
                      <a16:creationId xmlns:a16="http://schemas.microsoft.com/office/drawing/2014/main" id="{F1BAF410-3924-A34F-8006-32185412A529}"/>
                    </a:ext>
                  </a:extLst>
                </p:cNvPr>
                <p:cNvSpPr/>
                <p:nvPr/>
              </p:nvSpPr>
              <p:spPr>
                <a:xfrm>
                  <a:off x="3723640" y="3344482"/>
                  <a:ext cx="12700" cy="43561"/>
                </a:xfrm>
                <a:custGeom>
                  <a:avLst/>
                  <a:gdLst>
                    <a:gd name="csX0" fmla="*/ 0 w 12700"/>
                    <a:gd name="csY0" fmla="*/ 0 h 43561"/>
                    <a:gd name="csX1" fmla="*/ 0 w 12700"/>
                    <a:gd name="csY1" fmla="*/ 43561 h 43561"/>
                  </a:gdLst>
                  <a:ahLst/>
                  <a:cxnLst>
                    <a:cxn ang="0">
                      <a:pos x="csX0" y="csY0"/>
                    </a:cxn>
                    <a:cxn ang="0">
                      <a:pos x="csX1" y="csY1"/>
                    </a:cxn>
                  </a:cxnLst>
                  <a:rect l="l" t="t" r="r" b="b"/>
                  <a:pathLst>
                    <a:path w="12700" h="43561">
                      <a:moveTo>
                        <a:pt x="0" y="0"/>
                      </a:moveTo>
                      <a:lnTo>
                        <a:pt x="0" y="43561"/>
                      </a:lnTo>
                    </a:path>
                  </a:pathLst>
                </a:custGeom>
                <a:noFill/>
                <a:ln w="13589" cap="flat">
                  <a:solidFill>
                    <a:srgbClr val="000000"/>
                  </a:solidFill>
                  <a:prstDash val="solid"/>
                  <a:round/>
                </a:ln>
              </p:spPr>
              <p:txBody>
                <a:bodyPr/>
                <a:lstStyle/>
                <a:p>
                  <a:endParaRPr lang="en-US" sz="1701"/>
                </a:p>
              </p:txBody>
            </p:sp>
            <p:sp>
              <p:nvSpPr>
                <p:cNvPr id="11206" name="Freeform: Shape 11205">
                  <a:extLst>
                    <a:ext uri="{FF2B5EF4-FFF2-40B4-BE49-F238E27FC236}">
                      <a16:creationId xmlns:a16="http://schemas.microsoft.com/office/drawing/2014/main" id="{AFB5A97B-5A01-1605-3C6F-1CC4AF74D3EB}"/>
                    </a:ext>
                  </a:extLst>
                </p:cNvPr>
                <p:cNvSpPr/>
                <p:nvPr/>
              </p:nvSpPr>
              <p:spPr>
                <a:xfrm>
                  <a:off x="3702685" y="3388043"/>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07" name="Freeform: Shape 11206">
                  <a:extLst>
                    <a:ext uri="{FF2B5EF4-FFF2-40B4-BE49-F238E27FC236}">
                      <a16:creationId xmlns:a16="http://schemas.microsoft.com/office/drawing/2014/main" id="{E929D80A-9E4E-4730-FA15-9F33AFE168B7}"/>
                    </a:ext>
                  </a:extLst>
                </p:cNvPr>
                <p:cNvSpPr/>
                <p:nvPr/>
              </p:nvSpPr>
              <p:spPr>
                <a:xfrm>
                  <a:off x="3597529" y="3324035"/>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08" name="Freeform: Shape 11207">
                  <a:extLst>
                    <a:ext uri="{FF2B5EF4-FFF2-40B4-BE49-F238E27FC236}">
                      <a16:creationId xmlns:a16="http://schemas.microsoft.com/office/drawing/2014/main" id="{2BE1A53B-275D-A101-AD27-FCF33FA7EF0D}"/>
                    </a:ext>
                  </a:extLst>
                </p:cNvPr>
                <p:cNvSpPr/>
                <p:nvPr/>
              </p:nvSpPr>
              <p:spPr>
                <a:xfrm>
                  <a:off x="3618610" y="3324035"/>
                  <a:ext cx="12700" cy="75183"/>
                </a:xfrm>
                <a:custGeom>
                  <a:avLst/>
                  <a:gdLst>
                    <a:gd name="csX0" fmla="*/ 0 w 12700"/>
                    <a:gd name="csY0" fmla="*/ 0 h 75183"/>
                    <a:gd name="csX1" fmla="*/ 0 w 12700"/>
                    <a:gd name="csY1" fmla="*/ 75184 h 75183"/>
                  </a:gdLst>
                  <a:ahLst/>
                  <a:cxnLst>
                    <a:cxn ang="0">
                      <a:pos x="csX0" y="csY0"/>
                    </a:cxn>
                    <a:cxn ang="0">
                      <a:pos x="csX1" y="csY1"/>
                    </a:cxn>
                  </a:cxnLst>
                  <a:rect l="l" t="t" r="r" b="b"/>
                  <a:pathLst>
                    <a:path w="12700" h="75183">
                      <a:moveTo>
                        <a:pt x="0" y="0"/>
                      </a:moveTo>
                      <a:lnTo>
                        <a:pt x="0" y="75184"/>
                      </a:lnTo>
                    </a:path>
                  </a:pathLst>
                </a:custGeom>
                <a:noFill/>
                <a:ln w="13589" cap="flat">
                  <a:solidFill>
                    <a:srgbClr val="000000"/>
                  </a:solidFill>
                  <a:prstDash val="solid"/>
                  <a:round/>
                </a:ln>
              </p:spPr>
              <p:txBody>
                <a:bodyPr/>
                <a:lstStyle/>
                <a:p>
                  <a:endParaRPr lang="en-US" sz="1701"/>
                </a:p>
              </p:txBody>
            </p:sp>
            <p:sp>
              <p:nvSpPr>
                <p:cNvPr id="11209" name="Freeform: Shape 11208">
                  <a:extLst>
                    <a:ext uri="{FF2B5EF4-FFF2-40B4-BE49-F238E27FC236}">
                      <a16:creationId xmlns:a16="http://schemas.microsoft.com/office/drawing/2014/main" id="{8B8C5A20-A82C-B6BE-80D5-BC6B255DF0BD}"/>
                    </a:ext>
                  </a:extLst>
                </p:cNvPr>
                <p:cNvSpPr/>
                <p:nvPr/>
              </p:nvSpPr>
              <p:spPr>
                <a:xfrm>
                  <a:off x="3597529" y="3399218"/>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10" name="Freeform: Shape 11209">
                  <a:extLst>
                    <a:ext uri="{FF2B5EF4-FFF2-40B4-BE49-F238E27FC236}">
                      <a16:creationId xmlns:a16="http://schemas.microsoft.com/office/drawing/2014/main" id="{D97B04BB-F07C-68F2-F822-C2367073BB72}"/>
                    </a:ext>
                  </a:extLst>
                </p:cNvPr>
                <p:cNvSpPr/>
                <p:nvPr/>
              </p:nvSpPr>
              <p:spPr>
                <a:xfrm>
                  <a:off x="2336419" y="2579180"/>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11" name="Freeform: Shape 11210">
                  <a:extLst>
                    <a:ext uri="{FF2B5EF4-FFF2-40B4-BE49-F238E27FC236}">
                      <a16:creationId xmlns:a16="http://schemas.microsoft.com/office/drawing/2014/main" id="{35DF6DCF-DD4C-05F7-AFC9-B77B8C51FA74}"/>
                    </a:ext>
                  </a:extLst>
                </p:cNvPr>
                <p:cNvSpPr/>
                <p:nvPr/>
              </p:nvSpPr>
              <p:spPr>
                <a:xfrm>
                  <a:off x="2357373" y="2579180"/>
                  <a:ext cx="12700" cy="163703"/>
                </a:xfrm>
                <a:custGeom>
                  <a:avLst/>
                  <a:gdLst>
                    <a:gd name="csX0" fmla="*/ 0 w 12700"/>
                    <a:gd name="csY0" fmla="*/ 0 h 163703"/>
                    <a:gd name="csX1" fmla="*/ 0 w 12700"/>
                    <a:gd name="csY1" fmla="*/ 163703 h 163703"/>
                  </a:gdLst>
                  <a:ahLst/>
                  <a:cxnLst>
                    <a:cxn ang="0">
                      <a:pos x="csX0" y="csY0"/>
                    </a:cxn>
                    <a:cxn ang="0">
                      <a:pos x="csX1" y="csY1"/>
                    </a:cxn>
                  </a:cxnLst>
                  <a:rect l="l" t="t" r="r" b="b"/>
                  <a:pathLst>
                    <a:path w="12700" h="163703">
                      <a:moveTo>
                        <a:pt x="0" y="0"/>
                      </a:moveTo>
                      <a:lnTo>
                        <a:pt x="0" y="163703"/>
                      </a:lnTo>
                    </a:path>
                  </a:pathLst>
                </a:custGeom>
                <a:noFill/>
                <a:ln w="13589" cap="flat">
                  <a:solidFill>
                    <a:srgbClr val="000000"/>
                  </a:solidFill>
                  <a:prstDash val="solid"/>
                  <a:round/>
                </a:ln>
              </p:spPr>
              <p:txBody>
                <a:bodyPr/>
                <a:lstStyle/>
                <a:p>
                  <a:endParaRPr lang="en-US" sz="1701"/>
                </a:p>
              </p:txBody>
            </p:sp>
            <p:sp>
              <p:nvSpPr>
                <p:cNvPr id="11212" name="Freeform: Shape 11211">
                  <a:extLst>
                    <a:ext uri="{FF2B5EF4-FFF2-40B4-BE49-F238E27FC236}">
                      <a16:creationId xmlns:a16="http://schemas.microsoft.com/office/drawing/2014/main" id="{86D239D4-0F91-A0DE-A448-2A5130DCE8F9}"/>
                    </a:ext>
                  </a:extLst>
                </p:cNvPr>
                <p:cNvSpPr/>
                <p:nvPr/>
              </p:nvSpPr>
              <p:spPr>
                <a:xfrm>
                  <a:off x="2336419" y="2742883"/>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13" name="Freeform: Shape 11212">
                  <a:extLst>
                    <a:ext uri="{FF2B5EF4-FFF2-40B4-BE49-F238E27FC236}">
                      <a16:creationId xmlns:a16="http://schemas.microsoft.com/office/drawing/2014/main" id="{1DFCA81C-BD43-5BD5-F49B-95DB1E4F7FB2}"/>
                    </a:ext>
                  </a:extLst>
                </p:cNvPr>
                <p:cNvSpPr/>
                <p:nvPr/>
              </p:nvSpPr>
              <p:spPr>
                <a:xfrm>
                  <a:off x="3807713" y="3350959"/>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14" name="Freeform: Shape 11213">
                  <a:extLst>
                    <a:ext uri="{FF2B5EF4-FFF2-40B4-BE49-F238E27FC236}">
                      <a16:creationId xmlns:a16="http://schemas.microsoft.com/office/drawing/2014/main" id="{18D7C7F2-0789-9549-FF89-A902DB3271B9}"/>
                    </a:ext>
                  </a:extLst>
                </p:cNvPr>
                <p:cNvSpPr/>
                <p:nvPr/>
              </p:nvSpPr>
              <p:spPr>
                <a:xfrm>
                  <a:off x="3828795" y="3350959"/>
                  <a:ext cx="12700" cy="32384"/>
                </a:xfrm>
                <a:custGeom>
                  <a:avLst/>
                  <a:gdLst>
                    <a:gd name="csX0" fmla="*/ 0 w 12700"/>
                    <a:gd name="csY0" fmla="*/ 0 h 32384"/>
                    <a:gd name="csX1" fmla="*/ 0 w 12700"/>
                    <a:gd name="csY1" fmla="*/ 32385 h 32384"/>
                  </a:gdLst>
                  <a:ahLst/>
                  <a:cxnLst>
                    <a:cxn ang="0">
                      <a:pos x="csX0" y="csY0"/>
                    </a:cxn>
                    <a:cxn ang="0">
                      <a:pos x="csX1" y="csY1"/>
                    </a:cxn>
                  </a:cxnLst>
                  <a:rect l="l" t="t" r="r" b="b"/>
                  <a:pathLst>
                    <a:path w="12700" h="32384">
                      <a:moveTo>
                        <a:pt x="0" y="0"/>
                      </a:moveTo>
                      <a:lnTo>
                        <a:pt x="0" y="32385"/>
                      </a:lnTo>
                    </a:path>
                  </a:pathLst>
                </a:custGeom>
                <a:noFill/>
                <a:ln w="13589" cap="flat">
                  <a:solidFill>
                    <a:srgbClr val="000000"/>
                  </a:solidFill>
                  <a:prstDash val="solid"/>
                  <a:round/>
                </a:ln>
              </p:spPr>
              <p:txBody>
                <a:bodyPr/>
                <a:lstStyle/>
                <a:p>
                  <a:endParaRPr lang="en-US" sz="1701"/>
                </a:p>
              </p:txBody>
            </p:sp>
            <p:sp>
              <p:nvSpPr>
                <p:cNvPr id="11215" name="Freeform: Shape 11214">
                  <a:extLst>
                    <a:ext uri="{FF2B5EF4-FFF2-40B4-BE49-F238E27FC236}">
                      <a16:creationId xmlns:a16="http://schemas.microsoft.com/office/drawing/2014/main" id="{5EE6D9F3-E9CA-06DF-9843-EBE2750B0FE5}"/>
                    </a:ext>
                  </a:extLst>
                </p:cNvPr>
                <p:cNvSpPr/>
                <p:nvPr/>
              </p:nvSpPr>
              <p:spPr>
                <a:xfrm>
                  <a:off x="3807713" y="3383343"/>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16" name="Freeform: Shape 11215">
                  <a:extLst>
                    <a:ext uri="{FF2B5EF4-FFF2-40B4-BE49-F238E27FC236}">
                      <a16:creationId xmlns:a16="http://schemas.microsoft.com/office/drawing/2014/main" id="{6C1E58A7-2AB4-3A9A-6A6D-BFECD2E5F2EB}"/>
                    </a:ext>
                  </a:extLst>
                </p:cNvPr>
                <p:cNvSpPr/>
                <p:nvPr/>
              </p:nvSpPr>
              <p:spPr>
                <a:xfrm>
                  <a:off x="2966973" y="2988628"/>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17" name="Freeform: Shape 11216">
                  <a:extLst>
                    <a:ext uri="{FF2B5EF4-FFF2-40B4-BE49-F238E27FC236}">
                      <a16:creationId xmlns:a16="http://schemas.microsoft.com/office/drawing/2014/main" id="{B97DF317-691A-18DE-3803-634D58BEEB29}"/>
                    </a:ext>
                  </a:extLst>
                </p:cNvPr>
                <p:cNvSpPr/>
                <p:nvPr/>
              </p:nvSpPr>
              <p:spPr>
                <a:xfrm>
                  <a:off x="2987928" y="2988628"/>
                  <a:ext cx="12700" cy="234950"/>
                </a:xfrm>
                <a:custGeom>
                  <a:avLst/>
                  <a:gdLst>
                    <a:gd name="csX0" fmla="*/ 0 w 12700"/>
                    <a:gd name="csY0" fmla="*/ 0 h 234950"/>
                    <a:gd name="csX1" fmla="*/ 0 w 12700"/>
                    <a:gd name="csY1" fmla="*/ 234950 h 234950"/>
                  </a:gdLst>
                  <a:ahLst/>
                  <a:cxnLst>
                    <a:cxn ang="0">
                      <a:pos x="csX0" y="csY0"/>
                    </a:cxn>
                    <a:cxn ang="0">
                      <a:pos x="csX1" y="csY1"/>
                    </a:cxn>
                  </a:cxnLst>
                  <a:rect l="l" t="t" r="r" b="b"/>
                  <a:pathLst>
                    <a:path w="12700" h="234950">
                      <a:moveTo>
                        <a:pt x="0" y="0"/>
                      </a:moveTo>
                      <a:lnTo>
                        <a:pt x="0" y="234950"/>
                      </a:lnTo>
                    </a:path>
                  </a:pathLst>
                </a:custGeom>
                <a:noFill/>
                <a:ln w="13589" cap="flat">
                  <a:solidFill>
                    <a:srgbClr val="000000"/>
                  </a:solidFill>
                  <a:prstDash val="solid"/>
                  <a:round/>
                </a:ln>
              </p:spPr>
              <p:txBody>
                <a:bodyPr/>
                <a:lstStyle/>
                <a:p>
                  <a:endParaRPr lang="en-US" sz="1701"/>
                </a:p>
              </p:txBody>
            </p:sp>
            <p:sp>
              <p:nvSpPr>
                <p:cNvPr id="11218" name="Freeform: Shape 11217">
                  <a:extLst>
                    <a:ext uri="{FF2B5EF4-FFF2-40B4-BE49-F238E27FC236}">
                      <a16:creationId xmlns:a16="http://schemas.microsoft.com/office/drawing/2014/main" id="{B3CAC438-CB2C-3580-7B9F-830E276BDD0A}"/>
                    </a:ext>
                  </a:extLst>
                </p:cNvPr>
                <p:cNvSpPr/>
                <p:nvPr/>
              </p:nvSpPr>
              <p:spPr>
                <a:xfrm>
                  <a:off x="2966973" y="3223578"/>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19" name="Freeform: Shape 11218">
                  <a:extLst>
                    <a:ext uri="{FF2B5EF4-FFF2-40B4-BE49-F238E27FC236}">
                      <a16:creationId xmlns:a16="http://schemas.microsoft.com/office/drawing/2014/main" id="{2C02BD51-99E5-4937-04AB-2B0625F25EAB}"/>
                    </a:ext>
                  </a:extLst>
                </p:cNvPr>
                <p:cNvSpPr/>
                <p:nvPr/>
              </p:nvSpPr>
              <p:spPr>
                <a:xfrm>
                  <a:off x="2441448" y="2736660"/>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20" name="Freeform: Shape 11219">
                  <a:extLst>
                    <a:ext uri="{FF2B5EF4-FFF2-40B4-BE49-F238E27FC236}">
                      <a16:creationId xmlns:a16="http://schemas.microsoft.com/office/drawing/2014/main" id="{385C4F6F-91ED-FEB1-A440-E81585E6911A}"/>
                    </a:ext>
                  </a:extLst>
                </p:cNvPr>
                <p:cNvSpPr/>
                <p:nvPr/>
              </p:nvSpPr>
              <p:spPr>
                <a:xfrm>
                  <a:off x="2462530" y="2736660"/>
                  <a:ext cx="12700" cy="185419"/>
                </a:xfrm>
                <a:custGeom>
                  <a:avLst/>
                  <a:gdLst>
                    <a:gd name="csX0" fmla="*/ 0 w 12700"/>
                    <a:gd name="csY0" fmla="*/ 0 h 185419"/>
                    <a:gd name="csX1" fmla="*/ 0 w 12700"/>
                    <a:gd name="csY1" fmla="*/ 185420 h 185419"/>
                  </a:gdLst>
                  <a:ahLst/>
                  <a:cxnLst>
                    <a:cxn ang="0">
                      <a:pos x="csX0" y="csY0"/>
                    </a:cxn>
                    <a:cxn ang="0">
                      <a:pos x="csX1" y="csY1"/>
                    </a:cxn>
                  </a:cxnLst>
                  <a:rect l="l" t="t" r="r" b="b"/>
                  <a:pathLst>
                    <a:path w="12700" h="185419">
                      <a:moveTo>
                        <a:pt x="0" y="0"/>
                      </a:moveTo>
                      <a:lnTo>
                        <a:pt x="0" y="185420"/>
                      </a:lnTo>
                    </a:path>
                  </a:pathLst>
                </a:custGeom>
                <a:noFill/>
                <a:ln w="13589" cap="flat">
                  <a:solidFill>
                    <a:srgbClr val="000000"/>
                  </a:solidFill>
                  <a:prstDash val="solid"/>
                  <a:round/>
                </a:ln>
              </p:spPr>
              <p:txBody>
                <a:bodyPr/>
                <a:lstStyle/>
                <a:p>
                  <a:endParaRPr lang="en-US" sz="1701"/>
                </a:p>
              </p:txBody>
            </p:sp>
            <p:sp>
              <p:nvSpPr>
                <p:cNvPr id="11221" name="Freeform: Shape 11220">
                  <a:extLst>
                    <a:ext uri="{FF2B5EF4-FFF2-40B4-BE49-F238E27FC236}">
                      <a16:creationId xmlns:a16="http://schemas.microsoft.com/office/drawing/2014/main" id="{C3816AA1-59B5-889B-745B-B5FEA914FADC}"/>
                    </a:ext>
                  </a:extLst>
                </p:cNvPr>
                <p:cNvSpPr/>
                <p:nvPr/>
              </p:nvSpPr>
              <p:spPr>
                <a:xfrm>
                  <a:off x="2441448" y="2922079"/>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22" name="Freeform: Shape 11221">
                  <a:extLst>
                    <a:ext uri="{FF2B5EF4-FFF2-40B4-BE49-F238E27FC236}">
                      <a16:creationId xmlns:a16="http://schemas.microsoft.com/office/drawing/2014/main" id="{289EB85C-572D-8F3D-4332-CFEB397C5C8C}"/>
                    </a:ext>
                  </a:extLst>
                </p:cNvPr>
                <p:cNvSpPr/>
                <p:nvPr/>
              </p:nvSpPr>
              <p:spPr>
                <a:xfrm>
                  <a:off x="3072003" y="3052128"/>
                  <a:ext cx="42163" cy="12700"/>
                </a:xfrm>
                <a:custGeom>
                  <a:avLst/>
                  <a:gdLst>
                    <a:gd name="csX0" fmla="*/ 0 w 42163"/>
                    <a:gd name="csY0" fmla="*/ 0 h 12700"/>
                    <a:gd name="csX1" fmla="*/ 42164 w 42163"/>
                    <a:gd name="csY1" fmla="*/ 0 h 12700"/>
                  </a:gdLst>
                  <a:ahLst/>
                  <a:cxnLst>
                    <a:cxn ang="0">
                      <a:pos x="csX0" y="csY0"/>
                    </a:cxn>
                    <a:cxn ang="0">
                      <a:pos x="csX1" y="csY1"/>
                    </a:cxn>
                  </a:cxnLst>
                  <a:rect l="l" t="t" r="r" b="b"/>
                  <a:pathLst>
                    <a:path w="42163" h="12700">
                      <a:moveTo>
                        <a:pt x="0" y="0"/>
                      </a:moveTo>
                      <a:lnTo>
                        <a:pt x="42164" y="0"/>
                      </a:lnTo>
                    </a:path>
                  </a:pathLst>
                </a:custGeom>
                <a:noFill/>
                <a:ln w="13589" cap="flat">
                  <a:solidFill>
                    <a:srgbClr val="000000"/>
                  </a:solidFill>
                  <a:prstDash val="solid"/>
                  <a:round/>
                </a:ln>
              </p:spPr>
              <p:txBody>
                <a:bodyPr/>
                <a:lstStyle/>
                <a:p>
                  <a:endParaRPr lang="en-US" sz="1701"/>
                </a:p>
              </p:txBody>
            </p:sp>
            <p:sp>
              <p:nvSpPr>
                <p:cNvPr id="11223" name="Freeform: Shape 11222">
                  <a:extLst>
                    <a:ext uri="{FF2B5EF4-FFF2-40B4-BE49-F238E27FC236}">
                      <a16:creationId xmlns:a16="http://schemas.microsoft.com/office/drawing/2014/main" id="{362AECD8-DF69-2084-10AD-0099B18B63E4}"/>
                    </a:ext>
                  </a:extLst>
                </p:cNvPr>
                <p:cNvSpPr/>
                <p:nvPr/>
              </p:nvSpPr>
              <p:spPr>
                <a:xfrm>
                  <a:off x="3093084" y="3052128"/>
                  <a:ext cx="12700" cy="222758"/>
                </a:xfrm>
                <a:custGeom>
                  <a:avLst/>
                  <a:gdLst>
                    <a:gd name="csX0" fmla="*/ 0 w 12700"/>
                    <a:gd name="csY0" fmla="*/ 0 h 222758"/>
                    <a:gd name="csX1" fmla="*/ 0 w 12700"/>
                    <a:gd name="csY1" fmla="*/ 222758 h 222758"/>
                  </a:gdLst>
                  <a:ahLst/>
                  <a:cxnLst>
                    <a:cxn ang="0">
                      <a:pos x="csX0" y="csY0"/>
                    </a:cxn>
                    <a:cxn ang="0">
                      <a:pos x="csX1" y="csY1"/>
                    </a:cxn>
                  </a:cxnLst>
                  <a:rect l="l" t="t" r="r" b="b"/>
                  <a:pathLst>
                    <a:path w="12700" h="222758">
                      <a:moveTo>
                        <a:pt x="0" y="0"/>
                      </a:moveTo>
                      <a:lnTo>
                        <a:pt x="0" y="222758"/>
                      </a:lnTo>
                    </a:path>
                  </a:pathLst>
                </a:custGeom>
                <a:noFill/>
                <a:ln w="13589" cap="flat">
                  <a:solidFill>
                    <a:srgbClr val="000000"/>
                  </a:solidFill>
                  <a:prstDash val="solid"/>
                  <a:round/>
                </a:ln>
              </p:spPr>
              <p:txBody>
                <a:bodyPr/>
                <a:lstStyle/>
                <a:p>
                  <a:endParaRPr lang="en-US" sz="1701"/>
                </a:p>
              </p:txBody>
            </p:sp>
            <p:sp>
              <p:nvSpPr>
                <p:cNvPr id="11224" name="Freeform: Shape 11223">
                  <a:extLst>
                    <a:ext uri="{FF2B5EF4-FFF2-40B4-BE49-F238E27FC236}">
                      <a16:creationId xmlns:a16="http://schemas.microsoft.com/office/drawing/2014/main" id="{383DFF8C-4AEB-C8EC-E5A1-33B2F0F26640}"/>
                    </a:ext>
                  </a:extLst>
                </p:cNvPr>
                <p:cNvSpPr/>
                <p:nvPr/>
              </p:nvSpPr>
              <p:spPr>
                <a:xfrm>
                  <a:off x="3072003" y="3274886"/>
                  <a:ext cx="42163" cy="12700"/>
                </a:xfrm>
                <a:custGeom>
                  <a:avLst/>
                  <a:gdLst>
                    <a:gd name="csX0" fmla="*/ 0 w 42163"/>
                    <a:gd name="csY0" fmla="*/ 0 h 12700"/>
                    <a:gd name="csX1" fmla="*/ 42164 w 42163"/>
                    <a:gd name="csY1" fmla="*/ 0 h 12700"/>
                  </a:gdLst>
                  <a:ahLst/>
                  <a:cxnLst>
                    <a:cxn ang="0">
                      <a:pos x="csX0" y="csY0"/>
                    </a:cxn>
                    <a:cxn ang="0">
                      <a:pos x="csX1" y="csY1"/>
                    </a:cxn>
                  </a:cxnLst>
                  <a:rect l="l" t="t" r="r" b="b"/>
                  <a:pathLst>
                    <a:path w="42163" h="12700">
                      <a:moveTo>
                        <a:pt x="0" y="0"/>
                      </a:moveTo>
                      <a:lnTo>
                        <a:pt x="42164" y="0"/>
                      </a:lnTo>
                    </a:path>
                  </a:pathLst>
                </a:custGeom>
                <a:noFill/>
                <a:ln w="13589" cap="flat">
                  <a:solidFill>
                    <a:srgbClr val="000000"/>
                  </a:solidFill>
                  <a:prstDash val="solid"/>
                  <a:round/>
                </a:ln>
              </p:spPr>
              <p:txBody>
                <a:bodyPr/>
                <a:lstStyle/>
                <a:p>
                  <a:endParaRPr lang="en-US" sz="1701"/>
                </a:p>
              </p:txBody>
            </p:sp>
            <p:sp>
              <p:nvSpPr>
                <p:cNvPr id="11225" name="Freeform: Shape 11224">
                  <a:extLst>
                    <a:ext uri="{FF2B5EF4-FFF2-40B4-BE49-F238E27FC236}">
                      <a16:creationId xmlns:a16="http://schemas.microsoft.com/office/drawing/2014/main" id="{8273EED2-78BF-1C7C-638E-377E476ADC19}"/>
                    </a:ext>
                  </a:extLst>
                </p:cNvPr>
                <p:cNvSpPr/>
                <p:nvPr/>
              </p:nvSpPr>
              <p:spPr>
                <a:xfrm>
                  <a:off x="3492500" y="3161347"/>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26" name="Freeform: Shape 11225">
                  <a:extLst>
                    <a:ext uri="{FF2B5EF4-FFF2-40B4-BE49-F238E27FC236}">
                      <a16:creationId xmlns:a16="http://schemas.microsoft.com/office/drawing/2014/main" id="{FBF53463-C5B1-4B82-BE3D-95B7E343F695}"/>
                    </a:ext>
                  </a:extLst>
                </p:cNvPr>
                <p:cNvSpPr/>
                <p:nvPr/>
              </p:nvSpPr>
              <p:spPr>
                <a:xfrm>
                  <a:off x="3513454" y="3161347"/>
                  <a:ext cx="12700" cy="152654"/>
                </a:xfrm>
                <a:custGeom>
                  <a:avLst/>
                  <a:gdLst>
                    <a:gd name="csX0" fmla="*/ 0 w 12700"/>
                    <a:gd name="csY0" fmla="*/ 0 h 152654"/>
                    <a:gd name="csX1" fmla="*/ 0 w 12700"/>
                    <a:gd name="csY1" fmla="*/ 152654 h 152654"/>
                  </a:gdLst>
                  <a:ahLst/>
                  <a:cxnLst>
                    <a:cxn ang="0">
                      <a:pos x="csX0" y="csY0"/>
                    </a:cxn>
                    <a:cxn ang="0">
                      <a:pos x="csX1" y="csY1"/>
                    </a:cxn>
                  </a:cxnLst>
                  <a:rect l="l" t="t" r="r" b="b"/>
                  <a:pathLst>
                    <a:path w="12700" h="152654">
                      <a:moveTo>
                        <a:pt x="0" y="0"/>
                      </a:moveTo>
                      <a:lnTo>
                        <a:pt x="0" y="152654"/>
                      </a:lnTo>
                    </a:path>
                  </a:pathLst>
                </a:custGeom>
                <a:noFill/>
                <a:ln w="13589" cap="flat">
                  <a:solidFill>
                    <a:srgbClr val="000000"/>
                  </a:solidFill>
                  <a:prstDash val="solid"/>
                  <a:round/>
                </a:ln>
              </p:spPr>
              <p:txBody>
                <a:bodyPr/>
                <a:lstStyle/>
                <a:p>
                  <a:endParaRPr lang="en-US" sz="1701"/>
                </a:p>
              </p:txBody>
            </p:sp>
            <p:sp>
              <p:nvSpPr>
                <p:cNvPr id="11227" name="Freeform: Shape 11226">
                  <a:extLst>
                    <a:ext uri="{FF2B5EF4-FFF2-40B4-BE49-F238E27FC236}">
                      <a16:creationId xmlns:a16="http://schemas.microsoft.com/office/drawing/2014/main" id="{89D397F6-6184-8DC2-BCDB-0E7CF6854F50}"/>
                    </a:ext>
                  </a:extLst>
                </p:cNvPr>
                <p:cNvSpPr/>
                <p:nvPr/>
              </p:nvSpPr>
              <p:spPr>
                <a:xfrm>
                  <a:off x="3492500" y="3314001"/>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28" name="Freeform: Shape 11227">
                  <a:extLst>
                    <a:ext uri="{FF2B5EF4-FFF2-40B4-BE49-F238E27FC236}">
                      <a16:creationId xmlns:a16="http://schemas.microsoft.com/office/drawing/2014/main" id="{F336828B-7AB4-B4EB-6460-AA709A267253}"/>
                    </a:ext>
                  </a:extLst>
                </p:cNvPr>
                <p:cNvSpPr/>
                <p:nvPr/>
              </p:nvSpPr>
              <p:spPr>
                <a:xfrm>
                  <a:off x="2546603" y="2814383"/>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29" name="Freeform: Shape 11228">
                  <a:extLst>
                    <a:ext uri="{FF2B5EF4-FFF2-40B4-BE49-F238E27FC236}">
                      <a16:creationId xmlns:a16="http://schemas.microsoft.com/office/drawing/2014/main" id="{37C45DA1-DBDB-2862-CEC7-3FA7E353670F}"/>
                    </a:ext>
                  </a:extLst>
                </p:cNvPr>
                <p:cNvSpPr/>
                <p:nvPr/>
              </p:nvSpPr>
              <p:spPr>
                <a:xfrm>
                  <a:off x="2567559" y="2814383"/>
                  <a:ext cx="12700" cy="188341"/>
                </a:xfrm>
                <a:custGeom>
                  <a:avLst/>
                  <a:gdLst>
                    <a:gd name="csX0" fmla="*/ 0 w 12700"/>
                    <a:gd name="csY0" fmla="*/ 0 h 188341"/>
                    <a:gd name="csX1" fmla="*/ 0 w 12700"/>
                    <a:gd name="csY1" fmla="*/ 188341 h 188341"/>
                  </a:gdLst>
                  <a:ahLst/>
                  <a:cxnLst>
                    <a:cxn ang="0">
                      <a:pos x="csX0" y="csY0"/>
                    </a:cxn>
                    <a:cxn ang="0">
                      <a:pos x="csX1" y="csY1"/>
                    </a:cxn>
                  </a:cxnLst>
                  <a:rect l="l" t="t" r="r" b="b"/>
                  <a:pathLst>
                    <a:path w="12700" h="188341">
                      <a:moveTo>
                        <a:pt x="0" y="0"/>
                      </a:moveTo>
                      <a:lnTo>
                        <a:pt x="0" y="188341"/>
                      </a:lnTo>
                    </a:path>
                  </a:pathLst>
                </a:custGeom>
                <a:noFill/>
                <a:ln w="13589" cap="flat">
                  <a:solidFill>
                    <a:srgbClr val="000000"/>
                  </a:solidFill>
                  <a:prstDash val="solid"/>
                  <a:round/>
                </a:ln>
              </p:spPr>
              <p:txBody>
                <a:bodyPr/>
                <a:lstStyle/>
                <a:p>
                  <a:endParaRPr lang="en-US" sz="1701"/>
                </a:p>
              </p:txBody>
            </p:sp>
            <p:sp>
              <p:nvSpPr>
                <p:cNvPr id="11230" name="Freeform: Shape 11229">
                  <a:extLst>
                    <a:ext uri="{FF2B5EF4-FFF2-40B4-BE49-F238E27FC236}">
                      <a16:creationId xmlns:a16="http://schemas.microsoft.com/office/drawing/2014/main" id="{7C86EA47-E2B6-7818-4DAE-6F99AB698927}"/>
                    </a:ext>
                  </a:extLst>
                </p:cNvPr>
                <p:cNvSpPr/>
                <p:nvPr/>
              </p:nvSpPr>
              <p:spPr>
                <a:xfrm>
                  <a:off x="2546603" y="3002725"/>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31" name="Freeform: Shape 11230">
                  <a:extLst>
                    <a:ext uri="{FF2B5EF4-FFF2-40B4-BE49-F238E27FC236}">
                      <a16:creationId xmlns:a16="http://schemas.microsoft.com/office/drawing/2014/main" id="{FF1820EC-CDC5-2DF4-C575-79775069AC9C}"/>
                    </a:ext>
                  </a:extLst>
                </p:cNvPr>
                <p:cNvSpPr/>
                <p:nvPr/>
              </p:nvSpPr>
              <p:spPr>
                <a:xfrm>
                  <a:off x="3177159" y="3108643"/>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32" name="Freeform: Shape 11231">
                  <a:extLst>
                    <a:ext uri="{FF2B5EF4-FFF2-40B4-BE49-F238E27FC236}">
                      <a16:creationId xmlns:a16="http://schemas.microsoft.com/office/drawing/2014/main" id="{F3EF454D-CEDF-3391-0538-CFBFD911BD36}"/>
                    </a:ext>
                  </a:extLst>
                </p:cNvPr>
                <p:cNvSpPr/>
                <p:nvPr/>
              </p:nvSpPr>
              <p:spPr>
                <a:xfrm>
                  <a:off x="3198240" y="3108643"/>
                  <a:ext cx="12700" cy="151511"/>
                </a:xfrm>
                <a:custGeom>
                  <a:avLst/>
                  <a:gdLst>
                    <a:gd name="csX0" fmla="*/ 0 w 12700"/>
                    <a:gd name="csY0" fmla="*/ 0 h 151511"/>
                    <a:gd name="csX1" fmla="*/ 0 w 12700"/>
                    <a:gd name="csY1" fmla="*/ 151511 h 151511"/>
                  </a:gdLst>
                  <a:ahLst/>
                  <a:cxnLst>
                    <a:cxn ang="0">
                      <a:pos x="csX0" y="csY0"/>
                    </a:cxn>
                    <a:cxn ang="0">
                      <a:pos x="csX1" y="csY1"/>
                    </a:cxn>
                  </a:cxnLst>
                  <a:rect l="l" t="t" r="r" b="b"/>
                  <a:pathLst>
                    <a:path w="12700" h="151511">
                      <a:moveTo>
                        <a:pt x="0" y="0"/>
                      </a:moveTo>
                      <a:lnTo>
                        <a:pt x="0" y="151511"/>
                      </a:lnTo>
                    </a:path>
                  </a:pathLst>
                </a:custGeom>
                <a:noFill/>
                <a:ln w="13589" cap="flat">
                  <a:solidFill>
                    <a:srgbClr val="000000"/>
                  </a:solidFill>
                  <a:prstDash val="solid"/>
                  <a:round/>
                </a:ln>
              </p:spPr>
              <p:txBody>
                <a:bodyPr/>
                <a:lstStyle/>
                <a:p>
                  <a:endParaRPr lang="en-US" sz="1701"/>
                </a:p>
              </p:txBody>
            </p:sp>
            <p:sp>
              <p:nvSpPr>
                <p:cNvPr id="11233" name="Freeform: Shape 11232">
                  <a:extLst>
                    <a:ext uri="{FF2B5EF4-FFF2-40B4-BE49-F238E27FC236}">
                      <a16:creationId xmlns:a16="http://schemas.microsoft.com/office/drawing/2014/main" id="{33EFA237-6D85-F6FF-C324-3EC8E82A37DD}"/>
                    </a:ext>
                  </a:extLst>
                </p:cNvPr>
                <p:cNvSpPr/>
                <p:nvPr/>
              </p:nvSpPr>
              <p:spPr>
                <a:xfrm>
                  <a:off x="3177159" y="3260154"/>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34" name="Freeform: Shape 11233">
                  <a:extLst>
                    <a:ext uri="{FF2B5EF4-FFF2-40B4-BE49-F238E27FC236}">
                      <a16:creationId xmlns:a16="http://schemas.microsoft.com/office/drawing/2014/main" id="{03AF2978-9BD4-1BFB-3AA1-E4EB29B19929}"/>
                    </a:ext>
                  </a:extLst>
                </p:cNvPr>
                <p:cNvSpPr/>
                <p:nvPr/>
              </p:nvSpPr>
              <p:spPr>
                <a:xfrm>
                  <a:off x="3387343" y="3118675"/>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35" name="Freeform: Shape 11234">
                  <a:extLst>
                    <a:ext uri="{FF2B5EF4-FFF2-40B4-BE49-F238E27FC236}">
                      <a16:creationId xmlns:a16="http://schemas.microsoft.com/office/drawing/2014/main" id="{52B29315-6CA4-404C-C4E9-5C9B071F6B54}"/>
                    </a:ext>
                  </a:extLst>
                </p:cNvPr>
                <p:cNvSpPr/>
                <p:nvPr/>
              </p:nvSpPr>
              <p:spPr>
                <a:xfrm>
                  <a:off x="3408425" y="3118675"/>
                  <a:ext cx="12700" cy="221615"/>
                </a:xfrm>
                <a:custGeom>
                  <a:avLst/>
                  <a:gdLst>
                    <a:gd name="csX0" fmla="*/ 0 w 12700"/>
                    <a:gd name="csY0" fmla="*/ 0 h 221615"/>
                    <a:gd name="csX1" fmla="*/ 0 w 12700"/>
                    <a:gd name="csY1" fmla="*/ 221615 h 221615"/>
                  </a:gdLst>
                  <a:ahLst/>
                  <a:cxnLst>
                    <a:cxn ang="0">
                      <a:pos x="csX0" y="csY0"/>
                    </a:cxn>
                    <a:cxn ang="0">
                      <a:pos x="csX1" y="csY1"/>
                    </a:cxn>
                  </a:cxnLst>
                  <a:rect l="l" t="t" r="r" b="b"/>
                  <a:pathLst>
                    <a:path w="12700" h="221615">
                      <a:moveTo>
                        <a:pt x="0" y="0"/>
                      </a:moveTo>
                      <a:lnTo>
                        <a:pt x="0" y="221615"/>
                      </a:lnTo>
                    </a:path>
                  </a:pathLst>
                </a:custGeom>
                <a:noFill/>
                <a:ln w="13589" cap="flat">
                  <a:solidFill>
                    <a:srgbClr val="000000"/>
                  </a:solidFill>
                  <a:prstDash val="solid"/>
                  <a:round/>
                </a:ln>
              </p:spPr>
              <p:txBody>
                <a:bodyPr/>
                <a:lstStyle/>
                <a:p>
                  <a:endParaRPr lang="en-US" sz="1701"/>
                </a:p>
              </p:txBody>
            </p:sp>
            <p:sp>
              <p:nvSpPr>
                <p:cNvPr id="11236" name="Freeform: Shape 11235">
                  <a:extLst>
                    <a:ext uri="{FF2B5EF4-FFF2-40B4-BE49-F238E27FC236}">
                      <a16:creationId xmlns:a16="http://schemas.microsoft.com/office/drawing/2014/main" id="{91567979-8090-5E77-7257-291873F3C629}"/>
                    </a:ext>
                  </a:extLst>
                </p:cNvPr>
                <p:cNvSpPr/>
                <p:nvPr/>
              </p:nvSpPr>
              <p:spPr>
                <a:xfrm>
                  <a:off x="3387343" y="3340290"/>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37" name="Freeform: Shape 11236">
                  <a:extLst>
                    <a:ext uri="{FF2B5EF4-FFF2-40B4-BE49-F238E27FC236}">
                      <a16:creationId xmlns:a16="http://schemas.microsoft.com/office/drawing/2014/main" id="{92787B45-63F8-84D1-7382-AD72A010F135}"/>
                    </a:ext>
                  </a:extLst>
                </p:cNvPr>
                <p:cNvSpPr/>
                <p:nvPr/>
              </p:nvSpPr>
              <p:spPr>
                <a:xfrm>
                  <a:off x="2861817" y="2967546"/>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38" name="Freeform: Shape 11237">
                  <a:extLst>
                    <a:ext uri="{FF2B5EF4-FFF2-40B4-BE49-F238E27FC236}">
                      <a16:creationId xmlns:a16="http://schemas.microsoft.com/office/drawing/2014/main" id="{A38C07A4-A496-993B-EDC5-7B9D6AAB7EF9}"/>
                    </a:ext>
                  </a:extLst>
                </p:cNvPr>
                <p:cNvSpPr/>
                <p:nvPr/>
              </p:nvSpPr>
              <p:spPr>
                <a:xfrm>
                  <a:off x="2882900" y="2967546"/>
                  <a:ext cx="12700" cy="234822"/>
                </a:xfrm>
                <a:custGeom>
                  <a:avLst/>
                  <a:gdLst>
                    <a:gd name="csX0" fmla="*/ 0 w 12700"/>
                    <a:gd name="csY0" fmla="*/ 0 h 234822"/>
                    <a:gd name="csX1" fmla="*/ 0 w 12700"/>
                    <a:gd name="csY1" fmla="*/ 234823 h 234822"/>
                  </a:gdLst>
                  <a:ahLst/>
                  <a:cxnLst>
                    <a:cxn ang="0">
                      <a:pos x="csX0" y="csY0"/>
                    </a:cxn>
                    <a:cxn ang="0">
                      <a:pos x="csX1" y="csY1"/>
                    </a:cxn>
                  </a:cxnLst>
                  <a:rect l="l" t="t" r="r" b="b"/>
                  <a:pathLst>
                    <a:path w="12700" h="234822">
                      <a:moveTo>
                        <a:pt x="0" y="0"/>
                      </a:moveTo>
                      <a:lnTo>
                        <a:pt x="0" y="234823"/>
                      </a:lnTo>
                    </a:path>
                  </a:pathLst>
                </a:custGeom>
                <a:noFill/>
                <a:ln w="13589" cap="flat">
                  <a:solidFill>
                    <a:srgbClr val="000000"/>
                  </a:solidFill>
                  <a:prstDash val="solid"/>
                  <a:round/>
                </a:ln>
              </p:spPr>
              <p:txBody>
                <a:bodyPr/>
                <a:lstStyle/>
                <a:p>
                  <a:endParaRPr lang="en-US" sz="1701"/>
                </a:p>
              </p:txBody>
            </p:sp>
            <p:sp>
              <p:nvSpPr>
                <p:cNvPr id="11239" name="Freeform: Shape 11238">
                  <a:extLst>
                    <a:ext uri="{FF2B5EF4-FFF2-40B4-BE49-F238E27FC236}">
                      <a16:creationId xmlns:a16="http://schemas.microsoft.com/office/drawing/2014/main" id="{D20B41C6-A3C8-9079-4AF0-D6FDAD44A420}"/>
                    </a:ext>
                  </a:extLst>
                </p:cNvPr>
                <p:cNvSpPr/>
                <p:nvPr/>
              </p:nvSpPr>
              <p:spPr>
                <a:xfrm>
                  <a:off x="2861817" y="3202368"/>
                  <a:ext cx="42036" cy="12700"/>
                </a:xfrm>
                <a:custGeom>
                  <a:avLst/>
                  <a:gdLst>
                    <a:gd name="csX0" fmla="*/ 0 w 42036"/>
                    <a:gd name="csY0" fmla="*/ 0 h 12700"/>
                    <a:gd name="csX1" fmla="*/ 42037 w 42036"/>
                    <a:gd name="csY1" fmla="*/ 0 h 12700"/>
                  </a:gdLst>
                  <a:ahLst/>
                  <a:cxnLst>
                    <a:cxn ang="0">
                      <a:pos x="csX0" y="csY0"/>
                    </a:cxn>
                    <a:cxn ang="0">
                      <a:pos x="csX1" y="csY1"/>
                    </a:cxn>
                  </a:cxnLst>
                  <a:rect l="l" t="t" r="r" b="b"/>
                  <a:pathLst>
                    <a:path w="42036"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40" name="Freeform: Shape 11239">
                  <a:extLst>
                    <a:ext uri="{FF2B5EF4-FFF2-40B4-BE49-F238E27FC236}">
                      <a16:creationId xmlns:a16="http://schemas.microsoft.com/office/drawing/2014/main" id="{3C2D3A8C-6374-FBE8-7622-FCB34412AF43}"/>
                    </a:ext>
                  </a:extLst>
                </p:cNvPr>
                <p:cNvSpPr/>
                <p:nvPr/>
              </p:nvSpPr>
              <p:spPr>
                <a:xfrm>
                  <a:off x="2651632" y="2845753"/>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41" name="Freeform: Shape 11240">
                  <a:extLst>
                    <a:ext uri="{FF2B5EF4-FFF2-40B4-BE49-F238E27FC236}">
                      <a16:creationId xmlns:a16="http://schemas.microsoft.com/office/drawing/2014/main" id="{4512D612-8CB3-872D-A8EC-A460B20D0D5C}"/>
                    </a:ext>
                  </a:extLst>
                </p:cNvPr>
                <p:cNvSpPr/>
                <p:nvPr/>
              </p:nvSpPr>
              <p:spPr>
                <a:xfrm>
                  <a:off x="2672715" y="2845753"/>
                  <a:ext cx="12700" cy="218820"/>
                </a:xfrm>
                <a:custGeom>
                  <a:avLst/>
                  <a:gdLst>
                    <a:gd name="csX0" fmla="*/ 0 w 12700"/>
                    <a:gd name="csY0" fmla="*/ 0 h 218820"/>
                    <a:gd name="csX1" fmla="*/ 0 w 12700"/>
                    <a:gd name="csY1" fmla="*/ 218821 h 218820"/>
                  </a:gdLst>
                  <a:ahLst/>
                  <a:cxnLst>
                    <a:cxn ang="0">
                      <a:pos x="csX0" y="csY0"/>
                    </a:cxn>
                    <a:cxn ang="0">
                      <a:pos x="csX1" y="csY1"/>
                    </a:cxn>
                  </a:cxnLst>
                  <a:rect l="l" t="t" r="r" b="b"/>
                  <a:pathLst>
                    <a:path w="12700" h="218820">
                      <a:moveTo>
                        <a:pt x="0" y="0"/>
                      </a:moveTo>
                      <a:lnTo>
                        <a:pt x="0" y="218821"/>
                      </a:lnTo>
                    </a:path>
                  </a:pathLst>
                </a:custGeom>
                <a:noFill/>
                <a:ln w="13589" cap="flat">
                  <a:solidFill>
                    <a:srgbClr val="000000"/>
                  </a:solidFill>
                  <a:prstDash val="solid"/>
                  <a:round/>
                </a:ln>
              </p:spPr>
              <p:txBody>
                <a:bodyPr/>
                <a:lstStyle/>
                <a:p>
                  <a:endParaRPr lang="en-US" sz="1701"/>
                </a:p>
              </p:txBody>
            </p:sp>
            <p:sp>
              <p:nvSpPr>
                <p:cNvPr id="11242" name="Freeform: Shape 11241">
                  <a:extLst>
                    <a:ext uri="{FF2B5EF4-FFF2-40B4-BE49-F238E27FC236}">
                      <a16:creationId xmlns:a16="http://schemas.microsoft.com/office/drawing/2014/main" id="{134855C8-1CFE-11C2-423E-DAB4EA2A54D1}"/>
                    </a:ext>
                  </a:extLst>
                </p:cNvPr>
                <p:cNvSpPr/>
                <p:nvPr/>
              </p:nvSpPr>
              <p:spPr>
                <a:xfrm>
                  <a:off x="2651632" y="3064574"/>
                  <a:ext cx="42037" cy="12700"/>
                </a:xfrm>
                <a:custGeom>
                  <a:avLst/>
                  <a:gdLst>
                    <a:gd name="csX0" fmla="*/ 0 w 42037"/>
                    <a:gd name="csY0" fmla="*/ 0 h 12700"/>
                    <a:gd name="csX1" fmla="*/ 42037 w 42037"/>
                    <a:gd name="csY1" fmla="*/ 0 h 12700"/>
                  </a:gdLst>
                  <a:ahLst/>
                  <a:cxnLst>
                    <a:cxn ang="0">
                      <a:pos x="csX0" y="csY0"/>
                    </a:cxn>
                    <a:cxn ang="0">
                      <a:pos x="csX1" y="csY1"/>
                    </a:cxn>
                  </a:cxnLst>
                  <a:rect l="l" t="t" r="r" b="b"/>
                  <a:pathLst>
                    <a:path w="42037" h="12700">
                      <a:moveTo>
                        <a:pt x="0" y="0"/>
                      </a:moveTo>
                      <a:lnTo>
                        <a:pt x="42037" y="0"/>
                      </a:lnTo>
                    </a:path>
                  </a:pathLst>
                </a:custGeom>
                <a:noFill/>
                <a:ln w="13589" cap="flat">
                  <a:solidFill>
                    <a:srgbClr val="000000"/>
                  </a:solidFill>
                  <a:prstDash val="solid"/>
                  <a:round/>
                </a:ln>
              </p:spPr>
              <p:txBody>
                <a:bodyPr/>
                <a:lstStyle/>
                <a:p>
                  <a:endParaRPr lang="en-US" sz="1701"/>
                </a:p>
              </p:txBody>
            </p:sp>
            <p:sp>
              <p:nvSpPr>
                <p:cNvPr id="11243" name="Freeform: Shape 11242">
                  <a:extLst>
                    <a:ext uri="{FF2B5EF4-FFF2-40B4-BE49-F238E27FC236}">
                      <a16:creationId xmlns:a16="http://schemas.microsoft.com/office/drawing/2014/main" id="{A503DD27-C140-0EB8-0FB7-512B69419E9F}"/>
                    </a:ext>
                  </a:extLst>
                </p:cNvPr>
                <p:cNvSpPr/>
                <p:nvPr/>
              </p:nvSpPr>
              <p:spPr>
                <a:xfrm>
                  <a:off x="3271647" y="3187890"/>
                  <a:ext cx="63245" cy="63119"/>
                </a:xfrm>
                <a:custGeom>
                  <a:avLst/>
                  <a:gdLst>
                    <a:gd name="csX0" fmla="*/ 0 w 63245"/>
                    <a:gd name="csY0" fmla="*/ 31623 h 63119"/>
                    <a:gd name="csX1" fmla="*/ 31623 w 63245"/>
                    <a:gd name="csY1" fmla="*/ 0 h 63119"/>
                    <a:gd name="csX2" fmla="*/ 63246 w 63245"/>
                    <a:gd name="csY2" fmla="*/ 31623 h 63119"/>
                    <a:gd name="csX3" fmla="*/ 31623 w 63245"/>
                    <a:gd name="csY3" fmla="*/ 63119 h 63119"/>
                  </a:gdLst>
                  <a:ahLst/>
                  <a:cxnLst>
                    <a:cxn ang="0">
                      <a:pos x="csX0" y="csY0"/>
                    </a:cxn>
                    <a:cxn ang="0">
                      <a:pos x="csX1" y="csY1"/>
                    </a:cxn>
                    <a:cxn ang="0">
                      <a:pos x="csX2" y="csY2"/>
                    </a:cxn>
                    <a:cxn ang="0">
                      <a:pos x="csX3" y="csY3"/>
                    </a:cxn>
                  </a:cxnLst>
                  <a:rect l="l" t="t" r="r" b="b"/>
                  <a:pathLst>
                    <a:path w="63245" h="63119">
                      <a:moveTo>
                        <a:pt x="0" y="31623"/>
                      </a:moveTo>
                      <a:lnTo>
                        <a:pt x="31623" y="0"/>
                      </a:lnTo>
                      <a:lnTo>
                        <a:pt x="63246" y="31623"/>
                      </a:lnTo>
                      <a:lnTo>
                        <a:pt x="31623" y="63119"/>
                      </a:lnTo>
                      <a:close/>
                    </a:path>
                  </a:pathLst>
                </a:custGeom>
                <a:solidFill>
                  <a:srgbClr val="B03060"/>
                </a:solidFill>
                <a:ln w="9017" cap="rnd">
                  <a:noFill/>
                  <a:prstDash val="solid"/>
                  <a:round/>
                </a:ln>
              </p:spPr>
              <p:txBody>
                <a:bodyPr/>
                <a:lstStyle/>
                <a:p>
                  <a:endParaRPr lang="en-US" sz="1701"/>
                </a:p>
              </p:txBody>
            </p:sp>
            <p:sp>
              <p:nvSpPr>
                <p:cNvPr id="11244" name="Oval 11243">
                  <a:extLst>
                    <a:ext uri="{FF2B5EF4-FFF2-40B4-BE49-F238E27FC236}">
                      <a16:creationId xmlns:a16="http://schemas.microsoft.com/office/drawing/2014/main" id="{C149DC60-3DB1-D37A-2C52-97C83B9D93E1}"/>
                    </a:ext>
                  </a:extLst>
                </p:cNvPr>
                <p:cNvSpPr/>
                <p:nvPr/>
              </p:nvSpPr>
              <p:spPr>
                <a:xfrm>
                  <a:off x="3909483" y="3355023"/>
                  <a:ext cx="63246" cy="63245"/>
                </a:xfrm>
                <a:prstGeom prst="ellipse">
                  <a:avLst/>
                </a:prstGeom>
                <a:solidFill>
                  <a:srgbClr val="000000"/>
                </a:solidFill>
                <a:ln w="9017" cap="rnd">
                  <a:noFill/>
                  <a:prstDash val="solid"/>
                  <a:round/>
                </a:ln>
              </p:spPr>
              <p:txBody>
                <a:bodyPr/>
                <a:lstStyle/>
                <a:p>
                  <a:endParaRPr lang="en-US" sz="1701"/>
                </a:p>
              </p:txBody>
            </p:sp>
            <p:sp>
              <p:nvSpPr>
                <p:cNvPr id="11245" name="Oval 11244">
                  <a:extLst>
                    <a:ext uri="{FF2B5EF4-FFF2-40B4-BE49-F238E27FC236}">
                      <a16:creationId xmlns:a16="http://schemas.microsoft.com/office/drawing/2014/main" id="{4271F711-E7FC-7006-C692-B1BF3976DED4}"/>
                    </a:ext>
                  </a:extLst>
                </p:cNvPr>
                <p:cNvSpPr/>
                <p:nvPr/>
              </p:nvSpPr>
              <p:spPr>
                <a:xfrm>
                  <a:off x="2746121" y="2966022"/>
                  <a:ext cx="63245" cy="63246"/>
                </a:xfrm>
                <a:prstGeom prst="ellipse">
                  <a:avLst/>
                </a:prstGeom>
                <a:solidFill>
                  <a:srgbClr val="000000"/>
                </a:solidFill>
                <a:ln w="9017" cap="rnd">
                  <a:noFill/>
                  <a:prstDash val="solid"/>
                  <a:round/>
                </a:ln>
              </p:spPr>
              <p:txBody>
                <a:bodyPr/>
                <a:lstStyle/>
                <a:p>
                  <a:endParaRPr lang="en-US" sz="1701"/>
                </a:p>
              </p:txBody>
            </p:sp>
            <p:sp>
              <p:nvSpPr>
                <p:cNvPr id="11246" name="Freeform: Shape 11245">
                  <a:extLst>
                    <a:ext uri="{FF2B5EF4-FFF2-40B4-BE49-F238E27FC236}">
                      <a16:creationId xmlns:a16="http://schemas.microsoft.com/office/drawing/2014/main" id="{87E69A1C-1E8B-0BC4-6BB1-3F5D08BD663E}"/>
                    </a:ext>
                  </a:extLst>
                </p:cNvPr>
                <p:cNvSpPr/>
                <p:nvPr/>
              </p:nvSpPr>
              <p:spPr>
                <a:xfrm>
                  <a:off x="3692144" y="3334702"/>
                  <a:ext cx="63119" cy="63119"/>
                </a:xfrm>
                <a:custGeom>
                  <a:avLst/>
                  <a:gdLst>
                    <a:gd name="csX0" fmla="*/ 0 w 63119"/>
                    <a:gd name="csY0" fmla="*/ 63119 h 63119"/>
                    <a:gd name="csX1" fmla="*/ 63119 w 63119"/>
                    <a:gd name="csY1" fmla="*/ 63119 h 63119"/>
                    <a:gd name="csX2" fmla="*/ 63119 w 63119"/>
                    <a:gd name="csY2" fmla="*/ 0 h 63119"/>
                    <a:gd name="csX3" fmla="*/ 0 w 63119"/>
                    <a:gd name="csY3" fmla="*/ 0 h 63119"/>
                  </a:gdLst>
                  <a:ahLst/>
                  <a:cxnLst>
                    <a:cxn ang="0">
                      <a:pos x="csX0" y="csY0"/>
                    </a:cxn>
                    <a:cxn ang="0">
                      <a:pos x="csX1" y="csY1"/>
                    </a:cxn>
                    <a:cxn ang="0">
                      <a:pos x="csX2" y="csY2"/>
                    </a:cxn>
                    <a:cxn ang="0">
                      <a:pos x="csX3" y="csY3"/>
                    </a:cxn>
                  </a:cxnLst>
                  <a:rect l="l" t="t" r="r" b="b"/>
                  <a:pathLst>
                    <a:path w="63119" h="63119">
                      <a:moveTo>
                        <a:pt x="0" y="63119"/>
                      </a:moveTo>
                      <a:lnTo>
                        <a:pt x="63119" y="63119"/>
                      </a:lnTo>
                      <a:lnTo>
                        <a:pt x="63119" y="0"/>
                      </a:lnTo>
                      <a:lnTo>
                        <a:pt x="0" y="0"/>
                      </a:lnTo>
                      <a:close/>
                    </a:path>
                  </a:pathLst>
                </a:custGeom>
                <a:solidFill>
                  <a:srgbClr val="A020F0"/>
                </a:solidFill>
                <a:ln w="9017" cap="rnd">
                  <a:noFill/>
                  <a:prstDash val="solid"/>
                  <a:round/>
                </a:ln>
              </p:spPr>
              <p:txBody>
                <a:bodyPr/>
                <a:lstStyle/>
                <a:p>
                  <a:endParaRPr lang="en-US" sz="1701"/>
                </a:p>
              </p:txBody>
            </p:sp>
            <p:sp>
              <p:nvSpPr>
                <p:cNvPr id="11247" name="Freeform: Shape 11246">
                  <a:extLst>
                    <a:ext uri="{FF2B5EF4-FFF2-40B4-BE49-F238E27FC236}">
                      <a16:creationId xmlns:a16="http://schemas.microsoft.com/office/drawing/2014/main" id="{D207EB2D-B9A2-729F-3B6C-7BEB80CD51EB}"/>
                    </a:ext>
                  </a:extLst>
                </p:cNvPr>
                <p:cNvSpPr/>
                <p:nvPr/>
              </p:nvSpPr>
              <p:spPr>
                <a:xfrm>
                  <a:off x="3576066" y="3312477"/>
                  <a:ext cx="85089" cy="73660"/>
                </a:xfrm>
                <a:custGeom>
                  <a:avLst/>
                  <a:gdLst>
                    <a:gd name="csX0" fmla="*/ 42545 w 85089"/>
                    <a:gd name="csY0" fmla="*/ 0 h 73660"/>
                    <a:gd name="csX1" fmla="*/ 85090 w 85089"/>
                    <a:gd name="csY1" fmla="*/ 73660 h 73660"/>
                    <a:gd name="csX2" fmla="*/ 0 w 85089"/>
                    <a:gd name="csY2" fmla="*/ 73660 h 73660"/>
                  </a:gdLst>
                  <a:ahLst/>
                  <a:cxnLst>
                    <a:cxn ang="0">
                      <a:pos x="csX0" y="csY0"/>
                    </a:cxn>
                    <a:cxn ang="0">
                      <a:pos x="csX1" y="csY1"/>
                    </a:cxn>
                    <a:cxn ang="0">
                      <a:pos x="csX2" y="csY2"/>
                    </a:cxn>
                  </a:cxnLst>
                  <a:rect l="l" t="t" r="r" b="b"/>
                  <a:pathLst>
                    <a:path w="85089" h="73660">
                      <a:moveTo>
                        <a:pt x="42545" y="0"/>
                      </a:moveTo>
                      <a:lnTo>
                        <a:pt x="85090" y="73660"/>
                      </a:lnTo>
                      <a:lnTo>
                        <a:pt x="0" y="73660"/>
                      </a:lnTo>
                      <a:close/>
                    </a:path>
                  </a:pathLst>
                </a:custGeom>
                <a:solidFill>
                  <a:srgbClr val="5BB450"/>
                </a:solidFill>
                <a:ln w="9017" cap="rnd">
                  <a:noFill/>
                  <a:prstDash val="solid"/>
                  <a:round/>
                </a:ln>
              </p:spPr>
              <p:txBody>
                <a:bodyPr/>
                <a:lstStyle/>
                <a:p>
                  <a:endParaRPr lang="en-US" sz="1701"/>
                </a:p>
              </p:txBody>
            </p:sp>
            <p:sp>
              <p:nvSpPr>
                <p:cNvPr id="11248" name="Freeform: Shape 11247">
                  <a:extLst>
                    <a:ext uri="{FF2B5EF4-FFF2-40B4-BE49-F238E27FC236}">
                      <a16:creationId xmlns:a16="http://schemas.microsoft.com/office/drawing/2014/main" id="{FE754CA9-E733-45AE-F908-DBF96CD61657}"/>
                    </a:ext>
                  </a:extLst>
                </p:cNvPr>
                <p:cNvSpPr/>
                <p:nvPr/>
              </p:nvSpPr>
              <p:spPr>
                <a:xfrm>
                  <a:off x="2314828" y="2611945"/>
                  <a:ext cx="85090" cy="73660"/>
                </a:xfrm>
                <a:custGeom>
                  <a:avLst/>
                  <a:gdLst>
                    <a:gd name="csX0" fmla="*/ 42545 w 85090"/>
                    <a:gd name="csY0" fmla="*/ 0 h 73660"/>
                    <a:gd name="csX1" fmla="*/ 85090 w 85090"/>
                    <a:gd name="csY1" fmla="*/ 73660 h 73660"/>
                    <a:gd name="csX2" fmla="*/ 0 w 85090"/>
                    <a:gd name="csY2" fmla="*/ 73660 h 73660"/>
                  </a:gdLst>
                  <a:ahLst/>
                  <a:cxnLst>
                    <a:cxn ang="0">
                      <a:pos x="csX0" y="csY0"/>
                    </a:cxn>
                    <a:cxn ang="0">
                      <a:pos x="csX1" y="csY1"/>
                    </a:cxn>
                    <a:cxn ang="0">
                      <a:pos x="csX2" y="csY2"/>
                    </a:cxn>
                  </a:cxnLst>
                  <a:rect l="l" t="t" r="r" b="b"/>
                  <a:pathLst>
                    <a:path w="85090" h="73660">
                      <a:moveTo>
                        <a:pt x="42545" y="0"/>
                      </a:moveTo>
                      <a:lnTo>
                        <a:pt x="85090" y="73660"/>
                      </a:lnTo>
                      <a:lnTo>
                        <a:pt x="0" y="73660"/>
                      </a:lnTo>
                      <a:close/>
                    </a:path>
                  </a:pathLst>
                </a:custGeom>
                <a:solidFill>
                  <a:srgbClr val="5BB450"/>
                </a:solidFill>
                <a:ln w="9017" cap="rnd">
                  <a:noFill/>
                  <a:prstDash val="solid"/>
                  <a:round/>
                </a:ln>
              </p:spPr>
              <p:txBody>
                <a:bodyPr/>
                <a:lstStyle/>
                <a:p>
                  <a:endParaRPr lang="en-US" sz="1701"/>
                </a:p>
              </p:txBody>
            </p:sp>
            <p:sp>
              <p:nvSpPr>
                <p:cNvPr id="11249" name="Freeform: Shape 11248">
                  <a:extLst>
                    <a:ext uri="{FF2B5EF4-FFF2-40B4-BE49-F238E27FC236}">
                      <a16:creationId xmlns:a16="http://schemas.microsoft.com/office/drawing/2014/main" id="{39AA4D0D-547E-F497-9063-19081939A0CE}"/>
                    </a:ext>
                  </a:extLst>
                </p:cNvPr>
                <p:cNvSpPr/>
                <p:nvPr/>
              </p:nvSpPr>
              <p:spPr>
                <a:xfrm>
                  <a:off x="3797172" y="3335591"/>
                  <a:ext cx="63246" cy="63119"/>
                </a:xfrm>
                <a:custGeom>
                  <a:avLst/>
                  <a:gdLst>
                    <a:gd name="csX0" fmla="*/ 0 w 63246"/>
                    <a:gd name="csY0" fmla="*/ 31496 h 63119"/>
                    <a:gd name="csX1" fmla="*/ 31623 w 63246"/>
                    <a:gd name="csY1" fmla="*/ 0 h 63119"/>
                    <a:gd name="csX2" fmla="*/ 63246 w 63246"/>
                    <a:gd name="csY2" fmla="*/ 31496 h 63119"/>
                    <a:gd name="csX3" fmla="*/ 31623 w 63246"/>
                    <a:gd name="csY3" fmla="*/ 63119 h 63119"/>
                  </a:gdLst>
                  <a:ahLst/>
                  <a:cxnLst>
                    <a:cxn ang="0">
                      <a:pos x="csX0" y="csY0"/>
                    </a:cxn>
                    <a:cxn ang="0">
                      <a:pos x="csX1" y="csY1"/>
                    </a:cxn>
                    <a:cxn ang="0">
                      <a:pos x="csX2" y="csY2"/>
                    </a:cxn>
                    <a:cxn ang="0">
                      <a:pos x="csX3" y="csY3"/>
                    </a:cxn>
                  </a:cxnLst>
                  <a:rect l="l" t="t" r="r" b="b"/>
                  <a:pathLst>
                    <a:path w="63246" h="63119">
                      <a:moveTo>
                        <a:pt x="0" y="31496"/>
                      </a:moveTo>
                      <a:lnTo>
                        <a:pt x="31623" y="0"/>
                      </a:lnTo>
                      <a:lnTo>
                        <a:pt x="63246" y="31496"/>
                      </a:lnTo>
                      <a:lnTo>
                        <a:pt x="31623" y="63119"/>
                      </a:lnTo>
                      <a:close/>
                    </a:path>
                  </a:pathLst>
                </a:custGeom>
                <a:solidFill>
                  <a:srgbClr val="B03060"/>
                </a:solidFill>
                <a:ln w="9017" cap="rnd">
                  <a:noFill/>
                  <a:prstDash val="solid"/>
                  <a:round/>
                </a:ln>
              </p:spPr>
              <p:txBody>
                <a:bodyPr/>
                <a:lstStyle/>
                <a:p>
                  <a:endParaRPr lang="en-US" sz="1701" dirty="0"/>
                </a:p>
              </p:txBody>
            </p:sp>
            <p:sp>
              <p:nvSpPr>
                <p:cNvPr id="11250" name="Freeform: Shape 11249">
                  <a:extLst>
                    <a:ext uri="{FF2B5EF4-FFF2-40B4-BE49-F238E27FC236}">
                      <a16:creationId xmlns:a16="http://schemas.microsoft.com/office/drawing/2014/main" id="{D3AB2DA7-730D-7274-C4A8-1D360682DF0A}"/>
                    </a:ext>
                  </a:extLst>
                </p:cNvPr>
                <p:cNvSpPr/>
                <p:nvPr/>
              </p:nvSpPr>
              <p:spPr>
                <a:xfrm>
                  <a:off x="2945384" y="3056954"/>
                  <a:ext cx="85216" cy="73786"/>
                </a:xfrm>
                <a:custGeom>
                  <a:avLst/>
                  <a:gdLst>
                    <a:gd name="csX0" fmla="*/ 42545 w 85216"/>
                    <a:gd name="csY0" fmla="*/ 0 h 73786"/>
                    <a:gd name="csX1" fmla="*/ 85217 w 85216"/>
                    <a:gd name="csY1" fmla="*/ 73787 h 73786"/>
                    <a:gd name="csX2" fmla="*/ 0 w 85216"/>
                    <a:gd name="csY2" fmla="*/ 73787 h 73786"/>
                  </a:gdLst>
                  <a:ahLst/>
                  <a:cxnLst>
                    <a:cxn ang="0">
                      <a:pos x="csX0" y="csY0"/>
                    </a:cxn>
                    <a:cxn ang="0">
                      <a:pos x="csX1" y="csY1"/>
                    </a:cxn>
                    <a:cxn ang="0">
                      <a:pos x="csX2" y="csY2"/>
                    </a:cxn>
                  </a:cxnLst>
                  <a:rect l="l" t="t" r="r" b="b"/>
                  <a:pathLst>
                    <a:path w="85216" h="73786">
                      <a:moveTo>
                        <a:pt x="42545" y="0"/>
                      </a:moveTo>
                      <a:lnTo>
                        <a:pt x="85217" y="73787"/>
                      </a:lnTo>
                      <a:lnTo>
                        <a:pt x="0" y="73787"/>
                      </a:lnTo>
                      <a:close/>
                    </a:path>
                  </a:pathLst>
                </a:custGeom>
                <a:solidFill>
                  <a:srgbClr val="5BB450"/>
                </a:solidFill>
                <a:ln w="9017" cap="rnd">
                  <a:noFill/>
                  <a:prstDash val="solid"/>
                  <a:round/>
                </a:ln>
              </p:spPr>
              <p:txBody>
                <a:bodyPr/>
                <a:lstStyle/>
                <a:p>
                  <a:endParaRPr lang="en-US" sz="1701"/>
                </a:p>
              </p:txBody>
            </p:sp>
            <p:sp>
              <p:nvSpPr>
                <p:cNvPr id="11251" name="Freeform: Shape 11250">
                  <a:extLst>
                    <a:ext uri="{FF2B5EF4-FFF2-40B4-BE49-F238E27FC236}">
                      <a16:creationId xmlns:a16="http://schemas.microsoft.com/office/drawing/2014/main" id="{6573BFEF-BD6D-ED12-6970-916EA72C752C}"/>
                    </a:ext>
                  </a:extLst>
                </p:cNvPr>
                <p:cNvSpPr/>
                <p:nvPr/>
              </p:nvSpPr>
              <p:spPr>
                <a:xfrm>
                  <a:off x="2419984" y="2780221"/>
                  <a:ext cx="85090" cy="73786"/>
                </a:xfrm>
                <a:custGeom>
                  <a:avLst/>
                  <a:gdLst>
                    <a:gd name="csX0" fmla="*/ 42545 w 85090"/>
                    <a:gd name="csY0" fmla="*/ 0 h 73786"/>
                    <a:gd name="csX1" fmla="*/ 85090 w 85090"/>
                    <a:gd name="csY1" fmla="*/ 73787 h 73786"/>
                    <a:gd name="csX2" fmla="*/ 0 w 85090"/>
                    <a:gd name="csY2" fmla="*/ 73787 h 73786"/>
                  </a:gdLst>
                  <a:ahLst/>
                  <a:cxnLst>
                    <a:cxn ang="0">
                      <a:pos x="csX0" y="csY0"/>
                    </a:cxn>
                    <a:cxn ang="0">
                      <a:pos x="csX1" y="csY1"/>
                    </a:cxn>
                    <a:cxn ang="0">
                      <a:pos x="csX2" y="csY2"/>
                    </a:cxn>
                  </a:cxnLst>
                  <a:rect l="l" t="t" r="r" b="b"/>
                  <a:pathLst>
                    <a:path w="85090" h="73786">
                      <a:moveTo>
                        <a:pt x="42545" y="0"/>
                      </a:moveTo>
                      <a:lnTo>
                        <a:pt x="85090" y="73787"/>
                      </a:lnTo>
                      <a:lnTo>
                        <a:pt x="0" y="73787"/>
                      </a:lnTo>
                      <a:close/>
                    </a:path>
                  </a:pathLst>
                </a:custGeom>
                <a:solidFill>
                  <a:srgbClr val="5BB450"/>
                </a:solidFill>
                <a:ln w="9017" cap="rnd">
                  <a:noFill/>
                  <a:prstDash val="solid"/>
                  <a:round/>
                </a:ln>
              </p:spPr>
              <p:txBody>
                <a:bodyPr/>
                <a:lstStyle/>
                <a:p>
                  <a:endParaRPr lang="en-US" sz="1701"/>
                </a:p>
              </p:txBody>
            </p:sp>
            <p:sp>
              <p:nvSpPr>
                <p:cNvPr id="11252" name="Oval 11251">
                  <a:extLst>
                    <a:ext uri="{FF2B5EF4-FFF2-40B4-BE49-F238E27FC236}">
                      <a16:creationId xmlns:a16="http://schemas.microsoft.com/office/drawing/2014/main" id="{18E06259-DE42-5317-5ABE-E0FEB12D6BBC}"/>
                    </a:ext>
                  </a:extLst>
                </p:cNvPr>
                <p:cNvSpPr/>
                <p:nvPr/>
              </p:nvSpPr>
              <p:spPr>
                <a:xfrm>
                  <a:off x="3061462" y="3131884"/>
                  <a:ext cx="63245" cy="63246"/>
                </a:xfrm>
                <a:prstGeom prst="ellipse">
                  <a:avLst/>
                </a:prstGeom>
                <a:solidFill>
                  <a:srgbClr val="000000"/>
                </a:solidFill>
                <a:ln w="9017" cap="rnd">
                  <a:noFill/>
                  <a:prstDash val="solid"/>
                  <a:round/>
                </a:ln>
              </p:spPr>
              <p:txBody>
                <a:bodyPr/>
                <a:lstStyle/>
                <a:p>
                  <a:endParaRPr lang="en-US" sz="1701"/>
                </a:p>
              </p:txBody>
            </p:sp>
            <p:sp>
              <p:nvSpPr>
                <p:cNvPr id="11253" name="Freeform: Shape 11252">
                  <a:extLst>
                    <a:ext uri="{FF2B5EF4-FFF2-40B4-BE49-F238E27FC236}">
                      <a16:creationId xmlns:a16="http://schemas.microsoft.com/office/drawing/2014/main" id="{A4BD9BDB-AA9F-44E7-696C-68F1B859588A}"/>
                    </a:ext>
                  </a:extLst>
                </p:cNvPr>
                <p:cNvSpPr/>
                <p:nvPr/>
              </p:nvSpPr>
              <p:spPr>
                <a:xfrm>
                  <a:off x="3470910" y="3188525"/>
                  <a:ext cx="85089" cy="73787"/>
                </a:xfrm>
                <a:custGeom>
                  <a:avLst/>
                  <a:gdLst>
                    <a:gd name="csX0" fmla="*/ 42545 w 85089"/>
                    <a:gd name="csY0" fmla="*/ 0 h 73787"/>
                    <a:gd name="csX1" fmla="*/ 85090 w 85089"/>
                    <a:gd name="csY1" fmla="*/ 73787 h 73787"/>
                    <a:gd name="csX2" fmla="*/ 0 w 85089"/>
                    <a:gd name="csY2" fmla="*/ 73787 h 73787"/>
                  </a:gdLst>
                  <a:ahLst/>
                  <a:cxnLst>
                    <a:cxn ang="0">
                      <a:pos x="csX0" y="csY0"/>
                    </a:cxn>
                    <a:cxn ang="0">
                      <a:pos x="csX1" y="csY1"/>
                    </a:cxn>
                    <a:cxn ang="0">
                      <a:pos x="csX2" y="csY2"/>
                    </a:cxn>
                  </a:cxnLst>
                  <a:rect l="l" t="t" r="r" b="b"/>
                  <a:pathLst>
                    <a:path w="85089" h="73787">
                      <a:moveTo>
                        <a:pt x="42545" y="0"/>
                      </a:moveTo>
                      <a:lnTo>
                        <a:pt x="85090" y="73787"/>
                      </a:lnTo>
                      <a:lnTo>
                        <a:pt x="0" y="73787"/>
                      </a:lnTo>
                      <a:close/>
                    </a:path>
                  </a:pathLst>
                </a:custGeom>
                <a:solidFill>
                  <a:srgbClr val="5BB450"/>
                </a:solidFill>
                <a:ln w="9017" cap="rnd">
                  <a:noFill/>
                  <a:prstDash val="solid"/>
                  <a:round/>
                </a:ln>
              </p:spPr>
              <p:txBody>
                <a:bodyPr/>
                <a:lstStyle/>
                <a:p>
                  <a:endParaRPr lang="en-US" sz="1701"/>
                </a:p>
              </p:txBody>
            </p:sp>
            <p:sp>
              <p:nvSpPr>
                <p:cNvPr id="11254" name="Freeform: Shape 11253">
                  <a:extLst>
                    <a:ext uri="{FF2B5EF4-FFF2-40B4-BE49-F238E27FC236}">
                      <a16:creationId xmlns:a16="http://schemas.microsoft.com/office/drawing/2014/main" id="{07149EC2-C179-C31E-121E-626157308A64}"/>
                    </a:ext>
                  </a:extLst>
                </p:cNvPr>
                <p:cNvSpPr/>
                <p:nvPr/>
              </p:nvSpPr>
              <p:spPr>
                <a:xfrm>
                  <a:off x="2525013" y="2859469"/>
                  <a:ext cx="85090" cy="73660"/>
                </a:xfrm>
                <a:custGeom>
                  <a:avLst/>
                  <a:gdLst>
                    <a:gd name="csX0" fmla="*/ 42545 w 85090"/>
                    <a:gd name="csY0" fmla="*/ 0 h 73660"/>
                    <a:gd name="csX1" fmla="*/ 85090 w 85090"/>
                    <a:gd name="csY1" fmla="*/ 73660 h 73660"/>
                    <a:gd name="csX2" fmla="*/ 0 w 85090"/>
                    <a:gd name="csY2" fmla="*/ 73660 h 73660"/>
                  </a:gdLst>
                  <a:ahLst/>
                  <a:cxnLst>
                    <a:cxn ang="0">
                      <a:pos x="csX0" y="csY0"/>
                    </a:cxn>
                    <a:cxn ang="0">
                      <a:pos x="csX1" y="csY1"/>
                    </a:cxn>
                    <a:cxn ang="0">
                      <a:pos x="csX2" y="csY2"/>
                    </a:cxn>
                  </a:cxnLst>
                  <a:rect l="l" t="t" r="r" b="b"/>
                  <a:pathLst>
                    <a:path w="85090" h="73660">
                      <a:moveTo>
                        <a:pt x="42545" y="0"/>
                      </a:moveTo>
                      <a:lnTo>
                        <a:pt x="85090" y="73660"/>
                      </a:lnTo>
                      <a:lnTo>
                        <a:pt x="0" y="73660"/>
                      </a:lnTo>
                      <a:close/>
                    </a:path>
                  </a:pathLst>
                </a:custGeom>
                <a:solidFill>
                  <a:srgbClr val="5BB450"/>
                </a:solidFill>
                <a:ln w="9017" cap="rnd">
                  <a:noFill/>
                  <a:prstDash val="solid"/>
                  <a:round/>
                </a:ln>
              </p:spPr>
              <p:txBody>
                <a:bodyPr/>
                <a:lstStyle/>
                <a:p>
                  <a:endParaRPr lang="en-US" sz="1701"/>
                </a:p>
              </p:txBody>
            </p:sp>
            <p:sp>
              <p:nvSpPr>
                <p:cNvPr id="11255" name="Freeform: Shape 11254">
                  <a:extLst>
                    <a:ext uri="{FF2B5EF4-FFF2-40B4-BE49-F238E27FC236}">
                      <a16:creationId xmlns:a16="http://schemas.microsoft.com/office/drawing/2014/main" id="{076D8A2A-87F8-1CE8-C1B4-1F840C89114F}"/>
                    </a:ext>
                  </a:extLst>
                </p:cNvPr>
                <p:cNvSpPr/>
                <p:nvPr/>
              </p:nvSpPr>
              <p:spPr>
                <a:xfrm>
                  <a:off x="3155568" y="3135186"/>
                  <a:ext cx="85217" cy="73786"/>
                </a:xfrm>
                <a:custGeom>
                  <a:avLst/>
                  <a:gdLst>
                    <a:gd name="csX0" fmla="*/ 42672 w 85217"/>
                    <a:gd name="csY0" fmla="*/ 0 h 73786"/>
                    <a:gd name="csX1" fmla="*/ 85217 w 85217"/>
                    <a:gd name="csY1" fmla="*/ 73787 h 73786"/>
                    <a:gd name="csX2" fmla="*/ 0 w 85217"/>
                    <a:gd name="csY2" fmla="*/ 73787 h 73786"/>
                  </a:gdLst>
                  <a:ahLst/>
                  <a:cxnLst>
                    <a:cxn ang="0">
                      <a:pos x="csX0" y="csY0"/>
                    </a:cxn>
                    <a:cxn ang="0">
                      <a:pos x="csX1" y="csY1"/>
                    </a:cxn>
                    <a:cxn ang="0">
                      <a:pos x="csX2" y="csY2"/>
                    </a:cxn>
                  </a:cxnLst>
                  <a:rect l="l" t="t" r="r" b="b"/>
                  <a:pathLst>
                    <a:path w="85217" h="73786">
                      <a:moveTo>
                        <a:pt x="42672" y="0"/>
                      </a:moveTo>
                      <a:lnTo>
                        <a:pt x="85217" y="73787"/>
                      </a:lnTo>
                      <a:lnTo>
                        <a:pt x="0" y="73787"/>
                      </a:lnTo>
                      <a:close/>
                    </a:path>
                  </a:pathLst>
                </a:custGeom>
                <a:solidFill>
                  <a:srgbClr val="5BB450"/>
                </a:solidFill>
                <a:ln w="9017" cap="rnd">
                  <a:noFill/>
                  <a:prstDash val="solid"/>
                  <a:round/>
                </a:ln>
              </p:spPr>
              <p:txBody>
                <a:bodyPr/>
                <a:lstStyle/>
                <a:p>
                  <a:endParaRPr lang="en-US" sz="1701"/>
                </a:p>
              </p:txBody>
            </p:sp>
            <p:sp>
              <p:nvSpPr>
                <p:cNvPr id="11256" name="Freeform: Shape 11255">
                  <a:extLst>
                    <a:ext uri="{FF2B5EF4-FFF2-40B4-BE49-F238E27FC236}">
                      <a16:creationId xmlns:a16="http://schemas.microsoft.com/office/drawing/2014/main" id="{90ED26D0-451C-B195-FFCA-D21F61143B6B}"/>
                    </a:ext>
                  </a:extLst>
                </p:cNvPr>
                <p:cNvSpPr/>
                <p:nvPr/>
              </p:nvSpPr>
              <p:spPr>
                <a:xfrm>
                  <a:off x="3365881" y="3180271"/>
                  <a:ext cx="85089" cy="73786"/>
                </a:xfrm>
                <a:custGeom>
                  <a:avLst/>
                  <a:gdLst>
                    <a:gd name="csX0" fmla="*/ 42545 w 85089"/>
                    <a:gd name="csY0" fmla="*/ 0 h 73786"/>
                    <a:gd name="csX1" fmla="*/ 85090 w 85089"/>
                    <a:gd name="csY1" fmla="*/ 73787 h 73786"/>
                    <a:gd name="csX2" fmla="*/ 0 w 85089"/>
                    <a:gd name="csY2" fmla="*/ 73787 h 73786"/>
                  </a:gdLst>
                  <a:ahLst/>
                  <a:cxnLst>
                    <a:cxn ang="0">
                      <a:pos x="csX0" y="csY0"/>
                    </a:cxn>
                    <a:cxn ang="0">
                      <a:pos x="csX1" y="csY1"/>
                    </a:cxn>
                    <a:cxn ang="0">
                      <a:pos x="csX2" y="csY2"/>
                    </a:cxn>
                  </a:cxnLst>
                  <a:rect l="l" t="t" r="r" b="b"/>
                  <a:pathLst>
                    <a:path w="85089" h="73786">
                      <a:moveTo>
                        <a:pt x="42545" y="0"/>
                      </a:moveTo>
                      <a:lnTo>
                        <a:pt x="85090" y="73787"/>
                      </a:lnTo>
                      <a:lnTo>
                        <a:pt x="0" y="73787"/>
                      </a:lnTo>
                      <a:close/>
                    </a:path>
                  </a:pathLst>
                </a:custGeom>
                <a:solidFill>
                  <a:srgbClr val="5BB450"/>
                </a:solidFill>
                <a:ln w="9017" cap="rnd">
                  <a:noFill/>
                  <a:prstDash val="solid"/>
                  <a:round/>
                </a:ln>
              </p:spPr>
              <p:txBody>
                <a:bodyPr/>
                <a:lstStyle/>
                <a:p>
                  <a:endParaRPr lang="en-US" sz="1701"/>
                </a:p>
              </p:txBody>
            </p:sp>
            <p:sp>
              <p:nvSpPr>
                <p:cNvPr id="11257" name="Freeform: Shape 11256">
                  <a:extLst>
                    <a:ext uri="{FF2B5EF4-FFF2-40B4-BE49-F238E27FC236}">
                      <a16:creationId xmlns:a16="http://schemas.microsoft.com/office/drawing/2014/main" id="{ED116D87-93E3-8FE3-783E-B0B690F8419E}"/>
                    </a:ext>
                  </a:extLst>
                </p:cNvPr>
                <p:cNvSpPr/>
                <p:nvPr/>
              </p:nvSpPr>
              <p:spPr>
                <a:xfrm>
                  <a:off x="2851276" y="3053397"/>
                  <a:ext cx="63246" cy="63119"/>
                </a:xfrm>
                <a:custGeom>
                  <a:avLst/>
                  <a:gdLst>
                    <a:gd name="csX0" fmla="*/ 0 w 63246"/>
                    <a:gd name="csY0" fmla="*/ 63119 h 63119"/>
                    <a:gd name="csX1" fmla="*/ 63246 w 63246"/>
                    <a:gd name="csY1" fmla="*/ 63119 h 63119"/>
                    <a:gd name="csX2" fmla="*/ 63246 w 63246"/>
                    <a:gd name="csY2" fmla="*/ 0 h 63119"/>
                    <a:gd name="csX3" fmla="*/ 0 w 63246"/>
                    <a:gd name="csY3" fmla="*/ 0 h 63119"/>
                  </a:gdLst>
                  <a:ahLst/>
                  <a:cxnLst>
                    <a:cxn ang="0">
                      <a:pos x="csX0" y="csY0"/>
                    </a:cxn>
                    <a:cxn ang="0">
                      <a:pos x="csX1" y="csY1"/>
                    </a:cxn>
                    <a:cxn ang="0">
                      <a:pos x="csX2" y="csY2"/>
                    </a:cxn>
                    <a:cxn ang="0">
                      <a:pos x="csX3" y="csY3"/>
                    </a:cxn>
                  </a:cxnLst>
                  <a:rect l="l" t="t" r="r" b="b"/>
                  <a:pathLst>
                    <a:path w="63246" h="63119">
                      <a:moveTo>
                        <a:pt x="0" y="63119"/>
                      </a:moveTo>
                      <a:lnTo>
                        <a:pt x="63246" y="63119"/>
                      </a:lnTo>
                      <a:lnTo>
                        <a:pt x="63246" y="0"/>
                      </a:lnTo>
                      <a:lnTo>
                        <a:pt x="0" y="0"/>
                      </a:lnTo>
                      <a:close/>
                    </a:path>
                  </a:pathLst>
                </a:custGeom>
                <a:solidFill>
                  <a:srgbClr val="A020F0"/>
                </a:solidFill>
                <a:ln w="9017" cap="rnd">
                  <a:noFill/>
                  <a:prstDash val="solid"/>
                  <a:round/>
                </a:ln>
              </p:spPr>
              <p:txBody>
                <a:bodyPr/>
                <a:lstStyle/>
                <a:p>
                  <a:endParaRPr lang="en-US" sz="1701"/>
                </a:p>
              </p:txBody>
            </p:sp>
          </p:grpSp>
          <p:grpSp>
            <p:nvGrpSpPr>
              <p:cNvPr id="11132" name="Group 11131">
                <a:extLst>
                  <a:ext uri="{FF2B5EF4-FFF2-40B4-BE49-F238E27FC236}">
                    <a16:creationId xmlns:a16="http://schemas.microsoft.com/office/drawing/2014/main" id="{66D54104-4604-252E-1104-38B6E3D110D4}"/>
                  </a:ext>
                </a:extLst>
              </p:cNvPr>
              <p:cNvGrpSpPr/>
              <p:nvPr/>
            </p:nvGrpSpPr>
            <p:grpSpPr>
              <a:xfrm>
                <a:off x="2084764" y="4217735"/>
                <a:ext cx="892888" cy="634371"/>
                <a:chOff x="5826118" y="272082"/>
                <a:chExt cx="892888" cy="634371"/>
              </a:xfrm>
            </p:grpSpPr>
            <p:sp>
              <p:nvSpPr>
                <p:cNvPr id="11162" name="TextBox 11161">
                  <a:extLst>
                    <a:ext uri="{FF2B5EF4-FFF2-40B4-BE49-F238E27FC236}">
                      <a16:creationId xmlns:a16="http://schemas.microsoft.com/office/drawing/2014/main" id="{52A3F865-D0A5-9623-A04A-6533014A0D48}"/>
                    </a:ext>
                  </a:extLst>
                </p:cNvPr>
                <p:cNvSpPr txBox="1">
                  <a:spLocks/>
                </p:cNvSpPr>
                <p:nvPr/>
              </p:nvSpPr>
              <p:spPr>
                <a:xfrm>
                  <a:off x="5884005" y="272082"/>
                  <a:ext cx="835001" cy="220812"/>
                </a:xfrm>
                <a:prstGeom prst="rect">
                  <a:avLst/>
                </a:prstGeom>
                <a:noFill/>
              </p:spPr>
              <p:txBody>
                <a:bodyPr wrap="none" rtlCol="0">
                  <a:spAutoFit/>
                </a:bodyPr>
                <a:lstStyle/>
                <a:p>
                  <a:pPr algn="l"/>
                  <a:r>
                    <a:rPr lang="en-US" sz="756" dirty="0">
                      <a:ln/>
                      <a:solidFill>
                        <a:srgbClr val="000000"/>
                      </a:solidFill>
                      <a:latin typeface="Arial"/>
                      <a:cs typeface="Arial"/>
                      <a:sym typeface="Arial"/>
                      <a:rtl val="0"/>
                    </a:rPr>
                    <a:t>Glutamatergic</a:t>
                  </a:r>
                </a:p>
              </p:txBody>
            </p:sp>
            <p:sp>
              <p:nvSpPr>
                <p:cNvPr id="11163" name="TextBox 11162">
                  <a:extLst>
                    <a:ext uri="{FF2B5EF4-FFF2-40B4-BE49-F238E27FC236}">
                      <a16:creationId xmlns:a16="http://schemas.microsoft.com/office/drawing/2014/main" id="{68DFD1FF-39B7-380E-89E8-F2794BB54408}"/>
                    </a:ext>
                  </a:extLst>
                </p:cNvPr>
                <p:cNvSpPr txBox="1">
                  <a:spLocks/>
                </p:cNvSpPr>
                <p:nvPr/>
              </p:nvSpPr>
              <p:spPr>
                <a:xfrm>
                  <a:off x="5884005" y="398759"/>
                  <a:ext cx="700979"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GABAergic</a:t>
                  </a:r>
                </a:p>
              </p:txBody>
            </p:sp>
            <p:sp>
              <p:nvSpPr>
                <p:cNvPr id="11164" name="TextBox 11163">
                  <a:extLst>
                    <a:ext uri="{FF2B5EF4-FFF2-40B4-BE49-F238E27FC236}">
                      <a16:creationId xmlns:a16="http://schemas.microsoft.com/office/drawing/2014/main" id="{4ED2A919-2CB2-ADE6-5B6A-FFF2CE255676}"/>
                    </a:ext>
                  </a:extLst>
                </p:cNvPr>
                <p:cNvSpPr txBox="1">
                  <a:spLocks/>
                </p:cNvSpPr>
                <p:nvPr/>
              </p:nvSpPr>
              <p:spPr>
                <a:xfrm>
                  <a:off x="5884005" y="551353"/>
                  <a:ext cx="468564"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Mixed</a:t>
                  </a:r>
                </a:p>
              </p:txBody>
            </p:sp>
            <p:sp>
              <p:nvSpPr>
                <p:cNvPr id="11165" name="TextBox 11164">
                  <a:extLst>
                    <a:ext uri="{FF2B5EF4-FFF2-40B4-BE49-F238E27FC236}">
                      <a16:creationId xmlns:a16="http://schemas.microsoft.com/office/drawing/2014/main" id="{893DFE24-C73A-140B-40EB-91F6895C1FBB}"/>
                    </a:ext>
                  </a:extLst>
                </p:cNvPr>
                <p:cNvSpPr txBox="1">
                  <a:spLocks/>
                </p:cNvSpPr>
                <p:nvPr/>
              </p:nvSpPr>
              <p:spPr>
                <a:xfrm>
                  <a:off x="5884005" y="685641"/>
                  <a:ext cx="399008" cy="220812"/>
                </a:xfrm>
                <a:prstGeom prst="rect">
                  <a:avLst/>
                </a:prstGeom>
                <a:noFill/>
              </p:spPr>
              <p:txBody>
                <a:bodyPr wrap="none" rtlCol="0">
                  <a:spAutoFit/>
                </a:bodyPr>
                <a:lstStyle/>
                <a:p>
                  <a:pPr algn="l"/>
                  <a:r>
                    <a:rPr lang="en-US" sz="756">
                      <a:ln/>
                      <a:solidFill>
                        <a:srgbClr val="000000"/>
                      </a:solidFill>
                      <a:latin typeface="Arial"/>
                      <a:cs typeface="Arial"/>
                      <a:sym typeface="Arial"/>
                      <a:rtl val="0"/>
                    </a:rPr>
                    <a:t>Glial</a:t>
                  </a:r>
                </a:p>
              </p:txBody>
            </p:sp>
            <p:sp>
              <p:nvSpPr>
                <p:cNvPr id="11166" name="Rectangle 11165">
                  <a:extLst>
                    <a:ext uri="{FF2B5EF4-FFF2-40B4-BE49-F238E27FC236}">
                      <a16:creationId xmlns:a16="http://schemas.microsoft.com/office/drawing/2014/main" id="{519D3C93-3692-5390-76BD-24A119CB821B}"/>
                    </a:ext>
                  </a:extLst>
                </p:cNvPr>
                <p:cNvSpPr>
                  <a:spLocks noChangeAspect="1"/>
                </p:cNvSpPr>
                <p:nvPr/>
              </p:nvSpPr>
              <p:spPr>
                <a:xfrm>
                  <a:off x="5829090" y="448133"/>
                  <a:ext cx="119876" cy="121687"/>
                </a:xfrm>
                <a:prstGeom prst="rect">
                  <a:avLst/>
                </a:prstGeom>
                <a:solidFill>
                  <a:srgbClr val="911DD9"/>
                </a:solidFill>
                <a:ln w="13589" cap="flat">
                  <a:noFill/>
                  <a:prstDash val="solid"/>
                  <a:miter/>
                </a:ln>
              </p:spPr>
              <p:txBody>
                <a:bodyPr/>
                <a:lstStyle/>
                <a:p>
                  <a:endParaRPr lang="en-US" sz="2268"/>
                </a:p>
              </p:txBody>
            </p:sp>
            <p:sp>
              <p:nvSpPr>
                <p:cNvPr id="11167" name="Freeform 308">
                  <a:extLst>
                    <a:ext uri="{FF2B5EF4-FFF2-40B4-BE49-F238E27FC236}">
                      <a16:creationId xmlns:a16="http://schemas.microsoft.com/office/drawing/2014/main" id="{86975985-2C95-1911-491B-EE6DC64F55F1}"/>
                    </a:ext>
                  </a:extLst>
                </p:cNvPr>
                <p:cNvSpPr>
                  <a:spLocks noChangeAspect="1"/>
                </p:cNvSpPr>
                <p:nvPr/>
              </p:nvSpPr>
              <p:spPr>
                <a:xfrm>
                  <a:off x="5826118" y="319672"/>
                  <a:ext cx="126345" cy="109519"/>
                </a:xfrm>
                <a:custGeom>
                  <a:avLst/>
                  <a:gdLst>
                    <a:gd name="csX0" fmla="*/ 24384 w 48641"/>
                    <a:gd name="csY0" fmla="*/ 0 h 42163"/>
                    <a:gd name="csX1" fmla="*/ 48641 w 48641"/>
                    <a:gd name="csY1" fmla="*/ 42164 h 42163"/>
                    <a:gd name="csX2" fmla="*/ 0 w 48641"/>
                    <a:gd name="csY2" fmla="*/ 42164 h 42163"/>
                  </a:gdLst>
                  <a:ahLst/>
                  <a:cxnLst>
                    <a:cxn ang="0">
                      <a:pos x="csX0" y="csY0"/>
                    </a:cxn>
                    <a:cxn ang="0">
                      <a:pos x="csX1" y="csY1"/>
                    </a:cxn>
                    <a:cxn ang="0">
                      <a:pos x="csX2" y="csY2"/>
                    </a:cxn>
                  </a:cxnLst>
                  <a:rect l="l" t="t" r="r" b="b"/>
                  <a:pathLst>
                    <a:path w="48641" h="42163">
                      <a:moveTo>
                        <a:pt x="24384" y="0"/>
                      </a:moveTo>
                      <a:lnTo>
                        <a:pt x="48641" y="42164"/>
                      </a:lnTo>
                      <a:lnTo>
                        <a:pt x="0" y="42164"/>
                      </a:lnTo>
                      <a:close/>
                    </a:path>
                  </a:pathLst>
                </a:custGeom>
                <a:solidFill>
                  <a:srgbClr val="5BB450"/>
                </a:solidFill>
                <a:ln w="9017" cap="rnd">
                  <a:noFill/>
                  <a:prstDash val="solid"/>
                  <a:round/>
                </a:ln>
              </p:spPr>
              <p:txBody>
                <a:bodyPr/>
                <a:lstStyle/>
                <a:p>
                  <a:endParaRPr lang="en-US" sz="2268"/>
                </a:p>
              </p:txBody>
            </p:sp>
            <p:sp>
              <p:nvSpPr>
                <p:cNvPr id="11168" name="Freeform 309">
                  <a:extLst>
                    <a:ext uri="{FF2B5EF4-FFF2-40B4-BE49-F238E27FC236}">
                      <a16:creationId xmlns:a16="http://schemas.microsoft.com/office/drawing/2014/main" id="{0246D28E-4F95-3A7C-4419-B3ADA1D0E0B0}"/>
                    </a:ext>
                  </a:extLst>
                </p:cNvPr>
                <p:cNvSpPr>
                  <a:spLocks noChangeAspect="1"/>
                </p:cNvSpPr>
                <p:nvPr/>
              </p:nvSpPr>
              <p:spPr>
                <a:xfrm>
                  <a:off x="5827855" y="599170"/>
                  <a:ext cx="121685" cy="121687"/>
                </a:xfrm>
                <a:custGeom>
                  <a:avLst/>
                  <a:gdLst>
                    <a:gd name="csX0" fmla="*/ 0 w 36067"/>
                    <a:gd name="csY0" fmla="*/ 18034 h 36068"/>
                    <a:gd name="csX1" fmla="*/ 18034 w 36067"/>
                    <a:gd name="csY1" fmla="*/ 0 h 36068"/>
                    <a:gd name="csX2" fmla="*/ 36068 w 36067"/>
                    <a:gd name="csY2" fmla="*/ 18034 h 36068"/>
                    <a:gd name="csX3" fmla="*/ 18034 w 36067"/>
                    <a:gd name="csY3" fmla="*/ 36068 h 36068"/>
                  </a:gdLst>
                  <a:ahLst/>
                  <a:cxnLst>
                    <a:cxn ang="0">
                      <a:pos x="csX0" y="csY0"/>
                    </a:cxn>
                    <a:cxn ang="0">
                      <a:pos x="csX1" y="csY1"/>
                    </a:cxn>
                    <a:cxn ang="0">
                      <a:pos x="csX2" y="csY2"/>
                    </a:cxn>
                    <a:cxn ang="0">
                      <a:pos x="csX3" y="csY3"/>
                    </a:cxn>
                  </a:cxnLst>
                  <a:rect l="l" t="t" r="r" b="b"/>
                  <a:pathLst>
                    <a:path w="36067" h="36068">
                      <a:moveTo>
                        <a:pt x="0" y="18034"/>
                      </a:moveTo>
                      <a:lnTo>
                        <a:pt x="18034" y="0"/>
                      </a:lnTo>
                      <a:lnTo>
                        <a:pt x="36068" y="18034"/>
                      </a:lnTo>
                      <a:lnTo>
                        <a:pt x="18034" y="36068"/>
                      </a:lnTo>
                      <a:close/>
                    </a:path>
                  </a:pathLst>
                </a:custGeom>
                <a:solidFill>
                  <a:srgbClr val="B03060"/>
                </a:solidFill>
                <a:ln w="9017" cap="rnd">
                  <a:noFill/>
                  <a:prstDash val="solid"/>
                  <a:round/>
                </a:ln>
              </p:spPr>
              <p:txBody>
                <a:bodyPr/>
                <a:lstStyle/>
                <a:p>
                  <a:endParaRPr lang="en-US" sz="2268"/>
                </a:p>
              </p:txBody>
            </p:sp>
            <p:sp>
              <p:nvSpPr>
                <p:cNvPr id="11169" name="Oval 11168">
                  <a:extLst>
                    <a:ext uri="{FF2B5EF4-FFF2-40B4-BE49-F238E27FC236}">
                      <a16:creationId xmlns:a16="http://schemas.microsoft.com/office/drawing/2014/main" id="{4E040A02-8074-1726-B8EA-5A37700D4B3B}"/>
                    </a:ext>
                  </a:extLst>
                </p:cNvPr>
                <p:cNvSpPr>
                  <a:spLocks noChangeAspect="1"/>
                </p:cNvSpPr>
                <p:nvPr/>
              </p:nvSpPr>
              <p:spPr>
                <a:xfrm>
                  <a:off x="5829284" y="732234"/>
                  <a:ext cx="121687" cy="121687"/>
                </a:xfrm>
                <a:prstGeom prst="ellipse">
                  <a:avLst/>
                </a:prstGeom>
                <a:solidFill>
                  <a:srgbClr val="000000"/>
                </a:solidFill>
                <a:ln w="9017" cap="rnd">
                  <a:noFill/>
                  <a:prstDash val="solid"/>
                  <a:round/>
                </a:ln>
              </p:spPr>
              <p:txBody>
                <a:bodyPr/>
                <a:lstStyle/>
                <a:p>
                  <a:endParaRPr lang="en-US" sz="2268"/>
                </a:p>
              </p:txBody>
            </p:sp>
          </p:grpSp>
          <p:sp>
            <p:nvSpPr>
              <p:cNvPr id="11133" name="TextBox 11132">
                <a:extLst>
                  <a:ext uri="{FF2B5EF4-FFF2-40B4-BE49-F238E27FC236}">
                    <a16:creationId xmlns:a16="http://schemas.microsoft.com/office/drawing/2014/main" id="{B3614394-05BF-DF9E-2CB4-706E06BF92E1}"/>
                  </a:ext>
                </a:extLst>
              </p:cNvPr>
              <p:cNvSpPr txBox="1"/>
              <p:nvPr/>
            </p:nvSpPr>
            <p:spPr>
              <a:xfrm>
                <a:off x="791098" y="4184092"/>
                <a:ext cx="836698" cy="220812"/>
              </a:xfrm>
              <a:prstGeom prst="rect">
                <a:avLst/>
              </a:prstGeom>
              <a:noFill/>
            </p:spPr>
            <p:txBody>
              <a:bodyPr wrap="none" rtlCol="0">
                <a:spAutoFit/>
              </a:bodyPr>
              <a:lstStyle/>
              <a:p>
                <a:pPr algn="ctr"/>
                <a:r>
                  <a:rPr lang="en-US" sz="756" dirty="0">
                    <a:ln/>
                    <a:latin typeface="Arial"/>
                    <a:cs typeface="Arial"/>
                    <a:sym typeface="Arial"/>
                    <a:rtl val="0"/>
                  </a:rPr>
                  <a:t>First Changes</a:t>
                </a:r>
              </a:p>
            </p:txBody>
          </p:sp>
          <p:sp>
            <p:nvSpPr>
              <p:cNvPr id="11134" name="TextBox 11133">
                <a:extLst>
                  <a:ext uri="{FF2B5EF4-FFF2-40B4-BE49-F238E27FC236}">
                    <a16:creationId xmlns:a16="http://schemas.microsoft.com/office/drawing/2014/main" id="{7D546886-0E16-D972-4097-34BB6ED37B6F}"/>
                  </a:ext>
                </a:extLst>
              </p:cNvPr>
              <p:cNvSpPr txBox="1"/>
              <p:nvPr/>
            </p:nvSpPr>
            <p:spPr>
              <a:xfrm>
                <a:off x="2282463" y="4972577"/>
                <a:ext cx="833305" cy="220812"/>
              </a:xfrm>
              <a:prstGeom prst="rect">
                <a:avLst/>
              </a:prstGeom>
              <a:noFill/>
            </p:spPr>
            <p:txBody>
              <a:bodyPr wrap="none" rtlCol="0">
                <a:spAutoFit/>
              </a:bodyPr>
              <a:lstStyle/>
              <a:p>
                <a:pPr algn="ctr"/>
                <a:r>
                  <a:rPr lang="en-US" sz="756" dirty="0">
                    <a:ln/>
                    <a:latin typeface="Arial"/>
                    <a:cs typeface="Arial"/>
                    <a:sym typeface="Arial"/>
                    <a:rtl val="0"/>
                  </a:rPr>
                  <a:t>Last Changes</a:t>
                </a:r>
              </a:p>
            </p:txBody>
          </p:sp>
          <p:grpSp>
            <p:nvGrpSpPr>
              <p:cNvPr id="11135" name="Group 11134">
                <a:extLst>
                  <a:ext uri="{FF2B5EF4-FFF2-40B4-BE49-F238E27FC236}">
                    <a16:creationId xmlns:a16="http://schemas.microsoft.com/office/drawing/2014/main" id="{737C8942-7DFF-0BE3-B25D-9466FF27A91F}"/>
                  </a:ext>
                </a:extLst>
              </p:cNvPr>
              <p:cNvGrpSpPr/>
              <p:nvPr/>
            </p:nvGrpSpPr>
            <p:grpSpPr>
              <a:xfrm>
                <a:off x="368809" y="4142483"/>
                <a:ext cx="397313" cy="1341012"/>
                <a:chOff x="4012617" y="152400"/>
                <a:chExt cx="397313" cy="1341012"/>
              </a:xfrm>
            </p:grpSpPr>
            <p:sp>
              <p:nvSpPr>
                <p:cNvPr id="11157" name="TextBox 11156">
                  <a:extLst>
                    <a:ext uri="{FF2B5EF4-FFF2-40B4-BE49-F238E27FC236}">
                      <a16:creationId xmlns:a16="http://schemas.microsoft.com/office/drawing/2014/main" id="{C9162587-05A0-3527-8106-DFCBF55A35C8}"/>
                    </a:ext>
                  </a:extLst>
                </p:cNvPr>
                <p:cNvSpPr txBox="1"/>
                <p:nvPr/>
              </p:nvSpPr>
              <p:spPr>
                <a:xfrm>
                  <a:off x="4012617" y="1272600"/>
                  <a:ext cx="397313" cy="220812"/>
                </a:xfrm>
                <a:prstGeom prst="rect">
                  <a:avLst/>
                </a:prstGeom>
                <a:noFill/>
              </p:spPr>
              <p:txBody>
                <a:bodyPr wrap="none" rtlCol="0">
                  <a:spAutoFit/>
                </a:bodyPr>
                <a:lstStyle/>
                <a:p>
                  <a:pPr algn="ctr"/>
                  <a:r>
                    <a:rPr lang="en-US" sz="756">
                      <a:ln/>
                      <a:solidFill>
                        <a:srgbClr val="4D4D4D"/>
                      </a:solidFill>
                      <a:latin typeface="Arial"/>
                      <a:cs typeface="Arial"/>
                      <a:sym typeface="Arial"/>
                      <a:rtl val="0"/>
                    </a:rPr>
                    <a:t>0.00</a:t>
                  </a:r>
                </a:p>
              </p:txBody>
            </p:sp>
            <p:sp>
              <p:nvSpPr>
                <p:cNvPr id="11158" name="TextBox 11157">
                  <a:extLst>
                    <a:ext uri="{FF2B5EF4-FFF2-40B4-BE49-F238E27FC236}">
                      <a16:creationId xmlns:a16="http://schemas.microsoft.com/office/drawing/2014/main" id="{6B6DFB88-4C09-852B-C995-0BC9CA3E7285}"/>
                    </a:ext>
                  </a:extLst>
                </p:cNvPr>
                <p:cNvSpPr txBox="1"/>
                <p:nvPr/>
              </p:nvSpPr>
              <p:spPr>
                <a:xfrm>
                  <a:off x="4012617" y="992551"/>
                  <a:ext cx="397313" cy="220812"/>
                </a:xfrm>
                <a:prstGeom prst="rect">
                  <a:avLst/>
                </a:prstGeom>
                <a:noFill/>
              </p:spPr>
              <p:txBody>
                <a:bodyPr wrap="none" rtlCol="0">
                  <a:spAutoFit/>
                </a:bodyPr>
                <a:lstStyle/>
                <a:p>
                  <a:pPr algn="ctr"/>
                  <a:r>
                    <a:rPr lang="en-US" sz="756" dirty="0">
                      <a:ln/>
                      <a:solidFill>
                        <a:srgbClr val="4D4D4D"/>
                      </a:solidFill>
                      <a:latin typeface="Arial"/>
                      <a:cs typeface="Arial"/>
                      <a:sym typeface="Arial"/>
                      <a:rtl val="0"/>
                    </a:rPr>
                    <a:t>0.25</a:t>
                  </a:r>
                </a:p>
              </p:txBody>
            </p:sp>
            <p:sp>
              <p:nvSpPr>
                <p:cNvPr id="11159" name="TextBox 11158">
                  <a:extLst>
                    <a:ext uri="{FF2B5EF4-FFF2-40B4-BE49-F238E27FC236}">
                      <a16:creationId xmlns:a16="http://schemas.microsoft.com/office/drawing/2014/main" id="{9127FAB0-05B6-6C11-E452-9705AD0B1C9C}"/>
                    </a:ext>
                  </a:extLst>
                </p:cNvPr>
                <p:cNvSpPr txBox="1"/>
                <p:nvPr/>
              </p:nvSpPr>
              <p:spPr>
                <a:xfrm>
                  <a:off x="4012617" y="712500"/>
                  <a:ext cx="397313" cy="220812"/>
                </a:xfrm>
                <a:prstGeom prst="rect">
                  <a:avLst/>
                </a:prstGeom>
                <a:noFill/>
              </p:spPr>
              <p:txBody>
                <a:bodyPr wrap="none" rtlCol="0">
                  <a:spAutoFit/>
                </a:bodyPr>
                <a:lstStyle/>
                <a:p>
                  <a:pPr algn="ctr"/>
                  <a:r>
                    <a:rPr lang="en-US" sz="756" dirty="0">
                      <a:ln/>
                      <a:solidFill>
                        <a:srgbClr val="4D4D4D"/>
                      </a:solidFill>
                      <a:latin typeface="Arial"/>
                      <a:cs typeface="Arial"/>
                      <a:sym typeface="Arial"/>
                      <a:rtl val="0"/>
                    </a:rPr>
                    <a:t>0.50</a:t>
                  </a:r>
                </a:p>
              </p:txBody>
            </p:sp>
            <p:sp>
              <p:nvSpPr>
                <p:cNvPr id="11160" name="TextBox 11159">
                  <a:extLst>
                    <a:ext uri="{FF2B5EF4-FFF2-40B4-BE49-F238E27FC236}">
                      <a16:creationId xmlns:a16="http://schemas.microsoft.com/office/drawing/2014/main" id="{CBF55DD7-581A-5250-D1A8-367744085A85}"/>
                    </a:ext>
                  </a:extLst>
                </p:cNvPr>
                <p:cNvSpPr txBox="1"/>
                <p:nvPr/>
              </p:nvSpPr>
              <p:spPr>
                <a:xfrm>
                  <a:off x="4012617" y="432451"/>
                  <a:ext cx="397313" cy="220812"/>
                </a:xfrm>
                <a:prstGeom prst="rect">
                  <a:avLst/>
                </a:prstGeom>
                <a:noFill/>
              </p:spPr>
              <p:txBody>
                <a:bodyPr wrap="none" rtlCol="0">
                  <a:spAutoFit/>
                </a:bodyPr>
                <a:lstStyle/>
                <a:p>
                  <a:pPr algn="ctr"/>
                  <a:r>
                    <a:rPr lang="en-US" sz="756">
                      <a:ln/>
                      <a:solidFill>
                        <a:srgbClr val="4D4D4D"/>
                      </a:solidFill>
                      <a:latin typeface="Arial"/>
                      <a:cs typeface="Arial"/>
                      <a:sym typeface="Arial"/>
                      <a:rtl val="0"/>
                    </a:rPr>
                    <a:t>0.75</a:t>
                  </a:r>
                </a:p>
              </p:txBody>
            </p:sp>
            <p:sp>
              <p:nvSpPr>
                <p:cNvPr id="11161" name="TextBox 11160">
                  <a:extLst>
                    <a:ext uri="{FF2B5EF4-FFF2-40B4-BE49-F238E27FC236}">
                      <a16:creationId xmlns:a16="http://schemas.microsoft.com/office/drawing/2014/main" id="{3A27BE09-AB4E-111F-CA57-AC8FFF6275EC}"/>
                    </a:ext>
                  </a:extLst>
                </p:cNvPr>
                <p:cNvSpPr txBox="1"/>
                <p:nvPr/>
              </p:nvSpPr>
              <p:spPr>
                <a:xfrm>
                  <a:off x="4012617" y="152400"/>
                  <a:ext cx="397313" cy="220812"/>
                </a:xfrm>
                <a:prstGeom prst="rect">
                  <a:avLst/>
                </a:prstGeom>
                <a:noFill/>
              </p:spPr>
              <p:txBody>
                <a:bodyPr wrap="none" rtlCol="0">
                  <a:spAutoFit/>
                </a:bodyPr>
                <a:lstStyle/>
                <a:p>
                  <a:pPr algn="ctr"/>
                  <a:r>
                    <a:rPr lang="en-US" sz="756">
                      <a:ln/>
                      <a:solidFill>
                        <a:srgbClr val="4D4D4D"/>
                      </a:solidFill>
                      <a:latin typeface="Arial"/>
                      <a:cs typeface="Arial"/>
                      <a:sym typeface="Arial"/>
                      <a:rtl val="0"/>
                    </a:rPr>
                    <a:t>1.00</a:t>
                  </a:r>
                </a:p>
              </p:txBody>
            </p:sp>
          </p:grpSp>
          <p:grpSp>
            <p:nvGrpSpPr>
              <p:cNvPr id="11136" name="Group 11135">
                <a:extLst>
                  <a:ext uri="{FF2B5EF4-FFF2-40B4-BE49-F238E27FC236}">
                    <a16:creationId xmlns:a16="http://schemas.microsoft.com/office/drawing/2014/main" id="{0AD9E391-9BC2-D00B-0CE0-EAAA3CFAFD9E}"/>
                  </a:ext>
                </a:extLst>
              </p:cNvPr>
              <p:cNvGrpSpPr/>
              <p:nvPr/>
            </p:nvGrpSpPr>
            <p:grpSpPr>
              <a:xfrm>
                <a:off x="377548" y="5296990"/>
                <a:ext cx="2643097" cy="466523"/>
                <a:chOff x="377548" y="5328740"/>
                <a:chExt cx="2643097" cy="466523"/>
              </a:xfrm>
            </p:grpSpPr>
            <p:sp>
              <p:nvSpPr>
                <p:cNvPr id="11138" name="Freeform 225">
                  <a:extLst>
                    <a:ext uri="{FF2B5EF4-FFF2-40B4-BE49-F238E27FC236}">
                      <a16:creationId xmlns:a16="http://schemas.microsoft.com/office/drawing/2014/main" id="{90CE46A6-A217-65D7-252D-FAB580269ECB}"/>
                    </a:ext>
                  </a:extLst>
                </p:cNvPr>
                <p:cNvSpPr/>
                <p:nvPr/>
              </p:nvSpPr>
              <p:spPr>
                <a:xfrm>
                  <a:off x="2852134" y="5328740"/>
                  <a:ext cx="59659" cy="16901"/>
                </a:xfrm>
                <a:custGeom>
                  <a:avLst/>
                  <a:gdLst>
                    <a:gd name="csX0" fmla="*/ 0 w 44830"/>
                    <a:gd name="csY0" fmla="*/ 0 h 12700"/>
                    <a:gd name="csX1" fmla="*/ 44831 w 44830"/>
                    <a:gd name="csY1" fmla="*/ 0 h 12700"/>
                  </a:gdLst>
                  <a:ahLst/>
                  <a:cxnLst>
                    <a:cxn ang="0">
                      <a:pos x="csX0" y="csY0"/>
                    </a:cxn>
                    <a:cxn ang="0">
                      <a:pos x="csX1" y="csY1"/>
                    </a:cxn>
                  </a:cxnLst>
                  <a:rect l="l" t="t" r="r" b="b"/>
                  <a:pathLst>
                    <a:path w="44830" h="12700">
                      <a:moveTo>
                        <a:pt x="0" y="0"/>
                      </a:moveTo>
                      <a:lnTo>
                        <a:pt x="44831" y="0"/>
                      </a:lnTo>
                    </a:path>
                  </a:pathLst>
                </a:custGeom>
                <a:noFill/>
                <a:ln w="13589" cap="flat">
                  <a:solidFill>
                    <a:srgbClr val="000000"/>
                  </a:solidFill>
                  <a:prstDash val="solid"/>
                  <a:round/>
                </a:ln>
              </p:spPr>
              <p:txBody>
                <a:bodyPr/>
                <a:lstStyle/>
                <a:p>
                  <a:endParaRPr lang="en-US" sz="1512"/>
                </a:p>
              </p:txBody>
            </p:sp>
            <p:sp>
              <p:nvSpPr>
                <p:cNvPr id="11139" name="Freeform 226">
                  <a:extLst>
                    <a:ext uri="{FF2B5EF4-FFF2-40B4-BE49-F238E27FC236}">
                      <a16:creationId xmlns:a16="http://schemas.microsoft.com/office/drawing/2014/main" id="{5BFB7054-73CD-6058-8FE0-B5FC53D04E0B}"/>
                    </a:ext>
                  </a:extLst>
                </p:cNvPr>
                <p:cNvSpPr/>
                <p:nvPr/>
              </p:nvSpPr>
              <p:spPr>
                <a:xfrm>
                  <a:off x="2882047" y="5328740"/>
                  <a:ext cx="16901" cy="24505"/>
                </a:xfrm>
                <a:custGeom>
                  <a:avLst/>
                  <a:gdLst>
                    <a:gd name="csX0" fmla="*/ 0 w 12700"/>
                    <a:gd name="csY0" fmla="*/ 0 h 18414"/>
                    <a:gd name="csX1" fmla="*/ 0 w 12700"/>
                    <a:gd name="csY1" fmla="*/ 18415 h 18414"/>
                  </a:gdLst>
                  <a:ahLst/>
                  <a:cxnLst>
                    <a:cxn ang="0">
                      <a:pos x="csX0" y="csY0"/>
                    </a:cxn>
                    <a:cxn ang="0">
                      <a:pos x="csX1" y="csY1"/>
                    </a:cxn>
                  </a:cxnLst>
                  <a:rect l="l" t="t" r="r" b="b"/>
                  <a:pathLst>
                    <a:path w="12700" h="18414">
                      <a:moveTo>
                        <a:pt x="0" y="0"/>
                      </a:moveTo>
                      <a:lnTo>
                        <a:pt x="0" y="18415"/>
                      </a:lnTo>
                    </a:path>
                  </a:pathLst>
                </a:custGeom>
                <a:noFill/>
                <a:ln w="13589" cap="flat">
                  <a:solidFill>
                    <a:srgbClr val="000000"/>
                  </a:solidFill>
                  <a:prstDash val="solid"/>
                  <a:round/>
                </a:ln>
              </p:spPr>
              <p:txBody>
                <a:bodyPr/>
                <a:lstStyle/>
                <a:p>
                  <a:endParaRPr lang="en-US" sz="1512"/>
                </a:p>
              </p:txBody>
            </p:sp>
            <p:sp>
              <p:nvSpPr>
                <p:cNvPr id="11140" name="Freeform 227">
                  <a:extLst>
                    <a:ext uri="{FF2B5EF4-FFF2-40B4-BE49-F238E27FC236}">
                      <a16:creationId xmlns:a16="http://schemas.microsoft.com/office/drawing/2014/main" id="{B508380A-FD54-06B6-0CD6-8E2AAB303EF6}"/>
                    </a:ext>
                  </a:extLst>
                </p:cNvPr>
                <p:cNvSpPr/>
                <p:nvPr/>
              </p:nvSpPr>
              <p:spPr>
                <a:xfrm>
                  <a:off x="2852134" y="5328740"/>
                  <a:ext cx="59659" cy="16901"/>
                </a:xfrm>
                <a:custGeom>
                  <a:avLst/>
                  <a:gdLst>
                    <a:gd name="csX0" fmla="*/ 0 w 44830"/>
                    <a:gd name="csY0" fmla="*/ 0 h 12700"/>
                    <a:gd name="csX1" fmla="*/ 44831 w 44830"/>
                    <a:gd name="csY1" fmla="*/ 0 h 12700"/>
                  </a:gdLst>
                  <a:ahLst/>
                  <a:cxnLst>
                    <a:cxn ang="0">
                      <a:pos x="csX0" y="csY0"/>
                    </a:cxn>
                    <a:cxn ang="0">
                      <a:pos x="csX1" y="csY1"/>
                    </a:cxn>
                  </a:cxnLst>
                  <a:rect l="l" t="t" r="r" b="b"/>
                  <a:pathLst>
                    <a:path w="44830" h="12700">
                      <a:moveTo>
                        <a:pt x="0" y="0"/>
                      </a:moveTo>
                      <a:lnTo>
                        <a:pt x="44831" y="0"/>
                      </a:lnTo>
                    </a:path>
                  </a:pathLst>
                </a:custGeom>
                <a:noFill/>
                <a:ln w="13589" cap="flat">
                  <a:solidFill>
                    <a:srgbClr val="000000"/>
                  </a:solidFill>
                  <a:prstDash val="solid"/>
                  <a:round/>
                </a:ln>
              </p:spPr>
              <p:txBody>
                <a:bodyPr/>
                <a:lstStyle/>
                <a:p>
                  <a:endParaRPr lang="en-US" sz="1512"/>
                </a:p>
              </p:txBody>
            </p:sp>
            <p:sp>
              <p:nvSpPr>
                <p:cNvPr id="11141" name="TextBox 11140">
                  <a:extLst>
                    <a:ext uri="{FF2B5EF4-FFF2-40B4-BE49-F238E27FC236}">
                      <a16:creationId xmlns:a16="http://schemas.microsoft.com/office/drawing/2014/main" id="{3A509F4F-E1C6-A9BE-F1B8-D7F6D1DD0EB0}"/>
                    </a:ext>
                  </a:extLst>
                </p:cNvPr>
                <p:cNvSpPr txBox="1"/>
                <p:nvPr/>
              </p:nvSpPr>
              <p:spPr>
                <a:xfrm rot="18900000">
                  <a:off x="448974" y="5455603"/>
                  <a:ext cx="458386"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5_Glut</a:t>
                  </a:r>
                </a:p>
              </p:txBody>
            </p:sp>
            <p:sp>
              <p:nvSpPr>
                <p:cNvPr id="11142" name="TextBox 11141">
                  <a:extLst>
                    <a:ext uri="{FF2B5EF4-FFF2-40B4-BE49-F238E27FC236}">
                      <a16:creationId xmlns:a16="http://schemas.microsoft.com/office/drawing/2014/main" id="{F9AFB58F-A9F0-EAFE-BBAD-233C59D72AF9}"/>
                    </a:ext>
                  </a:extLst>
                </p:cNvPr>
                <p:cNvSpPr txBox="1"/>
                <p:nvPr/>
              </p:nvSpPr>
              <p:spPr>
                <a:xfrm rot="18900000">
                  <a:off x="377548" y="5546850"/>
                  <a:ext cx="714551"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10_nHv_Glut</a:t>
                  </a:r>
                </a:p>
              </p:txBody>
            </p:sp>
            <p:sp>
              <p:nvSpPr>
                <p:cNvPr id="11143" name="TextBox 11142">
                  <a:extLst>
                    <a:ext uri="{FF2B5EF4-FFF2-40B4-BE49-F238E27FC236}">
                      <a16:creationId xmlns:a16="http://schemas.microsoft.com/office/drawing/2014/main" id="{2E98C1D1-6C21-782E-3E95-6F9BDE824A77}"/>
                    </a:ext>
                  </a:extLst>
                </p:cNvPr>
                <p:cNvSpPr txBox="1"/>
                <p:nvPr/>
              </p:nvSpPr>
              <p:spPr>
                <a:xfrm rot="18900000">
                  <a:off x="697494" y="5473173"/>
                  <a:ext cx="507582"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16_Glut</a:t>
                  </a:r>
                </a:p>
              </p:txBody>
            </p:sp>
            <p:sp>
              <p:nvSpPr>
                <p:cNvPr id="11144" name="TextBox 11143">
                  <a:extLst>
                    <a:ext uri="{FF2B5EF4-FFF2-40B4-BE49-F238E27FC236}">
                      <a16:creationId xmlns:a16="http://schemas.microsoft.com/office/drawing/2014/main" id="{C1C996A9-42DB-8577-79E6-7F9D0EC96A62}"/>
                    </a:ext>
                  </a:extLst>
                </p:cNvPr>
                <p:cNvSpPr txBox="1"/>
                <p:nvPr/>
              </p:nvSpPr>
              <p:spPr>
                <a:xfrm rot="18900000">
                  <a:off x="1046464" y="5439736"/>
                  <a:ext cx="412581"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2_OL</a:t>
                  </a:r>
                </a:p>
              </p:txBody>
            </p:sp>
            <p:sp>
              <p:nvSpPr>
                <p:cNvPr id="11145" name="TextBox 11144">
                  <a:extLst>
                    <a:ext uri="{FF2B5EF4-FFF2-40B4-BE49-F238E27FC236}">
                      <a16:creationId xmlns:a16="http://schemas.microsoft.com/office/drawing/2014/main" id="{8514F226-9C97-21DD-AA39-5D36CE4C1D96}"/>
                    </a:ext>
                  </a:extLst>
                </p:cNvPr>
                <p:cNvSpPr txBox="1"/>
                <p:nvPr/>
              </p:nvSpPr>
              <p:spPr>
                <a:xfrm rot="18900000">
                  <a:off x="925476" y="5549683"/>
                  <a:ext cx="724730"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19_Di_GABA</a:t>
                  </a:r>
                </a:p>
              </p:txBody>
            </p:sp>
            <p:sp>
              <p:nvSpPr>
                <p:cNvPr id="11146" name="TextBox 11145">
                  <a:extLst>
                    <a:ext uri="{FF2B5EF4-FFF2-40B4-BE49-F238E27FC236}">
                      <a16:creationId xmlns:a16="http://schemas.microsoft.com/office/drawing/2014/main" id="{5EBE6E5E-8359-6F84-A189-5D6BE2DF7DBA}"/>
                    </a:ext>
                  </a:extLst>
                </p:cNvPr>
                <p:cNvSpPr txBox="1"/>
                <p:nvPr/>
              </p:nvSpPr>
              <p:spPr>
                <a:xfrm rot="18900000">
                  <a:off x="1099412" y="5538350"/>
                  <a:ext cx="690802"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8_VOT_Glut</a:t>
                  </a:r>
                </a:p>
              </p:txBody>
            </p:sp>
            <p:sp>
              <p:nvSpPr>
                <p:cNvPr id="11147" name="TextBox 11146">
                  <a:extLst>
                    <a:ext uri="{FF2B5EF4-FFF2-40B4-BE49-F238E27FC236}">
                      <a16:creationId xmlns:a16="http://schemas.microsoft.com/office/drawing/2014/main" id="{8E5D1856-3BE3-FC9E-02BC-629A175E1932}"/>
                    </a:ext>
                  </a:extLst>
                </p:cNvPr>
                <p:cNvSpPr txBox="1"/>
                <p:nvPr/>
              </p:nvSpPr>
              <p:spPr>
                <a:xfrm rot="18900000">
                  <a:off x="1413857" y="5466372"/>
                  <a:ext cx="487225" cy="205340"/>
                </a:xfrm>
                <a:prstGeom prst="rect">
                  <a:avLst/>
                </a:prstGeom>
                <a:noFill/>
              </p:spPr>
              <p:txBody>
                <a:bodyPr wrap="none" rtlCol="0">
                  <a:spAutoFit/>
                </a:bodyPr>
                <a:lstStyle/>
                <a:p>
                  <a:pPr algn="r"/>
                  <a:r>
                    <a:rPr lang="en-US" sz="661">
                      <a:ln/>
                      <a:solidFill>
                        <a:srgbClr val="4D4D4D"/>
                      </a:solidFill>
                      <a:latin typeface="Arial"/>
                      <a:cs typeface="Arial"/>
                      <a:sym typeface="Arial"/>
                      <a:rtl val="0"/>
                    </a:rPr>
                    <a:t>11_MG</a:t>
                  </a:r>
                </a:p>
              </p:txBody>
            </p:sp>
            <p:sp>
              <p:nvSpPr>
                <p:cNvPr id="11148" name="TextBox 11147">
                  <a:extLst>
                    <a:ext uri="{FF2B5EF4-FFF2-40B4-BE49-F238E27FC236}">
                      <a16:creationId xmlns:a16="http://schemas.microsoft.com/office/drawing/2014/main" id="{864828F0-228E-194A-3132-2B842B90790D}"/>
                    </a:ext>
                  </a:extLst>
                </p:cNvPr>
                <p:cNvSpPr txBox="1"/>
                <p:nvPr/>
              </p:nvSpPr>
              <p:spPr>
                <a:xfrm rot="18900000">
                  <a:off x="1529455" y="5473173"/>
                  <a:ext cx="507582"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17_Glut</a:t>
                  </a:r>
                </a:p>
              </p:txBody>
            </p:sp>
            <p:sp>
              <p:nvSpPr>
                <p:cNvPr id="11149" name="TextBox 11148">
                  <a:extLst>
                    <a:ext uri="{FF2B5EF4-FFF2-40B4-BE49-F238E27FC236}">
                      <a16:creationId xmlns:a16="http://schemas.microsoft.com/office/drawing/2014/main" id="{3A3CF94B-F1A9-FCAD-3492-F9D4E6F93442}"/>
                    </a:ext>
                  </a:extLst>
                </p:cNvPr>
                <p:cNvSpPr txBox="1"/>
                <p:nvPr/>
              </p:nvSpPr>
              <p:spPr>
                <a:xfrm rot="18900000">
                  <a:off x="1807937" y="5473173"/>
                  <a:ext cx="507582"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18_Glut</a:t>
                  </a:r>
                </a:p>
              </p:txBody>
            </p:sp>
            <p:sp>
              <p:nvSpPr>
                <p:cNvPr id="11150" name="TextBox 11149">
                  <a:extLst>
                    <a:ext uri="{FF2B5EF4-FFF2-40B4-BE49-F238E27FC236}">
                      <a16:creationId xmlns:a16="http://schemas.microsoft.com/office/drawing/2014/main" id="{E7D833BB-006D-A4EE-6532-A1F8B0EA7982}"/>
                    </a:ext>
                  </a:extLst>
                </p:cNvPr>
                <p:cNvSpPr txBox="1"/>
                <p:nvPr/>
              </p:nvSpPr>
              <p:spPr>
                <a:xfrm rot="18900000">
                  <a:off x="1437143" y="5568954"/>
                  <a:ext cx="779017"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0_Spall_Mixed</a:t>
                  </a:r>
                </a:p>
              </p:txBody>
            </p:sp>
            <p:sp>
              <p:nvSpPr>
                <p:cNvPr id="11151" name="TextBox 11150">
                  <a:extLst>
                    <a:ext uri="{FF2B5EF4-FFF2-40B4-BE49-F238E27FC236}">
                      <a16:creationId xmlns:a16="http://schemas.microsoft.com/office/drawing/2014/main" id="{956578A1-000D-E605-CF40-E6BC71578399}"/>
                    </a:ext>
                  </a:extLst>
                </p:cNvPr>
                <p:cNvSpPr txBox="1"/>
                <p:nvPr/>
              </p:nvSpPr>
              <p:spPr>
                <a:xfrm rot="18900000">
                  <a:off x="1947541" y="5473173"/>
                  <a:ext cx="507582"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12_Glut</a:t>
                  </a:r>
                </a:p>
              </p:txBody>
            </p:sp>
            <p:sp>
              <p:nvSpPr>
                <p:cNvPr id="11152" name="TextBox 11151">
                  <a:extLst>
                    <a:ext uri="{FF2B5EF4-FFF2-40B4-BE49-F238E27FC236}">
                      <a16:creationId xmlns:a16="http://schemas.microsoft.com/office/drawing/2014/main" id="{02B8B9FD-9572-CCAF-7924-7FB383D6CCBB}"/>
                    </a:ext>
                  </a:extLst>
                </p:cNvPr>
                <p:cNvSpPr txBox="1"/>
                <p:nvPr/>
              </p:nvSpPr>
              <p:spPr>
                <a:xfrm rot="18900000">
                  <a:off x="1931245" y="5540049"/>
                  <a:ext cx="695891"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4_TGN_Glut</a:t>
                  </a:r>
                </a:p>
              </p:txBody>
            </p:sp>
            <p:sp>
              <p:nvSpPr>
                <p:cNvPr id="11153" name="TextBox 11152">
                  <a:extLst>
                    <a:ext uri="{FF2B5EF4-FFF2-40B4-BE49-F238E27FC236}">
                      <a16:creationId xmlns:a16="http://schemas.microsoft.com/office/drawing/2014/main" id="{2C98DE6C-4304-B631-9209-9193EB8100E2}"/>
                    </a:ext>
                  </a:extLst>
                </p:cNvPr>
                <p:cNvSpPr txBox="1"/>
                <p:nvPr/>
              </p:nvSpPr>
              <p:spPr>
                <a:xfrm rot="18900000">
                  <a:off x="2121801" y="5573488"/>
                  <a:ext cx="789196" cy="205340"/>
                </a:xfrm>
                <a:prstGeom prst="rect">
                  <a:avLst/>
                </a:prstGeom>
                <a:noFill/>
              </p:spPr>
              <p:txBody>
                <a:bodyPr wrap="none" rtlCol="0">
                  <a:spAutoFit/>
                </a:bodyPr>
                <a:lstStyle/>
                <a:p>
                  <a:pPr algn="r"/>
                  <a:r>
                    <a:rPr lang="en-US" sz="661" b="1" dirty="0">
                      <a:ln/>
                      <a:solidFill>
                        <a:srgbClr val="4D4D4D"/>
                      </a:solidFill>
                      <a:latin typeface="Arial"/>
                      <a:cs typeface="Arial"/>
                      <a:sym typeface="Arial"/>
                      <a:rtl val="0"/>
                    </a:rPr>
                    <a:t>6_POA_Mixed</a:t>
                  </a:r>
                </a:p>
              </p:txBody>
            </p:sp>
            <p:sp>
              <p:nvSpPr>
                <p:cNvPr id="11154" name="TextBox 11153">
                  <a:extLst>
                    <a:ext uri="{FF2B5EF4-FFF2-40B4-BE49-F238E27FC236}">
                      <a16:creationId xmlns:a16="http://schemas.microsoft.com/office/drawing/2014/main" id="{05ADD47D-145B-1ADB-D863-0813E4115FFD}"/>
                    </a:ext>
                  </a:extLst>
                </p:cNvPr>
                <p:cNvSpPr txBox="1"/>
                <p:nvPr/>
              </p:nvSpPr>
              <p:spPr>
                <a:xfrm rot="18900000">
                  <a:off x="1982848" y="5572354"/>
                  <a:ext cx="789196"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3_Spall_GABA</a:t>
                  </a:r>
                </a:p>
              </p:txBody>
            </p:sp>
            <p:sp>
              <p:nvSpPr>
                <p:cNvPr id="11155" name="TextBox 11154">
                  <a:extLst>
                    <a:ext uri="{FF2B5EF4-FFF2-40B4-BE49-F238E27FC236}">
                      <a16:creationId xmlns:a16="http://schemas.microsoft.com/office/drawing/2014/main" id="{A42EF958-7A2C-2E26-724B-BB9C6FBA7EED}"/>
                    </a:ext>
                  </a:extLst>
                </p:cNvPr>
                <p:cNvSpPr txBox="1"/>
                <p:nvPr/>
              </p:nvSpPr>
              <p:spPr>
                <a:xfrm rot="18900000">
                  <a:off x="2528330" y="5467506"/>
                  <a:ext cx="492315" cy="205340"/>
                </a:xfrm>
                <a:prstGeom prst="rect">
                  <a:avLst/>
                </a:prstGeom>
                <a:noFill/>
              </p:spPr>
              <p:txBody>
                <a:bodyPr wrap="none" rtlCol="0">
                  <a:spAutoFit/>
                </a:bodyPr>
                <a:lstStyle/>
                <a:p>
                  <a:pPr algn="r"/>
                  <a:r>
                    <a:rPr lang="en-US" sz="661" b="1" dirty="0">
                      <a:ln/>
                      <a:solidFill>
                        <a:srgbClr val="4D4D4D"/>
                      </a:solidFill>
                      <a:latin typeface="Arial"/>
                      <a:cs typeface="Arial"/>
                      <a:sym typeface="Arial"/>
                      <a:rtl val="0"/>
                    </a:rPr>
                    <a:t>1_RGC</a:t>
                  </a:r>
                </a:p>
              </p:txBody>
            </p:sp>
            <p:sp>
              <p:nvSpPr>
                <p:cNvPr id="11156" name="TextBox 11155">
                  <a:extLst>
                    <a:ext uri="{FF2B5EF4-FFF2-40B4-BE49-F238E27FC236}">
                      <a16:creationId xmlns:a16="http://schemas.microsoft.com/office/drawing/2014/main" id="{F4FCD1D3-1FB0-8C22-A439-398BD1747512}"/>
                    </a:ext>
                  </a:extLst>
                </p:cNvPr>
                <p:cNvSpPr txBox="1"/>
                <p:nvPr/>
              </p:nvSpPr>
              <p:spPr>
                <a:xfrm rot="18900000">
                  <a:off x="555892" y="5589923"/>
                  <a:ext cx="838394" cy="205340"/>
                </a:xfrm>
                <a:prstGeom prst="rect">
                  <a:avLst/>
                </a:prstGeom>
                <a:noFill/>
              </p:spPr>
              <p:txBody>
                <a:bodyPr wrap="none" rtlCol="0">
                  <a:spAutoFit/>
                </a:bodyPr>
                <a:lstStyle/>
                <a:p>
                  <a:pPr algn="r"/>
                  <a:r>
                    <a:rPr lang="en-US" sz="661" dirty="0">
                      <a:ln/>
                      <a:solidFill>
                        <a:srgbClr val="4D4D4D"/>
                      </a:solidFill>
                      <a:latin typeface="Arial"/>
                      <a:cs typeface="Arial"/>
                      <a:sym typeface="Arial"/>
                      <a:rtl val="0"/>
                    </a:rPr>
                    <a:t>21_Spall_GABA</a:t>
                  </a:r>
                </a:p>
              </p:txBody>
            </p:sp>
          </p:grpSp>
          <p:sp>
            <p:nvSpPr>
              <p:cNvPr id="11137" name="Rectangle 11136">
                <a:extLst>
                  <a:ext uri="{FF2B5EF4-FFF2-40B4-BE49-F238E27FC236}">
                    <a16:creationId xmlns:a16="http://schemas.microsoft.com/office/drawing/2014/main" id="{3FA51670-98B4-7C39-21F8-AB807D08233B}"/>
                  </a:ext>
                </a:extLst>
              </p:cNvPr>
              <p:cNvSpPr>
                <a:spLocks noChangeAspect="1"/>
              </p:cNvSpPr>
              <p:nvPr/>
            </p:nvSpPr>
            <p:spPr>
              <a:xfrm>
                <a:off x="1126790" y="4705279"/>
                <a:ext cx="119876" cy="121687"/>
              </a:xfrm>
              <a:prstGeom prst="rect">
                <a:avLst/>
              </a:prstGeom>
              <a:solidFill>
                <a:srgbClr val="911DD9"/>
              </a:solidFill>
              <a:ln w="13589" cap="flat">
                <a:noFill/>
                <a:prstDash val="solid"/>
                <a:miter/>
              </a:ln>
            </p:spPr>
            <p:txBody>
              <a:bodyPr/>
              <a:lstStyle/>
              <a:p>
                <a:endParaRPr lang="en-US" sz="2268"/>
              </a:p>
            </p:txBody>
          </p:sp>
        </p:grpSp>
      </p:grpSp>
    </p:spTree>
    <p:extLst>
      <p:ext uri="{BB962C8B-B14F-4D97-AF65-F5344CB8AC3E}">
        <p14:creationId xmlns:p14="http://schemas.microsoft.com/office/powerpoint/2010/main" val="308894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FEB3CB-343B-DC71-EBFB-3A88B3E61876}"/>
              </a:ext>
            </a:extLst>
          </p:cNvPr>
          <p:cNvSpPr txBox="1"/>
          <p:nvPr/>
        </p:nvSpPr>
        <p:spPr>
          <a:xfrm>
            <a:off x="0" y="304800"/>
            <a:ext cx="6480175" cy="1938992"/>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Fig.3. Cells change composition, transcriptome, and epigenome asynchronously during sex change. (A) The percent of all cells in our dataset belonging to 1_RGC. (B) The percent of all neurons in our dataset belonging to 6_POA_Mixed. (C) The number of differentially expressed genes (DEGs) by </a:t>
            </a:r>
            <a:r>
              <a:rPr lang="en-US" sz="1200" dirty="0" err="1">
                <a:latin typeface="Arial" panose="020B0604020202020204" pitchFamily="34" charset="0"/>
                <a:cs typeface="Arial" panose="020B0604020202020204" pitchFamily="34" charset="0"/>
              </a:rPr>
              <a:t>multiome</a:t>
            </a:r>
            <a:r>
              <a:rPr lang="en-US" sz="1200" dirty="0">
                <a:latin typeface="Arial" panose="020B0604020202020204" pitchFamily="34" charset="0"/>
                <a:cs typeface="Arial" panose="020B0604020202020204" pitchFamily="34" charset="0"/>
              </a:rPr>
              <a:t> cluster. (D) The number of differentially accessible regions (DARs) by </a:t>
            </a:r>
            <a:r>
              <a:rPr lang="en-US" sz="1200" dirty="0" err="1">
                <a:latin typeface="Arial" panose="020B0604020202020204" pitchFamily="34" charset="0"/>
                <a:cs typeface="Arial" panose="020B0604020202020204" pitchFamily="34" charset="0"/>
              </a:rPr>
              <a:t>multiome</a:t>
            </a:r>
            <a:r>
              <a:rPr lang="en-US" sz="1200" dirty="0">
                <a:latin typeface="Arial" panose="020B0604020202020204" pitchFamily="34" charset="0"/>
                <a:cs typeface="Arial" panose="020B0604020202020204" pitchFamily="34" charset="0"/>
              </a:rPr>
              <a:t> cluster. (E) Machine learning predictions for the mean sex of intermediates based on their expression of DEGs and DARs by </a:t>
            </a:r>
            <a:r>
              <a:rPr lang="en-US" sz="1200" dirty="0" err="1">
                <a:latin typeface="Arial" panose="020B0604020202020204" pitchFamily="34" charset="0"/>
                <a:cs typeface="Arial" panose="020B0604020202020204" pitchFamily="34" charset="0"/>
              </a:rPr>
              <a:t>multiome</a:t>
            </a:r>
            <a:r>
              <a:rPr lang="en-US" sz="1200" dirty="0">
                <a:latin typeface="Arial" panose="020B0604020202020204" pitchFamily="34" charset="0"/>
                <a:cs typeface="Arial" panose="020B0604020202020204" pitchFamily="34" charset="0"/>
              </a:rPr>
              <a:t> cluster; a proxy for the temporal order of sex change Shape and color represents broad cell type. In C, D, bars are colored based on our classification for the manner in which they change sex (see methods). In A, B, points indicate the proportion for each individual. Asterisks: “*”: p &lt; 0.05, “**”: p &lt; 0.01, “***”: p &lt; 0.001.</a:t>
            </a:r>
          </a:p>
        </p:txBody>
      </p:sp>
    </p:spTree>
    <p:extLst>
      <p:ext uri="{BB962C8B-B14F-4D97-AF65-F5344CB8AC3E}">
        <p14:creationId xmlns:p14="http://schemas.microsoft.com/office/powerpoint/2010/main" val="254849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aphic 4">
            <a:extLst>
              <a:ext uri="{FF2B5EF4-FFF2-40B4-BE49-F238E27FC236}">
                <a16:creationId xmlns:a16="http://schemas.microsoft.com/office/drawing/2014/main" id="{EC480C4A-F50C-CBF5-F27C-49D071ED0C54}"/>
              </a:ext>
            </a:extLst>
          </p:cNvPr>
          <p:cNvGrpSpPr/>
          <p:nvPr/>
        </p:nvGrpSpPr>
        <p:grpSpPr>
          <a:xfrm>
            <a:off x="171969" y="0"/>
            <a:ext cx="1735987" cy="2149567"/>
            <a:chOff x="-8404" y="0"/>
            <a:chExt cx="1837204" cy="1828800"/>
          </a:xfrm>
        </p:grpSpPr>
        <p:sp>
          <p:nvSpPr>
            <p:cNvPr id="7" name="Freeform 6">
              <a:extLst>
                <a:ext uri="{FF2B5EF4-FFF2-40B4-BE49-F238E27FC236}">
                  <a16:creationId xmlns:a16="http://schemas.microsoft.com/office/drawing/2014/main" id="{B608AB4A-C22D-63E4-FA6F-F128C54D0C13}"/>
                </a:ext>
              </a:extLst>
            </p:cNvPr>
            <p:cNvSpPr/>
            <p:nvPr/>
          </p:nvSpPr>
          <p:spPr>
            <a:xfrm>
              <a:off x="0" y="0"/>
              <a:ext cx="1828800" cy="1828800"/>
            </a:xfrm>
            <a:custGeom>
              <a:avLst/>
              <a:gdLst>
                <a:gd name="csX0" fmla="*/ 0 w 1828800"/>
                <a:gd name="csY0" fmla="*/ 0 h 1828800"/>
                <a:gd name="csX1" fmla="*/ 1828800 w 1828800"/>
                <a:gd name="csY1" fmla="*/ 0 h 1828800"/>
                <a:gd name="csX2" fmla="*/ 1828800 w 1828800"/>
                <a:gd name="csY2" fmla="*/ 1828800 h 1828800"/>
                <a:gd name="csX3" fmla="*/ 0 w 1828800"/>
                <a:gd name="csY3" fmla="*/ 1828800 h 1828800"/>
              </a:gdLst>
              <a:ahLst/>
              <a:cxnLst>
                <a:cxn ang="0">
                  <a:pos x="csX0" y="csY0"/>
                </a:cxn>
                <a:cxn ang="0">
                  <a:pos x="csX1" y="csY1"/>
                </a:cxn>
                <a:cxn ang="0">
                  <a:pos x="csX2" y="csY2"/>
                </a:cxn>
                <a:cxn ang="0">
                  <a:pos x="csX3" y="csY3"/>
                </a:cxn>
              </a:cxnLst>
              <a:rect l="l" t="t" r="r" b="b"/>
              <a:pathLst>
                <a:path w="1828800" h="1828800">
                  <a:moveTo>
                    <a:pt x="0" y="0"/>
                  </a:moveTo>
                  <a:lnTo>
                    <a:pt x="1828800" y="0"/>
                  </a:lnTo>
                  <a:lnTo>
                    <a:pt x="1828800" y="1828800"/>
                  </a:lnTo>
                  <a:lnTo>
                    <a:pt x="0" y="1828800"/>
                  </a:lnTo>
                  <a:close/>
                </a:path>
              </a:pathLst>
            </a:custGeom>
            <a:solidFill>
              <a:srgbClr val="FFFFFF"/>
            </a:solidFill>
            <a:ln w="12700" cap="rnd">
              <a:noFill/>
              <a:prstDash val="solid"/>
              <a:round/>
            </a:ln>
          </p:spPr>
          <p:txBody>
            <a:bodyPr/>
            <a:lstStyle/>
            <a:p>
              <a:pPr algn="ctr"/>
              <a:endParaRPr lang="en-US" sz="2646"/>
            </a:p>
          </p:txBody>
        </p:sp>
        <p:grpSp>
          <p:nvGrpSpPr>
            <p:cNvPr id="9" name="Graphic 4">
              <a:extLst>
                <a:ext uri="{FF2B5EF4-FFF2-40B4-BE49-F238E27FC236}">
                  <a16:creationId xmlns:a16="http://schemas.microsoft.com/office/drawing/2014/main" id="{B53C47AA-CC53-2F31-CE79-D523C8636DDE}"/>
                </a:ext>
              </a:extLst>
            </p:cNvPr>
            <p:cNvGrpSpPr/>
            <p:nvPr/>
          </p:nvGrpSpPr>
          <p:grpSpPr>
            <a:xfrm>
              <a:off x="393623" y="342760"/>
              <a:ext cx="1284809" cy="1044080"/>
              <a:chOff x="393623" y="342760"/>
              <a:chExt cx="1284809" cy="1044080"/>
            </a:xfrm>
          </p:grpSpPr>
          <p:sp>
            <p:nvSpPr>
              <p:cNvPr id="11" name="Freeform 10">
                <a:extLst>
                  <a:ext uri="{FF2B5EF4-FFF2-40B4-BE49-F238E27FC236}">
                    <a16:creationId xmlns:a16="http://schemas.microsoft.com/office/drawing/2014/main" id="{E251F6A6-6610-FD5E-D96E-313382E7698A}"/>
                  </a:ext>
                </a:extLst>
              </p:cNvPr>
              <p:cNvSpPr/>
              <p:nvPr/>
            </p:nvSpPr>
            <p:spPr>
              <a:xfrm>
                <a:off x="520192" y="1006221"/>
                <a:ext cx="12700" cy="7619"/>
              </a:xfrm>
              <a:custGeom>
                <a:avLst/>
                <a:gdLst>
                  <a:gd name="csX0" fmla="*/ 0 w 12700"/>
                  <a:gd name="csY0" fmla="*/ 7620 h 7619"/>
                  <a:gd name="csX1" fmla="*/ 0 w 12700"/>
                  <a:gd name="csY1" fmla="*/ 0 h 7619"/>
                </a:gdLst>
                <a:ahLst/>
                <a:cxnLst>
                  <a:cxn ang="0">
                    <a:pos x="csX0" y="csY0"/>
                  </a:cxn>
                  <a:cxn ang="0">
                    <a:pos x="csX1" y="csY1"/>
                  </a:cxn>
                </a:cxnLst>
                <a:rect l="l" t="t" r="r" b="b"/>
                <a:pathLst>
                  <a:path w="12700" h="7619">
                    <a:moveTo>
                      <a:pt x="0" y="7620"/>
                    </a:moveTo>
                    <a:lnTo>
                      <a:pt x="0" y="0"/>
                    </a:lnTo>
                  </a:path>
                </a:pathLst>
              </a:custGeom>
              <a:ln w="13589" cap="flat">
                <a:solidFill>
                  <a:srgbClr val="333333"/>
                </a:solidFill>
                <a:prstDash val="solid"/>
                <a:round/>
              </a:ln>
            </p:spPr>
            <p:txBody>
              <a:bodyPr/>
              <a:lstStyle/>
              <a:p>
                <a:pPr algn="ctr"/>
                <a:endParaRPr lang="en-US" sz="2646"/>
              </a:p>
            </p:txBody>
          </p:sp>
          <p:sp>
            <p:nvSpPr>
              <p:cNvPr id="12" name="Freeform 11">
                <a:extLst>
                  <a:ext uri="{FF2B5EF4-FFF2-40B4-BE49-F238E27FC236}">
                    <a16:creationId xmlns:a16="http://schemas.microsoft.com/office/drawing/2014/main" id="{32E8F717-EC55-01A5-53C9-3BDF8BECE28A}"/>
                  </a:ext>
                </a:extLst>
              </p:cNvPr>
              <p:cNvSpPr/>
              <p:nvPr/>
            </p:nvSpPr>
            <p:spPr>
              <a:xfrm>
                <a:off x="520192" y="1157351"/>
                <a:ext cx="12700" cy="23495"/>
              </a:xfrm>
              <a:custGeom>
                <a:avLst/>
                <a:gdLst>
                  <a:gd name="csX0" fmla="*/ 0 w 12700"/>
                  <a:gd name="csY0" fmla="*/ 0 h 23495"/>
                  <a:gd name="csX1" fmla="*/ 0 w 12700"/>
                  <a:gd name="csY1" fmla="*/ 23495 h 23495"/>
                </a:gdLst>
                <a:ahLst/>
                <a:cxnLst>
                  <a:cxn ang="0">
                    <a:pos x="csX0" y="csY0"/>
                  </a:cxn>
                  <a:cxn ang="0">
                    <a:pos x="csX1" y="csY1"/>
                  </a:cxn>
                </a:cxnLst>
                <a:rect l="l" t="t" r="r" b="b"/>
                <a:pathLst>
                  <a:path w="12700" h="23495">
                    <a:moveTo>
                      <a:pt x="0" y="0"/>
                    </a:moveTo>
                    <a:lnTo>
                      <a:pt x="0" y="23495"/>
                    </a:lnTo>
                  </a:path>
                </a:pathLst>
              </a:custGeom>
              <a:ln w="13589" cap="flat">
                <a:solidFill>
                  <a:srgbClr val="333333"/>
                </a:solidFill>
                <a:prstDash val="solid"/>
                <a:round/>
              </a:ln>
            </p:spPr>
            <p:txBody>
              <a:bodyPr/>
              <a:lstStyle/>
              <a:p>
                <a:pPr algn="ctr"/>
                <a:endParaRPr lang="en-US" sz="2646"/>
              </a:p>
            </p:txBody>
          </p:sp>
          <p:sp>
            <p:nvSpPr>
              <p:cNvPr id="13" name="Freeform 12">
                <a:extLst>
                  <a:ext uri="{FF2B5EF4-FFF2-40B4-BE49-F238E27FC236}">
                    <a16:creationId xmlns:a16="http://schemas.microsoft.com/office/drawing/2014/main" id="{60C0D7B8-8929-4CC9-280A-D07E4F97CCD0}"/>
                  </a:ext>
                </a:extLst>
              </p:cNvPr>
              <p:cNvSpPr/>
              <p:nvPr/>
            </p:nvSpPr>
            <p:spPr>
              <a:xfrm>
                <a:off x="439419" y="1013841"/>
                <a:ext cx="161544" cy="143509"/>
              </a:xfrm>
              <a:custGeom>
                <a:avLst/>
                <a:gdLst>
                  <a:gd name="csX0" fmla="*/ 0 w 161544"/>
                  <a:gd name="csY0" fmla="*/ 0 h 143509"/>
                  <a:gd name="csX1" fmla="*/ 0 w 161544"/>
                  <a:gd name="csY1" fmla="*/ 143510 h 143509"/>
                  <a:gd name="csX2" fmla="*/ 161544 w 161544"/>
                  <a:gd name="csY2" fmla="*/ 143510 h 143509"/>
                  <a:gd name="csX3" fmla="*/ 161544 w 161544"/>
                  <a:gd name="csY3" fmla="*/ 0 h 143509"/>
                  <a:gd name="csX4" fmla="*/ 0 w 161544"/>
                  <a:gd name="csY4" fmla="*/ 0 h 143509"/>
                </a:gdLst>
                <a:ahLst/>
                <a:cxnLst>
                  <a:cxn ang="0">
                    <a:pos x="csX0" y="csY0"/>
                  </a:cxn>
                  <a:cxn ang="0">
                    <a:pos x="csX1" y="csY1"/>
                  </a:cxn>
                  <a:cxn ang="0">
                    <a:pos x="csX2" y="csY2"/>
                  </a:cxn>
                  <a:cxn ang="0">
                    <a:pos x="csX3" y="csY3"/>
                  </a:cxn>
                  <a:cxn ang="0">
                    <a:pos x="csX4" y="csY4"/>
                  </a:cxn>
                </a:cxnLst>
                <a:rect l="l" t="t" r="r" b="b"/>
                <a:pathLst>
                  <a:path w="161544" h="143509">
                    <a:moveTo>
                      <a:pt x="0" y="0"/>
                    </a:moveTo>
                    <a:lnTo>
                      <a:pt x="0" y="143510"/>
                    </a:lnTo>
                    <a:lnTo>
                      <a:pt x="161544" y="143510"/>
                    </a:lnTo>
                    <a:lnTo>
                      <a:pt x="161544"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14" name="Freeform 13">
                <a:extLst>
                  <a:ext uri="{FF2B5EF4-FFF2-40B4-BE49-F238E27FC236}">
                    <a16:creationId xmlns:a16="http://schemas.microsoft.com/office/drawing/2014/main" id="{264BB1EB-9F34-9FB9-E3BD-E0FD0BFD20E1}"/>
                  </a:ext>
                </a:extLst>
              </p:cNvPr>
              <p:cNvSpPr/>
              <p:nvPr/>
            </p:nvSpPr>
            <p:spPr>
              <a:xfrm>
                <a:off x="439420" y="1070991"/>
                <a:ext cx="161544" cy="12700"/>
              </a:xfrm>
              <a:custGeom>
                <a:avLst/>
                <a:gdLst>
                  <a:gd name="csX0" fmla="*/ 0 w 161544"/>
                  <a:gd name="csY0" fmla="*/ 0 h 12700"/>
                  <a:gd name="csX1" fmla="*/ 161544 w 161544"/>
                  <a:gd name="csY1" fmla="*/ 0 h 12700"/>
                </a:gdLst>
                <a:ahLst/>
                <a:cxnLst>
                  <a:cxn ang="0">
                    <a:pos x="csX0" y="csY0"/>
                  </a:cxn>
                  <a:cxn ang="0">
                    <a:pos x="csX1" y="csY1"/>
                  </a:cxn>
                </a:cxnLst>
                <a:rect l="l" t="t" r="r" b="b"/>
                <a:pathLst>
                  <a:path w="161544" h="12700">
                    <a:moveTo>
                      <a:pt x="0" y="0"/>
                    </a:moveTo>
                    <a:lnTo>
                      <a:pt x="161544" y="0"/>
                    </a:lnTo>
                  </a:path>
                </a:pathLst>
              </a:custGeom>
              <a:ln w="27051" cap="flat">
                <a:solidFill>
                  <a:srgbClr val="333333"/>
                </a:solidFill>
                <a:prstDash val="solid"/>
                <a:miter/>
              </a:ln>
            </p:spPr>
            <p:txBody>
              <a:bodyPr/>
              <a:lstStyle/>
              <a:p>
                <a:pPr algn="ctr"/>
                <a:endParaRPr lang="en-US" sz="2646"/>
              </a:p>
            </p:txBody>
          </p:sp>
          <p:sp>
            <p:nvSpPr>
              <p:cNvPr id="15" name="Freeform 14">
                <a:extLst>
                  <a:ext uri="{FF2B5EF4-FFF2-40B4-BE49-F238E27FC236}">
                    <a16:creationId xmlns:a16="http://schemas.microsoft.com/office/drawing/2014/main" id="{5E271F2A-964B-D1FD-F367-10228EA1E71B}"/>
                  </a:ext>
                </a:extLst>
              </p:cNvPr>
              <p:cNvSpPr/>
              <p:nvPr/>
            </p:nvSpPr>
            <p:spPr>
              <a:xfrm>
                <a:off x="789559" y="1142238"/>
                <a:ext cx="12700" cy="20828"/>
              </a:xfrm>
              <a:custGeom>
                <a:avLst/>
                <a:gdLst>
                  <a:gd name="csX0" fmla="*/ 0 w 12700"/>
                  <a:gd name="csY0" fmla="*/ 20828 h 20828"/>
                  <a:gd name="csX1" fmla="*/ 0 w 12700"/>
                  <a:gd name="csY1" fmla="*/ 0 h 20828"/>
                </a:gdLst>
                <a:ahLst/>
                <a:cxnLst>
                  <a:cxn ang="0">
                    <a:pos x="csX0" y="csY0"/>
                  </a:cxn>
                  <a:cxn ang="0">
                    <a:pos x="csX1" y="csY1"/>
                  </a:cxn>
                </a:cxnLst>
                <a:rect l="l" t="t" r="r" b="b"/>
                <a:pathLst>
                  <a:path w="12700" h="20828">
                    <a:moveTo>
                      <a:pt x="0" y="20828"/>
                    </a:moveTo>
                    <a:lnTo>
                      <a:pt x="0" y="0"/>
                    </a:lnTo>
                  </a:path>
                </a:pathLst>
              </a:custGeom>
              <a:ln w="13589" cap="flat">
                <a:solidFill>
                  <a:srgbClr val="333333"/>
                </a:solidFill>
                <a:prstDash val="solid"/>
                <a:round/>
              </a:ln>
            </p:spPr>
            <p:txBody>
              <a:bodyPr/>
              <a:lstStyle/>
              <a:p>
                <a:pPr algn="ctr"/>
                <a:endParaRPr lang="en-US" sz="2646"/>
              </a:p>
            </p:txBody>
          </p:sp>
          <p:sp>
            <p:nvSpPr>
              <p:cNvPr id="16" name="Freeform 15">
                <a:extLst>
                  <a:ext uri="{FF2B5EF4-FFF2-40B4-BE49-F238E27FC236}">
                    <a16:creationId xmlns:a16="http://schemas.microsoft.com/office/drawing/2014/main" id="{A03FEB25-CBBE-D85C-58A6-B88221AE3AC6}"/>
                  </a:ext>
                </a:extLst>
              </p:cNvPr>
              <p:cNvSpPr/>
              <p:nvPr/>
            </p:nvSpPr>
            <p:spPr>
              <a:xfrm>
                <a:off x="789559" y="1294003"/>
                <a:ext cx="12700" cy="74675"/>
              </a:xfrm>
              <a:custGeom>
                <a:avLst/>
                <a:gdLst>
                  <a:gd name="csX0" fmla="*/ 0 w 12700"/>
                  <a:gd name="csY0" fmla="*/ 0 h 74675"/>
                  <a:gd name="csX1" fmla="*/ 0 w 12700"/>
                  <a:gd name="csY1" fmla="*/ 74676 h 74675"/>
                </a:gdLst>
                <a:ahLst/>
                <a:cxnLst>
                  <a:cxn ang="0">
                    <a:pos x="csX0" y="csY0"/>
                  </a:cxn>
                  <a:cxn ang="0">
                    <a:pos x="csX1" y="csY1"/>
                  </a:cxn>
                </a:cxnLst>
                <a:rect l="l" t="t" r="r" b="b"/>
                <a:pathLst>
                  <a:path w="12700" h="74675">
                    <a:moveTo>
                      <a:pt x="0" y="0"/>
                    </a:moveTo>
                    <a:lnTo>
                      <a:pt x="0" y="74676"/>
                    </a:lnTo>
                  </a:path>
                </a:pathLst>
              </a:custGeom>
              <a:ln w="13589" cap="flat">
                <a:solidFill>
                  <a:srgbClr val="333333"/>
                </a:solidFill>
                <a:prstDash val="solid"/>
                <a:round/>
              </a:ln>
            </p:spPr>
            <p:txBody>
              <a:bodyPr/>
              <a:lstStyle/>
              <a:p>
                <a:pPr algn="ctr"/>
                <a:endParaRPr lang="en-US" sz="2646"/>
              </a:p>
            </p:txBody>
          </p:sp>
          <p:sp>
            <p:nvSpPr>
              <p:cNvPr id="17" name="Freeform 16">
                <a:extLst>
                  <a:ext uri="{FF2B5EF4-FFF2-40B4-BE49-F238E27FC236}">
                    <a16:creationId xmlns:a16="http://schemas.microsoft.com/office/drawing/2014/main" id="{05040961-E410-0C36-90E5-BA7602112FC4}"/>
                  </a:ext>
                </a:extLst>
              </p:cNvPr>
              <p:cNvSpPr/>
              <p:nvPr/>
            </p:nvSpPr>
            <p:spPr>
              <a:xfrm>
                <a:off x="708787" y="1163066"/>
                <a:ext cx="161543" cy="130936"/>
              </a:xfrm>
              <a:custGeom>
                <a:avLst/>
                <a:gdLst>
                  <a:gd name="csX0" fmla="*/ 0 w 161543"/>
                  <a:gd name="csY0" fmla="*/ 0 h 130936"/>
                  <a:gd name="csX1" fmla="*/ 0 w 161543"/>
                  <a:gd name="csY1" fmla="*/ 130937 h 130936"/>
                  <a:gd name="csX2" fmla="*/ 161544 w 161543"/>
                  <a:gd name="csY2" fmla="*/ 130937 h 130936"/>
                  <a:gd name="csX3" fmla="*/ 161544 w 161543"/>
                  <a:gd name="csY3" fmla="*/ 0 h 130936"/>
                  <a:gd name="csX4" fmla="*/ 0 w 161543"/>
                  <a:gd name="csY4" fmla="*/ 0 h 130936"/>
                </a:gdLst>
                <a:ahLst/>
                <a:cxnLst>
                  <a:cxn ang="0">
                    <a:pos x="csX0" y="csY0"/>
                  </a:cxn>
                  <a:cxn ang="0">
                    <a:pos x="csX1" y="csY1"/>
                  </a:cxn>
                  <a:cxn ang="0">
                    <a:pos x="csX2" y="csY2"/>
                  </a:cxn>
                  <a:cxn ang="0">
                    <a:pos x="csX3" y="csY3"/>
                  </a:cxn>
                  <a:cxn ang="0">
                    <a:pos x="csX4" y="csY4"/>
                  </a:cxn>
                </a:cxnLst>
                <a:rect l="l" t="t" r="r" b="b"/>
                <a:pathLst>
                  <a:path w="161543" h="130936">
                    <a:moveTo>
                      <a:pt x="0" y="0"/>
                    </a:moveTo>
                    <a:lnTo>
                      <a:pt x="0" y="130937"/>
                    </a:lnTo>
                    <a:lnTo>
                      <a:pt x="161544" y="130937"/>
                    </a:lnTo>
                    <a:lnTo>
                      <a:pt x="161544"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18" name="Freeform 17">
                <a:extLst>
                  <a:ext uri="{FF2B5EF4-FFF2-40B4-BE49-F238E27FC236}">
                    <a16:creationId xmlns:a16="http://schemas.microsoft.com/office/drawing/2014/main" id="{ECCE269B-D87E-2F29-CE94-CCCF8C678684}"/>
                  </a:ext>
                </a:extLst>
              </p:cNvPr>
              <p:cNvSpPr/>
              <p:nvPr/>
            </p:nvSpPr>
            <p:spPr>
              <a:xfrm>
                <a:off x="708787" y="1189609"/>
                <a:ext cx="161544" cy="12700"/>
              </a:xfrm>
              <a:custGeom>
                <a:avLst/>
                <a:gdLst>
                  <a:gd name="csX0" fmla="*/ 0 w 161544"/>
                  <a:gd name="csY0" fmla="*/ 0 h 12700"/>
                  <a:gd name="csX1" fmla="*/ 161544 w 161544"/>
                  <a:gd name="csY1" fmla="*/ 0 h 12700"/>
                </a:gdLst>
                <a:ahLst/>
                <a:cxnLst>
                  <a:cxn ang="0">
                    <a:pos x="csX0" y="csY0"/>
                  </a:cxn>
                  <a:cxn ang="0">
                    <a:pos x="csX1" y="csY1"/>
                  </a:cxn>
                </a:cxnLst>
                <a:rect l="l" t="t" r="r" b="b"/>
                <a:pathLst>
                  <a:path w="161544" h="12700">
                    <a:moveTo>
                      <a:pt x="0" y="0"/>
                    </a:moveTo>
                    <a:lnTo>
                      <a:pt x="161544" y="0"/>
                    </a:lnTo>
                  </a:path>
                </a:pathLst>
              </a:custGeom>
              <a:ln w="27051" cap="flat">
                <a:solidFill>
                  <a:srgbClr val="333333"/>
                </a:solidFill>
                <a:prstDash val="solid"/>
                <a:miter/>
              </a:ln>
            </p:spPr>
            <p:txBody>
              <a:bodyPr/>
              <a:lstStyle/>
              <a:p>
                <a:pPr algn="ctr"/>
                <a:endParaRPr lang="en-US" sz="2646"/>
              </a:p>
            </p:txBody>
          </p:sp>
          <p:sp>
            <p:nvSpPr>
              <p:cNvPr id="19" name="Freeform 18">
                <a:extLst>
                  <a:ext uri="{FF2B5EF4-FFF2-40B4-BE49-F238E27FC236}">
                    <a16:creationId xmlns:a16="http://schemas.microsoft.com/office/drawing/2014/main" id="{AF1A7C79-5AA0-5DAE-631A-2A90D91D8FD2}"/>
                  </a:ext>
                </a:extLst>
              </p:cNvPr>
              <p:cNvSpPr/>
              <p:nvPr/>
            </p:nvSpPr>
            <p:spPr>
              <a:xfrm>
                <a:off x="1058926" y="1133602"/>
                <a:ext cx="12700" cy="16001"/>
              </a:xfrm>
              <a:custGeom>
                <a:avLst/>
                <a:gdLst>
                  <a:gd name="csX0" fmla="*/ 0 w 12700"/>
                  <a:gd name="csY0" fmla="*/ 16002 h 16001"/>
                  <a:gd name="csX1" fmla="*/ 0 w 12700"/>
                  <a:gd name="csY1" fmla="*/ 0 h 16001"/>
                </a:gdLst>
                <a:ahLst/>
                <a:cxnLst>
                  <a:cxn ang="0">
                    <a:pos x="csX0" y="csY0"/>
                  </a:cxn>
                  <a:cxn ang="0">
                    <a:pos x="csX1" y="csY1"/>
                  </a:cxn>
                </a:cxnLst>
                <a:rect l="l" t="t" r="r" b="b"/>
                <a:pathLst>
                  <a:path w="12700" h="16001">
                    <a:moveTo>
                      <a:pt x="0" y="16002"/>
                    </a:moveTo>
                    <a:lnTo>
                      <a:pt x="0" y="0"/>
                    </a:lnTo>
                  </a:path>
                </a:pathLst>
              </a:custGeom>
              <a:ln w="13589" cap="flat">
                <a:solidFill>
                  <a:srgbClr val="333333"/>
                </a:solidFill>
                <a:prstDash val="solid"/>
                <a:round/>
              </a:ln>
            </p:spPr>
            <p:txBody>
              <a:bodyPr/>
              <a:lstStyle/>
              <a:p>
                <a:pPr algn="ctr"/>
                <a:endParaRPr lang="en-US" sz="2646"/>
              </a:p>
            </p:txBody>
          </p:sp>
          <p:sp>
            <p:nvSpPr>
              <p:cNvPr id="20" name="Freeform 19">
                <a:extLst>
                  <a:ext uri="{FF2B5EF4-FFF2-40B4-BE49-F238E27FC236}">
                    <a16:creationId xmlns:a16="http://schemas.microsoft.com/office/drawing/2014/main" id="{BF7885DA-0F61-69FF-9662-A13F0726758C}"/>
                  </a:ext>
                </a:extLst>
              </p:cNvPr>
              <p:cNvSpPr/>
              <p:nvPr/>
            </p:nvSpPr>
            <p:spPr>
              <a:xfrm>
                <a:off x="1058926" y="1181735"/>
                <a:ext cx="12700" cy="16128"/>
              </a:xfrm>
              <a:custGeom>
                <a:avLst/>
                <a:gdLst>
                  <a:gd name="csX0" fmla="*/ 0 w 12700"/>
                  <a:gd name="csY0" fmla="*/ 0 h 16128"/>
                  <a:gd name="csX1" fmla="*/ 0 w 12700"/>
                  <a:gd name="csY1" fmla="*/ 16129 h 16128"/>
                </a:gdLst>
                <a:ahLst/>
                <a:cxnLst>
                  <a:cxn ang="0">
                    <a:pos x="csX0" y="csY0"/>
                  </a:cxn>
                  <a:cxn ang="0">
                    <a:pos x="csX1" y="csY1"/>
                  </a:cxn>
                </a:cxnLst>
                <a:rect l="l" t="t" r="r" b="b"/>
                <a:pathLst>
                  <a:path w="12700" h="16128">
                    <a:moveTo>
                      <a:pt x="0" y="0"/>
                    </a:moveTo>
                    <a:lnTo>
                      <a:pt x="0" y="16129"/>
                    </a:lnTo>
                  </a:path>
                </a:pathLst>
              </a:custGeom>
              <a:ln w="13589" cap="flat">
                <a:solidFill>
                  <a:srgbClr val="333333"/>
                </a:solidFill>
                <a:prstDash val="solid"/>
                <a:round/>
              </a:ln>
            </p:spPr>
            <p:txBody>
              <a:bodyPr/>
              <a:lstStyle/>
              <a:p>
                <a:pPr algn="ctr"/>
                <a:endParaRPr lang="en-US" sz="2646"/>
              </a:p>
            </p:txBody>
          </p:sp>
          <p:sp>
            <p:nvSpPr>
              <p:cNvPr id="21" name="Freeform 20">
                <a:extLst>
                  <a:ext uri="{FF2B5EF4-FFF2-40B4-BE49-F238E27FC236}">
                    <a16:creationId xmlns:a16="http://schemas.microsoft.com/office/drawing/2014/main" id="{89FCAC28-0410-E62C-A48C-DA1D9EF6C551}"/>
                  </a:ext>
                </a:extLst>
              </p:cNvPr>
              <p:cNvSpPr/>
              <p:nvPr/>
            </p:nvSpPr>
            <p:spPr>
              <a:xfrm>
                <a:off x="978153" y="1149603"/>
                <a:ext cx="161544" cy="32131"/>
              </a:xfrm>
              <a:custGeom>
                <a:avLst/>
                <a:gdLst>
                  <a:gd name="csX0" fmla="*/ 0 w 161544"/>
                  <a:gd name="csY0" fmla="*/ 0 h 32131"/>
                  <a:gd name="csX1" fmla="*/ 0 w 161544"/>
                  <a:gd name="csY1" fmla="*/ 32131 h 32131"/>
                  <a:gd name="csX2" fmla="*/ 161544 w 161544"/>
                  <a:gd name="csY2" fmla="*/ 32131 h 32131"/>
                  <a:gd name="csX3" fmla="*/ 161544 w 161544"/>
                  <a:gd name="csY3" fmla="*/ 0 h 32131"/>
                  <a:gd name="csX4" fmla="*/ 0 w 161544"/>
                  <a:gd name="csY4" fmla="*/ 0 h 32131"/>
                </a:gdLst>
                <a:ahLst/>
                <a:cxnLst>
                  <a:cxn ang="0">
                    <a:pos x="csX0" y="csY0"/>
                  </a:cxn>
                  <a:cxn ang="0">
                    <a:pos x="csX1" y="csY1"/>
                  </a:cxn>
                  <a:cxn ang="0">
                    <a:pos x="csX2" y="csY2"/>
                  </a:cxn>
                  <a:cxn ang="0">
                    <a:pos x="csX3" y="csY3"/>
                  </a:cxn>
                  <a:cxn ang="0">
                    <a:pos x="csX4" y="csY4"/>
                  </a:cxn>
                </a:cxnLst>
                <a:rect l="l" t="t" r="r" b="b"/>
                <a:pathLst>
                  <a:path w="161544" h="32131">
                    <a:moveTo>
                      <a:pt x="0" y="0"/>
                    </a:moveTo>
                    <a:lnTo>
                      <a:pt x="0" y="32131"/>
                    </a:lnTo>
                    <a:lnTo>
                      <a:pt x="161544" y="32131"/>
                    </a:lnTo>
                    <a:lnTo>
                      <a:pt x="161544"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22" name="Freeform 21">
                <a:extLst>
                  <a:ext uri="{FF2B5EF4-FFF2-40B4-BE49-F238E27FC236}">
                    <a16:creationId xmlns:a16="http://schemas.microsoft.com/office/drawing/2014/main" id="{4C1B5D8F-740B-A8F3-55F5-A67A0D9C5EE7}"/>
                  </a:ext>
                </a:extLst>
              </p:cNvPr>
              <p:cNvSpPr/>
              <p:nvPr/>
            </p:nvSpPr>
            <p:spPr>
              <a:xfrm>
                <a:off x="978154" y="1165733"/>
                <a:ext cx="161544" cy="12700"/>
              </a:xfrm>
              <a:custGeom>
                <a:avLst/>
                <a:gdLst>
                  <a:gd name="csX0" fmla="*/ 0 w 161544"/>
                  <a:gd name="csY0" fmla="*/ 0 h 12700"/>
                  <a:gd name="csX1" fmla="*/ 161544 w 161544"/>
                  <a:gd name="csY1" fmla="*/ 0 h 12700"/>
                </a:gdLst>
                <a:ahLst/>
                <a:cxnLst>
                  <a:cxn ang="0">
                    <a:pos x="csX0" y="csY0"/>
                  </a:cxn>
                  <a:cxn ang="0">
                    <a:pos x="csX1" y="csY1"/>
                  </a:cxn>
                </a:cxnLst>
                <a:rect l="l" t="t" r="r" b="b"/>
                <a:pathLst>
                  <a:path w="161544" h="12700">
                    <a:moveTo>
                      <a:pt x="0" y="0"/>
                    </a:moveTo>
                    <a:lnTo>
                      <a:pt x="161544" y="0"/>
                    </a:lnTo>
                  </a:path>
                </a:pathLst>
              </a:custGeom>
              <a:ln w="27051" cap="flat">
                <a:solidFill>
                  <a:srgbClr val="333333"/>
                </a:solidFill>
                <a:prstDash val="solid"/>
                <a:miter/>
              </a:ln>
            </p:spPr>
            <p:txBody>
              <a:bodyPr/>
              <a:lstStyle/>
              <a:p>
                <a:pPr algn="ctr"/>
                <a:endParaRPr lang="en-US" sz="2646"/>
              </a:p>
            </p:txBody>
          </p:sp>
          <p:sp>
            <p:nvSpPr>
              <p:cNvPr id="23" name="Freeform 22">
                <a:extLst>
                  <a:ext uri="{FF2B5EF4-FFF2-40B4-BE49-F238E27FC236}">
                    <a16:creationId xmlns:a16="http://schemas.microsoft.com/office/drawing/2014/main" id="{9DC77D11-0CDE-71E1-29C0-6A7986F5BAEA}"/>
                  </a:ext>
                </a:extLst>
              </p:cNvPr>
              <p:cNvSpPr/>
              <p:nvPr/>
            </p:nvSpPr>
            <p:spPr>
              <a:xfrm>
                <a:off x="1597660" y="925703"/>
                <a:ext cx="12700" cy="25908"/>
              </a:xfrm>
              <a:custGeom>
                <a:avLst/>
                <a:gdLst>
                  <a:gd name="csX0" fmla="*/ 0 w 12700"/>
                  <a:gd name="csY0" fmla="*/ 25908 h 25908"/>
                  <a:gd name="csX1" fmla="*/ 0 w 12700"/>
                  <a:gd name="csY1" fmla="*/ 0 h 25908"/>
                </a:gdLst>
                <a:ahLst/>
                <a:cxnLst>
                  <a:cxn ang="0">
                    <a:pos x="csX0" y="csY0"/>
                  </a:cxn>
                  <a:cxn ang="0">
                    <a:pos x="csX1" y="csY1"/>
                  </a:cxn>
                </a:cxnLst>
                <a:rect l="l" t="t" r="r" b="b"/>
                <a:pathLst>
                  <a:path w="12700" h="25908">
                    <a:moveTo>
                      <a:pt x="0" y="25908"/>
                    </a:moveTo>
                    <a:lnTo>
                      <a:pt x="0" y="0"/>
                    </a:lnTo>
                  </a:path>
                </a:pathLst>
              </a:custGeom>
              <a:ln w="13589" cap="flat">
                <a:solidFill>
                  <a:srgbClr val="333333"/>
                </a:solidFill>
                <a:prstDash val="solid"/>
                <a:round/>
              </a:ln>
            </p:spPr>
            <p:txBody>
              <a:bodyPr/>
              <a:lstStyle/>
              <a:p>
                <a:pPr algn="ctr"/>
                <a:endParaRPr lang="en-US" sz="2646"/>
              </a:p>
            </p:txBody>
          </p:sp>
          <p:sp>
            <p:nvSpPr>
              <p:cNvPr id="24" name="Freeform 23">
                <a:extLst>
                  <a:ext uri="{FF2B5EF4-FFF2-40B4-BE49-F238E27FC236}">
                    <a16:creationId xmlns:a16="http://schemas.microsoft.com/office/drawing/2014/main" id="{994C9D81-E43C-EA46-19FB-0B17E04B4796}"/>
                  </a:ext>
                </a:extLst>
              </p:cNvPr>
              <p:cNvSpPr/>
              <p:nvPr/>
            </p:nvSpPr>
            <p:spPr>
              <a:xfrm>
                <a:off x="1597660" y="1048131"/>
                <a:ext cx="12700" cy="12065"/>
              </a:xfrm>
              <a:custGeom>
                <a:avLst/>
                <a:gdLst>
                  <a:gd name="csX0" fmla="*/ 0 w 12700"/>
                  <a:gd name="csY0" fmla="*/ 0 h 12065"/>
                  <a:gd name="csX1" fmla="*/ 0 w 12700"/>
                  <a:gd name="csY1" fmla="*/ 12065 h 12065"/>
                </a:gdLst>
                <a:ahLst/>
                <a:cxnLst>
                  <a:cxn ang="0">
                    <a:pos x="csX0" y="csY0"/>
                  </a:cxn>
                  <a:cxn ang="0">
                    <a:pos x="csX1" y="csY1"/>
                  </a:cxn>
                </a:cxnLst>
                <a:rect l="l" t="t" r="r" b="b"/>
                <a:pathLst>
                  <a:path w="12700" h="12065">
                    <a:moveTo>
                      <a:pt x="0" y="0"/>
                    </a:moveTo>
                    <a:lnTo>
                      <a:pt x="0" y="12065"/>
                    </a:lnTo>
                  </a:path>
                </a:pathLst>
              </a:custGeom>
              <a:ln w="13589" cap="flat">
                <a:solidFill>
                  <a:srgbClr val="333333"/>
                </a:solidFill>
                <a:prstDash val="solid"/>
                <a:round/>
              </a:ln>
            </p:spPr>
            <p:txBody>
              <a:bodyPr/>
              <a:lstStyle/>
              <a:p>
                <a:pPr algn="ctr"/>
                <a:endParaRPr lang="en-US" sz="2646"/>
              </a:p>
            </p:txBody>
          </p:sp>
          <p:sp>
            <p:nvSpPr>
              <p:cNvPr id="25" name="Freeform 24">
                <a:extLst>
                  <a:ext uri="{FF2B5EF4-FFF2-40B4-BE49-F238E27FC236}">
                    <a16:creationId xmlns:a16="http://schemas.microsoft.com/office/drawing/2014/main" id="{9A521EDE-F4B1-3809-60AF-F8036D6AF420}"/>
                  </a:ext>
                </a:extLst>
              </p:cNvPr>
              <p:cNvSpPr/>
              <p:nvPr/>
            </p:nvSpPr>
            <p:spPr>
              <a:xfrm>
                <a:off x="1516761" y="951611"/>
                <a:ext cx="161671" cy="96519"/>
              </a:xfrm>
              <a:custGeom>
                <a:avLst/>
                <a:gdLst>
                  <a:gd name="csX0" fmla="*/ 0 w 161671"/>
                  <a:gd name="csY0" fmla="*/ 0 h 96519"/>
                  <a:gd name="csX1" fmla="*/ 0 w 161671"/>
                  <a:gd name="csY1" fmla="*/ 96520 h 96519"/>
                  <a:gd name="csX2" fmla="*/ 161671 w 161671"/>
                  <a:gd name="csY2" fmla="*/ 96520 h 96519"/>
                  <a:gd name="csX3" fmla="*/ 161671 w 161671"/>
                  <a:gd name="csY3" fmla="*/ 0 h 96519"/>
                  <a:gd name="csX4" fmla="*/ 0 w 161671"/>
                  <a:gd name="csY4" fmla="*/ 0 h 96519"/>
                </a:gdLst>
                <a:ahLst/>
                <a:cxnLst>
                  <a:cxn ang="0">
                    <a:pos x="csX0" y="csY0"/>
                  </a:cxn>
                  <a:cxn ang="0">
                    <a:pos x="csX1" y="csY1"/>
                  </a:cxn>
                  <a:cxn ang="0">
                    <a:pos x="csX2" y="csY2"/>
                  </a:cxn>
                  <a:cxn ang="0">
                    <a:pos x="csX3" y="csY3"/>
                  </a:cxn>
                  <a:cxn ang="0">
                    <a:pos x="csX4" y="csY4"/>
                  </a:cxn>
                </a:cxnLst>
                <a:rect l="l" t="t" r="r" b="b"/>
                <a:pathLst>
                  <a:path w="161671" h="96519">
                    <a:moveTo>
                      <a:pt x="0" y="0"/>
                    </a:moveTo>
                    <a:lnTo>
                      <a:pt x="0" y="96520"/>
                    </a:lnTo>
                    <a:lnTo>
                      <a:pt x="161671" y="96520"/>
                    </a:lnTo>
                    <a:lnTo>
                      <a:pt x="161671"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26" name="Freeform 25">
                <a:extLst>
                  <a:ext uri="{FF2B5EF4-FFF2-40B4-BE49-F238E27FC236}">
                    <a16:creationId xmlns:a16="http://schemas.microsoft.com/office/drawing/2014/main" id="{7DCC2B15-7467-E0E8-3A88-7E7B0B652671}"/>
                  </a:ext>
                </a:extLst>
              </p:cNvPr>
              <p:cNvSpPr/>
              <p:nvPr/>
            </p:nvSpPr>
            <p:spPr>
              <a:xfrm>
                <a:off x="1516761" y="1031240"/>
                <a:ext cx="161670" cy="12700"/>
              </a:xfrm>
              <a:custGeom>
                <a:avLst/>
                <a:gdLst>
                  <a:gd name="csX0" fmla="*/ 0 w 161670"/>
                  <a:gd name="csY0" fmla="*/ 0 h 12700"/>
                  <a:gd name="csX1" fmla="*/ 161671 w 161670"/>
                  <a:gd name="csY1" fmla="*/ 0 h 12700"/>
                </a:gdLst>
                <a:ahLst/>
                <a:cxnLst>
                  <a:cxn ang="0">
                    <a:pos x="csX0" y="csY0"/>
                  </a:cxn>
                  <a:cxn ang="0">
                    <a:pos x="csX1" y="csY1"/>
                  </a:cxn>
                </a:cxnLst>
                <a:rect l="l" t="t" r="r" b="b"/>
                <a:pathLst>
                  <a:path w="161670" h="12700">
                    <a:moveTo>
                      <a:pt x="0" y="0"/>
                    </a:moveTo>
                    <a:lnTo>
                      <a:pt x="161671" y="0"/>
                    </a:lnTo>
                  </a:path>
                </a:pathLst>
              </a:custGeom>
              <a:ln w="27051" cap="flat">
                <a:solidFill>
                  <a:srgbClr val="333333"/>
                </a:solidFill>
                <a:prstDash val="solid"/>
                <a:miter/>
              </a:ln>
            </p:spPr>
            <p:txBody>
              <a:bodyPr/>
              <a:lstStyle/>
              <a:p>
                <a:pPr algn="ctr"/>
                <a:endParaRPr lang="en-US" sz="2646"/>
              </a:p>
            </p:txBody>
          </p:sp>
          <p:sp>
            <p:nvSpPr>
              <p:cNvPr id="27" name="Freeform 26">
                <a:extLst>
                  <a:ext uri="{FF2B5EF4-FFF2-40B4-BE49-F238E27FC236}">
                    <a16:creationId xmlns:a16="http://schemas.microsoft.com/office/drawing/2014/main" id="{20734CC5-CAB2-E789-7360-A740DBB98495}"/>
                  </a:ext>
                </a:extLst>
              </p:cNvPr>
              <p:cNvSpPr/>
              <p:nvPr/>
            </p:nvSpPr>
            <p:spPr>
              <a:xfrm>
                <a:off x="524510" y="11626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8" name="Freeform 27">
                <a:extLst>
                  <a:ext uri="{FF2B5EF4-FFF2-40B4-BE49-F238E27FC236}">
                    <a16:creationId xmlns:a16="http://schemas.microsoft.com/office/drawing/2014/main" id="{D3531E17-492C-39D9-FE17-9F9E9855E647}"/>
                  </a:ext>
                </a:extLst>
              </p:cNvPr>
              <p:cNvSpPr/>
              <p:nvPr/>
            </p:nvSpPr>
            <p:spPr>
              <a:xfrm>
                <a:off x="525780" y="7254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9" name="Freeform 28">
                <a:extLst>
                  <a:ext uri="{FF2B5EF4-FFF2-40B4-BE49-F238E27FC236}">
                    <a16:creationId xmlns:a16="http://schemas.microsoft.com/office/drawing/2014/main" id="{2E17718B-12F0-378D-BF02-82DA7821D8EB}"/>
                  </a:ext>
                </a:extLst>
              </p:cNvPr>
              <p:cNvSpPr/>
              <p:nvPr/>
            </p:nvSpPr>
            <p:spPr>
              <a:xfrm>
                <a:off x="490600" y="9883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0" name="Freeform 29">
                <a:extLst>
                  <a:ext uri="{FF2B5EF4-FFF2-40B4-BE49-F238E27FC236}">
                    <a16:creationId xmlns:a16="http://schemas.microsoft.com/office/drawing/2014/main" id="{8C9C26DB-A54F-3404-F1DB-37D504B3D4DE}"/>
                  </a:ext>
                </a:extLst>
              </p:cNvPr>
              <p:cNvSpPr/>
              <p:nvPr/>
            </p:nvSpPr>
            <p:spPr>
              <a:xfrm>
                <a:off x="519938" y="101879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1" name="Freeform 30">
                <a:extLst>
                  <a:ext uri="{FF2B5EF4-FFF2-40B4-BE49-F238E27FC236}">
                    <a16:creationId xmlns:a16="http://schemas.microsoft.com/office/drawing/2014/main" id="{FE314AE5-4D64-AD32-ACED-38A50374BF24}"/>
                  </a:ext>
                </a:extLst>
              </p:cNvPr>
              <p:cNvSpPr/>
              <p:nvPr/>
            </p:nvSpPr>
            <p:spPr>
              <a:xfrm>
                <a:off x="509778" y="108699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2" name="Freeform 31">
                <a:extLst>
                  <a:ext uri="{FF2B5EF4-FFF2-40B4-BE49-F238E27FC236}">
                    <a16:creationId xmlns:a16="http://schemas.microsoft.com/office/drawing/2014/main" id="{96B099F1-4BDD-FFBF-415E-63712EC39C71}"/>
                  </a:ext>
                </a:extLst>
              </p:cNvPr>
              <p:cNvSpPr/>
              <p:nvPr/>
            </p:nvSpPr>
            <p:spPr>
              <a:xfrm>
                <a:off x="503173" y="115671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 name="Freeform 32">
                <a:extLst>
                  <a:ext uri="{FF2B5EF4-FFF2-40B4-BE49-F238E27FC236}">
                    <a16:creationId xmlns:a16="http://schemas.microsoft.com/office/drawing/2014/main" id="{01C6D474-8AAE-7FAF-7AAB-4143E124E54F}"/>
                  </a:ext>
                </a:extLst>
              </p:cNvPr>
              <p:cNvSpPr/>
              <p:nvPr/>
            </p:nvSpPr>
            <p:spPr>
              <a:xfrm>
                <a:off x="784225" y="113322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 name="Freeform 33">
                <a:extLst>
                  <a:ext uri="{FF2B5EF4-FFF2-40B4-BE49-F238E27FC236}">
                    <a16:creationId xmlns:a16="http://schemas.microsoft.com/office/drawing/2014/main" id="{F5108B2C-0A1B-C2ED-C59F-4C6AA3E9B1F1}"/>
                  </a:ext>
                </a:extLst>
              </p:cNvPr>
              <p:cNvSpPr/>
              <p:nvPr/>
            </p:nvSpPr>
            <p:spPr>
              <a:xfrm>
                <a:off x="751840" y="130657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5" name="Freeform 34">
                <a:extLst>
                  <a:ext uri="{FF2B5EF4-FFF2-40B4-BE49-F238E27FC236}">
                    <a16:creationId xmlns:a16="http://schemas.microsoft.com/office/drawing/2014/main" id="{9279DDBD-2A43-61DF-FE4C-46A85EB31CB9}"/>
                  </a:ext>
                </a:extLst>
              </p:cNvPr>
              <p:cNvSpPr/>
              <p:nvPr/>
            </p:nvSpPr>
            <p:spPr>
              <a:xfrm>
                <a:off x="780034" y="11242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6" name="Freeform 35">
                <a:extLst>
                  <a:ext uri="{FF2B5EF4-FFF2-40B4-BE49-F238E27FC236}">
                    <a16:creationId xmlns:a16="http://schemas.microsoft.com/office/drawing/2014/main" id="{D1FCD427-5BDC-10F9-7A40-86EA5DC5C0ED}"/>
                  </a:ext>
                </a:extLst>
              </p:cNvPr>
              <p:cNvSpPr/>
              <p:nvPr/>
            </p:nvSpPr>
            <p:spPr>
              <a:xfrm>
                <a:off x="782574" y="1245235"/>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7" name="Freeform 36">
                <a:extLst>
                  <a:ext uri="{FF2B5EF4-FFF2-40B4-BE49-F238E27FC236}">
                    <a16:creationId xmlns:a16="http://schemas.microsoft.com/office/drawing/2014/main" id="{699E34C1-2778-8364-5B30-F8CEB68E36AD}"/>
                  </a:ext>
                </a:extLst>
              </p:cNvPr>
              <p:cNvSpPr/>
              <p:nvPr/>
            </p:nvSpPr>
            <p:spPr>
              <a:xfrm>
                <a:off x="769239" y="11715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8" name="Freeform 37">
                <a:extLst>
                  <a:ext uri="{FF2B5EF4-FFF2-40B4-BE49-F238E27FC236}">
                    <a16:creationId xmlns:a16="http://schemas.microsoft.com/office/drawing/2014/main" id="{730447C9-E4DC-8991-6B5A-CA68E4C8F6A3}"/>
                  </a:ext>
                </a:extLst>
              </p:cNvPr>
              <p:cNvSpPr/>
              <p:nvPr/>
            </p:nvSpPr>
            <p:spPr>
              <a:xfrm>
                <a:off x="783336" y="1156843"/>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9" name="Freeform 38">
                <a:extLst>
                  <a:ext uri="{FF2B5EF4-FFF2-40B4-BE49-F238E27FC236}">
                    <a16:creationId xmlns:a16="http://schemas.microsoft.com/office/drawing/2014/main" id="{E2C5B294-8D0D-5F14-6D13-97A1947745A0}"/>
                  </a:ext>
                </a:extLst>
              </p:cNvPr>
              <p:cNvSpPr/>
              <p:nvPr/>
            </p:nvSpPr>
            <p:spPr>
              <a:xfrm>
                <a:off x="794893" y="13507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0" name="Freeform 39">
                <a:extLst>
                  <a:ext uri="{FF2B5EF4-FFF2-40B4-BE49-F238E27FC236}">
                    <a16:creationId xmlns:a16="http://schemas.microsoft.com/office/drawing/2014/main" id="{6A0183C0-E7E1-8FB6-D04C-4E3EEB2A5AA0}"/>
                  </a:ext>
                </a:extLst>
              </p:cNvPr>
              <p:cNvSpPr/>
              <p:nvPr/>
            </p:nvSpPr>
            <p:spPr>
              <a:xfrm>
                <a:off x="1027684" y="11154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1" name="Freeform 40">
                <a:extLst>
                  <a:ext uri="{FF2B5EF4-FFF2-40B4-BE49-F238E27FC236}">
                    <a16:creationId xmlns:a16="http://schemas.microsoft.com/office/drawing/2014/main" id="{E5F2AE2E-EFA5-1B1B-D7D6-7C6D01105860}"/>
                  </a:ext>
                </a:extLst>
              </p:cNvPr>
              <p:cNvSpPr/>
              <p:nvPr/>
            </p:nvSpPr>
            <p:spPr>
              <a:xfrm>
                <a:off x="1038860" y="117983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2" name="Freeform 41">
                <a:extLst>
                  <a:ext uri="{FF2B5EF4-FFF2-40B4-BE49-F238E27FC236}">
                    <a16:creationId xmlns:a16="http://schemas.microsoft.com/office/drawing/2014/main" id="{3E2CC6BA-4E4C-8A64-F7CC-D458B210714F}"/>
                  </a:ext>
                </a:extLst>
              </p:cNvPr>
              <p:cNvSpPr/>
              <p:nvPr/>
            </p:nvSpPr>
            <p:spPr>
              <a:xfrm>
                <a:off x="1333881" y="10454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3" name="Freeform 42">
                <a:extLst>
                  <a:ext uri="{FF2B5EF4-FFF2-40B4-BE49-F238E27FC236}">
                    <a16:creationId xmlns:a16="http://schemas.microsoft.com/office/drawing/2014/main" id="{B3CA062F-AA10-7C2D-8563-10627F15057B}"/>
                  </a:ext>
                </a:extLst>
              </p:cNvPr>
              <p:cNvSpPr/>
              <p:nvPr/>
            </p:nvSpPr>
            <p:spPr>
              <a:xfrm>
                <a:off x="1605280" y="90754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 name="Freeform 43">
                <a:extLst>
                  <a:ext uri="{FF2B5EF4-FFF2-40B4-BE49-F238E27FC236}">
                    <a16:creationId xmlns:a16="http://schemas.microsoft.com/office/drawing/2014/main" id="{B4D87E08-3CA0-4BD8-7691-FFE34565C8B0}"/>
                  </a:ext>
                </a:extLst>
              </p:cNvPr>
              <p:cNvSpPr/>
              <p:nvPr/>
            </p:nvSpPr>
            <p:spPr>
              <a:xfrm>
                <a:off x="1558925" y="7679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 name="Freeform 44">
                <a:extLst>
                  <a:ext uri="{FF2B5EF4-FFF2-40B4-BE49-F238E27FC236}">
                    <a16:creationId xmlns:a16="http://schemas.microsoft.com/office/drawing/2014/main" id="{0394ADAD-0CD1-4FB3-1E42-CD058F41FF0E}"/>
                  </a:ext>
                </a:extLst>
              </p:cNvPr>
              <p:cNvSpPr/>
              <p:nvPr/>
            </p:nvSpPr>
            <p:spPr>
              <a:xfrm>
                <a:off x="1578229" y="101168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 name="Freeform 45">
                <a:extLst>
                  <a:ext uri="{FF2B5EF4-FFF2-40B4-BE49-F238E27FC236}">
                    <a16:creationId xmlns:a16="http://schemas.microsoft.com/office/drawing/2014/main" id="{28F11A57-89C2-B37E-A9CD-0525A485FE33}"/>
                  </a:ext>
                </a:extLst>
              </p:cNvPr>
              <p:cNvSpPr/>
              <p:nvPr/>
            </p:nvSpPr>
            <p:spPr>
              <a:xfrm>
                <a:off x="1582801" y="10421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 name="Freeform 46">
                <a:extLst>
                  <a:ext uri="{FF2B5EF4-FFF2-40B4-BE49-F238E27FC236}">
                    <a16:creationId xmlns:a16="http://schemas.microsoft.com/office/drawing/2014/main" id="{D0F0A0A2-D828-5B57-5AE4-75EBF08718AA}"/>
                  </a:ext>
                </a:extLst>
              </p:cNvPr>
              <p:cNvSpPr/>
              <p:nvPr/>
            </p:nvSpPr>
            <p:spPr>
              <a:xfrm>
                <a:off x="1601343" y="10147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8" name="Freeform 47">
                <a:extLst>
                  <a:ext uri="{FF2B5EF4-FFF2-40B4-BE49-F238E27FC236}">
                    <a16:creationId xmlns:a16="http://schemas.microsoft.com/office/drawing/2014/main" id="{816EA8EA-193B-A700-EB5D-12BC20D0C6A0}"/>
                  </a:ext>
                </a:extLst>
              </p:cNvPr>
              <p:cNvSpPr/>
              <p:nvPr/>
            </p:nvSpPr>
            <p:spPr>
              <a:xfrm>
                <a:off x="1560068" y="103517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9" name="TextBox 48">
                <a:extLst>
                  <a:ext uri="{FF2B5EF4-FFF2-40B4-BE49-F238E27FC236}">
                    <a16:creationId xmlns:a16="http://schemas.microsoft.com/office/drawing/2014/main" id="{B273B098-17B0-47F9-4486-E6BD5DBD1C91}"/>
                  </a:ext>
                </a:extLst>
              </p:cNvPr>
              <p:cNvSpPr txBox="1"/>
              <p:nvPr/>
            </p:nvSpPr>
            <p:spPr>
              <a:xfrm>
                <a:off x="393623" y="494793"/>
                <a:ext cx="495708" cy="326002"/>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50" name="Freeform 49">
                <a:extLst>
                  <a:ext uri="{FF2B5EF4-FFF2-40B4-BE49-F238E27FC236}">
                    <a16:creationId xmlns:a16="http://schemas.microsoft.com/office/drawing/2014/main" id="{503D6921-9BA3-10E4-D1D2-DD0798DE42F9}"/>
                  </a:ext>
                </a:extLst>
              </p:cNvPr>
              <p:cNvSpPr/>
              <p:nvPr/>
            </p:nvSpPr>
            <p:spPr>
              <a:xfrm>
                <a:off x="520192" y="663956"/>
                <a:ext cx="242442" cy="12700"/>
              </a:xfrm>
              <a:custGeom>
                <a:avLst/>
                <a:gdLst>
                  <a:gd name="csX0" fmla="*/ 0 w 242442"/>
                  <a:gd name="csY0" fmla="*/ 0 h 12700"/>
                  <a:gd name="csX1" fmla="*/ 242443 w 242442"/>
                  <a:gd name="csY1" fmla="*/ 0 h 12700"/>
                </a:gdLst>
                <a:ahLst/>
                <a:cxnLst>
                  <a:cxn ang="0">
                    <a:pos x="csX0" y="csY0"/>
                  </a:cxn>
                  <a:cxn ang="0">
                    <a:pos x="csX1" y="csY1"/>
                  </a:cxn>
                </a:cxnLst>
                <a:rect l="l" t="t" r="r" b="b"/>
                <a:pathLst>
                  <a:path w="242442" h="12700">
                    <a:moveTo>
                      <a:pt x="0" y="0"/>
                    </a:moveTo>
                    <a:lnTo>
                      <a:pt x="242443" y="0"/>
                    </a:lnTo>
                  </a:path>
                </a:pathLst>
              </a:custGeom>
              <a:ln w="13589" cap="rnd">
                <a:solidFill>
                  <a:srgbClr val="000000"/>
                </a:solidFill>
                <a:prstDash val="solid"/>
                <a:round/>
              </a:ln>
            </p:spPr>
            <p:txBody>
              <a:bodyPr/>
              <a:lstStyle/>
              <a:p>
                <a:pPr algn="ctr"/>
                <a:endParaRPr lang="en-US" sz="2646"/>
              </a:p>
            </p:txBody>
          </p:sp>
          <p:sp>
            <p:nvSpPr>
              <p:cNvPr id="51" name="TextBox 50">
                <a:extLst>
                  <a:ext uri="{FF2B5EF4-FFF2-40B4-BE49-F238E27FC236}">
                    <a16:creationId xmlns:a16="http://schemas.microsoft.com/office/drawing/2014/main" id="{34E0D236-2F8B-7E15-4849-E693F1912CD0}"/>
                  </a:ext>
                </a:extLst>
              </p:cNvPr>
              <p:cNvSpPr txBox="1"/>
              <p:nvPr/>
            </p:nvSpPr>
            <p:spPr>
              <a:xfrm>
                <a:off x="959154" y="494793"/>
                <a:ext cx="495708" cy="326002"/>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52" name="Freeform 51">
                <a:extLst>
                  <a:ext uri="{FF2B5EF4-FFF2-40B4-BE49-F238E27FC236}">
                    <a16:creationId xmlns:a16="http://schemas.microsoft.com/office/drawing/2014/main" id="{417EDD1D-EA25-CCC5-F98B-A5171C1FE94C}"/>
                  </a:ext>
                </a:extLst>
              </p:cNvPr>
              <p:cNvSpPr/>
              <p:nvPr/>
            </p:nvSpPr>
            <p:spPr>
              <a:xfrm>
                <a:off x="816483" y="663956"/>
                <a:ext cx="781176" cy="12700"/>
              </a:xfrm>
              <a:custGeom>
                <a:avLst/>
                <a:gdLst>
                  <a:gd name="csX0" fmla="*/ 0 w 781176"/>
                  <a:gd name="csY0" fmla="*/ 0 h 12700"/>
                  <a:gd name="csX1" fmla="*/ 781177 w 781176"/>
                  <a:gd name="csY1" fmla="*/ 0 h 12700"/>
                </a:gdLst>
                <a:ahLst/>
                <a:cxnLst>
                  <a:cxn ang="0">
                    <a:pos x="csX0" y="csY0"/>
                  </a:cxn>
                  <a:cxn ang="0">
                    <a:pos x="csX1" y="csY1"/>
                  </a:cxn>
                </a:cxnLst>
                <a:rect l="l" t="t" r="r" b="b"/>
                <a:pathLst>
                  <a:path w="781176" h="12700">
                    <a:moveTo>
                      <a:pt x="0" y="0"/>
                    </a:moveTo>
                    <a:lnTo>
                      <a:pt x="781177" y="0"/>
                    </a:lnTo>
                  </a:path>
                </a:pathLst>
              </a:custGeom>
              <a:ln w="13589" cap="rnd">
                <a:solidFill>
                  <a:srgbClr val="000000"/>
                </a:solidFill>
                <a:prstDash val="solid"/>
                <a:round/>
              </a:ln>
            </p:spPr>
            <p:txBody>
              <a:bodyPr/>
              <a:lstStyle/>
              <a:p>
                <a:pPr algn="ctr"/>
                <a:endParaRPr lang="en-US" sz="2646"/>
              </a:p>
            </p:txBody>
          </p:sp>
          <p:sp>
            <p:nvSpPr>
              <p:cNvPr id="53" name="TextBox 52">
                <a:extLst>
                  <a:ext uri="{FF2B5EF4-FFF2-40B4-BE49-F238E27FC236}">
                    <a16:creationId xmlns:a16="http://schemas.microsoft.com/office/drawing/2014/main" id="{F27D6036-0E17-CC2E-C1BE-A3D74ED8CBA9}"/>
                  </a:ext>
                </a:extLst>
              </p:cNvPr>
              <p:cNvSpPr txBox="1"/>
              <p:nvPr/>
            </p:nvSpPr>
            <p:spPr>
              <a:xfrm>
                <a:off x="773749" y="342760"/>
                <a:ext cx="570352" cy="165074"/>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0.283</a:t>
                </a:r>
              </a:p>
            </p:txBody>
          </p:sp>
          <p:sp>
            <p:nvSpPr>
              <p:cNvPr id="54" name="Freeform 53">
                <a:extLst>
                  <a:ext uri="{FF2B5EF4-FFF2-40B4-BE49-F238E27FC236}">
                    <a16:creationId xmlns:a16="http://schemas.microsoft.com/office/drawing/2014/main" id="{8EA503D7-3BBB-5BAD-E966-B3EC6B5096D9}"/>
                  </a:ext>
                </a:extLst>
              </p:cNvPr>
              <p:cNvSpPr/>
              <p:nvPr/>
            </p:nvSpPr>
            <p:spPr>
              <a:xfrm>
                <a:off x="520192" y="465201"/>
                <a:ext cx="1077468" cy="12700"/>
              </a:xfrm>
              <a:custGeom>
                <a:avLst/>
                <a:gdLst>
                  <a:gd name="csX0" fmla="*/ 0 w 1077468"/>
                  <a:gd name="csY0" fmla="*/ 0 h 12700"/>
                  <a:gd name="csX1" fmla="*/ 1077468 w 1077468"/>
                  <a:gd name="csY1" fmla="*/ 0 h 12700"/>
                </a:gdLst>
                <a:ahLst/>
                <a:cxnLst>
                  <a:cxn ang="0">
                    <a:pos x="csX0" y="csY0"/>
                  </a:cxn>
                  <a:cxn ang="0">
                    <a:pos x="csX1" y="csY1"/>
                  </a:cxn>
                </a:cxnLst>
                <a:rect l="l" t="t" r="r" b="b"/>
                <a:pathLst>
                  <a:path w="1077468" h="12700">
                    <a:moveTo>
                      <a:pt x="0" y="0"/>
                    </a:moveTo>
                    <a:lnTo>
                      <a:pt x="1077468" y="0"/>
                    </a:lnTo>
                  </a:path>
                </a:pathLst>
              </a:custGeom>
              <a:ln w="13589" cap="rnd">
                <a:solidFill>
                  <a:srgbClr val="000000"/>
                </a:solidFill>
                <a:prstDash val="solid"/>
                <a:round/>
              </a:ln>
            </p:spPr>
            <p:txBody>
              <a:bodyPr/>
              <a:lstStyle/>
              <a:p>
                <a:pPr algn="ctr"/>
                <a:endParaRPr lang="en-US" sz="2646"/>
              </a:p>
            </p:txBody>
          </p:sp>
        </p:grpSp>
        <p:grpSp>
          <p:nvGrpSpPr>
            <p:cNvPr id="55" name="Graphic 4">
              <a:extLst>
                <a:ext uri="{FF2B5EF4-FFF2-40B4-BE49-F238E27FC236}">
                  <a16:creationId xmlns:a16="http://schemas.microsoft.com/office/drawing/2014/main" id="{E48FBA9C-BB0A-BE6F-19C3-06BCD86F0FFF}"/>
                </a:ext>
              </a:extLst>
            </p:cNvPr>
            <p:cNvGrpSpPr/>
            <p:nvPr/>
          </p:nvGrpSpPr>
          <p:grpSpPr>
            <a:xfrm>
              <a:off x="-8404" y="71792"/>
              <a:ext cx="1767607" cy="1694204"/>
              <a:chOff x="-8404" y="71792"/>
              <a:chExt cx="1767607" cy="1694204"/>
            </a:xfrm>
          </p:grpSpPr>
          <p:sp>
            <p:nvSpPr>
              <p:cNvPr id="56" name="Freeform 55">
                <a:extLst>
                  <a:ext uri="{FF2B5EF4-FFF2-40B4-BE49-F238E27FC236}">
                    <a16:creationId xmlns:a16="http://schemas.microsoft.com/office/drawing/2014/main" id="{E21D6DB8-D7C0-089C-0639-B0DB7183D29F}"/>
                  </a:ext>
                </a:extLst>
              </p:cNvPr>
              <p:cNvSpPr/>
              <p:nvPr/>
            </p:nvSpPr>
            <p:spPr>
              <a:xfrm>
                <a:off x="358647" y="294386"/>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57" name="TextBox 56">
                <a:extLst>
                  <a:ext uri="{FF2B5EF4-FFF2-40B4-BE49-F238E27FC236}">
                    <a16:creationId xmlns:a16="http://schemas.microsoft.com/office/drawing/2014/main" id="{E1D55D13-07C2-852E-11E8-4562FEA5AE57}"/>
                  </a:ext>
                </a:extLst>
              </p:cNvPr>
              <p:cNvSpPr txBox="1"/>
              <p:nvPr/>
            </p:nvSpPr>
            <p:spPr>
              <a:xfrm>
                <a:off x="131617" y="1112311"/>
                <a:ext cx="266684" cy="202278"/>
              </a:xfrm>
              <a:prstGeom prst="rect">
                <a:avLst/>
              </a:prstGeom>
              <a:noFill/>
            </p:spPr>
            <p:txBody>
              <a:bodyPr wrap="none" rtlCol="0">
                <a:spAutoFit/>
              </a:bodyPr>
              <a:lstStyle/>
              <a:p>
                <a:pPr algn="ctr"/>
                <a:r>
                  <a:rPr lang="en-US" sz="945">
                    <a:ln/>
                    <a:solidFill>
                      <a:srgbClr val="000000"/>
                    </a:solidFill>
                    <a:latin typeface="Arial"/>
                    <a:cs typeface="Arial"/>
                    <a:sym typeface="Arial"/>
                    <a:rtl val="0"/>
                  </a:rPr>
                  <a:t>1</a:t>
                </a:r>
              </a:p>
            </p:txBody>
          </p:sp>
          <p:sp>
            <p:nvSpPr>
              <p:cNvPr id="58" name="TextBox 57">
                <a:extLst>
                  <a:ext uri="{FF2B5EF4-FFF2-40B4-BE49-F238E27FC236}">
                    <a16:creationId xmlns:a16="http://schemas.microsoft.com/office/drawing/2014/main" id="{17D82013-683D-409A-F1D9-67ABD11FABDC}"/>
                  </a:ext>
                </a:extLst>
              </p:cNvPr>
              <p:cNvSpPr txBox="1"/>
              <p:nvPr/>
            </p:nvSpPr>
            <p:spPr>
              <a:xfrm>
                <a:off x="131617" y="792779"/>
                <a:ext cx="266684" cy="202278"/>
              </a:xfrm>
              <a:prstGeom prst="rect">
                <a:avLst/>
              </a:prstGeom>
              <a:noFill/>
            </p:spPr>
            <p:txBody>
              <a:bodyPr wrap="none" rtlCol="0">
                <a:spAutoFit/>
              </a:bodyPr>
              <a:lstStyle/>
              <a:p>
                <a:pPr algn="ctr"/>
                <a:r>
                  <a:rPr lang="en-US" sz="945">
                    <a:ln/>
                    <a:solidFill>
                      <a:srgbClr val="000000"/>
                    </a:solidFill>
                    <a:latin typeface="Arial"/>
                    <a:cs typeface="Arial"/>
                    <a:sym typeface="Arial"/>
                    <a:rtl val="0"/>
                  </a:rPr>
                  <a:t>2</a:t>
                </a:r>
              </a:p>
            </p:txBody>
          </p:sp>
          <p:sp>
            <p:nvSpPr>
              <p:cNvPr id="59" name="TextBox 58">
                <a:extLst>
                  <a:ext uri="{FF2B5EF4-FFF2-40B4-BE49-F238E27FC236}">
                    <a16:creationId xmlns:a16="http://schemas.microsoft.com/office/drawing/2014/main" id="{9081B47F-1567-41BB-4EDD-317E7CF93905}"/>
                  </a:ext>
                </a:extLst>
              </p:cNvPr>
              <p:cNvSpPr txBox="1"/>
              <p:nvPr/>
            </p:nvSpPr>
            <p:spPr>
              <a:xfrm>
                <a:off x="131617" y="473247"/>
                <a:ext cx="266684" cy="202278"/>
              </a:xfrm>
              <a:prstGeom prst="rect">
                <a:avLst/>
              </a:prstGeom>
              <a:noFill/>
            </p:spPr>
            <p:txBody>
              <a:bodyPr wrap="none" rtlCol="0">
                <a:spAutoFit/>
              </a:bodyPr>
              <a:lstStyle/>
              <a:p>
                <a:pPr algn="ctr"/>
                <a:r>
                  <a:rPr lang="en-US" sz="945">
                    <a:ln/>
                    <a:solidFill>
                      <a:srgbClr val="000000"/>
                    </a:solidFill>
                    <a:latin typeface="Arial"/>
                    <a:cs typeface="Arial"/>
                    <a:sym typeface="Arial"/>
                    <a:rtl val="0"/>
                  </a:rPr>
                  <a:t>3</a:t>
                </a:r>
              </a:p>
            </p:txBody>
          </p:sp>
          <p:sp>
            <p:nvSpPr>
              <p:cNvPr id="60" name="Freeform 59">
                <a:extLst>
                  <a:ext uri="{FF2B5EF4-FFF2-40B4-BE49-F238E27FC236}">
                    <a16:creationId xmlns:a16="http://schemas.microsoft.com/office/drawing/2014/main" id="{E48525B4-23BB-4C7B-D6A6-B887175B99D8}"/>
                  </a:ext>
                </a:extLst>
              </p:cNvPr>
              <p:cNvSpPr/>
              <p:nvPr/>
            </p:nvSpPr>
            <p:spPr>
              <a:xfrm>
                <a:off x="323850" y="121920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61" name="Freeform 60">
                <a:extLst>
                  <a:ext uri="{FF2B5EF4-FFF2-40B4-BE49-F238E27FC236}">
                    <a16:creationId xmlns:a16="http://schemas.microsoft.com/office/drawing/2014/main" id="{76D55D67-2305-C84F-4311-1E8DC41B4F51}"/>
                  </a:ext>
                </a:extLst>
              </p:cNvPr>
              <p:cNvSpPr/>
              <p:nvPr/>
            </p:nvSpPr>
            <p:spPr>
              <a:xfrm>
                <a:off x="323850" y="89966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62" name="Freeform 61">
                <a:extLst>
                  <a:ext uri="{FF2B5EF4-FFF2-40B4-BE49-F238E27FC236}">
                    <a16:creationId xmlns:a16="http://schemas.microsoft.com/office/drawing/2014/main" id="{4CE56E23-6604-2605-F311-529B7136740C}"/>
                  </a:ext>
                </a:extLst>
              </p:cNvPr>
              <p:cNvSpPr/>
              <p:nvPr/>
            </p:nvSpPr>
            <p:spPr>
              <a:xfrm>
                <a:off x="323850" y="58013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63" name="Freeform 62">
                <a:extLst>
                  <a:ext uri="{FF2B5EF4-FFF2-40B4-BE49-F238E27FC236}">
                    <a16:creationId xmlns:a16="http://schemas.microsoft.com/office/drawing/2014/main" id="{B3B9FAF5-ACF0-A8DE-1CFE-F8EB400C6C80}"/>
                  </a:ext>
                </a:extLst>
              </p:cNvPr>
              <p:cNvSpPr/>
              <p:nvPr/>
            </p:nvSpPr>
            <p:spPr>
              <a:xfrm>
                <a:off x="358647" y="1428750"/>
                <a:ext cx="1400556" cy="12700"/>
              </a:xfrm>
              <a:custGeom>
                <a:avLst/>
                <a:gdLst>
                  <a:gd name="csX0" fmla="*/ 0 w 1400556"/>
                  <a:gd name="csY0" fmla="*/ 0 h 12700"/>
                  <a:gd name="csX1" fmla="*/ 1400556 w 1400556"/>
                  <a:gd name="csY1" fmla="*/ 0 h 12700"/>
                </a:gdLst>
                <a:ahLst/>
                <a:cxnLst>
                  <a:cxn ang="0">
                    <a:pos x="csX0" y="csY0"/>
                  </a:cxn>
                  <a:cxn ang="0">
                    <a:pos x="csX1" y="csY1"/>
                  </a:cxn>
                </a:cxnLst>
                <a:rect l="l" t="t" r="r" b="b"/>
                <a:pathLst>
                  <a:path w="1400556" h="12700">
                    <a:moveTo>
                      <a:pt x="0" y="0"/>
                    </a:moveTo>
                    <a:lnTo>
                      <a:pt x="1400556" y="0"/>
                    </a:lnTo>
                  </a:path>
                </a:pathLst>
              </a:custGeom>
              <a:noFill/>
              <a:ln w="13589" cap="sq">
                <a:solidFill>
                  <a:srgbClr val="000000"/>
                </a:solidFill>
                <a:prstDash val="solid"/>
                <a:round/>
              </a:ln>
            </p:spPr>
            <p:txBody>
              <a:bodyPr/>
              <a:lstStyle/>
              <a:p>
                <a:pPr algn="ctr"/>
                <a:endParaRPr lang="en-US" sz="2646"/>
              </a:p>
            </p:txBody>
          </p:sp>
          <p:sp>
            <p:nvSpPr>
              <p:cNvPr id="64" name="Freeform 63">
                <a:extLst>
                  <a:ext uri="{FF2B5EF4-FFF2-40B4-BE49-F238E27FC236}">
                    <a16:creationId xmlns:a16="http://schemas.microsoft.com/office/drawing/2014/main" id="{1CFBF737-6C3D-DC5B-4C76-CD820F742822}"/>
                  </a:ext>
                </a:extLst>
              </p:cNvPr>
              <p:cNvSpPr/>
              <p:nvPr/>
            </p:nvSpPr>
            <p:spPr>
              <a:xfrm>
                <a:off x="520191"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5" name="Freeform 64">
                <a:extLst>
                  <a:ext uri="{FF2B5EF4-FFF2-40B4-BE49-F238E27FC236}">
                    <a16:creationId xmlns:a16="http://schemas.microsoft.com/office/drawing/2014/main" id="{8FA07B07-817D-B11B-EE45-0AF8B8498C36}"/>
                  </a:ext>
                </a:extLst>
              </p:cNvPr>
              <p:cNvSpPr/>
              <p:nvPr/>
            </p:nvSpPr>
            <p:spPr>
              <a:xfrm>
                <a:off x="789558"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6" name="Freeform 65">
                <a:extLst>
                  <a:ext uri="{FF2B5EF4-FFF2-40B4-BE49-F238E27FC236}">
                    <a16:creationId xmlns:a16="http://schemas.microsoft.com/office/drawing/2014/main" id="{B33441CE-46C9-AA39-E3AB-F31B8E0A0403}"/>
                  </a:ext>
                </a:extLst>
              </p:cNvPr>
              <p:cNvSpPr/>
              <p:nvPr/>
            </p:nvSpPr>
            <p:spPr>
              <a:xfrm>
                <a:off x="1058925"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7" name="Freeform 66">
                <a:extLst>
                  <a:ext uri="{FF2B5EF4-FFF2-40B4-BE49-F238E27FC236}">
                    <a16:creationId xmlns:a16="http://schemas.microsoft.com/office/drawing/2014/main" id="{1E940A21-864F-5679-0135-8668F94EAFDC}"/>
                  </a:ext>
                </a:extLst>
              </p:cNvPr>
              <p:cNvSpPr/>
              <p:nvPr/>
            </p:nvSpPr>
            <p:spPr>
              <a:xfrm>
                <a:off x="1328292"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8" name="Freeform 67">
                <a:extLst>
                  <a:ext uri="{FF2B5EF4-FFF2-40B4-BE49-F238E27FC236}">
                    <a16:creationId xmlns:a16="http://schemas.microsoft.com/office/drawing/2014/main" id="{44E79AFF-4572-6A8F-0838-6F622A37EAFC}"/>
                  </a:ext>
                </a:extLst>
              </p:cNvPr>
              <p:cNvSpPr/>
              <p:nvPr/>
            </p:nvSpPr>
            <p:spPr>
              <a:xfrm>
                <a:off x="1597660"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9" name="TextBox 68">
                <a:extLst>
                  <a:ext uri="{FF2B5EF4-FFF2-40B4-BE49-F238E27FC236}">
                    <a16:creationId xmlns:a16="http://schemas.microsoft.com/office/drawing/2014/main" id="{16175405-B8DB-EEF2-E800-5BF0D31610EF}"/>
                  </a:ext>
                </a:extLst>
              </p:cNvPr>
              <p:cNvSpPr txBox="1"/>
              <p:nvPr/>
            </p:nvSpPr>
            <p:spPr>
              <a:xfrm>
                <a:off x="369036" y="1424604"/>
                <a:ext cx="302311" cy="202278"/>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70" name="TextBox 69">
                <a:extLst>
                  <a:ext uri="{FF2B5EF4-FFF2-40B4-BE49-F238E27FC236}">
                    <a16:creationId xmlns:a16="http://schemas.microsoft.com/office/drawing/2014/main" id="{CB6115F1-6A55-C0E7-DB0D-6751EE4C14EF}"/>
                  </a:ext>
                </a:extLst>
              </p:cNvPr>
              <p:cNvSpPr txBox="1"/>
              <p:nvPr/>
            </p:nvSpPr>
            <p:spPr>
              <a:xfrm>
                <a:off x="674029" y="1424604"/>
                <a:ext cx="231060" cy="202278"/>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71" name="TextBox 70">
                <a:extLst>
                  <a:ext uri="{FF2B5EF4-FFF2-40B4-BE49-F238E27FC236}">
                    <a16:creationId xmlns:a16="http://schemas.microsoft.com/office/drawing/2014/main" id="{B6C0AEB5-EA6A-C1B3-AE41-E8871E99D807}"/>
                  </a:ext>
                </a:extLst>
              </p:cNvPr>
              <p:cNvSpPr txBox="1"/>
              <p:nvPr/>
            </p:nvSpPr>
            <p:spPr>
              <a:xfrm>
                <a:off x="907769" y="1424604"/>
                <a:ext cx="302311" cy="202278"/>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72" name="TextBox 71">
                <a:extLst>
                  <a:ext uri="{FF2B5EF4-FFF2-40B4-BE49-F238E27FC236}">
                    <a16:creationId xmlns:a16="http://schemas.microsoft.com/office/drawing/2014/main" id="{DBC284B2-CD86-8B15-3FE9-0D43A8A66A51}"/>
                  </a:ext>
                </a:extLst>
              </p:cNvPr>
              <p:cNvSpPr txBox="1"/>
              <p:nvPr/>
            </p:nvSpPr>
            <p:spPr>
              <a:xfrm>
                <a:off x="1144905" y="1424604"/>
                <a:ext cx="366777" cy="202278"/>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73" name="TextBox 72">
                <a:extLst>
                  <a:ext uri="{FF2B5EF4-FFF2-40B4-BE49-F238E27FC236}">
                    <a16:creationId xmlns:a16="http://schemas.microsoft.com/office/drawing/2014/main" id="{B97EA790-6F8B-8BD7-DC38-2C3CE18763E0}"/>
                  </a:ext>
                </a:extLst>
              </p:cNvPr>
              <p:cNvSpPr txBox="1"/>
              <p:nvPr/>
            </p:nvSpPr>
            <p:spPr>
              <a:xfrm>
                <a:off x="1460924" y="1424604"/>
                <a:ext cx="273470" cy="202278"/>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74" name="TextBox 73">
                <a:extLst>
                  <a:ext uri="{FF2B5EF4-FFF2-40B4-BE49-F238E27FC236}">
                    <a16:creationId xmlns:a16="http://schemas.microsoft.com/office/drawing/2014/main" id="{E2910897-B64B-F67B-4590-5D2748B0932E}"/>
                  </a:ext>
                </a:extLst>
              </p:cNvPr>
              <p:cNvSpPr txBox="1"/>
              <p:nvPr/>
            </p:nvSpPr>
            <p:spPr>
              <a:xfrm>
                <a:off x="770357" y="1557553"/>
                <a:ext cx="577138" cy="208443"/>
              </a:xfrm>
              <a:prstGeom prst="rect">
                <a:avLst/>
              </a:prstGeom>
              <a:noFill/>
            </p:spPr>
            <p:txBody>
              <a:bodyPr wrap="none" rtlCol="0">
                <a:spAutoFit/>
              </a:bodyPr>
              <a:lstStyle/>
              <a:p>
                <a:pPr algn="ctr"/>
                <a:r>
                  <a:rPr lang="en-US" sz="992">
                    <a:ln/>
                    <a:solidFill>
                      <a:srgbClr val="000000"/>
                    </a:solidFill>
                    <a:latin typeface="Arial"/>
                    <a:cs typeface="Arial"/>
                    <a:sym typeface="Arial"/>
                    <a:rtl val="0"/>
                  </a:rPr>
                  <a:t>Phase</a:t>
                </a:r>
              </a:p>
            </p:txBody>
          </p:sp>
          <p:sp>
            <p:nvSpPr>
              <p:cNvPr id="75" name="TextBox 74">
                <a:extLst>
                  <a:ext uri="{FF2B5EF4-FFF2-40B4-BE49-F238E27FC236}">
                    <a16:creationId xmlns:a16="http://schemas.microsoft.com/office/drawing/2014/main" id="{16247A06-472B-0B63-3FF9-2E0E5EDF4222}"/>
                  </a:ext>
                </a:extLst>
              </p:cNvPr>
              <p:cNvSpPr txBox="1"/>
              <p:nvPr/>
            </p:nvSpPr>
            <p:spPr>
              <a:xfrm rot="16200000">
                <a:off x="-225301" y="731925"/>
                <a:ext cx="693082"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Expression</a:t>
                </a:r>
              </a:p>
            </p:txBody>
          </p:sp>
          <p:sp>
            <p:nvSpPr>
              <p:cNvPr id="76" name="TextBox 75">
                <a:extLst>
                  <a:ext uri="{FF2B5EF4-FFF2-40B4-BE49-F238E27FC236}">
                    <a16:creationId xmlns:a16="http://schemas.microsoft.com/office/drawing/2014/main" id="{0AC3455D-95A1-0823-A3B2-EB7CCF3D6095}"/>
                  </a:ext>
                </a:extLst>
              </p:cNvPr>
              <p:cNvSpPr txBox="1"/>
              <p:nvPr/>
            </p:nvSpPr>
            <p:spPr>
              <a:xfrm>
                <a:off x="352254" y="71792"/>
                <a:ext cx="1343708" cy="214607"/>
              </a:xfrm>
              <a:prstGeom prst="rect">
                <a:avLst/>
              </a:prstGeom>
              <a:noFill/>
            </p:spPr>
            <p:txBody>
              <a:bodyPr wrap="square" rtlCol="0">
                <a:spAutoFit/>
              </a:bodyPr>
              <a:lstStyle/>
              <a:p>
                <a:pPr algn="ctr"/>
                <a:r>
                  <a:rPr lang="en-US" sz="1039" i="1">
                    <a:ln/>
                    <a:solidFill>
                      <a:srgbClr val="000000"/>
                    </a:solidFill>
                    <a:latin typeface="Arial"/>
                    <a:cs typeface="Arial"/>
                    <a:sym typeface="Arial"/>
                    <a:rtl val="0"/>
                  </a:rPr>
                  <a:t>cyp19a1b</a:t>
                </a:r>
              </a:p>
            </p:txBody>
          </p:sp>
        </p:grpSp>
      </p:grpSp>
      <p:sp>
        <p:nvSpPr>
          <p:cNvPr id="102" name="TextBox 101">
            <a:extLst>
              <a:ext uri="{FF2B5EF4-FFF2-40B4-BE49-F238E27FC236}">
                <a16:creationId xmlns:a16="http://schemas.microsoft.com/office/drawing/2014/main" id="{B7C2B691-D84F-F333-4DAB-DB470DFD01CC}"/>
              </a:ext>
            </a:extLst>
          </p:cNvPr>
          <p:cNvSpPr txBox="1"/>
          <p:nvPr/>
        </p:nvSpPr>
        <p:spPr>
          <a:xfrm>
            <a:off x="-6128" y="39930"/>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A</a:t>
            </a:r>
          </a:p>
        </p:txBody>
      </p:sp>
      <p:grpSp>
        <p:nvGrpSpPr>
          <p:cNvPr id="330" name="Group 329">
            <a:extLst>
              <a:ext uri="{FF2B5EF4-FFF2-40B4-BE49-F238E27FC236}">
                <a16:creationId xmlns:a16="http://schemas.microsoft.com/office/drawing/2014/main" id="{47C07693-5D42-400D-DABA-644C1EC4D346}"/>
              </a:ext>
            </a:extLst>
          </p:cNvPr>
          <p:cNvGrpSpPr/>
          <p:nvPr/>
        </p:nvGrpSpPr>
        <p:grpSpPr>
          <a:xfrm>
            <a:off x="1980081" y="3824043"/>
            <a:ext cx="4505806" cy="2543729"/>
            <a:chOff x="1134411" y="1692767"/>
            <a:chExt cx="4768516" cy="2692040"/>
          </a:xfrm>
        </p:grpSpPr>
        <p:grpSp>
          <p:nvGrpSpPr>
            <p:cNvPr id="331" name="Graphic 209">
              <a:extLst>
                <a:ext uri="{FF2B5EF4-FFF2-40B4-BE49-F238E27FC236}">
                  <a16:creationId xmlns:a16="http://schemas.microsoft.com/office/drawing/2014/main" id="{8925A084-AEF2-7E91-8D52-1AFCC09369C4}"/>
                </a:ext>
              </a:extLst>
            </p:cNvPr>
            <p:cNvGrpSpPr/>
            <p:nvPr/>
          </p:nvGrpSpPr>
          <p:grpSpPr>
            <a:xfrm>
              <a:off x="3346140" y="2005949"/>
              <a:ext cx="1678664" cy="1999488"/>
              <a:chOff x="3346140" y="2005949"/>
              <a:chExt cx="1678664" cy="1999488"/>
            </a:xfrm>
          </p:grpSpPr>
          <p:sp>
            <p:nvSpPr>
              <p:cNvPr id="387" name="Freeform 386">
                <a:extLst>
                  <a:ext uri="{FF2B5EF4-FFF2-40B4-BE49-F238E27FC236}">
                    <a16:creationId xmlns:a16="http://schemas.microsoft.com/office/drawing/2014/main" id="{E14A7C6D-075C-9659-4AAA-3D6AE71F2B82}"/>
                  </a:ext>
                </a:extLst>
              </p:cNvPr>
              <p:cNvSpPr/>
              <p:nvPr/>
            </p:nvSpPr>
            <p:spPr>
              <a:xfrm>
                <a:off x="3346140" y="2005949"/>
                <a:ext cx="1631695" cy="1999488"/>
              </a:xfrm>
              <a:custGeom>
                <a:avLst/>
                <a:gdLst>
                  <a:gd name="csX0" fmla="*/ 0 w 1631695"/>
                  <a:gd name="csY0" fmla="*/ 0 h 1999488"/>
                  <a:gd name="csX1" fmla="*/ 1631696 w 1631695"/>
                  <a:gd name="csY1" fmla="*/ 0 h 1999488"/>
                  <a:gd name="csX2" fmla="*/ 1631696 w 1631695"/>
                  <a:gd name="csY2" fmla="*/ 1999488 h 1999488"/>
                  <a:gd name="csX3" fmla="*/ 0 w 1631695"/>
                  <a:gd name="csY3" fmla="*/ 1999488 h 1999488"/>
                </a:gdLst>
                <a:ahLst/>
                <a:cxnLst>
                  <a:cxn ang="0">
                    <a:pos x="csX0" y="csY0"/>
                  </a:cxn>
                  <a:cxn ang="0">
                    <a:pos x="csX1" y="csY1"/>
                  </a:cxn>
                  <a:cxn ang="0">
                    <a:pos x="csX2" y="csY2"/>
                  </a:cxn>
                  <a:cxn ang="0">
                    <a:pos x="csX3" y="csY3"/>
                  </a:cxn>
                </a:cxnLst>
                <a:rect l="l" t="t" r="r" b="b"/>
                <a:pathLst>
                  <a:path w="1631695" h="1999488">
                    <a:moveTo>
                      <a:pt x="0" y="0"/>
                    </a:moveTo>
                    <a:lnTo>
                      <a:pt x="1631696" y="0"/>
                    </a:lnTo>
                    <a:lnTo>
                      <a:pt x="1631696" y="1999488"/>
                    </a:lnTo>
                    <a:lnTo>
                      <a:pt x="0" y="1999488"/>
                    </a:lnTo>
                    <a:close/>
                  </a:path>
                </a:pathLst>
              </a:custGeom>
              <a:solidFill>
                <a:srgbClr val="FFFFFF"/>
              </a:solidFill>
              <a:ln w="13589" cap="rnd">
                <a:noFill/>
                <a:prstDash val="solid"/>
                <a:round/>
              </a:ln>
            </p:spPr>
            <p:txBody>
              <a:bodyPr/>
              <a:lstStyle/>
              <a:p>
                <a:pPr algn="ctr"/>
                <a:endParaRPr lang="en-US" sz="1512"/>
              </a:p>
            </p:txBody>
          </p:sp>
          <p:sp>
            <p:nvSpPr>
              <p:cNvPr id="388" name="Freeform 387">
                <a:extLst>
                  <a:ext uri="{FF2B5EF4-FFF2-40B4-BE49-F238E27FC236}">
                    <a16:creationId xmlns:a16="http://schemas.microsoft.com/office/drawing/2014/main" id="{D3C156E1-DB9A-D48E-47C3-DD65DD977DE1}"/>
                  </a:ext>
                </a:extLst>
              </p:cNvPr>
              <p:cNvSpPr/>
              <p:nvPr/>
            </p:nvSpPr>
            <p:spPr>
              <a:xfrm>
                <a:off x="3555944"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512"/>
              </a:p>
            </p:txBody>
          </p:sp>
          <p:sp>
            <p:nvSpPr>
              <p:cNvPr id="389" name="Freeform 388">
                <a:extLst>
                  <a:ext uri="{FF2B5EF4-FFF2-40B4-BE49-F238E27FC236}">
                    <a16:creationId xmlns:a16="http://schemas.microsoft.com/office/drawing/2014/main" id="{05EFF95D-9210-DE12-EBEB-2A5E7E6FCBD5}"/>
                  </a:ext>
                </a:extLst>
              </p:cNvPr>
              <p:cNvSpPr/>
              <p:nvPr/>
            </p:nvSpPr>
            <p:spPr>
              <a:xfrm>
                <a:off x="3928943"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512"/>
              </a:p>
            </p:txBody>
          </p:sp>
          <p:sp>
            <p:nvSpPr>
              <p:cNvPr id="390" name="Freeform 389">
                <a:extLst>
                  <a:ext uri="{FF2B5EF4-FFF2-40B4-BE49-F238E27FC236}">
                    <a16:creationId xmlns:a16="http://schemas.microsoft.com/office/drawing/2014/main" id="{844ABD6A-FECA-319D-3A3D-CCEEAF85D157}"/>
                  </a:ext>
                </a:extLst>
              </p:cNvPr>
              <p:cNvSpPr/>
              <p:nvPr/>
            </p:nvSpPr>
            <p:spPr>
              <a:xfrm>
                <a:off x="4301941"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512"/>
              </a:p>
            </p:txBody>
          </p:sp>
          <p:sp>
            <p:nvSpPr>
              <p:cNvPr id="391" name="Freeform 390">
                <a:extLst>
                  <a:ext uri="{FF2B5EF4-FFF2-40B4-BE49-F238E27FC236}">
                    <a16:creationId xmlns:a16="http://schemas.microsoft.com/office/drawing/2014/main" id="{AA2554FF-E847-5066-8C4E-1B8E4D7917B4}"/>
                  </a:ext>
                </a:extLst>
              </p:cNvPr>
              <p:cNvSpPr/>
              <p:nvPr/>
            </p:nvSpPr>
            <p:spPr>
              <a:xfrm>
                <a:off x="4674813"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512"/>
              </a:p>
            </p:txBody>
          </p:sp>
          <p:sp>
            <p:nvSpPr>
              <p:cNvPr id="392" name="Freeform 391">
                <a:extLst>
                  <a:ext uri="{FF2B5EF4-FFF2-40B4-BE49-F238E27FC236}">
                    <a16:creationId xmlns:a16="http://schemas.microsoft.com/office/drawing/2014/main" id="{B2A3793D-6F30-A07F-66B2-418E2A2A0FF4}"/>
                  </a:ext>
                </a:extLst>
              </p:cNvPr>
              <p:cNvSpPr/>
              <p:nvPr/>
            </p:nvSpPr>
            <p:spPr>
              <a:xfrm>
                <a:off x="3346140" y="3887708"/>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393" name="Freeform 392">
                <a:extLst>
                  <a:ext uri="{FF2B5EF4-FFF2-40B4-BE49-F238E27FC236}">
                    <a16:creationId xmlns:a16="http://schemas.microsoft.com/office/drawing/2014/main" id="{D17B4771-A1D1-1FE3-85C0-F58AA9EDA5AA}"/>
                  </a:ext>
                </a:extLst>
              </p:cNvPr>
              <p:cNvSpPr/>
              <p:nvPr/>
            </p:nvSpPr>
            <p:spPr>
              <a:xfrm>
                <a:off x="3346140" y="3691746"/>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394" name="Freeform 393">
                <a:extLst>
                  <a:ext uri="{FF2B5EF4-FFF2-40B4-BE49-F238E27FC236}">
                    <a16:creationId xmlns:a16="http://schemas.microsoft.com/office/drawing/2014/main" id="{FF21ED05-8966-34B3-9193-25C04834268C}"/>
                  </a:ext>
                </a:extLst>
              </p:cNvPr>
              <p:cNvSpPr/>
              <p:nvPr/>
            </p:nvSpPr>
            <p:spPr>
              <a:xfrm>
                <a:off x="3346140" y="3495658"/>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395" name="Freeform 394">
                <a:extLst>
                  <a:ext uri="{FF2B5EF4-FFF2-40B4-BE49-F238E27FC236}">
                    <a16:creationId xmlns:a16="http://schemas.microsoft.com/office/drawing/2014/main" id="{6A4FBE42-B0B7-F5A9-4455-E97E8FF033CE}"/>
                  </a:ext>
                </a:extLst>
              </p:cNvPr>
              <p:cNvSpPr/>
              <p:nvPr/>
            </p:nvSpPr>
            <p:spPr>
              <a:xfrm>
                <a:off x="3346140" y="3299698"/>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396" name="Freeform 395">
                <a:extLst>
                  <a:ext uri="{FF2B5EF4-FFF2-40B4-BE49-F238E27FC236}">
                    <a16:creationId xmlns:a16="http://schemas.microsoft.com/office/drawing/2014/main" id="{FE812BC0-9D49-9EC3-6541-750C31C40FB1}"/>
                  </a:ext>
                </a:extLst>
              </p:cNvPr>
              <p:cNvSpPr/>
              <p:nvPr/>
            </p:nvSpPr>
            <p:spPr>
              <a:xfrm>
                <a:off x="3346140" y="3103610"/>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397" name="Freeform 396">
                <a:extLst>
                  <a:ext uri="{FF2B5EF4-FFF2-40B4-BE49-F238E27FC236}">
                    <a16:creationId xmlns:a16="http://schemas.microsoft.com/office/drawing/2014/main" id="{CDD864E7-2D12-038B-EAE6-2E719F8D8548}"/>
                  </a:ext>
                </a:extLst>
              </p:cNvPr>
              <p:cNvSpPr/>
              <p:nvPr/>
            </p:nvSpPr>
            <p:spPr>
              <a:xfrm>
                <a:off x="3346140" y="2907649"/>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398" name="Freeform 397">
                <a:extLst>
                  <a:ext uri="{FF2B5EF4-FFF2-40B4-BE49-F238E27FC236}">
                    <a16:creationId xmlns:a16="http://schemas.microsoft.com/office/drawing/2014/main" id="{4D98670B-8087-D2B6-117D-B3A068AD972A}"/>
                  </a:ext>
                </a:extLst>
              </p:cNvPr>
              <p:cNvSpPr/>
              <p:nvPr/>
            </p:nvSpPr>
            <p:spPr>
              <a:xfrm>
                <a:off x="3346140" y="2711560"/>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399" name="Freeform 398">
                <a:extLst>
                  <a:ext uri="{FF2B5EF4-FFF2-40B4-BE49-F238E27FC236}">
                    <a16:creationId xmlns:a16="http://schemas.microsoft.com/office/drawing/2014/main" id="{3E2E7032-576D-A8FB-FE1B-9058CB0D2795}"/>
                  </a:ext>
                </a:extLst>
              </p:cNvPr>
              <p:cNvSpPr/>
              <p:nvPr/>
            </p:nvSpPr>
            <p:spPr>
              <a:xfrm>
                <a:off x="3346140" y="2515600"/>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400" name="Freeform 399">
                <a:extLst>
                  <a:ext uri="{FF2B5EF4-FFF2-40B4-BE49-F238E27FC236}">
                    <a16:creationId xmlns:a16="http://schemas.microsoft.com/office/drawing/2014/main" id="{5E7CFD79-B31A-4F0D-67FD-FF028C68C2CC}"/>
                  </a:ext>
                </a:extLst>
              </p:cNvPr>
              <p:cNvSpPr/>
              <p:nvPr/>
            </p:nvSpPr>
            <p:spPr>
              <a:xfrm>
                <a:off x="3346140" y="2319511"/>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401" name="Freeform 400">
                <a:extLst>
                  <a:ext uri="{FF2B5EF4-FFF2-40B4-BE49-F238E27FC236}">
                    <a16:creationId xmlns:a16="http://schemas.microsoft.com/office/drawing/2014/main" id="{A572AA9F-96B9-57FA-4B8A-04C7956580DE}"/>
                  </a:ext>
                </a:extLst>
              </p:cNvPr>
              <p:cNvSpPr/>
              <p:nvPr/>
            </p:nvSpPr>
            <p:spPr>
              <a:xfrm>
                <a:off x="3346140" y="2123550"/>
                <a:ext cx="1631696" cy="12700"/>
              </a:xfrm>
              <a:custGeom>
                <a:avLst/>
                <a:gdLst>
                  <a:gd name="csX0" fmla="*/ 0 w 1631696"/>
                  <a:gd name="csY0" fmla="*/ 0 h 12700"/>
                  <a:gd name="csX1" fmla="*/ 1631696 w 1631696"/>
                  <a:gd name="csY1" fmla="*/ 0 h 12700"/>
                </a:gdLst>
                <a:ahLst/>
                <a:cxnLst>
                  <a:cxn ang="0">
                    <a:pos x="csX0" y="csY0"/>
                  </a:cxn>
                  <a:cxn ang="0">
                    <a:pos x="csX1" y="csY1"/>
                  </a:cxn>
                </a:cxnLst>
                <a:rect l="l" t="t" r="r" b="b"/>
                <a:pathLst>
                  <a:path w="1631696" h="12700">
                    <a:moveTo>
                      <a:pt x="0" y="0"/>
                    </a:moveTo>
                    <a:lnTo>
                      <a:pt x="1631696" y="0"/>
                    </a:lnTo>
                  </a:path>
                </a:pathLst>
              </a:custGeom>
              <a:noFill/>
              <a:ln w="13589" cap="flat">
                <a:solidFill>
                  <a:srgbClr val="EBEBEB"/>
                </a:solidFill>
                <a:prstDash val="solid"/>
                <a:round/>
              </a:ln>
            </p:spPr>
            <p:txBody>
              <a:bodyPr/>
              <a:lstStyle/>
              <a:p>
                <a:pPr algn="ctr"/>
                <a:endParaRPr lang="en-US" sz="1512"/>
              </a:p>
            </p:txBody>
          </p:sp>
          <p:sp>
            <p:nvSpPr>
              <p:cNvPr id="402" name="Freeform 401">
                <a:extLst>
                  <a:ext uri="{FF2B5EF4-FFF2-40B4-BE49-F238E27FC236}">
                    <a16:creationId xmlns:a16="http://schemas.microsoft.com/office/drawing/2014/main" id="{3E48BC09-8FCA-A291-73E5-A906759C6426}"/>
                  </a:ext>
                </a:extLst>
              </p:cNvPr>
              <p:cNvSpPr/>
              <p:nvPr/>
            </p:nvSpPr>
            <p:spPr>
              <a:xfrm>
                <a:off x="3369507"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512"/>
              </a:p>
            </p:txBody>
          </p:sp>
          <p:sp>
            <p:nvSpPr>
              <p:cNvPr id="403" name="Freeform 402">
                <a:extLst>
                  <a:ext uri="{FF2B5EF4-FFF2-40B4-BE49-F238E27FC236}">
                    <a16:creationId xmlns:a16="http://schemas.microsoft.com/office/drawing/2014/main" id="{A788B48B-ABC2-81B9-DAB1-2B5725ACD146}"/>
                  </a:ext>
                </a:extLst>
              </p:cNvPr>
              <p:cNvSpPr/>
              <p:nvPr/>
            </p:nvSpPr>
            <p:spPr>
              <a:xfrm>
                <a:off x="3742506"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512"/>
              </a:p>
            </p:txBody>
          </p:sp>
          <p:sp>
            <p:nvSpPr>
              <p:cNvPr id="404" name="Freeform 403">
                <a:extLst>
                  <a:ext uri="{FF2B5EF4-FFF2-40B4-BE49-F238E27FC236}">
                    <a16:creationId xmlns:a16="http://schemas.microsoft.com/office/drawing/2014/main" id="{98454B71-6FFA-B4CC-96F2-A8E131CCFB85}"/>
                  </a:ext>
                </a:extLst>
              </p:cNvPr>
              <p:cNvSpPr/>
              <p:nvPr/>
            </p:nvSpPr>
            <p:spPr>
              <a:xfrm>
                <a:off x="4115378"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512"/>
              </a:p>
            </p:txBody>
          </p:sp>
          <p:sp>
            <p:nvSpPr>
              <p:cNvPr id="405" name="Freeform 404">
                <a:extLst>
                  <a:ext uri="{FF2B5EF4-FFF2-40B4-BE49-F238E27FC236}">
                    <a16:creationId xmlns:a16="http://schemas.microsoft.com/office/drawing/2014/main" id="{928B95A1-E53E-6B17-674F-BED93C4A90BC}"/>
                  </a:ext>
                </a:extLst>
              </p:cNvPr>
              <p:cNvSpPr/>
              <p:nvPr/>
            </p:nvSpPr>
            <p:spPr>
              <a:xfrm>
                <a:off x="4488378"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512"/>
              </a:p>
            </p:txBody>
          </p:sp>
          <p:sp>
            <p:nvSpPr>
              <p:cNvPr id="406" name="Freeform 405">
                <a:extLst>
                  <a:ext uri="{FF2B5EF4-FFF2-40B4-BE49-F238E27FC236}">
                    <a16:creationId xmlns:a16="http://schemas.microsoft.com/office/drawing/2014/main" id="{F49EA3B7-B78C-0ED7-94FF-FA176D9DF1D4}"/>
                  </a:ext>
                </a:extLst>
              </p:cNvPr>
              <p:cNvSpPr/>
              <p:nvPr/>
            </p:nvSpPr>
            <p:spPr>
              <a:xfrm>
                <a:off x="4861376" y="2005949"/>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512"/>
              </a:p>
            </p:txBody>
          </p:sp>
          <p:sp>
            <p:nvSpPr>
              <p:cNvPr id="407" name="Freeform 406">
                <a:extLst>
                  <a:ext uri="{FF2B5EF4-FFF2-40B4-BE49-F238E27FC236}">
                    <a16:creationId xmlns:a16="http://schemas.microsoft.com/office/drawing/2014/main" id="{9A0D5AF7-992C-4937-1422-077F34A5A4B2}"/>
                  </a:ext>
                </a:extLst>
              </p:cNvPr>
              <p:cNvSpPr/>
              <p:nvPr/>
            </p:nvSpPr>
            <p:spPr>
              <a:xfrm>
                <a:off x="4790765" y="2021010"/>
                <a:ext cx="215443" cy="215444"/>
              </a:xfrm>
              <a:custGeom>
                <a:avLst/>
                <a:gdLst>
                  <a:gd name="csX0" fmla="*/ 225806 w 225805"/>
                  <a:gd name="csY0" fmla="*/ 112903 h 225806"/>
                  <a:gd name="csX1" fmla="*/ 112903 w 225805"/>
                  <a:gd name="csY1" fmla="*/ 225806 h 225806"/>
                  <a:gd name="csX2" fmla="*/ 0 w 225805"/>
                  <a:gd name="csY2" fmla="*/ 112903 h 225806"/>
                  <a:gd name="csX3" fmla="*/ 112903 w 225805"/>
                  <a:gd name="csY3" fmla="*/ 0 h 225806"/>
                  <a:gd name="csX4" fmla="*/ 225806 w 225805"/>
                  <a:gd name="csY4" fmla="*/ 112903 h 225806"/>
                </a:gdLst>
                <a:ahLst/>
                <a:cxnLst>
                  <a:cxn ang="0">
                    <a:pos x="csX0" y="csY0"/>
                  </a:cxn>
                  <a:cxn ang="0">
                    <a:pos x="csX1" y="csY1"/>
                  </a:cxn>
                  <a:cxn ang="0">
                    <a:pos x="csX2" y="csY2"/>
                  </a:cxn>
                  <a:cxn ang="0">
                    <a:pos x="csX3" y="csY3"/>
                  </a:cxn>
                  <a:cxn ang="0">
                    <a:pos x="csX4" y="csY4"/>
                  </a:cxn>
                </a:cxnLst>
                <a:rect l="l" t="t" r="r" b="b"/>
                <a:pathLst>
                  <a:path w="225805" h="225806">
                    <a:moveTo>
                      <a:pt x="225806" y="112903"/>
                    </a:moveTo>
                    <a:cubicBezTo>
                      <a:pt x="225806" y="175258"/>
                      <a:pt x="175258" y="225806"/>
                      <a:pt x="112903" y="225806"/>
                    </a:cubicBezTo>
                    <a:cubicBezTo>
                      <a:pt x="50548" y="225806"/>
                      <a:pt x="0" y="175258"/>
                      <a:pt x="0" y="112903"/>
                    </a:cubicBezTo>
                    <a:cubicBezTo>
                      <a:pt x="0" y="50548"/>
                      <a:pt x="50548" y="0"/>
                      <a:pt x="112903" y="0"/>
                    </a:cubicBezTo>
                    <a:cubicBezTo>
                      <a:pt x="175258" y="0"/>
                      <a:pt x="225806" y="50548"/>
                      <a:pt x="225806" y="112903"/>
                    </a:cubicBezTo>
                    <a:close/>
                  </a:path>
                </a:pathLst>
              </a:custGeom>
              <a:solidFill>
                <a:srgbClr val="E06663"/>
              </a:solidFill>
              <a:ln w="9017" cap="rnd">
                <a:solidFill>
                  <a:srgbClr val="000000"/>
                </a:solidFill>
                <a:prstDash val="solid"/>
                <a:round/>
              </a:ln>
            </p:spPr>
            <p:txBody>
              <a:bodyPr/>
              <a:lstStyle/>
              <a:p>
                <a:pPr algn="ctr"/>
                <a:endParaRPr lang="en-US" sz="1512"/>
              </a:p>
            </p:txBody>
          </p:sp>
          <p:sp>
            <p:nvSpPr>
              <p:cNvPr id="408" name="Freeform 407">
                <a:extLst>
                  <a:ext uri="{FF2B5EF4-FFF2-40B4-BE49-F238E27FC236}">
                    <a16:creationId xmlns:a16="http://schemas.microsoft.com/office/drawing/2014/main" id="{3D8B128F-EA1E-2066-54EC-67293542F7E4}"/>
                  </a:ext>
                </a:extLst>
              </p:cNvPr>
              <p:cNvSpPr/>
              <p:nvPr/>
            </p:nvSpPr>
            <p:spPr>
              <a:xfrm>
                <a:off x="4584009" y="2211689"/>
                <a:ext cx="215646" cy="215646"/>
              </a:xfrm>
              <a:custGeom>
                <a:avLst/>
                <a:gdLst>
                  <a:gd name="csX0" fmla="*/ 215646 w 215646"/>
                  <a:gd name="csY0" fmla="*/ 107823 h 215646"/>
                  <a:gd name="csX1" fmla="*/ 107823 w 215646"/>
                  <a:gd name="csY1" fmla="*/ 215646 h 215646"/>
                  <a:gd name="csX2" fmla="*/ 0 w 215646"/>
                  <a:gd name="csY2" fmla="*/ 107823 h 215646"/>
                  <a:gd name="csX3" fmla="*/ 107823 w 215646"/>
                  <a:gd name="csY3" fmla="*/ 0 h 215646"/>
                  <a:gd name="csX4" fmla="*/ 215646 w 215646"/>
                  <a:gd name="csY4" fmla="*/ 107823 h 215646"/>
                </a:gdLst>
                <a:ahLst/>
                <a:cxnLst>
                  <a:cxn ang="0">
                    <a:pos x="csX0" y="csY0"/>
                  </a:cxn>
                  <a:cxn ang="0">
                    <a:pos x="csX1" y="csY1"/>
                  </a:cxn>
                  <a:cxn ang="0">
                    <a:pos x="csX2" y="csY2"/>
                  </a:cxn>
                  <a:cxn ang="0">
                    <a:pos x="csX3" y="csY3"/>
                  </a:cxn>
                  <a:cxn ang="0">
                    <a:pos x="csX4" y="csY4"/>
                  </a:cxn>
                </a:cxnLst>
                <a:rect l="l" t="t" r="r" b="b"/>
                <a:pathLst>
                  <a:path w="215646" h="215646">
                    <a:moveTo>
                      <a:pt x="215646" y="107823"/>
                    </a:moveTo>
                    <a:cubicBezTo>
                      <a:pt x="215646" y="167372"/>
                      <a:pt x="167372" y="215646"/>
                      <a:pt x="107823" y="215646"/>
                    </a:cubicBezTo>
                    <a:cubicBezTo>
                      <a:pt x="48274" y="215646"/>
                      <a:pt x="0" y="167372"/>
                      <a:pt x="0" y="107823"/>
                    </a:cubicBezTo>
                    <a:cubicBezTo>
                      <a:pt x="0" y="48274"/>
                      <a:pt x="48274" y="0"/>
                      <a:pt x="107823" y="0"/>
                    </a:cubicBezTo>
                    <a:cubicBezTo>
                      <a:pt x="167372" y="0"/>
                      <a:pt x="215646" y="48274"/>
                      <a:pt x="215646" y="107823"/>
                    </a:cubicBezTo>
                    <a:close/>
                  </a:path>
                </a:pathLst>
              </a:custGeom>
              <a:solidFill>
                <a:srgbClr val="E06663"/>
              </a:solidFill>
              <a:ln w="9017" cap="rnd">
                <a:solidFill>
                  <a:srgbClr val="000000"/>
                </a:solidFill>
                <a:prstDash val="solid"/>
                <a:round/>
              </a:ln>
            </p:spPr>
            <p:txBody>
              <a:bodyPr/>
              <a:lstStyle/>
              <a:p>
                <a:pPr algn="ctr"/>
                <a:endParaRPr lang="en-US" sz="1512"/>
              </a:p>
            </p:txBody>
          </p:sp>
          <p:sp>
            <p:nvSpPr>
              <p:cNvPr id="409" name="Freeform 408">
                <a:extLst>
                  <a:ext uri="{FF2B5EF4-FFF2-40B4-BE49-F238E27FC236}">
                    <a16:creationId xmlns:a16="http://schemas.microsoft.com/office/drawing/2014/main" id="{BA839110-C0A2-A2E1-E910-952AA447E92C}"/>
                  </a:ext>
                </a:extLst>
              </p:cNvPr>
              <p:cNvSpPr/>
              <p:nvPr/>
            </p:nvSpPr>
            <p:spPr>
              <a:xfrm>
                <a:off x="3966535" y="2622026"/>
                <a:ext cx="179070" cy="179069"/>
              </a:xfrm>
              <a:custGeom>
                <a:avLst/>
                <a:gdLst>
                  <a:gd name="csX0" fmla="*/ 179070 w 179070"/>
                  <a:gd name="csY0" fmla="*/ 89535 h 179069"/>
                  <a:gd name="csX1" fmla="*/ 89535 w 179070"/>
                  <a:gd name="csY1" fmla="*/ 179070 h 179069"/>
                  <a:gd name="csX2" fmla="*/ 0 w 179070"/>
                  <a:gd name="csY2" fmla="*/ 89535 h 179069"/>
                  <a:gd name="csX3" fmla="*/ 89535 w 179070"/>
                  <a:gd name="csY3" fmla="*/ 0 h 179069"/>
                  <a:gd name="csX4" fmla="*/ 179070 w 179070"/>
                  <a:gd name="csY4" fmla="*/ 89535 h 179069"/>
                </a:gdLst>
                <a:ahLst/>
                <a:cxnLst>
                  <a:cxn ang="0">
                    <a:pos x="csX0" y="csY0"/>
                  </a:cxn>
                  <a:cxn ang="0">
                    <a:pos x="csX1" y="csY1"/>
                  </a:cxn>
                  <a:cxn ang="0">
                    <a:pos x="csX2" y="csY2"/>
                  </a:cxn>
                  <a:cxn ang="0">
                    <a:pos x="csX3" y="csY3"/>
                  </a:cxn>
                  <a:cxn ang="0">
                    <a:pos x="csX4" y="csY4"/>
                  </a:cxn>
                </a:cxnLst>
                <a:rect l="l" t="t" r="r" b="b"/>
                <a:pathLst>
                  <a:path w="179070" h="179069">
                    <a:moveTo>
                      <a:pt x="179070" y="89535"/>
                    </a:moveTo>
                    <a:cubicBezTo>
                      <a:pt x="179070" y="138984"/>
                      <a:pt x="138984" y="179070"/>
                      <a:pt x="89535" y="179070"/>
                    </a:cubicBezTo>
                    <a:cubicBezTo>
                      <a:pt x="40086" y="179070"/>
                      <a:pt x="0" y="138984"/>
                      <a:pt x="0" y="89535"/>
                    </a:cubicBezTo>
                    <a:cubicBezTo>
                      <a:pt x="0" y="40086"/>
                      <a:pt x="40086" y="0"/>
                      <a:pt x="89535" y="0"/>
                    </a:cubicBezTo>
                    <a:cubicBezTo>
                      <a:pt x="138984" y="0"/>
                      <a:pt x="179070" y="40086"/>
                      <a:pt x="179070" y="89535"/>
                    </a:cubicBezTo>
                    <a:close/>
                  </a:path>
                </a:pathLst>
              </a:custGeom>
              <a:solidFill>
                <a:srgbClr val="E06663"/>
              </a:solidFill>
              <a:ln w="9017" cap="rnd">
                <a:solidFill>
                  <a:srgbClr val="000000"/>
                </a:solidFill>
                <a:prstDash val="solid"/>
                <a:round/>
              </a:ln>
            </p:spPr>
            <p:txBody>
              <a:bodyPr/>
              <a:lstStyle/>
              <a:p>
                <a:pPr algn="ctr"/>
                <a:endParaRPr lang="en-US" sz="1512"/>
              </a:p>
            </p:txBody>
          </p:sp>
          <p:sp>
            <p:nvSpPr>
              <p:cNvPr id="410" name="Freeform 409">
                <a:extLst>
                  <a:ext uri="{FF2B5EF4-FFF2-40B4-BE49-F238E27FC236}">
                    <a16:creationId xmlns:a16="http://schemas.microsoft.com/office/drawing/2014/main" id="{C7D8E8B6-4BD8-A069-1D8D-7F1A74B9C45C}"/>
                  </a:ext>
                </a:extLst>
              </p:cNvPr>
              <p:cNvSpPr/>
              <p:nvPr/>
            </p:nvSpPr>
            <p:spPr>
              <a:xfrm>
                <a:off x="4480631" y="2410444"/>
                <a:ext cx="210312" cy="210312"/>
              </a:xfrm>
              <a:custGeom>
                <a:avLst/>
                <a:gdLst>
                  <a:gd name="csX0" fmla="*/ 210312 w 210312"/>
                  <a:gd name="csY0" fmla="*/ 105156 h 210312"/>
                  <a:gd name="csX1" fmla="*/ 105156 w 210312"/>
                  <a:gd name="csY1" fmla="*/ 210312 h 210312"/>
                  <a:gd name="csX2" fmla="*/ 0 w 210312"/>
                  <a:gd name="csY2" fmla="*/ 105156 h 210312"/>
                  <a:gd name="csX3" fmla="*/ 105156 w 210312"/>
                  <a:gd name="csY3" fmla="*/ 0 h 210312"/>
                  <a:gd name="csX4" fmla="*/ 210312 w 210312"/>
                  <a:gd name="csY4" fmla="*/ 105156 h 210312"/>
                </a:gdLst>
                <a:ahLst/>
                <a:cxnLst>
                  <a:cxn ang="0">
                    <a:pos x="csX0" y="csY0"/>
                  </a:cxn>
                  <a:cxn ang="0">
                    <a:pos x="csX1" y="csY1"/>
                  </a:cxn>
                  <a:cxn ang="0">
                    <a:pos x="csX2" y="csY2"/>
                  </a:cxn>
                  <a:cxn ang="0">
                    <a:pos x="csX3" y="csY3"/>
                  </a:cxn>
                  <a:cxn ang="0">
                    <a:pos x="csX4" y="csY4"/>
                  </a:cxn>
                </a:cxnLst>
                <a:rect l="l" t="t" r="r" b="b"/>
                <a:pathLst>
                  <a:path w="210312" h="210312">
                    <a:moveTo>
                      <a:pt x="210312" y="105156"/>
                    </a:moveTo>
                    <a:cubicBezTo>
                      <a:pt x="210312" y="163232"/>
                      <a:pt x="163232" y="210312"/>
                      <a:pt x="105156" y="210312"/>
                    </a:cubicBezTo>
                    <a:cubicBezTo>
                      <a:pt x="47080" y="210312"/>
                      <a:pt x="0" y="163232"/>
                      <a:pt x="0" y="105156"/>
                    </a:cubicBezTo>
                    <a:cubicBezTo>
                      <a:pt x="0" y="47080"/>
                      <a:pt x="47080" y="0"/>
                      <a:pt x="105156" y="0"/>
                    </a:cubicBezTo>
                    <a:cubicBezTo>
                      <a:pt x="163232" y="0"/>
                      <a:pt x="210312" y="47080"/>
                      <a:pt x="210312" y="105156"/>
                    </a:cubicBezTo>
                    <a:close/>
                  </a:path>
                </a:pathLst>
              </a:custGeom>
              <a:solidFill>
                <a:srgbClr val="DD6765"/>
              </a:solidFill>
              <a:ln w="9017" cap="rnd">
                <a:solidFill>
                  <a:srgbClr val="000000"/>
                </a:solidFill>
                <a:prstDash val="solid"/>
                <a:round/>
              </a:ln>
            </p:spPr>
            <p:txBody>
              <a:bodyPr/>
              <a:lstStyle/>
              <a:p>
                <a:pPr algn="ctr"/>
                <a:endParaRPr lang="en-US" sz="1512"/>
              </a:p>
            </p:txBody>
          </p:sp>
          <p:sp>
            <p:nvSpPr>
              <p:cNvPr id="411" name="Freeform 410">
                <a:extLst>
                  <a:ext uri="{FF2B5EF4-FFF2-40B4-BE49-F238E27FC236}">
                    <a16:creationId xmlns:a16="http://schemas.microsoft.com/office/drawing/2014/main" id="{A3169114-32B2-8BA5-6714-869AC0157C5D}"/>
                  </a:ext>
                </a:extLst>
              </p:cNvPr>
              <p:cNvSpPr/>
              <p:nvPr/>
            </p:nvSpPr>
            <p:spPr>
              <a:xfrm>
                <a:off x="3864554" y="3214100"/>
                <a:ext cx="171196" cy="171195"/>
              </a:xfrm>
              <a:custGeom>
                <a:avLst/>
                <a:gdLst>
                  <a:gd name="csX0" fmla="*/ 171196 w 171196"/>
                  <a:gd name="csY0" fmla="*/ 85598 h 171195"/>
                  <a:gd name="csX1" fmla="*/ 85598 w 171196"/>
                  <a:gd name="csY1" fmla="*/ 171196 h 171195"/>
                  <a:gd name="csX2" fmla="*/ 0 w 171196"/>
                  <a:gd name="csY2" fmla="*/ 85598 h 171195"/>
                  <a:gd name="csX3" fmla="*/ 85598 w 171196"/>
                  <a:gd name="csY3" fmla="*/ 0 h 171195"/>
                  <a:gd name="csX4" fmla="*/ 171196 w 171196"/>
                  <a:gd name="csY4" fmla="*/ 85598 h 171195"/>
                </a:gdLst>
                <a:ahLst/>
                <a:cxnLst>
                  <a:cxn ang="0">
                    <a:pos x="csX0" y="csY0"/>
                  </a:cxn>
                  <a:cxn ang="0">
                    <a:pos x="csX1" y="csY1"/>
                  </a:cxn>
                  <a:cxn ang="0">
                    <a:pos x="csX2" y="csY2"/>
                  </a:cxn>
                  <a:cxn ang="0">
                    <a:pos x="csX3" y="csY3"/>
                  </a:cxn>
                  <a:cxn ang="0">
                    <a:pos x="csX4" y="csY4"/>
                  </a:cxn>
                </a:cxnLst>
                <a:rect l="l" t="t" r="r" b="b"/>
                <a:pathLst>
                  <a:path w="171196" h="171195">
                    <a:moveTo>
                      <a:pt x="171196" y="85598"/>
                    </a:moveTo>
                    <a:cubicBezTo>
                      <a:pt x="171196" y="132872"/>
                      <a:pt x="132873" y="171196"/>
                      <a:pt x="85598" y="171196"/>
                    </a:cubicBezTo>
                    <a:cubicBezTo>
                      <a:pt x="38324" y="171196"/>
                      <a:pt x="0" y="132873"/>
                      <a:pt x="0" y="85598"/>
                    </a:cubicBezTo>
                    <a:cubicBezTo>
                      <a:pt x="0" y="38324"/>
                      <a:pt x="38323" y="0"/>
                      <a:pt x="85598" y="0"/>
                    </a:cubicBezTo>
                    <a:cubicBezTo>
                      <a:pt x="132872" y="0"/>
                      <a:pt x="171196" y="38324"/>
                      <a:pt x="171196" y="85598"/>
                    </a:cubicBezTo>
                    <a:close/>
                  </a:path>
                </a:pathLst>
              </a:custGeom>
              <a:solidFill>
                <a:srgbClr val="D96869"/>
              </a:solidFill>
              <a:ln w="9017" cap="rnd">
                <a:solidFill>
                  <a:srgbClr val="000000"/>
                </a:solidFill>
                <a:prstDash val="solid"/>
                <a:round/>
              </a:ln>
            </p:spPr>
            <p:txBody>
              <a:bodyPr/>
              <a:lstStyle/>
              <a:p>
                <a:pPr algn="ctr"/>
                <a:endParaRPr lang="en-US" sz="1512"/>
              </a:p>
            </p:txBody>
          </p:sp>
          <p:sp>
            <p:nvSpPr>
              <p:cNvPr id="412" name="Freeform 411">
                <a:extLst>
                  <a:ext uri="{FF2B5EF4-FFF2-40B4-BE49-F238E27FC236}">
                    <a16:creationId xmlns:a16="http://schemas.microsoft.com/office/drawing/2014/main" id="{C1B9EDF6-52FA-137E-98D9-6EE6103BBC78}"/>
                  </a:ext>
                </a:extLst>
              </p:cNvPr>
              <p:cNvSpPr/>
              <p:nvPr/>
            </p:nvSpPr>
            <p:spPr>
              <a:xfrm>
                <a:off x="3864554" y="3410061"/>
                <a:ext cx="171196" cy="171196"/>
              </a:xfrm>
              <a:custGeom>
                <a:avLst/>
                <a:gdLst>
                  <a:gd name="csX0" fmla="*/ 171196 w 171196"/>
                  <a:gd name="csY0" fmla="*/ 85598 h 171196"/>
                  <a:gd name="csX1" fmla="*/ 85598 w 171196"/>
                  <a:gd name="csY1" fmla="*/ 171196 h 171196"/>
                  <a:gd name="csX2" fmla="*/ 0 w 171196"/>
                  <a:gd name="csY2" fmla="*/ 85598 h 171196"/>
                  <a:gd name="csX3" fmla="*/ 85598 w 171196"/>
                  <a:gd name="csY3" fmla="*/ 0 h 171196"/>
                  <a:gd name="csX4" fmla="*/ 171196 w 171196"/>
                  <a:gd name="csY4" fmla="*/ 85598 h 171196"/>
                </a:gdLst>
                <a:ahLst/>
                <a:cxnLst>
                  <a:cxn ang="0">
                    <a:pos x="csX0" y="csY0"/>
                  </a:cxn>
                  <a:cxn ang="0">
                    <a:pos x="csX1" y="csY1"/>
                  </a:cxn>
                  <a:cxn ang="0">
                    <a:pos x="csX2" y="csY2"/>
                  </a:cxn>
                  <a:cxn ang="0">
                    <a:pos x="csX3" y="csY3"/>
                  </a:cxn>
                  <a:cxn ang="0">
                    <a:pos x="csX4" y="csY4"/>
                  </a:cxn>
                </a:cxnLst>
                <a:rect l="l" t="t" r="r" b="b"/>
                <a:pathLst>
                  <a:path w="171196" h="171196">
                    <a:moveTo>
                      <a:pt x="171196" y="85598"/>
                    </a:moveTo>
                    <a:cubicBezTo>
                      <a:pt x="171196" y="132872"/>
                      <a:pt x="132873" y="171196"/>
                      <a:pt x="85598" y="171196"/>
                    </a:cubicBezTo>
                    <a:cubicBezTo>
                      <a:pt x="38324" y="171196"/>
                      <a:pt x="0" y="132873"/>
                      <a:pt x="0" y="85598"/>
                    </a:cubicBezTo>
                    <a:cubicBezTo>
                      <a:pt x="0" y="38324"/>
                      <a:pt x="38323" y="0"/>
                      <a:pt x="85598" y="0"/>
                    </a:cubicBezTo>
                    <a:cubicBezTo>
                      <a:pt x="132872" y="0"/>
                      <a:pt x="171196" y="38323"/>
                      <a:pt x="171196" y="85598"/>
                    </a:cubicBezTo>
                    <a:close/>
                  </a:path>
                </a:pathLst>
              </a:custGeom>
              <a:solidFill>
                <a:srgbClr val="AA748A"/>
              </a:solidFill>
              <a:ln w="9017" cap="rnd">
                <a:solidFill>
                  <a:srgbClr val="000000"/>
                </a:solidFill>
                <a:prstDash val="solid"/>
                <a:round/>
              </a:ln>
            </p:spPr>
            <p:txBody>
              <a:bodyPr/>
              <a:lstStyle/>
              <a:p>
                <a:pPr algn="ctr"/>
                <a:endParaRPr lang="en-US" sz="1512"/>
              </a:p>
            </p:txBody>
          </p:sp>
          <p:sp>
            <p:nvSpPr>
              <p:cNvPr id="413" name="Freeform 412">
                <a:extLst>
                  <a:ext uri="{FF2B5EF4-FFF2-40B4-BE49-F238E27FC236}">
                    <a16:creationId xmlns:a16="http://schemas.microsoft.com/office/drawing/2014/main" id="{4B6CBD86-0334-E315-5508-E6F9773D8F61}"/>
                  </a:ext>
                </a:extLst>
              </p:cNvPr>
              <p:cNvSpPr/>
              <p:nvPr/>
            </p:nvSpPr>
            <p:spPr>
              <a:xfrm>
                <a:off x="3561532" y="3621008"/>
                <a:ext cx="141477" cy="141477"/>
              </a:xfrm>
              <a:custGeom>
                <a:avLst/>
                <a:gdLst>
                  <a:gd name="csX0" fmla="*/ 141478 w 141477"/>
                  <a:gd name="csY0" fmla="*/ 70739 h 141477"/>
                  <a:gd name="csX1" fmla="*/ 70739 w 141477"/>
                  <a:gd name="csY1" fmla="*/ 141478 h 141477"/>
                  <a:gd name="csX2" fmla="*/ 0 w 141477"/>
                  <a:gd name="csY2" fmla="*/ 70739 h 141477"/>
                  <a:gd name="csX3" fmla="*/ 70739 w 141477"/>
                  <a:gd name="csY3" fmla="*/ 0 h 141477"/>
                  <a:gd name="csX4" fmla="*/ 141478 w 141477"/>
                  <a:gd name="csY4" fmla="*/ 70739 h 141477"/>
                </a:gdLst>
                <a:ahLst/>
                <a:cxnLst>
                  <a:cxn ang="0">
                    <a:pos x="csX0" y="csY0"/>
                  </a:cxn>
                  <a:cxn ang="0">
                    <a:pos x="csX1" y="csY1"/>
                  </a:cxn>
                  <a:cxn ang="0">
                    <a:pos x="csX2" y="csY2"/>
                  </a:cxn>
                  <a:cxn ang="0">
                    <a:pos x="csX3" y="csY3"/>
                  </a:cxn>
                  <a:cxn ang="0">
                    <a:pos x="csX4" y="csY4"/>
                  </a:cxn>
                </a:cxnLst>
                <a:rect l="l" t="t" r="r" b="b"/>
                <a:pathLst>
                  <a:path w="141477" h="141477">
                    <a:moveTo>
                      <a:pt x="141478" y="70739"/>
                    </a:moveTo>
                    <a:cubicBezTo>
                      <a:pt x="141478" y="109807"/>
                      <a:pt x="109807" y="141478"/>
                      <a:pt x="70739" y="141478"/>
                    </a:cubicBezTo>
                    <a:cubicBezTo>
                      <a:pt x="31671" y="141478"/>
                      <a:pt x="0" y="109807"/>
                      <a:pt x="0" y="70739"/>
                    </a:cubicBezTo>
                    <a:cubicBezTo>
                      <a:pt x="0" y="31671"/>
                      <a:pt x="31671" y="0"/>
                      <a:pt x="70739" y="0"/>
                    </a:cubicBezTo>
                    <a:cubicBezTo>
                      <a:pt x="109807" y="0"/>
                      <a:pt x="141478" y="31671"/>
                      <a:pt x="141478" y="70739"/>
                    </a:cubicBezTo>
                    <a:close/>
                  </a:path>
                </a:pathLst>
              </a:custGeom>
              <a:solidFill>
                <a:srgbClr val="AA748A"/>
              </a:solidFill>
              <a:ln w="9017" cap="rnd">
                <a:solidFill>
                  <a:srgbClr val="000000"/>
                </a:solidFill>
                <a:prstDash val="solid"/>
                <a:round/>
              </a:ln>
            </p:spPr>
            <p:txBody>
              <a:bodyPr/>
              <a:lstStyle/>
              <a:p>
                <a:pPr algn="ctr"/>
                <a:endParaRPr lang="en-US" sz="1512"/>
              </a:p>
            </p:txBody>
          </p:sp>
          <p:sp>
            <p:nvSpPr>
              <p:cNvPr id="414" name="Freeform 413">
                <a:extLst>
                  <a:ext uri="{FF2B5EF4-FFF2-40B4-BE49-F238E27FC236}">
                    <a16:creationId xmlns:a16="http://schemas.microsoft.com/office/drawing/2014/main" id="{C6373E43-FADF-40D9-87F3-65F7ADFF7313}"/>
                  </a:ext>
                </a:extLst>
              </p:cNvPr>
              <p:cNvSpPr/>
              <p:nvPr/>
            </p:nvSpPr>
            <p:spPr>
              <a:xfrm>
                <a:off x="3966535" y="2818114"/>
                <a:ext cx="179070" cy="179069"/>
              </a:xfrm>
              <a:custGeom>
                <a:avLst/>
                <a:gdLst>
                  <a:gd name="csX0" fmla="*/ 179070 w 179070"/>
                  <a:gd name="csY0" fmla="*/ 89535 h 179069"/>
                  <a:gd name="csX1" fmla="*/ 89535 w 179070"/>
                  <a:gd name="csY1" fmla="*/ 179070 h 179069"/>
                  <a:gd name="csX2" fmla="*/ 0 w 179070"/>
                  <a:gd name="csY2" fmla="*/ 89535 h 179069"/>
                  <a:gd name="csX3" fmla="*/ 89535 w 179070"/>
                  <a:gd name="csY3" fmla="*/ 0 h 179069"/>
                  <a:gd name="csX4" fmla="*/ 179070 w 179070"/>
                  <a:gd name="csY4" fmla="*/ 89535 h 179069"/>
                </a:gdLst>
                <a:ahLst/>
                <a:cxnLst>
                  <a:cxn ang="0">
                    <a:pos x="csX0" y="csY0"/>
                  </a:cxn>
                  <a:cxn ang="0">
                    <a:pos x="csX1" y="csY1"/>
                  </a:cxn>
                  <a:cxn ang="0">
                    <a:pos x="csX2" y="csY2"/>
                  </a:cxn>
                  <a:cxn ang="0">
                    <a:pos x="csX3" y="csY3"/>
                  </a:cxn>
                  <a:cxn ang="0">
                    <a:pos x="csX4" y="csY4"/>
                  </a:cxn>
                </a:cxnLst>
                <a:rect l="l" t="t" r="r" b="b"/>
                <a:pathLst>
                  <a:path w="179070" h="179069">
                    <a:moveTo>
                      <a:pt x="179070" y="89535"/>
                    </a:moveTo>
                    <a:cubicBezTo>
                      <a:pt x="179070" y="138984"/>
                      <a:pt x="138984" y="179070"/>
                      <a:pt x="89535" y="179070"/>
                    </a:cubicBezTo>
                    <a:cubicBezTo>
                      <a:pt x="40086" y="179070"/>
                      <a:pt x="0" y="138984"/>
                      <a:pt x="0" y="89535"/>
                    </a:cubicBezTo>
                    <a:cubicBezTo>
                      <a:pt x="0" y="40086"/>
                      <a:pt x="40086" y="0"/>
                      <a:pt x="89535" y="0"/>
                    </a:cubicBezTo>
                    <a:cubicBezTo>
                      <a:pt x="138984" y="0"/>
                      <a:pt x="179070" y="40086"/>
                      <a:pt x="179070" y="89535"/>
                    </a:cubicBezTo>
                    <a:close/>
                  </a:path>
                </a:pathLst>
              </a:custGeom>
              <a:solidFill>
                <a:srgbClr val="9A7694"/>
              </a:solidFill>
              <a:ln w="9017" cap="rnd">
                <a:solidFill>
                  <a:srgbClr val="000000"/>
                </a:solidFill>
                <a:prstDash val="solid"/>
                <a:round/>
              </a:ln>
            </p:spPr>
            <p:txBody>
              <a:bodyPr/>
              <a:lstStyle/>
              <a:p>
                <a:pPr algn="ctr"/>
                <a:endParaRPr lang="en-US" sz="1512"/>
              </a:p>
            </p:txBody>
          </p:sp>
          <p:sp>
            <p:nvSpPr>
              <p:cNvPr id="415" name="Freeform 414">
                <a:extLst>
                  <a:ext uri="{FF2B5EF4-FFF2-40B4-BE49-F238E27FC236}">
                    <a16:creationId xmlns:a16="http://schemas.microsoft.com/office/drawing/2014/main" id="{CAA78654-1F51-76EE-E7A9-E57D4B1C6418}"/>
                  </a:ext>
                </a:extLst>
              </p:cNvPr>
              <p:cNvSpPr/>
              <p:nvPr/>
            </p:nvSpPr>
            <p:spPr>
              <a:xfrm>
                <a:off x="3375096" y="3842496"/>
                <a:ext cx="90424" cy="90424"/>
              </a:xfrm>
              <a:custGeom>
                <a:avLst/>
                <a:gdLst>
                  <a:gd name="csX0" fmla="*/ 90424 w 90424"/>
                  <a:gd name="csY0" fmla="*/ 45212 h 90424"/>
                  <a:gd name="csX1" fmla="*/ 45212 w 90424"/>
                  <a:gd name="csY1" fmla="*/ 90424 h 90424"/>
                  <a:gd name="csX2" fmla="*/ 0 w 90424"/>
                  <a:gd name="csY2" fmla="*/ 45212 h 90424"/>
                  <a:gd name="csX3" fmla="*/ 45212 w 90424"/>
                  <a:gd name="csY3" fmla="*/ 0 h 90424"/>
                  <a:gd name="csX4" fmla="*/ 90424 w 90424"/>
                  <a:gd name="csY4" fmla="*/ 45212 h 90424"/>
                </a:gdLst>
                <a:ahLst/>
                <a:cxnLst>
                  <a:cxn ang="0">
                    <a:pos x="csX0" y="csY0"/>
                  </a:cxn>
                  <a:cxn ang="0">
                    <a:pos x="csX1" y="csY1"/>
                  </a:cxn>
                  <a:cxn ang="0">
                    <a:pos x="csX2" y="csY2"/>
                  </a:cxn>
                  <a:cxn ang="0">
                    <a:pos x="csX3" y="csY3"/>
                  </a:cxn>
                  <a:cxn ang="0">
                    <a:pos x="csX4" y="csY4"/>
                  </a:cxn>
                </a:cxnLst>
                <a:rect l="l" t="t" r="r" b="b"/>
                <a:pathLst>
                  <a:path w="90424" h="90424">
                    <a:moveTo>
                      <a:pt x="90424" y="45212"/>
                    </a:moveTo>
                    <a:cubicBezTo>
                      <a:pt x="90424" y="70182"/>
                      <a:pt x="70182" y="90424"/>
                      <a:pt x="45212" y="90424"/>
                    </a:cubicBezTo>
                    <a:cubicBezTo>
                      <a:pt x="20242" y="90424"/>
                      <a:pt x="0" y="70182"/>
                      <a:pt x="0" y="45212"/>
                    </a:cubicBezTo>
                    <a:cubicBezTo>
                      <a:pt x="0" y="20242"/>
                      <a:pt x="20242" y="0"/>
                      <a:pt x="45212" y="0"/>
                    </a:cubicBezTo>
                    <a:cubicBezTo>
                      <a:pt x="70182" y="0"/>
                      <a:pt x="90424" y="20242"/>
                      <a:pt x="90424" y="45212"/>
                    </a:cubicBezTo>
                    <a:close/>
                  </a:path>
                </a:pathLst>
              </a:custGeom>
              <a:solidFill>
                <a:srgbClr val="85799F"/>
              </a:solidFill>
              <a:ln w="9017" cap="rnd">
                <a:solidFill>
                  <a:srgbClr val="000000"/>
                </a:solidFill>
                <a:prstDash val="solid"/>
                <a:round/>
              </a:ln>
            </p:spPr>
            <p:txBody>
              <a:bodyPr/>
              <a:lstStyle/>
              <a:p>
                <a:pPr algn="ctr"/>
                <a:endParaRPr lang="en-US" sz="1512"/>
              </a:p>
            </p:txBody>
          </p:sp>
          <p:sp>
            <p:nvSpPr>
              <p:cNvPr id="416" name="Freeform 415">
                <a:extLst>
                  <a:ext uri="{FF2B5EF4-FFF2-40B4-BE49-F238E27FC236}">
                    <a16:creationId xmlns:a16="http://schemas.microsoft.com/office/drawing/2014/main" id="{6F7FFB08-79C7-900A-1E30-13BAAB06236D}"/>
                  </a:ext>
                </a:extLst>
              </p:cNvPr>
              <p:cNvSpPr/>
              <p:nvPr/>
            </p:nvSpPr>
            <p:spPr>
              <a:xfrm>
                <a:off x="3966535" y="3014075"/>
                <a:ext cx="179070" cy="179069"/>
              </a:xfrm>
              <a:custGeom>
                <a:avLst/>
                <a:gdLst>
                  <a:gd name="csX0" fmla="*/ 179070 w 179070"/>
                  <a:gd name="csY0" fmla="*/ 89535 h 179069"/>
                  <a:gd name="csX1" fmla="*/ 89535 w 179070"/>
                  <a:gd name="csY1" fmla="*/ 179070 h 179069"/>
                  <a:gd name="csX2" fmla="*/ 0 w 179070"/>
                  <a:gd name="csY2" fmla="*/ 89535 h 179069"/>
                  <a:gd name="csX3" fmla="*/ 89535 w 179070"/>
                  <a:gd name="csY3" fmla="*/ 0 h 179069"/>
                  <a:gd name="csX4" fmla="*/ 179070 w 179070"/>
                  <a:gd name="csY4" fmla="*/ 89535 h 179069"/>
                </a:gdLst>
                <a:ahLst/>
                <a:cxnLst>
                  <a:cxn ang="0">
                    <a:pos x="csX0" y="csY0"/>
                  </a:cxn>
                  <a:cxn ang="0">
                    <a:pos x="csX1" y="csY1"/>
                  </a:cxn>
                  <a:cxn ang="0">
                    <a:pos x="csX2" y="csY2"/>
                  </a:cxn>
                  <a:cxn ang="0">
                    <a:pos x="csX3" y="csY3"/>
                  </a:cxn>
                  <a:cxn ang="0">
                    <a:pos x="csX4" y="csY4"/>
                  </a:cxn>
                </a:cxnLst>
                <a:rect l="l" t="t" r="r" b="b"/>
                <a:pathLst>
                  <a:path w="179070" h="179069">
                    <a:moveTo>
                      <a:pt x="179070" y="89535"/>
                    </a:moveTo>
                    <a:cubicBezTo>
                      <a:pt x="179070" y="138984"/>
                      <a:pt x="138984" y="179070"/>
                      <a:pt x="89535" y="179070"/>
                    </a:cubicBezTo>
                    <a:cubicBezTo>
                      <a:pt x="40086" y="179070"/>
                      <a:pt x="0" y="138984"/>
                      <a:pt x="0" y="89535"/>
                    </a:cubicBezTo>
                    <a:cubicBezTo>
                      <a:pt x="0" y="40086"/>
                      <a:pt x="40086" y="0"/>
                      <a:pt x="89535" y="0"/>
                    </a:cubicBezTo>
                    <a:cubicBezTo>
                      <a:pt x="138984" y="0"/>
                      <a:pt x="179070" y="40086"/>
                      <a:pt x="179070" y="89535"/>
                    </a:cubicBezTo>
                    <a:close/>
                  </a:path>
                </a:pathLst>
              </a:custGeom>
              <a:solidFill>
                <a:srgbClr val="327EBA"/>
              </a:solidFill>
              <a:ln w="9017" cap="rnd">
                <a:solidFill>
                  <a:srgbClr val="000000"/>
                </a:solidFill>
                <a:prstDash val="solid"/>
                <a:round/>
              </a:ln>
            </p:spPr>
            <p:txBody>
              <a:bodyPr/>
              <a:lstStyle/>
              <a:p>
                <a:pPr algn="ctr"/>
                <a:endParaRPr lang="en-US" sz="1512"/>
              </a:p>
            </p:txBody>
          </p:sp>
          <p:sp>
            <p:nvSpPr>
              <p:cNvPr id="417" name="Freeform 416">
                <a:extLst>
                  <a:ext uri="{FF2B5EF4-FFF2-40B4-BE49-F238E27FC236}">
                    <a16:creationId xmlns:a16="http://schemas.microsoft.com/office/drawing/2014/main" id="{74D294C8-DE72-974B-21A6-F0B12DB3139C}"/>
                  </a:ext>
                </a:extLst>
              </p:cNvPr>
              <p:cNvSpPr/>
              <p:nvPr/>
            </p:nvSpPr>
            <p:spPr>
              <a:xfrm>
                <a:off x="3346140" y="2005949"/>
                <a:ext cx="1678664" cy="1999488"/>
              </a:xfrm>
              <a:custGeom>
                <a:avLst/>
                <a:gdLst>
                  <a:gd name="csX0" fmla="*/ 0 w 1631695"/>
                  <a:gd name="csY0" fmla="*/ 0 h 1999488"/>
                  <a:gd name="csX1" fmla="*/ 1631696 w 1631695"/>
                  <a:gd name="csY1" fmla="*/ 0 h 1999488"/>
                  <a:gd name="csX2" fmla="*/ 1631696 w 1631695"/>
                  <a:gd name="csY2" fmla="*/ 1999488 h 1999488"/>
                  <a:gd name="csX3" fmla="*/ 0 w 1631695"/>
                  <a:gd name="csY3" fmla="*/ 1999488 h 1999488"/>
                </a:gdLst>
                <a:ahLst/>
                <a:cxnLst>
                  <a:cxn ang="0">
                    <a:pos x="csX0" y="csY0"/>
                  </a:cxn>
                  <a:cxn ang="0">
                    <a:pos x="csX1" y="csY1"/>
                  </a:cxn>
                  <a:cxn ang="0">
                    <a:pos x="csX2" y="csY2"/>
                  </a:cxn>
                  <a:cxn ang="0">
                    <a:pos x="csX3" y="csY3"/>
                  </a:cxn>
                </a:cxnLst>
                <a:rect l="l" t="t" r="r" b="b"/>
                <a:pathLst>
                  <a:path w="1631695" h="1999488">
                    <a:moveTo>
                      <a:pt x="0" y="0"/>
                    </a:moveTo>
                    <a:lnTo>
                      <a:pt x="1631696" y="0"/>
                    </a:lnTo>
                    <a:lnTo>
                      <a:pt x="1631696" y="1999488"/>
                    </a:lnTo>
                    <a:lnTo>
                      <a:pt x="0" y="1999488"/>
                    </a:lnTo>
                    <a:close/>
                  </a:path>
                </a:pathLst>
              </a:custGeom>
              <a:noFill/>
              <a:ln w="13589" cap="rnd">
                <a:solidFill>
                  <a:srgbClr val="333333"/>
                </a:solidFill>
                <a:prstDash val="solid"/>
                <a:round/>
              </a:ln>
            </p:spPr>
            <p:txBody>
              <a:bodyPr/>
              <a:lstStyle/>
              <a:p>
                <a:pPr algn="ctr"/>
                <a:endParaRPr lang="en-US" sz="1512"/>
              </a:p>
            </p:txBody>
          </p:sp>
        </p:grpSp>
        <p:sp>
          <p:nvSpPr>
            <p:cNvPr id="332" name="TextBox 331">
              <a:extLst>
                <a:ext uri="{FF2B5EF4-FFF2-40B4-BE49-F238E27FC236}">
                  <a16:creationId xmlns:a16="http://schemas.microsoft.com/office/drawing/2014/main" id="{BD048C42-9E23-D392-4A64-ADD660D8B576}"/>
                </a:ext>
              </a:extLst>
            </p:cNvPr>
            <p:cNvSpPr txBox="1"/>
            <p:nvPr/>
          </p:nvSpPr>
          <p:spPr>
            <a:xfrm>
              <a:off x="1198340" y="3725637"/>
              <a:ext cx="2191013" cy="343908"/>
            </a:xfrm>
            <a:prstGeom prst="rect">
              <a:avLst/>
            </a:prstGeom>
            <a:noFill/>
          </p:spPr>
          <p:txBody>
            <a:bodyPr wrap="square" rtlCol="0">
              <a:spAutoFit/>
            </a:bodyPr>
            <a:lstStyle/>
            <a:p>
              <a:pPr algn="r"/>
              <a:r>
                <a:rPr lang="en-US" sz="756">
                  <a:ln/>
                  <a:solidFill>
                    <a:srgbClr val="000000"/>
                  </a:solidFill>
                  <a:latin typeface="Arial"/>
                  <a:cs typeface="Arial"/>
                  <a:sym typeface="Arial"/>
                  <a:rtl val="0"/>
                </a:rPr>
                <a:t>negative regulation of axon extension involved in axon guidance</a:t>
              </a:r>
            </a:p>
          </p:txBody>
        </p:sp>
        <p:sp>
          <p:nvSpPr>
            <p:cNvPr id="333" name="TextBox 332">
              <a:extLst>
                <a:ext uri="{FF2B5EF4-FFF2-40B4-BE49-F238E27FC236}">
                  <a16:creationId xmlns:a16="http://schemas.microsoft.com/office/drawing/2014/main" id="{0408D772-2AAA-4503-BB7A-76C6FDAC9B56}"/>
                </a:ext>
              </a:extLst>
            </p:cNvPr>
            <p:cNvSpPr txBox="1"/>
            <p:nvPr/>
          </p:nvSpPr>
          <p:spPr>
            <a:xfrm>
              <a:off x="2508550" y="3567069"/>
              <a:ext cx="880805"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frizzled binding</a:t>
              </a:r>
            </a:p>
          </p:txBody>
        </p:sp>
        <p:sp>
          <p:nvSpPr>
            <p:cNvPr id="334" name="TextBox 333">
              <a:extLst>
                <a:ext uri="{FF2B5EF4-FFF2-40B4-BE49-F238E27FC236}">
                  <a16:creationId xmlns:a16="http://schemas.microsoft.com/office/drawing/2014/main" id="{8978AD19-C81B-07A8-136A-C9543AF018CD}"/>
                </a:ext>
              </a:extLst>
            </p:cNvPr>
            <p:cNvSpPr txBox="1"/>
            <p:nvPr/>
          </p:nvSpPr>
          <p:spPr>
            <a:xfrm>
              <a:off x="1699334" y="3388703"/>
              <a:ext cx="1690020"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canonical </a:t>
              </a:r>
              <a:r>
                <a:rPr lang="en-US" sz="756" err="1">
                  <a:ln/>
                  <a:solidFill>
                    <a:srgbClr val="000000"/>
                  </a:solidFill>
                  <a:latin typeface="Arial"/>
                  <a:cs typeface="Arial"/>
                  <a:sym typeface="Arial"/>
                  <a:rtl val="0"/>
                </a:rPr>
                <a:t>Wnt</a:t>
              </a:r>
              <a:r>
                <a:rPr lang="en-US" sz="756">
                  <a:ln/>
                  <a:solidFill>
                    <a:srgbClr val="000000"/>
                  </a:solidFill>
                  <a:latin typeface="Arial"/>
                  <a:cs typeface="Arial"/>
                  <a:sym typeface="Arial"/>
                  <a:rtl val="0"/>
                </a:rPr>
                <a:t> signaling pathway</a:t>
              </a:r>
            </a:p>
          </p:txBody>
        </p:sp>
        <p:sp>
          <p:nvSpPr>
            <p:cNvPr id="335" name="TextBox 334">
              <a:extLst>
                <a:ext uri="{FF2B5EF4-FFF2-40B4-BE49-F238E27FC236}">
                  <a16:creationId xmlns:a16="http://schemas.microsoft.com/office/drawing/2014/main" id="{E1D3A359-1C3D-8A13-BFAB-31F001259292}"/>
                </a:ext>
              </a:extLst>
            </p:cNvPr>
            <p:cNvSpPr txBox="1"/>
            <p:nvPr/>
          </p:nvSpPr>
          <p:spPr>
            <a:xfrm>
              <a:off x="1838445" y="3189309"/>
              <a:ext cx="1550910"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cell fate commitment pathway</a:t>
              </a:r>
            </a:p>
          </p:txBody>
        </p:sp>
        <p:sp>
          <p:nvSpPr>
            <p:cNvPr id="336" name="TextBox 335">
              <a:extLst>
                <a:ext uri="{FF2B5EF4-FFF2-40B4-BE49-F238E27FC236}">
                  <a16:creationId xmlns:a16="http://schemas.microsoft.com/office/drawing/2014/main" id="{8C516AA9-8306-EC28-E6AA-D53BD4941A62}"/>
                </a:ext>
              </a:extLst>
            </p:cNvPr>
            <p:cNvSpPr txBox="1"/>
            <p:nvPr/>
          </p:nvSpPr>
          <p:spPr>
            <a:xfrm>
              <a:off x="1517812" y="2991892"/>
              <a:ext cx="1871542"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central nervous system development</a:t>
              </a:r>
            </a:p>
          </p:txBody>
        </p:sp>
        <p:sp>
          <p:nvSpPr>
            <p:cNvPr id="337" name="TextBox 336">
              <a:extLst>
                <a:ext uri="{FF2B5EF4-FFF2-40B4-BE49-F238E27FC236}">
                  <a16:creationId xmlns:a16="http://schemas.microsoft.com/office/drawing/2014/main" id="{A39EA84E-A824-040B-BB5B-0755CD1CD166}"/>
                </a:ext>
              </a:extLst>
            </p:cNvPr>
            <p:cNvSpPr txBox="1"/>
            <p:nvPr/>
          </p:nvSpPr>
          <p:spPr>
            <a:xfrm>
              <a:off x="2113272" y="2797260"/>
              <a:ext cx="1276082"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canonical Wnt signaling</a:t>
              </a:r>
            </a:p>
          </p:txBody>
        </p:sp>
        <p:sp>
          <p:nvSpPr>
            <p:cNvPr id="338" name="TextBox 337">
              <a:extLst>
                <a:ext uri="{FF2B5EF4-FFF2-40B4-BE49-F238E27FC236}">
                  <a16:creationId xmlns:a16="http://schemas.microsoft.com/office/drawing/2014/main" id="{C5D7B248-FB15-5A99-38BD-F5E20258C8AB}"/>
                </a:ext>
              </a:extLst>
            </p:cNvPr>
            <p:cNvSpPr txBox="1"/>
            <p:nvPr/>
          </p:nvSpPr>
          <p:spPr>
            <a:xfrm>
              <a:off x="2162469" y="2400448"/>
              <a:ext cx="1226884" cy="220812"/>
            </a:xfrm>
            <a:prstGeom prst="rect">
              <a:avLst/>
            </a:prstGeom>
            <a:noFill/>
          </p:spPr>
          <p:txBody>
            <a:bodyPr wrap="none" rtlCol="0">
              <a:spAutoFit/>
            </a:bodyPr>
            <a:lstStyle/>
            <a:p>
              <a:pPr algn="r"/>
              <a:r>
                <a:rPr lang="en-US" sz="756" err="1">
                  <a:ln/>
                  <a:solidFill>
                    <a:srgbClr val="000000"/>
                  </a:solidFill>
                  <a:latin typeface="Arial"/>
                  <a:cs typeface="Arial"/>
                  <a:sym typeface="Arial"/>
                  <a:rtl val="0"/>
                </a:rPr>
                <a:t>Wnt</a:t>
              </a:r>
              <a:r>
                <a:rPr lang="en-US" sz="756">
                  <a:ln/>
                  <a:solidFill>
                    <a:srgbClr val="000000"/>
                  </a:solidFill>
                  <a:latin typeface="Arial"/>
                  <a:cs typeface="Arial"/>
                  <a:sym typeface="Arial"/>
                  <a:rtl val="0"/>
                </a:rPr>
                <a:t> signaling pathway</a:t>
              </a:r>
            </a:p>
          </p:txBody>
        </p:sp>
        <p:sp>
          <p:nvSpPr>
            <p:cNvPr id="339" name="TextBox 338">
              <a:extLst>
                <a:ext uri="{FF2B5EF4-FFF2-40B4-BE49-F238E27FC236}">
                  <a16:creationId xmlns:a16="http://schemas.microsoft.com/office/drawing/2014/main" id="{7C7CB3C4-8E4D-959F-9CFF-5DBB93103858}"/>
                </a:ext>
              </a:extLst>
            </p:cNvPr>
            <p:cNvSpPr txBox="1"/>
            <p:nvPr/>
          </p:nvSpPr>
          <p:spPr>
            <a:xfrm>
              <a:off x="2522121" y="2209123"/>
              <a:ext cx="867233"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axon guidance</a:t>
              </a:r>
            </a:p>
          </p:txBody>
        </p:sp>
        <p:sp>
          <p:nvSpPr>
            <p:cNvPr id="340" name="TextBox 339">
              <a:extLst>
                <a:ext uri="{FF2B5EF4-FFF2-40B4-BE49-F238E27FC236}">
                  <a16:creationId xmlns:a16="http://schemas.microsoft.com/office/drawing/2014/main" id="{E74D99C1-C10B-0C27-949E-A5641E1D2CF0}"/>
                </a:ext>
              </a:extLst>
            </p:cNvPr>
            <p:cNvSpPr txBox="1"/>
            <p:nvPr/>
          </p:nvSpPr>
          <p:spPr>
            <a:xfrm>
              <a:off x="2223542" y="2008399"/>
              <a:ext cx="1165812"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neuron differentiation</a:t>
              </a:r>
            </a:p>
          </p:txBody>
        </p:sp>
        <p:sp>
          <p:nvSpPr>
            <p:cNvPr id="341" name="Freeform 340">
              <a:extLst>
                <a:ext uri="{FF2B5EF4-FFF2-40B4-BE49-F238E27FC236}">
                  <a16:creationId xmlns:a16="http://schemas.microsoft.com/office/drawing/2014/main" id="{ACDE38FD-A250-D381-4557-8DE14A5D8AC8}"/>
                </a:ext>
              </a:extLst>
            </p:cNvPr>
            <p:cNvSpPr/>
            <p:nvPr/>
          </p:nvSpPr>
          <p:spPr>
            <a:xfrm>
              <a:off x="3311341" y="388770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42" name="Freeform 341">
              <a:extLst>
                <a:ext uri="{FF2B5EF4-FFF2-40B4-BE49-F238E27FC236}">
                  <a16:creationId xmlns:a16="http://schemas.microsoft.com/office/drawing/2014/main" id="{510BEFFC-801F-3225-91E7-7B256523DDC2}"/>
                </a:ext>
              </a:extLst>
            </p:cNvPr>
            <p:cNvSpPr/>
            <p:nvPr/>
          </p:nvSpPr>
          <p:spPr>
            <a:xfrm>
              <a:off x="3311341" y="369174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43" name="Freeform 342">
              <a:extLst>
                <a:ext uri="{FF2B5EF4-FFF2-40B4-BE49-F238E27FC236}">
                  <a16:creationId xmlns:a16="http://schemas.microsoft.com/office/drawing/2014/main" id="{414A188E-9E3C-7C14-83F0-6EB24740422E}"/>
                </a:ext>
              </a:extLst>
            </p:cNvPr>
            <p:cNvSpPr/>
            <p:nvPr/>
          </p:nvSpPr>
          <p:spPr>
            <a:xfrm>
              <a:off x="3311341" y="349565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44" name="Freeform 343">
              <a:extLst>
                <a:ext uri="{FF2B5EF4-FFF2-40B4-BE49-F238E27FC236}">
                  <a16:creationId xmlns:a16="http://schemas.microsoft.com/office/drawing/2014/main" id="{6982CA7B-9FD3-6BFA-8EA1-DE9230F8DF45}"/>
                </a:ext>
              </a:extLst>
            </p:cNvPr>
            <p:cNvSpPr/>
            <p:nvPr/>
          </p:nvSpPr>
          <p:spPr>
            <a:xfrm>
              <a:off x="3311341" y="329969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45" name="Freeform 344">
              <a:extLst>
                <a:ext uri="{FF2B5EF4-FFF2-40B4-BE49-F238E27FC236}">
                  <a16:creationId xmlns:a16="http://schemas.microsoft.com/office/drawing/2014/main" id="{1624770D-85F3-BA7A-F652-EF01325A7261}"/>
                </a:ext>
              </a:extLst>
            </p:cNvPr>
            <p:cNvSpPr/>
            <p:nvPr/>
          </p:nvSpPr>
          <p:spPr>
            <a:xfrm>
              <a:off x="3311341" y="310361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46" name="Freeform 345">
              <a:extLst>
                <a:ext uri="{FF2B5EF4-FFF2-40B4-BE49-F238E27FC236}">
                  <a16:creationId xmlns:a16="http://schemas.microsoft.com/office/drawing/2014/main" id="{7A019BA9-4A75-749D-125F-305956CD3188}"/>
                </a:ext>
              </a:extLst>
            </p:cNvPr>
            <p:cNvSpPr/>
            <p:nvPr/>
          </p:nvSpPr>
          <p:spPr>
            <a:xfrm>
              <a:off x="3311341" y="290764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47" name="Freeform 346">
              <a:extLst>
                <a:ext uri="{FF2B5EF4-FFF2-40B4-BE49-F238E27FC236}">
                  <a16:creationId xmlns:a16="http://schemas.microsoft.com/office/drawing/2014/main" id="{A33C2C1F-3FB0-2C2C-DDB4-8E889A503A92}"/>
                </a:ext>
              </a:extLst>
            </p:cNvPr>
            <p:cNvSpPr/>
            <p:nvPr/>
          </p:nvSpPr>
          <p:spPr>
            <a:xfrm>
              <a:off x="3311341" y="271156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48" name="Freeform 347">
              <a:extLst>
                <a:ext uri="{FF2B5EF4-FFF2-40B4-BE49-F238E27FC236}">
                  <a16:creationId xmlns:a16="http://schemas.microsoft.com/office/drawing/2014/main" id="{A6A80371-154B-84A1-281A-A8945FAE3640}"/>
                </a:ext>
              </a:extLst>
            </p:cNvPr>
            <p:cNvSpPr/>
            <p:nvPr/>
          </p:nvSpPr>
          <p:spPr>
            <a:xfrm>
              <a:off x="3311341" y="251560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49" name="Freeform 348">
              <a:extLst>
                <a:ext uri="{FF2B5EF4-FFF2-40B4-BE49-F238E27FC236}">
                  <a16:creationId xmlns:a16="http://schemas.microsoft.com/office/drawing/2014/main" id="{5D80C9DA-8D90-35AB-F4E9-E049219272BD}"/>
                </a:ext>
              </a:extLst>
            </p:cNvPr>
            <p:cNvSpPr/>
            <p:nvPr/>
          </p:nvSpPr>
          <p:spPr>
            <a:xfrm>
              <a:off x="3311341" y="231951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50" name="Freeform 349">
              <a:extLst>
                <a:ext uri="{FF2B5EF4-FFF2-40B4-BE49-F238E27FC236}">
                  <a16:creationId xmlns:a16="http://schemas.microsoft.com/office/drawing/2014/main" id="{09124246-C2AC-CD34-FDF5-6CBBB1191A6F}"/>
                </a:ext>
              </a:extLst>
            </p:cNvPr>
            <p:cNvSpPr/>
            <p:nvPr/>
          </p:nvSpPr>
          <p:spPr>
            <a:xfrm>
              <a:off x="3311341" y="212355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512"/>
            </a:p>
          </p:txBody>
        </p:sp>
        <p:sp>
          <p:nvSpPr>
            <p:cNvPr id="351" name="Freeform 350">
              <a:extLst>
                <a:ext uri="{FF2B5EF4-FFF2-40B4-BE49-F238E27FC236}">
                  <a16:creationId xmlns:a16="http://schemas.microsoft.com/office/drawing/2014/main" id="{27A8196E-61E2-61DD-3678-DE3813F06ABA}"/>
                </a:ext>
              </a:extLst>
            </p:cNvPr>
            <p:cNvSpPr/>
            <p:nvPr/>
          </p:nvSpPr>
          <p:spPr>
            <a:xfrm>
              <a:off x="3369507" y="4005436"/>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512"/>
            </a:p>
          </p:txBody>
        </p:sp>
        <p:sp>
          <p:nvSpPr>
            <p:cNvPr id="352" name="Freeform 351">
              <a:extLst>
                <a:ext uri="{FF2B5EF4-FFF2-40B4-BE49-F238E27FC236}">
                  <a16:creationId xmlns:a16="http://schemas.microsoft.com/office/drawing/2014/main" id="{84009C92-32D5-7006-5D30-E4BA1D2232E7}"/>
                </a:ext>
              </a:extLst>
            </p:cNvPr>
            <p:cNvSpPr/>
            <p:nvPr/>
          </p:nvSpPr>
          <p:spPr>
            <a:xfrm>
              <a:off x="3742506" y="4005436"/>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512"/>
            </a:p>
          </p:txBody>
        </p:sp>
        <p:sp>
          <p:nvSpPr>
            <p:cNvPr id="353" name="Freeform 352">
              <a:extLst>
                <a:ext uri="{FF2B5EF4-FFF2-40B4-BE49-F238E27FC236}">
                  <a16:creationId xmlns:a16="http://schemas.microsoft.com/office/drawing/2014/main" id="{C4E95616-097F-9A7F-D82E-D57CBF0ABA61}"/>
                </a:ext>
              </a:extLst>
            </p:cNvPr>
            <p:cNvSpPr/>
            <p:nvPr/>
          </p:nvSpPr>
          <p:spPr>
            <a:xfrm>
              <a:off x="4115378" y="4005436"/>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512"/>
            </a:p>
          </p:txBody>
        </p:sp>
        <p:sp>
          <p:nvSpPr>
            <p:cNvPr id="354" name="Freeform 353">
              <a:extLst>
                <a:ext uri="{FF2B5EF4-FFF2-40B4-BE49-F238E27FC236}">
                  <a16:creationId xmlns:a16="http://schemas.microsoft.com/office/drawing/2014/main" id="{2AED734C-9691-2147-FC46-B35E2F8BBD27}"/>
                </a:ext>
              </a:extLst>
            </p:cNvPr>
            <p:cNvSpPr/>
            <p:nvPr/>
          </p:nvSpPr>
          <p:spPr>
            <a:xfrm>
              <a:off x="4488378" y="4005436"/>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512"/>
            </a:p>
          </p:txBody>
        </p:sp>
        <p:sp>
          <p:nvSpPr>
            <p:cNvPr id="355" name="Freeform 354">
              <a:extLst>
                <a:ext uri="{FF2B5EF4-FFF2-40B4-BE49-F238E27FC236}">
                  <a16:creationId xmlns:a16="http://schemas.microsoft.com/office/drawing/2014/main" id="{7869D9AE-345E-98E9-D38B-C06F99EF8078}"/>
                </a:ext>
              </a:extLst>
            </p:cNvPr>
            <p:cNvSpPr/>
            <p:nvPr/>
          </p:nvSpPr>
          <p:spPr>
            <a:xfrm>
              <a:off x="4861376" y="4005436"/>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512"/>
            </a:p>
          </p:txBody>
        </p:sp>
        <p:sp>
          <p:nvSpPr>
            <p:cNvPr id="356" name="TextBox 355">
              <a:extLst>
                <a:ext uri="{FF2B5EF4-FFF2-40B4-BE49-F238E27FC236}">
                  <a16:creationId xmlns:a16="http://schemas.microsoft.com/office/drawing/2014/main" id="{0030BCA7-BF11-7D3A-DB61-59386C73232C}"/>
                </a:ext>
              </a:extLst>
            </p:cNvPr>
            <p:cNvSpPr txBox="1"/>
            <p:nvPr/>
          </p:nvSpPr>
          <p:spPr>
            <a:xfrm>
              <a:off x="3170851" y="3993457"/>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0.02</a:t>
              </a:r>
            </a:p>
          </p:txBody>
        </p:sp>
        <p:sp>
          <p:nvSpPr>
            <p:cNvPr id="357" name="TextBox 356">
              <a:extLst>
                <a:ext uri="{FF2B5EF4-FFF2-40B4-BE49-F238E27FC236}">
                  <a16:creationId xmlns:a16="http://schemas.microsoft.com/office/drawing/2014/main" id="{8FEBC72A-F27A-1375-5D25-E799D8427F93}"/>
                </a:ext>
              </a:extLst>
            </p:cNvPr>
            <p:cNvSpPr txBox="1"/>
            <p:nvPr/>
          </p:nvSpPr>
          <p:spPr>
            <a:xfrm>
              <a:off x="3543850" y="3993457"/>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0.04</a:t>
              </a:r>
            </a:p>
          </p:txBody>
        </p:sp>
        <p:sp>
          <p:nvSpPr>
            <p:cNvPr id="358" name="TextBox 357">
              <a:extLst>
                <a:ext uri="{FF2B5EF4-FFF2-40B4-BE49-F238E27FC236}">
                  <a16:creationId xmlns:a16="http://schemas.microsoft.com/office/drawing/2014/main" id="{7B9DC8B6-9BF9-3184-62FF-81DEBDDBEAC7}"/>
                </a:ext>
              </a:extLst>
            </p:cNvPr>
            <p:cNvSpPr txBox="1"/>
            <p:nvPr/>
          </p:nvSpPr>
          <p:spPr>
            <a:xfrm>
              <a:off x="3916722" y="3993457"/>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0.06</a:t>
              </a:r>
            </a:p>
          </p:txBody>
        </p:sp>
        <p:sp>
          <p:nvSpPr>
            <p:cNvPr id="359" name="TextBox 358">
              <a:extLst>
                <a:ext uri="{FF2B5EF4-FFF2-40B4-BE49-F238E27FC236}">
                  <a16:creationId xmlns:a16="http://schemas.microsoft.com/office/drawing/2014/main" id="{B67BF8F7-C9DB-B735-2272-29DAECA71C42}"/>
                </a:ext>
              </a:extLst>
            </p:cNvPr>
            <p:cNvSpPr txBox="1"/>
            <p:nvPr/>
          </p:nvSpPr>
          <p:spPr>
            <a:xfrm>
              <a:off x="4289722" y="3993457"/>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0.08</a:t>
              </a:r>
            </a:p>
          </p:txBody>
        </p:sp>
        <p:sp>
          <p:nvSpPr>
            <p:cNvPr id="360" name="TextBox 359">
              <a:extLst>
                <a:ext uri="{FF2B5EF4-FFF2-40B4-BE49-F238E27FC236}">
                  <a16:creationId xmlns:a16="http://schemas.microsoft.com/office/drawing/2014/main" id="{ACC67D28-2310-A797-AFA9-F98BBDCDBD71}"/>
                </a:ext>
              </a:extLst>
            </p:cNvPr>
            <p:cNvSpPr txBox="1"/>
            <p:nvPr/>
          </p:nvSpPr>
          <p:spPr>
            <a:xfrm>
              <a:off x="4662720" y="3993457"/>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0.10</a:t>
              </a:r>
            </a:p>
          </p:txBody>
        </p:sp>
        <p:sp>
          <p:nvSpPr>
            <p:cNvPr id="361" name="TextBox 360">
              <a:extLst>
                <a:ext uri="{FF2B5EF4-FFF2-40B4-BE49-F238E27FC236}">
                  <a16:creationId xmlns:a16="http://schemas.microsoft.com/office/drawing/2014/main" id="{85DAB782-14F1-5205-E4B1-7A245813852F}"/>
                </a:ext>
              </a:extLst>
            </p:cNvPr>
            <p:cNvSpPr txBox="1"/>
            <p:nvPr/>
          </p:nvSpPr>
          <p:spPr>
            <a:xfrm>
              <a:off x="3742791" y="4125519"/>
              <a:ext cx="838394" cy="259288"/>
            </a:xfrm>
            <a:prstGeom prst="rect">
              <a:avLst/>
            </a:prstGeom>
            <a:noFill/>
          </p:spPr>
          <p:txBody>
            <a:bodyPr wrap="none" rtlCol="0">
              <a:spAutoFit/>
            </a:bodyPr>
            <a:lstStyle/>
            <a:p>
              <a:pPr algn="ctr"/>
              <a:r>
                <a:rPr lang="en-US" sz="992" dirty="0" err="1">
                  <a:ln/>
                  <a:solidFill>
                    <a:srgbClr val="000000"/>
                  </a:solidFill>
                  <a:latin typeface="Arial"/>
                  <a:cs typeface="Arial"/>
                  <a:sym typeface="Arial"/>
                  <a:rtl val="0"/>
                </a:rPr>
                <a:t>GeneRatio</a:t>
              </a:r>
              <a:endParaRPr lang="en-US" sz="756" dirty="0">
                <a:ln/>
                <a:solidFill>
                  <a:srgbClr val="000000"/>
                </a:solidFill>
                <a:latin typeface="Arial"/>
                <a:cs typeface="Arial"/>
                <a:sym typeface="Arial"/>
                <a:rtl val="0"/>
              </a:endParaRPr>
            </a:p>
          </p:txBody>
        </p:sp>
        <p:sp>
          <p:nvSpPr>
            <p:cNvPr id="362" name="Freeform 361">
              <a:extLst>
                <a:ext uri="{FF2B5EF4-FFF2-40B4-BE49-F238E27FC236}">
                  <a16:creationId xmlns:a16="http://schemas.microsoft.com/office/drawing/2014/main" id="{19AC7A15-1FEC-99E0-3115-ABA6D3AD7775}"/>
                </a:ext>
              </a:extLst>
            </p:cNvPr>
            <p:cNvSpPr/>
            <p:nvPr/>
          </p:nvSpPr>
          <p:spPr>
            <a:xfrm>
              <a:off x="5117028" y="1692767"/>
              <a:ext cx="769747" cy="1435481"/>
            </a:xfrm>
            <a:custGeom>
              <a:avLst/>
              <a:gdLst>
                <a:gd name="csX0" fmla="*/ 0 w 769747"/>
                <a:gd name="csY0" fmla="*/ 0 h 1435481"/>
                <a:gd name="csX1" fmla="*/ 769747 w 769747"/>
                <a:gd name="csY1" fmla="*/ 0 h 1435481"/>
                <a:gd name="csX2" fmla="*/ 769747 w 769747"/>
                <a:gd name="csY2" fmla="*/ 1435481 h 1435481"/>
                <a:gd name="csX3" fmla="*/ 0 w 769747"/>
                <a:gd name="csY3" fmla="*/ 1435481 h 1435481"/>
              </a:gdLst>
              <a:ahLst/>
              <a:cxnLst>
                <a:cxn ang="0">
                  <a:pos x="csX0" y="csY0"/>
                </a:cxn>
                <a:cxn ang="0">
                  <a:pos x="csX1" y="csY1"/>
                </a:cxn>
                <a:cxn ang="0">
                  <a:pos x="csX2" y="csY2"/>
                </a:cxn>
                <a:cxn ang="0">
                  <a:pos x="csX3" y="csY3"/>
                </a:cxn>
              </a:cxnLst>
              <a:rect l="l" t="t" r="r" b="b"/>
              <a:pathLst>
                <a:path w="769747" h="1435481">
                  <a:moveTo>
                    <a:pt x="0" y="0"/>
                  </a:moveTo>
                  <a:lnTo>
                    <a:pt x="769747" y="0"/>
                  </a:lnTo>
                  <a:lnTo>
                    <a:pt x="769747" y="1435481"/>
                  </a:lnTo>
                  <a:lnTo>
                    <a:pt x="0" y="1435481"/>
                  </a:lnTo>
                  <a:close/>
                </a:path>
              </a:pathLst>
            </a:custGeom>
            <a:solidFill>
              <a:srgbClr val="FFFFFF"/>
            </a:solidFill>
            <a:ln w="13589" cap="rnd">
              <a:noFill/>
              <a:prstDash val="solid"/>
              <a:round/>
            </a:ln>
          </p:spPr>
          <p:txBody>
            <a:bodyPr/>
            <a:lstStyle/>
            <a:p>
              <a:pPr algn="ctr"/>
              <a:endParaRPr lang="en-US" sz="1512"/>
            </a:p>
          </p:txBody>
        </p:sp>
        <p:sp>
          <p:nvSpPr>
            <p:cNvPr id="363" name="TextBox 362">
              <a:extLst>
                <a:ext uri="{FF2B5EF4-FFF2-40B4-BE49-F238E27FC236}">
                  <a16:creationId xmlns:a16="http://schemas.microsoft.com/office/drawing/2014/main" id="{3B59707C-6389-2184-B4E5-8B6B2C245E5A}"/>
                </a:ext>
              </a:extLst>
            </p:cNvPr>
            <p:cNvSpPr txBox="1"/>
            <p:nvPr/>
          </p:nvSpPr>
          <p:spPr>
            <a:xfrm>
              <a:off x="5130825" y="1769404"/>
              <a:ext cx="600889" cy="236148"/>
            </a:xfrm>
            <a:prstGeom prst="rect">
              <a:avLst/>
            </a:prstGeom>
            <a:noFill/>
          </p:spPr>
          <p:txBody>
            <a:bodyPr wrap="none" rtlCol="0">
              <a:spAutoFit/>
            </a:bodyPr>
            <a:lstStyle/>
            <a:p>
              <a:pPr algn="ctr"/>
              <a:r>
                <a:rPr lang="en-US" sz="850" err="1">
                  <a:ln/>
                  <a:solidFill>
                    <a:srgbClr val="000000"/>
                  </a:solidFill>
                  <a:latin typeface="Arial"/>
                  <a:cs typeface="Arial"/>
                  <a:sym typeface="Arial"/>
                  <a:rtl val="0"/>
                </a:rPr>
                <a:t>p.adjust</a:t>
              </a:r>
              <a:endParaRPr lang="en-US" sz="850">
                <a:ln/>
                <a:solidFill>
                  <a:srgbClr val="000000"/>
                </a:solidFill>
                <a:latin typeface="Arial"/>
                <a:cs typeface="Arial"/>
                <a:sym typeface="Arial"/>
                <a:rtl val="0"/>
              </a:endParaRPr>
            </a:p>
          </p:txBody>
        </p:sp>
        <p:pic>
          <p:nvPicPr>
            <p:cNvPr id="364" name="Picture 363">
              <a:extLst>
                <a:ext uri="{FF2B5EF4-FFF2-40B4-BE49-F238E27FC236}">
                  <a16:creationId xmlns:a16="http://schemas.microsoft.com/office/drawing/2014/main" id="{F03FF9E9-918B-E607-666D-76C53E0B8D8B}"/>
                </a:ext>
              </a:extLst>
            </p:cNvPr>
            <p:cNvPicPr>
              <a:picLocks noChangeAspect="1"/>
            </p:cNvPicPr>
            <p:nvPr/>
          </p:nvPicPr>
          <p:blipFill>
            <a:blip r:embed="rId3"/>
            <a:stretch>
              <a:fillRect/>
            </a:stretch>
          </p:blipFill>
          <p:spPr>
            <a:xfrm>
              <a:off x="5186624" y="1961372"/>
              <a:ext cx="219455" cy="1097280"/>
            </a:xfrm>
            <a:custGeom>
              <a:avLst/>
              <a:gdLst>
                <a:gd name="csX0" fmla="*/ 0 w 219455"/>
                <a:gd name="csY0" fmla="*/ 0 h 1097280"/>
                <a:gd name="csX1" fmla="*/ 219456 w 219455"/>
                <a:gd name="csY1" fmla="*/ 0 h 1097280"/>
                <a:gd name="csX2" fmla="*/ 219456 w 219455"/>
                <a:gd name="csY2" fmla="*/ 1097280 h 1097280"/>
                <a:gd name="csX3" fmla="*/ 0 w 219455"/>
                <a:gd name="csY3" fmla="*/ 1097280 h 1097280"/>
              </a:gdLst>
              <a:ahLst/>
              <a:cxnLst>
                <a:cxn ang="0">
                  <a:pos x="csX0" y="csY0"/>
                </a:cxn>
                <a:cxn ang="0">
                  <a:pos x="csX1" y="csY1"/>
                </a:cxn>
                <a:cxn ang="0">
                  <a:pos x="csX2" y="csY2"/>
                </a:cxn>
                <a:cxn ang="0">
                  <a:pos x="csX3" y="csY3"/>
                </a:cxn>
              </a:cxnLst>
              <a:rect l="l" t="t" r="r" b="b"/>
              <a:pathLst>
                <a:path w="219455" h="1097280">
                  <a:moveTo>
                    <a:pt x="0" y="0"/>
                  </a:moveTo>
                  <a:lnTo>
                    <a:pt x="219456" y="0"/>
                  </a:lnTo>
                  <a:lnTo>
                    <a:pt x="219456" y="1097280"/>
                  </a:lnTo>
                  <a:lnTo>
                    <a:pt x="0" y="1097280"/>
                  </a:lnTo>
                  <a:close/>
                </a:path>
              </a:pathLst>
            </a:custGeom>
          </p:spPr>
        </p:pic>
        <p:sp>
          <p:nvSpPr>
            <p:cNvPr id="365" name="Freeform 364">
              <a:extLst>
                <a:ext uri="{FF2B5EF4-FFF2-40B4-BE49-F238E27FC236}">
                  <a16:creationId xmlns:a16="http://schemas.microsoft.com/office/drawing/2014/main" id="{B5EB3479-C118-6980-754E-2C66875005B8}"/>
                </a:ext>
              </a:extLst>
            </p:cNvPr>
            <p:cNvSpPr/>
            <p:nvPr/>
          </p:nvSpPr>
          <p:spPr>
            <a:xfrm>
              <a:off x="5362265" y="2236835"/>
              <a:ext cx="43815" cy="12700"/>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512"/>
            </a:p>
          </p:txBody>
        </p:sp>
        <p:sp>
          <p:nvSpPr>
            <p:cNvPr id="366" name="Freeform 365">
              <a:extLst>
                <a:ext uri="{FF2B5EF4-FFF2-40B4-BE49-F238E27FC236}">
                  <a16:creationId xmlns:a16="http://schemas.microsoft.com/office/drawing/2014/main" id="{5AD77DAB-402F-F3C1-640C-DB7587CB064E}"/>
                </a:ext>
              </a:extLst>
            </p:cNvPr>
            <p:cNvSpPr/>
            <p:nvPr/>
          </p:nvSpPr>
          <p:spPr>
            <a:xfrm>
              <a:off x="5362265" y="2511154"/>
              <a:ext cx="43815" cy="12700"/>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512"/>
            </a:p>
          </p:txBody>
        </p:sp>
        <p:sp>
          <p:nvSpPr>
            <p:cNvPr id="367" name="Freeform 366">
              <a:extLst>
                <a:ext uri="{FF2B5EF4-FFF2-40B4-BE49-F238E27FC236}">
                  <a16:creationId xmlns:a16="http://schemas.microsoft.com/office/drawing/2014/main" id="{7612B568-2FAA-DFC2-3F7A-9F6160630CA1}"/>
                </a:ext>
              </a:extLst>
            </p:cNvPr>
            <p:cNvSpPr/>
            <p:nvPr/>
          </p:nvSpPr>
          <p:spPr>
            <a:xfrm>
              <a:off x="5362265" y="2785348"/>
              <a:ext cx="43815" cy="12700"/>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512"/>
            </a:p>
          </p:txBody>
        </p:sp>
        <p:sp>
          <p:nvSpPr>
            <p:cNvPr id="368" name="Freeform 367">
              <a:extLst>
                <a:ext uri="{FF2B5EF4-FFF2-40B4-BE49-F238E27FC236}">
                  <a16:creationId xmlns:a16="http://schemas.microsoft.com/office/drawing/2014/main" id="{A881501C-5430-B57B-F45D-F473CABCBD82}"/>
                </a:ext>
              </a:extLst>
            </p:cNvPr>
            <p:cNvSpPr/>
            <p:nvPr/>
          </p:nvSpPr>
          <p:spPr>
            <a:xfrm>
              <a:off x="5186624" y="2236835"/>
              <a:ext cx="43941" cy="12700"/>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512"/>
            </a:p>
          </p:txBody>
        </p:sp>
        <p:sp>
          <p:nvSpPr>
            <p:cNvPr id="369" name="Freeform 368">
              <a:extLst>
                <a:ext uri="{FF2B5EF4-FFF2-40B4-BE49-F238E27FC236}">
                  <a16:creationId xmlns:a16="http://schemas.microsoft.com/office/drawing/2014/main" id="{8783BCD9-6855-E0C5-EDEA-A68C3EDA18B2}"/>
                </a:ext>
              </a:extLst>
            </p:cNvPr>
            <p:cNvSpPr/>
            <p:nvPr/>
          </p:nvSpPr>
          <p:spPr>
            <a:xfrm>
              <a:off x="5186624" y="2511154"/>
              <a:ext cx="43941" cy="12700"/>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512"/>
            </a:p>
          </p:txBody>
        </p:sp>
        <p:sp>
          <p:nvSpPr>
            <p:cNvPr id="370" name="Freeform 369">
              <a:extLst>
                <a:ext uri="{FF2B5EF4-FFF2-40B4-BE49-F238E27FC236}">
                  <a16:creationId xmlns:a16="http://schemas.microsoft.com/office/drawing/2014/main" id="{4F1435BA-8BFC-765B-C0CE-09B60FD7DF19}"/>
                </a:ext>
              </a:extLst>
            </p:cNvPr>
            <p:cNvSpPr/>
            <p:nvPr/>
          </p:nvSpPr>
          <p:spPr>
            <a:xfrm>
              <a:off x="5186624" y="2785348"/>
              <a:ext cx="43941" cy="12700"/>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512"/>
            </a:p>
          </p:txBody>
        </p:sp>
        <p:sp>
          <p:nvSpPr>
            <p:cNvPr id="371" name="TextBox 370">
              <a:extLst>
                <a:ext uri="{FF2B5EF4-FFF2-40B4-BE49-F238E27FC236}">
                  <a16:creationId xmlns:a16="http://schemas.microsoft.com/office/drawing/2014/main" id="{D9A96B64-E3EE-A810-1BA6-14FDB34EBF64}"/>
                </a:ext>
              </a:extLst>
            </p:cNvPr>
            <p:cNvSpPr txBox="1"/>
            <p:nvPr/>
          </p:nvSpPr>
          <p:spPr>
            <a:xfrm>
              <a:off x="5390254" y="2129946"/>
              <a:ext cx="5126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0.0005</a:t>
              </a:r>
            </a:p>
          </p:txBody>
        </p:sp>
        <p:sp>
          <p:nvSpPr>
            <p:cNvPr id="372" name="TextBox 371">
              <a:extLst>
                <a:ext uri="{FF2B5EF4-FFF2-40B4-BE49-F238E27FC236}">
                  <a16:creationId xmlns:a16="http://schemas.microsoft.com/office/drawing/2014/main" id="{87523874-A7BC-6EBB-6C46-6CB10DFD0C09}"/>
                </a:ext>
              </a:extLst>
            </p:cNvPr>
            <p:cNvSpPr txBox="1"/>
            <p:nvPr/>
          </p:nvSpPr>
          <p:spPr>
            <a:xfrm>
              <a:off x="5390253" y="2404266"/>
              <a:ext cx="5126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0.0010</a:t>
              </a:r>
              <a:endParaRPr lang="en-US" sz="567">
                <a:ln/>
                <a:solidFill>
                  <a:srgbClr val="000000"/>
                </a:solidFill>
                <a:latin typeface="Arial"/>
                <a:cs typeface="Arial"/>
                <a:sym typeface="Arial"/>
                <a:rtl val="0"/>
              </a:endParaRPr>
            </a:p>
          </p:txBody>
        </p:sp>
        <p:sp>
          <p:nvSpPr>
            <p:cNvPr id="373" name="TextBox 372">
              <a:extLst>
                <a:ext uri="{FF2B5EF4-FFF2-40B4-BE49-F238E27FC236}">
                  <a16:creationId xmlns:a16="http://schemas.microsoft.com/office/drawing/2014/main" id="{E52117C5-F6FC-3FB9-F2BE-62E689043DFB}"/>
                </a:ext>
              </a:extLst>
            </p:cNvPr>
            <p:cNvSpPr txBox="1"/>
            <p:nvPr/>
          </p:nvSpPr>
          <p:spPr>
            <a:xfrm>
              <a:off x="5390253" y="2678459"/>
              <a:ext cx="5126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0.0015</a:t>
              </a:r>
              <a:endParaRPr lang="en-US" sz="567">
                <a:ln/>
                <a:solidFill>
                  <a:srgbClr val="000000"/>
                </a:solidFill>
                <a:latin typeface="Arial"/>
                <a:cs typeface="Arial"/>
                <a:sym typeface="Arial"/>
                <a:rtl val="0"/>
              </a:endParaRPr>
            </a:p>
          </p:txBody>
        </p:sp>
        <p:sp>
          <p:nvSpPr>
            <p:cNvPr id="374" name="Freeform 373">
              <a:extLst>
                <a:ext uri="{FF2B5EF4-FFF2-40B4-BE49-F238E27FC236}">
                  <a16:creationId xmlns:a16="http://schemas.microsoft.com/office/drawing/2014/main" id="{F12769F0-5BF6-0DC3-0DD7-2CE25A3A82F8}"/>
                </a:ext>
              </a:extLst>
            </p:cNvPr>
            <p:cNvSpPr/>
            <p:nvPr/>
          </p:nvSpPr>
          <p:spPr>
            <a:xfrm>
              <a:off x="5117028" y="3267440"/>
              <a:ext cx="600583" cy="1051052"/>
            </a:xfrm>
            <a:custGeom>
              <a:avLst/>
              <a:gdLst>
                <a:gd name="csX0" fmla="*/ 0 w 600583"/>
                <a:gd name="csY0" fmla="*/ 0 h 1051052"/>
                <a:gd name="csX1" fmla="*/ 600583 w 600583"/>
                <a:gd name="csY1" fmla="*/ 0 h 1051052"/>
                <a:gd name="csX2" fmla="*/ 600583 w 600583"/>
                <a:gd name="csY2" fmla="*/ 1051052 h 1051052"/>
                <a:gd name="csX3" fmla="*/ 0 w 600583"/>
                <a:gd name="csY3" fmla="*/ 1051052 h 1051052"/>
              </a:gdLst>
              <a:ahLst/>
              <a:cxnLst>
                <a:cxn ang="0">
                  <a:pos x="csX0" y="csY0"/>
                </a:cxn>
                <a:cxn ang="0">
                  <a:pos x="csX1" y="csY1"/>
                </a:cxn>
                <a:cxn ang="0">
                  <a:pos x="csX2" y="csY2"/>
                </a:cxn>
                <a:cxn ang="0">
                  <a:pos x="csX3" y="csY3"/>
                </a:cxn>
              </a:cxnLst>
              <a:rect l="l" t="t" r="r" b="b"/>
              <a:pathLst>
                <a:path w="600583" h="1051052">
                  <a:moveTo>
                    <a:pt x="0" y="0"/>
                  </a:moveTo>
                  <a:lnTo>
                    <a:pt x="600583" y="0"/>
                  </a:lnTo>
                  <a:lnTo>
                    <a:pt x="600583" y="1051052"/>
                  </a:lnTo>
                  <a:lnTo>
                    <a:pt x="0" y="1051052"/>
                  </a:lnTo>
                  <a:close/>
                </a:path>
              </a:pathLst>
            </a:custGeom>
            <a:solidFill>
              <a:srgbClr val="FFFFFF"/>
            </a:solidFill>
            <a:ln w="13589" cap="rnd">
              <a:noFill/>
              <a:prstDash val="solid"/>
              <a:round/>
            </a:ln>
          </p:spPr>
          <p:txBody>
            <a:bodyPr/>
            <a:lstStyle/>
            <a:p>
              <a:pPr algn="ctr"/>
              <a:endParaRPr lang="en-US" sz="1512"/>
            </a:p>
          </p:txBody>
        </p:sp>
        <p:sp>
          <p:nvSpPr>
            <p:cNvPr id="375" name="TextBox 374">
              <a:extLst>
                <a:ext uri="{FF2B5EF4-FFF2-40B4-BE49-F238E27FC236}">
                  <a16:creationId xmlns:a16="http://schemas.microsoft.com/office/drawing/2014/main" id="{992714CC-1C32-85C1-F071-804DF806816D}"/>
                </a:ext>
              </a:extLst>
            </p:cNvPr>
            <p:cNvSpPr txBox="1"/>
            <p:nvPr/>
          </p:nvSpPr>
          <p:spPr>
            <a:xfrm>
              <a:off x="5120921" y="3133391"/>
              <a:ext cx="504189"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Count</a:t>
              </a:r>
              <a:endParaRPr lang="en-US" sz="756">
                <a:ln/>
                <a:solidFill>
                  <a:srgbClr val="000000"/>
                </a:solidFill>
                <a:latin typeface="Arial"/>
                <a:cs typeface="Arial"/>
                <a:sym typeface="Arial"/>
                <a:rtl val="0"/>
              </a:endParaRPr>
            </a:p>
          </p:txBody>
        </p:sp>
        <p:sp>
          <p:nvSpPr>
            <p:cNvPr id="376" name="Freeform 375">
              <a:extLst>
                <a:ext uri="{FF2B5EF4-FFF2-40B4-BE49-F238E27FC236}">
                  <a16:creationId xmlns:a16="http://schemas.microsoft.com/office/drawing/2014/main" id="{816D7F04-7698-9E80-42EB-82D9FB4B18CF}"/>
                </a:ext>
              </a:extLst>
            </p:cNvPr>
            <p:cNvSpPr/>
            <p:nvPr/>
          </p:nvSpPr>
          <p:spPr>
            <a:xfrm>
              <a:off x="5186624" y="3341496"/>
              <a:ext cx="267588" cy="219456"/>
            </a:xfrm>
            <a:custGeom>
              <a:avLst/>
              <a:gdLst>
                <a:gd name="csX0" fmla="*/ 0 w 267588"/>
                <a:gd name="csY0" fmla="*/ 0 h 219456"/>
                <a:gd name="csX1" fmla="*/ 267589 w 267588"/>
                <a:gd name="csY1" fmla="*/ 0 h 219456"/>
                <a:gd name="csX2" fmla="*/ 267589 w 267588"/>
                <a:gd name="csY2" fmla="*/ 219456 h 219456"/>
                <a:gd name="csX3" fmla="*/ 0 w 267588"/>
                <a:gd name="csY3" fmla="*/ 219456 h 219456"/>
              </a:gdLst>
              <a:ahLst/>
              <a:cxnLst>
                <a:cxn ang="0">
                  <a:pos x="csX0" y="csY0"/>
                </a:cxn>
                <a:cxn ang="0">
                  <a:pos x="csX1" y="csY1"/>
                </a:cxn>
                <a:cxn ang="0">
                  <a:pos x="csX2" y="csY2"/>
                </a:cxn>
                <a:cxn ang="0">
                  <a:pos x="csX3" y="csY3"/>
                </a:cxn>
              </a:cxnLst>
              <a:rect l="l" t="t" r="r" b="b"/>
              <a:pathLst>
                <a:path w="267588" h="219456">
                  <a:moveTo>
                    <a:pt x="0" y="0"/>
                  </a:moveTo>
                  <a:lnTo>
                    <a:pt x="267589" y="0"/>
                  </a:lnTo>
                  <a:lnTo>
                    <a:pt x="267589" y="219456"/>
                  </a:lnTo>
                  <a:lnTo>
                    <a:pt x="0" y="219456"/>
                  </a:lnTo>
                  <a:close/>
                </a:path>
              </a:pathLst>
            </a:custGeom>
            <a:solidFill>
              <a:srgbClr val="FFFFFF"/>
            </a:solidFill>
            <a:ln w="13589" cap="rnd">
              <a:noFill/>
              <a:prstDash val="solid"/>
              <a:round/>
            </a:ln>
          </p:spPr>
          <p:txBody>
            <a:bodyPr/>
            <a:lstStyle/>
            <a:p>
              <a:pPr algn="ctr"/>
              <a:endParaRPr lang="en-US" sz="1512"/>
            </a:p>
          </p:txBody>
        </p:sp>
        <p:sp>
          <p:nvSpPr>
            <p:cNvPr id="377" name="Freeform 376">
              <a:extLst>
                <a:ext uri="{FF2B5EF4-FFF2-40B4-BE49-F238E27FC236}">
                  <a16:creationId xmlns:a16="http://schemas.microsoft.com/office/drawing/2014/main" id="{E2749694-8417-2234-1623-BA9B7FCC5AB3}"/>
                </a:ext>
              </a:extLst>
            </p:cNvPr>
            <p:cNvSpPr/>
            <p:nvPr/>
          </p:nvSpPr>
          <p:spPr>
            <a:xfrm>
              <a:off x="5257109" y="3387978"/>
              <a:ext cx="126492" cy="126491"/>
            </a:xfrm>
            <a:custGeom>
              <a:avLst/>
              <a:gdLst>
                <a:gd name="csX0" fmla="*/ 126492 w 126492"/>
                <a:gd name="csY0" fmla="*/ 63246 h 126491"/>
                <a:gd name="csX1" fmla="*/ 63246 w 126492"/>
                <a:gd name="csY1" fmla="*/ 126492 h 126491"/>
                <a:gd name="csX2" fmla="*/ 0 w 126492"/>
                <a:gd name="csY2" fmla="*/ 63246 h 126491"/>
                <a:gd name="csX3" fmla="*/ 63246 w 126492"/>
                <a:gd name="csY3" fmla="*/ 0 h 126491"/>
                <a:gd name="csX4" fmla="*/ 126492 w 126492"/>
                <a:gd name="csY4" fmla="*/ 63246 h 126491"/>
              </a:gdLst>
              <a:ahLst/>
              <a:cxnLst>
                <a:cxn ang="0">
                  <a:pos x="csX0" y="csY0"/>
                </a:cxn>
                <a:cxn ang="0">
                  <a:pos x="csX1" y="csY1"/>
                </a:cxn>
                <a:cxn ang="0">
                  <a:pos x="csX2" y="csY2"/>
                </a:cxn>
                <a:cxn ang="0">
                  <a:pos x="csX3" y="csY3"/>
                </a:cxn>
                <a:cxn ang="0">
                  <a:pos x="csX4" y="csY4"/>
                </a:cxn>
              </a:cxnLst>
              <a:rect l="l" t="t" r="r" b="b"/>
              <a:pathLst>
                <a:path w="126492" h="126491">
                  <a:moveTo>
                    <a:pt x="126492" y="63246"/>
                  </a:moveTo>
                  <a:cubicBezTo>
                    <a:pt x="126492" y="98176"/>
                    <a:pt x="98176" y="126492"/>
                    <a:pt x="63246" y="126492"/>
                  </a:cubicBezTo>
                  <a:cubicBezTo>
                    <a:pt x="28316" y="126492"/>
                    <a:pt x="0" y="98176"/>
                    <a:pt x="0" y="63246"/>
                  </a:cubicBezTo>
                  <a:cubicBezTo>
                    <a:pt x="0" y="28316"/>
                    <a:pt x="28316" y="0"/>
                    <a:pt x="63246" y="0"/>
                  </a:cubicBezTo>
                  <a:cubicBezTo>
                    <a:pt x="98175" y="0"/>
                    <a:pt x="126492" y="28316"/>
                    <a:pt x="126492" y="63246"/>
                  </a:cubicBezTo>
                  <a:close/>
                </a:path>
              </a:pathLst>
            </a:custGeom>
            <a:noFill/>
            <a:ln w="9017" cap="rnd">
              <a:solidFill>
                <a:srgbClr val="000000"/>
              </a:solidFill>
              <a:prstDash val="solid"/>
              <a:round/>
            </a:ln>
          </p:spPr>
          <p:txBody>
            <a:bodyPr/>
            <a:lstStyle/>
            <a:p>
              <a:pPr algn="ctr"/>
              <a:endParaRPr lang="en-US" sz="1512"/>
            </a:p>
          </p:txBody>
        </p:sp>
        <p:sp>
          <p:nvSpPr>
            <p:cNvPr id="378" name="Freeform 377">
              <a:extLst>
                <a:ext uri="{FF2B5EF4-FFF2-40B4-BE49-F238E27FC236}">
                  <a16:creationId xmlns:a16="http://schemas.microsoft.com/office/drawing/2014/main" id="{3DD1FCE8-9745-5F83-FEC2-B1C2D72D0D56}"/>
                </a:ext>
              </a:extLst>
            </p:cNvPr>
            <p:cNvSpPr/>
            <p:nvPr/>
          </p:nvSpPr>
          <p:spPr>
            <a:xfrm>
              <a:off x="5186624" y="3560952"/>
              <a:ext cx="267588" cy="225806"/>
            </a:xfrm>
            <a:custGeom>
              <a:avLst/>
              <a:gdLst>
                <a:gd name="csX0" fmla="*/ 0 w 267588"/>
                <a:gd name="csY0" fmla="*/ 0 h 225806"/>
                <a:gd name="csX1" fmla="*/ 267589 w 267588"/>
                <a:gd name="csY1" fmla="*/ 0 h 225806"/>
                <a:gd name="csX2" fmla="*/ 267589 w 267588"/>
                <a:gd name="csY2" fmla="*/ 225806 h 225806"/>
                <a:gd name="csX3" fmla="*/ 0 w 267588"/>
                <a:gd name="csY3" fmla="*/ 225806 h 225806"/>
              </a:gdLst>
              <a:ahLst/>
              <a:cxnLst>
                <a:cxn ang="0">
                  <a:pos x="csX0" y="csY0"/>
                </a:cxn>
                <a:cxn ang="0">
                  <a:pos x="csX1" y="csY1"/>
                </a:cxn>
                <a:cxn ang="0">
                  <a:pos x="csX2" y="csY2"/>
                </a:cxn>
                <a:cxn ang="0">
                  <a:pos x="csX3" y="csY3"/>
                </a:cxn>
              </a:cxnLst>
              <a:rect l="l" t="t" r="r" b="b"/>
              <a:pathLst>
                <a:path w="267588" h="225806">
                  <a:moveTo>
                    <a:pt x="0" y="0"/>
                  </a:moveTo>
                  <a:lnTo>
                    <a:pt x="267589" y="0"/>
                  </a:lnTo>
                  <a:lnTo>
                    <a:pt x="267589" y="225806"/>
                  </a:lnTo>
                  <a:lnTo>
                    <a:pt x="0" y="225806"/>
                  </a:lnTo>
                  <a:close/>
                </a:path>
              </a:pathLst>
            </a:custGeom>
            <a:solidFill>
              <a:srgbClr val="FFFFFF"/>
            </a:solidFill>
            <a:ln w="13589" cap="rnd">
              <a:noFill/>
              <a:prstDash val="solid"/>
              <a:round/>
            </a:ln>
          </p:spPr>
          <p:txBody>
            <a:bodyPr/>
            <a:lstStyle/>
            <a:p>
              <a:pPr algn="ctr"/>
              <a:endParaRPr lang="en-US" sz="1512"/>
            </a:p>
          </p:txBody>
        </p:sp>
        <p:sp>
          <p:nvSpPr>
            <p:cNvPr id="379" name="Freeform 378">
              <a:extLst>
                <a:ext uri="{FF2B5EF4-FFF2-40B4-BE49-F238E27FC236}">
                  <a16:creationId xmlns:a16="http://schemas.microsoft.com/office/drawing/2014/main" id="{6120FC1F-7734-1C60-C38B-610CF009D16C}"/>
                </a:ext>
              </a:extLst>
            </p:cNvPr>
            <p:cNvSpPr/>
            <p:nvPr/>
          </p:nvSpPr>
          <p:spPr>
            <a:xfrm>
              <a:off x="5230820" y="3584320"/>
              <a:ext cx="179070" cy="179070"/>
            </a:xfrm>
            <a:custGeom>
              <a:avLst/>
              <a:gdLst>
                <a:gd name="csX0" fmla="*/ 179070 w 179070"/>
                <a:gd name="csY0" fmla="*/ 89535 h 179070"/>
                <a:gd name="csX1" fmla="*/ 89535 w 179070"/>
                <a:gd name="csY1" fmla="*/ 179070 h 179070"/>
                <a:gd name="csX2" fmla="*/ 0 w 179070"/>
                <a:gd name="csY2" fmla="*/ 89535 h 179070"/>
                <a:gd name="csX3" fmla="*/ 89535 w 179070"/>
                <a:gd name="csY3" fmla="*/ 0 h 179070"/>
                <a:gd name="csX4" fmla="*/ 179070 w 179070"/>
                <a:gd name="csY4" fmla="*/ 89535 h 179070"/>
              </a:gdLst>
              <a:ahLst/>
              <a:cxnLst>
                <a:cxn ang="0">
                  <a:pos x="csX0" y="csY0"/>
                </a:cxn>
                <a:cxn ang="0">
                  <a:pos x="csX1" y="csY1"/>
                </a:cxn>
                <a:cxn ang="0">
                  <a:pos x="csX2" y="csY2"/>
                </a:cxn>
                <a:cxn ang="0">
                  <a:pos x="csX3" y="csY3"/>
                </a:cxn>
                <a:cxn ang="0">
                  <a:pos x="csX4" y="csY4"/>
                </a:cxn>
              </a:cxnLst>
              <a:rect l="l" t="t" r="r" b="b"/>
              <a:pathLst>
                <a:path w="179070" h="179070">
                  <a:moveTo>
                    <a:pt x="179070" y="89535"/>
                  </a:moveTo>
                  <a:cubicBezTo>
                    <a:pt x="179070" y="138984"/>
                    <a:pt x="138984" y="179070"/>
                    <a:pt x="89535" y="179070"/>
                  </a:cubicBezTo>
                  <a:cubicBezTo>
                    <a:pt x="40086" y="179070"/>
                    <a:pt x="0" y="138984"/>
                    <a:pt x="0" y="89535"/>
                  </a:cubicBezTo>
                  <a:cubicBezTo>
                    <a:pt x="0" y="40086"/>
                    <a:pt x="40087" y="0"/>
                    <a:pt x="89535" y="0"/>
                  </a:cubicBezTo>
                  <a:cubicBezTo>
                    <a:pt x="138984" y="0"/>
                    <a:pt x="179070" y="40086"/>
                    <a:pt x="179070" y="89535"/>
                  </a:cubicBezTo>
                  <a:close/>
                </a:path>
              </a:pathLst>
            </a:custGeom>
            <a:noFill/>
            <a:ln w="9017" cap="rnd">
              <a:solidFill>
                <a:srgbClr val="000000"/>
              </a:solidFill>
              <a:prstDash val="solid"/>
              <a:round/>
            </a:ln>
          </p:spPr>
          <p:txBody>
            <a:bodyPr/>
            <a:lstStyle/>
            <a:p>
              <a:pPr algn="ctr"/>
              <a:endParaRPr lang="en-US" sz="1512"/>
            </a:p>
          </p:txBody>
        </p:sp>
        <p:sp>
          <p:nvSpPr>
            <p:cNvPr id="380" name="Freeform 379">
              <a:extLst>
                <a:ext uri="{FF2B5EF4-FFF2-40B4-BE49-F238E27FC236}">
                  <a16:creationId xmlns:a16="http://schemas.microsoft.com/office/drawing/2014/main" id="{012CB745-FC1B-81E3-4ABA-750AD0ADAF4E}"/>
                </a:ext>
              </a:extLst>
            </p:cNvPr>
            <p:cNvSpPr/>
            <p:nvPr/>
          </p:nvSpPr>
          <p:spPr>
            <a:xfrm>
              <a:off x="5186624" y="3786758"/>
              <a:ext cx="267588" cy="267588"/>
            </a:xfrm>
            <a:custGeom>
              <a:avLst/>
              <a:gdLst>
                <a:gd name="csX0" fmla="*/ 0 w 267588"/>
                <a:gd name="csY0" fmla="*/ 0 h 267588"/>
                <a:gd name="csX1" fmla="*/ 267589 w 267588"/>
                <a:gd name="csY1" fmla="*/ 0 h 267588"/>
                <a:gd name="csX2" fmla="*/ 267589 w 267588"/>
                <a:gd name="csY2" fmla="*/ 267589 h 267588"/>
                <a:gd name="csX3" fmla="*/ 0 w 267588"/>
                <a:gd name="csY3" fmla="*/ 267589 h 267588"/>
              </a:gdLst>
              <a:ahLst/>
              <a:cxnLst>
                <a:cxn ang="0">
                  <a:pos x="csX0" y="csY0"/>
                </a:cxn>
                <a:cxn ang="0">
                  <a:pos x="csX1" y="csY1"/>
                </a:cxn>
                <a:cxn ang="0">
                  <a:pos x="csX2" y="csY2"/>
                </a:cxn>
                <a:cxn ang="0">
                  <a:pos x="csX3" y="csY3"/>
                </a:cxn>
              </a:cxnLst>
              <a:rect l="l" t="t" r="r" b="b"/>
              <a:pathLst>
                <a:path w="267588" h="267588">
                  <a:moveTo>
                    <a:pt x="0" y="0"/>
                  </a:moveTo>
                  <a:lnTo>
                    <a:pt x="267589" y="0"/>
                  </a:lnTo>
                  <a:lnTo>
                    <a:pt x="267589" y="267589"/>
                  </a:lnTo>
                  <a:lnTo>
                    <a:pt x="0" y="267589"/>
                  </a:lnTo>
                  <a:close/>
                </a:path>
              </a:pathLst>
            </a:custGeom>
            <a:solidFill>
              <a:srgbClr val="FFFFFF"/>
            </a:solidFill>
            <a:ln w="13589" cap="rnd">
              <a:noFill/>
              <a:prstDash val="solid"/>
              <a:round/>
            </a:ln>
          </p:spPr>
          <p:txBody>
            <a:bodyPr/>
            <a:lstStyle/>
            <a:p>
              <a:pPr algn="ctr"/>
              <a:endParaRPr lang="en-US" sz="1512"/>
            </a:p>
          </p:txBody>
        </p:sp>
        <p:sp>
          <p:nvSpPr>
            <p:cNvPr id="381" name="Freeform 380">
              <a:extLst>
                <a:ext uri="{FF2B5EF4-FFF2-40B4-BE49-F238E27FC236}">
                  <a16:creationId xmlns:a16="http://schemas.microsoft.com/office/drawing/2014/main" id="{8C6AC238-BBC5-5393-0392-6121AA77BE49}"/>
                </a:ext>
              </a:extLst>
            </p:cNvPr>
            <p:cNvSpPr/>
            <p:nvPr/>
          </p:nvSpPr>
          <p:spPr>
            <a:xfrm>
              <a:off x="5215199" y="3815333"/>
              <a:ext cx="210311" cy="210312"/>
            </a:xfrm>
            <a:custGeom>
              <a:avLst/>
              <a:gdLst>
                <a:gd name="csX0" fmla="*/ 210312 w 210311"/>
                <a:gd name="csY0" fmla="*/ 105156 h 210312"/>
                <a:gd name="csX1" fmla="*/ 105156 w 210311"/>
                <a:gd name="csY1" fmla="*/ 210312 h 210312"/>
                <a:gd name="csX2" fmla="*/ 0 w 210311"/>
                <a:gd name="csY2" fmla="*/ 105156 h 210312"/>
                <a:gd name="csX3" fmla="*/ 105156 w 210311"/>
                <a:gd name="csY3" fmla="*/ 0 h 210312"/>
                <a:gd name="csX4" fmla="*/ 210312 w 210311"/>
                <a:gd name="csY4" fmla="*/ 105156 h 210312"/>
              </a:gdLst>
              <a:ahLst/>
              <a:cxnLst>
                <a:cxn ang="0">
                  <a:pos x="csX0" y="csY0"/>
                </a:cxn>
                <a:cxn ang="0">
                  <a:pos x="csX1" y="csY1"/>
                </a:cxn>
                <a:cxn ang="0">
                  <a:pos x="csX2" y="csY2"/>
                </a:cxn>
                <a:cxn ang="0">
                  <a:pos x="csX3" y="csY3"/>
                </a:cxn>
                <a:cxn ang="0">
                  <a:pos x="csX4" y="csY4"/>
                </a:cxn>
              </a:cxnLst>
              <a:rect l="l" t="t" r="r" b="b"/>
              <a:pathLst>
                <a:path w="210311" h="210312">
                  <a:moveTo>
                    <a:pt x="210312" y="105156"/>
                  </a:moveTo>
                  <a:cubicBezTo>
                    <a:pt x="210312" y="163232"/>
                    <a:pt x="163232" y="210312"/>
                    <a:pt x="105156" y="210312"/>
                  </a:cubicBezTo>
                  <a:cubicBezTo>
                    <a:pt x="47080" y="210312"/>
                    <a:pt x="0" y="163232"/>
                    <a:pt x="0" y="105156"/>
                  </a:cubicBezTo>
                  <a:cubicBezTo>
                    <a:pt x="0" y="47080"/>
                    <a:pt x="47080" y="0"/>
                    <a:pt x="105156" y="0"/>
                  </a:cubicBezTo>
                  <a:cubicBezTo>
                    <a:pt x="163232" y="0"/>
                    <a:pt x="210312" y="47080"/>
                    <a:pt x="210312" y="105156"/>
                  </a:cubicBezTo>
                  <a:close/>
                </a:path>
              </a:pathLst>
            </a:custGeom>
            <a:noFill/>
            <a:ln w="9017" cap="rnd">
              <a:solidFill>
                <a:srgbClr val="000000"/>
              </a:solidFill>
              <a:prstDash val="solid"/>
              <a:round/>
            </a:ln>
          </p:spPr>
          <p:txBody>
            <a:bodyPr/>
            <a:lstStyle/>
            <a:p>
              <a:pPr algn="ctr"/>
              <a:endParaRPr lang="en-US" sz="1512"/>
            </a:p>
          </p:txBody>
        </p:sp>
        <p:sp>
          <p:nvSpPr>
            <p:cNvPr id="382" name="TextBox 381">
              <a:extLst>
                <a:ext uri="{FF2B5EF4-FFF2-40B4-BE49-F238E27FC236}">
                  <a16:creationId xmlns:a16="http://schemas.microsoft.com/office/drawing/2014/main" id="{E0809E50-61E3-BB39-9F4D-E33BBD5887A3}"/>
                </a:ext>
              </a:extLst>
            </p:cNvPr>
            <p:cNvSpPr txBox="1"/>
            <p:nvPr/>
          </p:nvSpPr>
          <p:spPr>
            <a:xfrm>
              <a:off x="5428331" y="3344335"/>
              <a:ext cx="2531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a:t>
              </a:r>
            </a:p>
          </p:txBody>
        </p:sp>
        <p:sp>
          <p:nvSpPr>
            <p:cNvPr id="383" name="TextBox 382">
              <a:extLst>
                <a:ext uri="{FF2B5EF4-FFF2-40B4-BE49-F238E27FC236}">
                  <a16:creationId xmlns:a16="http://schemas.microsoft.com/office/drawing/2014/main" id="{98A20B85-18D4-D21D-78F6-B39C8F451F7B}"/>
                </a:ext>
              </a:extLst>
            </p:cNvPr>
            <p:cNvSpPr txBox="1"/>
            <p:nvPr/>
          </p:nvSpPr>
          <p:spPr>
            <a:xfrm>
              <a:off x="5397317" y="3566966"/>
              <a:ext cx="31079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a:t>
              </a:r>
            </a:p>
          </p:txBody>
        </p:sp>
        <p:sp>
          <p:nvSpPr>
            <p:cNvPr id="384" name="TextBox 383">
              <a:extLst>
                <a:ext uri="{FF2B5EF4-FFF2-40B4-BE49-F238E27FC236}">
                  <a16:creationId xmlns:a16="http://schemas.microsoft.com/office/drawing/2014/main" id="{9569BC29-29D9-D734-CA3C-BB6985E8CDF4}"/>
                </a:ext>
              </a:extLst>
            </p:cNvPr>
            <p:cNvSpPr txBox="1"/>
            <p:nvPr/>
          </p:nvSpPr>
          <p:spPr>
            <a:xfrm>
              <a:off x="5397317" y="3813600"/>
              <a:ext cx="31079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15</a:t>
              </a:r>
            </a:p>
          </p:txBody>
        </p:sp>
        <p:sp>
          <p:nvSpPr>
            <p:cNvPr id="385" name="TextBox 384">
              <a:extLst>
                <a:ext uri="{FF2B5EF4-FFF2-40B4-BE49-F238E27FC236}">
                  <a16:creationId xmlns:a16="http://schemas.microsoft.com/office/drawing/2014/main" id="{DE9D7FD0-EBB8-2B60-0211-0BA1CBCE76F1}"/>
                </a:ext>
              </a:extLst>
            </p:cNvPr>
            <p:cNvSpPr txBox="1"/>
            <p:nvPr/>
          </p:nvSpPr>
          <p:spPr>
            <a:xfrm>
              <a:off x="3346139" y="1703693"/>
              <a:ext cx="1708559" cy="282428"/>
            </a:xfrm>
            <a:prstGeom prst="rect">
              <a:avLst/>
            </a:prstGeom>
            <a:noFill/>
          </p:spPr>
          <p:txBody>
            <a:bodyPr wrap="square" rtlCol="0">
              <a:spAutoFit/>
            </a:bodyPr>
            <a:lstStyle/>
            <a:p>
              <a:pPr algn="ctr"/>
              <a:r>
                <a:rPr lang="en-US" sz="1134" b="1" dirty="0">
                  <a:ln/>
                  <a:solidFill>
                    <a:srgbClr val="000000"/>
                  </a:solidFill>
                  <a:latin typeface="Arial"/>
                  <a:cs typeface="Arial"/>
                  <a:sym typeface="Arial"/>
                  <a:rtl val="0"/>
                </a:rPr>
                <a:t>1_NP</a:t>
              </a:r>
            </a:p>
          </p:txBody>
        </p:sp>
        <p:sp>
          <p:nvSpPr>
            <p:cNvPr id="386" name="TextBox 385">
              <a:extLst>
                <a:ext uri="{FF2B5EF4-FFF2-40B4-BE49-F238E27FC236}">
                  <a16:creationId xmlns:a16="http://schemas.microsoft.com/office/drawing/2014/main" id="{D6B7A821-F1F3-3493-AF3A-47CA84E59A87}"/>
                </a:ext>
              </a:extLst>
            </p:cNvPr>
            <p:cNvSpPr txBox="1"/>
            <p:nvPr/>
          </p:nvSpPr>
          <p:spPr>
            <a:xfrm>
              <a:off x="1134411" y="2601172"/>
              <a:ext cx="2254944"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Negative regulation of forebrain development</a:t>
              </a:r>
            </a:p>
          </p:txBody>
        </p:sp>
      </p:grpSp>
      <p:grpSp>
        <p:nvGrpSpPr>
          <p:cNvPr id="1014" name="Group 1013">
            <a:extLst>
              <a:ext uri="{FF2B5EF4-FFF2-40B4-BE49-F238E27FC236}">
                <a16:creationId xmlns:a16="http://schemas.microsoft.com/office/drawing/2014/main" id="{25AC758A-8CFC-68C0-FEC0-ED40DB681F4C}"/>
              </a:ext>
            </a:extLst>
          </p:cNvPr>
          <p:cNvGrpSpPr/>
          <p:nvPr/>
        </p:nvGrpSpPr>
        <p:grpSpPr>
          <a:xfrm>
            <a:off x="240633" y="4258041"/>
            <a:ext cx="1735988" cy="1898452"/>
            <a:chOff x="232356" y="2349742"/>
            <a:chExt cx="1837204" cy="2009141"/>
          </a:xfrm>
        </p:grpSpPr>
        <p:grpSp>
          <p:nvGrpSpPr>
            <p:cNvPr id="880" name="Graphic 878">
              <a:extLst>
                <a:ext uri="{FF2B5EF4-FFF2-40B4-BE49-F238E27FC236}">
                  <a16:creationId xmlns:a16="http://schemas.microsoft.com/office/drawing/2014/main" id="{0FABC33D-200E-871D-C53B-9FA47DD01CAE}"/>
                </a:ext>
              </a:extLst>
            </p:cNvPr>
            <p:cNvGrpSpPr/>
            <p:nvPr/>
          </p:nvGrpSpPr>
          <p:grpSpPr>
            <a:xfrm>
              <a:off x="232356" y="2349742"/>
              <a:ext cx="1837204" cy="2009141"/>
              <a:chOff x="615378" y="2463068"/>
              <a:chExt cx="1837204" cy="2009141"/>
            </a:xfrm>
          </p:grpSpPr>
          <p:sp>
            <p:nvSpPr>
              <p:cNvPr id="882" name="Freeform 881">
                <a:extLst>
                  <a:ext uri="{FF2B5EF4-FFF2-40B4-BE49-F238E27FC236}">
                    <a16:creationId xmlns:a16="http://schemas.microsoft.com/office/drawing/2014/main" id="{9D3AFA1F-5C1B-048F-DB7C-D991F6930183}"/>
                  </a:ext>
                </a:extLst>
              </p:cNvPr>
              <p:cNvSpPr/>
              <p:nvPr/>
            </p:nvSpPr>
            <p:spPr>
              <a:xfrm>
                <a:off x="623781" y="2463068"/>
                <a:ext cx="1828800" cy="1828800"/>
              </a:xfrm>
              <a:custGeom>
                <a:avLst/>
                <a:gdLst>
                  <a:gd name="csX0" fmla="*/ 0 w 1828800"/>
                  <a:gd name="csY0" fmla="*/ 0 h 1828800"/>
                  <a:gd name="csX1" fmla="*/ 1828800 w 1828800"/>
                  <a:gd name="csY1" fmla="*/ 0 h 1828800"/>
                  <a:gd name="csX2" fmla="*/ 1828800 w 1828800"/>
                  <a:gd name="csY2" fmla="*/ 1828800 h 1828800"/>
                  <a:gd name="csX3" fmla="*/ 0 w 1828800"/>
                  <a:gd name="csY3" fmla="*/ 1828800 h 1828800"/>
                </a:gdLst>
                <a:ahLst/>
                <a:cxnLst>
                  <a:cxn ang="0">
                    <a:pos x="csX0" y="csY0"/>
                  </a:cxn>
                  <a:cxn ang="0">
                    <a:pos x="csX1" y="csY1"/>
                  </a:cxn>
                  <a:cxn ang="0">
                    <a:pos x="csX2" y="csY2"/>
                  </a:cxn>
                  <a:cxn ang="0">
                    <a:pos x="csX3" y="csY3"/>
                  </a:cxn>
                </a:cxnLst>
                <a:rect l="l" t="t" r="r" b="b"/>
                <a:pathLst>
                  <a:path w="1828800" h="1828800">
                    <a:moveTo>
                      <a:pt x="0" y="0"/>
                    </a:moveTo>
                    <a:lnTo>
                      <a:pt x="1828800" y="0"/>
                    </a:lnTo>
                    <a:lnTo>
                      <a:pt x="1828800" y="1828800"/>
                    </a:lnTo>
                    <a:lnTo>
                      <a:pt x="0" y="1828800"/>
                    </a:lnTo>
                    <a:close/>
                  </a:path>
                </a:pathLst>
              </a:custGeom>
              <a:solidFill>
                <a:srgbClr val="FFFFFF"/>
              </a:solidFill>
              <a:ln w="13589" cap="rnd">
                <a:noFill/>
                <a:prstDash val="solid"/>
                <a:round/>
              </a:ln>
            </p:spPr>
            <p:txBody>
              <a:bodyPr/>
              <a:lstStyle/>
              <a:p>
                <a:pPr algn="ctr"/>
                <a:endParaRPr lang="en-US" sz="2646"/>
              </a:p>
            </p:txBody>
          </p:sp>
          <p:sp>
            <p:nvSpPr>
              <p:cNvPr id="881" name="Freeform 880">
                <a:extLst>
                  <a:ext uri="{FF2B5EF4-FFF2-40B4-BE49-F238E27FC236}">
                    <a16:creationId xmlns:a16="http://schemas.microsoft.com/office/drawing/2014/main" id="{A4C7FDBD-08CC-B68E-169A-EC3715BD0831}"/>
                  </a:ext>
                </a:extLst>
              </p:cNvPr>
              <p:cNvSpPr/>
              <p:nvPr/>
            </p:nvSpPr>
            <p:spPr>
              <a:xfrm>
                <a:off x="623782" y="2463068"/>
                <a:ext cx="1828800" cy="1828800"/>
              </a:xfrm>
              <a:custGeom>
                <a:avLst/>
                <a:gdLst>
                  <a:gd name="csX0" fmla="*/ 0 w 1828800"/>
                  <a:gd name="csY0" fmla="*/ 0 h 1828800"/>
                  <a:gd name="csX1" fmla="*/ 1828800 w 1828800"/>
                  <a:gd name="csY1" fmla="*/ 0 h 1828800"/>
                  <a:gd name="csX2" fmla="*/ 1828800 w 1828800"/>
                  <a:gd name="csY2" fmla="*/ 1828800 h 1828800"/>
                  <a:gd name="csX3" fmla="*/ 0 w 1828800"/>
                  <a:gd name="csY3" fmla="*/ 1828800 h 1828800"/>
                </a:gdLst>
                <a:ahLst/>
                <a:cxnLst>
                  <a:cxn ang="0">
                    <a:pos x="csX0" y="csY0"/>
                  </a:cxn>
                  <a:cxn ang="0">
                    <a:pos x="csX1" y="csY1"/>
                  </a:cxn>
                  <a:cxn ang="0">
                    <a:pos x="csX2" y="csY2"/>
                  </a:cxn>
                  <a:cxn ang="0">
                    <a:pos x="csX3" y="csY3"/>
                  </a:cxn>
                </a:cxnLst>
                <a:rect l="l" t="t" r="r" b="b"/>
                <a:pathLst>
                  <a:path w="1828800" h="1828800">
                    <a:moveTo>
                      <a:pt x="0" y="0"/>
                    </a:moveTo>
                    <a:lnTo>
                      <a:pt x="1828800" y="0"/>
                    </a:lnTo>
                    <a:lnTo>
                      <a:pt x="1828800" y="1828800"/>
                    </a:lnTo>
                    <a:lnTo>
                      <a:pt x="0" y="1828800"/>
                    </a:lnTo>
                    <a:close/>
                  </a:path>
                </a:pathLst>
              </a:custGeom>
              <a:solidFill>
                <a:srgbClr val="FFFFFF"/>
              </a:solidFill>
              <a:ln w="12700" cap="rnd">
                <a:noFill/>
                <a:prstDash val="solid"/>
                <a:round/>
              </a:ln>
            </p:spPr>
            <p:txBody>
              <a:bodyPr/>
              <a:lstStyle/>
              <a:p>
                <a:pPr algn="ctr"/>
                <a:endParaRPr lang="en-US" sz="2646"/>
              </a:p>
            </p:txBody>
          </p:sp>
          <p:grpSp>
            <p:nvGrpSpPr>
              <p:cNvPr id="883" name="Graphic 878">
                <a:extLst>
                  <a:ext uri="{FF2B5EF4-FFF2-40B4-BE49-F238E27FC236}">
                    <a16:creationId xmlns:a16="http://schemas.microsoft.com/office/drawing/2014/main" id="{8C7AF821-EEA4-45F2-FF19-5E8D62AE29C3}"/>
                  </a:ext>
                </a:extLst>
              </p:cNvPr>
              <p:cNvGrpSpPr/>
              <p:nvPr/>
            </p:nvGrpSpPr>
            <p:grpSpPr>
              <a:xfrm>
                <a:off x="1137623" y="2489343"/>
                <a:ext cx="1245362" cy="1402474"/>
                <a:chOff x="1137623" y="2489343"/>
                <a:chExt cx="1245362" cy="1402474"/>
              </a:xfrm>
            </p:grpSpPr>
            <p:sp>
              <p:nvSpPr>
                <p:cNvPr id="884" name="Freeform 883">
                  <a:extLst>
                    <a:ext uri="{FF2B5EF4-FFF2-40B4-BE49-F238E27FC236}">
                      <a16:creationId xmlns:a16="http://schemas.microsoft.com/office/drawing/2014/main" id="{6BA443A2-68DD-5A4D-BA02-DE06C523195F}"/>
                    </a:ext>
                  </a:extLst>
                </p:cNvPr>
                <p:cNvSpPr/>
                <p:nvPr/>
              </p:nvSpPr>
              <p:spPr>
                <a:xfrm>
                  <a:off x="1137623" y="3758468"/>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6731" cap="flat">
                  <a:solidFill>
                    <a:srgbClr val="EBEBEB"/>
                  </a:solidFill>
                  <a:prstDash val="solid"/>
                  <a:round/>
                </a:ln>
              </p:spPr>
              <p:txBody>
                <a:bodyPr/>
                <a:lstStyle/>
                <a:p>
                  <a:pPr algn="ctr"/>
                  <a:endParaRPr lang="en-US" sz="2646"/>
                </a:p>
              </p:txBody>
            </p:sp>
            <p:sp>
              <p:nvSpPr>
                <p:cNvPr id="885" name="Freeform 884">
                  <a:extLst>
                    <a:ext uri="{FF2B5EF4-FFF2-40B4-BE49-F238E27FC236}">
                      <a16:creationId xmlns:a16="http://schemas.microsoft.com/office/drawing/2014/main" id="{805B05A4-09EB-71F6-637F-0B4CEF975BEF}"/>
                    </a:ext>
                  </a:extLst>
                </p:cNvPr>
                <p:cNvSpPr/>
                <p:nvPr/>
              </p:nvSpPr>
              <p:spPr>
                <a:xfrm>
                  <a:off x="1137623" y="3425854"/>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6731" cap="flat">
                  <a:solidFill>
                    <a:srgbClr val="EBEBEB"/>
                  </a:solidFill>
                  <a:prstDash val="solid"/>
                  <a:round/>
                </a:ln>
              </p:spPr>
              <p:txBody>
                <a:bodyPr/>
                <a:lstStyle/>
                <a:p>
                  <a:pPr algn="ctr"/>
                  <a:endParaRPr lang="en-US" sz="2646"/>
                </a:p>
              </p:txBody>
            </p:sp>
            <p:sp>
              <p:nvSpPr>
                <p:cNvPr id="886" name="Freeform 885">
                  <a:extLst>
                    <a:ext uri="{FF2B5EF4-FFF2-40B4-BE49-F238E27FC236}">
                      <a16:creationId xmlns:a16="http://schemas.microsoft.com/office/drawing/2014/main" id="{581E629C-6ABC-0B63-455A-9938982FFBD4}"/>
                    </a:ext>
                  </a:extLst>
                </p:cNvPr>
                <p:cNvSpPr/>
                <p:nvPr/>
              </p:nvSpPr>
              <p:spPr>
                <a:xfrm>
                  <a:off x="1137623" y="3093369"/>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6731" cap="flat">
                  <a:solidFill>
                    <a:srgbClr val="EBEBEB"/>
                  </a:solidFill>
                  <a:prstDash val="solid"/>
                  <a:round/>
                </a:ln>
              </p:spPr>
              <p:txBody>
                <a:bodyPr/>
                <a:lstStyle/>
                <a:p>
                  <a:pPr algn="ctr"/>
                  <a:endParaRPr lang="en-US" sz="2646"/>
                </a:p>
              </p:txBody>
            </p:sp>
            <p:sp>
              <p:nvSpPr>
                <p:cNvPr id="887" name="Freeform 886">
                  <a:extLst>
                    <a:ext uri="{FF2B5EF4-FFF2-40B4-BE49-F238E27FC236}">
                      <a16:creationId xmlns:a16="http://schemas.microsoft.com/office/drawing/2014/main" id="{4B38F480-523A-F497-C1B4-1B1F509FF52A}"/>
                    </a:ext>
                  </a:extLst>
                </p:cNvPr>
                <p:cNvSpPr/>
                <p:nvPr/>
              </p:nvSpPr>
              <p:spPr>
                <a:xfrm>
                  <a:off x="1137623" y="2760756"/>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6731" cap="flat">
                  <a:solidFill>
                    <a:srgbClr val="EBEBEB"/>
                  </a:solidFill>
                  <a:prstDash val="solid"/>
                  <a:round/>
                </a:ln>
              </p:spPr>
              <p:txBody>
                <a:bodyPr/>
                <a:lstStyle/>
                <a:p>
                  <a:pPr algn="ctr"/>
                  <a:endParaRPr lang="en-US" sz="2646"/>
                </a:p>
              </p:txBody>
            </p:sp>
            <p:sp>
              <p:nvSpPr>
                <p:cNvPr id="888" name="Freeform 887">
                  <a:extLst>
                    <a:ext uri="{FF2B5EF4-FFF2-40B4-BE49-F238E27FC236}">
                      <a16:creationId xmlns:a16="http://schemas.microsoft.com/office/drawing/2014/main" id="{562E4349-9287-74B5-01ED-9A61F48092CF}"/>
                    </a:ext>
                  </a:extLst>
                </p:cNvPr>
                <p:cNvSpPr/>
                <p:nvPr/>
              </p:nvSpPr>
              <p:spPr>
                <a:xfrm>
                  <a:off x="1137623" y="3592225"/>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flat">
                  <a:solidFill>
                    <a:srgbClr val="EBEBEB"/>
                  </a:solidFill>
                  <a:prstDash val="solid"/>
                  <a:round/>
                </a:ln>
              </p:spPr>
              <p:txBody>
                <a:bodyPr/>
                <a:lstStyle/>
                <a:p>
                  <a:pPr algn="ctr"/>
                  <a:endParaRPr lang="en-US" sz="2646"/>
                </a:p>
              </p:txBody>
            </p:sp>
            <p:sp>
              <p:nvSpPr>
                <p:cNvPr id="889" name="Freeform 888">
                  <a:extLst>
                    <a:ext uri="{FF2B5EF4-FFF2-40B4-BE49-F238E27FC236}">
                      <a16:creationId xmlns:a16="http://schemas.microsoft.com/office/drawing/2014/main" id="{47A73DFC-17A1-F96F-F1D3-4BBA223D5BE2}"/>
                    </a:ext>
                  </a:extLst>
                </p:cNvPr>
                <p:cNvSpPr/>
                <p:nvPr/>
              </p:nvSpPr>
              <p:spPr>
                <a:xfrm>
                  <a:off x="1137623" y="3259612"/>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flat">
                  <a:solidFill>
                    <a:srgbClr val="EBEBEB"/>
                  </a:solidFill>
                  <a:prstDash val="solid"/>
                  <a:round/>
                </a:ln>
              </p:spPr>
              <p:txBody>
                <a:bodyPr/>
                <a:lstStyle/>
                <a:p>
                  <a:pPr algn="ctr"/>
                  <a:endParaRPr lang="en-US" sz="2646"/>
                </a:p>
              </p:txBody>
            </p:sp>
            <p:sp>
              <p:nvSpPr>
                <p:cNvPr id="890" name="Freeform 889">
                  <a:extLst>
                    <a:ext uri="{FF2B5EF4-FFF2-40B4-BE49-F238E27FC236}">
                      <a16:creationId xmlns:a16="http://schemas.microsoft.com/office/drawing/2014/main" id="{0ECEAE0B-A000-D99B-8D9B-262CCF62E1A0}"/>
                    </a:ext>
                  </a:extLst>
                </p:cNvPr>
                <p:cNvSpPr/>
                <p:nvPr/>
              </p:nvSpPr>
              <p:spPr>
                <a:xfrm>
                  <a:off x="1137623" y="2926998"/>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flat">
                  <a:solidFill>
                    <a:srgbClr val="EBEBEB"/>
                  </a:solidFill>
                  <a:prstDash val="solid"/>
                  <a:round/>
                </a:ln>
              </p:spPr>
              <p:txBody>
                <a:bodyPr/>
                <a:lstStyle/>
                <a:p>
                  <a:pPr algn="ctr"/>
                  <a:endParaRPr lang="en-US" sz="2646"/>
                </a:p>
              </p:txBody>
            </p:sp>
            <p:sp>
              <p:nvSpPr>
                <p:cNvPr id="891" name="Freeform 890">
                  <a:extLst>
                    <a:ext uri="{FF2B5EF4-FFF2-40B4-BE49-F238E27FC236}">
                      <a16:creationId xmlns:a16="http://schemas.microsoft.com/office/drawing/2014/main" id="{BBBFB506-DAB5-CDD7-7C7F-EB649475BB4F}"/>
                    </a:ext>
                  </a:extLst>
                </p:cNvPr>
                <p:cNvSpPr/>
                <p:nvPr/>
              </p:nvSpPr>
              <p:spPr>
                <a:xfrm>
                  <a:off x="1137623" y="2594386"/>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flat">
                  <a:solidFill>
                    <a:srgbClr val="EBEBEB"/>
                  </a:solidFill>
                  <a:prstDash val="solid"/>
                  <a:round/>
                </a:ln>
              </p:spPr>
              <p:txBody>
                <a:bodyPr/>
                <a:lstStyle/>
                <a:p>
                  <a:pPr algn="ctr"/>
                  <a:endParaRPr lang="en-US" sz="2646"/>
                </a:p>
              </p:txBody>
            </p:sp>
            <p:sp>
              <p:nvSpPr>
                <p:cNvPr id="892" name="Freeform 891">
                  <a:extLst>
                    <a:ext uri="{FF2B5EF4-FFF2-40B4-BE49-F238E27FC236}">
                      <a16:creationId xmlns:a16="http://schemas.microsoft.com/office/drawing/2014/main" id="{15B6EA50-4DDB-FC50-00AC-A67DACD51F3B}"/>
                    </a:ext>
                  </a:extLst>
                </p:cNvPr>
                <p:cNvSpPr/>
                <p:nvPr/>
              </p:nvSpPr>
              <p:spPr>
                <a:xfrm>
                  <a:off x="1320504" y="2532664"/>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flat">
                  <a:solidFill>
                    <a:srgbClr val="EBEBEB"/>
                  </a:solidFill>
                  <a:prstDash val="solid"/>
                  <a:round/>
                </a:ln>
              </p:spPr>
              <p:txBody>
                <a:bodyPr/>
                <a:lstStyle/>
                <a:p>
                  <a:pPr algn="ctr"/>
                  <a:endParaRPr lang="en-US" sz="2646"/>
                </a:p>
              </p:txBody>
            </p:sp>
            <p:sp>
              <p:nvSpPr>
                <p:cNvPr id="893" name="Freeform 892">
                  <a:extLst>
                    <a:ext uri="{FF2B5EF4-FFF2-40B4-BE49-F238E27FC236}">
                      <a16:creationId xmlns:a16="http://schemas.microsoft.com/office/drawing/2014/main" id="{4A3B0CCF-7291-68EF-50EE-1645930DD4F3}"/>
                    </a:ext>
                  </a:extLst>
                </p:cNvPr>
                <p:cNvSpPr/>
                <p:nvPr/>
              </p:nvSpPr>
              <p:spPr>
                <a:xfrm>
                  <a:off x="1615017" y="2532664"/>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flat">
                  <a:solidFill>
                    <a:srgbClr val="EBEBEB"/>
                  </a:solidFill>
                  <a:prstDash val="solid"/>
                  <a:round/>
                </a:ln>
              </p:spPr>
              <p:txBody>
                <a:bodyPr/>
                <a:lstStyle/>
                <a:p>
                  <a:pPr algn="ctr"/>
                  <a:endParaRPr lang="en-US" sz="2646"/>
                </a:p>
              </p:txBody>
            </p:sp>
            <p:sp>
              <p:nvSpPr>
                <p:cNvPr id="894" name="Freeform 893">
                  <a:extLst>
                    <a:ext uri="{FF2B5EF4-FFF2-40B4-BE49-F238E27FC236}">
                      <a16:creationId xmlns:a16="http://schemas.microsoft.com/office/drawing/2014/main" id="{93CB63A1-C2D7-1112-4DD7-29202D12EC16}"/>
                    </a:ext>
                  </a:extLst>
                </p:cNvPr>
                <p:cNvSpPr/>
                <p:nvPr/>
              </p:nvSpPr>
              <p:spPr>
                <a:xfrm>
                  <a:off x="1909657" y="2532664"/>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flat">
                  <a:solidFill>
                    <a:srgbClr val="EBEBEB"/>
                  </a:solidFill>
                  <a:prstDash val="solid"/>
                  <a:round/>
                </a:ln>
              </p:spPr>
              <p:txBody>
                <a:bodyPr/>
                <a:lstStyle/>
                <a:p>
                  <a:pPr algn="ctr"/>
                  <a:endParaRPr lang="en-US" sz="2646"/>
                </a:p>
              </p:txBody>
            </p:sp>
            <p:sp>
              <p:nvSpPr>
                <p:cNvPr id="895" name="Freeform 894">
                  <a:extLst>
                    <a:ext uri="{FF2B5EF4-FFF2-40B4-BE49-F238E27FC236}">
                      <a16:creationId xmlns:a16="http://schemas.microsoft.com/office/drawing/2014/main" id="{29F458B3-D8AD-6B9B-16E7-EB8C1F2834C8}"/>
                    </a:ext>
                  </a:extLst>
                </p:cNvPr>
                <p:cNvSpPr/>
                <p:nvPr/>
              </p:nvSpPr>
              <p:spPr>
                <a:xfrm>
                  <a:off x="2204170" y="2532664"/>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flat">
                  <a:solidFill>
                    <a:srgbClr val="EBEBEB"/>
                  </a:solidFill>
                  <a:prstDash val="solid"/>
                  <a:round/>
                </a:ln>
              </p:spPr>
              <p:txBody>
                <a:bodyPr/>
                <a:lstStyle/>
                <a:p>
                  <a:pPr algn="ctr"/>
                  <a:endParaRPr lang="en-US" sz="2646"/>
                </a:p>
              </p:txBody>
            </p:sp>
            <p:sp>
              <p:nvSpPr>
                <p:cNvPr id="896" name="Freeform 895">
                  <a:extLst>
                    <a:ext uri="{FF2B5EF4-FFF2-40B4-BE49-F238E27FC236}">
                      <a16:creationId xmlns:a16="http://schemas.microsoft.com/office/drawing/2014/main" id="{C34406FB-C80F-339C-414D-E00150C28F77}"/>
                    </a:ext>
                  </a:extLst>
                </p:cNvPr>
                <p:cNvSpPr/>
                <p:nvPr/>
              </p:nvSpPr>
              <p:spPr>
                <a:xfrm>
                  <a:off x="1320504" y="2813080"/>
                  <a:ext cx="12700" cy="55372"/>
                </a:xfrm>
                <a:custGeom>
                  <a:avLst/>
                  <a:gdLst>
                    <a:gd name="csX0" fmla="*/ 0 w 12700"/>
                    <a:gd name="csY0" fmla="*/ 55372 h 55372"/>
                    <a:gd name="csX1" fmla="*/ 0 w 12700"/>
                    <a:gd name="csY1" fmla="*/ 0 h 55372"/>
                  </a:gdLst>
                  <a:ahLst/>
                  <a:cxnLst>
                    <a:cxn ang="0">
                      <a:pos x="csX0" y="csY0"/>
                    </a:cxn>
                    <a:cxn ang="0">
                      <a:pos x="csX1" y="csY1"/>
                    </a:cxn>
                  </a:cxnLst>
                  <a:rect l="l" t="t" r="r" b="b"/>
                  <a:pathLst>
                    <a:path w="12700" h="55372">
                      <a:moveTo>
                        <a:pt x="0" y="55372"/>
                      </a:moveTo>
                      <a:lnTo>
                        <a:pt x="0" y="0"/>
                      </a:lnTo>
                    </a:path>
                  </a:pathLst>
                </a:custGeom>
                <a:ln w="13589" cap="flat">
                  <a:solidFill>
                    <a:srgbClr val="333333"/>
                  </a:solidFill>
                  <a:prstDash val="solid"/>
                  <a:round/>
                </a:ln>
              </p:spPr>
              <p:txBody>
                <a:bodyPr/>
                <a:lstStyle/>
                <a:p>
                  <a:pPr algn="ctr"/>
                  <a:endParaRPr lang="en-US" sz="2646"/>
                </a:p>
              </p:txBody>
            </p:sp>
            <p:sp>
              <p:nvSpPr>
                <p:cNvPr id="897" name="Freeform 896">
                  <a:extLst>
                    <a:ext uri="{FF2B5EF4-FFF2-40B4-BE49-F238E27FC236}">
                      <a16:creationId xmlns:a16="http://schemas.microsoft.com/office/drawing/2014/main" id="{2F950316-E159-B936-3B9A-EF4EEC74A5A1}"/>
                    </a:ext>
                  </a:extLst>
                </p:cNvPr>
                <p:cNvSpPr/>
                <p:nvPr/>
              </p:nvSpPr>
              <p:spPr>
                <a:xfrm>
                  <a:off x="1320504" y="2915950"/>
                  <a:ext cx="12700" cy="35433"/>
                </a:xfrm>
                <a:custGeom>
                  <a:avLst/>
                  <a:gdLst>
                    <a:gd name="csX0" fmla="*/ 0 w 12700"/>
                    <a:gd name="csY0" fmla="*/ 0 h 35433"/>
                    <a:gd name="csX1" fmla="*/ 0 w 12700"/>
                    <a:gd name="csY1" fmla="*/ 35433 h 35433"/>
                  </a:gdLst>
                  <a:ahLst/>
                  <a:cxnLst>
                    <a:cxn ang="0">
                      <a:pos x="csX0" y="csY0"/>
                    </a:cxn>
                    <a:cxn ang="0">
                      <a:pos x="csX1" y="csY1"/>
                    </a:cxn>
                  </a:cxnLst>
                  <a:rect l="l" t="t" r="r" b="b"/>
                  <a:pathLst>
                    <a:path w="12700" h="35433">
                      <a:moveTo>
                        <a:pt x="0" y="0"/>
                      </a:moveTo>
                      <a:lnTo>
                        <a:pt x="0" y="35433"/>
                      </a:lnTo>
                    </a:path>
                  </a:pathLst>
                </a:custGeom>
                <a:ln w="13589" cap="flat">
                  <a:solidFill>
                    <a:srgbClr val="333333"/>
                  </a:solidFill>
                  <a:prstDash val="solid"/>
                  <a:round/>
                </a:ln>
              </p:spPr>
              <p:txBody>
                <a:bodyPr/>
                <a:lstStyle/>
                <a:p>
                  <a:pPr algn="ctr"/>
                  <a:endParaRPr lang="en-US" sz="2646"/>
                </a:p>
              </p:txBody>
            </p:sp>
            <p:sp>
              <p:nvSpPr>
                <p:cNvPr id="898" name="Freeform 897">
                  <a:extLst>
                    <a:ext uri="{FF2B5EF4-FFF2-40B4-BE49-F238E27FC236}">
                      <a16:creationId xmlns:a16="http://schemas.microsoft.com/office/drawing/2014/main" id="{428201CD-9D1D-86A7-2E61-E95538DFB982}"/>
                    </a:ext>
                  </a:extLst>
                </p:cNvPr>
                <p:cNvSpPr/>
                <p:nvPr/>
              </p:nvSpPr>
              <p:spPr>
                <a:xfrm>
                  <a:off x="1210013" y="2868452"/>
                  <a:ext cx="220980" cy="47497"/>
                </a:xfrm>
                <a:custGeom>
                  <a:avLst/>
                  <a:gdLst>
                    <a:gd name="csX0" fmla="*/ 0 w 220980"/>
                    <a:gd name="csY0" fmla="*/ 0 h 47497"/>
                    <a:gd name="csX1" fmla="*/ 0 w 220980"/>
                    <a:gd name="csY1" fmla="*/ 47498 h 47497"/>
                    <a:gd name="csX2" fmla="*/ 220980 w 220980"/>
                    <a:gd name="csY2" fmla="*/ 47498 h 47497"/>
                    <a:gd name="csX3" fmla="*/ 220980 w 220980"/>
                    <a:gd name="csY3" fmla="*/ 0 h 47497"/>
                    <a:gd name="csX4" fmla="*/ 0 w 220980"/>
                    <a:gd name="csY4" fmla="*/ 0 h 47497"/>
                  </a:gdLst>
                  <a:ahLst/>
                  <a:cxnLst>
                    <a:cxn ang="0">
                      <a:pos x="csX0" y="csY0"/>
                    </a:cxn>
                    <a:cxn ang="0">
                      <a:pos x="csX1" y="csY1"/>
                    </a:cxn>
                    <a:cxn ang="0">
                      <a:pos x="csX2" y="csY2"/>
                    </a:cxn>
                    <a:cxn ang="0">
                      <a:pos x="csX3" y="csY3"/>
                    </a:cxn>
                    <a:cxn ang="0">
                      <a:pos x="csX4" y="csY4"/>
                    </a:cxn>
                  </a:cxnLst>
                  <a:rect l="l" t="t" r="r" b="b"/>
                  <a:pathLst>
                    <a:path w="220980" h="47497">
                      <a:moveTo>
                        <a:pt x="0" y="0"/>
                      </a:moveTo>
                      <a:lnTo>
                        <a:pt x="0" y="47498"/>
                      </a:lnTo>
                      <a:lnTo>
                        <a:pt x="220980" y="47498"/>
                      </a:lnTo>
                      <a:lnTo>
                        <a:pt x="220980" y="0"/>
                      </a:lnTo>
                      <a:lnTo>
                        <a:pt x="0" y="0"/>
                      </a:lnTo>
                      <a:close/>
                    </a:path>
                  </a:pathLst>
                </a:custGeom>
                <a:solidFill>
                  <a:srgbClr val="FFFFFF"/>
                </a:solidFill>
                <a:ln w="13589" cap="flat">
                  <a:solidFill>
                    <a:srgbClr val="333333"/>
                  </a:solidFill>
                  <a:prstDash val="solid"/>
                  <a:miter/>
                </a:ln>
              </p:spPr>
              <p:txBody>
                <a:bodyPr/>
                <a:lstStyle/>
                <a:p>
                  <a:pPr algn="ctr"/>
                  <a:endParaRPr lang="en-US" sz="2646"/>
                </a:p>
              </p:txBody>
            </p:sp>
            <p:sp>
              <p:nvSpPr>
                <p:cNvPr id="899" name="Freeform 898">
                  <a:extLst>
                    <a:ext uri="{FF2B5EF4-FFF2-40B4-BE49-F238E27FC236}">
                      <a16:creationId xmlns:a16="http://schemas.microsoft.com/office/drawing/2014/main" id="{267C0BAF-E13C-7527-F3B6-A0151DAA1EED}"/>
                    </a:ext>
                  </a:extLst>
                </p:cNvPr>
                <p:cNvSpPr/>
                <p:nvPr/>
              </p:nvSpPr>
              <p:spPr>
                <a:xfrm>
                  <a:off x="1210014" y="2895757"/>
                  <a:ext cx="220980" cy="12700"/>
                </a:xfrm>
                <a:custGeom>
                  <a:avLst/>
                  <a:gdLst>
                    <a:gd name="csX0" fmla="*/ 0 w 220980"/>
                    <a:gd name="csY0" fmla="*/ 0 h 12700"/>
                    <a:gd name="csX1" fmla="*/ 220980 w 220980"/>
                    <a:gd name="csY1" fmla="*/ 0 h 12700"/>
                  </a:gdLst>
                  <a:ahLst/>
                  <a:cxnLst>
                    <a:cxn ang="0">
                      <a:pos x="csX0" y="csY0"/>
                    </a:cxn>
                    <a:cxn ang="0">
                      <a:pos x="csX1" y="csY1"/>
                    </a:cxn>
                  </a:cxnLst>
                  <a:rect l="l" t="t" r="r" b="b"/>
                  <a:pathLst>
                    <a:path w="220980" h="12700">
                      <a:moveTo>
                        <a:pt x="0" y="0"/>
                      </a:moveTo>
                      <a:lnTo>
                        <a:pt x="220980" y="0"/>
                      </a:lnTo>
                    </a:path>
                  </a:pathLst>
                </a:custGeom>
                <a:ln w="27051" cap="flat">
                  <a:solidFill>
                    <a:srgbClr val="333333"/>
                  </a:solidFill>
                  <a:prstDash val="solid"/>
                  <a:miter/>
                </a:ln>
              </p:spPr>
              <p:txBody>
                <a:bodyPr/>
                <a:lstStyle/>
                <a:p>
                  <a:pPr algn="ctr"/>
                  <a:endParaRPr lang="en-US" sz="2646"/>
                </a:p>
              </p:txBody>
            </p:sp>
            <p:sp>
              <p:nvSpPr>
                <p:cNvPr id="900" name="Freeform 899">
                  <a:extLst>
                    <a:ext uri="{FF2B5EF4-FFF2-40B4-BE49-F238E27FC236}">
                      <a16:creationId xmlns:a16="http://schemas.microsoft.com/office/drawing/2014/main" id="{F7D46E94-EE5F-B2EC-9D3A-C70421237C35}"/>
                    </a:ext>
                  </a:extLst>
                </p:cNvPr>
                <p:cNvSpPr/>
                <p:nvPr/>
              </p:nvSpPr>
              <p:spPr>
                <a:xfrm>
                  <a:off x="1615017" y="3335558"/>
                  <a:ext cx="12700" cy="86613"/>
                </a:xfrm>
                <a:custGeom>
                  <a:avLst/>
                  <a:gdLst>
                    <a:gd name="csX0" fmla="*/ 0 w 12700"/>
                    <a:gd name="csY0" fmla="*/ 86614 h 86613"/>
                    <a:gd name="csX1" fmla="*/ 0 w 12700"/>
                    <a:gd name="csY1" fmla="*/ 0 h 86613"/>
                  </a:gdLst>
                  <a:ahLst/>
                  <a:cxnLst>
                    <a:cxn ang="0">
                      <a:pos x="csX0" y="csY0"/>
                    </a:cxn>
                    <a:cxn ang="0">
                      <a:pos x="csX1" y="csY1"/>
                    </a:cxn>
                  </a:cxnLst>
                  <a:rect l="l" t="t" r="r" b="b"/>
                  <a:pathLst>
                    <a:path w="12700" h="86613">
                      <a:moveTo>
                        <a:pt x="0" y="86614"/>
                      </a:moveTo>
                      <a:lnTo>
                        <a:pt x="0" y="0"/>
                      </a:lnTo>
                    </a:path>
                  </a:pathLst>
                </a:custGeom>
                <a:ln w="13589" cap="flat">
                  <a:solidFill>
                    <a:srgbClr val="333333"/>
                  </a:solidFill>
                  <a:prstDash val="solid"/>
                  <a:round/>
                </a:ln>
              </p:spPr>
              <p:txBody>
                <a:bodyPr/>
                <a:lstStyle/>
                <a:p>
                  <a:pPr algn="ctr"/>
                  <a:endParaRPr lang="en-US" sz="2646"/>
                </a:p>
              </p:txBody>
            </p:sp>
            <p:sp>
              <p:nvSpPr>
                <p:cNvPr id="901" name="Freeform 900">
                  <a:extLst>
                    <a:ext uri="{FF2B5EF4-FFF2-40B4-BE49-F238E27FC236}">
                      <a16:creationId xmlns:a16="http://schemas.microsoft.com/office/drawing/2014/main" id="{0D3C7A90-CF28-AAF1-6BC6-53FB794FE8DE}"/>
                    </a:ext>
                  </a:extLst>
                </p:cNvPr>
                <p:cNvSpPr/>
                <p:nvPr/>
              </p:nvSpPr>
              <p:spPr>
                <a:xfrm>
                  <a:off x="1615017" y="3550696"/>
                  <a:ext cx="12700" cy="119887"/>
                </a:xfrm>
                <a:custGeom>
                  <a:avLst/>
                  <a:gdLst>
                    <a:gd name="csX0" fmla="*/ 0 w 12700"/>
                    <a:gd name="csY0" fmla="*/ 0 h 119887"/>
                    <a:gd name="csX1" fmla="*/ 0 w 12700"/>
                    <a:gd name="csY1" fmla="*/ 119888 h 119887"/>
                  </a:gdLst>
                  <a:ahLst/>
                  <a:cxnLst>
                    <a:cxn ang="0">
                      <a:pos x="csX0" y="csY0"/>
                    </a:cxn>
                    <a:cxn ang="0">
                      <a:pos x="csX1" y="csY1"/>
                    </a:cxn>
                  </a:cxnLst>
                  <a:rect l="l" t="t" r="r" b="b"/>
                  <a:pathLst>
                    <a:path w="12700" h="119887">
                      <a:moveTo>
                        <a:pt x="0" y="0"/>
                      </a:moveTo>
                      <a:lnTo>
                        <a:pt x="0" y="119888"/>
                      </a:lnTo>
                    </a:path>
                  </a:pathLst>
                </a:custGeom>
                <a:ln w="13589" cap="flat">
                  <a:solidFill>
                    <a:srgbClr val="333333"/>
                  </a:solidFill>
                  <a:prstDash val="solid"/>
                  <a:round/>
                </a:ln>
              </p:spPr>
              <p:txBody>
                <a:bodyPr/>
                <a:lstStyle/>
                <a:p>
                  <a:pPr algn="ctr"/>
                  <a:endParaRPr lang="en-US" sz="2646"/>
                </a:p>
              </p:txBody>
            </p:sp>
            <p:sp>
              <p:nvSpPr>
                <p:cNvPr id="902" name="Freeform 901">
                  <a:extLst>
                    <a:ext uri="{FF2B5EF4-FFF2-40B4-BE49-F238E27FC236}">
                      <a16:creationId xmlns:a16="http://schemas.microsoft.com/office/drawing/2014/main" id="{D49557BE-5B95-E65A-8ECE-72BDE5083E2E}"/>
                    </a:ext>
                  </a:extLst>
                </p:cNvPr>
                <p:cNvSpPr/>
                <p:nvPr/>
              </p:nvSpPr>
              <p:spPr>
                <a:xfrm>
                  <a:off x="1504654" y="3422171"/>
                  <a:ext cx="220852" cy="128524"/>
                </a:xfrm>
                <a:custGeom>
                  <a:avLst/>
                  <a:gdLst>
                    <a:gd name="csX0" fmla="*/ 0 w 220852"/>
                    <a:gd name="csY0" fmla="*/ 0 h 128524"/>
                    <a:gd name="csX1" fmla="*/ 0 w 220852"/>
                    <a:gd name="csY1" fmla="*/ 128524 h 128524"/>
                    <a:gd name="csX2" fmla="*/ 220853 w 220852"/>
                    <a:gd name="csY2" fmla="*/ 128524 h 128524"/>
                    <a:gd name="csX3" fmla="*/ 220853 w 220852"/>
                    <a:gd name="csY3" fmla="*/ 0 h 128524"/>
                    <a:gd name="csX4" fmla="*/ 0 w 220852"/>
                    <a:gd name="csY4" fmla="*/ 0 h 128524"/>
                  </a:gdLst>
                  <a:ahLst/>
                  <a:cxnLst>
                    <a:cxn ang="0">
                      <a:pos x="csX0" y="csY0"/>
                    </a:cxn>
                    <a:cxn ang="0">
                      <a:pos x="csX1" y="csY1"/>
                    </a:cxn>
                    <a:cxn ang="0">
                      <a:pos x="csX2" y="csY2"/>
                    </a:cxn>
                    <a:cxn ang="0">
                      <a:pos x="csX3" y="csY3"/>
                    </a:cxn>
                    <a:cxn ang="0">
                      <a:pos x="csX4" y="csY4"/>
                    </a:cxn>
                  </a:cxnLst>
                  <a:rect l="l" t="t" r="r" b="b"/>
                  <a:pathLst>
                    <a:path w="220852" h="128524">
                      <a:moveTo>
                        <a:pt x="0" y="0"/>
                      </a:moveTo>
                      <a:lnTo>
                        <a:pt x="0" y="128524"/>
                      </a:lnTo>
                      <a:lnTo>
                        <a:pt x="220853" y="128524"/>
                      </a:lnTo>
                      <a:lnTo>
                        <a:pt x="220853" y="0"/>
                      </a:lnTo>
                      <a:lnTo>
                        <a:pt x="0" y="0"/>
                      </a:lnTo>
                      <a:close/>
                    </a:path>
                  </a:pathLst>
                </a:custGeom>
                <a:solidFill>
                  <a:srgbClr val="FFFFFF"/>
                </a:solidFill>
                <a:ln w="13589" cap="flat">
                  <a:solidFill>
                    <a:srgbClr val="333333"/>
                  </a:solidFill>
                  <a:prstDash val="solid"/>
                  <a:miter/>
                </a:ln>
              </p:spPr>
              <p:txBody>
                <a:bodyPr/>
                <a:lstStyle/>
                <a:p>
                  <a:pPr algn="ctr"/>
                  <a:endParaRPr lang="en-US" sz="2646"/>
                </a:p>
              </p:txBody>
            </p:sp>
            <p:sp>
              <p:nvSpPr>
                <p:cNvPr id="903" name="Freeform 902">
                  <a:extLst>
                    <a:ext uri="{FF2B5EF4-FFF2-40B4-BE49-F238E27FC236}">
                      <a16:creationId xmlns:a16="http://schemas.microsoft.com/office/drawing/2014/main" id="{CCB0CFC0-E8D8-1F1F-503C-7DBDA1CA8FDF}"/>
                    </a:ext>
                  </a:extLst>
                </p:cNvPr>
                <p:cNvSpPr/>
                <p:nvPr/>
              </p:nvSpPr>
              <p:spPr>
                <a:xfrm>
                  <a:off x="1504654" y="3518057"/>
                  <a:ext cx="220853" cy="12700"/>
                </a:xfrm>
                <a:custGeom>
                  <a:avLst/>
                  <a:gdLst>
                    <a:gd name="csX0" fmla="*/ 0 w 220853"/>
                    <a:gd name="csY0" fmla="*/ 0 h 12700"/>
                    <a:gd name="csX1" fmla="*/ 220853 w 220853"/>
                    <a:gd name="csY1" fmla="*/ 0 h 12700"/>
                  </a:gdLst>
                  <a:ahLst/>
                  <a:cxnLst>
                    <a:cxn ang="0">
                      <a:pos x="csX0" y="csY0"/>
                    </a:cxn>
                    <a:cxn ang="0">
                      <a:pos x="csX1" y="csY1"/>
                    </a:cxn>
                  </a:cxnLst>
                  <a:rect l="l" t="t" r="r" b="b"/>
                  <a:pathLst>
                    <a:path w="220853" h="12700">
                      <a:moveTo>
                        <a:pt x="0" y="0"/>
                      </a:moveTo>
                      <a:lnTo>
                        <a:pt x="220853" y="0"/>
                      </a:lnTo>
                    </a:path>
                  </a:pathLst>
                </a:custGeom>
                <a:ln w="27051" cap="flat">
                  <a:solidFill>
                    <a:srgbClr val="333333"/>
                  </a:solidFill>
                  <a:prstDash val="solid"/>
                  <a:miter/>
                </a:ln>
              </p:spPr>
              <p:txBody>
                <a:bodyPr/>
                <a:lstStyle/>
                <a:p>
                  <a:pPr algn="ctr"/>
                  <a:endParaRPr lang="en-US" sz="2646"/>
                </a:p>
              </p:txBody>
            </p:sp>
            <p:sp>
              <p:nvSpPr>
                <p:cNvPr id="904" name="Freeform 903">
                  <a:extLst>
                    <a:ext uri="{FF2B5EF4-FFF2-40B4-BE49-F238E27FC236}">
                      <a16:creationId xmlns:a16="http://schemas.microsoft.com/office/drawing/2014/main" id="{7D5A7A69-6E0B-F445-84CC-C5AD285D242A}"/>
                    </a:ext>
                  </a:extLst>
                </p:cNvPr>
                <p:cNvSpPr/>
                <p:nvPr/>
              </p:nvSpPr>
              <p:spPr>
                <a:xfrm>
                  <a:off x="1909657" y="3280694"/>
                  <a:ext cx="12700" cy="81534"/>
                </a:xfrm>
                <a:custGeom>
                  <a:avLst/>
                  <a:gdLst>
                    <a:gd name="csX0" fmla="*/ 0 w 12700"/>
                    <a:gd name="csY0" fmla="*/ 81534 h 81534"/>
                    <a:gd name="csX1" fmla="*/ 0 w 12700"/>
                    <a:gd name="csY1" fmla="*/ 0 h 81534"/>
                  </a:gdLst>
                  <a:ahLst/>
                  <a:cxnLst>
                    <a:cxn ang="0">
                      <a:pos x="csX0" y="csY0"/>
                    </a:cxn>
                    <a:cxn ang="0">
                      <a:pos x="csX1" y="csY1"/>
                    </a:cxn>
                  </a:cxnLst>
                  <a:rect l="l" t="t" r="r" b="b"/>
                  <a:pathLst>
                    <a:path w="12700" h="81534">
                      <a:moveTo>
                        <a:pt x="0" y="81534"/>
                      </a:moveTo>
                      <a:lnTo>
                        <a:pt x="0" y="0"/>
                      </a:lnTo>
                    </a:path>
                  </a:pathLst>
                </a:custGeom>
                <a:ln w="13589" cap="flat">
                  <a:solidFill>
                    <a:srgbClr val="333333"/>
                  </a:solidFill>
                  <a:prstDash val="solid"/>
                  <a:round/>
                </a:ln>
              </p:spPr>
              <p:txBody>
                <a:bodyPr/>
                <a:lstStyle/>
                <a:p>
                  <a:pPr algn="ctr"/>
                  <a:endParaRPr lang="en-US" sz="2646"/>
                </a:p>
              </p:txBody>
            </p:sp>
            <p:sp>
              <p:nvSpPr>
                <p:cNvPr id="905" name="Freeform 904">
                  <a:extLst>
                    <a:ext uri="{FF2B5EF4-FFF2-40B4-BE49-F238E27FC236}">
                      <a16:creationId xmlns:a16="http://schemas.microsoft.com/office/drawing/2014/main" id="{07B6C15C-1C9C-5B02-AB0A-D18B63A09C9E}"/>
                    </a:ext>
                  </a:extLst>
                </p:cNvPr>
                <p:cNvSpPr/>
                <p:nvPr/>
              </p:nvSpPr>
              <p:spPr>
                <a:xfrm>
                  <a:off x="1909657" y="3443381"/>
                  <a:ext cx="12700" cy="66421"/>
                </a:xfrm>
                <a:custGeom>
                  <a:avLst/>
                  <a:gdLst>
                    <a:gd name="csX0" fmla="*/ 0 w 12700"/>
                    <a:gd name="csY0" fmla="*/ 0 h 66421"/>
                    <a:gd name="csX1" fmla="*/ 0 w 12700"/>
                    <a:gd name="csY1" fmla="*/ 66421 h 66421"/>
                  </a:gdLst>
                  <a:ahLst/>
                  <a:cxnLst>
                    <a:cxn ang="0">
                      <a:pos x="csX0" y="csY0"/>
                    </a:cxn>
                    <a:cxn ang="0">
                      <a:pos x="csX1" y="csY1"/>
                    </a:cxn>
                  </a:cxnLst>
                  <a:rect l="l" t="t" r="r" b="b"/>
                  <a:pathLst>
                    <a:path w="12700" h="66421">
                      <a:moveTo>
                        <a:pt x="0" y="0"/>
                      </a:moveTo>
                      <a:lnTo>
                        <a:pt x="0" y="66421"/>
                      </a:lnTo>
                    </a:path>
                  </a:pathLst>
                </a:custGeom>
                <a:ln w="13589" cap="flat">
                  <a:solidFill>
                    <a:srgbClr val="333333"/>
                  </a:solidFill>
                  <a:prstDash val="solid"/>
                  <a:round/>
                </a:ln>
              </p:spPr>
              <p:txBody>
                <a:bodyPr/>
                <a:lstStyle/>
                <a:p>
                  <a:pPr algn="ctr"/>
                  <a:endParaRPr lang="en-US" sz="2646"/>
                </a:p>
              </p:txBody>
            </p:sp>
            <p:sp>
              <p:nvSpPr>
                <p:cNvPr id="906" name="Freeform 905">
                  <a:extLst>
                    <a:ext uri="{FF2B5EF4-FFF2-40B4-BE49-F238E27FC236}">
                      <a16:creationId xmlns:a16="http://schemas.microsoft.com/office/drawing/2014/main" id="{29CAA5AA-F2D8-2EE7-8395-E302F3738B9F}"/>
                    </a:ext>
                  </a:extLst>
                </p:cNvPr>
                <p:cNvSpPr/>
                <p:nvPr/>
              </p:nvSpPr>
              <p:spPr>
                <a:xfrm>
                  <a:off x="1799167" y="3362228"/>
                  <a:ext cx="220979" cy="81152"/>
                </a:xfrm>
                <a:custGeom>
                  <a:avLst/>
                  <a:gdLst>
                    <a:gd name="csX0" fmla="*/ 0 w 220979"/>
                    <a:gd name="csY0" fmla="*/ 0 h 81152"/>
                    <a:gd name="csX1" fmla="*/ 0 w 220979"/>
                    <a:gd name="csY1" fmla="*/ 81153 h 81152"/>
                    <a:gd name="csX2" fmla="*/ 220980 w 220979"/>
                    <a:gd name="csY2" fmla="*/ 81153 h 81152"/>
                    <a:gd name="csX3" fmla="*/ 220980 w 220979"/>
                    <a:gd name="csY3" fmla="*/ 0 h 81152"/>
                    <a:gd name="csX4" fmla="*/ 0 w 220979"/>
                    <a:gd name="csY4" fmla="*/ 0 h 81152"/>
                  </a:gdLst>
                  <a:ahLst/>
                  <a:cxnLst>
                    <a:cxn ang="0">
                      <a:pos x="csX0" y="csY0"/>
                    </a:cxn>
                    <a:cxn ang="0">
                      <a:pos x="csX1" y="csY1"/>
                    </a:cxn>
                    <a:cxn ang="0">
                      <a:pos x="csX2" y="csY2"/>
                    </a:cxn>
                    <a:cxn ang="0">
                      <a:pos x="csX3" y="csY3"/>
                    </a:cxn>
                    <a:cxn ang="0">
                      <a:pos x="csX4" y="csY4"/>
                    </a:cxn>
                  </a:cxnLst>
                  <a:rect l="l" t="t" r="r" b="b"/>
                  <a:pathLst>
                    <a:path w="220979" h="81152">
                      <a:moveTo>
                        <a:pt x="0" y="0"/>
                      </a:moveTo>
                      <a:lnTo>
                        <a:pt x="0" y="81153"/>
                      </a:lnTo>
                      <a:lnTo>
                        <a:pt x="220980" y="81153"/>
                      </a:lnTo>
                      <a:lnTo>
                        <a:pt x="220980" y="0"/>
                      </a:lnTo>
                      <a:lnTo>
                        <a:pt x="0" y="0"/>
                      </a:lnTo>
                      <a:close/>
                    </a:path>
                  </a:pathLst>
                </a:custGeom>
                <a:solidFill>
                  <a:srgbClr val="FFFFFF"/>
                </a:solidFill>
                <a:ln w="13589" cap="flat">
                  <a:solidFill>
                    <a:srgbClr val="333333"/>
                  </a:solidFill>
                  <a:prstDash val="solid"/>
                  <a:miter/>
                </a:ln>
              </p:spPr>
              <p:txBody>
                <a:bodyPr/>
                <a:lstStyle/>
                <a:p>
                  <a:pPr algn="ctr"/>
                  <a:endParaRPr lang="en-US" sz="2646"/>
                </a:p>
              </p:txBody>
            </p:sp>
            <p:sp>
              <p:nvSpPr>
                <p:cNvPr id="907" name="Freeform 906">
                  <a:extLst>
                    <a:ext uri="{FF2B5EF4-FFF2-40B4-BE49-F238E27FC236}">
                      <a16:creationId xmlns:a16="http://schemas.microsoft.com/office/drawing/2014/main" id="{9ED43547-E3AA-C290-3B02-BF89AA752B61}"/>
                    </a:ext>
                  </a:extLst>
                </p:cNvPr>
                <p:cNvSpPr/>
                <p:nvPr/>
              </p:nvSpPr>
              <p:spPr>
                <a:xfrm>
                  <a:off x="1799167" y="3403757"/>
                  <a:ext cx="220980" cy="12700"/>
                </a:xfrm>
                <a:custGeom>
                  <a:avLst/>
                  <a:gdLst>
                    <a:gd name="csX0" fmla="*/ 0 w 220980"/>
                    <a:gd name="csY0" fmla="*/ 0 h 12700"/>
                    <a:gd name="csX1" fmla="*/ 220980 w 220980"/>
                    <a:gd name="csY1" fmla="*/ 0 h 12700"/>
                  </a:gdLst>
                  <a:ahLst/>
                  <a:cxnLst>
                    <a:cxn ang="0">
                      <a:pos x="csX0" y="csY0"/>
                    </a:cxn>
                    <a:cxn ang="0">
                      <a:pos x="csX1" y="csY1"/>
                    </a:cxn>
                  </a:cxnLst>
                  <a:rect l="l" t="t" r="r" b="b"/>
                  <a:pathLst>
                    <a:path w="220980" h="12700">
                      <a:moveTo>
                        <a:pt x="0" y="0"/>
                      </a:moveTo>
                      <a:lnTo>
                        <a:pt x="220980" y="0"/>
                      </a:lnTo>
                    </a:path>
                  </a:pathLst>
                </a:custGeom>
                <a:ln w="27051" cap="flat">
                  <a:solidFill>
                    <a:srgbClr val="333333"/>
                  </a:solidFill>
                  <a:prstDash val="solid"/>
                  <a:miter/>
                </a:ln>
              </p:spPr>
              <p:txBody>
                <a:bodyPr/>
                <a:lstStyle/>
                <a:p>
                  <a:pPr algn="ctr"/>
                  <a:endParaRPr lang="en-US" sz="2646"/>
                </a:p>
              </p:txBody>
            </p:sp>
            <p:sp>
              <p:nvSpPr>
                <p:cNvPr id="908" name="Freeform 907">
                  <a:extLst>
                    <a:ext uri="{FF2B5EF4-FFF2-40B4-BE49-F238E27FC236}">
                      <a16:creationId xmlns:a16="http://schemas.microsoft.com/office/drawing/2014/main" id="{C8E6F9FA-6812-92FE-1032-CD929A1A421B}"/>
                    </a:ext>
                  </a:extLst>
                </p:cNvPr>
                <p:cNvSpPr/>
                <p:nvPr/>
              </p:nvSpPr>
              <p:spPr>
                <a:xfrm>
                  <a:off x="2204170" y="3045617"/>
                  <a:ext cx="12700" cy="220472"/>
                </a:xfrm>
                <a:custGeom>
                  <a:avLst/>
                  <a:gdLst>
                    <a:gd name="csX0" fmla="*/ 0 w 12700"/>
                    <a:gd name="csY0" fmla="*/ 220472 h 220472"/>
                    <a:gd name="csX1" fmla="*/ 0 w 12700"/>
                    <a:gd name="csY1" fmla="*/ 0 h 220472"/>
                  </a:gdLst>
                  <a:ahLst/>
                  <a:cxnLst>
                    <a:cxn ang="0">
                      <a:pos x="csX0" y="csY0"/>
                    </a:cxn>
                    <a:cxn ang="0">
                      <a:pos x="csX1" y="csY1"/>
                    </a:cxn>
                  </a:cxnLst>
                  <a:rect l="l" t="t" r="r" b="b"/>
                  <a:pathLst>
                    <a:path w="12700" h="220472">
                      <a:moveTo>
                        <a:pt x="0" y="220472"/>
                      </a:moveTo>
                      <a:lnTo>
                        <a:pt x="0" y="0"/>
                      </a:lnTo>
                    </a:path>
                  </a:pathLst>
                </a:custGeom>
                <a:ln w="13589" cap="flat">
                  <a:solidFill>
                    <a:srgbClr val="333333"/>
                  </a:solidFill>
                  <a:prstDash val="solid"/>
                  <a:round/>
                </a:ln>
              </p:spPr>
              <p:txBody>
                <a:bodyPr/>
                <a:lstStyle/>
                <a:p>
                  <a:pPr algn="ctr"/>
                  <a:endParaRPr lang="en-US" sz="2646"/>
                </a:p>
              </p:txBody>
            </p:sp>
            <p:sp>
              <p:nvSpPr>
                <p:cNvPr id="909" name="Freeform 908">
                  <a:extLst>
                    <a:ext uri="{FF2B5EF4-FFF2-40B4-BE49-F238E27FC236}">
                      <a16:creationId xmlns:a16="http://schemas.microsoft.com/office/drawing/2014/main" id="{26127339-DB67-E576-83C1-0BD4122688C1}"/>
                    </a:ext>
                  </a:extLst>
                </p:cNvPr>
                <p:cNvSpPr/>
                <p:nvPr/>
              </p:nvSpPr>
              <p:spPr>
                <a:xfrm>
                  <a:off x="2204170" y="3460145"/>
                  <a:ext cx="12700" cy="288163"/>
                </a:xfrm>
                <a:custGeom>
                  <a:avLst/>
                  <a:gdLst>
                    <a:gd name="csX0" fmla="*/ 0 w 12700"/>
                    <a:gd name="csY0" fmla="*/ 0 h 288163"/>
                    <a:gd name="csX1" fmla="*/ 0 w 12700"/>
                    <a:gd name="csY1" fmla="*/ 288163 h 288163"/>
                  </a:gdLst>
                  <a:ahLst/>
                  <a:cxnLst>
                    <a:cxn ang="0">
                      <a:pos x="csX0" y="csY0"/>
                    </a:cxn>
                    <a:cxn ang="0">
                      <a:pos x="csX1" y="csY1"/>
                    </a:cxn>
                  </a:cxnLst>
                  <a:rect l="l" t="t" r="r" b="b"/>
                  <a:pathLst>
                    <a:path w="12700" h="288163">
                      <a:moveTo>
                        <a:pt x="0" y="0"/>
                      </a:moveTo>
                      <a:lnTo>
                        <a:pt x="0" y="288163"/>
                      </a:lnTo>
                    </a:path>
                  </a:pathLst>
                </a:custGeom>
                <a:ln w="13589" cap="flat">
                  <a:solidFill>
                    <a:srgbClr val="333333"/>
                  </a:solidFill>
                  <a:prstDash val="solid"/>
                  <a:round/>
                </a:ln>
              </p:spPr>
              <p:txBody>
                <a:bodyPr/>
                <a:lstStyle/>
                <a:p>
                  <a:pPr algn="ctr"/>
                  <a:endParaRPr lang="en-US" sz="2646"/>
                </a:p>
              </p:txBody>
            </p:sp>
            <p:sp>
              <p:nvSpPr>
                <p:cNvPr id="910" name="Freeform 909">
                  <a:extLst>
                    <a:ext uri="{FF2B5EF4-FFF2-40B4-BE49-F238E27FC236}">
                      <a16:creationId xmlns:a16="http://schemas.microsoft.com/office/drawing/2014/main" id="{6B4DBE2E-1CBC-0508-E026-A593F5A168B1}"/>
                    </a:ext>
                  </a:extLst>
                </p:cNvPr>
                <p:cNvSpPr/>
                <p:nvPr/>
              </p:nvSpPr>
              <p:spPr>
                <a:xfrm>
                  <a:off x="2093807" y="3266088"/>
                  <a:ext cx="220852" cy="194056"/>
                </a:xfrm>
                <a:custGeom>
                  <a:avLst/>
                  <a:gdLst>
                    <a:gd name="csX0" fmla="*/ 0 w 220852"/>
                    <a:gd name="csY0" fmla="*/ 0 h 194056"/>
                    <a:gd name="csX1" fmla="*/ 0 w 220852"/>
                    <a:gd name="csY1" fmla="*/ 194056 h 194056"/>
                    <a:gd name="csX2" fmla="*/ 220853 w 220852"/>
                    <a:gd name="csY2" fmla="*/ 194056 h 194056"/>
                    <a:gd name="csX3" fmla="*/ 220853 w 220852"/>
                    <a:gd name="csY3" fmla="*/ 0 h 194056"/>
                    <a:gd name="csX4" fmla="*/ 0 w 220852"/>
                    <a:gd name="csY4" fmla="*/ 0 h 194056"/>
                  </a:gdLst>
                  <a:ahLst/>
                  <a:cxnLst>
                    <a:cxn ang="0">
                      <a:pos x="csX0" y="csY0"/>
                    </a:cxn>
                    <a:cxn ang="0">
                      <a:pos x="csX1" y="csY1"/>
                    </a:cxn>
                    <a:cxn ang="0">
                      <a:pos x="csX2" y="csY2"/>
                    </a:cxn>
                    <a:cxn ang="0">
                      <a:pos x="csX3" y="csY3"/>
                    </a:cxn>
                    <a:cxn ang="0">
                      <a:pos x="csX4" y="csY4"/>
                    </a:cxn>
                  </a:cxnLst>
                  <a:rect l="l" t="t" r="r" b="b"/>
                  <a:pathLst>
                    <a:path w="220852" h="194056">
                      <a:moveTo>
                        <a:pt x="0" y="0"/>
                      </a:moveTo>
                      <a:lnTo>
                        <a:pt x="0" y="194056"/>
                      </a:lnTo>
                      <a:lnTo>
                        <a:pt x="220853" y="194056"/>
                      </a:lnTo>
                      <a:lnTo>
                        <a:pt x="220853" y="0"/>
                      </a:lnTo>
                      <a:lnTo>
                        <a:pt x="0" y="0"/>
                      </a:lnTo>
                      <a:close/>
                    </a:path>
                  </a:pathLst>
                </a:custGeom>
                <a:solidFill>
                  <a:srgbClr val="FFFFFF"/>
                </a:solidFill>
                <a:ln w="13589" cap="flat">
                  <a:solidFill>
                    <a:srgbClr val="333333"/>
                  </a:solidFill>
                  <a:prstDash val="solid"/>
                  <a:miter/>
                </a:ln>
              </p:spPr>
              <p:txBody>
                <a:bodyPr/>
                <a:lstStyle/>
                <a:p>
                  <a:pPr algn="ctr"/>
                  <a:endParaRPr lang="en-US" sz="2646"/>
                </a:p>
              </p:txBody>
            </p:sp>
            <p:sp>
              <p:nvSpPr>
                <p:cNvPr id="911" name="Freeform 910">
                  <a:extLst>
                    <a:ext uri="{FF2B5EF4-FFF2-40B4-BE49-F238E27FC236}">
                      <a16:creationId xmlns:a16="http://schemas.microsoft.com/office/drawing/2014/main" id="{0A422B4D-68A3-A2A1-7699-980686C85FFC}"/>
                    </a:ext>
                  </a:extLst>
                </p:cNvPr>
                <p:cNvSpPr/>
                <p:nvPr/>
              </p:nvSpPr>
              <p:spPr>
                <a:xfrm>
                  <a:off x="2093807" y="3377087"/>
                  <a:ext cx="220852" cy="12700"/>
                </a:xfrm>
                <a:custGeom>
                  <a:avLst/>
                  <a:gdLst>
                    <a:gd name="csX0" fmla="*/ 0 w 220852"/>
                    <a:gd name="csY0" fmla="*/ 0 h 12700"/>
                    <a:gd name="csX1" fmla="*/ 220853 w 220852"/>
                    <a:gd name="csY1" fmla="*/ 0 h 12700"/>
                  </a:gdLst>
                  <a:ahLst/>
                  <a:cxnLst>
                    <a:cxn ang="0">
                      <a:pos x="csX0" y="csY0"/>
                    </a:cxn>
                    <a:cxn ang="0">
                      <a:pos x="csX1" y="csY1"/>
                    </a:cxn>
                  </a:cxnLst>
                  <a:rect l="l" t="t" r="r" b="b"/>
                  <a:pathLst>
                    <a:path w="220852" h="12700">
                      <a:moveTo>
                        <a:pt x="0" y="0"/>
                      </a:moveTo>
                      <a:lnTo>
                        <a:pt x="220853" y="0"/>
                      </a:lnTo>
                    </a:path>
                  </a:pathLst>
                </a:custGeom>
                <a:ln w="27051" cap="flat">
                  <a:solidFill>
                    <a:srgbClr val="333333"/>
                  </a:solidFill>
                  <a:prstDash val="solid"/>
                  <a:miter/>
                </a:ln>
              </p:spPr>
              <p:txBody>
                <a:bodyPr/>
                <a:lstStyle/>
                <a:p>
                  <a:pPr algn="ctr"/>
                  <a:endParaRPr lang="en-US" sz="2646"/>
                </a:p>
              </p:txBody>
            </p:sp>
            <p:sp>
              <p:nvSpPr>
                <p:cNvPr id="912" name="Freeform 911">
                  <a:extLst>
                    <a:ext uri="{FF2B5EF4-FFF2-40B4-BE49-F238E27FC236}">
                      <a16:creationId xmlns:a16="http://schemas.microsoft.com/office/drawing/2014/main" id="{F655DB34-C906-EFFA-7004-563F436B7128}"/>
                    </a:ext>
                  </a:extLst>
                </p:cNvPr>
                <p:cNvSpPr/>
                <p:nvPr/>
              </p:nvSpPr>
              <p:spPr>
                <a:xfrm>
                  <a:off x="1621367" y="3546632"/>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13" name="Freeform 912">
                  <a:extLst>
                    <a:ext uri="{FF2B5EF4-FFF2-40B4-BE49-F238E27FC236}">
                      <a16:creationId xmlns:a16="http://schemas.microsoft.com/office/drawing/2014/main" id="{98B08327-1BD2-95BD-1D05-09D9A5C477EC}"/>
                    </a:ext>
                  </a:extLst>
                </p:cNvPr>
                <p:cNvSpPr/>
                <p:nvPr/>
              </p:nvSpPr>
              <p:spPr>
                <a:xfrm>
                  <a:off x="1657562" y="3395756"/>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14" name="Freeform 913">
                  <a:extLst>
                    <a:ext uri="{FF2B5EF4-FFF2-40B4-BE49-F238E27FC236}">
                      <a16:creationId xmlns:a16="http://schemas.microsoft.com/office/drawing/2014/main" id="{D4B68795-CF55-3295-A9E2-F8C09D486C85}"/>
                    </a:ext>
                  </a:extLst>
                </p:cNvPr>
                <p:cNvSpPr/>
                <p:nvPr/>
              </p:nvSpPr>
              <p:spPr>
                <a:xfrm>
                  <a:off x="1661880" y="3528725"/>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15" name="Freeform 914">
                  <a:extLst>
                    <a:ext uri="{FF2B5EF4-FFF2-40B4-BE49-F238E27FC236}">
                      <a16:creationId xmlns:a16="http://schemas.microsoft.com/office/drawing/2014/main" id="{9270F184-3A79-002F-B9B8-1A8510ACBA9C}"/>
                    </a:ext>
                  </a:extLst>
                </p:cNvPr>
                <p:cNvSpPr/>
                <p:nvPr/>
              </p:nvSpPr>
              <p:spPr>
                <a:xfrm>
                  <a:off x="1604603" y="3517422"/>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16" name="Freeform 915">
                  <a:extLst>
                    <a:ext uri="{FF2B5EF4-FFF2-40B4-BE49-F238E27FC236}">
                      <a16:creationId xmlns:a16="http://schemas.microsoft.com/office/drawing/2014/main" id="{DE8AFA24-D2A4-73F9-BCA0-F159E90BCFCE}"/>
                    </a:ext>
                  </a:extLst>
                </p:cNvPr>
                <p:cNvSpPr/>
                <p:nvPr/>
              </p:nvSpPr>
              <p:spPr>
                <a:xfrm>
                  <a:off x="1593554" y="331079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17" name="Freeform 916">
                  <a:extLst>
                    <a:ext uri="{FF2B5EF4-FFF2-40B4-BE49-F238E27FC236}">
                      <a16:creationId xmlns:a16="http://schemas.microsoft.com/office/drawing/2014/main" id="{6C09160C-A60C-654E-3E67-C0A545DB13D8}"/>
                    </a:ext>
                  </a:extLst>
                </p:cNvPr>
                <p:cNvSpPr/>
                <p:nvPr/>
              </p:nvSpPr>
              <p:spPr>
                <a:xfrm>
                  <a:off x="1615398" y="342141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18" name="Freeform 917">
                  <a:extLst>
                    <a:ext uri="{FF2B5EF4-FFF2-40B4-BE49-F238E27FC236}">
                      <a16:creationId xmlns:a16="http://schemas.microsoft.com/office/drawing/2014/main" id="{6D4B9E4B-A249-D49F-E41C-B36E9154F797}"/>
                    </a:ext>
                  </a:extLst>
                </p:cNvPr>
                <p:cNvSpPr/>
                <p:nvPr/>
              </p:nvSpPr>
              <p:spPr>
                <a:xfrm>
                  <a:off x="1646640" y="359286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19" name="Freeform 918">
                  <a:extLst>
                    <a:ext uri="{FF2B5EF4-FFF2-40B4-BE49-F238E27FC236}">
                      <a16:creationId xmlns:a16="http://schemas.microsoft.com/office/drawing/2014/main" id="{4BAABE5F-E726-9D5A-CCF6-524BB9780D3A}"/>
                    </a:ext>
                  </a:extLst>
                </p:cNvPr>
                <p:cNvSpPr/>
                <p:nvPr/>
              </p:nvSpPr>
              <p:spPr>
                <a:xfrm>
                  <a:off x="1621494" y="3485926"/>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0" name="Freeform 919">
                  <a:extLst>
                    <a:ext uri="{FF2B5EF4-FFF2-40B4-BE49-F238E27FC236}">
                      <a16:creationId xmlns:a16="http://schemas.microsoft.com/office/drawing/2014/main" id="{C8B5FC95-CFD1-F85D-4619-17DF3E21F80C}"/>
                    </a:ext>
                  </a:extLst>
                </p:cNvPr>
                <p:cNvSpPr/>
                <p:nvPr/>
              </p:nvSpPr>
              <p:spPr>
                <a:xfrm>
                  <a:off x="1625558" y="357508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1" name="Freeform 920">
                  <a:extLst>
                    <a:ext uri="{FF2B5EF4-FFF2-40B4-BE49-F238E27FC236}">
                      <a16:creationId xmlns:a16="http://schemas.microsoft.com/office/drawing/2014/main" id="{291CAFAD-6B83-2548-5A0C-CD445DCDB059}"/>
                    </a:ext>
                  </a:extLst>
                </p:cNvPr>
                <p:cNvSpPr/>
                <p:nvPr/>
              </p:nvSpPr>
              <p:spPr>
                <a:xfrm>
                  <a:off x="1545675" y="3489228"/>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2" name="Freeform 921">
                  <a:extLst>
                    <a:ext uri="{FF2B5EF4-FFF2-40B4-BE49-F238E27FC236}">
                      <a16:creationId xmlns:a16="http://schemas.microsoft.com/office/drawing/2014/main" id="{1DF98EE8-BA6F-451B-2719-36092E315F54}"/>
                    </a:ext>
                  </a:extLst>
                </p:cNvPr>
                <p:cNvSpPr/>
                <p:nvPr/>
              </p:nvSpPr>
              <p:spPr>
                <a:xfrm>
                  <a:off x="1572853" y="3562888"/>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3" name="Freeform 922">
                  <a:extLst>
                    <a:ext uri="{FF2B5EF4-FFF2-40B4-BE49-F238E27FC236}">
                      <a16:creationId xmlns:a16="http://schemas.microsoft.com/office/drawing/2014/main" id="{66BA02E7-1AAA-4864-C028-180717E737F7}"/>
                    </a:ext>
                  </a:extLst>
                </p:cNvPr>
                <p:cNvSpPr/>
                <p:nvPr/>
              </p:nvSpPr>
              <p:spPr>
                <a:xfrm>
                  <a:off x="1535134" y="3505611"/>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4" name="Freeform 923">
                  <a:extLst>
                    <a:ext uri="{FF2B5EF4-FFF2-40B4-BE49-F238E27FC236}">
                      <a16:creationId xmlns:a16="http://schemas.microsoft.com/office/drawing/2014/main" id="{D8022DE5-17A0-B125-C121-00C4629DF2CB}"/>
                    </a:ext>
                  </a:extLst>
                </p:cNvPr>
                <p:cNvSpPr/>
                <p:nvPr/>
              </p:nvSpPr>
              <p:spPr>
                <a:xfrm>
                  <a:off x="1628098" y="3499261"/>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5" name="Freeform 924">
                  <a:extLst>
                    <a:ext uri="{FF2B5EF4-FFF2-40B4-BE49-F238E27FC236}">
                      <a16:creationId xmlns:a16="http://schemas.microsoft.com/office/drawing/2014/main" id="{F8C1FDA9-7374-ED6E-31AB-73E8FD3DD175}"/>
                    </a:ext>
                  </a:extLst>
                </p:cNvPr>
                <p:cNvSpPr/>
                <p:nvPr/>
              </p:nvSpPr>
              <p:spPr>
                <a:xfrm>
                  <a:off x="1525863" y="345316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6" name="Freeform 925">
                  <a:extLst>
                    <a:ext uri="{FF2B5EF4-FFF2-40B4-BE49-F238E27FC236}">
                      <a16:creationId xmlns:a16="http://schemas.microsoft.com/office/drawing/2014/main" id="{B03852A0-8365-C486-97AF-9549E86876CB}"/>
                    </a:ext>
                  </a:extLst>
                </p:cNvPr>
                <p:cNvSpPr/>
                <p:nvPr/>
              </p:nvSpPr>
              <p:spPr>
                <a:xfrm>
                  <a:off x="1601682" y="3396264"/>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7" name="Freeform 926">
                  <a:extLst>
                    <a:ext uri="{FF2B5EF4-FFF2-40B4-BE49-F238E27FC236}">
                      <a16:creationId xmlns:a16="http://schemas.microsoft.com/office/drawing/2014/main" id="{99BD2DD2-C77B-7E74-BFAF-196423D0BC35}"/>
                    </a:ext>
                  </a:extLst>
                </p:cNvPr>
                <p:cNvSpPr/>
                <p:nvPr/>
              </p:nvSpPr>
              <p:spPr>
                <a:xfrm>
                  <a:off x="1598761" y="340096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8" name="Freeform 927">
                  <a:extLst>
                    <a:ext uri="{FF2B5EF4-FFF2-40B4-BE49-F238E27FC236}">
                      <a16:creationId xmlns:a16="http://schemas.microsoft.com/office/drawing/2014/main" id="{C6C63FDE-59D7-6B8B-FF50-D91DC94D6C0B}"/>
                    </a:ext>
                  </a:extLst>
                </p:cNvPr>
                <p:cNvSpPr/>
                <p:nvPr/>
              </p:nvSpPr>
              <p:spPr>
                <a:xfrm>
                  <a:off x="1587077" y="3645819"/>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29" name="Freeform 928">
                  <a:extLst>
                    <a:ext uri="{FF2B5EF4-FFF2-40B4-BE49-F238E27FC236}">
                      <a16:creationId xmlns:a16="http://schemas.microsoft.com/office/drawing/2014/main" id="{6BCC71E6-7E50-F647-A0BA-A6CEC3405F09}"/>
                    </a:ext>
                  </a:extLst>
                </p:cNvPr>
                <p:cNvSpPr/>
                <p:nvPr/>
              </p:nvSpPr>
              <p:spPr>
                <a:xfrm>
                  <a:off x="1635210" y="3377722"/>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0" name="Freeform 929">
                  <a:extLst>
                    <a:ext uri="{FF2B5EF4-FFF2-40B4-BE49-F238E27FC236}">
                      <a16:creationId xmlns:a16="http://schemas.microsoft.com/office/drawing/2014/main" id="{A2514911-8AA2-C1A5-14AB-9D4D12F43D87}"/>
                    </a:ext>
                  </a:extLst>
                </p:cNvPr>
                <p:cNvSpPr/>
                <p:nvPr/>
              </p:nvSpPr>
              <p:spPr>
                <a:xfrm>
                  <a:off x="1610318" y="3499769"/>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1" name="Freeform 930">
                  <a:extLst>
                    <a:ext uri="{FF2B5EF4-FFF2-40B4-BE49-F238E27FC236}">
                      <a16:creationId xmlns:a16="http://schemas.microsoft.com/office/drawing/2014/main" id="{8982540A-786C-45A3-2F44-D0F8BDBE25EE}"/>
                    </a:ext>
                  </a:extLst>
                </p:cNvPr>
                <p:cNvSpPr/>
                <p:nvPr/>
              </p:nvSpPr>
              <p:spPr>
                <a:xfrm>
                  <a:off x="1636353" y="3354481"/>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2" name="Freeform 931">
                  <a:extLst>
                    <a:ext uri="{FF2B5EF4-FFF2-40B4-BE49-F238E27FC236}">
                      <a16:creationId xmlns:a16="http://schemas.microsoft.com/office/drawing/2014/main" id="{0A8845D2-9184-8E5E-E03B-93C199476564}"/>
                    </a:ext>
                  </a:extLst>
                </p:cNvPr>
                <p:cNvSpPr/>
                <p:nvPr/>
              </p:nvSpPr>
              <p:spPr>
                <a:xfrm>
                  <a:off x="1582505" y="3497356"/>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3" name="Freeform 932">
                  <a:extLst>
                    <a:ext uri="{FF2B5EF4-FFF2-40B4-BE49-F238E27FC236}">
                      <a16:creationId xmlns:a16="http://schemas.microsoft.com/office/drawing/2014/main" id="{775F9903-4C99-6A4E-8129-BED620DDAC5A}"/>
                    </a:ext>
                  </a:extLst>
                </p:cNvPr>
                <p:cNvSpPr/>
                <p:nvPr/>
              </p:nvSpPr>
              <p:spPr>
                <a:xfrm>
                  <a:off x="1651085" y="3368197"/>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4" name="Freeform 933">
                  <a:extLst>
                    <a:ext uri="{FF2B5EF4-FFF2-40B4-BE49-F238E27FC236}">
                      <a16:creationId xmlns:a16="http://schemas.microsoft.com/office/drawing/2014/main" id="{27826C21-1AC0-4F48-9588-E5C28FAEE296}"/>
                    </a:ext>
                  </a:extLst>
                </p:cNvPr>
                <p:cNvSpPr/>
                <p:nvPr/>
              </p:nvSpPr>
              <p:spPr>
                <a:xfrm>
                  <a:off x="1261068" y="2891566"/>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5" name="Freeform 934">
                  <a:extLst>
                    <a:ext uri="{FF2B5EF4-FFF2-40B4-BE49-F238E27FC236}">
                      <a16:creationId xmlns:a16="http://schemas.microsoft.com/office/drawing/2014/main" id="{6F12BD21-1F83-1C2D-C996-5B68B2DE433B}"/>
                    </a:ext>
                  </a:extLst>
                </p:cNvPr>
                <p:cNvSpPr/>
                <p:nvPr/>
              </p:nvSpPr>
              <p:spPr>
                <a:xfrm>
                  <a:off x="1343872" y="2827685"/>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6" name="Freeform 935">
                  <a:extLst>
                    <a:ext uri="{FF2B5EF4-FFF2-40B4-BE49-F238E27FC236}">
                      <a16:creationId xmlns:a16="http://schemas.microsoft.com/office/drawing/2014/main" id="{E873EB0D-04B0-99A4-26D7-C3CE064F99C8}"/>
                    </a:ext>
                  </a:extLst>
                </p:cNvPr>
                <p:cNvSpPr/>
                <p:nvPr/>
              </p:nvSpPr>
              <p:spPr>
                <a:xfrm>
                  <a:off x="1267545" y="2844322"/>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7" name="Freeform 936">
                  <a:extLst>
                    <a:ext uri="{FF2B5EF4-FFF2-40B4-BE49-F238E27FC236}">
                      <a16:creationId xmlns:a16="http://schemas.microsoft.com/office/drawing/2014/main" id="{48D5CD4D-2483-1387-5B0E-0C721C538974}"/>
                    </a:ext>
                  </a:extLst>
                </p:cNvPr>
                <p:cNvSpPr/>
                <p:nvPr/>
              </p:nvSpPr>
              <p:spPr>
                <a:xfrm>
                  <a:off x="1337014" y="289169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8" name="Freeform 937">
                  <a:extLst>
                    <a:ext uri="{FF2B5EF4-FFF2-40B4-BE49-F238E27FC236}">
                      <a16:creationId xmlns:a16="http://schemas.microsoft.com/office/drawing/2014/main" id="{BD984999-30C8-1890-9086-F8A88A502A5C}"/>
                    </a:ext>
                  </a:extLst>
                </p:cNvPr>
                <p:cNvSpPr/>
                <p:nvPr/>
              </p:nvSpPr>
              <p:spPr>
                <a:xfrm>
                  <a:off x="1247987" y="2861721"/>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39" name="Freeform 938">
                  <a:extLst>
                    <a:ext uri="{FF2B5EF4-FFF2-40B4-BE49-F238E27FC236}">
                      <a16:creationId xmlns:a16="http://schemas.microsoft.com/office/drawing/2014/main" id="{38EF2CE1-5337-E58D-A96D-5BE985CA9384}"/>
                    </a:ext>
                  </a:extLst>
                </p:cNvPr>
                <p:cNvSpPr/>
                <p:nvPr/>
              </p:nvSpPr>
              <p:spPr>
                <a:xfrm>
                  <a:off x="1243288" y="2883438"/>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0" name="Freeform 939">
                  <a:extLst>
                    <a:ext uri="{FF2B5EF4-FFF2-40B4-BE49-F238E27FC236}">
                      <a16:creationId xmlns:a16="http://schemas.microsoft.com/office/drawing/2014/main" id="{37126434-2839-2906-D4AD-C56041988A61}"/>
                    </a:ext>
                  </a:extLst>
                </p:cNvPr>
                <p:cNvSpPr/>
                <p:nvPr/>
              </p:nvSpPr>
              <p:spPr>
                <a:xfrm>
                  <a:off x="1270212" y="289423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1" name="Freeform 940">
                  <a:extLst>
                    <a:ext uri="{FF2B5EF4-FFF2-40B4-BE49-F238E27FC236}">
                      <a16:creationId xmlns:a16="http://schemas.microsoft.com/office/drawing/2014/main" id="{6CB1D047-2976-EDED-9650-631316040A7C}"/>
                    </a:ext>
                  </a:extLst>
                </p:cNvPr>
                <p:cNvSpPr/>
                <p:nvPr/>
              </p:nvSpPr>
              <p:spPr>
                <a:xfrm>
                  <a:off x="1277832" y="284978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2" name="Freeform 941">
                  <a:extLst>
                    <a:ext uri="{FF2B5EF4-FFF2-40B4-BE49-F238E27FC236}">
                      <a16:creationId xmlns:a16="http://schemas.microsoft.com/office/drawing/2014/main" id="{DB5099C1-07BE-50D6-38C5-CBE7A8037D4B}"/>
                    </a:ext>
                  </a:extLst>
                </p:cNvPr>
                <p:cNvSpPr/>
                <p:nvPr/>
              </p:nvSpPr>
              <p:spPr>
                <a:xfrm>
                  <a:off x="1347428" y="2926618"/>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3" name="Freeform 942">
                  <a:extLst>
                    <a:ext uri="{FF2B5EF4-FFF2-40B4-BE49-F238E27FC236}">
                      <a16:creationId xmlns:a16="http://schemas.microsoft.com/office/drawing/2014/main" id="{6780FEC1-4836-E9D0-A882-BD675442B370}"/>
                    </a:ext>
                  </a:extLst>
                </p:cNvPr>
                <p:cNvSpPr/>
                <p:nvPr/>
              </p:nvSpPr>
              <p:spPr>
                <a:xfrm>
                  <a:off x="1227413" y="2893344"/>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4" name="Freeform 943">
                  <a:extLst>
                    <a:ext uri="{FF2B5EF4-FFF2-40B4-BE49-F238E27FC236}">
                      <a16:creationId xmlns:a16="http://schemas.microsoft.com/office/drawing/2014/main" id="{CF893109-14A4-8970-61F6-D824DAE3244B}"/>
                    </a:ext>
                  </a:extLst>
                </p:cNvPr>
                <p:cNvSpPr/>
                <p:nvPr/>
              </p:nvSpPr>
              <p:spPr>
                <a:xfrm>
                  <a:off x="1344761" y="2890169"/>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5" name="Freeform 944">
                  <a:extLst>
                    <a:ext uri="{FF2B5EF4-FFF2-40B4-BE49-F238E27FC236}">
                      <a16:creationId xmlns:a16="http://schemas.microsoft.com/office/drawing/2014/main" id="{6C6BF2CD-BB46-03AE-29CB-8CC668DC7F82}"/>
                    </a:ext>
                  </a:extLst>
                </p:cNvPr>
                <p:cNvSpPr/>
                <p:nvPr/>
              </p:nvSpPr>
              <p:spPr>
                <a:xfrm>
                  <a:off x="1223984" y="288407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6" name="Freeform 945">
                  <a:extLst>
                    <a:ext uri="{FF2B5EF4-FFF2-40B4-BE49-F238E27FC236}">
                      <a16:creationId xmlns:a16="http://schemas.microsoft.com/office/drawing/2014/main" id="{7F4DB520-CE0D-9904-71CD-C9853451C507}"/>
                    </a:ext>
                  </a:extLst>
                </p:cNvPr>
                <p:cNvSpPr/>
                <p:nvPr/>
              </p:nvSpPr>
              <p:spPr>
                <a:xfrm>
                  <a:off x="1306026" y="2874929"/>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7" name="Freeform 946">
                  <a:extLst>
                    <a:ext uri="{FF2B5EF4-FFF2-40B4-BE49-F238E27FC236}">
                      <a16:creationId xmlns:a16="http://schemas.microsoft.com/office/drawing/2014/main" id="{4C0D3025-09D7-F99C-5CED-E94A7AC2EF21}"/>
                    </a:ext>
                  </a:extLst>
                </p:cNvPr>
                <p:cNvSpPr/>
                <p:nvPr/>
              </p:nvSpPr>
              <p:spPr>
                <a:xfrm>
                  <a:off x="1309963" y="288407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8" name="Freeform 947">
                  <a:extLst>
                    <a:ext uri="{FF2B5EF4-FFF2-40B4-BE49-F238E27FC236}">
                      <a16:creationId xmlns:a16="http://schemas.microsoft.com/office/drawing/2014/main" id="{DA24DCC1-3093-9F85-DB48-43EAD3736A7F}"/>
                    </a:ext>
                  </a:extLst>
                </p:cNvPr>
                <p:cNvSpPr/>
                <p:nvPr/>
              </p:nvSpPr>
              <p:spPr>
                <a:xfrm>
                  <a:off x="1240240" y="2810286"/>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49" name="Freeform 948">
                  <a:extLst>
                    <a:ext uri="{FF2B5EF4-FFF2-40B4-BE49-F238E27FC236}">
                      <a16:creationId xmlns:a16="http://schemas.microsoft.com/office/drawing/2014/main" id="{8C87E2B7-E37C-CC7F-1F19-632DD8D501B5}"/>
                    </a:ext>
                  </a:extLst>
                </p:cNvPr>
                <p:cNvSpPr/>
                <p:nvPr/>
              </p:nvSpPr>
              <p:spPr>
                <a:xfrm>
                  <a:off x="1223222" y="2843560"/>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0" name="Freeform 949">
                  <a:extLst>
                    <a:ext uri="{FF2B5EF4-FFF2-40B4-BE49-F238E27FC236}">
                      <a16:creationId xmlns:a16="http://schemas.microsoft.com/office/drawing/2014/main" id="{592C13B8-E2F1-7A11-EC73-AEB32BFC1B4F}"/>
                    </a:ext>
                  </a:extLst>
                </p:cNvPr>
                <p:cNvSpPr/>
                <p:nvPr/>
              </p:nvSpPr>
              <p:spPr>
                <a:xfrm>
                  <a:off x="1329267" y="2836829"/>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1" name="Freeform 950">
                  <a:extLst>
                    <a:ext uri="{FF2B5EF4-FFF2-40B4-BE49-F238E27FC236}">
                      <a16:creationId xmlns:a16="http://schemas.microsoft.com/office/drawing/2014/main" id="{C79AA747-8BCB-D117-DE30-FB74D37436C1}"/>
                    </a:ext>
                  </a:extLst>
                </p:cNvPr>
                <p:cNvSpPr/>
                <p:nvPr/>
              </p:nvSpPr>
              <p:spPr>
                <a:xfrm>
                  <a:off x="1346920" y="2788315"/>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2" name="Freeform 951">
                  <a:extLst>
                    <a:ext uri="{FF2B5EF4-FFF2-40B4-BE49-F238E27FC236}">
                      <a16:creationId xmlns:a16="http://schemas.microsoft.com/office/drawing/2014/main" id="{F17B9AB7-6597-33F8-7BD4-F067E355900F}"/>
                    </a:ext>
                  </a:extLst>
                </p:cNvPr>
                <p:cNvSpPr/>
                <p:nvPr/>
              </p:nvSpPr>
              <p:spPr>
                <a:xfrm>
                  <a:off x="1333458" y="2893852"/>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3" name="Freeform 952">
                  <a:extLst>
                    <a:ext uri="{FF2B5EF4-FFF2-40B4-BE49-F238E27FC236}">
                      <a16:creationId xmlns:a16="http://schemas.microsoft.com/office/drawing/2014/main" id="{924A21B6-17C7-0B12-6AFF-9C441DB54D37}"/>
                    </a:ext>
                  </a:extLst>
                </p:cNvPr>
                <p:cNvSpPr/>
                <p:nvPr/>
              </p:nvSpPr>
              <p:spPr>
                <a:xfrm>
                  <a:off x="1296501" y="2867055"/>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4" name="Freeform 953">
                  <a:extLst>
                    <a:ext uri="{FF2B5EF4-FFF2-40B4-BE49-F238E27FC236}">
                      <a16:creationId xmlns:a16="http://schemas.microsoft.com/office/drawing/2014/main" id="{B33AAD39-E36D-7B8A-A140-BA3A29AA40B3}"/>
                    </a:ext>
                  </a:extLst>
                </p:cNvPr>
                <p:cNvSpPr/>
                <p:nvPr/>
              </p:nvSpPr>
              <p:spPr>
                <a:xfrm>
                  <a:off x="1235033" y="2849148"/>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5" name="Freeform 954">
                  <a:extLst>
                    <a:ext uri="{FF2B5EF4-FFF2-40B4-BE49-F238E27FC236}">
                      <a16:creationId xmlns:a16="http://schemas.microsoft.com/office/drawing/2014/main" id="{27CC693A-996D-3DF8-EB96-D5790E551D19}"/>
                    </a:ext>
                  </a:extLst>
                </p:cNvPr>
                <p:cNvSpPr/>
                <p:nvPr/>
              </p:nvSpPr>
              <p:spPr>
                <a:xfrm>
                  <a:off x="1346158" y="2842417"/>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6" name="Freeform 955">
                  <a:extLst>
                    <a:ext uri="{FF2B5EF4-FFF2-40B4-BE49-F238E27FC236}">
                      <a16:creationId xmlns:a16="http://schemas.microsoft.com/office/drawing/2014/main" id="{EC8A3A90-C38D-7763-A05B-76352A46EC77}"/>
                    </a:ext>
                  </a:extLst>
                </p:cNvPr>
                <p:cNvSpPr/>
                <p:nvPr/>
              </p:nvSpPr>
              <p:spPr>
                <a:xfrm>
                  <a:off x="1841204" y="3485037"/>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7" name="Freeform 956">
                  <a:extLst>
                    <a:ext uri="{FF2B5EF4-FFF2-40B4-BE49-F238E27FC236}">
                      <a16:creationId xmlns:a16="http://schemas.microsoft.com/office/drawing/2014/main" id="{D1AD1A78-C369-B2F6-69D4-F59B68749A49}"/>
                    </a:ext>
                  </a:extLst>
                </p:cNvPr>
                <p:cNvSpPr/>
                <p:nvPr/>
              </p:nvSpPr>
              <p:spPr>
                <a:xfrm>
                  <a:off x="1868890" y="3392835"/>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8" name="Freeform 957">
                  <a:extLst>
                    <a:ext uri="{FF2B5EF4-FFF2-40B4-BE49-F238E27FC236}">
                      <a16:creationId xmlns:a16="http://schemas.microsoft.com/office/drawing/2014/main" id="{5E617A0A-2960-82CE-1A46-13CD41526563}"/>
                    </a:ext>
                  </a:extLst>
                </p:cNvPr>
                <p:cNvSpPr/>
                <p:nvPr/>
              </p:nvSpPr>
              <p:spPr>
                <a:xfrm>
                  <a:off x="1935946" y="3335177"/>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59" name="Freeform 958">
                  <a:extLst>
                    <a:ext uri="{FF2B5EF4-FFF2-40B4-BE49-F238E27FC236}">
                      <a16:creationId xmlns:a16="http://schemas.microsoft.com/office/drawing/2014/main" id="{FE6B801D-E36C-4A0E-3533-7B55C82B1DD1}"/>
                    </a:ext>
                  </a:extLst>
                </p:cNvPr>
                <p:cNvSpPr/>
                <p:nvPr/>
              </p:nvSpPr>
              <p:spPr>
                <a:xfrm>
                  <a:off x="1821011" y="341239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0" name="Freeform 959">
                  <a:extLst>
                    <a:ext uri="{FF2B5EF4-FFF2-40B4-BE49-F238E27FC236}">
                      <a16:creationId xmlns:a16="http://schemas.microsoft.com/office/drawing/2014/main" id="{3FCEA65C-AFCA-6E9B-E211-F12E34EBE95B}"/>
                    </a:ext>
                  </a:extLst>
                </p:cNvPr>
                <p:cNvSpPr/>
                <p:nvPr/>
              </p:nvSpPr>
              <p:spPr>
                <a:xfrm>
                  <a:off x="1956266" y="3264819"/>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1" name="Freeform 960">
                  <a:extLst>
                    <a:ext uri="{FF2B5EF4-FFF2-40B4-BE49-F238E27FC236}">
                      <a16:creationId xmlns:a16="http://schemas.microsoft.com/office/drawing/2014/main" id="{6372B55D-E444-B3FE-84F8-3042EC61B9CF}"/>
                    </a:ext>
                  </a:extLst>
                </p:cNvPr>
                <p:cNvSpPr/>
                <p:nvPr/>
              </p:nvSpPr>
              <p:spPr>
                <a:xfrm>
                  <a:off x="1869144" y="340223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2" name="Freeform 961">
                  <a:extLst>
                    <a:ext uri="{FF2B5EF4-FFF2-40B4-BE49-F238E27FC236}">
                      <a16:creationId xmlns:a16="http://schemas.microsoft.com/office/drawing/2014/main" id="{6007DD51-44AB-F052-EB19-23D6507D8B4B}"/>
                    </a:ext>
                  </a:extLst>
                </p:cNvPr>
                <p:cNvSpPr/>
                <p:nvPr/>
              </p:nvSpPr>
              <p:spPr>
                <a:xfrm>
                  <a:off x="1873335" y="338204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3" name="Freeform 962">
                  <a:extLst>
                    <a:ext uri="{FF2B5EF4-FFF2-40B4-BE49-F238E27FC236}">
                      <a16:creationId xmlns:a16="http://schemas.microsoft.com/office/drawing/2014/main" id="{71BD2228-8A99-76CE-3E88-36220FC273DE}"/>
                    </a:ext>
                  </a:extLst>
                </p:cNvPr>
                <p:cNvSpPr/>
                <p:nvPr/>
              </p:nvSpPr>
              <p:spPr>
                <a:xfrm>
                  <a:off x="1813645" y="3446302"/>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4" name="Freeform 963">
                  <a:extLst>
                    <a:ext uri="{FF2B5EF4-FFF2-40B4-BE49-F238E27FC236}">
                      <a16:creationId xmlns:a16="http://schemas.microsoft.com/office/drawing/2014/main" id="{966C1B8E-AA26-C2BF-4A15-67263383208F}"/>
                    </a:ext>
                  </a:extLst>
                </p:cNvPr>
                <p:cNvSpPr/>
                <p:nvPr/>
              </p:nvSpPr>
              <p:spPr>
                <a:xfrm>
                  <a:off x="1831425" y="3419124"/>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5" name="Freeform 964">
                  <a:extLst>
                    <a:ext uri="{FF2B5EF4-FFF2-40B4-BE49-F238E27FC236}">
                      <a16:creationId xmlns:a16="http://schemas.microsoft.com/office/drawing/2014/main" id="{F97B382D-B281-F53F-18FE-384AFE85B309}"/>
                    </a:ext>
                  </a:extLst>
                </p:cNvPr>
                <p:cNvSpPr/>
                <p:nvPr/>
              </p:nvSpPr>
              <p:spPr>
                <a:xfrm>
                  <a:off x="1828250" y="343792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6" name="Freeform 965">
                  <a:extLst>
                    <a:ext uri="{FF2B5EF4-FFF2-40B4-BE49-F238E27FC236}">
                      <a16:creationId xmlns:a16="http://schemas.microsoft.com/office/drawing/2014/main" id="{D031C246-0392-1AA6-ADD2-53466C54B59A}"/>
                    </a:ext>
                  </a:extLst>
                </p:cNvPr>
                <p:cNvSpPr/>
                <p:nvPr/>
              </p:nvSpPr>
              <p:spPr>
                <a:xfrm>
                  <a:off x="1933152" y="3430681"/>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7" name="Freeform 966">
                  <a:extLst>
                    <a:ext uri="{FF2B5EF4-FFF2-40B4-BE49-F238E27FC236}">
                      <a16:creationId xmlns:a16="http://schemas.microsoft.com/office/drawing/2014/main" id="{10F8B43F-1BF4-8043-275B-00CBE738CF1C}"/>
                    </a:ext>
                  </a:extLst>
                </p:cNvPr>
                <p:cNvSpPr/>
                <p:nvPr/>
              </p:nvSpPr>
              <p:spPr>
                <a:xfrm>
                  <a:off x="1864445" y="3255929"/>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8" name="Freeform 967">
                  <a:extLst>
                    <a:ext uri="{FF2B5EF4-FFF2-40B4-BE49-F238E27FC236}">
                      <a16:creationId xmlns:a16="http://schemas.microsoft.com/office/drawing/2014/main" id="{C2722676-5843-F407-D01E-611C6C2EF154}"/>
                    </a:ext>
                  </a:extLst>
                </p:cNvPr>
                <p:cNvSpPr/>
                <p:nvPr/>
              </p:nvSpPr>
              <p:spPr>
                <a:xfrm>
                  <a:off x="1850348" y="347475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69" name="Freeform 968">
                  <a:extLst>
                    <a:ext uri="{FF2B5EF4-FFF2-40B4-BE49-F238E27FC236}">
                      <a16:creationId xmlns:a16="http://schemas.microsoft.com/office/drawing/2014/main" id="{2750435A-F688-7C14-4435-26A6D5ECBB59}"/>
                    </a:ext>
                  </a:extLst>
                </p:cNvPr>
                <p:cNvSpPr/>
                <p:nvPr/>
              </p:nvSpPr>
              <p:spPr>
                <a:xfrm>
                  <a:off x="1846919" y="3332002"/>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0" name="Freeform 969">
                  <a:extLst>
                    <a:ext uri="{FF2B5EF4-FFF2-40B4-BE49-F238E27FC236}">
                      <a16:creationId xmlns:a16="http://schemas.microsoft.com/office/drawing/2014/main" id="{E15AB514-B714-0355-9C61-1EE9FCCE85A3}"/>
                    </a:ext>
                  </a:extLst>
                </p:cNvPr>
                <p:cNvSpPr/>
                <p:nvPr/>
              </p:nvSpPr>
              <p:spPr>
                <a:xfrm>
                  <a:off x="1880447" y="3376071"/>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1" name="Freeform 970">
                  <a:extLst>
                    <a:ext uri="{FF2B5EF4-FFF2-40B4-BE49-F238E27FC236}">
                      <a16:creationId xmlns:a16="http://schemas.microsoft.com/office/drawing/2014/main" id="{700243C8-A444-22FD-A613-CCC8D9AAADA6}"/>
                    </a:ext>
                  </a:extLst>
                </p:cNvPr>
                <p:cNvSpPr/>
                <p:nvPr/>
              </p:nvSpPr>
              <p:spPr>
                <a:xfrm>
                  <a:off x="1878288" y="3301268"/>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2" name="Freeform 971">
                  <a:extLst>
                    <a:ext uri="{FF2B5EF4-FFF2-40B4-BE49-F238E27FC236}">
                      <a16:creationId xmlns:a16="http://schemas.microsoft.com/office/drawing/2014/main" id="{6554757E-48DD-A88C-7257-AE827132096B}"/>
                    </a:ext>
                  </a:extLst>
                </p:cNvPr>
                <p:cNvSpPr/>
                <p:nvPr/>
              </p:nvSpPr>
              <p:spPr>
                <a:xfrm>
                  <a:off x="1873080" y="3416838"/>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3" name="Freeform 972">
                  <a:extLst>
                    <a:ext uri="{FF2B5EF4-FFF2-40B4-BE49-F238E27FC236}">
                      <a16:creationId xmlns:a16="http://schemas.microsoft.com/office/drawing/2014/main" id="{143AD3B9-F0CC-9D5F-F1DC-DFBA96F1EDA6}"/>
                    </a:ext>
                  </a:extLst>
                </p:cNvPr>
                <p:cNvSpPr/>
                <p:nvPr/>
              </p:nvSpPr>
              <p:spPr>
                <a:xfrm>
                  <a:off x="1818217" y="336934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4" name="Freeform 973">
                  <a:extLst>
                    <a:ext uri="{FF2B5EF4-FFF2-40B4-BE49-F238E27FC236}">
                      <a16:creationId xmlns:a16="http://schemas.microsoft.com/office/drawing/2014/main" id="{F656FDE0-B9B9-6D0B-0579-272CDF2D5E08}"/>
                    </a:ext>
                  </a:extLst>
                </p:cNvPr>
                <p:cNvSpPr/>
                <p:nvPr/>
              </p:nvSpPr>
              <p:spPr>
                <a:xfrm>
                  <a:off x="1888194" y="3369848"/>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5" name="Freeform 974">
                  <a:extLst>
                    <a:ext uri="{FF2B5EF4-FFF2-40B4-BE49-F238E27FC236}">
                      <a16:creationId xmlns:a16="http://schemas.microsoft.com/office/drawing/2014/main" id="{ADA2A6D8-863B-8E49-C6F2-F134FEE326C4}"/>
                    </a:ext>
                  </a:extLst>
                </p:cNvPr>
                <p:cNvSpPr/>
                <p:nvPr/>
              </p:nvSpPr>
              <p:spPr>
                <a:xfrm>
                  <a:off x="1864445" y="3348766"/>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6" name="Freeform 975">
                  <a:extLst>
                    <a:ext uri="{FF2B5EF4-FFF2-40B4-BE49-F238E27FC236}">
                      <a16:creationId xmlns:a16="http://schemas.microsoft.com/office/drawing/2014/main" id="{56E37151-5F86-44B2-29D7-5A965A3A0EEB}"/>
                    </a:ext>
                  </a:extLst>
                </p:cNvPr>
                <p:cNvSpPr/>
                <p:nvPr/>
              </p:nvSpPr>
              <p:spPr>
                <a:xfrm>
                  <a:off x="1916261" y="3299744"/>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7" name="Freeform 976">
                  <a:extLst>
                    <a:ext uri="{FF2B5EF4-FFF2-40B4-BE49-F238E27FC236}">
                      <a16:creationId xmlns:a16="http://schemas.microsoft.com/office/drawing/2014/main" id="{D697C56B-CF08-E70E-96BD-A58237F59D4B}"/>
                    </a:ext>
                  </a:extLst>
                </p:cNvPr>
                <p:cNvSpPr/>
                <p:nvPr/>
              </p:nvSpPr>
              <p:spPr>
                <a:xfrm>
                  <a:off x="1864445" y="3344194"/>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8" name="Freeform 977">
                  <a:extLst>
                    <a:ext uri="{FF2B5EF4-FFF2-40B4-BE49-F238E27FC236}">
                      <a16:creationId xmlns:a16="http://schemas.microsoft.com/office/drawing/2014/main" id="{FECC99A9-AF6C-84A6-B6F9-038DBF3018B0}"/>
                    </a:ext>
                  </a:extLst>
                </p:cNvPr>
                <p:cNvSpPr/>
                <p:nvPr/>
              </p:nvSpPr>
              <p:spPr>
                <a:xfrm>
                  <a:off x="2190327" y="349748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79" name="Freeform 978">
                  <a:extLst>
                    <a:ext uri="{FF2B5EF4-FFF2-40B4-BE49-F238E27FC236}">
                      <a16:creationId xmlns:a16="http://schemas.microsoft.com/office/drawing/2014/main" id="{B654FD20-DF05-5374-AC3F-E5CAE56D0694}"/>
                    </a:ext>
                  </a:extLst>
                </p:cNvPr>
                <p:cNvSpPr/>
                <p:nvPr/>
              </p:nvSpPr>
              <p:spPr>
                <a:xfrm>
                  <a:off x="2163657" y="3241324"/>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0" name="Freeform 979">
                  <a:extLst>
                    <a:ext uri="{FF2B5EF4-FFF2-40B4-BE49-F238E27FC236}">
                      <a16:creationId xmlns:a16="http://schemas.microsoft.com/office/drawing/2014/main" id="{A78A231E-8889-738A-A9EB-5E498BA0685D}"/>
                    </a:ext>
                  </a:extLst>
                </p:cNvPr>
                <p:cNvSpPr/>
                <p:nvPr/>
              </p:nvSpPr>
              <p:spPr>
                <a:xfrm>
                  <a:off x="2184739" y="334140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1" name="Freeform 980">
                  <a:extLst>
                    <a:ext uri="{FF2B5EF4-FFF2-40B4-BE49-F238E27FC236}">
                      <a16:creationId xmlns:a16="http://schemas.microsoft.com/office/drawing/2014/main" id="{E893D69B-DF29-788B-32E7-E03263D37A7B}"/>
                    </a:ext>
                  </a:extLst>
                </p:cNvPr>
                <p:cNvSpPr/>
                <p:nvPr/>
              </p:nvSpPr>
              <p:spPr>
                <a:xfrm>
                  <a:off x="2152735" y="3352322"/>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2" name="Freeform 981">
                  <a:extLst>
                    <a:ext uri="{FF2B5EF4-FFF2-40B4-BE49-F238E27FC236}">
                      <a16:creationId xmlns:a16="http://schemas.microsoft.com/office/drawing/2014/main" id="{11A780FB-2C77-BAAD-96ED-DC10751387D1}"/>
                    </a:ext>
                  </a:extLst>
                </p:cNvPr>
                <p:cNvSpPr/>
                <p:nvPr/>
              </p:nvSpPr>
              <p:spPr>
                <a:xfrm>
                  <a:off x="2180548" y="3348639"/>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3" name="Freeform 982">
                  <a:extLst>
                    <a:ext uri="{FF2B5EF4-FFF2-40B4-BE49-F238E27FC236}">
                      <a16:creationId xmlns:a16="http://schemas.microsoft.com/office/drawing/2014/main" id="{B9E23257-DAE9-D5C9-2DDA-B33CE2AB50DE}"/>
                    </a:ext>
                  </a:extLst>
                </p:cNvPr>
                <p:cNvSpPr/>
                <p:nvPr/>
              </p:nvSpPr>
              <p:spPr>
                <a:xfrm>
                  <a:off x="2147655" y="344935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4" name="Freeform 983">
                  <a:extLst>
                    <a:ext uri="{FF2B5EF4-FFF2-40B4-BE49-F238E27FC236}">
                      <a16:creationId xmlns:a16="http://schemas.microsoft.com/office/drawing/2014/main" id="{C61DD030-0C0B-B6EB-BD20-CD2194E3ECD3}"/>
                    </a:ext>
                  </a:extLst>
                </p:cNvPr>
                <p:cNvSpPr/>
                <p:nvPr/>
              </p:nvSpPr>
              <p:spPr>
                <a:xfrm>
                  <a:off x="2150322" y="3441984"/>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5" name="Freeform 984">
                  <a:extLst>
                    <a:ext uri="{FF2B5EF4-FFF2-40B4-BE49-F238E27FC236}">
                      <a16:creationId xmlns:a16="http://schemas.microsoft.com/office/drawing/2014/main" id="{43BFBC62-83D7-15CE-9C15-2CE717B8D1CC}"/>
                    </a:ext>
                  </a:extLst>
                </p:cNvPr>
                <p:cNvSpPr/>
                <p:nvPr/>
              </p:nvSpPr>
              <p:spPr>
                <a:xfrm>
                  <a:off x="2203154" y="3723543"/>
                  <a:ext cx="49529" cy="49530"/>
                </a:xfrm>
                <a:custGeom>
                  <a:avLst/>
                  <a:gdLst>
                    <a:gd name="csX0" fmla="*/ 49530 w 49529"/>
                    <a:gd name="csY0" fmla="*/ 24765 h 49530"/>
                    <a:gd name="csX1" fmla="*/ 24765 w 49529"/>
                    <a:gd name="csY1" fmla="*/ 49530 h 49530"/>
                    <a:gd name="csX2" fmla="*/ 0 w 49529"/>
                    <a:gd name="csY2" fmla="*/ 24765 h 49530"/>
                    <a:gd name="csX3" fmla="*/ 24765 w 49529"/>
                    <a:gd name="csY3" fmla="*/ 0 h 49530"/>
                    <a:gd name="csX4" fmla="*/ 49530 w 49529"/>
                    <a:gd name="csY4" fmla="*/ 24765 h 49530"/>
                  </a:gdLst>
                  <a:ahLst/>
                  <a:cxnLst>
                    <a:cxn ang="0">
                      <a:pos x="csX0" y="csY0"/>
                    </a:cxn>
                    <a:cxn ang="0">
                      <a:pos x="csX1" y="csY1"/>
                    </a:cxn>
                    <a:cxn ang="0">
                      <a:pos x="csX2" y="csY2"/>
                    </a:cxn>
                    <a:cxn ang="0">
                      <a:pos x="csX3" y="csY3"/>
                    </a:cxn>
                    <a:cxn ang="0">
                      <a:pos x="csX4" y="csY4"/>
                    </a:cxn>
                  </a:cxnLst>
                  <a:rect l="l" t="t" r="r" b="b"/>
                  <a:pathLst>
                    <a:path w="49529"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6" name="Freeform 985">
                  <a:extLst>
                    <a:ext uri="{FF2B5EF4-FFF2-40B4-BE49-F238E27FC236}">
                      <a16:creationId xmlns:a16="http://schemas.microsoft.com/office/drawing/2014/main" id="{C2140C6C-E590-A697-338B-D37E1CE84981}"/>
                    </a:ext>
                  </a:extLst>
                </p:cNvPr>
                <p:cNvSpPr/>
                <p:nvPr/>
              </p:nvSpPr>
              <p:spPr>
                <a:xfrm>
                  <a:off x="2178897" y="3374166"/>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7" name="Freeform 986">
                  <a:extLst>
                    <a:ext uri="{FF2B5EF4-FFF2-40B4-BE49-F238E27FC236}">
                      <a16:creationId xmlns:a16="http://schemas.microsoft.com/office/drawing/2014/main" id="{2403B07C-7E8F-FE00-474F-5E90ECC38EC6}"/>
                    </a:ext>
                  </a:extLst>
                </p:cNvPr>
                <p:cNvSpPr/>
                <p:nvPr/>
              </p:nvSpPr>
              <p:spPr>
                <a:xfrm>
                  <a:off x="2132415" y="3342543"/>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8" name="Freeform 987">
                  <a:extLst>
                    <a:ext uri="{FF2B5EF4-FFF2-40B4-BE49-F238E27FC236}">
                      <a16:creationId xmlns:a16="http://schemas.microsoft.com/office/drawing/2014/main" id="{CB3BBE2C-8B7F-EE47-7B75-392DA0398C81}"/>
                    </a:ext>
                  </a:extLst>
                </p:cNvPr>
                <p:cNvSpPr/>
                <p:nvPr/>
              </p:nvSpPr>
              <p:spPr>
                <a:xfrm>
                  <a:off x="2237190" y="3020852"/>
                  <a:ext cx="49529" cy="49530"/>
                </a:xfrm>
                <a:custGeom>
                  <a:avLst/>
                  <a:gdLst>
                    <a:gd name="csX0" fmla="*/ 49530 w 49529"/>
                    <a:gd name="csY0" fmla="*/ 24765 h 49530"/>
                    <a:gd name="csX1" fmla="*/ 24765 w 49529"/>
                    <a:gd name="csY1" fmla="*/ 49530 h 49530"/>
                    <a:gd name="csX2" fmla="*/ 0 w 49529"/>
                    <a:gd name="csY2" fmla="*/ 24765 h 49530"/>
                    <a:gd name="csX3" fmla="*/ 24765 w 49529"/>
                    <a:gd name="csY3" fmla="*/ 0 h 49530"/>
                    <a:gd name="csX4" fmla="*/ 49530 w 49529"/>
                    <a:gd name="csY4" fmla="*/ 24765 h 49530"/>
                  </a:gdLst>
                  <a:ahLst/>
                  <a:cxnLst>
                    <a:cxn ang="0">
                      <a:pos x="csX0" y="csY0"/>
                    </a:cxn>
                    <a:cxn ang="0">
                      <a:pos x="csX1" y="csY1"/>
                    </a:cxn>
                    <a:cxn ang="0">
                      <a:pos x="csX2" y="csY2"/>
                    </a:cxn>
                    <a:cxn ang="0">
                      <a:pos x="csX3" y="csY3"/>
                    </a:cxn>
                    <a:cxn ang="0">
                      <a:pos x="csX4" y="csY4"/>
                    </a:cxn>
                  </a:cxnLst>
                  <a:rect l="l" t="t" r="r" b="b"/>
                  <a:pathLst>
                    <a:path w="49529"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89" name="Freeform 988">
                  <a:extLst>
                    <a:ext uri="{FF2B5EF4-FFF2-40B4-BE49-F238E27FC236}">
                      <a16:creationId xmlns:a16="http://schemas.microsoft.com/office/drawing/2014/main" id="{8C63B376-5347-CE07-AC49-D5E95C432DC8}"/>
                    </a:ext>
                  </a:extLst>
                </p:cNvPr>
                <p:cNvSpPr/>
                <p:nvPr/>
              </p:nvSpPr>
              <p:spPr>
                <a:xfrm>
                  <a:off x="2118318" y="3237514"/>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0" name="Freeform 989">
                  <a:extLst>
                    <a:ext uri="{FF2B5EF4-FFF2-40B4-BE49-F238E27FC236}">
                      <a16:creationId xmlns:a16="http://schemas.microsoft.com/office/drawing/2014/main" id="{CE884FFE-9D53-85F1-7104-953493F666D2}"/>
                    </a:ext>
                  </a:extLst>
                </p:cNvPr>
                <p:cNvSpPr/>
                <p:nvPr/>
              </p:nvSpPr>
              <p:spPr>
                <a:xfrm>
                  <a:off x="2247731" y="3368705"/>
                  <a:ext cx="49529" cy="49530"/>
                </a:xfrm>
                <a:custGeom>
                  <a:avLst/>
                  <a:gdLst>
                    <a:gd name="csX0" fmla="*/ 49530 w 49529"/>
                    <a:gd name="csY0" fmla="*/ 24765 h 49530"/>
                    <a:gd name="csX1" fmla="*/ 24765 w 49529"/>
                    <a:gd name="csY1" fmla="*/ 49530 h 49530"/>
                    <a:gd name="csX2" fmla="*/ 0 w 49529"/>
                    <a:gd name="csY2" fmla="*/ 24765 h 49530"/>
                    <a:gd name="csX3" fmla="*/ 24765 w 49529"/>
                    <a:gd name="csY3" fmla="*/ 0 h 49530"/>
                    <a:gd name="csX4" fmla="*/ 49530 w 49529"/>
                    <a:gd name="csY4" fmla="*/ 24765 h 49530"/>
                  </a:gdLst>
                  <a:ahLst/>
                  <a:cxnLst>
                    <a:cxn ang="0">
                      <a:pos x="csX0" y="csY0"/>
                    </a:cxn>
                    <a:cxn ang="0">
                      <a:pos x="csX1" y="csY1"/>
                    </a:cxn>
                    <a:cxn ang="0">
                      <a:pos x="csX2" y="csY2"/>
                    </a:cxn>
                    <a:cxn ang="0">
                      <a:pos x="csX3" y="csY3"/>
                    </a:cxn>
                    <a:cxn ang="0">
                      <a:pos x="csX4" y="csY4"/>
                    </a:cxn>
                  </a:cxnLst>
                  <a:rect l="l" t="t" r="r" b="b"/>
                  <a:pathLst>
                    <a:path w="49529"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1" name="Freeform 990">
                  <a:extLst>
                    <a:ext uri="{FF2B5EF4-FFF2-40B4-BE49-F238E27FC236}">
                      <a16:creationId xmlns:a16="http://schemas.microsoft.com/office/drawing/2014/main" id="{A59518CA-045F-37AD-D5E6-5F81E4035C61}"/>
                    </a:ext>
                  </a:extLst>
                </p:cNvPr>
                <p:cNvSpPr/>
                <p:nvPr/>
              </p:nvSpPr>
              <p:spPr>
                <a:xfrm>
                  <a:off x="2152608" y="3230783"/>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2" name="Freeform 991">
                  <a:extLst>
                    <a:ext uri="{FF2B5EF4-FFF2-40B4-BE49-F238E27FC236}">
                      <a16:creationId xmlns:a16="http://schemas.microsoft.com/office/drawing/2014/main" id="{C9C5EA43-D116-5592-D91F-1F3A97B6CFBE}"/>
                    </a:ext>
                  </a:extLst>
                </p:cNvPr>
                <p:cNvSpPr/>
                <p:nvPr/>
              </p:nvSpPr>
              <p:spPr>
                <a:xfrm>
                  <a:off x="2197820" y="3192556"/>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3" name="Freeform 992">
                  <a:extLst>
                    <a:ext uri="{FF2B5EF4-FFF2-40B4-BE49-F238E27FC236}">
                      <a16:creationId xmlns:a16="http://schemas.microsoft.com/office/drawing/2014/main" id="{1A2CED5B-DFE1-089B-083B-D8A3919252D8}"/>
                    </a:ext>
                  </a:extLst>
                </p:cNvPr>
                <p:cNvSpPr/>
                <p:nvPr/>
              </p:nvSpPr>
              <p:spPr>
                <a:xfrm>
                  <a:off x="2196550" y="3435380"/>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4" name="Freeform 993">
                  <a:extLst>
                    <a:ext uri="{FF2B5EF4-FFF2-40B4-BE49-F238E27FC236}">
                      <a16:creationId xmlns:a16="http://schemas.microsoft.com/office/drawing/2014/main" id="{852ADAC9-F73E-7C34-5A7B-409D14299367}"/>
                    </a:ext>
                  </a:extLst>
                </p:cNvPr>
                <p:cNvSpPr/>
                <p:nvPr/>
              </p:nvSpPr>
              <p:spPr>
                <a:xfrm>
                  <a:off x="2139273" y="3361847"/>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5" name="Freeform 994">
                  <a:extLst>
                    <a:ext uri="{FF2B5EF4-FFF2-40B4-BE49-F238E27FC236}">
                      <a16:creationId xmlns:a16="http://schemas.microsoft.com/office/drawing/2014/main" id="{767CC8BD-488B-9431-BF77-DF8EEDF5C2F8}"/>
                    </a:ext>
                  </a:extLst>
                </p:cNvPr>
                <p:cNvSpPr/>
                <p:nvPr/>
              </p:nvSpPr>
              <p:spPr>
                <a:xfrm>
                  <a:off x="2214457" y="3805331"/>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6" name="Freeform 995">
                  <a:extLst>
                    <a:ext uri="{FF2B5EF4-FFF2-40B4-BE49-F238E27FC236}">
                      <a16:creationId xmlns:a16="http://schemas.microsoft.com/office/drawing/2014/main" id="{074D3455-D975-6FAC-4804-88E486DA62DD}"/>
                    </a:ext>
                  </a:extLst>
                </p:cNvPr>
                <p:cNvSpPr/>
                <p:nvPr/>
              </p:nvSpPr>
              <p:spPr>
                <a:xfrm>
                  <a:off x="2120350" y="3307491"/>
                  <a:ext cx="49530" cy="49530"/>
                </a:xfrm>
                <a:custGeom>
                  <a:avLst/>
                  <a:gdLst>
                    <a:gd name="csX0" fmla="*/ 49530 w 49530"/>
                    <a:gd name="csY0" fmla="*/ 24765 h 49530"/>
                    <a:gd name="csX1" fmla="*/ 24765 w 49530"/>
                    <a:gd name="csY1" fmla="*/ 49530 h 49530"/>
                    <a:gd name="csX2" fmla="*/ 0 w 49530"/>
                    <a:gd name="csY2" fmla="*/ 24765 h 49530"/>
                    <a:gd name="csX3" fmla="*/ 24765 w 49530"/>
                    <a:gd name="csY3" fmla="*/ 0 h 49530"/>
                    <a:gd name="csX4" fmla="*/ 49530 w 49530"/>
                    <a:gd name="csY4" fmla="*/ 24765 h 49530"/>
                  </a:gdLst>
                  <a:ahLst/>
                  <a:cxnLst>
                    <a:cxn ang="0">
                      <a:pos x="csX0" y="csY0"/>
                    </a:cxn>
                    <a:cxn ang="0">
                      <a:pos x="csX1" y="csY1"/>
                    </a:cxn>
                    <a:cxn ang="0">
                      <a:pos x="csX2" y="csY2"/>
                    </a:cxn>
                    <a:cxn ang="0">
                      <a:pos x="csX3" y="csY3"/>
                    </a:cxn>
                    <a:cxn ang="0">
                      <a:pos x="csX4" y="csY4"/>
                    </a:cxn>
                  </a:cxnLst>
                  <a:rect l="l" t="t" r="r" b="b"/>
                  <a:pathLst>
                    <a:path w="49530"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7" name="Freeform 996">
                  <a:extLst>
                    <a:ext uri="{FF2B5EF4-FFF2-40B4-BE49-F238E27FC236}">
                      <a16:creationId xmlns:a16="http://schemas.microsoft.com/office/drawing/2014/main" id="{D5A51836-8DDB-51C7-20FC-AAEC58AC9F94}"/>
                    </a:ext>
                  </a:extLst>
                </p:cNvPr>
                <p:cNvSpPr/>
                <p:nvPr/>
              </p:nvSpPr>
              <p:spPr>
                <a:xfrm>
                  <a:off x="2237698" y="3412647"/>
                  <a:ext cx="49529" cy="49530"/>
                </a:xfrm>
                <a:custGeom>
                  <a:avLst/>
                  <a:gdLst>
                    <a:gd name="csX0" fmla="*/ 49530 w 49529"/>
                    <a:gd name="csY0" fmla="*/ 24765 h 49530"/>
                    <a:gd name="csX1" fmla="*/ 24765 w 49529"/>
                    <a:gd name="csY1" fmla="*/ 49530 h 49530"/>
                    <a:gd name="csX2" fmla="*/ 0 w 49529"/>
                    <a:gd name="csY2" fmla="*/ 24765 h 49530"/>
                    <a:gd name="csX3" fmla="*/ 24765 w 49529"/>
                    <a:gd name="csY3" fmla="*/ 0 h 49530"/>
                    <a:gd name="csX4" fmla="*/ 49530 w 49529"/>
                    <a:gd name="csY4" fmla="*/ 24765 h 49530"/>
                  </a:gdLst>
                  <a:ahLst/>
                  <a:cxnLst>
                    <a:cxn ang="0">
                      <a:pos x="csX0" y="csY0"/>
                    </a:cxn>
                    <a:cxn ang="0">
                      <a:pos x="csX1" y="csY1"/>
                    </a:cxn>
                    <a:cxn ang="0">
                      <a:pos x="csX2" y="csY2"/>
                    </a:cxn>
                    <a:cxn ang="0">
                      <a:pos x="csX3" y="csY3"/>
                    </a:cxn>
                    <a:cxn ang="0">
                      <a:pos x="csX4" y="csY4"/>
                    </a:cxn>
                  </a:cxnLst>
                  <a:rect l="l" t="t" r="r" b="b"/>
                  <a:pathLst>
                    <a:path w="49529" h="49530">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8" name="Freeform 997">
                  <a:extLst>
                    <a:ext uri="{FF2B5EF4-FFF2-40B4-BE49-F238E27FC236}">
                      <a16:creationId xmlns:a16="http://schemas.microsoft.com/office/drawing/2014/main" id="{2440EBD6-7325-B1F0-3EBC-8D915848C5CD}"/>
                    </a:ext>
                  </a:extLst>
                </p:cNvPr>
                <p:cNvSpPr/>
                <p:nvPr/>
              </p:nvSpPr>
              <p:spPr>
                <a:xfrm>
                  <a:off x="2193756" y="3228751"/>
                  <a:ext cx="49530" cy="49529"/>
                </a:xfrm>
                <a:custGeom>
                  <a:avLst/>
                  <a:gdLst>
                    <a:gd name="csX0" fmla="*/ 49530 w 49530"/>
                    <a:gd name="csY0" fmla="*/ 24765 h 49529"/>
                    <a:gd name="csX1" fmla="*/ 24765 w 49530"/>
                    <a:gd name="csY1" fmla="*/ 49530 h 49529"/>
                    <a:gd name="csX2" fmla="*/ 0 w 49530"/>
                    <a:gd name="csY2" fmla="*/ 24765 h 49529"/>
                    <a:gd name="csX3" fmla="*/ 24765 w 49530"/>
                    <a:gd name="csY3" fmla="*/ 0 h 49529"/>
                    <a:gd name="csX4" fmla="*/ 49530 w 49530"/>
                    <a:gd name="csY4" fmla="*/ 24765 h 49529"/>
                  </a:gdLst>
                  <a:ahLst/>
                  <a:cxnLst>
                    <a:cxn ang="0">
                      <a:pos x="csX0" y="csY0"/>
                    </a:cxn>
                    <a:cxn ang="0">
                      <a:pos x="csX1" y="csY1"/>
                    </a:cxn>
                    <a:cxn ang="0">
                      <a:pos x="csX2" y="csY2"/>
                    </a:cxn>
                    <a:cxn ang="0">
                      <a:pos x="csX3" y="csY3"/>
                    </a:cxn>
                    <a:cxn ang="0">
                      <a:pos x="csX4" y="csY4"/>
                    </a:cxn>
                  </a:cxnLst>
                  <a:rect l="l" t="t" r="r" b="b"/>
                  <a:pathLst>
                    <a:path w="49530" h="49529">
                      <a:moveTo>
                        <a:pt x="49530" y="24765"/>
                      </a:moveTo>
                      <a:cubicBezTo>
                        <a:pt x="49530" y="38442"/>
                        <a:pt x="38442" y="49530"/>
                        <a:pt x="24765" y="49530"/>
                      </a:cubicBezTo>
                      <a:cubicBezTo>
                        <a:pt x="11088" y="49530"/>
                        <a:pt x="0" y="38442"/>
                        <a:pt x="0" y="24765"/>
                      </a:cubicBezTo>
                      <a:cubicBezTo>
                        <a:pt x="0" y="11088"/>
                        <a:pt x="11088" y="0"/>
                        <a:pt x="24765" y="0"/>
                      </a:cubicBezTo>
                      <a:cubicBezTo>
                        <a:pt x="38442" y="0"/>
                        <a:pt x="49530" y="11088"/>
                        <a:pt x="49530" y="24765"/>
                      </a:cubicBezTo>
                      <a:close/>
                    </a:path>
                  </a:pathLst>
                </a:custGeom>
                <a:noFill/>
                <a:ln w="9017" cap="rnd">
                  <a:solidFill>
                    <a:srgbClr val="000000"/>
                  </a:solidFill>
                  <a:prstDash val="solid"/>
                  <a:round/>
                </a:ln>
              </p:spPr>
              <p:txBody>
                <a:bodyPr/>
                <a:lstStyle/>
                <a:p>
                  <a:pPr algn="ctr"/>
                  <a:endParaRPr lang="en-US" sz="2646"/>
                </a:p>
              </p:txBody>
            </p:sp>
            <p:sp>
              <p:nvSpPr>
                <p:cNvPr id="999" name="TextBox 998">
                  <a:extLst>
                    <a:ext uri="{FF2B5EF4-FFF2-40B4-BE49-F238E27FC236}">
                      <a16:creationId xmlns:a16="http://schemas.microsoft.com/office/drawing/2014/main" id="{6AC9F0E5-93C2-A0C1-CFC4-EB3BEBD903E3}"/>
                    </a:ext>
                  </a:extLst>
                </p:cNvPr>
                <p:cNvSpPr txBox="1"/>
                <p:nvPr/>
              </p:nvSpPr>
              <p:spPr>
                <a:xfrm>
                  <a:off x="1420603" y="2489343"/>
                  <a:ext cx="388830" cy="236148"/>
                </a:xfrm>
                <a:prstGeom prst="rect">
                  <a:avLst/>
                </a:prstGeom>
                <a:noFill/>
              </p:spPr>
              <p:txBody>
                <a:bodyPr wrap="none" rtlCol="0">
                  <a:spAutoFit/>
                </a:bodyPr>
                <a:lstStyle/>
                <a:p>
                  <a:pPr algn="ctr"/>
                  <a:r>
                    <a:rPr lang="en-US" sz="850" b="1" dirty="0">
                      <a:ln/>
                      <a:solidFill>
                        <a:srgbClr val="000000"/>
                      </a:solidFill>
                      <a:latin typeface="Arial"/>
                      <a:cs typeface="Arial"/>
                      <a:sym typeface="Arial"/>
                      <a:rtl val="0"/>
                    </a:rPr>
                    <a:t>  a  </a:t>
                  </a:r>
                </a:p>
              </p:txBody>
            </p:sp>
            <p:sp>
              <p:nvSpPr>
                <p:cNvPr id="1000" name="TextBox 999">
                  <a:extLst>
                    <a:ext uri="{FF2B5EF4-FFF2-40B4-BE49-F238E27FC236}">
                      <a16:creationId xmlns:a16="http://schemas.microsoft.com/office/drawing/2014/main" id="{3E42FFC6-A3B8-B09A-D9A6-DBB60566B1E9}"/>
                    </a:ext>
                  </a:extLst>
                </p:cNvPr>
                <p:cNvSpPr txBox="1"/>
                <p:nvPr/>
              </p:nvSpPr>
              <p:spPr>
                <a:xfrm>
                  <a:off x="1744082" y="2489343"/>
                  <a:ext cx="331151" cy="236148"/>
                </a:xfrm>
                <a:prstGeom prst="rect">
                  <a:avLst/>
                </a:prstGeom>
                <a:noFill/>
              </p:spPr>
              <p:txBody>
                <a:bodyPr wrap="none" rtlCol="0">
                  <a:spAutoFit/>
                </a:bodyPr>
                <a:lstStyle/>
                <a:p>
                  <a:pPr algn="ctr"/>
                  <a:r>
                    <a:rPr lang="en-US" sz="850" b="1" dirty="0">
                      <a:ln/>
                      <a:solidFill>
                        <a:srgbClr val="000000"/>
                      </a:solidFill>
                      <a:latin typeface="Arial"/>
                      <a:cs typeface="Arial"/>
                      <a:sym typeface="Arial"/>
                      <a:rtl val="0"/>
                    </a:rPr>
                    <a:t> b </a:t>
                  </a:r>
                </a:p>
              </p:txBody>
            </p:sp>
            <p:sp>
              <p:nvSpPr>
                <p:cNvPr id="1001" name="TextBox 1000">
                  <a:extLst>
                    <a:ext uri="{FF2B5EF4-FFF2-40B4-BE49-F238E27FC236}">
                      <a16:creationId xmlns:a16="http://schemas.microsoft.com/office/drawing/2014/main" id="{3657D4AA-226C-6B1E-CF34-7C8A1DF0FB07}"/>
                    </a:ext>
                  </a:extLst>
                </p:cNvPr>
                <p:cNvSpPr txBox="1"/>
                <p:nvPr/>
              </p:nvSpPr>
              <p:spPr>
                <a:xfrm>
                  <a:off x="2038595" y="2489343"/>
                  <a:ext cx="331151" cy="236148"/>
                </a:xfrm>
                <a:prstGeom prst="rect">
                  <a:avLst/>
                </a:prstGeom>
                <a:noFill/>
              </p:spPr>
              <p:txBody>
                <a:bodyPr wrap="none" rtlCol="0">
                  <a:spAutoFit/>
                </a:bodyPr>
                <a:lstStyle/>
                <a:p>
                  <a:pPr algn="ctr"/>
                  <a:r>
                    <a:rPr lang="en-US" sz="850" b="1" dirty="0">
                      <a:ln/>
                      <a:solidFill>
                        <a:srgbClr val="000000"/>
                      </a:solidFill>
                      <a:latin typeface="Arial"/>
                      <a:cs typeface="Arial"/>
                      <a:sym typeface="Arial"/>
                      <a:rtl val="0"/>
                    </a:rPr>
                    <a:t> b </a:t>
                  </a:r>
                </a:p>
              </p:txBody>
            </p:sp>
            <p:sp>
              <p:nvSpPr>
                <p:cNvPr id="1002" name="TextBox 1001">
                  <a:extLst>
                    <a:ext uri="{FF2B5EF4-FFF2-40B4-BE49-F238E27FC236}">
                      <a16:creationId xmlns:a16="http://schemas.microsoft.com/office/drawing/2014/main" id="{2582794D-D66D-B252-D4A1-45240C78767B}"/>
                    </a:ext>
                  </a:extLst>
                </p:cNvPr>
                <p:cNvSpPr txBox="1"/>
                <p:nvPr/>
              </p:nvSpPr>
              <p:spPr>
                <a:xfrm>
                  <a:off x="1190555" y="2489343"/>
                  <a:ext cx="259899" cy="236148"/>
                </a:xfrm>
                <a:prstGeom prst="rect">
                  <a:avLst/>
                </a:prstGeom>
                <a:noFill/>
              </p:spPr>
              <p:txBody>
                <a:bodyPr wrap="none" rtlCol="0">
                  <a:spAutoFit/>
                </a:bodyPr>
                <a:lstStyle/>
                <a:p>
                  <a:pPr algn="ctr"/>
                  <a:r>
                    <a:rPr lang="en-US" sz="850" b="1" dirty="0">
                      <a:ln/>
                      <a:solidFill>
                        <a:srgbClr val="000000"/>
                      </a:solidFill>
                      <a:latin typeface="Arial"/>
                      <a:cs typeface="Arial"/>
                      <a:sym typeface="Arial"/>
                      <a:rtl val="0"/>
                    </a:rPr>
                    <a:t>c</a:t>
                  </a:r>
                </a:p>
              </p:txBody>
            </p:sp>
          </p:grpSp>
          <p:grpSp>
            <p:nvGrpSpPr>
              <p:cNvPr id="1003" name="Graphic 878">
                <a:extLst>
                  <a:ext uri="{FF2B5EF4-FFF2-40B4-BE49-F238E27FC236}">
                    <a16:creationId xmlns:a16="http://schemas.microsoft.com/office/drawing/2014/main" id="{60550216-9100-E0F9-84B0-EB21EA820434}"/>
                  </a:ext>
                </a:extLst>
              </p:cNvPr>
              <p:cNvGrpSpPr/>
              <p:nvPr/>
            </p:nvGrpSpPr>
            <p:grpSpPr>
              <a:xfrm>
                <a:off x="615378" y="2487497"/>
                <a:ext cx="1747993" cy="1984712"/>
                <a:chOff x="615378" y="2487497"/>
                <a:chExt cx="1747993" cy="1984712"/>
              </a:xfrm>
            </p:grpSpPr>
            <p:sp>
              <p:nvSpPr>
                <p:cNvPr id="1004" name="TextBox 1003">
                  <a:extLst>
                    <a:ext uri="{FF2B5EF4-FFF2-40B4-BE49-F238E27FC236}">
                      <a16:creationId xmlns:a16="http://schemas.microsoft.com/office/drawing/2014/main" id="{38A1B663-7047-4210-6052-BE820EEF4E6F}"/>
                    </a:ext>
                  </a:extLst>
                </p:cNvPr>
                <p:cNvSpPr txBox="1"/>
                <p:nvPr/>
              </p:nvSpPr>
              <p:spPr>
                <a:xfrm>
                  <a:off x="743720" y="3485336"/>
                  <a:ext cx="444814" cy="251619"/>
                </a:xfrm>
                <a:prstGeom prst="rect">
                  <a:avLst/>
                </a:prstGeom>
                <a:noFill/>
              </p:spPr>
              <p:txBody>
                <a:bodyPr wrap="none" rtlCol="0">
                  <a:spAutoFit/>
                </a:bodyPr>
                <a:lstStyle/>
                <a:p>
                  <a:pPr algn="ctr"/>
                  <a:r>
                    <a:rPr lang="en-US" sz="945">
                      <a:ln/>
                      <a:solidFill>
                        <a:srgbClr val="4D4D4D"/>
                      </a:solidFill>
                      <a:latin typeface="Arial"/>
                      <a:cs typeface="Arial"/>
                      <a:sym typeface="Arial"/>
                      <a:rtl val="0"/>
                    </a:rPr>
                    <a:t>0.25</a:t>
                  </a:r>
                </a:p>
              </p:txBody>
            </p:sp>
            <p:sp>
              <p:nvSpPr>
                <p:cNvPr id="1005" name="TextBox 1004">
                  <a:extLst>
                    <a:ext uri="{FF2B5EF4-FFF2-40B4-BE49-F238E27FC236}">
                      <a16:creationId xmlns:a16="http://schemas.microsoft.com/office/drawing/2014/main" id="{E94D4689-BDEB-C036-B8E6-CDE9E9984E74}"/>
                    </a:ext>
                  </a:extLst>
                </p:cNvPr>
                <p:cNvSpPr txBox="1"/>
                <p:nvPr/>
              </p:nvSpPr>
              <p:spPr>
                <a:xfrm>
                  <a:off x="743720" y="3152723"/>
                  <a:ext cx="444814" cy="251619"/>
                </a:xfrm>
                <a:prstGeom prst="rect">
                  <a:avLst/>
                </a:prstGeom>
                <a:noFill/>
              </p:spPr>
              <p:txBody>
                <a:bodyPr wrap="none" rtlCol="0">
                  <a:spAutoFit/>
                </a:bodyPr>
                <a:lstStyle/>
                <a:p>
                  <a:pPr algn="ctr"/>
                  <a:r>
                    <a:rPr lang="en-US" sz="945">
                      <a:ln/>
                      <a:solidFill>
                        <a:srgbClr val="4D4D4D"/>
                      </a:solidFill>
                      <a:latin typeface="Arial"/>
                      <a:cs typeface="Arial"/>
                      <a:sym typeface="Arial"/>
                      <a:rtl val="0"/>
                    </a:rPr>
                    <a:t>0.50</a:t>
                  </a:r>
                </a:p>
              </p:txBody>
            </p:sp>
            <p:sp>
              <p:nvSpPr>
                <p:cNvPr id="1006" name="TextBox 1005">
                  <a:extLst>
                    <a:ext uri="{FF2B5EF4-FFF2-40B4-BE49-F238E27FC236}">
                      <a16:creationId xmlns:a16="http://schemas.microsoft.com/office/drawing/2014/main" id="{2F180D46-2B8D-26B3-E13E-A39054733717}"/>
                    </a:ext>
                  </a:extLst>
                </p:cNvPr>
                <p:cNvSpPr txBox="1"/>
                <p:nvPr/>
              </p:nvSpPr>
              <p:spPr>
                <a:xfrm>
                  <a:off x="743720" y="2820109"/>
                  <a:ext cx="444814" cy="251619"/>
                </a:xfrm>
                <a:prstGeom prst="rect">
                  <a:avLst/>
                </a:prstGeom>
                <a:noFill/>
              </p:spPr>
              <p:txBody>
                <a:bodyPr wrap="none" rtlCol="0">
                  <a:spAutoFit/>
                </a:bodyPr>
                <a:lstStyle/>
                <a:p>
                  <a:pPr algn="ctr"/>
                  <a:r>
                    <a:rPr lang="en-US" sz="945">
                      <a:ln/>
                      <a:solidFill>
                        <a:srgbClr val="4D4D4D"/>
                      </a:solidFill>
                      <a:latin typeface="Arial"/>
                      <a:cs typeface="Arial"/>
                      <a:sym typeface="Arial"/>
                      <a:rtl val="0"/>
                    </a:rPr>
                    <a:t>0.75</a:t>
                  </a:r>
                </a:p>
              </p:txBody>
            </p:sp>
            <p:sp>
              <p:nvSpPr>
                <p:cNvPr id="1007" name="TextBox 1006">
                  <a:extLst>
                    <a:ext uri="{FF2B5EF4-FFF2-40B4-BE49-F238E27FC236}">
                      <a16:creationId xmlns:a16="http://schemas.microsoft.com/office/drawing/2014/main" id="{740AD307-F4D3-E1D7-BE4E-0C85058E6BD9}"/>
                    </a:ext>
                  </a:extLst>
                </p:cNvPr>
                <p:cNvSpPr txBox="1"/>
                <p:nvPr/>
              </p:nvSpPr>
              <p:spPr>
                <a:xfrm>
                  <a:off x="743720" y="2487497"/>
                  <a:ext cx="444814" cy="251619"/>
                </a:xfrm>
                <a:prstGeom prst="rect">
                  <a:avLst/>
                </a:prstGeom>
                <a:noFill/>
              </p:spPr>
              <p:txBody>
                <a:bodyPr wrap="none" rtlCol="0">
                  <a:spAutoFit/>
                </a:bodyPr>
                <a:lstStyle/>
                <a:p>
                  <a:pPr algn="ctr"/>
                  <a:r>
                    <a:rPr lang="en-US" sz="945">
                      <a:ln/>
                      <a:solidFill>
                        <a:srgbClr val="4D4D4D"/>
                      </a:solidFill>
                      <a:latin typeface="Arial"/>
                      <a:cs typeface="Arial"/>
                      <a:sym typeface="Arial"/>
                      <a:rtl val="0"/>
                    </a:rPr>
                    <a:t>1.00</a:t>
                  </a:r>
                </a:p>
              </p:txBody>
            </p:sp>
            <p:sp>
              <p:nvSpPr>
                <p:cNvPr id="1012" name="TextBox 1011">
                  <a:extLst>
                    <a:ext uri="{FF2B5EF4-FFF2-40B4-BE49-F238E27FC236}">
                      <a16:creationId xmlns:a16="http://schemas.microsoft.com/office/drawing/2014/main" id="{5EF760B7-9815-FB32-6D97-61676E3CC8D1}"/>
                    </a:ext>
                  </a:extLst>
                </p:cNvPr>
                <p:cNvSpPr txBox="1"/>
                <p:nvPr/>
              </p:nvSpPr>
              <p:spPr>
                <a:xfrm>
                  <a:off x="953297" y="4212921"/>
                  <a:ext cx="1410074" cy="259288"/>
                </a:xfrm>
                <a:prstGeom prst="rect">
                  <a:avLst/>
                </a:prstGeom>
                <a:noFill/>
              </p:spPr>
              <p:txBody>
                <a:bodyPr wrap="square" rtlCol="0">
                  <a:spAutoFit/>
                </a:bodyPr>
                <a:lstStyle/>
                <a:p>
                  <a:pPr algn="ctr"/>
                  <a:r>
                    <a:rPr lang="en-US" sz="992">
                      <a:ln/>
                      <a:solidFill>
                        <a:srgbClr val="000000"/>
                      </a:solidFill>
                      <a:latin typeface="Arial"/>
                      <a:cs typeface="Arial"/>
                      <a:sym typeface="Arial"/>
                      <a:rtl val="0"/>
                    </a:rPr>
                    <a:t>Subcluster</a:t>
                  </a:r>
                </a:p>
              </p:txBody>
            </p:sp>
            <p:sp>
              <p:nvSpPr>
                <p:cNvPr id="1013" name="TextBox 1012">
                  <a:extLst>
                    <a:ext uri="{FF2B5EF4-FFF2-40B4-BE49-F238E27FC236}">
                      <a16:creationId xmlns:a16="http://schemas.microsoft.com/office/drawing/2014/main" id="{0F0FA7AD-CF6C-8C81-0214-D0103EE39A92}"/>
                    </a:ext>
                  </a:extLst>
                </p:cNvPr>
                <p:cNvSpPr txBox="1"/>
                <p:nvPr/>
              </p:nvSpPr>
              <p:spPr>
                <a:xfrm rot="16200000">
                  <a:off x="281717" y="3082598"/>
                  <a:ext cx="926610" cy="259288"/>
                </a:xfrm>
                <a:prstGeom prst="rect">
                  <a:avLst/>
                </a:prstGeom>
                <a:noFill/>
              </p:spPr>
              <p:txBody>
                <a:bodyPr wrap="none" rtlCol="0">
                  <a:spAutoFit/>
                </a:bodyPr>
                <a:lstStyle/>
                <a:p>
                  <a:pPr algn="ctr"/>
                  <a:r>
                    <a:rPr lang="en-US" sz="992" err="1">
                      <a:ln/>
                      <a:solidFill>
                        <a:srgbClr val="000000"/>
                      </a:solidFill>
                      <a:latin typeface="Arial"/>
                      <a:cs typeface="Arial"/>
                      <a:sym typeface="Arial"/>
                      <a:rtl val="0"/>
                    </a:rPr>
                    <a:t>CytoTRACE</a:t>
                  </a:r>
                  <a:endParaRPr lang="en-US" sz="992">
                    <a:ln/>
                    <a:solidFill>
                      <a:srgbClr val="000000"/>
                    </a:solidFill>
                    <a:latin typeface="Arial"/>
                    <a:cs typeface="Arial"/>
                    <a:sym typeface="Arial"/>
                    <a:rtl val="0"/>
                  </a:endParaRPr>
                </a:p>
              </p:txBody>
            </p:sp>
          </p:grpSp>
        </p:grpSp>
        <p:grpSp>
          <p:nvGrpSpPr>
            <p:cNvPr id="877" name="Group 876">
              <a:extLst>
                <a:ext uri="{FF2B5EF4-FFF2-40B4-BE49-F238E27FC236}">
                  <a16:creationId xmlns:a16="http://schemas.microsoft.com/office/drawing/2014/main" id="{3B738774-81DE-BDC5-9426-C8124623621D}"/>
                </a:ext>
              </a:extLst>
            </p:cNvPr>
            <p:cNvGrpSpPr/>
            <p:nvPr/>
          </p:nvGrpSpPr>
          <p:grpSpPr>
            <a:xfrm>
              <a:off x="496532" y="3813300"/>
              <a:ext cx="1487982" cy="262313"/>
              <a:chOff x="496532" y="3813300"/>
              <a:chExt cx="1487982" cy="262313"/>
            </a:xfrm>
          </p:grpSpPr>
          <p:sp>
            <p:nvSpPr>
              <p:cNvPr id="873" name="TextBox 872">
                <a:extLst>
                  <a:ext uri="{FF2B5EF4-FFF2-40B4-BE49-F238E27FC236}">
                    <a16:creationId xmlns:a16="http://schemas.microsoft.com/office/drawing/2014/main" id="{CFF1903E-9582-CBA6-6FF9-A88A43FE046D}"/>
                  </a:ext>
                </a:extLst>
              </p:cNvPr>
              <p:cNvSpPr txBox="1"/>
              <p:nvPr/>
            </p:nvSpPr>
            <p:spPr>
              <a:xfrm rot="18900000">
                <a:off x="496532" y="3823994"/>
                <a:ext cx="609372" cy="251619"/>
              </a:xfrm>
              <a:prstGeom prst="rect">
                <a:avLst/>
              </a:prstGeom>
              <a:noFill/>
            </p:spPr>
            <p:txBody>
              <a:bodyPr wrap="none" rtlCol="0">
                <a:spAutoFit/>
              </a:bodyPr>
              <a:lstStyle/>
              <a:p>
                <a:pPr algn="r"/>
                <a:r>
                  <a:rPr lang="en-US" sz="945">
                    <a:ln/>
                    <a:latin typeface="Arial"/>
                    <a:cs typeface="Arial"/>
                    <a:sym typeface="Arial"/>
                    <a:rtl val="0"/>
                  </a:rPr>
                  <a:t>1_NSC</a:t>
                </a:r>
              </a:p>
            </p:txBody>
          </p:sp>
          <p:sp>
            <p:nvSpPr>
              <p:cNvPr id="874" name="TextBox 873">
                <a:extLst>
                  <a:ext uri="{FF2B5EF4-FFF2-40B4-BE49-F238E27FC236}">
                    <a16:creationId xmlns:a16="http://schemas.microsoft.com/office/drawing/2014/main" id="{F76034EF-7593-236E-4F68-9746B19390D3}"/>
                  </a:ext>
                </a:extLst>
              </p:cNvPr>
              <p:cNvSpPr txBox="1"/>
              <p:nvPr/>
            </p:nvSpPr>
            <p:spPr>
              <a:xfrm rot="18900000">
                <a:off x="866466" y="3813300"/>
                <a:ext cx="516065" cy="251620"/>
              </a:xfrm>
              <a:prstGeom prst="rect">
                <a:avLst/>
              </a:prstGeom>
              <a:noFill/>
            </p:spPr>
            <p:txBody>
              <a:bodyPr wrap="none" rtlCol="0">
                <a:spAutoFit/>
              </a:bodyPr>
              <a:lstStyle/>
              <a:p>
                <a:pPr algn="r"/>
                <a:r>
                  <a:rPr lang="en-US" sz="945">
                    <a:ln/>
                    <a:latin typeface="Arial"/>
                    <a:cs typeface="Arial"/>
                    <a:sym typeface="Arial"/>
                    <a:rtl val="0"/>
                  </a:rPr>
                  <a:t>1_NP</a:t>
                </a:r>
              </a:p>
            </p:txBody>
          </p:sp>
          <p:sp>
            <p:nvSpPr>
              <p:cNvPr id="875" name="TextBox 874">
                <a:extLst>
                  <a:ext uri="{FF2B5EF4-FFF2-40B4-BE49-F238E27FC236}">
                    <a16:creationId xmlns:a16="http://schemas.microsoft.com/office/drawing/2014/main" id="{2C6F00FB-9122-AFD0-55B1-278B2D6C46BF}"/>
                  </a:ext>
                </a:extLst>
              </p:cNvPr>
              <p:cNvSpPr txBox="1"/>
              <p:nvPr/>
            </p:nvSpPr>
            <p:spPr>
              <a:xfrm rot="18900000">
                <a:off x="1086231" y="3813300"/>
                <a:ext cx="616157" cy="251620"/>
              </a:xfrm>
              <a:prstGeom prst="rect">
                <a:avLst/>
              </a:prstGeom>
              <a:noFill/>
            </p:spPr>
            <p:txBody>
              <a:bodyPr wrap="none" rtlCol="0">
                <a:spAutoFit/>
              </a:bodyPr>
              <a:lstStyle/>
              <a:p>
                <a:pPr algn="r"/>
                <a:r>
                  <a:rPr lang="en-US" sz="945">
                    <a:ln/>
                    <a:latin typeface="Arial"/>
                    <a:cs typeface="Arial"/>
                    <a:sym typeface="Arial"/>
                    <a:rtl val="0"/>
                  </a:rPr>
                  <a:t>1_shha</a:t>
                </a:r>
              </a:p>
            </p:txBody>
          </p:sp>
          <p:sp>
            <p:nvSpPr>
              <p:cNvPr id="876" name="TextBox 875">
                <a:extLst>
                  <a:ext uri="{FF2B5EF4-FFF2-40B4-BE49-F238E27FC236}">
                    <a16:creationId xmlns:a16="http://schemas.microsoft.com/office/drawing/2014/main" id="{90D4FDC9-D6A9-B10C-6F4D-AB7DDE3D2B0E}"/>
                  </a:ext>
                </a:extLst>
              </p:cNvPr>
              <p:cNvSpPr txBox="1"/>
              <p:nvPr/>
            </p:nvSpPr>
            <p:spPr>
              <a:xfrm rot="18900000">
                <a:off x="1397197" y="3813300"/>
                <a:ext cx="587317" cy="251620"/>
              </a:xfrm>
              <a:prstGeom prst="rect">
                <a:avLst/>
              </a:prstGeom>
              <a:noFill/>
            </p:spPr>
            <p:txBody>
              <a:bodyPr wrap="none" rtlCol="0">
                <a:spAutoFit/>
              </a:bodyPr>
              <a:lstStyle/>
              <a:p>
                <a:pPr algn="r"/>
                <a:r>
                  <a:rPr lang="en-US" sz="945">
                    <a:ln/>
                    <a:latin typeface="Arial"/>
                    <a:cs typeface="Arial"/>
                    <a:sym typeface="Arial"/>
                    <a:rtl val="0"/>
                  </a:rPr>
                  <a:t>1_gfap</a:t>
                </a:r>
              </a:p>
            </p:txBody>
          </p:sp>
        </p:grpSp>
      </p:grpSp>
      <p:sp>
        <p:nvSpPr>
          <p:cNvPr id="1017" name="TextBox 1016">
            <a:extLst>
              <a:ext uri="{FF2B5EF4-FFF2-40B4-BE49-F238E27FC236}">
                <a16:creationId xmlns:a16="http://schemas.microsoft.com/office/drawing/2014/main" id="{41EA4C9C-7197-4055-35F8-A16F51745242}"/>
              </a:ext>
            </a:extLst>
          </p:cNvPr>
          <p:cNvSpPr txBox="1"/>
          <p:nvPr/>
        </p:nvSpPr>
        <p:spPr>
          <a:xfrm>
            <a:off x="38506" y="4074008"/>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D</a:t>
            </a:r>
          </a:p>
        </p:txBody>
      </p:sp>
      <p:sp>
        <p:nvSpPr>
          <p:cNvPr id="1018" name="TextBox 1017">
            <a:extLst>
              <a:ext uri="{FF2B5EF4-FFF2-40B4-BE49-F238E27FC236}">
                <a16:creationId xmlns:a16="http://schemas.microsoft.com/office/drawing/2014/main" id="{26DB9935-2435-3B2A-EBA9-AEE55544F2AC}"/>
              </a:ext>
            </a:extLst>
          </p:cNvPr>
          <p:cNvSpPr txBox="1"/>
          <p:nvPr/>
        </p:nvSpPr>
        <p:spPr>
          <a:xfrm>
            <a:off x="2607797" y="4094741"/>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E</a:t>
            </a:r>
          </a:p>
        </p:txBody>
      </p:sp>
      <p:grpSp>
        <p:nvGrpSpPr>
          <p:cNvPr id="721" name="Group 720">
            <a:extLst>
              <a:ext uri="{FF2B5EF4-FFF2-40B4-BE49-F238E27FC236}">
                <a16:creationId xmlns:a16="http://schemas.microsoft.com/office/drawing/2014/main" id="{3A83D437-F4FC-6405-127F-B273B7A2B494}"/>
              </a:ext>
            </a:extLst>
          </p:cNvPr>
          <p:cNvGrpSpPr/>
          <p:nvPr/>
        </p:nvGrpSpPr>
        <p:grpSpPr>
          <a:xfrm>
            <a:off x="11802" y="6312799"/>
            <a:ext cx="3227397" cy="1658973"/>
            <a:chOff x="31708" y="5009132"/>
            <a:chExt cx="3415569" cy="1755699"/>
          </a:xfrm>
        </p:grpSpPr>
        <p:grpSp>
          <p:nvGrpSpPr>
            <p:cNvPr id="495" name="Graphic 108">
              <a:extLst>
                <a:ext uri="{FF2B5EF4-FFF2-40B4-BE49-F238E27FC236}">
                  <a16:creationId xmlns:a16="http://schemas.microsoft.com/office/drawing/2014/main" id="{5F9140E7-BA78-EBF6-F855-4113149C2634}"/>
                </a:ext>
              </a:extLst>
            </p:cNvPr>
            <p:cNvGrpSpPr/>
            <p:nvPr/>
          </p:nvGrpSpPr>
          <p:grpSpPr>
            <a:xfrm>
              <a:off x="1807758" y="5009132"/>
              <a:ext cx="1639519" cy="1615081"/>
              <a:chOff x="2035901" y="5009132"/>
              <a:chExt cx="1639519" cy="1615081"/>
            </a:xfrm>
          </p:grpSpPr>
          <p:grpSp>
            <p:nvGrpSpPr>
              <p:cNvPr id="498" name="Graphic 108">
                <a:extLst>
                  <a:ext uri="{FF2B5EF4-FFF2-40B4-BE49-F238E27FC236}">
                    <a16:creationId xmlns:a16="http://schemas.microsoft.com/office/drawing/2014/main" id="{995FA817-EE32-990A-1A2D-63B8B5A58964}"/>
                  </a:ext>
                </a:extLst>
              </p:cNvPr>
              <p:cNvGrpSpPr/>
              <p:nvPr/>
            </p:nvGrpSpPr>
            <p:grpSpPr>
              <a:xfrm>
                <a:off x="2436281" y="5161317"/>
                <a:ext cx="1239139" cy="1215549"/>
                <a:chOff x="2436281" y="5161317"/>
                <a:chExt cx="1239139" cy="1215549"/>
              </a:xfrm>
            </p:grpSpPr>
            <p:sp>
              <p:nvSpPr>
                <p:cNvPr id="499" name="Freeform 498">
                  <a:extLst>
                    <a:ext uri="{FF2B5EF4-FFF2-40B4-BE49-F238E27FC236}">
                      <a16:creationId xmlns:a16="http://schemas.microsoft.com/office/drawing/2014/main" id="{5CD81FC4-BCFE-6482-BDC0-91272D872609}"/>
                    </a:ext>
                  </a:extLst>
                </p:cNvPr>
                <p:cNvSpPr/>
                <p:nvPr/>
              </p:nvSpPr>
              <p:spPr>
                <a:xfrm>
                  <a:off x="2436281" y="5242376"/>
                  <a:ext cx="1239139" cy="1134490"/>
                </a:xfrm>
                <a:custGeom>
                  <a:avLst/>
                  <a:gdLst>
                    <a:gd name="csX0" fmla="*/ 0 w 1239139"/>
                    <a:gd name="csY0" fmla="*/ 0 h 1134490"/>
                    <a:gd name="csX1" fmla="*/ 1239139 w 1239139"/>
                    <a:gd name="csY1" fmla="*/ 0 h 1134490"/>
                    <a:gd name="csX2" fmla="*/ 1239139 w 1239139"/>
                    <a:gd name="csY2" fmla="*/ 1134491 h 1134490"/>
                    <a:gd name="csX3" fmla="*/ 0 w 1239139"/>
                    <a:gd name="csY3" fmla="*/ 1134491 h 1134490"/>
                  </a:gdLst>
                  <a:ahLst/>
                  <a:cxnLst>
                    <a:cxn ang="0">
                      <a:pos x="csX0" y="csY0"/>
                    </a:cxn>
                    <a:cxn ang="0">
                      <a:pos x="csX1" y="csY1"/>
                    </a:cxn>
                    <a:cxn ang="0">
                      <a:pos x="csX2" y="csY2"/>
                    </a:cxn>
                    <a:cxn ang="0">
                      <a:pos x="csX3" y="csY3"/>
                    </a:cxn>
                  </a:cxnLst>
                  <a:rect l="l" t="t" r="r" b="b"/>
                  <a:pathLst>
                    <a:path w="1239139" h="1134490">
                      <a:moveTo>
                        <a:pt x="0" y="0"/>
                      </a:moveTo>
                      <a:lnTo>
                        <a:pt x="1239139" y="0"/>
                      </a:lnTo>
                      <a:lnTo>
                        <a:pt x="1239139"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500" name="Freeform 499">
                  <a:extLst>
                    <a:ext uri="{FF2B5EF4-FFF2-40B4-BE49-F238E27FC236}">
                      <a16:creationId xmlns:a16="http://schemas.microsoft.com/office/drawing/2014/main" id="{FBF5A4AB-7983-1868-698C-3140D49A842A}"/>
                    </a:ext>
                  </a:extLst>
                </p:cNvPr>
                <p:cNvSpPr/>
                <p:nvPr/>
              </p:nvSpPr>
              <p:spPr>
                <a:xfrm>
                  <a:off x="2507655" y="5966911"/>
                  <a:ext cx="143001" cy="409828"/>
                </a:xfrm>
                <a:custGeom>
                  <a:avLst/>
                  <a:gdLst>
                    <a:gd name="csX0" fmla="*/ 0 w 143001"/>
                    <a:gd name="csY0" fmla="*/ 0 h 409828"/>
                    <a:gd name="csX1" fmla="*/ 143002 w 143001"/>
                    <a:gd name="csY1" fmla="*/ 0 h 409828"/>
                    <a:gd name="csX2" fmla="*/ 143002 w 143001"/>
                    <a:gd name="csY2" fmla="*/ 409829 h 409828"/>
                    <a:gd name="csX3" fmla="*/ 0 w 143001"/>
                    <a:gd name="csY3" fmla="*/ 409829 h 409828"/>
                  </a:gdLst>
                  <a:ahLst/>
                  <a:cxnLst>
                    <a:cxn ang="0">
                      <a:pos x="csX0" y="csY0"/>
                    </a:cxn>
                    <a:cxn ang="0">
                      <a:pos x="csX1" y="csY1"/>
                    </a:cxn>
                    <a:cxn ang="0">
                      <a:pos x="csX2" y="csY2"/>
                    </a:cxn>
                    <a:cxn ang="0">
                      <a:pos x="csX3" y="csY3"/>
                    </a:cxn>
                  </a:cxnLst>
                  <a:rect l="l" t="t" r="r" b="b"/>
                  <a:pathLst>
                    <a:path w="143001" h="409828">
                      <a:moveTo>
                        <a:pt x="0" y="0"/>
                      </a:moveTo>
                      <a:lnTo>
                        <a:pt x="143002" y="0"/>
                      </a:lnTo>
                      <a:lnTo>
                        <a:pt x="143002" y="409829"/>
                      </a:lnTo>
                      <a:lnTo>
                        <a:pt x="0" y="409829"/>
                      </a:lnTo>
                      <a:close/>
                    </a:path>
                  </a:pathLst>
                </a:custGeom>
                <a:solidFill>
                  <a:srgbClr val="1965B0"/>
                </a:solidFill>
                <a:ln w="13589" cap="flat">
                  <a:noFill/>
                  <a:prstDash val="solid"/>
                  <a:miter/>
                </a:ln>
              </p:spPr>
              <p:txBody>
                <a:bodyPr/>
                <a:lstStyle/>
                <a:p>
                  <a:pPr algn="ctr"/>
                  <a:endParaRPr lang="en-US" sz="2646"/>
                </a:p>
              </p:txBody>
            </p:sp>
            <p:sp>
              <p:nvSpPr>
                <p:cNvPr id="501" name="Freeform 500">
                  <a:extLst>
                    <a:ext uri="{FF2B5EF4-FFF2-40B4-BE49-F238E27FC236}">
                      <a16:creationId xmlns:a16="http://schemas.microsoft.com/office/drawing/2014/main" id="{6D2DDC06-7AF5-9F9F-6C8F-40763173E116}"/>
                    </a:ext>
                  </a:extLst>
                </p:cNvPr>
                <p:cNvSpPr/>
                <p:nvPr/>
              </p:nvSpPr>
              <p:spPr>
                <a:xfrm>
                  <a:off x="2746034" y="5918016"/>
                  <a:ext cx="143002" cy="458724"/>
                </a:xfrm>
                <a:custGeom>
                  <a:avLst/>
                  <a:gdLst>
                    <a:gd name="csX0" fmla="*/ 0 w 143002"/>
                    <a:gd name="csY0" fmla="*/ 0 h 458724"/>
                    <a:gd name="csX1" fmla="*/ 143002 w 143002"/>
                    <a:gd name="csY1" fmla="*/ 0 h 458724"/>
                    <a:gd name="csX2" fmla="*/ 143002 w 143002"/>
                    <a:gd name="csY2" fmla="*/ 458724 h 458724"/>
                    <a:gd name="csX3" fmla="*/ 0 w 143002"/>
                    <a:gd name="csY3" fmla="*/ 458724 h 458724"/>
                  </a:gdLst>
                  <a:ahLst/>
                  <a:cxnLst>
                    <a:cxn ang="0">
                      <a:pos x="csX0" y="csY0"/>
                    </a:cxn>
                    <a:cxn ang="0">
                      <a:pos x="csX1" y="csY1"/>
                    </a:cxn>
                    <a:cxn ang="0">
                      <a:pos x="csX2" y="csY2"/>
                    </a:cxn>
                    <a:cxn ang="0">
                      <a:pos x="csX3" y="csY3"/>
                    </a:cxn>
                  </a:cxnLst>
                  <a:rect l="l" t="t" r="r" b="b"/>
                  <a:pathLst>
                    <a:path w="143002" h="458724">
                      <a:moveTo>
                        <a:pt x="0" y="0"/>
                      </a:moveTo>
                      <a:lnTo>
                        <a:pt x="143002" y="0"/>
                      </a:lnTo>
                      <a:lnTo>
                        <a:pt x="143002" y="458724"/>
                      </a:lnTo>
                      <a:lnTo>
                        <a:pt x="0" y="458724"/>
                      </a:lnTo>
                      <a:close/>
                    </a:path>
                  </a:pathLst>
                </a:custGeom>
                <a:solidFill>
                  <a:srgbClr val="4EB265"/>
                </a:solidFill>
                <a:ln w="13589" cap="flat">
                  <a:noFill/>
                  <a:prstDash val="solid"/>
                  <a:miter/>
                </a:ln>
              </p:spPr>
              <p:txBody>
                <a:bodyPr/>
                <a:lstStyle/>
                <a:p>
                  <a:pPr algn="ctr"/>
                  <a:endParaRPr lang="en-US" sz="2646"/>
                </a:p>
              </p:txBody>
            </p:sp>
            <p:sp>
              <p:nvSpPr>
                <p:cNvPr id="502" name="Freeform 501">
                  <a:extLst>
                    <a:ext uri="{FF2B5EF4-FFF2-40B4-BE49-F238E27FC236}">
                      <a16:creationId xmlns:a16="http://schemas.microsoft.com/office/drawing/2014/main" id="{92037459-A04F-57C1-64BD-DFDB4C073EE1}"/>
                    </a:ext>
                  </a:extLst>
                </p:cNvPr>
                <p:cNvSpPr/>
                <p:nvPr/>
              </p:nvSpPr>
              <p:spPr>
                <a:xfrm>
                  <a:off x="2984286" y="5830767"/>
                  <a:ext cx="143002" cy="545972"/>
                </a:xfrm>
                <a:custGeom>
                  <a:avLst/>
                  <a:gdLst>
                    <a:gd name="csX0" fmla="*/ 0 w 143002"/>
                    <a:gd name="csY0" fmla="*/ 0 h 545972"/>
                    <a:gd name="csX1" fmla="*/ 143002 w 143002"/>
                    <a:gd name="csY1" fmla="*/ 0 h 545972"/>
                    <a:gd name="csX2" fmla="*/ 143002 w 143002"/>
                    <a:gd name="csY2" fmla="*/ 545973 h 545972"/>
                    <a:gd name="csX3" fmla="*/ 0 w 143002"/>
                    <a:gd name="csY3" fmla="*/ 545973 h 545972"/>
                  </a:gdLst>
                  <a:ahLst/>
                  <a:cxnLst>
                    <a:cxn ang="0">
                      <a:pos x="csX0" y="csY0"/>
                    </a:cxn>
                    <a:cxn ang="0">
                      <a:pos x="csX1" y="csY1"/>
                    </a:cxn>
                    <a:cxn ang="0">
                      <a:pos x="csX2" y="csY2"/>
                    </a:cxn>
                    <a:cxn ang="0">
                      <a:pos x="csX3" y="csY3"/>
                    </a:cxn>
                  </a:cxnLst>
                  <a:rect l="l" t="t" r="r" b="b"/>
                  <a:pathLst>
                    <a:path w="143002" h="545972">
                      <a:moveTo>
                        <a:pt x="0" y="0"/>
                      </a:moveTo>
                      <a:lnTo>
                        <a:pt x="143002" y="0"/>
                      </a:lnTo>
                      <a:lnTo>
                        <a:pt x="143002" y="545973"/>
                      </a:lnTo>
                      <a:lnTo>
                        <a:pt x="0" y="545973"/>
                      </a:lnTo>
                      <a:close/>
                    </a:path>
                  </a:pathLst>
                </a:custGeom>
                <a:solidFill>
                  <a:srgbClr val="F7F056"/>
                </a:solidFill>
                <a:ln w="13589" cap="flat">
                  <a:noFill/>
                  <a:prstDash val="solid"/>
                  <a:miter/>
                </a:ln>
              </p:spPr>
              <p:txBody>
                <a:bodyPr/>
                <a:lstStyle/>
                <a:p>
                  <a:pPr algn="ctr"/>
                  <a:endParaRPr lang="en-US" sz="2646"/>
                </a:p>
              </p:txBody>
            </p:sp>
            <p:sp>
              <p:nvSpPr>
                <p:cNvPr id="503" name="Freeform 502">
                  <a:extLst>
                    <a:ext uri="{FF2B5EF4-FFF2-40B4-BE49-F238E27FC236}">
                      <a16:creationId xmlns:a16="http://schemas.microsoft.com/office/drawing/2014/main" id="{DF44E1FF-3D0F-94C0-0BA7-96959E34FF77}"/>
                    </a:ext>
                  </a:extLst>
                </p:cNvPr>
                <p:cNvSpPr/>
                <p:nvPr/>
              </p:nvSpPr>
              <p:spPr>
                <a:xfrm>
                  <a:off x="3222538" y="6092641"/>
                  <a:ext cx="143002" cy="284099"/>
                </a:xfrm>
                <a:custGeom>
                  <a:avLst/>
                  <a:gdLst>
                    <a:gd name="csX0" fmla="*/ 0 w 143002"/>
                    <a:gd name="csY0" fmla="*/ 0 h 284099"/>
                    <a:gd name="csX1" fmla="*/ 143002 w 143002"/>
                    <a:gd name="csY1" fmla="*/ 0 h 284099"/>
                    <a:gd name="csX2" fmla="*/ 143002 w 143002"/>
                    <a:gd name="csY2" fmla="*/ 284099 h 284099"/>
                    <a:gd name="csX3" fmla="*/ 0 w 143002"/>
                    <a:gd name="csY3" fmla="*/ 284099 h 284099"/>
                  </a:gdLst>
                  <a:ahLst/>
                  <a:cxnLst>
                    <a:cxn ang="0">
                      <a:pos x="csX0" y="csY0"/>
                    </a:cxn>
                    <a:cxn ang="0">
                      <a:pos x="csX1" y="csY1"/>
                    </a:cxn>
                    <a:cxn ang="0">
                      <a:pos x="csX2" y="csY2"/>
                    </a:cxn>
                    <a:cxn ang="0">
                      <a:pos x="csX3" y="csY3"/>
                    </a:cxn>
                  </a:cxnLst>
                  <a:rect l="l" t="t" r="r" b="b"/>
                  <a:pathLst>
                    <a:path w="143002" h="284099">
                      <a:moveTo>
                        <a:pt x="0" y="0"/>
                      </a:moveTo>
                      <a:lnTo>
                        <a:pt x="143002" y="0"/>
                      </a:lnTo>
                      <a:lnTo>
                        <a:pt x="143002" y="284099"/>
                      </a:lnTo>
                      <a:lnTo>
                        <a:pt x="0" y="284099"/>
                      </a:lnTo>
                      <a:close/>
                    </a:path>
                  </a:pathLst>
                </a:custGeom>
                <a:solidFill>
                  <a:srgbClr val="7BAFDE"/>
                </a:solidFill>
                <a:ln w="13589" cap="flat">
                  <a:noFill/>
                  <a:prstDash val="solid"/>
                  <a:miter/>
                </a:ln>
              </p:spPr>
              <p:txBody>
                <a:bodyPr/>
                <a:lstStyle/>
                <a:p>
                  <a:pPr algn="ctr"/>
                  <a:endParaRPr lang="en-US" sz="2646"/>
                </a:p>
              </p:txBody>
            </p:sp>
            <p:sp>
              <p:nvSpPr>
                <p:cNvPr id="504" name="Freeform 503">
                  <a:extLst>
                    <a:ext uri="{FF2B5EF4-FFF2-40B4-BE49-F238E27FC236}">
                      <a16:creationId xmlns:a16="http://schemas.microsoft.com/office/drawing/2014/main" id="{77437F8B-CC0F-CDD1-D2AC-7FE5B29451D3}"/>
                    </a:ext>
                  </a:extLst>
                </p:cNvPr>
                <p:cNvSpPr/>
                <p:nvPr/>
              </p:nvSpPr>
              <p:spPr>
                <a:xfrm>
                  <a:off x="3460790" y="6035999"/>
                  <a:ext cx="143001" cy="340741"/>
                </a:xfrm>
                <a:custGeom>
                  <a:avLst/>
                  <a:gdLst>
                    <a:gd name="csX0" fmla="*/ 0 w 143001"/>
                    <a:gd name="csY0" fmla="*/ 0 h 340741"/>
                    <a:gd name="csX1" fmla="*/ 143002 w 143001"/>
                    <a:gd name="csY1" fmla="*/ 0 h 340741"/>
                    <a:gd name="csX2" fmla="*/ 143002 w 143001"/>
                    <a:gd name="csY2" fmla="*/ 340741 h 340741"/>
                    <a:gd name="csX3" fmla="*/ 0 w 143001"/>
                    <a:gd name="csY3" fmla="*/ 340741 h 340741"/>
                  </a:gdLst>
                  <a:ahLst/>
                  <a:cxnLst>
                    <a:cxn ang="0">
                      <a:pos x="csX0" y="csY0"/>
                    </a:cxn>
                    <a:cxn ang="0">
                      <a:pos x="csX1" y="csY1"/>
                    </a:cxn>
                    <a:cxn ang="0">
                      <a:pos x="csX2" y="csY2"/>
                    </a:cxn>
                    <a:cxn ang="0">
                      <a:pos x="csX3" y="csY3"/>
                    </a:cxn>
                  </a:cxnLst>
                  <a:rect l="l" t="t" r="r" b="b"/>
                  <a:pathLst>
                    <a:path w="143001" h="340741">
                      <a:moveTo>
                        <a:pt x="0" y="0"/>
                      </a:moveTo>
                      <a:lnTo>
                        <a:pt x="143002" y="0"/>
                      </a:lnTo>
                      <a:lnTo>
                        <a:pt x="143002" y="340741"/>
                      </a:lnTo>
                      <a:lnTo>
                        <a:pt x="0" y="340741"/>
                      </a:lnTo>
                      <a:close/>
                    </a:path>
                  </a:pathLst>
                </a:custGeom>
                <a:solidFill>
                  <a:srgbClr val="DC050C"/>
                </a:solidFill>
                <a:ln w="13589" cap="flat">
                  <a:noFill/>
                  <a:prstDash val="solid"/>
                  <a:miter/>
                </a:ln>
              </p:spPr>
              <p:txBody>
                <a:bodyPr/>
                <a:lstStyle/>
                <a:p>
                  <a:pPr algn="ctr"/>
                  <a:endParaRPr lang="en-US" sz="2646"/>
                </a:p>
              </p:txBody>
            </p:sp>
            <p:sp>
              <p:nvSpPr>
                <p:cNvPr id="505" name="Freeform 504">
                  <a:extLst>
                    <a:ext uri="{FF2B5EF4-FFF2-40B4-BE49-F238E27FC236}">
                      <a16:creationId xmlns:a16="http://schemas.microsoft.com/office/drawing/2014/main" id="{7E082474-C77B-0DED-581D-3A84DA3FBA45}"/>
                    </a:ext>
                  </a:extLst>
                </p:cNvPr>
                <p:cNvSpPr/>
                <p:nvPr/>
              </p:nvSpPr>
              <p:spPr>
                <a:xfrm>
                  <a:off x="2531530" y="5921317"/>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06" name="Freeform 505">
                  <a:extLst>
                    <a:ext uri="{FF2B5EF4-FFF2-40B4-BE49-F238E27FC236}">
                      <a16:creationId xmlns:a16="http://schemas.microsoft.com/office/drawing/2014/main" id="{F4F91828-E995-95AD-5606-3FF328FC48AE}"/>
                    </a:ext>
                  </a:extLst>
                </p:cNvPr>
                <p:cNvSpPr/>
                <p:nvPr/>
              </p:nvSpPr>
              <p:spPr>
                <a:xfrm>
                  <a:off x="2579155" y="5921317"/>
                  <a:ext cx="12700" cy="91186"/>
                </a:xfrm>
                <a:custGeom>
                  <a:avLst/>
                  <a:gdLst>
                    <a:gd name="csX0" fmla="*/ 0 w 12700"/>
                    <a:gd name="csY0" fmla="*/ 0 h 91186"/>
                    <a:gd name="csX1" fmla="*/ 0 w 12700"/>
                    <a:gd name="csY1" fmla="*/ 91186 h 91186"/>
                  </a:gdLst>
                  <a:ahLst/>
                  <a:cxnLst>
                    <a:cxn ang="0">
                      <a:pos x="csX0" y="csY0"/>
                    </a:cxn>
                    <a:cxn ang="0">
                      <a:pos x="csX1" y="csY1"/>
                    </a:cxn>
                  </a:cxnLst>
                  <a:rect l="l" t="t" r="r" b="b"/>
                  <a:pathLst>
                    <a:path w="12700" h="91186">
                      <a:moveTo>
                        <a:pt x="0" y="0"/>
                      </a:moveTo>
                      <a:lnTo>
                        <a:pt x="0" y="91186"/>
                      </a:lnTo>
                    </a:path>
                  </a:pathLst>
                </a:custGeom>
                <a:noFill/>
                <a:ln w="13589" cap="flat">
                  <a:solidFill>
                    <a:srgbClr val="000000"/>
                  </a:solidFill>
                  <a:prstDash val="solid"/>
                  <a:round/>
                </a:ln>
              </p:spPr>
              <p:txBody>
                <a:bodyPr/>
                <a:lstStyle/>
                <a:p>
                  <a:pPr algn="ctr"/>
                  <a:endParaRPr lang="en-US" sz="2646"/>
                </a:p>
              </p:txBody>
            </p:sp>
            <p:sp>
              <p:nvSpPr>
                <p:cNvPr id="507" name="Freeform 506">
                  <a:extLst>
                    <a:ext uri="{FF2B5EF4-FFF2-40B4-BE49-F238E27FC236}">
                      <a16:creationId xmlns:a16="http://schemas.microsoft.com/office/drawing/2014/main" id="{DF6DFD01-28F4-7C08-B874-F17B5481FA3B}"/>
                    </a:ext>
                  </a:extLst>
                </p:cNvPr>
                <p:cNvSpPr/>
                <p:nvPr/>
              </p:nvSpPr>
              <p:spPr>
                <a:xfrm>
                  <a:off x="2531530" y="6012503"/>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08" name="Freeform 507">
                  <a:extLst>
                    <a:ext uri="{FF2B5EF4-FFF2-40B4-BE49-F238E27FC236}">
                      <a16:creationId xmlns:a16="http://schemas.microsoft.com/office/drawing/2014/main" id="{8711F4B2-F7A7-9CE6-B2D3-5CA9891D0E80}"/>
                    </a:ext>
                  </a:extLst>
                </p:cNvPr>
                <p:cNvSpPr/>
                <p:nvPr/>
              </p:nvSpPr>
              <p:spPr>
                <a:xfrm>
                  <a:off x="2769783" y="5859595"/>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09" name="Freeform 508">
                  <a:extLst>
                    <a:ext uri="{FF2B5EF4-FFF2-40B4-BE49-F238E27FC236}">
                      <a16:creationId xmlns:a16="http://schemas.microsoft.com/office/drawing/2014/main" id="{5689672A-D1AA-64E3-F483-61152A66D729}"/>
                    </a:ext>
                  </a:extLst>
                </p:cNvPr>
                <p:cNvSpPr/>
                <p:nvPr/>
              </p:nvSpPr>
              <p:spPr>
                <a:xfrm>
                  <a:off x="2817535" y="5859595"/>
                  <a:ext cx="12700" cy="116840"/>
                </a:xfrm>
                <a:custGeom>
                  <a:avLst/>
                  <a:gdLst>
                    <a:gd name="csX0" fmla="*/ 0 w 12700"/>
                    <a:gd name="csY0" fmla="*/ 0 h 116840"/>
                    <a:gd name="csX1" fmla="*/ 0 w 12700"/>
                    <a:gd name="csY1" fmla="*/ 116840 h 116840"/>
                  </a:gdLst>
                  <a:ahLst/>
                  <a:cxnLst>
                    <a:cxn ang="0">
                      <a:pos x="csX0" y="csY0"/>
                    </a:cxn>
                    <a:cxn ang="0">
                      <a:pos x="csX1" y="csY1"/>
                    </a:cxn>
                  </a:cxnLst>
                  <a:rect l="l" t="t" r="r" b="b"/>
                  <a:pathLst>
                    <a:path w="12700" h="116840">
                      <a:moveTo>
                        <a:pt x="0" y="0"/>
                      </a:moveTo>
                      <a:lnTo>
                        <a:pt x="0" y="116840"/>
                      </a:lnTo>
                    </a:path>
                  </a:pathLst>
                </a:custGeom>
                <a:noFill/>
                <a:ln w="13589" cap="flat">
                  <a:solidFill>
                    <a:srgbClr val="000000"/>
                  </a:solidFill>
                  <a:prstDash val="solid"/>
                  <a:round/>
                </a:ln>
              </p:spPr>
              <p:txBody>
                <a:bodyPr/>
                <a:lstStyle/>
                <a:p>
                  <a:pPr algn="ctr"/>
                  <a:endParaRPr lang="en-US" sz="2646"/>
                </a:p>
              </p:txBody>
            </p:sp>
            <p:sp>
              <p:nvSpPr>
                <p:cNvPr id="510" name="Freeform 509">
                  <a:extLst>
                    <a:ext uri="{FF2B5EF4-FFF2-40B4-BE49-F238E27FC236}">
                      <a16:creationId xmlns:a16="http://schemas.microsoft.com/office/drawing/2014/main" id="{47D17AFB-71A8-EE23-ABF0-B0599FA5B242}"/>
                    </a:ext>
                  </a:extLst>
                </p:cNvPr>
                <p:cNvSpPr/>
                <p:nvPr/>
              </p:nvSpPr>
              <p:spPr>
                <a:xfrm>
                  <a:off x="2769783" y="5976436"/>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11" name="Freeform 510">
                  <a:extLst>
                    <a:ext uri="{FF2B5EF4-FFF2-40B4-BE49-F238E27FC236}">
                      <a16:creationId xmlns:a16="http://schemas.microsoft.com/office/drawing/2014/main" id="{90AB0700-8EA6-A9B5-DD45-2A9788153F31}"/>
                    </a:ext>
                  </a:extLst>
                </p:cNvPr>
                <p:cNvSpPr/>
                <p:nvPr/>
              </p:nvSpPr>
              <p:spPr>
                <a:xfrm>
                  <a:off x="3008161" y="5715959"/>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512" name="Freeform 511">
                  <a:extLst>
                    <a:ext uri="{FF2B5EF4-FFF2-40B4-BE49-F238E27FC236}">
                      <a16:creationId xmlns:a16="http://schemas.microsoft.com/office/drawing/2014/main" id="{F51F525C-7FB6-9474-98D7-2F85E8EE59D2}"/>
                    </a:ext>
                  </a:extLst>
                </p:cNvPr>
                <p:cNvSpPr/>
                <p:nvPr/>
              </p:nvSpPr>
              <p:spPr>
                <a:xfrm>
                  <a:off x="3055786" y="5715959"/>
                  <a:ext cx="12700" cy="229616"/>
                </a:xfrm>
                <a:custGeom>
                  <a:avLst/>
                  <a:gdLst>
                    <a:gd name="csX0" fmla="*/ 0 w 12700"/>
                    <a:gd name="csY0" fmla="*/ 0 h 229616"/>
                    <a:gd name="csX1" fmla="*/ 0 w 12700"/>
                    <a:gd name="csY1" fmla="*/ 229616 h 229616"/>
                  </a:gdLst>
                  <a:ahLst/>
                  <a:cxnLst>
                    <a:cxn ang="0">
                      <a:pos x="csX0" y="csY0"/>
                    </a:cxn>
                    <a:cxn ang="0">
                      <a:pos x="csX1" y="csY1"/>
                    </a:cxn>
                  </a:cxnLst>
                  <a:rect l="l" t="t" r="r" b="b"/>
                  <a:pathLst>
                    <a:path w="12700" h="229616">
                      <a:moveTo>
                        <a:pt x="0" y="0"/>
                      </a:moveTo>
                      <a:lnTo>
                        <a:pt x="0" y="229616"/>
                      </a:lnTo>
                    </a:path>
                  </a:pathLst>
                </a:custGeom>
                <a:noFill/>
                <a:ln w="13589" cap="flat">
                  <a:solidFill>
                    <a:srgbClr val="000000"/>
                  </a:solidFill>
                  <a:prstDash val="solid"/>
                  <a:round/>
                </a:ln>
              </p:spPr>
              <p:txBody>
                <a:bodyPr/>
                <a:lstStyle/>
                <a:p>
                  <a:pPr algn="ctr"/>
                  <a:endParaRPr lang="en-US" sz="2646"/>
                </a:p>
              </p:txBody>
            </p:sp>
            <p:sp>
              <p:nvSpPr>
                <p:cNvPr id="513" name="Freeform 512">
                  <a:extLst>
                    <a:ext uri="{FF2B5EF4-FFF2-40B4-BE49-F238E27FC236}">
                      <a16:creationId xmlns:a16="http://schemas.microsoft.com/office/drawing/2014/main" id="{1F257376-2282-9C3A-D298-6FE67199F0F6}"/>
                    </a:ext>
                  </a:extLst>
                </p:cNvPr>
                <p:cNvSpPr/>
                <p:nvPr/>
              </p:nvSpPr>
              <p:spPr>
                <a:xfrm>
                  <a:off x="3008161" y="5945575"/>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514" name="Freeform 513">
                  <a:extLst>
                    <a:ext uri="{FF2B5EF4-FFF2-40B4-BE49-F238E27FC236}">
                      <a16:creationId xmlns:a16="http://schemas.microsoft.com/office/drawing/2014/main" id="{AF6A1BC8-E0FF-4C06-46F2-E377363BE865}"/>
                    </a:ext>
                  </a:extLst>
                </p:cNvPr>
                <p:cNvSpPr/>
                <p:nvPr/>
              </p:nvSpPr>
              <p:spPr>
                <a:xfrm>
                  <a:off x="3484666" y="5979992"/>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15" name="Freeform 514">
                  <a:extLst>
                    <a:ext uri="{FF2B5EF4-FFF2-40B4-BE49-F238E27FC236}">
                      <a16:creationId xmlns:a16="http://schemas.microsoft.com/office/drawing/2014/main" id="{20ADC139-BF82-997F-8FDC-230C4F8172AA}"/>
                    </a:ext>
                  </a:extLst>
                </p:cNvPr>
                <p:cNvSpPr/>
                <p:nvPr/>
              </p:nvSpPr>
              <p:spPr>
                <a:xfrm>
                  <a:off x="3532291" y="5979992"/>
                  <a:ext cx="12700" cy="112140"/>
                </a:xfrm>
                <a:custGeom>
                  <a:avLst/>
                  <a:gdLst>
                    <a:gd name="csX0" fmla="*/ 0 w 12700"/>
                    <a:gd name="csY0" fmla="*/ 0 h 112140"/>
                    <a:gd name="csX1" fmla="*/ 0 w 12700"/>
                    <a:gd name="csY1" fmla="*/ 112141 h 112140"/>
                  </a:gdLst>
                  <a:ahLst/>
                  <a:cxnLst>
                    <a:cxn ang="0">
                      <a:pos x="csX0" y="csY0"/>
                    </a:cxn>
                    <a:cxn ang="0">
                      <a:pos x="csX1" y="csY1"/>
                    </a:cxn>
                  </a:cxnLst>
                  <a:rect l="l" t="t" r="r" b="b"/>
                  <a:pathLst>
                    <a:path w="12700" h="112140">
                      <a:moveTo>
                        <a:pt x="0" y="0"/>
                      </a:moveTo>
                      <a:lnTo>
                        <a:pt x="0" y="112141"/>
                      </a:lnTo>
                    </a:path>
                  </a:pathLst>
                </a:custGeom>
                <a:noFill/>
                <a:ln w="13589" cap="flat">
                  <a:solidFill>
                    <a:srgbClr val="000000"/>
                  </a:solidFill>
                  <a:prstDash val="solid"/>
                  <a:round/>
                </a:ln>
              </p:spPr>
              <p:txBody>
                <a:bodyPr/>
                <a:lstStyle/>
                <a:p>
                  <a:pPr algn="ctr"/>
                  <a:endParaRPr lang="en-US" sz="2646"/>
                </a:p>
              </p:txBody>
            </p:sp>
            <p:sp>
              <p:nvSpPr>
                <p:cNvPr id="516" name="Freeform 515">
                  <a:extLst>
                    <a:ext uri="{FF2B5EF4-FFF2-40B4-BE49-F238E27FC236}">
                      <a16:creationId xmlns:a16="http://schemas.microsoft.com/office/drawing/2014/main" id="{C4F09049-C20A-FBE5-17C4-5682CA8BF768}"/>
                    </a:ext>
                  </a:extLst>
                </p:cNvPr>
                <p:cNvSpPr/>
                <p:nvPr/>
              </p:nvSpPr>
              <p:spPr>
                <a:xfrm>
                  <a:off x="3484666" y="6092132"/>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17" name="Freeform 516">
                  <a:extLst>
                    <a:ext uri="{FF2B5EF4-FFF2-40B4-BE49-F238E27FC236}">
                      <a16:creationId xmlns:a16="http://schemas.microsoft.com/office/drawing/2014/main" id="{DB22E7E5-E8B2-F08A-BC8B-91757AA29867}"/>
                    </a:ext>
                  </a:extLst>
                </p:cNvPr>
                <p:cNvSpPr/>
                <p:nvPr/>
              </p:nvSpPr>
              <p:spPr>
                <a:xfrm>
                  <a:off x="3057438" y="56972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8" name="Freeform 517">
                  <a:extLst>
                    <a:ext uri="{FF2B5EF4-FFF2-40B4-BE49-F238E27FC236}">
                      <a16:creationId xmlns:a16="http://schemas.microsoft.com/office/drawing/2014/main" id="{52BDF698-3155-9085-A088-9305074F1648}"/>
                    </a:ext>
                  </a:extLst>
                </p:cNvPr>
                <p:cNvSpPr/>
                <p:nvPr/>
              </p:nvSpPr>
              <p:spPr>
                <a:xfrm>
                  <a:off x="2820329" y="593084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9" name="Freeform 518">
                  <a:extLst>
                    <a:ext uri="{FF2B5EF4-FFF2-40B4-BE49-F238E27FC236}">
                      <a16:creationId xmlns:a16="http://schemas.microsoft.com/office/drawing/2014/main" id="{242347B8-F621-F96F-8334-A6B66335E99C}"/>
                    </a:ext>
                  </a:extLst>
                </p:cNvPr>
                <p:cNvSpPr/>
                <p:nvPr/>
              </p:nvSpPr>
              <p:spPr>
                <a:xfrm>
                  <a:off x="2789214" y="579292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0" name="Freeform 519">
                  <a:extLst>
                    <a:ext uri="{FF2B5EF4-FFF2-40B4-BE49-F238E27FC236}">
                      <a16:creationId xmlns:a16="http://schemas.microsoft.com/office/drawing/2014/main" id="{1EE9C6ED-374F-51FA-9B5A-25A68B6D6831}"/>
                    </a:ext>
                  </a:extLst>
                </p:cNvPr>
                <p:cNvSpPr/>
                <p:nvPr/>
              </p:nvSpPr>
              <p:spPr>
                <a:xfrm>
                  <a:off x="3530005" y="6053144"/>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1" name="Freeform 520">
                  <a:extLst>
                    <a:ext uri="{FF2B5EF4-FFF2-40B4-BE49-F238E27FC236}">
                      <a16:creationId xmlns:a16="http://schemas.microsoft.com/office/drawing/2014/main" id="{D9133055-173A-72B2-D942-0358D05337F8}"/>
                    </a:ext>
                  </a:extLst>
                </p:cNvPr>
                <p:cNvSpPr/>
                <p:nvPr/>
              </p:nvSpPr>
              <p:spPr>
                <a:xfrm>
                  <a:off x="2567853" y="60699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2" name="Freeform 521">
                  <a:extLst>
                    <a:ext uri="{FF2B5EF4-FFF2-40B4-BE49-F238E27FC236}">
                      <a16:creationId xmlns:a16="http://schemas.microsoft.com/office/drawing/2014/main" id="{EB172231-019E-E28A-9671-9A77616B5EA3}"/>
                    </a:ext>
                  </a:extLst>
                </p:cNvPr>
                <p:cNvSpPr/>
                <p:nvPr/>
              </p:nvSpPr>
              <p:spPr>
                <a:xfrm>
                  <a:off x="3515146" y="57619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3" name="Freeform 522">
                  <a:extLst>
                    <a:ext uri="{FF2B5EF4-FFF2-40B4-BE49-F238E27FC236}">
                      <a16:creationId xmlns:a16="http://schemas.microsoft.com/office/drawing/2014/main" id="{65A38025-AB59-C67A-3676-D4591FB17B5E}"/>
                    </a:ext>
                  </a:extLst>
                </p:cNvPr>
                <p:cNvSpPr/>
                <p:nvPr/>
              </p:nvSpPr>
              <p:spPr>
                <a:xfrm>
                  <a:off x="2572425" y="57723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4" name="Freeform 523">
                  <a:extLst>
                    <a:ext uri="{FF2B5EF4-FFF2-40B4-BE49-F238E27FC236}">
                      <a16:creationId xmlns:a16="http://schemas.microsoft.com/office/drawing/2014/main" id="{A6CD2B25-6744-79A2-715E-94566E401B28}"/>
                    </a:ext>
                  </a:extLst>
                </p:cNvPr>
                <p:cNvSpPr/>
                <p:nvPr/>
              </p:nvSpPr>
              <p:spPr>
                <a:xfrm>
                  <a:off x="3496858" y="61458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5" name="Freeform 524">
                  <a:extLst>
                    <a:ext uri="{FF2B5EF4-FFF2-40B4-BE49-F238E27FC236}">
                      <a16:creationId xmlns:a16="http://schemas.microsoft.com/office/drawing/2014/main" id="{FAD1DFE1-0557-D006-DD5B-CE353601BE2C}"/>
                    </a:ext>
                  </a:extLst>
                </p:cNvPr>
                <p:cNvSpPr/>
                <p:nvPr/>
              </p:nvSpPr>
              <p:spPr>
                <a:xfrm>
                  <a:off x="2568615" y="59469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6" name="Freeform 525">
                  <a:extLst>
                    <a:ext uri="{FF2B5EF4-FFF2-40B4-BE49-F238E27FC236}">
                      <a16:creationId xmlns:a16="http://schemas.microsoft.com/office/drawing/2014/main" id="{2FC9B823-5F42-DBC0-3F2B-180045FFED4F}"/>
                    </a:ext>
                  </a:extLst>
                </p:cNvPr>
                <p:cNvSpPr/>
                <p:nvPr/>
              </p:nvSpPr>
              <p:spPr>
                <a:xfrm>
                  <a:off x="3524036" y="6017965"/>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 name="Freeform 526">
                  <a:extLst>
                    <a:ext uri="{FF2B5EF4-FFF2-40B4-BE49-F238E27FC236}">
                      <a16:creationId xmlns:a16="http://schemas.microsoft.com/office/drawing/2014/main" id="{FD61FECF-4783-53DA-B9A7-18A02E85E63B}"/>
                    </a:ext>
                  </a:extLst>
                </p:cNvPr>
                <p:cNvSpPr/>
                <p:nvPr/>
              </p:nvSpPr>
              <p:spPr>
                <a:xfrm>
                  <a:off x="2559090" y="59345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 name="Freeform 527">
                  <a:extLst>
                    <a:ext uri="{FF2B5EF4-FFF2-40B4-BE49-F238E27FC236}">
                      <a16:creationId xmlns:a16="http://schemas.microsoft.com/office/drawing/2014/main" id="{5FDE056F-E866-DE68-34C2-0ACF88174688}"/>
                    </a:ext>
                  </a:extLst>
                </p:cNvPr>
                <p:cNvSpPr/>
                <p:nvPr/>
              </p:nvSpPr>
              <p:spPr>
                <a:xfrm>
                  <a:off x="3524798" y="6123248"/>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9" name="Freeform 528">
                  <a:extLst>
                    <a:ext uri="{FF2B5EF4-FFF2-40B4-BE49-F238E27FC236}">
                      <a16:creationId xmlns:a16="http://schemas.microsoft.com/office/drawing/2014/main" id="{E5485327-3198-CA68-F49E-641DBE667765}"/>
                    </a:ext>
                  </a:extLst>
                </p:cNvPr>
                <p:cNvSpPr/>
                <p:nvPr/>
              </p:nvSpPr>
              <p:spPr>
                <a:xfrm>
                  <a:off x="2581823" y="590239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0" name="Freeform 529">
                  <a:extLst>
                    <a:ext uri="{FF2B5EF4-FFF2-40B4-BE49-F238E27FC236}">
                      <a16:creationId xmlns:a16="http://schemas.microsoft.com/office/drawing/2014/main" id="{24129CBA-FCEE-65BD-888D-E3C414C0EF06}"/>
                    </a:ext>
                  </a:extLst>
                </p:cNvPr>
                <p:cNvSpPr/>
                <p:nvPr/>
              </p:nvSpPr>
              <p:spPr>
                <a:xfrm>
                  <a:off x="2787817" y="59614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1" name="Freeform 530">
                  <a:extLst>
                    <a:ext uri="{FF2B5EF4-FFF2-40B4-BE49-F238E27FC236}">
                      <a16:creationId xmlns:a16="http://schemas.microsoft.com/office/drawing/2014/main" id="{5FA0613A-FF26-FD3D-8F41-1820B7DEC6AF}"/>
                    </a:ext>
                  </a:extLst>
                </p:cNvPr>
                <p:cNvSpPr/>
                <p:nvPr/>
              </p:nvSpPr>
              <p:spPr>
                <a:xfrm>
                  <a:off x="3512479" y="6004630"/>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2" name="Freeform 531">
                  <a:extLst>
                    <a:ext uri="{FF2B5EF4-FFF2-40B4-BE49-F238E27FC236}">
                      <a16:creationId xmlns:a16="http://schemas.microsoft.com/office/drawing/2014/main" id="{FADB5660-AD74-4EEE-1895-1BD5E7F31155}"/>
                    </a:ext>
                  </a:extLst>
                </p:cNvPr>
                <p:cNvSpPr/>
                <p:nvPr/>
              </p:nvSpPr>
              <p:spPr>
                <a:xfrm>
                  <a:off x="2582077" y="60683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3" name="Freeform 532">
                  <a:extLst>
                    <a:ext uri="{FF2B5EF4-FFF2-40B4-BE49-F238E27FC236}">
                      <a16:creationId xmlns:a16="http://schemas.microsoft.com/office/drawing/2014/main" id="{592D1F5A-9CBD-F56F-628D-45FD9292A8B8}"/>
                    </a:ext>
                  </a:extLst>
                </p:cNvPr>
                <p:cNvSpPr/>
                <p:nvPr/>
              </p:nvSpPr>
              <p:spPr>
                <a:xfrm>
                  <a:off x="3060486" y="592690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4" name="Freeform 533">
                  <a:extLst>
                    <a:ext uri="{FF2B5EF4-FFF2-40B4-BE49-F238E27FC236}">
                      <a16:creationId xmlns:a16="http://schemas.microsoft.com/office/drawing/2014/main" id="{A9D2FA50-4DD8-4D39-E8D3-080B27FC17A9}"/>
                    </a:ext>
                  </a:extLst>
                </p:cNvPr>
                <p:cNvSpPr/>
                <p:nvPr/>
              </p:nvSpPr>
              <p:spPr>
                <a:xfrm>
                  <a:off x="2781213" y="603079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5" name="Freeform 534">
                  <a:extLst>
                    <a:ext uri="{FF2B5EF4-FFF2-40B4-BE49-F238E27FC236}">
                      <a16:creationId xmlns:a16="http://schemas.microsoft.com/office/drawing/2014/main" id="{F63127CB-20C0-DDC5-361A-0FEBC0082383}"/>
                    </a:ext>
                  </a:extLst>
                </p:cNvPr>
                <p:cNvSpPr/>
                <p:nvPr/>
              </p:nvSpPr>
              <p:spPr>
                <a:xfrm>
                  <a:off x="2798231" y="56026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6" name="Freeform 535">
                  <a:extLst>
                    <a:ext uri="{FF2B5EF4-FFF2-40B4-BE49-F238E27FC236}">
                      <a16:creationId xmlns:a16="http://schemas.microsoft.com/office/drawing/2014/main" id="{5A03E6FE-29A0-8D40-0CE5-BAD7D999B928}"/>
                    </a:ext>
                  </a:extLst>
                </p:cNvPr>
                <p:cNvSpPr/>
                <p:nvPr/>
              </p:nvSpPr>
              <p:spPr>
                <a:xfrm>
                  <a:off x="3278926" y="607473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7" name="Freeform 536">
                  <a:extLst>
                    <a:ext uri="{FF2B5EF4-FFF2-40B4-BE49-F238E27FC236}">
                      <a16:creationId xmlns:a16="http://schemas.microsoft.com/office/drawing/2014/main" id="{68BE4FA7-2E47-764E-E38A-0C5C13757C90}"/>
                    </a:ext>
                  </a:extLst>
                </p:cNvPr>
                <p:cNvSpPr/>
                <p:nvPr/>
              </p:nvSpPr>
              <p:spPr>
                <a:xfrm>
                  <a:off x="2818678" y="60401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8" name="Freeform 537">
                  <a:extLst>
                    <a:ext uri="{FF2B5EF4-FFF2-40B4-BE49-F238E27FC236}">
                      <a16:creationId xmlns:a16="http://schemas.microsoft.com/office/drawing/2014/main" id="{1082C09D-195A-6F24-5E84-FCA49DA9A17B}"/>
                    </a:ext>
                  </a:extLst>
                </p:cNvPr>
                <p:cNvSpPr/>
                <p:nvPr/>
              </p:nvSpPr>
              <p:spPr>
                <a:xfrm>
                  <a:off x="2782229" y="59407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9" name="TextBox 538">
                  <a:extLst>
                    <a:ext uri="{FF2B5EF4-FFF2-40B4-BE49-F238E27FC236}">
                      <a16:creationId xmlns:a16="http://schemas.microsoft.com/office/drawing/2014/main" id="{0F7AC2F3-C3CA-C8E6-D689-FF47F47D2BB6}"/>
                    </a:ext>
                  </a:extLst>
                </p:cNvPr>
                <p:cNvSpPr txBox="1"/>
                <p:nvPr/>
              </p:nvSpPr>
              <p:spPr>
                <a:xfrm>
                  <a:off x="2538709" y="5354672"/>
                  <a:ext cx="295525"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40" name="Freeform 539">
                  <a:extLst>
                    <a:ext uri="{FF2B5EF4-FFF2-40B4-BE49-F238E27FC236}">
                      <a16:creationId xmlns:a16="http://schemas.microsoft.com/office/drawing/2014/main" id="{5E0AF7B4-BB1F-C4A3-2382-CB8BDDC75E95}"/>
                    </a:ext>
                  </a:extLst>
                </p:cNvPr>
                <p:cNvSpPr/>
                <p:nvPr/>
              </p:nvSpPr>
              <p:spPr>
                <a:xfrm>
                  <a:off x="2579156" y="5544890"/>
                  <a:ext cx="214502" cy="12700"/>
                </a:xfrm>
                <a:custGeom>
                  <a:avLst/>
                  <a:gdLst>
                    <a:gd name="csX0" fmla="*/ 0 w 214502"/>
                    <a:gd name="csY0" fmla="*/ 0 h 12700"/>
                    <a:gd name="csX1" fmla="*/ 214503 w 214502"/>
                    <a:gd name="csY1" fmla="*/ 0 h 12700"/>
                  </a:gdLst>
                  <a:ahLst/>
                  <a:cxnLst>
                    <a:cxn ang="0">
                      <a:pos x="csX0" y="csY0"/>
                    </a:cxn>
                    <a:cxn ang="0">
                      <a:pos x="csX1" y="csY1"/>
                    </a:cxn>
                  </a:cxnLst>
                  <a:rect l="l" t="t" r="r" b="b"/>
                  <a:pathLst>
                    <a:path w="214502" h="12700">
                      <a:moveTo>
                        <a:pt x="0" y="0"/>
                      </a:moveTo>
                      <a:lnTo>
                        <a:pt x="214503" y="0"/>
                      </a:lnTo>
                    </a:path>
                  </a:pathLst>
                </a:custGeom>
                <a:ln w="13589" cap="rnd">
                  <a:solidFill>
                    <a:srgbClr val="000000"/>
                  </a:solidFill>
                  <a:prstDash val="solid"/>
                  <a:round/>
                </a:ln>
              </p:spPr>
              <p:txBody>
                <a:bodyPr/>
                <a:lstStyle/>
                <a:p>
                  <a:pPr algn="ctr"/>
                  <a:endParaRPr lang="en-US" sz="2646"/>
                </a:p>
              </p:txBody>
            </p:sp>
            <p:sp>
              <p:nvSpPr>
                <p:cNvPr id="541" name="TextBox 540">
                  <a:extLst>
                    <a:ext uri="{FF2B5EF4-FFF2-40B4-BE49-F238E27FC236}">
                      <a16:creationId xmlns:a16="http://schemas.microsoft.com/office/drawing/2014/main" id="{06B3AD56-F9E2-AC6B-E13C-7E6036E064C4}"/>
                    </a:ext>
                  </a:extLst>
                </p:cNvPr>
                <p:cNvSpPr txBox="1"/>
                <p:nvPr/>
              </p:nvSpPr>
              <p:spPr>
                <a:xfrm>
                  <a:off x="2938997" y="5354672"/>
                  <a:ext cx="495708"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42" name="Freeform 541">
                  <a:extLst>
                    <a:ext uri="{FF2B5EF4-FFF2-40B4-BE49-F238E27FC236}">
                      <a16:creationId xmlns:a16="http://schemas.microsoft.com/office/drawing/2014/main" id="{4835294A-FF07-8118-0C34-A5A1667258D4}"/>
                    </a:ext>
                  </a:extLst>
                </p:cNvPr>
                <p:cNvSpPr/>
                <p:nvPr/>
              </p:nvSpPr>
              <p:spPr>
                <a:xfrm>
                  <a:off x="2841284" y="5544890"/>
                  <a:ext cx="691007" cy="12700"/>
                </a:xfrm>
                <a:custGeom>
                  <a:avLst/>
                  <a:gdLst>
                    <a:gd name="csX0" fmla="*/ 0 w 691007"/>
                    <a:gd name="csY0" fmla="*/ 0 h 12700"/>
                    <a:gd name="csX1" fmla="*/ 691007 w 691007"/>
                    <a:gd name="csY1" fmla="*/ 0 h 12700"/>
                  </a:gdLst>
                  <a:ahLst/>
                  <a:cxnLst>
                    <a:cxn ang="0">
                      <a:pos x="csX0" y="csY0"/>
                    </a:cxn>
                    <a:cxn ang="0">
                      <a:pos x="csX1" y="csY1"/>
                    </a:cxn>
                  </a:cxnLst>
                  <a:rect l="l" t="t" r="r" b="b"/>
                  <a:pathLst>
                    <a:path w="691007" h="12700">
                      <a:moveTo>
                        <a:pt x="0" y="0"/>
                      </a:moveTo>
                      <a:lnTo>
                        <a:pt x="691007" y="0"/>
                      </a:lnTo>
                    </a:path>
                  </a:pathLst>
                </a:custGeom>
                <a:ln w="13589" cap="rnd">
                  <a:solidFill>
                    <a:srgbClr val="000000"/>
                  </a:solidFill>
                  <a:prstDash val="solid"/>
                  <a:round/>
                </a:ln>
              </p:spPr>
              <p:txBody>
                <a:bodyPr/>
                <a:lstStyle/>
                <a:p>
                  <a:pPr algn="ctr"/>
                  <a:endParaRPr lang="en-US" sz="2646"/>
                </a:p>
              </p:txBody>
            </p:sp>
            <p:sp>
              <p:nvSpPr>
                <p:cNvPr id="543" name="TextBox 542">
                  <a:extLst>
                    <a:ext uri="{FF2B5EF4-FFF2-40B4-BE49-F238E27FC236}">
                      <a16:creationId xmlns:a16="http://schemas.microsoft.com/office/drawing/2014/main" id="{13CD293C-E26B-D07F-178C-2B9B358EBE4C}"/>
                    </a:ext>
                  </a:extLst>
                </p:cNvPr>
                <p:cNvSpPr txBox="1"/>
                <p:nvPr/>
              </p:nvSpPr>
              <p:spPr>
                <a:xfrm>
                  <a:off x="2857977" y="5161317"/>
                  <a:ext cx="395616"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44" name="Freeform 543">
                  <a:extLst>
                    <a:ext uri="{FF2B5EF4-FFF2-40B4-BE49-F238E27FC236}">
                      <a16:creationId xmlns:a16="http://schemas.microsoft.com/office/drawing/2014/main" id="{4B9F2B37-A720-724A-EF0D-4238774BF54B}"/>
                    </a:ext>
                  </a:extLst>
                </p:cNvPr>
                <p:cNvSpPr/>
                <p:nvPr/>
              </p:nvSpPr>
              <p:spPr>
                <a:xfrm>
                  <a:off x="2579156" y="5355787"/>
                  <a:ext cx="953135" cy="12700"/>
                </a:xfrm>
                <a:custGeom>
                  <a:avLst/>
                  <a:gdLst>
                    <a:gd name="csX0" fmla="*/ 0 w 953135"/>
                    <a:gd name="csY0" fmla="*/ 0 h 12700"/>
                    <a:gd name="csX1" fmla="*/ 953135 w 953135"/>
                    <a:gd name="csY1" fmla="*/ 0 h 12700"/>
                  </a:gdLst>
                  <a:ahLst/>
                  <a:cxnLst>
                    <a:cxn ang="0">
                      <a:pos x="csX0" y="csY0"/>
                    </a:cxn>
                    <a:cxn ang="0">
                      <a:pos x="csX1" y="csY1"/>
                    </a:cxn>
                  </a:cxnLst>
                  <a:rect l="l" t="t" r="r" b="b"/>
                  <a:pathLst>
                    <a:path w="953135" h="12700">
                      <a:moveTo>
                        <a:pt x="0" y="0"/>
                      </a:moveTo>
                      <a:lnTo>
                        <a:pt x="953135" y="0"/>
                      </a:lnTo>
                    </a:path>
                  </a:pathLst>
                </a:custGeom>
                <a:ln w="13589" cap="rnd">
                  <a:solidFill>
                    <a:srgbClr val="000000"/>
                  </a:solidFill>
                  <a:prstDash val="solid"/>
                  <a:round/>
                </a:ln>
              </p:spPr>
              <p:txBody>
                <a:bodyPr/>
                <a:lstStyle/>
                <a:p>
                  <a:pPr algn="ctr"/>
                  <a:endParaRPr lang="en-US" sz="2646"/>
                </a:p>
              </p:txBody>
            </p:sp>
          </p:grpSp>
          <p:grpSp>
            <p:nvGrpSpPr>
              <p:cNvPr id="545" name="Graphic 108">
                <a:extLst>
                  <a:ext uri="{FF2B5EF4-FFF2-40B4-BE49-F238E27FC236}">
                    <a16:creationId xmlns:a16="http://schemas.microsoft.com/office/drawing/2014/main" id="{9003A0DA-DA89-F140-A445-2F04FBF19039}"/>
                  </a:ext>
                </a:extLst>
              </p:cNvPr>
              <p:cNvGrpSpPr/>
              <p:nvPr/>
            </p:nvGrpSpPr>
            <p:grpSpPr>
              <a:xfrm>
                <a:off x="2035901" y="5009132"/>
                <a:ext cx="1639391" cy="1615081"/>
                <a:chOff x="2035901" y="5009132"/>
                <a:chExt cx="1639391" cy="1615081"/>
              </a:xfrm>
            </p:grpSpPr>
            <p:sp>
              <p:nvSpPr>
                <p:cNvPr id="546" name="Freeform 545">
                  <a:extLst>
                    <a:ext uri="{FF2B5EF4-FFF2-40B4-BE49-F238E27FC236}">
                      <a16:creationId xmlns:a16="http://schemas.microsoft.com/office/drawing/2014/main" id="{310B738F-919B-B354-A683-D4BBDBF89026}"/>
                    </a:ext>
                  </a:extLst>
                </p:cNvPr>
                <p:cNvSpPr/>
                <p:nvPr/>
              </p:nvSpPr>
              <p:spPr>
                <a:xfrm>
                  <a:off x="2436280" y="5242376"/>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547" name="TextBox 546">
                  <a:extLst>
                    <a:ext uri="{FF2B5EF4-FFF2-40B4-BE49-F238E27FC236}">
                      <a16:creationId xmlns:a16="http://schemas.microsoft.com/office/drawing/2014/main" id="{6A648ECB-7601-1F5F-4D25-6C49E9F70CB2}"/>
                    </a:ext>
                  </a:extLst>
                </p:cNvPr>
                <p:cNvSpPr txBox="1"/>
                <p:nvPr/>
              </p:nvSpPr>
              <p:spPr>
                <a:xfrm>
                  <a:off x="2102604" y="6269851"/>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a:t>
                  </a:r>
                </a:p>
              </p:txBody>
            </p:sp>
            <p:sp>
              <p:nvSpPr>
                <p:cNvPr id="548" name="TextBox 547">
                  <a:extLst>
                    <a:ext uri="{FF2B5EF4-FFF2-40B4-BE49-F238E27FC236}">
                      <a16:creationId xmlns:a16="http://schemas.microsoft.com/office/drawing/2014/main" id="{CFD7D9EF-F0F9-EE9C-951B-25906C1CCD24}"/>
                    </a:ext>
                  </a:extLst>
                </p:cNvPr>
                <p:cNvSpPr txBox="1"/>
                <p:nvPr/>
              </p:nvSpPr>
              <p:spPr>
                <a:xfrm>
                  <a:off x="2035901" y="5984228"/>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25%</a:t>
                  </a:r>
                </a:p>
              </p:txBody>
            </p:sp>
            <p:sp>
              <p:nvSpPr>
                <p:cNvPr id="549" name="TextBox 548">
                  <a:extLst>
                    <a:ext uri="{FF2B5EF4-FFF2-40B4-BE49-F238E27FC236}">
                      <a16:creationId xmlns:a16="http://schemas.microsoft.com/office/drawing/2014/main" id="{98C7269A-7F64-AC02-F0F1-B228637184A1}"/>
                    </a:ext>
                  </a:extLst>
                </p:cNvPr>
                <p:cNvSpPr txBox="1"/>
                <p:nvPr/>
              </p:nvSpPr>
              <p:spPr>
                <a:xfrm>
                  <a:off x="2035901" y="5698605"/>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50%</a:t>
                  </a:r>
                </a:p>
              </p:txBody>
            </p:sp>
            <p:sp>
              <p:nvSpPr>
                <p:cNvPr id="550" name="TextBox 549">
                  <a:extLst>
                    <a:ext uri="{FF2B5EF4-FFF2-40B4-BE49-F238E27FC236}">
                      <a16:creationId xmlns:a16="http://schemas.microsoft.com/office/drawing/2014/main" id="{6DF5C5FC-4A3E-F9A3-3E7A-820441D08E9D}"/>
                    </a:ext>
                  </a:extLst>
                </p:cNvPr>
                <p:cNvSpPr txBox="1"/>
                <p:nvPr/>
              </p:nvSpPr>
              <p:spPr>
                <a:xfrm>
                  <a:off x="2035901" y="5412855"/>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75%</a:t>
                  </a:r>
                </a:p>
              </p:txBody>
            </p:sp>
            <p:sp>
              <p:nvSpPr>
                <p:cNvPr id="551" name="Freeform 550">
                  <a:extLst>
                    <a:ext uri="{FF2B5EF4-FFF2-40B4-BE49-F238E27FC236}">
                      <a16:creationId xmlns:a16="http://schemas.microsoft.com/office/drawing/2014/main" id="{4E0E0462-BB0B-11F1-56FE-317B34D9D8D8}"/>
                    </a:ext>
                  </a:extLst>
                </p:cNvPr>
                <p:cNvSpPr/>
                <p:nvPr/>
              </p:nvSpPr>
              <p:spPr>
                <a:xfrm>
                  <a:off x="2401483" y="637674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52" name="Freeform 551">
                  <a:extLst>
                    <a:ext uri="{FF2B5EF4-FFF2-40B4-BE49-F238E27FC236}">
                      <a16:creationId xmlns:a16="http://schemas.microsoft.com/office/drawing/2014/main" id="{B75965DE-3BD8-17C6-7EC0-7C352C102E00}"/>
                    </a:ext>
                  </a:extLst>
                </p:cNvPr>
                <p:cNvSpPr/>
                <p:nvPr/>
              </p:nvSpPr>
              <p:spPr>
                <a:xfrm>
                  <a:off x="2401483" y="609111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53" name="Freeform 552">
                  <a:extLst>
                    <a:ext uri="{FF2B5EF4-FFF2-40B4-BE49-F238E27FC236}">
                      <a16:creationId xmlns:a16="http://schemas.microsoft.com/office/drawing/2014/main" id="{6B39A869-461C-2CC2-077A-357A64128E98}"/>
                    </a:ext>
                  </a:extLst>
                </p:cNvPr>
                <p:cNvSpPr/>
                <p:nvPr/>
              </p:nvSpPr>
              <p:spPr>
                <a:xfrm>
                  <a:off x="2401483" y="580549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54" name="Freeform 553">
                  <a:extLst>
                    <a:ext uri="{FF2B5EF4-FFF2-40B4-BE49-F238E27FC236}">
                      <a16:creationId xmlns:a16="http://schemas.microsoft.com/office/drawing/2014/main" id="{67C5784F-A17C-E3B8-420F-F9CC52B63205}"/>
                    </a:ext>
                  </a:extLst>
                </p:cNvPr>
                <p:cNvSpPr/>
                <p:nvPr/>
              </p:nvSpPr>
              <p:spPr>
                <a:xfrm>
                  <a:off x="2401483" y="551974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55" name="Freeform 554">
                  <a:extLst>
                    <a:ext uri="{FF2B5EF4-FFF2-40B4-BE49-F238E27FC236}">
                      <a16:creationId xmlns:a16="http://schemas.microsoft.com/office/drawing/2014/main" id="{6810A061-D394-A5D4-AC8F-01ABE67256BF}"/>
                    </a:ext>
                  </a:extLst>
                </p:cNvPr>
                <p:cNvSpPr/>
                <p:nvPr/>
              </p:nvSpPr>
              <p:spPr>
                <a:xfrm>
                  <a:off x="2436280" y="6376740"/>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pPr algn="ctr"/>
                  <a:endParaRPr lang="en-US" sz="2646"/>
                </a:p>
              </p:txBody>
            </p:sp>
            <p:sp>
              <p:nvSpPr>
                <p:cNvPr id="556" name="Freeform 555">
                  <a:extLst>
                    <a:ext uri="{FF2B5EF4-FFF2-40B4-BE49-F238E27FC236}">
                      <a16:creationId xmlns:a16="http://schemas.microsoft.com/office/drawing/2014/main" id="{DD1F820F-3602-0CFD-35EA-4B801914FAD7}"/>
                    </a:ext>
                  </a:extLst>
                </p:cNvPr>
                <p:cNvSpPr/>
                <p:nvPr/>
              </p:nvSpPr>
              <p:spPr>
                <a:xfrm>
                  <a:off x="2579155"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57" name="Freeform 556">
                  <a:extLst>
                    <a:ext uri="{FF2B5EF4-FFF2-40B4-BE49-F238E27FC236}">
                      <a16:creationId xmlns:a16="http://schemas.microsoft.com/office/drawing/2014/main" id="{4ED4CA62-C2D2-77F5-6A02-AE02217334EE}"/>
                    </a:ext>
                  </a:extLst>
                </p:cNvPr>
                <p:cNvSpPr/>
                <p:nvPr/>
              </p:nvSpPr>
              <p:spPr>
                <a:xfrm>
                  <a:off x="2817535"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58" name="Freeform 557">
                  <a:extLst>
                    <a:ext uri="{FF2B5EF4-FFF2-40B4-BE49-F238E27FC236}">
                      <a16:creationId xmlns:a16="http://schemas.microsoft.com/office/drawing/2014/main" id="{7E439D1A-64B0-E4ED-AB95-916A4D34DB9F}"/>
                    </a:ext>
                  </a:extLst>
                </p:cNvPr>
                <p:cNvSpPr/>
                <p:nvPr/>
              </p:nvSpPr>
              <p:spPr>
                <a:xfrm>
                  <a:off x="3055786"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59" name="Freeform 558">
                  <a:extLst>
                    <a:ext uri="{FF2B5EF4-FFF2-40B4-BE49-F238E27FC236}">
                      <a16:creationId xmlns:a16="http://schemas.microsoft.com/office/drawing/2014/main" id="{E84F44ED-2672-7FD0-BAE0-34433E6A47F7}"/>
                    </a:ext>
                  </a:extLst>
                </p:cNvPr>
                <p:cNvSpPr/>
                <p:nvPr/>
              </p:nvSpPr>
              <p:spPr>
                <a:xfrm>
                  <a:off x="3294039"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60" name="Freeform 559">
                  <a:extLst>
                    <a:ext uri="{FF2B5EF4-FFF2-40B4-BE49-F238E27FC236}">
                      <a16:creationId xmlns:a16="http://schemas.microsoft.com/office/drawing/2014/main" id="{9D1D968B-DFBF-0FBC-4B14-FAB12AB6B76B}"/>
                    </a:ext>
                  </a:extLst>
                </p:cNvPr>
                <p:cNvSpPr/>
                <p:nvPr/>
              </p:nvSpPr>
              <p:spPr>
                <a:xfrm>
                  <a:off x="3532291"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61" name="TextBox 560">
                  <a:extLst>
                    <a:ext uri="{FF2B5EF4-FFF2-40B4-BE49-F238E27FC236}">
                      <a16:creationId xmlns:a16="http://schemas.microsoft.com/office/drawing/2014/main" id="{34B30B96-A419-5482-D714-D7A720E5F928}"/>
                    </a:ext>
                  </a:extLst>
                </p:cNvPr>
                <p:cNvSpPr txBox="1"/>
                <p:nvPr/>
              </p:nvSpPr>
              <p:spPr>
                <a:xfrm>
                  <a:off x="2428001" y="637259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562" name="TextBox 561">
                  <a:extLst>
                    <a:ext uri="{FF2B5EF4-FFF2-40B4-BE49-F238E27FC236}">
                      <a16:creationId xmlns:a16="http://schemas.microsoft.com/office/drawing/2014/main" id="{F2828C91-1923-FC44-6EB5-91C9B47FBE1A}"/>
                    </a:ext>
                  </a:extLst>
                </p:cNvPr>
                <p:cNvSpPr txBox="1"/>
                <p:nvPr/>
              </p:nvSpPr>
              <p:spPr>
                <a:xfrm>
                  <a:off x="2702004" y="6372594"/>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563" name="TextBox 562">
                  <a:extLst>
                    <a:ext uri="{FF2B5EF4-FFF2-40B4-BE49-F238E27FC236}">
                      <a16:creationId xmlns:a16="http://schemas.microsoft.com/office/drawing/2014/main" id="{20195499-518A-BB0C-6918-3156397498D1}"/>
                    </a:ext>
                  </a:extLst>
                </p:cNvPr>
                <p:cNvSpPr txBox="1"/>
                <p:nvPr/>
              </p:nvSpPr>
              <p:spPr>
                <a:xfrm>
                  <a:off x="2904630" y="637259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564" name="TextBox 563">
                  <a:extLst>
                    <a:ext uri="{FF2B5EF4-FFF2-40B4-BE49-F238E27FC236}">
                      <a16:creationId xmlns:a16="http://schemas.microsoft.com/office/drawing/2014/main" id="{CA0D53A2-4CF0-2228-23F8-512E858E1753}"/>
                    </a:ext>
                  </a:extLst>
                </p:cNvPr>
                <p:cNvSpPr txBox="1"/>
                <p:nvPr/>
              </p:nvSpPr>
              <p:spPr>
                <a:xfrm>
                  <a:off x="3110652" y="6372594"/>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565" name="TextBox 564">
                  <a:extLst>
                    <a:ext uri="{FF2B5EF4-FFF2-40B4-BE49-F238E27FC236}">
                      <a16:creationId xmlns:a16="http://schemas.microsoft.com/office/drawing/2014/main" id="{7A672235-5692-458E-6337-975482CB7784}"/>
                    </a:ext>
                  </a:extLst>
                </p:cNvPr>
                <p:cNvSpPr txBox="1"/>
                <p:nvPr/>
              </p:nvSpPr>
              <p:spPr>
                <a:xfrm>
                  <a:off x="3395556" y="6372594"/>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568" name="TextBox 567">
                  <a:extLst>
                    <a:ext uri="{FF2B5EF4-FFF2-40B4-BE49-F238E27FC236}">
                      <a16:creationId xmlns:a16="http://schemas.microsoft.com/office/drawing/2014/main" id="{E18B5DDC-6E03-F34E-7B21-613E7151B0F3}"/>
                    </a:ext>
                  </a:extLst>
                </p:cNvPr>
                <p:cNvSpPr txBox="1"/>
                <p:nvPr/>
              </p:nvSpPr>
              <p:spPr>
                <a:xfrm>
                  <a:off x="2779645" y="5009132"/>
                  <a:ext cx="546602" cy="266956"/>
                </a:xfrm>
                <a:prstGeom prst="rect">
                  <a:avLst/>
                </a:prstGeom>
                <a:noFill/>
              </p:spPr>
              <p:txBody>
                <a:bodyPr wrap="none" rtlCol="0">
                  <a:spAutoFit/>
                </a:bodyPr>
                <a:lstStyle/>
                <a:p>
                  <a:pPr algn="ctr"/>
                  <a:r>
                    <a:rPr lang="en-US" sz="1039">
                      <a:ln/>
                      <a:solidFill>
                        <a:srgbClr val="000000"/>
                      </a:solidFill>
                      <a:latin typeface="Arial"/>
                      <a:cs typeface="Arial"/>
                      <a:sym typeface="Arial"/>
                      <a:rtl val="0"/>
                    </a:rPr>
                    <a:t>1_NP</a:t>
                  </a:r>
                </a:p>
              </p:txBody>
            </p:sp>
          </p:grpSp>
        </p:grpSp>
        <p:grpSp>
          <p:nvGrpSpPr>
            <p:cNvPr id="419" name="Graphic 110">
              <a:extLst>
                <a:ext uri="{FF2B5EF4-FFF2-40B4-BE49-F238E27FC236}">
                  <a16:creationId xmlns:a16="http://schemas.microsoft.com/office/drawing/2014/main" id="{8F5E855A-B6F7-F751-CE47-F8B65BAD3952}"/>
                </a:ext>
              </a:extLst>
            </p:cNvPr>
            <p:cNvGrpSpPr/>
            <p:nvPr/>
          </p:nvGrpSpPr>
          <p:grpSpPr>
            <a:xfrm>
              <a:off x="31708" y="5009132"/>
              <a:ext cx="1767732" cy="1755699"/>
              <a:chOff x="31708" y="5009132"/>
              <a:chExt cx="1767732" cy="1755699"/>
            </a:xfrm>
          </p:grpSpPr>
          <p:grpSp>
            <p:nvGrpSpPr>
              <p:cNvPr id="422" name="Graphic 110">
                <a:extLst>
                  <a:ext uri="{FF2B5EF4-FFF2-40B4-BE49-F238E27FC236}">
                    <a16:creationId xmlns:a16="http://schemas.microsoft.com/office/drawing/2014/main" id="{63AD6B12-BD88-1E9F-C233-B1A533A41A3D}"/>
                  </a:ext>
                </a:extLst>
              </p:cNvPr>
              <p:cNvGrpSpPr/>
              <p:nvPr/>
            </p:nvGrpSpPr>
            <p:grpSpPr>
              <a:xfrm>
                <a:off x="560301" y="5212081"/>
                <a:ext cx="1239139" cy="1164786"/>
                <a:chOff x="560301" y="5212081"/>
                <a:chExt cx="1239139" cy="1164786"/>
              </a:xfrm>
            </p:grpSpPr>
            <p:sp>
              <p:nvSpPr>
                <p:cNvPr id="423" name="Freeform 422">
                  <a:extLst>
                    <a:ext uri="{FF2B5EF4-FFF2-40B4-BE49-F238E27FC236}">
                      <a16:creationId xmlns:a16="http://schemas.microsoft.com/office/drawing/2014/main" id="{9CDC45A5-BE3D-C7FD-8C39-68AC12DCD1C0}"/>
                    </a:ext>
                  </a:extLst>
                </p:cNvPr>
                <p:cNvSpPr/>
                <p:nvPr/>
              </p:nvSpPr>
              <p:spPr>
                <a:xfrm>
                  <a:off x="560301" y="5242376"/>
                  <a:ext cx="1239139" cy="1134490"/>
                </a:xfrm>
                <a:custGeom>
                  <a:avLst/>
                  <a:gdLst>
                    <a:gd name="csX0" fmla="*/ 0 w 1239139"/>
                    <a:gd name="csY0" fmla="*/ 0 h 1134490"/>
                    <a:gd name="csX1" fmla="*/ 1239139 w 1239139"/>
                    <a:gd name="csY1" fmla="*/ 0 h 1134490"/>
                    <a:gd name="csX2" fmla="*/ 1239139 w 1239139"/>
                    <a:gd name="csY2" fmla="*/ 1134491 h 1134490"/>
                    <a:gd name="csX3" fmla="*/ 0 w 1239139"/>
                    <a:gd name="csY3" fmla="*/ 1134491 h 1134490"/>
                  </a:gdLst>
                  <a:ahLst/>
                  <a:cxnLst>
                    <a:cxn ang="0">
                      <a:pos x="csX0" y="csY0"/>
                    </a:cxn>
                    <a:cxn ang="0">
                      <a:pos x="csX1" y="csY1"/>
                    </a:cxn>
                    <a:cxn ang="0">
                      <a:pos x="csX2" y="csY2"/>
                    </a:cxn>
                    <a:cxn ang="0">
                      <a:pos x="csX3" y="csY3"/>
                    </a:cxn>
                  </a:cxnLst>
                  <a:rect l="l" t="t" r="r" b="b"/>
                  <a:pathLst>
                    <a:path w="1239139" h="1134490">
                      <a:moveTo>
                        <a:pt x="0" y="0"/>
                      </a:moveTo>
                      <a:lnTo>
                        <a:pt x="1239139" y="0"/>
                      </a:lnTo>
                      <a:lnTo>
                        <a:pt x="1239139"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424" name="Freeform 423">
                  <a:extLst>
                    <a:ext uri="{FF2B5EF4-FFF2-40B4-BE49-F238E27FC236}">
                      <a16:creationId xmlns:a16="http://schemas.microsoft.com/office/drawing/2014/main" id="{0929334F-019F-801D-B2F5-7FE78CA5B6E5}"/>
                    </a:ext>
                  </a:extLst>
                </p:cNvPr>
                <p:cNvSpPr/>
                <p:nvPr/>
              </p:nvSpPr>
              <p:spPr>
                <a:xfrm>
                  <a:off x="631675" y="5807399"/>
                  <a:ext cx="143001" cy="569341"/>
                </a:xfrm>
                <a:custGeom>
                  <a:avLst/>
                  <a:gdLst>
                    <a:gd name="csX0" fmla="*/ 0 w 143001"/>
                    <a:gd name="csY0" fmla="*/ 0 h 569341"/>
                    <a:gd name="csX1" fmla="*/ 143002 w 143001"/>
                    <a:gd name="csY1" fmla="*/ 0 h 569341"/>
                    <a:gd name="csX2" fmla="*/ 143002 w 143001"/>
                    <a:gd name="csY2" fmla="*/ 569341 h 569341"/>
                    <a:gd name="csX3" fmla="*/ 0 w 143001"/>
                    <a:gd name="csY3" fmla="*/ 569341 h 569341"/>
                  </a:gdLst>
                  <a:ahLst/>
                  <a:cxnLst>
                    <a:cxn ang="0">
                      <a:pos x="csX0" y="csY0"/>
                    </a:cxn>
                    <a:cxn ang="0">
                      <a:pos x="csX1" y="csY1"/>
                    </a:cxn>
                    <a:cxn ang="0">
                      <a:pos x="csX2" y="csY2"/>
                    </a:cxn>
                    <a:cxn ang="0">
                      <a:pos x="csX3" y="csY3"/>
                    </a:cxn>
                  </a:cxnLst>
                  <a:rect l="l" t="t" r="r" b="b"/>
                  <a:pathLst>
                    <a:path w="143001" h="569341">
                      <a:moveTo>
                        <a:pt x="0" y="0"/>
                      </a:moveTo>
                      <a:lnTo>
                        <a:pt x="143002" y="0"/>
                      </a:lnTo>
                      <a:lnTo>
                        <a:pt x="143002" y="569341"/>
                      </a:lnTo>
                      <a:lnTo>
                        <a:pt x="0" y="569341"/>
                      </a:lnTo>
                      <a:close/>
                    </a:path>
                  </a:pathLst>
                </a:custGeom>
                <a:solidFill>
                  <a:srgbClr val="1965B0"/>
                </a:solidFill>
                <a:ln w="13589" cap="flat">
                  <a:noFill/>
                  <a:prstDash val="solid"/>
                  <a:miter/>
                </a:ln>
              </p:spPr>
              <p:txBody>
                <a:bodyPr/>
                <a:lstStyle/>
                <a:p>
                  <a:pPr algn="ctr"/>
                  <a:endParaRPr lang="en-US" sz="2646"/>
                </a:p>
              </p:txBody>
            </p:sp>
            <p:sp>
              <p:nvSpPr>
                <p:cNvPr id="425" name="Freeform 424">
                  <a:extLst>
                    <a:ext uri="{FF2B5EF4-FFF2-40B4-BE49-F238E27FC236}">
                      <a16:creationId xmlns:a16="http://schemas.microsoft.com/office/drawing/2014/main" id="{1B7A656B-3D76-500C-D131-3CD404213743}"/>
                    </a:ext>
                  </a:extLst>
                </p:cNvPr>
                <p:cNvSpPr/>
                <p:nvPr/>
              </p:nvSpPr>
              <p:spPr>
                <a:xfrm>
                  <a:off x="870053" y="5918651"/>
                  <a:ext cx="143002" cy="458216"/>
                </a:xfrm>
                <a:custGeom>
                  <a:avLst/>
                  <a:gdLst>
                    <a:gd name="csX0" fmla="*/ 0 w 143002"/>
                    <a:gd name="csY0" fmla="*/ 0 h 458216"/>
                    <a:gd name="csX1" fmla="*/ 143002 w 143002"/>
                    <a:gd name="csY1" fmla="*/ 0 h 458216"/>
                    <a:gd name="csX2" fmla="*/ 143002 w 143002"/>
                    <a:gd name="csY2" fmla="*/ 458216 h 458216"/>
                    <a:gd name="csX3" fmla="*/ 0 w 143002"/>
                    <a:gd name="csY3" fmla="*/ 458216 h 458216"/>
                  </a:gdLst>
                  <a:ahLst/>
                  <a:cxnLst>
                    <a:cxn ang="0">
                      <a:pos x="csX0" y="csY0"/>
                    </a:cxn>
                    <a:cxn ang="0">
                      <a:pos x="csX1" y="csY1"/>
                    </a:cxn>
                    <a:cxn ang="0">
                      <a:pos x="csX2" y="csY2"/>
                    </a:cxn>
                    <a:cxn ang="0">
                      <a:pos x="csX3" y="csY3"/>
                    </a:cxn>
                  </a:cxnLst>
                  <a:rect l="l" t="t" r="r" b="b"/>
                  <a:pathLst>
                    <a:path w="143002" h="458216">
                      <a:moveTo>
                        <a:pt x="0" y="0"/>
                      </a:moveTo>
                      <a:lnTo>
                        <a:pt x="143002" y="0"/>
                      </a:lnTo>
                      <a:lnTo>
                        <a:pt x="143002" y="458216"/>
                      </a:lnTo>
                      <a:lnTo>
                        <a:pt x="0" y="458216"/>
                      </a:lnTo>
                      <a:close/>
                    </a:path>
                  </a:pathLst>
                </a:custGeom>
                <a:solidFill>
                  <a:srgbClr val="4EB265"/>
                </a:solidFill>
                <a:ln w="13589" cap="flat">
                  <a:noFill/>
                  <a:prstDash val="solid"/>
                  <a:miter/>
                </a:ln>
              </p:spPr>
              <p:txBody>
                <a:bodyPr/>
                <a:lstStyle/>
                <a:p>
                  <a:pPr algn="ctr"/>
                  <a:endParaRPr lang="en-US" sz="2646"/>
                </a:p>
              </p:txBody>
            </p:sp>
            <p:sp>
              <p:nvSpPr>
                <p:cNvPr id="426" name="Freeform 425">
                  <a:extLst>
                    <a:ext uri="{FF2B5EF4-FFF2-40B4-BE49-F238E27FC236}">
                      <a16:creationId xmlns:a16="http://schemas.microsoft.com/office/drawing/2014/main" id="{41C33E1C-680F-E4F5-5F4D-0FA4B9F8D364}"/>
                    </a:ext>
                  </a:extLst>
                </p:cNvPr>
                <p:cNvSpPr/>
                <p:nvPr/>
              </p:nvSpPr>
              <p:spPr>
                <a:xfrm>
                  <a:off x="1108306" y="5974150"/>
                  <a:ext cx="143002" cy="402590"/>
                </a:xfrm>
                <a:custGeom>
                  <a:avLst/>
                  <a:gdLst>
                    <a:gd name="csX0" fmla="*/ 0 w 143002"/>
                    <a:gd name="csY0" fmla="*/ 0 h 402590"/>
                    <a:gd name="csX1" fmla="*/ 143002 w 143002"/>
                    <a:gd name="csY1" fmla="*/ 0 h 402590"/>
                    <a:gd name="csX2" fmla="*/ 143002 w 143002"/>
                    <a:gd name="csY2" fmla="*/ 402590 h 402590"/>
                    <a:gd name="csX3" fmla="*/ 0 w 143002"/>
                    <a:gd name="csY3" fmla="*/ 402590 h 402590"/>
                  </a:gdLst>
                  <a:ahLst/>
                  <a:cxnLst>
                    <a:cxn ang="0">
                      <a:pos x="csX0" y="csY0"/>
                    </a:cxn>
                    <a:cxn ang="0">
                      <a:pos x="csX1" y="csY1"/>
                    </a:cxn>
                    <a:cxn ang="0">
                      <a:pos x="csX2" y="csY2"/>
                    </a:cxn>
                    <a:cxn ang="0">
                      <a:pos x="csX3" y="csY3"/>
                    </a:cxn>
                  </a:cxnLst>
                  <a:rect l="l" t="t" r="r" b="b"/>
                  <a:pathLst>
                    <a:path w="143002" h="402590">
                      <a:moveTo>
                        <a:pt x="0" y="0"/>
                      </a:moveTo>
                      <a:lnTo>
                        <a:pt x="143002" y="0"/>
                      </a:lnTo>
                      <a:lnTo>
                        <a:pt x="143002" y="402590"/>
                      </a:lnTo>
                      <a:lnTo>
                        <a:pt x="0" y="402590"/>
                      </a:lnTo>
                      <a:close/>
                    </a:path>
                  </a:pathLst>
                </a:custGeom>
                <a:solidFill>
                  <a:srgbClr val="F7F056"/>
                </a:solidFill>
                <a:ln w="13589" cap="flat">
                  <a:noFill/>
                  <a:prstDash val="solid"/>
                  <a:miter/>
                </a:ln>
              </p:spPr>
              <p:txBody>
                <a:bodyPr/>
                <a:lstStyle/>
                <a:p>
                  <a:pPr algn="ctr"/>
                  <a:endParaRPr lang="en-US" sz="2646"/>
                </a:p>
              </p:txBody>
            </p:sp>
            <p:sp>
              <p:nvSpPr>
                <p:cNvPr id="427" name="Freeform 426">
                  <a:extLst>
                    <a:ext uri="{FF2B5EF4-FFF2-40B4-BE49-F238E27FC236}">
                      <a16:creationId xmlns:a16="http://schemas.microsoft.com/office/drawing/2014/main" id="{53AFED48-766B-DC86-B7D5-E7FE6A3774EA}"/>
                    </a:ext>
                  </a:extLst>
                </p:cNvPr>
                <p:cNvSpPr/>
                <p:nvPr/>
              </p:nvSpPr>
              <p:spPr>
                <a:xfrm>
                  <a:off x="1346558" y="5742629"/>
                  <a:ext cx="143002" cy="634111"/>
                </a:xfrm>
                <a:custGeom>
                  <a:avLst/>
                  <a:gdLst>
                    <a:gd name="csX0" fmla="*/ 0 w 143002"/>
                    <a:gd name="csY0" fmla="*/ 0 h 634111"/>
                    <a:gd name="csX1" fmla="*/ 143002 w 143002"/>
                    <a:gd name="csY1" fmla="*/ 0 h 634111"/>
                    <a:gd name="csX2" fmla="*/ 143002 w 143002"/>
                    <a:gd name="csY2" fmla="*/ 634111 h 634111"/>
                    <a:gd name="csX3" fmla="*/ 0 w 143002"/>
                    <a:gd name="csY3" fmla="*/ 634111 h 634111"/>
                  </a:gdLst>
                  <a:ahLst/>
                  <a:cxnLst>
                    <a:cxn ang="0">
                      <a:pos x="csX0" y="csY0"/>
                    </a:cxn>
                    <a:cxn ang="0">
                      <a:pos x="csX1" y="csY1"/>
                    </a:cxn>
                    <a:cxn ang="0">
                      <a:pos x="csX2" y="csY2"/>
                    </a:cxn>
                    <a:cxn ang="0">
                      <a:pos x="csX3" y="csY3"/>
                    </a:cxn>
                  </a:cxnLst>
                  <a:rect l="l" t="t" r="r" b="b"/>
                  <a:pathLst>
                    <a:path w="143002" h="634111">
                      <a:moveTo>
                        <a:pt x="0" y="0"/>
                      </a:moveTo>
                      <a:lnTo>
                        <a:pt x="143002" y="0"/>
                      </a:lnTo>
                      <a:lnTo>
                        <a:pt x="143002" y="634111"/>
                      </a:lnTo>
                      <a:lnTo>
                        <a:pt x="0" y="634111"/>
                      </a:lnTo>
                      <a:close/>
                    </a:path>
                  </a:pathLst>
                </a:custGeom>
                <a:solidFill>
                  <a:srgbClr val="7BAFDE"/>
                </a:solidFill>
                <a:ln w="13589" cap="flat">
                  <a:noFill/>
                  <a:prstDash val="solid"/>
                  <a:miter/>
                </a:ln>
              </p:spPr>
              <p:txBody>
                <a:bodyPr/>
                <a:lstStyle/>
                <a:p>
                  <a:pPr algn="ctr"/>
                  <a:endParaRPr lang="en-US" sz="2646"/>
                </a:p>
              </p:txBody>
            </p:sp>
            <p:sp>
              <p:nvSpPr>
                <p:cNvPr id="428" name="Freeform 427">
                  <a:extLst>
                    <a:ext uri="{FF2B5EF4-FFF2-40B4-BE49-F238E27FC236}">
                      <a16:creationId xmlns:a16="http://schemas.microsoft.com/office/drawing/2014/main" id="{9609865D-E998-F13C-4261-52B343FA5298}"/>
                    </a:ext>
                  </a:extLst>
                </p:cNvPr>
                <p:cNvSpPr/>
                <p:nvPr/>
              </p:nvSpPr>
              <p:spPr>
                <a:xfrm>
                  <a:off x="1584810" y="5835847"/>
                  <a:ext cx="143001" cy="540893"/>
                </a:xfrm>
                <a:custGeom>
                  <a:avLst/>
                  <a:gdLst>
                    <a:gd name="csX0" fmla="*/ 0 w 143001"/>
                    <a:gd name="csY0" fmla="*/ 0 h 540893"/>
                    <a:gd name="csX1" fmla="*/ 143002 w 143001"/>
                    <a:gd name="csY1" fmla="*/ 0 h 540893"/>
                    <a:gd name="csX2" fmla="*/ 143002 w 143001"/>
                    <a:gd name="csY2" fmla="*/ 540893 h 540893"/>
                    <a:gd name="csX3" fmla="*/ 0 w 143001"/>
                    <a:gd name="csY3" fmla="*/ 540893 h 540893"/>
                  </a:gdLst>
                  <a:ahLst/>
                  <a:cxnLst>
                    <a:cxn ang="0">
                      <a:pos x="csX0" y="csY0"/>
                    </a:cxn>
                    <a:cxn ang="0">
                      <a:pos x="csX1" y="csY1"/>
                    </a:cxn>
                    <a:cxn ang="0">
                      <a:pos x="csX2" y="csY2"/>
                    </a:cxn>
                    <a:cxn ang="0">
                      <a:pos x="csX3" y="csY3"/>
                    </a:cxn>
                  </a:cxnLst>
                  <a:rect l="l" t="t" r="r" b="b"/>
                  <a:pathLst>
                    <a:path w="143001" h="540893">
                      <a:moveTo>
                        <a:pt x="0" y="0"/>
                      </a:moveTo>
                      <a:lnTo>
                        <a:pt x="143002" y="0"/>
                      </a:lnTo>
                      <a:lnTo>
                        <a:pt x="143002" y="540893"/>
                      </a:lnTo>
                      <a:lnTo>
                        <a:pt x="0" y="540893"/>
                      </a:lnTo>
                      <a:close/>
                    </a:path>
                  </a:pathLst>
                </a:custGeom>
                <a:solidFill>
                  <a:srgbClr val="DC050C"/>
                </a:solidFill>
                <a:ln w="13589" cap="flat">
                  <a:noFill/>
                  <a:prstDash val="solid"/>
                  <a:miter/>
                </a:ln>
              </p:spPr>
              <p:txBody>
                <a:bodyPr/>
                <a:lstStyle/>
                <a:p>
                  <a:pPr algn="ctr"/>
                  <a:endParaRPr lang="en-US" sz="2646"/>
                </a:p>
              </p:txBody>
            </p:sp>
            <p:sp>
              <p:nvSpPr>
                <p:cNvPr id="429" name="Freeform 428">
                  <a:extLst>
                    <a:ext uri="{FF2B5EF4-FFF2-40B4-BE49-F238E27FC236}">
                      <a16:creationId xmlns:a16="http://schemas.microsoft.com/office/drawing/2014/main" id="{DF0D7851-16FB-3A42-4633-F31D63119E0D}"/>
                    </a:ext>
                  </a:extLst>
                </p:cNvPr>
                <p:cNvSpPr/>
                <p:nvPr/>
              </p:nvSpPr>
              <p:spPr>
                <a:xfrm>
                  <a:off x="655550" y="5763076"/>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430" name="Freeform 429">
                  <a:extLst>
                    <a:ext uri="{FF2B5EF4-FFF2-40B4-BE49-F238E27FC236}">
                      <a16:creationId xmlns:a16="http://schemas.microsoft.com/office/drawing/2014/main" id="{503BFC5A-183A-EA9C-C5C8-E209A6D9A1A5}"/>
                    </a:ext>
                  </a:extLst>
                </p:cNvPr>
                <p:cNvSpPr/>
                <p:nvPr/>
              </p:nvSpPr>
              <p:spPr>
                <a:xfrm>
                  <a:off x="703175" y="5763076"/>
                  <a:ext cx="12700" cy="88646"/>
                </a:xfrm>
                <a:custGeom>
                  <a:avLst/>
                  <a:gdLst>
                    <a:gd name="csX0" fmla="*/ 0 w 12700"/>
                    <a:gd name="csY0" fmla="*/ 0 h 88646"/>
                    <a:gd name="csX1" fmla="*/ 0 w 12700"/>
                    <a:gd name="csY1" fmla="*/ 88646 h 88646"/>
                  </a:gdLst>
                  <a:ahLst/>
                  <a:cxnLst>
                    <a:cxn ang="0">
                      <a:pos x="csX0" y="csY0"/>
                    </a:cxn>
                    <a:cxn ang="0">
                      <a:pos x="csX1" y="csY1"/>
                    </a:cxn>
                  </a:cxnLst>
                  <a:rect l="l" t="t" r="r" b="b"/>
                  <a:pathLst>
                    <a:path w="12700" h="88646">
                      <a:moveTo>
                        <a:pt x="0" y="0"/>
                      </a:moveTo>
                      <a:lnTo>
                        <a:pt x="0" y="88646"/>
                      </a:lnTo>
                    </a:path>
                  </a:pathLst>
                </a:custGeom>
                <a:noFill/>
                <a:ln w="13589" cap="flat">
                  <a:solidFill>
                    <a:srgbClr val="000000"/>
                  </a:solidFill>
                  <a:prstDash val="solid"/>
                  <a:round/>
                </a:ln>
              </p:spPr>
              <p:txBody>
                <a:bodyPr/>
                <a:lstStyle/>
                <a:p>
                  <a:pPr algn="ctr"/>
                  <a:endParaRPr lang="en-US" sz="2646"/>
                </a:p>
              </p:txBody>
            </p:sp>
            <p:sp>
              <p:nvSpPr>
                <p:cNvPr id="431" name="Freeform 430">
                  <a:extLst>
                    <a:ext uri="{FF2B5EF4-FFF2-40B4-BE49-F238E27FC236}">
                      <a16:creationId xmlns:a16="http://schemas.microsoft.com/office/drawing/2014/main" id="{4737C413-A120-FB28-7D52-32CD07A52D49}"/>
                    </a:ext>
                  </a:extLst>
                </p:cNvPr>
                <p:cNvSpPr/>
                <p:nvPr/>
              </p:nvSpPr>
              <p:spPr>
                <a:xfrm>
                  <a:off x="655550" y="5851722"/>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432" name="Freeform 431">
                  <a:extLst>
                    <a:ext uri="{FF2B5EF4-FFF2-40B4-BE49-F238E27FC236}">
                      <a16:creationId xmlns:a16="http://schemas.microsoft.com/office/drawing/2014/main" id="{213EB43E-EF07-0E04-95C9-679BB2A78940}"/>
                    </a:ext>
                  </a:extLst>
                </p:cNvPr>
                <p:cNvSpPr/>
                <p:nvPr/>
              </p:nvSpPr>
              <p:spPr>
                <a:xfrm>
                  <a:off x="893803" y="5882456"/>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433" name="Freeform 432">
                  <a:extLst>
                    <a:ext uri="{FF2B5EF4-FFF2-40B4-BE49-F238E27FC236}">
                      <a16:creationId xmlns:a16="http://schemas.microsoft.com/office/drawing/2014/main" id="{AF200E70-0293-3B63-F468-FB575CDD2A26}"/>
                    </a:ext>
                  </a:extLst>
                </p:cNvPr>
                <p:cNvSpPr/>
                <p:nvPr/>
              </p:nvSpPr>
              <p:spPr>
                <a:xfrm>
                  <a:off x="941555" y="5882456"/>
                  <a:ext cx="12700" cy="72262"/>
                </a:xfrm>
                <a:custGeom>
                  <a:avLst/>
                  <a:gdLst>
                    <a:gd name="csX0" fmla="*/ 0 w 12700"/>
                    <a:gd name="csY0" fmla="*/ 0 h 72262"/>
                    <a:gd name="csX1" fmla="*/ 0 w 12700"/>
                    <a:gd name="csY1" fmla="*/ 72263 h 72262"/>
                  </a:gdLst>
                  <a:ahLst/>
                  <a:cxnLst>
                    <a:cxn ang="0">
                      <a:pos x="csX0" y="csY0"/>
                    </a:cxn>
                    <a:cxn ang="0">
                      <a:pos x="csX1" y="csY1"/>
                    </a:cxn>
                  </a:cxnLst>
                  <a:rect l="l" t="t" r="r" b="b"/>
                  <a:pathLst>
                    <a:path w="12700" h="72262">
                      <a:moveTo>
                        <a:pt x="0" y="0"/>
                      </a:moveTo>
                      <a:lnTo>
                        <a:pt x="0" y="72263"/>
                      </a:lnTo>
                    </a:path>
                  </a:pathLst>
                </a:custGeom>
                <a:noFill/>
                <a:ln w="13589" cap="flat">
                  <a:solidFill>
                    <a:srgbClr val="000000"/>
                  </a:solidFill>
                  <a:prstDash val="solid"/>
                  <a:round/>
                </a:ln>
              </p:spPr>
              <p:txBody>
                <a:bodyPr/>
                <a:lstStyle/>
                <a:p>
                  <a:pPr algn="ctr"/>
                  <a:endParaRPr lang="en-US" sz="2646"/>
                </a:p>
              </p:txBody>
            </p:sp>
            <p:sp>
              <p:nvSpPr>
                <p:cNvPr id="434" name="Freeform 433">
                  <a:extLst>
                    <a:ext uri="{FF2B5EF4-FFF2-40B4-BE49-F238E27FC236}">
                      <a16:creationId xmlns:a16="http://schemas.microsoft.com/office/drawing/2014/main" id="{9903B68C-1309-8737-76A0-4378F6F90F6E}"/>
                    </a:ext>
                  </a:extLst>
                </p:cNvPr>
                <p:cNvSpPr/>
                <p:nvPr/>
              </p:nvSpPr>
              <p:spPr>
                <a:xfrm>
                  <a:off x="893803" y="5954718"/>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435" name="Freeform 434">
                  <a:extLst>
                    <a:ext uri="{FF2B5EF4-FFF2-40B4-BE49-F238E27FC236}">
                      <a16:creationId xmlns:a16="http://schemas.microsoft.com/office/drawing/2014/main" id="{BE30E145-74DB-A930-704C-CEBA1D4FF865}"/>
                    </a:ext>
                  </a:extLst>
                </p:cNvPr>
                <p:cNvSpPr/>
                <p:nvPr/>
              </p:nvSpPr>
              <p:spPr>
                <a:xfrm>
                  <a:off x="1132181" y="5954465"/>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436" name="Freeform 435">
                  <a:extLst>
                    <a:ext uri="{FF2B5EF4-FFF2-40B4-BE49-F238E27FC236}">
                      <a16:creationId xmlns:a16="http://schemas.microsoft.com/office/drawing/2014/main" id="{8311982A-4A9A-196C-77B4-A0D63572359F}"/>
                    </a:ext>
                  </a:extLst>
                </p:cNvPr>
                <p:cNvSpPr/>
                <p:nvPr/>
              </p:nvSpPr>
              <p:spPr>
                <a:xfrm>
                  <a:off x="1179806" y="5954465"/>
                  <a:ext cx="12700" cy="39369"/>
                </a:xfrm>
                <a:custGeom>
                  <a:avLst/>
                  <a:gdLst>
                    <a:gd name="csX0" fmla="*/ 0 w 12700"/>
                    <a:gd name="csY0" fmla="*/ 0 h 39369"/>
                    <a:gd name="csX1" fmla="*/ 0 w 12700"/>
                    <a:gd name="csY1" fmla="*/ 39370 h 39369"/>
                  </a:gdLst>
                  <a:ahLst/>
                  <a:cxnLst>
                    <a:cxn ang="0">
                      <a:pos x="csX0" y="csY0"/>
                    </a:cxn>
                    <a:cxn ang="0">
                      <a:pos x="csX1" y="csY1"/>
                    </a:cxn>
                  </a:cxnLst>
                  <a:rect l="l" t="t" r="r" b="b"/>
                  <a:pathLst>
                    <a:path w="12700" h="39369">
                      <a:moveTo>
                        <a:pt x="0" y="0"/>
                      </a:moveTo>
                      <a:lnTo>
                        <a:pt x="0" y="39370"/>
                      </a:lnTo>
                    </a:path>
                  </a:pathLst>
                </a:custGeom>
                <a:noFill/>
                <a:ln w="13589" cap="flat">
                  <a:solidFill>
                    <a:srgbClr val="000000"/>
                  </a:solidFill>
                  <a:prstDash val="solid"/>
                  <a:round/>
                </a:ln>
              </p:spPr>
              <p:txBody>
                <a:bodyPr/>
                <a:lstStyle/>
                <a:p>
                  <a:pPr algn="ctr"/>
                  <a:endParaRPr lang="en-US" sz="2646"/>
                </a:p>
              </p:txBody>
            </p:sp>
            <p:sp>
              <p:nvSpPr>
                <p:cNvPr id="437" name="Freeform 436">
                  <a:extLst>
                    <a:ext uri="{FF2B5EF4-FFF2-40B4-BE49-F238E27FC236}">
                      <a16:creationId xmlns:a16="http://schemas.microsoft.com/office/drawing/2014/main" id="{7078BB77-3432-1206-4ECB-DD50368B032B}"/>
                    </a:ext>
                  </a:extLst>
                </p:cNvPr>
                <p:cNvSpPr/>
                <p:nvPr/>
              </p:nvSpPr>
              <p:spPr>
                <a:xfrm>
                  <a:off x="1132181" y="5993834"/>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438" name="Freeform 437">
                  <a:extLst>
                    <a:ext uri="{FF2B5EF4-FFF2-40B4-BE49-F238E27FC236}">
                      <a16:creationId xmlns:a16="http://schemas.microsoft.com/office/drawing/2014/main" id="{62343531-F816-D917-9DFA-621A1FF80897}"/>
                    </a:ext>
                  </a:extLst>
                </p:cNvPr>
                <p:cNvSpPr/>
                <p:nvPr/>
              </p:nvSpPr>
              <p:spPr>
                <a:xfrm>
                  <a:off x="1608686" y="5777934"/>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439" name="Freeform 438">
                  <a:extLst>
                    <a:ext uri="{FF2B5EF4-FFF2-40B4-BE49-F238E27FC236}">
                      <a16:creationId xmlns:a16="http://schemas.microsoft.com/office/drawing/2014/main" id="{18A79584-FA8D-3B85-B52F-3532B3D9A3E3}"/>
                    </a:ext>
                  </a:extLst>
                </p:cNvPr>
                <p:cNvSpPr/>
                <p:nvPr/>
              </p:nvSpPr>
              <p:spPr>
                <a:xfrm>
                  <a:off x="1656311" y="5777934"/>
                  <a:ext cx="12700" cy="115951"/>
                </a:xfrm>
                <a:custGeom>
                  <a:avLst/>
                  <a:gdLst>
                    <a:gd name="csX0" fmla="*/ 0 w 12700"/>
                    <a:gd name="csY0" fmla="*/ 0 h 115951"/>
                    <a:gd name="csX1" fmla="*/ 0 w 12700"/>
                    <a:gd name="csY1" fmla="*/ 115951 h 115951"/>
                  </a:gdLst>
                  <a:ahLst/>
                  <a:cxnLst>
                    <a:cxn ang="0">
                      <a:pos x="csX0" y="csY0"/>
                    </a:cxn>
                    <a:cxn ang="0">
                      <a:pos x="csX1" y="csY1"/>
                    </a:cxn>
                  </a:cxnLst>
                  <a:rect l="l" t="t" r="r" b="b"/>
                  <a:pathLst>
                    <a:path w="12700" h="115951">
                      <a:moveTo>
                        <a:pt x="0" y="0"/>
                      </a:moveTo>
                      <a:lnTo>
                        <a:pt x="0" y="115951"/>
                      </a:lnTo>
                    </a:path>
                  </a:pathLst>
                </a:custGeom>
                <a:noFill/>
                <a:ln w="13589" cap="flat">
                  <a:solidFill>
                    <a:srgbClr val="000000"/>
                  </a:solidFill>
                  <a:prstDash val="solid"/>
                  <a:round/>
                </a:ln>
              </p:spPr>
              <p:txBody>
                <a:bodyPr/>
                <a:lstStyle/>
                <a:p>
                  <a:pPr algn="ctr"/>
                  <a:endParaRPr lang="en-US" sz="2646"/>
                </a:p>
              </p:txBody>
            </p:sp>
            <p:sp>
              <p:nvSpPr>
                <p:cNvPr id="440" name="Freeform 439">
                  <a:extLst>
                    <a:ext uri="{FF2B5EF4-FFF2-40B4-BE49-F238E27FC236}">
                      <a16:creationId xmlns:a16="http://schemas.microsoft.com/office/drawing/2014/main" id="{8EBCED7E-C79C-C89F-3957-6DF8218EFC1D}"/>
                    </a:ext>
                  </a:extLst>
                </p:cNvPr>
                <p:cNvSpPr/>
                <p:nvPr/>
              </p:nvSpPr>
              <p:spPr>
                <a:xfrm>
                  <a:off x="1608686" y="5893886"/>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441" name="Freeform 440">
                  <a:extLst>
                    <a:ext uri="{FF2B5EF4-FFF2-40B4-BE49-F238E27FC236}">
                      <a16:creationId xmlns:a16="http://schemas.microsoft.com/office/drawing/2014/main" id="{92BC2C9A-9FD3-FA02-74D1-6B014F68CFF2}"/>
                    </a:ext>
                  </a:extLst>
                </p:cNvPr>
                <p:cNvSpPr/>
                <p:nvPr/>
              </p:nvSpPr>
              <p:spPr>
                <a:xfrm>
                  <a:off x="1181458" y="597567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2" name="Freeform 441">
                  <a:extLst>
                    <a:ext uri="{FF2B5EF4-FFF2-40B4-BE49-F238E27FC236}">
                      <a16:creationId xmlns:a16="http://schemas.microsoft.com/office/drawing/2014/main" id="{B5E38730-FE61-3E0F-4115-B27AC0C1CA68}"/>
                    </a:ext>
                  </a:extLst>
                </p:cNvPr>
                <p:cNvSpPr/>
                <p:nvPr/>
              </p:nvSpPr>
              <p:spPr>
                <a:xfrm>
                  <a:off x="944349" y="59153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3" name="Freeform 442">
                  <a:extLst>
                    <a:ext uri="{FF2B5EF4-FFF2-40B4-BE49-F238E27FC236}">
                      <a16:creationId xmlns:a16="http://schemas.microsoft.com/office/drawing/2014/main" id="{6DA19D64-87AB-AF98-F23B-168F8A8ED2C6}"/>
                    </a:ext>
                  </a:extLst>
                </p:cNvPr>
                <p:cNvSpPr/>
                <p:nvPr/>
              </p:nvSpPr>
              <p:spPr>
                <a:xfrm>
                  <a:off x="913234" y="591522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4" name="Freeform 443">
                  <a:extLst>
                    <a:ext uri="{FF2B5EF4-FFF2-40B4-BE49-F238E27FC236}">
                      <a16:creationId xmlns:a16="http://schemas.microsoft.com/office/drawing/2014/main" id="{E4CD7774-0C2C-3107-9C8F-320CEF4C4227}"/>
                    </a:ext>
                  </a:extLst>
                </p:cNvPr>
                <p:cNvSpPr/>
                <p:nvPr/>
              </p:nvSpPr>
              <p:spPr>
                <a:xfrm>
                  <a:off x="1654025" y="5814130"/>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5" name="Freeform 444">
                  <a:extLst>
                    <a:ext uri="{FF2B5EF4-FFF2-40B4-BE49-F238E27FC236}">
                      <a16:creationId xmlns:a16="http://schemas.microsoft.com/office/drawing/2014/main" id="{F48CE830-1229-7633-2C36-BC188A1D581E}"/>
                    </a:ext>
                  </a:extLst>
                </p:cNvPr>
                <p:cNvSpPr/>
                <p:nvPr/>
              </p:nvSpPr>
              <p:spPr>
                <a:xfrm>
                  <a:off x="691873" y="564623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6" name="Freeform 445">
                  <a:extLst>
                    <a:ext uri="{FF2B5EF4-FFF2-40B4-BE49-F238E27FC236}">
                      <a16:creationId xmlns:a16="http://schemas.microsoft.com/office/drawing/2014/main" id="{A60961B5-F113-748F-6D6D-9A1391CDD7D3}"/>
                    </a:ext>
                  </a:extLst>
                </p:cNvPr>
                <p:cNvSpPr/>
                <p:nvPr/>
              </p:nvSpPr>
              <p:spPr>
                <a:xfrm>
                  <a:off x="1639166" y="599929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7" name="Freeform 446">
                  <a:extLst>
                    <a:ext uri="{FF2B5EF4-FFF2-40B4-BE49-F238E27FC236}">
                      <a16:creationId xmlns:a16="http://schemas.microsoft.com/office/drawing/2014/main" id="{D99C24FB-1F71-4B86-79A5-3E81EBAC7284}"/>
                    </a:ext>
                  </a:extLst>
                </p:cNvPr>
                <p:cNvSpPr/>
                <p:nvPr/>
              </p:nvSpPr>
              <p:spPr>
                <a:xfrm>
                  <a:off x="696445" y="591992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8" name="Freeform 447">
                  <a:extLst>
                    <a:ext uri="{FF2B5EF4-FFF2-40B4-BE49-F238E27FC236}">
                      <a16:creationId xmlns:a16="http://schemas.microsoft.com/office/drawing/2014/main" id="{7C345A40-817A-DC97-038A-6EBA3E2CCDA8}"/>
                    </a:ext>
                  </a:extLst>
                </p:cNvPr>
                <p:cNvSpPr/>
                <p:nvPr/>
              </p:nvSpPr>
              <p:spPr>
                <a:xfrm>
                  <a:off x="1620878" y="593198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49" name="Freeform 448">
                  <a:extLst>
                    <a:ext uri="{FF2B5EF4-FFF2-40B4-BE49-F238E27FC236}">
                      <a16:creationId xmlns:a16="http://schemas.microsoft.com/office/drawing/2014/main" id="{1DF449D6-8EEB-AC4C-0A50-877454FA6E4E}"/>
                    </a:ext>
                  </a:extLst>
                </p:cNvPr>
                <p:cNvSpPr/>
                <p:nvPr/>
              </p:nvSpPr>
              <p:spPr>
                <a:xfrm>
                  <a:off x="692635" y="586277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0" name="Freeform 449">
                  <a:extLst>
                    <a:ext uri="{FF2B5EF4-FFF2-40B4-BE49-F238E27FC236}">
                      <a16:creationId xmlns:a16="http://schemas.microsoft.com/office/drawing/2014/main" id="{3EAEBB5E-2A02-3C56-5377-F31DC2B8457C}"/>
                    </a:ext>
                  </a:extLst>
                </p:cNvPr>
                <p:cNvSpPr/>
                <p:nvPr/>
              </p:nvSpPr>
              <p:spPr>
                <a:xfrm>
                  <a:off x="1648056" y="583102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1" name="Freeform 450">
                  <a:extLst>
                    <a:ext uri="{FF2B5EF4-FFF2-40B4-BE49-F238E27FC236}">
                      <a16:creationId xmlns:a16="http://schemas.microsoft.com/office/drawing/2014/main" id="{254CCCA5-2F77-8625-A132-8AEE408A0B8D}"/>
                    </a:ext>
                  </a:extLst>
                </p:cNvPr>
                <p:cNvSpPr/>
                <p:nvPr/>
              </p:nvSpPr>
              <p:spPr>
                <a:xfrm>
                  <a:off x="683110" y="58550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2" name="Freeform 451">
                  <a:extLst>
                    <a:ext uri="{FF2B5EF4-FFF2-40B4-BE49-F238E27FC236}">
                      <a16:creationId xmlns:a16="http://schemas.microsoft.com/office/drawing/2014/main" id="{EA9A50AC-6214-1A10-5482-97CDE8649689}"/>
                    </a:ext>
                  </a:extLst>
                </p:cNvPr>
                <p:cNvSpPr/>
                <p:nvPr/>
              </p:nvSpPr>
              <p:spPr>
                <a:xfrm>
                  <a:off x="1648818" y="560242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3" name="Freeform 452">
                  <a:extLst>
                    <a:ext uri="{FF2B5EF4-FFF2-40B4-BE49-F238E27FC236}">
                      <a16:creationId xmlns:a16="http://schemas.microsoft.com/office/drawing/2014/main" id="{700527B4-0AE1-038A-490B-46389FC2922B}"/>
                    </a:ext>
                  </a:extLst>
                </p:cNvPr>
                <p:cNvSpPr/>
                <p:nvPr/>
              </p:nvSpPr>
              <p:spPr>
                <a:xfrm>
                  <a:off x="705843" y="576993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4" name="Freeform 453">
                  <a:extLst>
                    <a:ext uri="{FF2B5EF4-FFF2-40B4-BE49-F238E27FC236}">
                      <a16:creationId xmlns:a16="http://schemas.microsoft.com/office/drawing/2014/main" id="{B62A3201-C956-9B2F-8B99-C45BFC0720B7}"/>
                    </a:ext>
                  </a:extLst>
                </p:cNvPr>
                <p:cNvSpPr/>
                <p:nvPr/>
              </p:nvSpPr>
              <p:spPr>
                <a:xfrm>
                  <a:off x="911837" y="58707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5" name="Freeform 454">
                  <a:extLst>
                    <a:ext uri="{FF2B5EF4-FFF2-40B4-BE49-F238E27FC236}">
                      <a16:creationId xmlns:a16="http://schemas.microsoft.com/office/drawing/2014/main" id="{9F5C0490-709F-D72D-4116-DE978A98F3D6}"/>
                    </a:ext>
                  </a:extLst>
                </p:cNvPr>
                <p:cNvSpPr/>
                <p:nvPr/>
              </p:nvSpPr>
              <p:spPr>
                <a:xfrm>
                  <a:off x="1636499" y="5728151"/>
                  <a:ext cx="36067" cy="36067"/>
                </a:xfrm>
                <a:custGeom>
                  <a:avLst/>
                  <a:gdLst>
                    <a:gd name="csX0" fmla="*/ 36068 w 36067"/>
                    <a:gd name="csY0" fmla="*/ 18034 h 36067"/>
                    <a:gd name="csX1" fmla="*/ 18034 w 36067"/>
                    <a:gd name="csY1" fmla="*/ 36068 h 36067"/>
                    <a:gd name="csX2" fmla="*/ 0 w 36067"/>
                    <a:gd name="csY2" fmla="*/ 18034 h 36067"/>
                    <a:gd name="csX3" fmla="*/ 18034 w 36067"/>
                    <a:gd name="csY3" fmla="*/ 0 h 36067"/>
                    <a:gd name="csX4" fmla="*/ 36068 w 36067"/>
                    <a:gd name="csY4" fmla="*/ 18034 h 36067"/>
                  </a:gdLst>
                  <a:ahLst/>
                  <a:cxnLst>
                    <a:cxn ang="0">
                      <a:pos x="csX0" y="csY0"/>
                    </a:cxn>
                    <a:cxn ang="0">
                      <a:pos x="csX1" y="csY1"/>
                    </a:cxn>
                    <a:cxn ang="0">
                      <a:pos x="csX2" y="csY2"/>
                    </a:cxn>
                    <a:cxn ang="0">
                      <a:pos x="csX3" y="csY3"/>
                    </a:cxn>
                    <a:cxn ang="0">
                      <a:pos x="csX4" y="csY4"/>
                    </a:cxn>
                  </a:cxnLst>
                  <a:rect l="l" t="t" r="r" b="b"/>
                  <a:pathLst>
                    <a:path w="36067"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6" name="Freeform 455">
                  <a:extLst>
                    <a:ext uri="{FF2B5EF4-FFF2-40B4-BE49-F238E27FC236}">
                      <a16:creationId xmlns:a16="http://schemas.microsoft.com/office/drawing/2014/main" id="{EABF17BC-9590-D4D1-4CDB-2EB2781E6B1A}"/>
                    </a:ext>
                  </a:extLst>
                </p:cNvPr>
                <p:cNvSpPr/>
                <p:nvPr/>
              </p:nvSpPr>
              <p:spPr>
                <a:xfrm>
                  <a:off x="706097" y="56825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7" name="Freeform 456">
                  <a:extLst>
                    <a:ext uri="{FF2B5EF4-FFF2-40B4-BE49-F238E27FC236}">
                      <a16:creationId xmlns:a16="http://schemas.microsoft.com/office/drawing/2014/main" id="{12BF6980-67B0-90EE-939B-61C230354AFB}"/>
                    </a:ext>
                  </a:extLst>
                </p:cNvPr>
                <p:cNvSpPr/>
                <p:nvPr/>
              </p:nvSpPr>
              <p:spPr>
                <a:xfrm>
                  <a:off x="1184506" y="59363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8" name="Freeform 457">
                  <a:extLst>
                    <a:ext uri="{FF2B5EF4-FFF2-40B4-BE49-F238E27FC236}">
                      <a16:creationId xmlns:a16="http://schemas.microsoft.com/office/drawing/2014/main" id="{F653AC51-C2B5-DE5F-518D-5AABD79499A7}"/>
                    </a:ext>
                  </a:extLst>
                </p:cNvPr>
                <p:cNvSpPr/>
                <p:nvPr/>
              </p:nvSpPr>
              <p:spPr>
                <a:xfrm>
                  <a:off x="905233" y="58279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59" name="Freeform 458">
                  <a:extLst>
                    <a:ext uri="{FF2B5EF4-FFF2-40B4-BE49-F238E27FC236}">
                      <a16:creationId xmlns:a16="http://schemas.microsoft.com/office/drawing/2014/main" id="{9A7E8531-A815-3BD6-D433-0E37E62BBB17}"/>
                    </a:ext>
                  </a:extLst>
                </p:cNvPr>
                <p:cNvSpPr/>
                <p:nvPr/>
              </p:nvSpPr>
              <p:spPr>
                <a:xfrm>
                  <a:off x="922250" y="609124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0" name="Freeform 459">
                  <a:extLst>
                    <a:ext uri="{FF2B5EF4-FFF2-40B4-BE49-F238E27FC236}">
                      <a16:creationId xmlns:a16="http://schemas.microsoft.com/office/drawing/2014/main" id="{158E323D-789E-99AB-E560-0BA69BDF6415}"/>
                    </a:ext>
                  </a:extLst>
                </p:cNvPr>
                <p:cNvSpPr/>
                <p:nvPr/>
              </p:nvSpPr>
              <p:spPr>
                <a:xfrm>
                  <a:off x="1402946" y="572472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1" name="Freeform 460">
                  <a:extLst>
                    <a:ext uri="{FF2B5EF4-FFF2-40B4-BE49-F238E27FC236}">
                      <a16:creationId xmlns:a16="http://schemas.microsoft.com/office/drawing/2014/main" id="{AD5130CE-6779-8D32-38F6-25335BFEDE75}"/>
                    </a:ext>
                  </a:extLst>
                </p:cNvPr>
                <p:cNvSpPr/>
                <p:nvPr/>
              </p:nvSpPr>
              <p:spPr>
                <a:xfrm>
                  <a:off x="942697" y="57916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2" name="Freeform 461">
                  <a:extLst>
                    <a:ext uri="{FF2B5EF4-FFF2-40B4-BE49-F238E27FC236}">
                      <a16:creationId xmlns:a16="http://schemas.microsoft.com/office/drawing/2014/main" id="{2FE17F75-D1DA-AD5D-A03D-C56D8632F1AB}"/>
                    </a:ext>
                  </a:extLst>
                </p:cNvPr>
                <p:cNvSpPr/>
                <p:nvPr/>
              </p:nvSpPr>
              <p:spPr>
                <a:xfrm>
                  <a:off x="906249" y="58914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3" name="TextBox 462">
                  <a:extLst>
                    <a:ext uri="{FF2B5EF4-FFF2-40B4-BE49-F238E27FC236}">
                      <a16:creationId xmlns:a16="http://schemas.microsoft.com/office/drawing/2014/main" id="{A62502A3-EFB3-C3B7-DD57-1952553E96C9}"/>
                    </a:ext>
                  </a:extLst>
                </p:cNvPr>
                <p:cNvSpPr txBox="1"/>
                <p:nvPr/>
              </p:nvSpPr>
              <p:spPr>
                <a:xfrm>
                  <a:off x="612682" y="5350420"/>
                  <a:ext cx="395616"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464" name="Freeform 463">
                  <a:extLst>
                    <a:ext uri="{FF2B5EF4-FFF2-40B4-BE49-F238E27FC236}">
                      <a16:creationId xmlns:a16="http://schemas.microsoft.com/office/drawing/2014/main" id="{4F3D7C6F-40C1-AB55-3B05-BFB2820846A9}"/>
                    </a:ext>
                  </a:extLst>
                </p:cNvPr>
                <p:cNvSpPr/>
                <p:nvPr/>
              </p:nvSpPr>
              <p:spPr>
                <a:xfrm>
                  <a:off x="703176" y="5544890"/>
                  <a:ext cx="214502" cy="12700"/>
                </a:xfrm>
                <a:custGeom>
                  <a:avLst/>
                  <a:gdLst>
                    <a:gd name="csX0" fmla="*/ 0 w 214502"/>
                    <a:gd name="csY0" fmla="*/ 0 h 12700"/>
                    <a:gd name="csX1" fmla="*/ 214503 w 214502"/>
                    <a:gd name="csY1" fmla="*/ 0 h 12700"/>
                  </a:gdLst>
                  <a:ahLst/>
                  <a:cxnLst>
                    <a:cxn ang="0">
                      <a:pos x="csX0" y="csY0"/>
                    </a:cxn>
                    <a:cxn ang="0">
                      <a:pos x="csX1" y="csY1"/>
                    </a:cxn>
                  </a:cxnLst>
                  <a:rect l="l" t="t" r="r" b="b"/>
                  <a:pathLst>
                    <a:path w="214502" h="12700">
                      <a:moveTo>
                        <a:pt x="0" y="0"/>
                      </a:moveTo>
                      <a:lnTo>
                        <a:pt x="214503" y="0"/>
                      </a:lnTo>
                    </a:path>
                  </a:pathLst>
                </a:custGeom>
                <a:ln w="13589" cap="rnd">
                  <a:solidFill>
                    <a:srgbClr val="000000"/>
                  </a:solidFill>
                  <a:prstDash val="solid"/>
                  <a:round/>
                </a:ln>
              </p:spPr>
              <p:txBody>
                <a:bodyPr/>
                <a:lstStyle/>
                <a:p>
                  <a:pPr algn="ctr"/>
                  <a:endParaRPr lang="en-US" sz="2646"/>
                </a:p>
              </p:txBody>
            </p:sp>
            <p:sp>
              <p:nvSpPr>
                <p:cNvPr id="465" name="TextBox 464">
                  <a:extLst>
                    <a:ext uri="{FF2B5EF4-FFF2-40B4-BE49-F238E27FC236}">
                      <a16:creationId xmlns:a16="http://schemas.microsoft.com/office/drawing/2014/main" id="{85839AA5-10BD-8689-60D7-9DAC99B4E4F7}"/>
                    </a:ext>
                  </a:extLst>
                </p:cNvPr>
                <p:cNvSpPr txBox="1"/>
                <p:nvPr/>
              </p:nvSpPr>
              <p:spPr>
                <a:xfrm>
                  <a:off x="1163108" y="5354673"/>
                  <a:ext cx="295525"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466" name="Freeform 465">
                  <a:extLst>
                    <a:ext uri="{FF2B5EF4-FFF2-40B4-BE49-F238E27FC236}">
                      <a16:creationId xmlns:a16="http://schemas.microsoft.com/office/drawing/2014/main" id="{5BEAAABF-10E2-19A6-9869-724BEB2461C8}"/>
                    </a:ext>
                  </a:extLst>
                </p:cNvPr>
                <p:cNvSpPr/>
                <p:nvPr/>
              </p:nvSpPr>
              <p:spPr>
                <a:xfrm>
                  <a:off x="965303" y="5544890"/>
                  <a:ext cx="691007" cy="12700"/>
                </a:xfrm>
                <a:custGeom>
                  <a:avLst/>
                  <a:gdLst>
                    <a:gd name="csX0" fmla="*/ 0 w 691007"/>
                    <a:gd name="csY0" fmla="*/ 0 h 12700"/>
                    <a:gd name="csX1" fmla="*/ 691007 w 691007"/>
                    <a:gd name="csY1" fmla="*/ 0 h 12700"/>
                  </a:gdLst>
                  <a:ahLst/>
                  <a:cxnLst>
                    <a:cxn ang="0">
                      <a:pos x="csX0" y="csY0"/>
                    </a:cxn>
                    <a:cxn ang="0">
                      <a:pos x="csX1" y="csY1"/>
                    </a:cxn>
                  </a:cxnLst>
                  <a:rect l="l" t="t" r="r" b="b"/>
                  <a:pathLst>
                    <a:path w="691007" h="12700">
                      <a:moveTo>
                        <a:pt x="0" y="0"/>
                      </a:moveTo>
                      <a:lnTo>
                        <a:pt x="691007" y="0"/>
                      </a:lnTo>
                    </a:path>
                  </a:pathLst>
                </a:custGeom>
                <a:ln w="13589" cap="rnd">
                  <a:solidFill>
                    <a:srgbClr val="000000"/>
                  </a:solidFill>
                  <a:prstDash val="solid"/>
                  <a:round/>
                </a:ln>
              </p:spPr>
              <p:txBody>
                <a:bodyPr/>
                <a:lstStyle/>
                <a:p>
                  <a:pPr algn="ctr"/>
                  <a:endParaRPr lang="en-US" sz="2646"/>
                </a:p>
              </p:txBody>
            </p:sp>
            <p:sp>
              <p:nvSpPr>
                <p:cNvPr id="467" name="TextBox 466">
                  <a:extLst>
                    <a:ext uri="{FF2B5EF4-FFF2-40B4-BE49-F238E27FC236}">
                      <a16:creationId xmlns:a16="http://schemas.microsoft.com/office/drawing/2014/main" id="{57A51F1B-C17E-08DA-604F-B5DEB501DA49}"/>
                    </a:ext>
                  </a:extLst>
                </p:cNvPr>
                <p:cNvSpPr txBox="1"/>
                <p:nvPr/>
              </p:nvSpPr>
              <p:spPr>
                <a:xfrm>
                  <a:off x="894630" y="5212081"/>
                  <a:ext cx="57035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0.356</a:t>
                  </a:r>
                </a:p>
              </p:txBody>
            </p:sp>
            <p:sp>
              <p:nvSpPr>
                <p:cNvPr id="468" name="Freeform 467">
                  <a:extLst>
                    <a:ext uri="{FF2B5EF4-FFF2-40B4-BE49-F238E27FC236}">
                      <a16:creationId xmlns:a16="http://schemas.microsoft.com/office/drawing/2014/main" id="{40613451-052D-E527-B527-660D7D590903}"/>
                    </a:ext>
                  </a:extLst>
                </p:cNvPr>
                <p:cNvSpPr/>
                <p:nvPr/>
              </p:nvSpPr>
              <p:spPr>
                <a:xfrm>
                  <a:off x="703176" y="5355787"/>
                  <a:ext cx="953135" cy="12700"/>
                </a:xfrm>
                <a:custGeom>
                  <a:avLst/>
                  <a:gdLst>
                    <a:gd name="csX0" fmla="*/ 0 w 953135"/>
                    <a:gd name="csY0" fmla="*/ 0 h 12700"/>
                    <a:gd name="csX1" fmla="*/ 953135 w 953135"/>
                    <a:gd name="csY1" fmla="*/ 0 h 12700"/>
                  </a:gdLst>
                  <a:ahLst/>
                  <a:cxnLst>
                    <a:cxn ang="0">
                      <a:pos x="csX0" y="csY0"/>
                    </a:cxn>
                    <a:cxn ang="0">
                      <a:pos x="csX1" y="csY1"/>
                    </a:cxn>
                  </a:cxnLst>
                  <a:rect l="l" t="t" r="r" b="b"/>
                  <a:pathLst>
                    <a:path w="953135" h="12700">
                      <a:moveTo>
                        <a:pt x="0" y="0"/>
                      </a:moveTo>
                      <a:lnTo>
                        <a:pt x="953135" y="0"/>
                      </a:lnTo>
                    </a:path>
                  </a:pathLst>
                </a:custGeom>
                <a:ln w="13589" cap="rnd">
                  <a:solidFill>
                    <a:srgbClr val="000000"/>
                  </a:solidFill>
                  <a:prstDash val="solid"/>
                  <a:round/>
                </a:ln>
              </p:spPr>
              <p:txBody>
                <a:bodyPr/>
                <a:lstStyle/>
                <a:p>
                  <a:pPr algn="ctr"/>
                  <a:endParaRPr lang="en-US" sz="2646"/>
                </a:p>
              </p:txBody>
            </p:sp>
          </p:grpSp>
          <p:grpSp>
            <p:nvGrpSpPr>
              <p:cNvPr id="469" name="Graphic 110">
                <a:extLst>
                  <a:ext uri="{FF2B5EF4-FFF2-40B4-BE49-F238E27FC236}">
                    <a16:creationId xmlns:a16="http://schemas.microsoft.com/office/drawing/2014/main" id="{82BBDA16-1F19-44B7-8FD4-A136FA535B09}"/>
                  </a:ext>
                </a:extLst>
              </p:cNvPr>
              <p:cNvGrpSpPr/>
              <p:nvPr/>
            </p:nvGrpSpPr>
            <p:grpSpPr>
              <a:xfrm>
                <a:off x="31708" y="5009132"/>
                <a:ext cx="1767604" cy="1755699"/>
                <a:chOff x="31708" y="5009132"/>
                <a:chExt cx="1767604" cy="1755699"/>
              </a:xfrm>
            </p:grpSpPr>
            <p:sp>
              <p:nvSpPr>
                <p:cNvPr id="470" name="Freeform 469">
                  <a:extLst>
                    <a:ext uri="{FF2B5EF4-FFF2-40B4-BE49-F238E27FC236}">
                      <a16:creationId xmlns:a16="http://schemas.microsoft.com/office/drawing/2014/main" id="{65C2D173-7F26-7FE0-5112-50BAF30A9955}"/>
                    </a:ext>
                  </a:extLst>
                </p:cNvPr>
                <p:cNvSpPr/>
                <p:nvPr/>
              </p:nvSpPr>
              <p:spPr>
                <a:xfrm>
                  <a:off x="560300" y="5242376"/>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471" name="TextBox 470">
                  <a:extLst>
                    <a:ext uri="{FF2B5EF4-FFF2-40B4-BE49-F238E27FC236}">
                      <a16:creationId xmlns:a16="http://schemas.microsoft.com/office/drawing/2014/main" id="{5E51CADE-964A-2C4B-6F3E-FDD812D976AF}"/>
                    </a:ext>
                  </a:extLst>
                </p:cNvPr>
                <p:cNvSpPr txBox="1"/>
                <p:nvPr/>
              </p:nvSpPr>
              <p:spPr>
                <a:xfrm>
                  <a:off x="226624" y="6269851"/>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a:t>
                  </a:r>
                </a:p>
              </p:txBody>
            </p:sp>
            <p:sp>
              <p:nvSpPr>
                <p:cNvPr id="472" name="TextBox 471">
                  <a:extLst>
                    <a:ext uri="{FF2B5EF4-FFF2-40B4-BE49-F238E27FC236}">
                      <a16:creationId xmlns:a16="http://schemas.microsoft.com/office/drawing/2014/main" id="{71C77BF1-B237-F87D-54A8-8A91923F0E64}"/>
                    </a:ext>
                  </a:extLst>
                </p:cNvPr>
                <p:cNvSpPr txBox="1"/>
                <p:nvPr/>
              </p:nvSpPr>
              <p:spPr>
                <a:xfrm>
                  <a:off x="159921" y="5994388"/>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20%</a:t>
                  </a:r>
                </a:p>
              </p:txBody>
            </p:sp>
            <p:sp>
              <p:nvSpPr>
                <p:cNvPr id="473" name="TextBox 472">
                  <a:extLst>
                    <a:ext uri="{FF2B5EF4-FFF2-40B4-BE49-F238E27FC236}">
                      <a16:creationId xmlns:a16="http://schemas.microsoft.com/office/drawing/2014/main" id="{D366FB2E-0236-A964-BCED-7A956A3FD7BF}"/>
                    </a:ext>
                  </a:extLst>
                </p:cNvPr>
                <p:cNvSpPr txBox="1"/>
                <p:nvPr/>
              </p:nvSpPr>
              <p:spPr>
                <a:xfrm>
                  <a:off x="159921" y="5718925"/>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40%</a:t>
                  </a:r>
                </a:p>
              </p:txBody>
            </p:sp>
            <p:sp>
              <p:nvSpPr>
                <p:cNvPr id="474" name="TextBox 473">
                  <a:extLst>
                    <a:ext uri="{FF2B5EF4-FFF2-40B4-BE49-F238E27FC236}">
                      <a16:creationId xmlns:a16="http://schemas.microsoft.com/office/drawing/2014/main" id="{2336E40F-EB13-DC9E-D6E5-3E4A0E05CD89}"/>
                    </a:ext>
                  </a:extLst>
                </p:cNvPr>
                <p:cNvSpPr txBox="1"/>
                <p:nvPr/>
              </p:nvSpPr>
              <p:spPr>
                <a:xfrm>
                  <a:off x="159921" y="5443335"/>
                  <a:ext cx="451600"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60%</a:t>
                  </a:r>
                </a:p>
              </p:txBody>
            </p:sp>
            <p:sp>
              <p:nvSpPr>
                <p:cNvPr id="475" name="TextBox 474">
                  <a:extLst>
                    <a:ext uri="{FF2B5EF4-FFF2-40B4-BE49-F238E27FC236}">
                      <a16:creationId xmlns:a16="http://schemas.microsoft.com/office/drawing/2014/main" id="{AAF70D83-A8F6-CF7C-A4DC-20256F79043A}"/>
                    </a:ext>
                  </a:extLst>
                </p:cNvPr>
                <p:cNvSpPr txBox="1"/>
                <p:nvPr/>
              </p:nvSpPr>
              <p:spPr>
                <a:xfrm>
                  <a:off x="159921" y="5167872"/>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80%</a:t>
                  </a:r>
                </a:p>
              </p:txBody>
            </p:sp>
            <p:sp>
              <p:nvSpPr>
                <p:cNvPr id="476" name="Freeform 475">
                  <a:extLst>
                    <a:ext uri="{FF2B5EF4-FFF2-40B4-BE49-F238E27FC236}">
                      <a16:creationId xmlns:a16="http://schemas.microsoft.com/office/drawing/2014/main" id="{7C39E475-8612-7374-7CB6-9F7DB1070878}"/>
                    </a:ext>
                  </a:extLst>
                </p:cNvPr>
                <p:cNvSpPr/>
                <p:nvPr/>
              </p:nvSpPr>
              <p:spPr>
                <a:xfrm>
                  <a:off x="525503" y="637674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77" name="Freeform 476">
                  <a:extLst>
                    <a:ext uri="{FF2B5EF4-FFF2-40B4-BE49-F238E27FC236}">
                      <a16:creationId xmlns:a16="http://schemas.microsoft.com/office/drawing/2014/main" id="{CF3C2F17-BE61-0815-A19A-7511F0E9AF6C}"/>
                    </a:ext>
                  </a:extLst>
                </p:cNvPr>
                <p:cNvSpPr/>
                <p:nvPr/>
              </p:nvSpPr>
              <p:spPr>
                <a:xfrm>
                  <a:off x="525503" y="610127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78" name="Freeform 477">
                  <a:extLst>
                    <a:ext uri="{FF2B5EF4-FFF2-40B4-BE49-F238E27FC236}">
                      <a16:creationId xmlns:a16="http://schemas.microsoft.com/office/drawing/2014/main" id="{5CFD9879-FB52-5E4B-EBAC-FD91F6D90817}"/>
                    </a:ext>
                  </a:extLst>
                </p:cNvPr>
                <p:cNvSpPr/>
                <p:nvPr/>
              </p:nvSpPr>
              <p:spPr>
                <a:xfrm>
                  <a:off x="525503" y="582581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79" name="Freeform 478">
                  <a:extLst>
                    <a:ext uri="{FF2B5EF4-FFF2-40B4-BE49-F238E27FC236}">
                      <a16:creationId xmlns:a16="http://schemas.microsoft.com/office/drawing/2014/main" id="{52AFD971-416F-55DE-49E2-50F1F03BAAA7}"/>
                    </a:ext>
                  </a:extLst>
                </p:cNvPr>
                <p:cNvSpPr/>
                <p:nvPr/>
              </p:nvSpPr>
              <p:spPr>
                <a:xfrm>
                  <a:off x="525503" y="555022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80" name="Freeform 479">
                  <a:extLst>
                    <a:ext uri="{FF2B5EF4-FFF2-40B4-BE49-F238E27FC236}">
                      <a16:creationId xmlns:a16="http://schemas.microsoft.com/office/drawing/2014/main" id="{91B5BCA3-22B7-550E-3C9D-F4A24513D42D}"/>
                    </a:ext>
                  </a:extLst>
                </p:cNvPr>
                <p:cNvSpPr/>
                <p:nvPr/>
              </p:nvSpPr>
              <p:spPr>
                <a:xfrm>
                  <a:off x="525503" y="527476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81" name="Freeform 480">
                  <a:extLst>
                    <a:ext uri="{FF2B5EF4-FFF2-40B4-BE49-F238E27FC236}">
                      <a16:creationId xmlns:a16="http://schemas.microsoft.com/office/drawing/2014/main" id="{0064105E-2FCE-6EE4-6C6D-180F7ED32486}"/>
                    </a:ext>
                  </a:extLst>
                </p:cNvPr>
                <p:cNvSpPr/>
                <p:nvPr/>
              </p:nvSpPr>
              <p:spPr>
                <a:xfrm>
                  <a:off x="560300" y="6376740"/>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pPr algn="ctr"/>
                  <a:endParaRPr lang="en-US" sz="2646"/>
                </a:p>
              </p:txBody>
            </p:sp>
            <p:sp>
              <p:nvSpPr>
                <p:cNvPr id="482" name="Freeform 481">
                  <a:extLst>
                    <a:ext uri="{FF2B5EF4-FFF2-40B4-BE49-F238E27FC236}">
                      <a16:creationId xmlns:a16="http://schemas.microsoft.com/office/drawing/2014/main" id="{EBBF3358-B03D-C3B5-9476-DB8A65F3203B}"/>
                    </a:ext>
                  </a:extLst>
                </p:cNvPr>
                <p:cNvSpPr/>
                <p:nvPr/>
              </p:nvSpPr>
              <p:spPr>
                <a:xfrm>
                  <a:off x="703175"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83" name="Freeform 482">
                  <a:extLst>
                    <a:ext uri="{FF2B5EF4-FFF2-40B4-BE49-F238E27FC236}">
                      <a16:creationId xmlns:a16="http://schemas.microsoft.com/office/drawing/2014/main" id="{96B59C04-5623-4EA1-F303-840E04FC465E}"/>
                    </a:ext>
                  </a:extLst>
                </p:cNvPr>
                <p:cNvSpPr/>
                <p:nvPr/>
              </p:nvSpPr>
              <p:spPr>
                <a:xfrm>
                  <a:off x="941555"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84" name="Freeform 483">
                  <a:extLst>
                    <a:ext uri="{FF2B5EF4-FFF2-40B4-BE49-F238E27FC236}">
                      <a16:creationId xmlns:a16="http://schemas.microsoft.com/office/drawing/2014/main" id="{4B97341B-0037-0761-1D7D-A6D1561B49EA}"/>
                    </a:ext>
                  </a:extLst>
                </p:cNvPr>
                <p:cNvSpPr/>
                <p:nvPr/>
              </p:nvSpPr>
              <p:spPr>
                <a:xfrm>
                  <a:off x="1179806"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85" name="Freeform 484">
                  <a:extLst>
                    <a:ext uri="{FF2B5EF4-FFF2-40B4-BE49-F238E27FC236}">
                      <a16:creationId xmlns:a16="http://schemas.microsoft.com/office/drawing/2014/main" id="{F83778CC-D10E-C134-6A33-D99DA242F97E}"/>
                    </a:ext>
                  </a:extLst>
                </p:cNvPr>
                <p:cNvSpPr/>
                <p:nvPr/>
              </p:nvSpPr>
              <p:spPr>
                <a:xfrm>
                  <a:off x="1418059"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86" name="Freeform 485">
                  <a:extLst>
                    <a:ext uri="{FF2B5EF4-FFF2-40B4-BE49-F238E27FC236}">
                      <a16:creationId xmlns:a16="http://schemas.microsoft.com/office/drawing/2014/main" id="{3B9132E3-03FC-9955-4940-89C99A8B9882}"/>
                    </a:ext>
                  </a:extLst>
                </p:cNvPr>
                <p:cNvSpPr/>
                <p:nvPr/>
              </p:nvSpPr>
              <p:spPr>
                <a:xfrm>
                  <a:off x="1656311" y="637674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87" name="TextBox 486">
                  <a:extLst>
                    <a:ext uri="{FF2B5EF4-FFF2-40B4-BE49-F238E27FC236}">
                      <a16:creationId xmlns:a16="http://schemas.microsoft.com/office/drawing/2014/main" id="{9C3DA9F7-3AB5-1205-90A6-D03460769CA9}"/>
                    </a:ext>
                  </a:extLst>
                </p:cNvPr>
                <p:cNvSpPr txBox="1"/>
                <p:nvPr/>
              </p:nvSpPr>
              <p:spPr>
                <a:xfrm>
                  <a:off x="552021" y="637259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488" name="TextBox 487">
                  <a:extLst>
                    <a:ext uri="{FF2B5EF4-FFF2-40B4-BE49-F238E27FC236}">
                      <a16:creationId xmlns:a16="http://schemas.microsoft.com/office/drawing/2014/main" id="{9F71D40F-9C0F-2633-36DA-36BA17038EF3}"/>
                    </a:ext>
                  </a:extLst>
                </p:cNvPr>
                <p:cNvSpPr txBox="1"/>
                <p:nvPr/>
              </p:nvSpPr>
              <p:spPr>
                <a:xfrm>
                  <a:off x="826024" y="6372594"/>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489" name="TextBox 488">
                  <a:extLst>
                    <a:ext uri="{FF2B5EF4-FFF2-40B4-BE49-F238E27FC236}">
                      <a16:creationId xmlns:a16="http://schemas.microsoft.com/office/drawing/2014/main" id="{41DE0AFA-66B3-12C0-A49C-041C400DAB4D}"/>
                    </a:ext>
                  </a:extLst>
                </p:cNvPr>
                <p:cNvSpPr txBox="1"/>
                <p:nvPr/>
              </p:nvSpPr>
              <p:spPr>
                <a:xfrm>
                  <a:off x="1028650" y="637259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490" name="TextBox 489">
                  <a:extLst>
                    <a:ext uri="{FF2B5EF4-FFF2-40B4-BE49-F238E27FC236}">
                      <a16:creationId xmlns:a16="http://schemas.microsoft.com/office/drawing/2014/main" id="{98DCD54D-A576-82A5-AD78-4B6D168DCDA0}"/>
                    </a:ext>
                  </a:extLst>
                </p:cNvPr>
                <p:cNvSpPr txBox="1"/>
                <p:nvPr/>
              </p:nvSpPr>
              <p:spPr>
                <a:xfrm>
                  <a:off x="1234672" y="6372594"/>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491" name="TextBox 490">
                  <a:extLst>
                    <a:ext uri="{FF2B5EF4-FFF2-40B4-BE49-F238E27FC236}">
                      <a16:creationId xmlns:a16="http://schemas.microsoft.com/office/drawing/2014/main" id="{DE1EAC4D-8539-5D53-24ED-C1C73E5EB58B}"/>
                    </a:ext>
                  </a:extLst>
                </p:cNvPr>
                <p:cNvSpPr txBox="1"/>
                <p:nvPr/>
              </p:nvSpPr>
              <p:spPr>
                <a:xfrm>
                  <a:off x="1519576" y="6372594"/>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492" name="TextBox 491">
                  <a:extLst>
                    <a:ext uri="{FF2B5EF4-FFF2-40B4-BE49-F238E27FC236}">
                      <a16:creationId xmlns:a16="http://schemas.microsoft.com/office/drawing/2014/main" id="{3C45C96D-AAAC-2159-BBC6-394C7DCF26FF}"/>
                    </a:ext>
                  </a:extLst>
                </p:cNvPr>
                <p:cNvSpPr txBox="1"/>
                <p:nvPr/>
              </p:nvSpPr>
              <p:spPr>
                <a:xfrm>
                  <a:off x="891237" y="6505543"/>
                  <a:ext cx="577138"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Phase</a:t>
                  </a:r>
                </a:p>
              </p:txBody>
            </p:sp>
            <p:sp>
              <p:nvSpPr>
                <p:cNvPr id="493" name="TextBox 492">
                  <a:extLst>
                    <a:ext uri="{FF2B5EF4-FFF2-40B4-BE49-F238E27FC236}">
                      <a16:creationId xmlns:a16="http://schemas.microsoft.com/office/drawing/2014/main" id="{62F40539-8E63-4D26-7A22-A862323356CF}"/>
                    </a:ext>
                  </a:extLst>
                </p:cNvPr>
                <p:cNvSpPr txBox="1"/>
                <p:nvPr/>
              </p:nvSpPr>
              <p:spPr>
                <a:xfrm rot="16200000">
                  <a:off x="-313829" y="5679914"/>
                  <a:ext cx="950361"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 of 1_RGC</a:t>
                  </a:r>
                </a:p>
              </p:txBody>
            </p:sp>
            <p:sp>
              <p:nvSpPr>
                <p:cNvPr id="494" name="TextBox 493">
                  <a:extLst>
                    <a:ext uri="{FF2B5EF4-FFF2-40B4-BE49-F238E27FC236}">
                      <a16:creationId xmlns:a16="http://schemas.microsoft.com/office/drawing/2014/main" id="{483427BA-C2B0-70F2-DA77-1133CCBBF781}"/>
                    </a:ext>
                  </a:extLst>
                </p:cNvPr>
                <p:cNvSpPr txBox="1"/>
                <p:nvPr/>
              </p:nvSpPr>
              <p:spPr>
                <a:xfrm>
                  <a:off x="829766" y="5009132"/>
                  <a:ext cx="648390" cy="266956"/>
                </a:xfrm>
                <a:prstGeom prst="rect">
                  <a:avLst/>
                </a:prstGeom>
                <a:noFill/>
              </p:spPr>
              <p:txBody>
                <a:bodyPr wrap="none" rtlCol="0">
                  <a:spAutoFit/>
                </a:bodyPr>
                <a:lstStyle/>
                <a:p>
                  <a:pPr algn="ctr"/>
                  <a:r>
                    <a:rPr lang="en-US" sz="1039">
                      <a:ln/>
                      <a:solidFill>
                        <a:srgbClr val="000000"/>
                      </a:solidFill>
                      <a:latin typeface="Arial"/>
                      <a:cs typeface="Arial"/>
                      <a:sym typeface="Arial"/>
                      <a:rtl val="0"/>
                    </a:rPr>
                    <a:t>1_NSC</a:t>
                  </a:r>
                </a:p>
              </p:txBody>
            </p:sp>
          </p:grpSp>
        </p:grpSp>
      </p:grpSp>
      <p:sp>
        <p:nvSpPr>
          <p:cNvPr id="1319" name="TextBox 1318">
            <a:extLst>
              <a:ext uri="{FF2B5EF4-FFF2-40B4-BE49-F238E27FC236}">
                <a16:creationId xmlns:a16="http://schemas.microsoft.com/office/drawing/2014/main" id="{B6687E21-0893-E16B-7C06-816B357E567D}"/>
              </a:ext>
            </a:extLst>
          </p:cNvPr>
          <p:cNvSpPr txBox="1"/>
          <p:nvPr/>
        </p:nvSpPr>
        <p:spPr>
          <a:xfrm>
            <a:off x="-71914" y="6325982"/>
            <a:ext cx="303289"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F</a:t>
            </a:r>
          </a:p>
        </p:txBody>
      </p:sp>
      <p:grpSp>
        <p:nvGrpSpPr>
          <p:cNvPr id="1326" name="Graphic 1324">
            <a:extLst>
              <a:ext uri="{FF2B5EF4-FFF2-40B4-BE49-F238E27FC236}">
                <a16:creationId xmlns:a16="http://schemas.microsoft.com/office/drawing/2014/main" id="{718C17F5-CC9D-15D6-10C6-4FFA53FD9394}"/>
              </a:ext>
            </a:extLst>
          </p:cNvPr>
          <p:cNvGrpSpPr/>
          <p:nvPr/>
        </p:nvGrpSpPr>
        <p:grpSpPr>
          <a:xfrm>
            <a:off x="3197658" y="6349167"/>
            <a:ext cx="1765941" cy="1511934"/>
            <a:chOff x="3828980" y="5121726"/>
            <a:chExt cx="1868904" cy="1600086"/>
          </a:xfrm>
        </p:grpSpPr>
        <p:grpSp>
          <p:nvGrpSpPr>
            <p:cNvPr id="1329" name="Graphic 1324">
              <a:extLst>
                <a:ext uri="{FF2B5EF4-FFF2-40B4-BE49-F238E27FC236}">
                  <a16:creationId xmlns:a16="http://schemas.microsoft.com/office/drawing/2014/main" id="{986B6ED2-D465-AC75-6A46-17C7B82BA537}"/>
                </a:ext>
              </a:extLst>
            </p:cNvPr>
            <p:cNvGrpSpPr/>
            <p:nvPr/>
          </p:nvGrpSpPr>
          <p:grpSpPr>
            <a:xfrm>
              <a:off x="4351225" y="5314194"/>
              <a:ext cx="1245489" cy="1160145"/>
              <a:chOff x="4351225" y="5314194"/>
              <a:chExt cx="1245489" cy="1160145"/>
            </a:xfrm>
          </p:grpSpPr>
          <p:sp>
            <p:nvSpPr>
              <p:cNvPr id="1330" name="Freeform 1329">
                <a:extLst>
                  <a:ext uri="{FF2B5EF4-FFF2-40B4-BE49-F238E27FC236}">
                    <a16:creationId xmlns:a16="http://schemas.microsoft.com/office/drawing/2014/main" id="{4079CA42-182E-D2D3-BA94-92B863D80193}"/>
                  </a:ext>
                </a:extLst>
              </p:cNvPr>
              <p:cNvSpPr/>
              <p:nvPr/>
            </p:nvSpPr>
            <p:spPr>
              <a:xfrm>
                <a:off x="4351225" y="5314194"/>
                <a:ext cx="1245489" cy="1160145"/>
              </a:xfrm>
              <a:custGeom>
                <a:avLst/>
                <a:gdLst>
                  <a:gd name="csX0" fmla="*/ 0 w 1245489"/>
                  <a:gd name="csY0" fmla="*/ 0 h 1160145"/>
                  <a:gd name="csX1" fmla="*/ 1245489 w 1245489"/>
                  <a:gd name="csY1" fmla="*/ 0 h 1160145"/>
                  <a:gd name="csX2" fmla="*/ 1245489 w 1245489"/>
                  <a:gd name="csY2" fmla="*/ 1160145 h 1160145"/>
                  <a:gd name="csX3" fmla="*/ 0 w 1245489"/>
                  <a:gd name="csY3" fmla="*/ 1160145 h 1160145"/>
                </a:gdLst>
                <a:ahLst/>
                <a:cxnLst>
                  <a:cxn ang="0">
                    <a:pos x="csX0" y="csY0"/>
                  </a:cxn>
                  <a:cxn ang="0">
                    <a:pos x="csX1" y="csY1"/>
                  </a:cxn>
                  <a:cxn ang="0">
                    <a:pos x="csX2" y="csY2"/>
                  </a:cxn>
                  <a:cxn ang="0">
                    <a:pos x="csX3" y="csY3"/>
                  </a:cxn>
                </a:cxnLst>
                <a:rect l="l" t="t" r="r" b="b"/>
                <a:pathLst>
                  <a:path w="1245489" h="1160145">
                    <a:moveTo>
                      <a:pt x="0" y="0"/>
                    </a:moveTo>
                    <a:lnTo>
                      <a:pt x="1245489" y="0"/>
                    </a:lnTo>
                    <a:lnTo>
                      <a:pt x="1245489" y="1160145"/>
                    </a:lnTo>
                    <a:lnTo>
                      <a:pt x="0" y="1160145"/>
                    </a:lnTo>
                    <a:close/>
                  </a:path>
                </a:pathLst>
              </a:custGeom>
              <a:solidFill>
                <a:srgbClr val="FFFFFF"/>
              </a:solidFill>
              <a:ln w="13589" cap="rnd">
                <a:noFill/>
                <a:prstDash val="solid"/>
                <a:round/>
              </a:ln>
            </p:spPr>
            <p:txBody>
              <a:bodyPr/>
              <a:lstStyle/>
              <a:p>
                <a:pPr algn="ctr"/>
                <a:endParaRPr lang="en-US" sz="2646"/>
              </a:p>
            </p:txBody>
          </p:sp>
          <p:sp>
            <p:nvSpPr>
              <p:cNvPr id="1331" name="Freeform 1330">
                <a:extLst>
                  <a:ext uri="{FF2B5EF4-FFF2-40B4-BE49-F238E27FC236}">
                    <a16:creationId xmlns:a16="http://schemas.microsoft.com/office/drawing/2014/main" id="{6C14D4AE-8514-E4E9-4093-7C4197FC2C22}"/>
                  </a:ext>
                </a:extLst>
              </p:cNvPr>
              <p:cNvSpPr/>
              <p:nvPr/>
            </p:nvSpPr>
            <p:spPr>
              <a:xfrm>
                <a:off x="4494862" y="5927731"/>
                <a:ext cx="12700" cy="53721"/>
              </a:xfrm>
              <a:custGeom>
                <a:avLst/>
                <a:gdLst>
                  <a:gd name="csX0" fmla="*/ 0 w 12700"/>
                  <a:gd name="csY0" fmla="*/ 53721 h 53721"/>
                  <a:gd name="csX1" fmla="*/ 0 w 12700"/>
                  <a:gd name="csY1" fmla="*/ 0 h 53721"/>
                </a:gdLst>
                <a:ahLst/>
                <a:cxnLst>
                  <a:cxn ang="0">
                    <a:pos x="csX0" y="csY0"/>
                  </a:cxn>
                  <a:cxn ang="0">
                    <a:pos x="csX1" y="csY1"/>
                  </a:cxn>
                </a:cxnLst>
                <a:rect l="l" t="t" r="r" b="b"/>
                <a:pathLst>
                  <a:path w="12700" h="53721">
                    <a:moveTo>
                      <a:pt x="0" y="53721"/>
                    </a:moveTo>
                    <a:lnTo>
                      <a:pt x="0" y="0"/>
                    </a:lnTo>
                  </a:path>
                </a:pathLst>
              </a:custGeom>
              <a:ln w="13589" cap="flat">
                <a:solidFill>
                  <a:srgbClr val="333333"/>
                </a:solidFill>
                <a:prstDash val="solid"/>
                <a:round/>
              </a:ln>
            </p:spPr>
            <p:txBody>
              <a:bodyPr/>
              <a:lstStyle/>
              <a:p>
                <a:pPr algn="ctr"/>
                <a:endParaRPr lang="en-US" sz="2646"/>
              </a:p>
            </p:txBody>
          </p:sp>
          <p:sp>
            <p:nvSpPr>
              <p:cNvPr id="1332" name="Freeform 1331">
                <a:extLst>
                  <a:ext uri="{FF2B5EF4-FFF2-40B4-BE49-F238E27FC236}">
                    <a16:creationId xmlns:a16="http://schemas.microsoft.com/office/drawing/2014/main" id="{378AE1CF-8F9F-8D3B-78E4-B06DD30CD031}"/>
                  </a:ext>
                </a:extLst>
              </p:cNvPr>
              <p:cNvSpPr/>
              <p:nvPr/>
            </p:nvSpPr>
            <p:spPr>
              <a:xfrm>
                <a:off x="4494862" y="6073019"/>
                <a:ext cx="12700" cy="7873"/>
              </a:xfrm>
              <a:custGeom>
                <a:avLst/>
                <a:gdLst>
                  <a:gd name="csX0" fmla="*/ 0 w 12700"/>
                  <a:gd name="csY0" fmla="*/ 0 h 7873"/>
                  <a:gd name="csX1" fmla="*/ 0 w 12700"/>
                  <a:gd name="csY1" fmla="*/ 7874 h 7873"/>
                </a:gdLst>
                <a:ahLst/>
                <a:cxnLst>
                  <a:cxn ang="0">
                    <a:pos x="csX0" y="csY0"/>
                  </a:cxn>
                  <a:cxn ang="0">
                    <a:pos x="csX1" y="csY1"/>
                  </a:cxn>
                </a:cxnLst>
                <a:rect l="l" t="t" r="r" b="b"/>
                <a:pathLst>
                  <a:path w="12700" h="7873">
                    <a:moveTo>
                      <a:pt x="0" y="0"/>
                    </a:moveTo>
                    <a:lnTo>
                      <a:pt x="0" y="7874"/>
                    </a:lnTo>
                  </a:path>
                </a:pathLst>
              </a:custGeom>
              <a:ln w="13589" cap="flat">
                <a:solidFill>
                  <a:srgbClr val="333333"/>
                </a:solidFill>
                <a:prstDash val="solid"/>
                <a:round/>
              </a:ln>
            </p:spPr>
            <p:txBody>
              <a:bodyPr/>
              <a:lstStyle/>
              <a:p>
                <a:pPr algn="ctr"/>
                <a:endParaRPr lang="en-US" sz="2646"/>
              </a:p>
            </p:txBody>
          </p:sp>
          <p:sp>
            <p:nvSpPr>
              <p:cNvPr id="1333" name="Freeform 1332">
                <a:extLst>
                  <a:ext uri="{FF2B5EF4-FFF2-40B4-BE49-F238E27FC236}">
                    <a16:creationId xmlns:a16="http://schemas.microsoft.com/office/drawing/2014/main" id="{8C67C216-7632-5943-0F3E-2FA0BB4B29E2}"/>
                  </a:ext>
                </a:extLst>
              </p:cNvPr>
              <p:cNvSpPr/>
              <p:nvPr/>
            </p:nvSpPr>
            <p:spPr>
              <a:xfrm>
                <a:off x="4422980" y="5981452"/>
                <a:ext cx="143763" cy="91566"/>
              </a:xfrm>
              <a:custGeom>
                <a:avLst/>
                <a:gdLst>
                  <a:gd name="csX0" fmla="*/ 0 w 143763"/>
                  <a:gd name="csY0" fmla="*/ 0 h 91566"/>
                  <a:gd name="csX1" fmla="*/ 0 w 143763"/>
                  <a:gd name="csY1" fmla="*/ 91567 h 91566"/>
                  <a:gd name="csX2" fmla="*/ 143764 w 143763"/>
                  <a:gd name="csY2" fmla="*/ 91567 h 91566"/>
                  <a:gd name="csX3" fmla="*/ 143764 w 143763"/>
                  <a:gd name="csY3" fmla="*/ 0 h 91566"/>
                  <a:gd name="csX4" fmla="*/ 0 w 143763"/>
                  <a:gd name="csY4" fmla="*/ 0 h 91566"/>
                </a:gdLst>
                <a:ahLst/>
                <a:cxnLst>
                  <a:cxn ang="0">
                    <a:pos x="csX0" y="csY0"/>
                  </a:cxn>
                  <a:cxn ang="0">
                    <a:pos x="csX1" y="csY1"/>
                  </a:cxn>
                  <a:cxn ang="0">
                    <a:pos x="csX2" y="csY2"/>
                  </a:cxn>
                  <a:cxn ang="0">
                    <a:pos x="csX3" y="csY3"/>
                  </a:cxn>
                  <a:cxn ang="0">
                    <a:pos x="csX4" y="csY4"/>
                  </a:cxn>
                </a:cxnLst>
                <a:rect l="l" t="t" r="r" b="b"/>
                <a:pathLst>
                  <a:path w="143763" h="91566">
                    <a:moveTo>
                      <a:pt x="0" y="0"/>
                    </a:moveTo>
                    <a:lnTo>
                      <a:pt x="0" y="91567"/>
                    </a:lnTo>
                    <a:lnTo>
                      <a:pt x="143764" y="91567"/>
                    </a:lnTo>
                    <a:lnTo>
                      <a:pt x="143764"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1334" name="Freeform 1333">
                <a:extLst>
                  <a:ext uri="{FF2B5EF4-FFF2-40B4-BE49-F238E27FC236}">
                    <a16:creationId xmlns:a16="http://schemas.microsoft.com/office/drawing/2014/main" id="{A5C4AE0E-6A24-7C82-F92A-EFC8CBED1E93}"/>
                  </a:ext>
                </a:extLst>
              </p:cNvPr>
              <p:cNvSpPr/>
              <p:nvPr/>
            </p:nvSpPr>
            <p:spPr>
              <a:xfrm>
                <a:off x="4422980" y="6046095"/>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1335" name="Freeform 1334">
                <a:extLst>
                  <a:ext uri="{FF2B5EF4-FFF2-40B4-BE49-F238E27FC236}">
                    <a16:creationId xmlns:a16="http://schemas.microsoft.com/office/drawing/2014/main" id="{9971B64A-407E-A2F0-2EA7-896E698CB0D8}"/>
                  </a:ext>
                </a:extLst>
              </p:cNvPr>
              <p:cNvSpPr/>
              <p:nvPr/>
            </p:nvSpPr>
            <p:spPr>
              <a:xfrm>
                <a:off x="4734384" y="5946908"/>
                <a:ext cx="12700" cy="36449"/>
              </a:xfrm>
              <a:custGeom>
                <a:avLst/>
                <a:gdLst>
                  <a:gd name="csX0" fmla="*/ 0 w 12700"/>
                  <a:gd name="csY0" fmla="*/ 36449 h 36449"/>
                  <a:gd name="csX1" fmla="*/ 0 w 12700"/>
                  <a:gd name="csY1" fmla="*/ 0 h 36449"/>
                </a:gdLst>
                <a:ahLst/>
                <a:cxnLst>
                  <a:cxn ang="0">
                    <a:pos x="csX0" y="csY0"/>
                  </a:cxn>
                  <a:cxn ang="0">
                    <a:pos x="csX1" y="csY1"/>
                  </a:cxn>
                </a:cxnLst>
                <a:rect l="l" t="t" r="r" b="b"/>
                <a:pathLst>
                  <a:path w="12700" h="36449">
                    <a:moveTo>
                      <a:pt x="0" y="36449"/>
                    </a:moveTo>
                    <a:lnTo>
                      <a:pt x="0" y="0"/>
                    </a:lnTo>
                  </a:path>
                </a:pathLst>
              </a:custGeom>
              <a:ln w="13589" cap="flat">
                <a:solidFill>
                  <a:srgbClr val="333333"/>
                </a:solidFill>
                <a:prstDash val="solid"/>
                <a:round/>
              </a:ln>
            </p:spPr>
            <p:txBody>
              <a:bodyPr/>
              <a:lstStyle/>
              <a:p>
                <a:pPr algn="ctr"/>
                <a:endParaRPr lang="en-US" sz="2646"/>
              </a:p>
            </p:txBody>
          </p:sp>
          <p:sp>
            <p:nvSpPr>
              <p:cNvPr id="1336" name="Freeform 1335">
                <a:extLst>
                  <a:ext uri="{FF2B5EF4-FFF2-40B4-BE49-F238E27FC236}">
                    <a16:creationId xmlns:a16="http://schemas.microsoft.com/office/drawing/2014/main" id="{4C87DD98-175B-2D8B-5ED3-5C9E7E36C02E}"/>
                  </a:ext>
                </a:extLst>
              </p:cNvPr>
              <p:cNvSpPr/>
              <p:nvPr/>
            </p:nvSpPr>
            <p:spPr>
              <a:xfrm>
                <a:off x="4734384" y="6054477"/>
                <a:ext cx="12700" cy="23875"/>
              </a:xfrm>
              <a:custGeom>
                <a:avLst/>
                <a:gdLst>
                  <a:gd name="csX0" fmla="*/ 0 w 12700"/>
                  <a:gd name="csY0" fmla="*/ 0 h 23875"/>
                  <a:gd name="csX1" fmla="*/ 0 w 12700"/>
                  <a:gd name="csY1" fmla="*/ 23876 h 23875"/>
                </a:gdLst>
                <a:ahLst/>
                <a:cxnLst>
                  <a:cxn ang="0">
                    <a:pos x="csX0" y="csY0"/>
                  </a:cxn>
                  <a:cxn ang="0">
                    <a:pos x="csX1" y="csY1"/>
                  </a:cxn>
                </a:cxnLst>
                <a:rect l="l" t="t" r="r" b="b"/>
                <a:pathLst>
                  <a:path w="12700" h="23875">
                    <a:moveTo>
                      <a:pt x="0" y="0"/>
                    </a:moveTo>
                    <a:lnTo>
                      <a:pt x="0" y="23876"/>
                    </a:lnTo>
                  </a:path>
                </a:pathLst>
              </a:custGeom>
              <a:ln w="13589" cap="flat">
                <a:solidFill>
                  <a:srgbClr val="333333"/>
                </a:solidFill>
                <a:prstDash val="solid"/>
                <a:round/>
              </a:ln>
            </p:spPr>
            <p:txBody>
              <a:bodyPr/>
              <a:lstStyle/>
              <a:p>
                <a:pPr algn="ctr"/>
                <a:endParaRPr lang="en-US" sz="2646"/>
              </a:p>
            </p:txBody>
          </p:sp>
          <p:sp>
            <p:nvSpPr>
              <p:cNvPr id="1337" name="Freeform 1336">
                <a:extLst>
                  <a:ext uri="{FF2B5EF4-FFF2-40B4-BE49-F238E27FC236}">
                    <a16:creationId xmlns:a16="http://schemas.microsoft.com/office/drawing/2014/main" id="{5C1A2CFB-5C09-E3D8-6162-5E45070F7175}"/>
                  </a:ext>
                </a:extLst>
              </p:cNvPr>
              <p:cNvSpPr/>
              <p:nvPr/>
            </p:nvSpPr>
            <p:spPr>
              <a:xfrm>
                <a:off x="4662502" y="5983356"/>
                <a:ext cx="143763" cy="71120"/>
              </a:xfrm>
              <a:custGeom>
                <a:avLst/>
                <a:gdLst>
                  <a:gd name="csX0" fmla="*/ 0 w 143763"/>
                  <a:gd name="csY0" fmla="*/ 0 h 71120"/>
                  <a:gd name="csX1" fmla="*/ 0 w 143763"/>
                  <a:gd name="csY1" fmla="*/ 71120 h 71120"/>
                  <a:gd name="csX2" fmla="*/ 143764 w 143763"/>
                  <a:gd name="csY2" fmla="*/ 71120 h 71120"/>
                  <a:gd name="csX3" fmla="*/ 143764 w 143763"/>
                  <a:gd name="csY3" fmla="*/ 0 h 71120"/>
                  <a:gd name="csX4" fmla="*/ 0 w 143763"/>
                  <a:gd name="csY4" fmla="*/ 0 h 71120"/>
                </a:gdLst>
                <a:ahLst/>
                <a:cxnLst>
                  <a:cxn ang="0">
                    <a:pos x="csX0" y="csY0"/>
                  </a:cxn>
                  <a:cxn ang="0">
                    <a:pos x="csX1" y="csY1"/>
                  </a:cxn>
                  <a:cxn ang="0">
                    <a:pos x="csX2" y="csY2"/>
                  </a:cxn>
                  <a:cxn ang="0">
                    <a:pos x="csX3" y="csY3"/>
                  </a:cxn>
                  <a:cxn ang="0">
                    <a:pos x="csX4" y="csY4"/>
                  </a:cxn>
                </a:cxnLst>
                <a:rect l="l" t="t" r="r" b="b"/>
                <a:pathLst>
                  <a:path w="143763" h="71120">
                    <a:moveTo>
                      <a:pt x="0" y="0"/>
                    </a:moveTo>
                    <a:lnTo>
                      <a:pt x="0" y="71120"/>
                    </a:lnTo>
                    <a:lnTo>
                      <a:pt x="143764" y="71120"/>
                    </a:lnTo>
                    <a:lnTo>
                      <a:pt x="143764"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1338" name="Freeform 1337">
                <a:extLst>
                  <a:ext uri="{FF2B5EF4-FFF2-40B4-BE49-F238E27FC236}">
                    <a16:creationId xmlns:a16="http://schemas.microsoft.com/office/drawing/2014/main" id="{79925D11-C028-7645-5A1B-CF22764B43D6}"/>
                  </a:ext>
                </a:extLst>
              </p:cNvPr>
              <p:cNvSpPr/>
              <p:nvPr/>
            </p:nvSpPr>
            <p:spPr>
              <a:xfrm>
                <a:off x="4662502" y="6012313"/>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1339" name="Freeform 1338">
                <a:extLst>
                  <a:ext uri="{FF2B5EF4-FFF2-40B4-BE49-F238E27FC236}">
                    <a16:creationId xmlns:a16="http://schemas.microsoft.com/office/drawing/2014/main" id="{69D16EC7-59F9-079F-0CA1-48B19E636171}"/>
                  </a:ext>
                </a:extLst>
              </p:cNvPr>
              <p:cNvSpPr/>
              <p:nvPr/>
            </p:nvSpPr>
            <p:spPr>
              <a:xfrm>
                <a:off x="4973906" y="5999613"/>
                <a:ext cx="12700" cy="44703"/>
              </a:xfrm>
              <a:custGeom>
                <a:avLst/>
                <a:gdLst>
                  <a:gd name="csX0" fmla="*/ 0 w 12700"/>
                  <a:gd name="csY0" fmla="*/ 44704 h 44703"/>
                  <a:gd name="csX1" fmla="*/ 0 w 12700"/>
                  <a:gd name="csY1" fmla="*/ 0 h 44703"/>
                </a:gdLst>
                <a:ahLst/>
                <a:cxnLst>
                  <a:cxn ang="0">
                    <a:pos x="csX0" y="csY0"/>
                  </a:cxn>
                  <a:cxn ang="0">
                    <a:pos x="csX1" y="csY1"/>
                  </a:cxn>
                </a:cxnLst>
                <a:rect l="l" t="t" r="r" b="b"/>
                <a:pathLst>
                  <a:path w="12700" h="44703">
                    <a:moveTo>
                      <a:pt x="0" y="44704"/>
                    </a:moveTo>
                    <a:lnTo>
                      <a:pt x="0" y="0"/>
                    </a:lnTo>
                  </a:path>
                </a:pathLst>
              </a:custGeom>
              <a:ln w="13589" cap="flat">
                <a:solidFill>
                  <a:srgbClr val="333333"/>
                </a:solidFill>
                <a:prstDash val="solid"/>
                <a:round/>
              </a:ln>
            </p:spPr>
            <p:txBody>
              <a:bodyPr/>
              <a:lstStyle/>
              <a:p>
                <a:pPr algn="ctr"/>
                <a:endParaRPr lang="en-US" sz="2646"/>
              </a:p>
            </p:txBody>
          </p:sp>
          <p:sp>
            <p:nvSpPr>
              <p:cNvPr id="1340" name="Freeform 1339">
                <a:extLst>
                  <a:ext uri="{FF2B5EF4-FFF2-40B4-BE49-F238E27FC236}">
                    <a16:creationId xmlns:a16="http://schemas.microsoft.com/office/drawing/2014/main" id="{736341BD-C9FD-CDC1-3462-A58E49B4DA50}"/>
                  </a:ext>
                </a:extLst>
              </p:cNvPr>
              <p:cNvSpPr/>
              <p:nvPr/>
            </p:nvSpPr>
            <p:spPr>
              <a:xfrm>
                <a:off x="4973906" y="6133725"/>
                <a:ext cx="12700" cy="44703"/>
              </a:xfrm>
              <a:custGeom>
                <a:avLst/>
                <a:gdLst>
                  <a:gd name="csX0" fmla="*/ 0 w 12700"/>
                  <a:gd name="csY0" fmla="*/ 0 h 44703"/>
                  <a:gd name="csX1" fmla="*/ 0 w 12700"/>
                  <a:gd name="csY1" fmla="*/ 44704 h 44703"/>
                </a:gdLst>
                <a:ahLst/>
                <a:cxnLst>
                  <a:cxn ang="0">
                    <a:pos x="csX0" y="csY0"/>
                  </a:cxn>
                  <a:cxn ang="0">
                    <a:pos x="csX1" y="csY1"/>
                  </a:cxn>
                </a:cxnLst>
                <a:rect l="l" t="t" r="r" b="b"/>
                <a:pathLst>
                  <a:path w="12700" h="44703">
                    <a:moveTo>
                      <a:pt x="0" y="0"/>
                    </a:moveTo>
                    <a:lnTo>
                      <a:pt x="0" y="44704"/>
                    </a:lnTo>
                  </a:path>
                </a:pathLst>
              </a:custGeom>
              <a:ln w="13589" cap="flat">
                <a:solidFill>
                  <a:srgbClr val="333333"/>
                </a:solidFill>
                <a:prstDash val="solid"/>
                <a:round/>
              </a:ln>
            </p:spPr>
            <p:txBody>
              <a:bodyPr/>
              <a:lstStyle/>
              <a:p>
                <a:pPr algn="ctr"/>
                <a:endParaRPr lang="en-US" sz="2646"/>
              </a:p>
            </p:txBody>
          </p:sp>
          <p:sp>
            <p:nvSpPr>
              <p:cNvPr id="1341" name="Freeform 1340">
                <a:extLst>
                  <a:ext uri="{FF2B5EF4-FFF2-40B4-BE49-F238E27FC236}">
                    <a16:creationId xmlns:a16="http://schemas.microsoft.com/office/drawing/2014/main" id="{53C1F66F-E7B1-767E-8899-6732A41C36C6}"/>
                  </a:ext>
                </a:extLst>
              </p:cNvPr>
              <p:cNvSpPr/>
              <p:nvPr/>
            </p:nvSpPr>
            <p:spPr>
              <a:xfrm>
                <a:off x="4902024" y="6044316"/>
                <a:ext cx="143763" cy="89408"/>
              </a:xfrm>
              <a:custGeom>
                <a:avLst/>
                <a:gdLst>
                  <a:gd name="csX0" fmla="*/ 0 w 143763"/>
                  <a:gd name="csY0" fmla="*/ 0 h 89408"/>
                  <a:gd name="csX1" fmla="*/ 0 w 143763"/>
                  <a:gd name="csY1" fmla="*/ 89408 h 89408"/>
                  <a:gd name="csX2" fmla="*/ 143764 w 143763"/>
                  <a:gd name="csY2" fmla="*/ 89408 h 89408"/>
                  <a:gd name="csX3" fmla="*/ 143764 w 143763"/>
                  <a:gd name="csY3" fmla="*/ 0 h 89408"/>
                  <a:gd name="csX4" fmla="*/ 0 w 143763"/>
                  <a:gd name="csY4" fmla="*/ 0 h 89408"/>
                </a:gdLst>
                <a:ahLst/>
                <a:cxnLst>
                  <a:cxn ang="0">
                    <a:pos x="csX0" y="csY0"/>
                  </a:cxn>
                  <a:cxn ang="0">
                    <a:pos x="csX1" y="csY1"/>
                  </a:cxn>
                  <a:cxn ang="0">
                    <a:pos x="csX2" y="csY2"/>
                  </a:cxn>
                  <a:cxn ang="0">
                    <a:pos x="csX3" y="csY3"/>
                  </a:cxn>
                  <a:cxn ang="0">
                    <a:pos x="csX4" y="csY4"/>
                  </a:cxn>
                </a:cxnLst>
                <a:rect l="l" t="t" r="r" b="b"/>
                <a:pathLst>
                  <a:path w="143763" h="89408">
                    <a:moveTo>
                      <a:pt x="0" y="0"/>
                    </a:moveTo>
                    <a:lnTo>
                      <a:pt x="0" y="89408"/>
                    </a:lnTo>
                    <a:lnTo>
                      <a:pt x="143764" y="89408"/>
                    </a:lnTo>
                    <a:lnTo>
                      <a:pt x="143764"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1342" name="Freeform 1341">
                <a:extLst>
                  <a:ext uri="{FF2B5EF4-FFF2-40B4-BE49-F238E27FC236}">
                    <a16:creationId xmlns:a16="http://schemas.microsoft.com/office/drawing/2014/main" id="{8887A323-EC7C-4B73-6CE8-E50CEE456A97}"/>
                  </a:ext>
                </a:extLst>
              </p:cNvPr>
              <p:cNvSpPr/>
              <p:nvPr/>
            </p:nvSpPr>
            <p:spPr>
              <a:xfrm>
                <a:off x="4902024" y="6089021"/>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1343" name="Freeform 1342">
                <a:extLst>
                  <a:ext uri="{FF2B5EF4-FFF2-40B4-BE49-F238E27FC236}">
                    <a16:creationId xmlns:a16="http://schemas.microsoft.com/office/drawing/2014/main" id="{66EDEF48-4C42-3375-D85A-DF6EFEF908B7}"/>
                  </a:ext>
                </a:extLst>
              </p:cNvPr>
              <p:cNvSpPr/>
              <p:nvPr/>
            </p:nvSpPr>
            <p:spPr>
              <a:xfrm>
                <a:off x="5452950" y="6067050"/>
                <a:ext cx="12700" cy="95122"/>
              </a:xfrm>
              <a:custGeom>
                <a:avLst/>
                <a:gdLst>
                  <a:gd name="csX0" fmla="*/ 0 w 12700"/>
                  <a:gd name="csY0" fmla="*/ 95123 h 95122"/>
                  <a:gd name="csX1" fmla="*/ 0 w 12700"/>
                  <a:gd name="csY1" fmla="*/ 0 h 95122"/>
                </a:gdLst>
                <a:ahLst/>
                <a:cxnLst>
                  <a:cxn ang="0">
                    <a:pos x="csX0" y="csY0"/>
                  </a:cxn>
                  <a:cxn ang="0">
                    <a:pos x="csX1" y="csY1"/>
                  </a:cxn>
                </a:cxnLst>
                <a:rect l="l" t="t" r="r" b="b"/>
                <a:pathLst>
                  <a:path w="12700" h="95122">
                    <a:moveTo>
                      <a:pt x="0" y="95123"/>
                    </a:moveTo>
                    <a:lnTo>
                      <a:pt x="0" y="0"/>
                    </a:lnTo>
                  </a:path>
                </a:pathLst>
              </a:custGeom>
              <a:ln w="13589" cap="flat">
                <a:solidFill>
                  <a:srgbClr val="333333"/>
                </a:solidFill>
                <a:prstDash val="solid"/>
                <a:round/>
              </a:ln>
            </p:spPr>
            <p:txBody>
              <a:bodyPr/>
              <a:lstStyle/>
              <a:p>
                <a:pPr algn="ctr"/>
                <a:endParaRPr lang="en-US" sz="2646"/>
              </a:p>
            </p:txBody>
          </p:sp>
          <p:sp>
            <p:nvSpPr>
              <p:cNvPr id="1344" name="Freeform 1343">
                <a:extLst>
                  <a:ext uri="{FF2B5EF4-FFF2-40B4-BE49-F238E27FC236}">
                    <a16:creationId xmlns:a16="http://schemas.microsoft.com/office/drawing/2014/main" id="{7A2C9A67-A1ED-D1B9-7E70-0BF337D8C5BF}"/>
                  </a:ext>
                </a:extLst>
              </p:cNvPr>
              <p:cNvSpPr/>
              <p:nvPr/>
            </p:nvSpPr>
            <p:spPr>
              <a:xfrm>
                <a:off x="5452950" y="6244596"/>
                <a:ext cx="12700" cy="104648"/>
              </a:xfrm>
              <a:custGeom>
                <a:avLst/>
                <a:gdLst>
                  <a:gd name="csX0" fmla="*/ 0 w 12700"/>
                  <a:gd name="csY0" fmla="*/ 0 h 104648"/>
                  <a:gd name="csX1" fmla="*/ 0 w 12700"/>
                  <a:gd name="csY1" fmla="*/ 104648 h 104648"/>
                </a:gdLst>
                <a:ahLst/>
                <a:cxnLst>
                  <a:cxn ang="0">
                    <a:pos x="csX0" y="csY0"/>
                  </a:cxn>
                  <a:cxn ang="0">
                    <a:pos x="csX1" y="csY1"/>
                  </a:cxn>
                </a:cxnLst>
                <a:rect l="l" t="t" r="r" b="b"/>
                <a:pathLst>
                  <a:path w="12700" h="104648">
                    <a:moveTo>
                      <a:pt x="0" y="0"/>
                    </a:moveTo>
                    <a:lnTo>
                      <a:pt x="0" y="104648"/>
                    </a:lnTo>
                  </a:path>
                </a:pathLst>
              </a:custGeom>
              <a:ln w="13589" cap="flat">
                <a:solidFill>
                  <a:srgbClr val="333333"/>
                </a:solidFill>
                <a:prstDash val="solid"/>
                <a:round/>
              </a:ln>
            </p:spPr>
            <p:txBody>
              <a:bodyPr/>
              <a:lstStyle/>
              <a:p>
                <a:pPr algn="ctr"/>
                <a:endParaRPr lang="en-US" sz="2646"/>
              </a:p>
            </p:txBody>
          </p:sp>
          <p:sp>
            <p:nvSpPr>
              <p:cNvPr id="1345" name="Freeform 1344">
                <a:extLst>
                  <a:ext uri="{FF2B5EF4-FFF2-40B4-BE49-F238E27FC236}">
                    <a16:creationId xmlns:a16="http://schemas.microsoft.com/office/drawing/2014/main" id="{3944E0DF-BA14-AE80-5425-1CF2AEAE5DAE}"/>
                  </a:ext>
                </a:extLst>
              </p:cNvPr>
              <p:cNvSpPr/>
              <p:nvPr/>
            </p:nvSpPr>
            <p:spPr>
              <a:xfrm>
                <a:off x="5381068" y="6162172"/>
                <a:ext cx="143636" cy="82423"/>
              </a:xfrm>
              <a:custGeom>
                <a:avLst/>
                <a:gdLst>
                  <a:gd name="csX0" fmla="*/ 0 w 143636"/>
                  <a:gd name="csY0" fmla="*/ 0 h 82423"/>
                  <a:gd name="csX1" fmla="*/ 0 w 143636"/>
                  <a:gd name="csY1" fmla="*/ 82423 h 82423"/>
                  <a:gd name="csX2" fmla="*/ 143637 w 143636"/>
                  <a:gd name="csY2" fmla="*/ 82423 h 82423"/>
                  <a:gd name="csX3" fmla="*/ 143637 w 143636"/>
                  <a:gd name="csY3" fmla="*/ 0 h 82423"/>
                  <a:gd name="csX4" fmla="*/ 0 w 143636"/>
                  <a:gd name="csY4" fmla="*/ 0 h 82423"/>
                </a:gdLst>
                <a:ahLst/>
                <a:cxnLst>
                  <a:cxn ang="0">
                    <a:pos x="csX0" y="csY0"/>
                  </a:cxn>
                  <a:cxn ang="0">
                    <a:pos x="csX1" y="csY1"/>
                  </a:cxn>
                  <a:cxn ang="0">
                    <a:pos x="csX2" y="csY2"/>
                  </a:cxn>
                  <a:cxn ang="0">
                    <a:pos x="csX3" y="csY3"/>
                  </a:cxn>
                  <a:cxn ang="0">
                    <a:pos x="csX4" y="csY4"/>
                  </a:cxn>
                </a:cxnLst>
                <a:rect l="l" t="t" r="r" b="b"/>
                <a:pathLst>
                  <a:path w="143636" h="82423">
                    <a:moveTo>
                      <a:pt x="0" y="0"/>
                    </a:moveTo>
                    <a:lnTo>
                      <a:pt x="0" y="82423"/>
                    </a:lnTo>
                    <a:lnTo>
                      <a:pt x="143637" y="82423"/>
                    </a:lnTo>
                    <a:lnTo>
                      <a:pt x="143637"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1346" name="Freeform 1345">
                <a:extLst>
                  <a:ext uri="{FF2B5EF4-FFF2-40B4-BE49-F238E27FC236}">
                    <a16:creationId xmlns:a16="http://schemas.microsoft.com/office/drawing/2014/main" id="{76994E41-8827-577B-44E3-7764E8502409}"/>
                  </a:ext>
                </a:extLst>
              </p:cNvPr>
              <p:cNvSpPr/>
              <p:nvPr/>
            </p:nvSpPr>
            <p:spPr>
              <a:xfrm>
                <a:off x="5381068" y="6194812"/>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pPr algn="ctr"/>
                <a:endParaRPr lang="en-US" sz="2646"/>
              </a:p>
            </p:txBody>
          </p:sp>
          <p:sp>
            <p:nvSpPr>
              <p:cNvPr id="1347" name="Freeform 1346">
                <a:extLst>
                  <a:ext uri="{FF2B5EF4-FFF2-40B4-BE49-F238E27FC236}">
                    <a16:creationId xmlns:a16="http://schemas.microsoft.com/office/drawing/2014/main" id="{024F6CA6-9805-D635-B9FD-D3312CD0C5E1}"/>
                  </a:ext>
                </a:extLst>
              </p:cNvPr>
              <p:cNvSpPr/>
              <p:nvPr/>
            </p:nvSpPr>
            <p:spPr>
              <a:xfrm>
                <a:off x="4954729" y="61606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48" name="Freeform 1347">
                <a:extLst>
                  <a:ext uri="{FF2B5EF4-FFF2-40B4-BE49-F238E27FC236}">
                    <a16:creationId xmlns:a16="http://schemas.microsoft.com/office/drawing/2014/main" id="{D294DD1E-16C5-71BD-1775-1B360B9F107D}"/>
                  </a:ext>
                </a:extLst>
              </p:cNvPr>
              <p:cNvSpPr/>
              <p:nvPr/>
            </p:nvSpPr>
            <p:spPr>
              <a:xfrm>
                <a:off x="4722446" y="60429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49" name="Freeform 1348">
                <a:extLst>
                  <a:ext uri="{FF2B5EF4-FFF2-40B4-BE49-F238E27FC236}">
                    <a16:creationId xmlns:a16="http://schemas.microsoft.com/office/drawing/2014/main" id="{4ADDBA52-F474-C55C-C899-6D959F75B34F}"/>
                  </a:ext>
                </a:extLst>
              </p:cNvPr>
              <p:cNvSpPr/>
              <p:nvPr/>
            </p:nvSpPr>
            <p:spPr>
              <a:xfrm>
                <a:off x="4682060" y="596341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0" name="Freeform 1349">
                <a:extLst>
                  <a:ext uri="{FF2B5EF4-FFF2-40B4-BE49-F238E27FC236}">
                    <a16:creationId xmlns:a16="http://schemas.microsoft.com/office/drawing/2014/main" id="{08BA7945-15A6-6912-9A6B-0C7B87A88007}"/>
                  </a:ext>
                </a:extLst>
              </p:cNvPr>
              <p:cNvSpPr/>
              <p:nvPr/>
            </p:nvSpPr>
            <p:spPr>
              <a:xfrm>
                <a:off x="5421073" y="61384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1" name="Freeform 1350">
                <a:extLst>
                  <a:ext uri="{FF2B5EF4-FFF2-40B4-BE49-F238E27FC236}">
                    <a16:creationId xmlns:a16="http://schemas.microsoft.com/office/drawing/2014/main" id="{93FD190B-7338-A8B4-21D8-ADCB19576223}"/>
                  </a:ext>
                </a:extLst>
              </p:cNvPr>
              <p:cNvSpPr/>
              <p:nvPr/>
            </p:nvSpPr>
            <p:spPr>
              <a:xfrm>
                <a:off x="4507308" y="603123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2" name="Freeform 1351">
                <a:extLst>
                  <a:ext uri="{FF2B5EF4-FFF2-40B4-BE49-F238E27FC236}">
                    <a16:creationId xmlns:a16="http://schemas.microsoft.com/office/drawing/2014/main" id="{6A88E5BC-7EAC-B31A-79D3-2837F4CAF80B}"/>
                  </a:ext>
                </a:extLst>
              </p:cNvPr>
              <p:cNvSpPr/>
              <p:nvPr/>
            </p:nvSpPr>
            <p:spPr>
              <a:xfrm>
                <a:off x="5464634" y="6049016"/>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3" name="Freeform 1352">
                <a:extLst>
                  <a:ext uri="{FF2B5EF4-FFF2-40B4-BE49-F238E27FC236}">
                    <a16:creationId xmlns:a16="http://schemas.microsoft.com/office/drawing/2014/main" id="{B2AA81AC-6E88-9A5F-70E1-1F1E90C6F204}"/>
                  </a:ext>
                </a:extLst>
              </p:cNvPr>
              <p:cNvSpPr/>
              <p:nvPr/>
            </p:nvSpPr>
            <p:spPr>
              <a:xfrm>
                <a:off x="4502609" y="60247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4" name="Freeform 1353">
                <a:extLst>
                  <a:ext uri="{FF2B5EF4-FFF2-40B4-BE49-F238E27FC236}">
                    <a16:creationId xmlns:a16="http://schemas.microsoft.com/office/drawing/2014/main" id="{FADF1C1F-E81F-1770-F10F-497D1C506F0A}"/>
                  </a:ext>
                </a:extLst>
              </p:cNvPr>
              <p:cNvSpPr/>
              <p:nvPr/>
            </p:nvSpPr>
            <p:spPr>
              <a:xfrm>
                <a:off x="5437456" y="6238119"/>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5" name="Freeform 1354">
                <a:extLst>
                  <a:ext uri="{FF2B5EF4-FFF2-40B4-BE49-F238E27FC236}">
                    <a16:creationId xmlns:a16="http://schemas.microsoft.com/office/drawing/2014/main" id="{12B19F18-4362-0213-3B6B-97ACBFF16669}"/>
                  </a:ext>
                </a:extLst>
              </p:cNvPr>
              <p:cNvSpPr/>
              <p:nvPr/>
            </p:nvSpPr>
            <p:spPr>
              <a:xfrm>
                <a:off x="4443300" y="62162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6" name="Freeform 1355">
                <a:extLst>
                  <a:ext uri="{FF2B5EF4-FFF2-40B4-BE49-F238E27FC236}">
                    <a16:creationId xmlns:a16="http://schemas.microsoft.com/office/drawing/2014/main" id="{1277E85A-2EE5-F606-F18B-9C0DE84DF984}"/>
                  </a:ext>
                </a:extLst>
              </p:cNvPr>
              <p:cNvSpPr/>
              <p:nvPr/>
            </p:nvSpPr>
            <p:spPr>
              <a:xfrm>
                <a:off x="5464761" y="6192272"/>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7" name="Freeform 1356">
                <a:extLst>
                  <a:ext uri="{FF2B5EF4-FFF2-40B4-BE49-F238E27FC236}">
                    <a16:creationId xmlns:a16="http://schemas.microsoft.com/office/drawing/2014/main" id="{6D3AA2BB-7363-B743-C44F-0D287AFA8EC3}"/>
                  </a:ext>
                </a:extLst>
              </p:cNvPr>
              <p:cNvSpPr/>
              <p:nvPr/>
            </p:nvSpPr>
            <p:spPr>
              <a:xfrm>
                <a:off x="4479876" y="606298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8" name="Freeform 1357">
                <a:extLst>
                  <a:ext uri="{FF2B5EF4-FFF2-40B4-BE49-F238E27FC236}">
                    <a16:creationId xmlns:a16="http://schemas.microsoft.com/office/drawing/2014/main" id="{926636C6-6A1F-2F9D-DFEB-B73E92665304}"/>
                  </a:ext>
                </a:extLst>
              </p:cNvPr>
              <p:cNvSpPr/>
              <p:nvPr/>
            </p:nvSpPr>
            <p:spPr>
              <a:xfrm>
                <a:off x="5435932" y="633108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59" name="Freeform 1358">
                <a:extLst>
                  <a:ext uri="{FF2B5EF4-FFF2-40B4-BE49-F238E27FC236}">
                    <a16:creationId xmlns:a16="http://schemas.microsoft.com/office/drawing/2014/main" id="{FE6D3969-22F2-66C8-2A9C-C5F912ADF061}"/>
                  </a:ext>
                </a:extLst>
              </p:cNvPr>
              <p:cNvSpPr/>
              <p:nvPr/>
            </p:nvSpPr>
            <p:spPr>
              <a:xfrm>
                <a:off x="4511118" y="594335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0" name="Freeform 1359">
                <a:extLst>
                  <a:ext uri="{FF2B5EF4-FFF2-40B4-BE49-F238E27FC236}">
                    <a16:creationId xmlns:a16="http://schemas.microsoft.com/office/drawing/2014/main" id="{E9E14B09-DBB9-CE43-3934-7768B1EF83D7}"/>
                  </a:ext>
                </a:extLst>
              </p:cNvPr>
              <p:cNvSpPr/>
              <p:nvPr/>
            </p:nvSpPr>
            <p:spPr>
              <a:xfrm>
                <a:off x="4708349" y="605993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1" name="Freeform 1360">
                <a:extLst>
                  <a:ext uri="{FF2B5EF4-FFF2-40B4-BE49-F238E27FC236}">
                    <a16:creationId xmlns:a16="http://schemas.microsoft.com/office/drawing/2014/main" id="{6F7DF06A-7B27-C9EC-9661-079828E3090C}"/>
                  </a:ext>
                </a:extLst>
              </p:cNvPr>
              <p:cNvSpPr/>
              <p:nvPr/>
            </p:nvSpPr>
            <p:spPr>
              <a:xfrm>
                <a:off x="5434662" y="616141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2" name="Freeform 1361">
                <a:extLst>
                  <a:ext uri="{FF2B5EF4-FFF2-40B4-BE49-F238E27FC236}">
                    <a16:creationId xmlns:a16="http://schemas.microsoft.com/office/drawing/2014/main" id="{3852A0B9-D244-463B-455A-4740C0498E5F}"/>
                  </a:ext>
                </a:extLst>
              </p:cNvPr>
              <p:cNvSpPr/>
              <p:nvPr/>
            </p:nvSpPr>
            <p:spPr>
              <a:xfrm>
                <a:off x="4468065" y="59098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3" name="Freeform 1362">
                <a:extLst>
                  <a:ext uri="{FF2B5EF4-FFF2-40B4-BE49-F238E27FC236}">
                    <a16:creationId xmlns:a16="http://schemas.microsoft.com/office/drawing/2014/main" id="{07825042-48E2-6EB8-CEB2-8EB6E431AEB4}"/>
                  </a:ext>
                </a:extLst>
              </p:cNvPr>
              <p:cNvSpPr/>
              <p:nvPr/>
            </p:nvSpPr>
            <p:spPr>
              <a:xfrm>
                <a:off x="4972509" y="598157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4" name="Freeform 1363">
                <a:extLst>
                  <a:ext uri="{FF2B5EF4-FFF2-40B4-BE49-F238E27FC236}">
                    <a16:creationId xmlns:a16="http://schemas.microsoft.com/office/drawing/2014/main" id="{F01B6218-93E3-9B25-1B5B-A82EB3C4C284}"/>
                  </a:ext>
                </a:extLst>
              </p:cNvPr>
              <p:cNvSpPr/>
              <p:nvPr/>
            </p:nvSpPr>
            <p:spPr>
              <a:xfrm>
                <a:off x="4681171" y="596760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5" name="Freeform 1364">
                <a:extLst>
                  <a:ext uri="{FF2B5EF4-FFF2-40B4-BE49-F238E27FC236}">
                    <a16:creationId xmlns:a16="http://schemas.microsoft.com/office/drawing/2014/main" id="{14B14C52-760B-F2A7-5312-0DEFFCCB1225}"/>
                  </a:ext>
                </a:extLst>
              </p:cNvPr>
              <p:cNvSpPr/>
              <p:nvPr/>
            </p:nvSpPr>
            <p:spPr>
              <a:xfrm>
                <a:off x="4693871" y="592912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6" name="Freeform 1365">
                <a:extLst>
                  <a:ext uri="{FF2B5EF4-FFF2-40B4-BE49-F238E27FC236}">
                    <a16:creationId xmlns:a16="http://schemas.microsoft.com/office/drawing/2014/main" id="{36772780-AC7C-CB9D-798D-ECC341FF43DA}"/>
                  </a:ext>
                </a:extLst>
              </p:cNvPr>
              <p:cNvSpPr/>
              <p:nvPr/>
            </p:nvSpPr>
            <p:spPr>
              <a:xfrm>
                <a:off x="5177868" y="602133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7" name="Freeform 1366">
                <a:extLst>
                  <a:ext uri="{FF2B5EF4-FFF2-40B4-BE49-F238E27FC236}">
                    <a16:creationId xmlns:a16="http://schemas.microsoft.com/office/drawing/2014/main" id="{5F3432C6-A551-ED85-2725-90EDF934B2E4}"/>
                  </a:ext>
                </a:extLst>
              </p:cNvPr>
              <p:cNvSpPr/>
              <p:nvPr/>
            </p:nvSpPr>
            <p:spPr>
              <a:xfrm>
                <a:off x="4731844" y="59940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8" name="Freeform 1367">
                <a:extLst>
                  <a:ext uri="{FF2B5EF4-FFF2-40B4-BE49-F238E27FC236}">
                    <a16:creationId xmlns:a16="http://schemas.microsoft.com/office/drawing/2014/main" id="{EBA1C6C7-6722-EDD4-E2E5-1D8BB7F26F45}"/>
                  </a:ext>
                </a:extLst>
              </p:cNvPr>
              <p:cNvSpPr/>
              <p:nvPr/>
            </p:nvSpPr>
            <p:spPr>
              <a:xfrm>
                <a:off x="4734257" y="60303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1369" name="TextBox 1368">
                <a:extLst>
                  <a:ext uri="{FF2B5EF4-FFF2-40B4-BE49-F238E27FC236}">
                    <a16:creationId xmlns:a16="http://schemas.microsoft.com/office/drawing/2014/main" id="{FA353F40-39A4-7716-5B12-0F53A8CE714A}"/>
                  </a:ext>
                </a:extLst>
              </p:cNvPr>
              <p:cNvSpPr txBox="1"/>
              <p:nvPr/>
            </p:nvSpPr>
            <p:spPr>
              <a:xfrm>
                <a:off x="4374224" y="5597402"/>
                <a:ext cx="521156"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0.51</a:t>
                </a:r>
              </a:p>
            </p:txBody>
          </p:sp>
          <p:sp>
            <p:nvSpPr>
              <p:cNvPr id="1370" name="Freeform 1369">
                <a:extLst>
                  <a:ext uri="{FF2B5EF4-FFF2-40B4-BE49-F238E27FC236}">
                    <a16:creationId xmlns:a16="http://schemas.microsoft.com/office/drawing/2014/main" id="{25492273-5E24-13F1-1768-BE9EF1D7CC24}"/>
                  </a:ext>
                </a:extLst>
              </p:cNvPr>
              <p:cNvSpPr/>
              <p:nvPr/>
            </p:nvSpPr>
            <p:spPr>
              <a:xfrm>
                <a:off x="4494862" y="5740787"/>
                <a:ext cx="215518" cy="12700"/>
              </a:xfrm>
              <a:custGeom>
                <a:avLst/>
                <a:gdLst>
                  <a:gd name="csX0" fmla="*/ 0 w 215518"/>
                  <a:gd name="csY0" fmla="*/ 0 h 12700"/>
                  <a:gd name="csX1" fmla="*/ 215519 w 215518"/>
                  <a:gd name="csY1" fmla="*/ 0 h 12700"/>
                </a:gdLst>
                <a:ahLst/>
                <a:cxnLst>
                  <a:cxn ang="0">
                    <a:pos x="csX0" y="csY0"/>
                  </a:cxn>
                  <a:cxn ang="0">
                    <a:pos x="csX1" y="csY1"/>
                  </a:cxn>
                </a:cxnLst>
                <a:rect l="l" t="t" r="r" b="b"/>
                <a:pathLst>
                  <a:path w="215518" h="12700">
                    <a:moveTo>
                      <a:pt x="0" y="0"/>
                    </a:moveTo>
                    <a:lnTo>
                      <a:pt x="215519" y="0"/>
                    </a:lnTo>
                  </a:path>
                </a:pathLst>
              </a:custGeom>
              <a:ln w="13589" cap="rnd">
                <a:solidFill>
                  <a:srgbClr val="000000"/>
                </a:solidFill>
                <a:prstDash val="solid"/>
                <a:round/>
              </a:ln>
            </p:spPr>
            <p:txBody>
              <a:bodyPr/>
              <a:lstStyle/>
              <a:p>
                <a:pPr algn="ctr"/>
                <a:endParaRPr lang="en-US" sz="2646"/>
              </a:p>
            </p:txBody>
          </p:sp>
          <p:sp>
            <p:nvSpPr>
              <p:cNvPr id="1371" name="TextBox 1370">
                <a:extLst>
                  <a:ext uri="{FF2B5EF4-FFF2-40B4-BE49-F238E27FC236}">
                    <a16:creationId xmlns:a16="http://schemas.microsoft.com/office/drawing/2014/main" id="{F0519F83-2D83-C916-64F2-5D7DFD7EC865}"/>
                  </a:ext>
                </a:extLst>
              </p:cNvPr>
              <p:cNvSpPr txBox="1"/>
              <p:nvPr/>
            </p:nvSpPr>
            <p:spPr>
              <a:xfrm>
                <a:off x="4930013" y="5546523"/>
                <a:ext cx="395616"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372" name="Freeform 1371">
                <a:extLst>
                  <a:ext uri="{FF2B5EF4-FFF2-40B4-BE49-F238E27FC236}">
                    <a16:creationId xmlns:a16="http://schemas.microsoft.com/office/drawing/2014/main" id="{A5ED664C-DE11-9301-BFE0-5F49122CAF89}"/>
                  </a:ext>
                </a:extLst>
              </p:cNvPr>
              <p:cNvSpPr/>
              <p:nvPr/>
            </p:nvSpPr>
            <p:spPr>
              <a:xfrm>
                <a:off x="4758387" y="5740787"/>
                <a:ext cx="694563" cy="12700"/>
              </a:xfrm>
              <a:custGeom>
                <a:avLst/>
                <a:gdLst>
                  <a:gd name="csX0" fmla="*/ 0 w 694563"/>
                  <a:gd name="csY0" fmla="*/ 0 h 12700"/>
                  <a:gd name="csX1" fmla="*/ 694563 w 694563"/>
                  <a:gd name="csY1" fmla="*/ 0 h 12700"/>
                </a:gdLst>
                <a:ahLst/>
                <a:cxnLst>
                  <a:cxn ang="0">
                    <a:pos x="csX0" y="csY0"/>
                  </a:cxn>
                  <a:cxn ang="0">
                    <a:pos x="csX1" y="csY1"/>
                  </a:cxn>
                </a:cxnLst>
                <a:rect l="l" t="t" r="r" b="b"/>
                <a:pathLst>
                  <a:path w="694563" h="12700">
                    <a:moveTo>
                      <a:pt x="0" y="0"/>
                    </a:moveTo>
                    <a:lnTo>
                      <a:pt x="694563" y="0"/>
                    </a:lnTo>
                  </a:path>
                </a:pathLst>
              </a:custGeom>
              <a:ln w="13589" cap="rnd">
                <a:solidFill>
                  <a:srgbClr val="000000"/>
                </a:solidFill>
                <a:prstDash val="solid"/>
                <a:round/>
              </a:ln>
            </p:spPr>
            <p:txBody>
              <a:bodyPr/>
              <a:lstStyle/>
              <a:p>
                <a:pPr algn="ctr"/>
                <a:endParaRPr lang="en-US" sz="2646"/>
              </a:p>
            </p:txBody>
          </p:sp>
          <p:sp>
            <p:nvSpPr>
              <p:cNvPr id="1373" name="TextBox 1372">
                <a:extLst>
                  <a:ext uri="{FF2B5EF4-FFF2-40B4-BE49-F238E27FC236}">
                    <a16:creationId xmlns:a16="http://schemas.microsoft.com/office/drawing/2014/main" id="{54AD2E23-4829-BB8B-D3ED-ED8C54693613}"/>
                  </a:ext>
                </a:extLst>
              </p:cNvPr>
              <p:cNvSpPr txBox="1"/>
              <p:nvPr/>
            </p:nvSpPr>
            <p:spPr>
              <a:xfrm>
                <a:off x="4798313" y="5413499"/>
                <a:ext cx="395616"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374" name="Freeform 1373">
                <a:extLst>
                  <a:ext uri="{FF2B5EF4-FFF2-40B4-BE49-F238E27FC236}">
                    <a16:creationId xmlns:a16="http://schemas.microsoft.com/office/drawing/2014/main" id="{8CA5A94D-0E0E-A171-6225-C2E12B3D7249}"/>
                  </a:ext>
                </a:extLst>
              </p:cNvPr>
              <p:cNvSpPr/>
              <p:nvPr/>
            </p:nvSpPr>
            <p:spPr>
              <a:xfrm>
                <a:off x="4494862" y="5611901"/>
                <a:ext cx="958088" cy="12700"/>
              </a:xfrm>
              <a:custGeom>
                <a:avLst/>
                <a:gdLst>
                  <a:gd name="csX0" fmla="*/ 0 w 958088"/>
                  <a:gd name="csY0" fmla="*/ 0 h 12700"/>
                  <a:gd name="csX1" fmla="*/ 958088 w 958088"/>
                  <a:gd name="csY1" fmla="*/ 0 h 12700"/>
                </a:gdLst>
                <a:ahLst/>
                <a:cxnLst>
                  <a:cxn ang="0">
                    <a:pos x="csX0" y="csY0"/>
                  </a:cxn>
                  <a:cxn ang="0">
                    <a:pos x="csX1" y="csY1"/>
                  </a:cxn>
                </a:cxnLst>
                <a:rect l="l" t="t" r="r" b="b"/>
                <a:pathLst>
                  <a:path w="958088" h="12700">
                    <a:moveTo>
                      <a:pt x="0" y="0"/>
                    </a:moveTo>
                    <a:lnTo>
                      <a:pt x="958088" y="0"/>
                    </a:lnTo>
                  </a:path>
                </a:pathLst>
              </a:custGeom>
              <a:ln w="13589" cap="rnd">
                <a:solidFill>
                  <a:srgbClr val="000000"/>
                </a:solidFill>
                <a:prstDash val="solid"/>
                <a:round/>
              </a:ln>
            </p:spPr>
            <p:txBody>
              <a:bodyPr/>
              <a:lstStyle/>
              <a:p>
                <a:pPr algn="ctr"/>
                <a:endParaRPr lang="en-US" sz="2646"/>
              </a:p>
            </p:txBody>
          </p:sp>
        </p:grpSp>
        <p:grpSp>
          <p:nvGrpSpPr>
            <p:cNvPr id="1375" name="Graphic 1324">
              <a:extLst>
                <a:ext uri="{FF2B5EF4-FFF2-40B4-BE49-F238E27FC236}">
                  <a16:creationId xmlns:a16="http://schemas.microsoft.com/office/drawing/2014/main" id="{7681C0DB-8231-B77D-A1F1-73F7A1C20306}"/>
                </a:ext>
              </a:extLst>
            </p:cNvPr>
            <p:cNvGrpSpPr/>
            <p:nvPr/>
          </p:nvGrpSpPr>
          <p:grpSpPr>
            <a:xfrm>
              <a:off x="3828980" y="5121726"/>
              <a:ext cx="1868904" cy="1600086"/>
              <a:chOff x="3828980" y="5121726"/>
              <a:chExt cx="1868904" cy="1600086"/>
            </a:xfrm>
          </p:grpSpPr>
          <p:sp>
            <p:nvSpPr>
              <p:cNvPr id="1376" name="Freeform 1375">
                <a:extLst>
                  <a:ext uri="{FF2B5EF4-FFF2-40B4-BE49-F238E27FC236}">
                    <a16:creationId xmlns:a16="http://schemas.microsoft.com/office/drawing/2014/main" id="{E50687C2-6130-3C11-07C9-34A3D9A8A8B3}"/>
                  </a:ext>
                </a:extLst>
              </p:cNvPr>
              <p:cNvSpPr/>
              <p:nvPr/>
            </p:nvSpPr>
            <p:spPr>
              <a:xfrm>
                <a:off x="4351224" y="5314193"/>
                <a:ext cx="12700" cy="1160145"/>
              </a:xfrm>
              <a:custGeom>
                <a:avLst/>
                <a:gdLst>
                  <a:gd name="csX0" fmla="*/ 0 w 12700"/>
                  <a:gd name="csY0" fmla="*/ 1160145 h 1160145"/>
                  <a:gd name="csX1" fmla="*/ 0 w 12700"/>
                  <a:gd name="csY1" fmla="*/ 0 h 1160145"/>
                </a:gdLst>
                <a:ahLst/>
                <a:cxnLst>
                  <a:cxn ang="0">
                    <a:pos x="csX0" y="csY0"/>
                  </a:cxn>
                  <a:cxn ang="0">
                    <a:pos x="csX1" y="csY1"/>
                  </a:cxn>
                </a:cxnLst>
                <a:rect l="l" t="t" r="r" b="b"/>
                <a:pathLst>
                  <a:path w="12700" h="1160145">
                    <a:moveTo>
                      <a:pt x="0" y="1160145"/>
                    </a:moveTo>
                    <a:lnTo>
                      <a:pt x="0" y="0"/>
                    </a:lnTo>
                  </a:path>
                </a:pathLst>
              </a:custGeom>
              <a:noFill/>
              <a:ln w="13589" cap="sq">
                <a:solidFill>
                  <a:srgbClr val="000000"/>
                </a:solidFill>
                <a:prstDash val="solid"/>
                <a:round/>
              </a:ln>
            </p:spPr>
            <p:txBody>
              <a:bodyPr/>
              <a:lstStyle/>
              <a:p>
                <a:pPr algn="ctr"/>
                <a:endParaRPr lang="en-US" sz="2646"/>
              </a:p>
            </p:txBody>
          </p:sp>
          <p:sp>
            <p:nvSpPr>
              <p:cNvPr id="1377" name="TextBox 1376">
                <a:extLst>
                  <a:ext uri="{FF2B5EF4-FFF2-40B4-BE49-F238E27FC236}">
                    <a16:creationId xmlns:a16="http://schemas.microsoft.com/office/drawing/2014/main" id="{EEDE3188-8B7E-D20D-5A56-2850DD6E69C8}"/>
                  </a:ext>
                </a:extLst>
              </p:cNvPr>
              <p:cNvSpPr txBox="1"/>
              <p:nvPr/>
            </p:nvSpPr>
            <p:spPr>
              <a:xfrm>
                <a:off x="3995309" y="6039409"/>
                <a:ext cx="42106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0.05</a:t>
                </a:r>
              </a:p>
            </p:txBody>
          </p:sp>
          <p:sp>
            <p:nvSpPr>
              <p:cNvPr id="1378" name="TextBox 1377">
                <a:extLst>
                  <a:ext uri="{FF2B5EF4-FFF2-40B4-BE49-F238E27FC236}">
                    <a16:creationId xmlns:a16="http://schemas.microsoft.com/office/drawing/2014/main" id="{49BBFAA3-EB30-0135-03A9-EE39F033507B}"/>
                  </a:ext>
                </a:extLst>
              </p:cNvPr>
              <p:cNvSpPr txBox="1"/>
              <p:nvPr/>
            </p:nvSpPr>
            <p:spPr>
              <a:xfrm>
                <a:off x="3995309" y="5709209"/>
                <a:ext cx="42106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0.06</a:t>
                </a:r>
              </a:p>
            </p:txBody>
          </p:sp>
          <p:sp>
            <p:nvSpPr>
              <p:cNvPr id="1379" name="TextBox 1378">
                <a:extLst>
                  <a:ext uri="{FF2B5EF4-FFF2-40B4-BE49-F238E27FC236}">
                    <a16:creationId xmlns:a16="http://schemas.microsoft.com/office/drawing/2014/main" id="{662B5C33-FDC2-44E1-94DB-AE9C31C0DAE0}"/>
                  </a:ext>
                </a:extLst>
              </p:cNvPr>
              <p:cNvSpPr txBox="1"/>
              <p:nvPr/>
            </p:nvSpPr>
            <p:spPr>
              <a:xfrm>
                <a:off x="3995309" y="5379009"/>
                <a:ext cx="42106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0.07</a:t>
                </a:r>
              </a:p>
            </p:txBody>
          </p:sp>
          <p:sp>
            <p:nvSpPr>
              <p:cNvPr id="1380" name="Freeform 1379">
                <a:extLst>
                  <a:ext uri="{FF2B5EF4-FFF2-40B4-BE49-F238E27FC236}">
                    <a16:creationId xmlns:a16="http://schemas.microsoft.com/office/drawing/2014/main" id="{2AABE7C7-4EF3-810C-890B-3B95572D0359}"/>
                  </a:ext>
                </a:extLst>
              </p:cNvPr>
              <p:cNvSpPr/>
              <p:nvPr/>
            </p:nvSpPr>
            <p:spPr>
              <a:xfrm>
                <a:off x="4316427" y="614629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381" name="Freeform 1380">
                <a:extLst>
                  <a:ext uri="{FF2B5EF4-FFF2-40B4-BE49-F238E27FC236}">
                    <a16:creationId xmlns:a16="http://schemas.microsoft.com/office/drawing/2014/main" id="{2A61AF36-2A0D-8F6F-DD89-F428B680D459}"/>
                  </a:ext>
                </a:extLst>
              </p:cNvPr>
              <p:cNvSpPr/>
              <p:nvPr/>
            </p:nvSpPr>
            <p:spPr>
              <a:xfrm>
                <a:off x="4316427" y="581609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382" name="Freeform 1381">
                <a:extLst>
                  <a:ext uri="{FF2B5EF4-FFF2-40B4-BE49-F238E27FC236}">
                    <a16:creationId xmlns:a16="http://schemas.microsoft.com/office/drawing/2014/main" id="{0A463292-4034-B712-8CCF-97FE8376C54B}"/>
                  </a:ext>
                </a:extLst>
              </p:cNvPr>
              <p:cNvSpPr/>
              <p:nvPr/>
            </p:nvSpPr>
            <p:spPr>
              <a:xfrm>
                <a:off x="4316427" y="548589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383" name="Freeform 1382">
                <a:extLst>
                  <a:ext uri="{FF2B5EF4-FFF2-40B4-BE49-F238E27FC236}">
                    <a16:creationId xmlns:a16="http://schemas.microsoft.com/office/drawing/2014/main" id="{268AD465-F020-267A-67E4-5179A848674D}"/>
                  </a:ext>
                </a:extLst>
              </p:cNvPr>
              <p:cNvSpPr/>
              <p:nvPr/>
            </p:nvSpPr>
            <p:spPr>
              <a:xfrm>
                <a:off x="4351224" y="6474339"/>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sq">
                <a:solidFill>
                  <a:srgbClr val="000000"/>
                </a:solidFill>
                <a:prstDash val="solid"/>
                <a:round/>
              </a:ln>
            </p:spPr>
            <p:txBody>
              <a:bodyPr/>
              <a:lstStyle/>
              <a:p>
                <a:pPr algn="ctr"/>
                <a:endParaRPr lang="en-US" sz="2646"/>
              </a:p>
            </p:txBody>
          </p:sp>
          <p:sp>
            <p:nvSpPr>
              <p:cNvPr id="1384" name="Freeform 1383">
                <a:extLst>
                  <a:ext uri="{FF2B5EF4-FFF2-40B4-BE49-F238E27FC236}">
                    <a16:creationId xmlns:a16="http://schemas.microsoft.com/office/drawing/2014/main" id="{109C383C-6A8E-4A4D-4499-3CF4A05339D6}"/>
                  </a:ext>
                </a:extLst>
              </p:cNvPr>
              <p:cNvSpPr/>
              <p:nvPr/>
            </p:nvSpPr>
            <p:spPr>
              <a:xfrm>
                <a:off x="4494862" y="647433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385" name="Freeform 1384">
                <a:extLst>
                  <a:ext uri="{FF2B5EF4-FFF2-40B4-BE49-F238E27FC236}">
                    <a16:creationId xmlns:a16="http://schemas.microsoft.com/office/drawing/2014/main" id="{9230B1D5-9A91-0FD5-202C-F9580BD34300}"/>
                  </a:ext>
                </a:extLst>
              </p:cNvPr>
              <p:cNvSpPr/>
              <p:nvPr/>
            </p:nvSpPr>
            <p:spPr>
              <a:xfrm>
                <a:off x="4734383" y="647433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386" name="Freeform 1385">
                <a:extLst>
                  <a:ext uri="{FF2B5EF4-FFF2-40B4-BE49-F238E27FC236}">
                    <a16:creationId xmlns:a16="http://schemas.microsoft.com/office/drawing/2014/main" id="{7901E2C9-21D1-AC08-2669-B64FD978D58C}"/>
                  </a:ext>
                </a:extLst>
              </p:cNvPr>
              <p:cNvSpPr/>
              <p:nvPr/>
            </p:nvSpPr>
            <p:spPr>
              <a:xfrm>
                <a:off x="4973905" y="647433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387" name="Freeform 1386">
                <a:extLst>
                  <a:ext uri="{FF2B5EF4-FFF2-40B4-BE49-F238E27FC236}">
                    <a16:creationId xmlns:a16="http://schemas.microsoft.com/office/drawing/2014/main" id="{BF02ADD4-C952-5EED-4D91-77ACF033F3F8}"/>
                  </a:ext>
                </a:extLst>
              </p:cNvPr>
              <p:cNvSpPr/>
              <p:nvPr/>
            </p:nvSpPr>
            <p:spPr>
              <a:xfrm>
                <a:off x="5213427" y="647433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388" name="Freeform 1387">
                <a:extLst>
                  <a:ext uri="{FF2B5EF4-FFF2-40B4-BE49-F238E27FC236}">
                    <a16:creationId xmlns:a16="http://schemas.microsoft.com/office/drawing/2014/main" id="{8B8194EB-FCEC-96B0-7FF9-2E834F56BA0E}"/>
                  </a:ext>
                </a:extLst>
              </p:cNvPr>
              <p:cNvSpPr/>
              <p:nvPr/>
            </p:nvSpPr>
            <p:spPr>
              <a:xfrm>
                <a:off x="5452949" y="647433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389" name="TextBox 1388">
                <a:extLst>
                  <a:ext uri="{FF2B5EF4-FFF2-40B4-BE49-F238E27FC236}">
                    <a16:creationId xmlns:a16="http://schemas.microsoft.com/office/drawing/2014/main" id="{E0B6A735-5201-9B4F-E541-6DD611B9871E}"/>
                  </a:ext>
                </a:extLst>
              </p:cNvPr>
              <p:cNvSpPr txBox="1"/>
              <p:nvPr/>
            </p:nvSpPr>
            <p:spPr>
              <a:xfrm>
                <a:off x="4354096" y="6470193"/>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1390" name="TextBox 1389">
                <a:extLst>
                  <a:ext uri="{FF2B5EF4-FFF2-40B4-BE49-F238E27FC236}">
                    <a16:creationId xmlns:a16="http://schemas.microsoft.com/office/drawing/2014/main" id="{FB6E61E9-BC53-51C8-0AD9-1603489B3381}"/>
                  </a:ext>
                </a:extLst>
              </p:cNvPr>
              <p:cNvSpPr txBox="1"/>
              <p:nvPr/>
            </p:nvSpPr>
            <p:spPr>
              <a:xfrm>
                <a:off x="4621464" y="6470193"/>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391" name="TextBox 1390">
                <a:extLst>
                  <a:ext uri="{FF2B5EF4-FFF2-40B4-BE49-F238E27FC236}">
                    <a16:creationId xmlns:a16="http://schemas.microsoft.com/office/drawing/2014/main" id="{6E362D79-1C31-AD06-2D8B-49EBFF24D7CA}"/>
                  </a:ext>
                </a:extLst>
              </p:cNvPr>
              <p:cNvSpPr txBox="1"/>
              <p:nvPr/>
            </p:nvSpPr>
            <p:spPr>
              <a:xfrm>
                <a:off x="4833193" y="6470193"/>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392" name="TextBox 1391">
                <a:extLst>
                  <a:ext uri="{FF2B5EF4-FFF2-40B4-BE49-F238E27FC236}">
                    <a16:creationId xmlns:a16="http://schemas.microsoft.com/office/drawing/2014/main" id="{ACB3D56B-D111-B9DC-F768-CEDD3A471DAA}"/>
                  </a:ext>
                </a:extLst>
              </p:cNvPr>
              <p:cNvSpPr txBox="1"/>
              <p:nvPr/>
            </p:nvSpPr>
            <p:spPr>
              <a:xfrm>
                <a:off x="5047531" y="6470193"/>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1393" name="TextBox 1392">
                <a:extLst>
                  <a:ext uri="{FF2B5EF4-FFF2-40B4-BE49-F238E27FC236}">
                    <a16:creationId xmlns:a16="http://schemas.microsoft.com/office/drawing/2014/main" id="{2002769A-32A0-E90B-D1CB-8AA11A68CDC8}"/>
                  </a:ext>
                </a:extLst>
              </p:cNvPr>
              <p:cNvSpPr txBox="1"/>
              <p:nvPr/>
            </p:nvSpPr>
            <p:spPr>
              <a:xfrm>
                <a:off x="5323808" y="6470193"/>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395" name="TextBox 1394">
                <a:extLst>
                  <a:ext uri="{FF2B5EF4-FFF2-40B4-BE49-F238E27FC236}">
                    <a16:creationId xmlns:a16="http://schemas.microsoft.com/office/drawing/2014/main" id="{FF47FD35-63DD-881A-A096-2DA681F12B06}"/>
                  </a:ext>
                </a:extLst>
              </p:cNvPr>
              <p:cNvSpPr txBox="1"/>
              <p:nvPr/>
            </p:nvSpPr>
            <p:spPr>
              <a:xfrm rot="16200000">
                <a:off x="3525007" y="5764687"/>
                <a:ext cx="867233" cy="259288"/>
              </a:xfrm>
              <a:prstGeom prst="rect">
                <a:avLst/>
              </a:prstGeom>
              <a:noFill/>
            </p:spPr>
            <p:txBody>
              <a:bodyPr wrap="none" rtlCol="0">
                <a:spAutoFit/>
              </a:bodyPr>
              <a:lstStyle/>
              <a:p>
                <a:pPr algn="ctr"/>
                <a:r>
                  <a:rPr lang="en-US" sz="992">
                    <a:ln/>
                    <a:solidFill>
                      <a:srgbClr val="000000"/>
                    </a:solidFill>
                    <a:latin typeface="Arial"/>
                    <a:cs typeface="Arial"/>
                    <a:sym typeface="Arial"/>
                    <a:rtl val="0"/>
                  </a:rPr>
                  <a:t>AUC Score</a:t>
                </a:r>
              </a:p>
            </p:txBody>
          </p:sp>
          <p:sp>
            <p:nvSpPr>
              <p:cNvPr id="1396" name="TextBox 1395">
                <a:extLst>
                  <a:ext uri="{FF2B5EF4-FFF2-40B4-BE49-F238E27FC236}">
                    <a16:creationId xmlns:a16="http://schemas.microsoft.com/office/drawing/2014/main" id="{64B0C120-1FFB-FDC3-9F58-9A989AD11032}"/>
                  </a:ext>
                </a:extLst>
              </p:cNvPr>
              <p:cNvSpPr txBox="1"/>
              <p:nvPr/>
            </p:nvSpPr>
            <p:spPr>
              <a:xfrm>
                <a:off x="4297960" y="5121726"/>
                <a:ext cx="1399924" cy="405523"/>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neuron differentiation</a:t>
                </a:r>
              </a:p>
              <a:p>
                <a:pPr algn="ctr"/>
                <a:r>
                  <a:rPr lang="en-US" sz="945" dirty="0">
                    <a:ln/>
                    <a:solidFill>
                      <a:srgbClr val="000000"/>
                    </a:solidFill>
                    <a:latin typeface="Arial"/>
                    <a:cs typeface="Arial"/>
                    <a:sym typeface="Arial"/>
                    <a:rtl val="0"/>
                  </a:rPr>
                  <a:t>1_NP</a:t>
                </a:r>
              </a:p>
            </p:txBody>
          </p:sp>
        </p:grpSp>
      </p:grpSp>
      <p:sp>
        <p:nvSpPr>
          <p:cNvPr id="1790" name="TextBox 1789">
            <a:extLst>
              <a:ext uri="{FF2B5EF4-FFF2-40B4-BE49-F238E27FC236}">
                <a16:creationId xmlns:a16="http://schemas.microsoft.com/office/drawing/2014/main" id="{6D00FA46-86DB-C466-38A5-3C5979EE7E94}"/>
              </a:ext>
            </a:extLst>
          </p:cNvPr>
          <p:cNvSpPr txBox="1"/>
          <p:nvPr/>
        </p:nvSpPr>
        <p:spPr>
          <a:xfrm>
            <a:off x="5199983" y="2052864"/>
            <a:ext cx="1229131" cy="237757"/>
          </a:xfrm>
          <a:prstGeom prst="rect">
            <a:avLst/>
          </a:prstGeom>
          <a:noFill/>
        </p:spPr>
        <p:txBody>
          <a:bodyPr wrap="square" rtlCol="0">
            <a:spAutoFit/>
          </a:bodyPr>
          <a:lstStyle/>
          <a:p>
            <a:pPr algn="ctr"/>
            <a:r>
              <a:rPr lang="en-US" sz="945" b="1" dirty="0">
                <a:ln/>
                <a:solidFill>
                  <a:srgbClr val="000000"/>
                </a:solidFill>
                <a:latin typeface="Arial"/>
                <a:cs typeface="Arial"/>
                <a:sym typeface="Arial"/>
                <a:rtl val="0"/>
              </a:rPr>
              <a:t>Classification</a:t>
            </a:r>
          </a:p>
        </p:txBody>
      </p:sp>
      <p:sp>
        <p:nvSpPr>
          <p:cNvPr id="1791" name="Freeform 931">
            <a:extLst>
              <a:ext uri="{FF2B5EF4-FFF2-40B4-BE49-F238E27FC236}">
                <a16:creationId xmlns:a16="http://schemas.microsoft.com/office/drawing/2014/main" id="{42E7818B-E3F9-9927-36D2-A8A099A7ED0F}"/>
              </a:ext>
            </a:extLst>
          </p:cNvPr>
          <p:cNvSpPr/>
          <p:nvPr/>
        </p:nvSpPr>
        <p:spPr>
          <a:xfrm>
            <a:off x="5192093" y="2296439"/>
            <a:ext cx="171964" cy="171336"/>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1965B0"/>
          </a:solidFill>
          <a:ln w="9525" cap="rnd">
            <a:solidFill>
              <a:schemeClr val="bg1"/>
            </a:solidFill>
            <a:prstDash val="solid"/>
            <a:round/>
          </a:ln>
        </p:spPr>
        <p:txBody>
          <a:bodyPr/>
          <a:lstStyle/>
          <a:p>
            <a:pPr algn="ctr"/>
            <a:endParaRPr lang="en-US" sz="1701"/>
          </a:p>
        </p:txBody>
      </p:sp>
      <p:sp>
        <p:nvSpPr>
          <p:cNvPr id="1792" name="Freeform 932">
            <a:extLst>
              <a:ext uri="{FF2B5EF4-FFF2-40B4-BE49-F238E27FC236}">
                <a16:creationId xmlns:a16="http://schemas.microsoft.com/office/drawing/2014/main" id="{EC9C004C-94F6-85F2-7947-A3BE43AE9BA3}"/>
              </a:ext>
            </a:extLst>
          </p:cNvPr>
          <p:cNvSpPr/>
          <p:nvPr/>
        </p:nvSpPr>
        <p:spPr>
          <a:xfrm>
            <a:off x="5192093" y="2467777"/>
            <a:ext cx="171964" cy="171336"/>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7BAFDE"/>
          </a:solidFill>
          <a:ln w="9525" cap="rnd">
            <a:solidFill>
              <a:schemeClr val="bg1"/>
            </a:solidFill>
            <a:prstDash val="solid"/>
            <a:round/>
          </a:ln>
        </p:spPr>
        <p:txBody>
          <a:bodyPr/>
          <a:lstStyle/>
          <a:p>
            <a:pPr algn="ctr"/>
            <a:endParaRPr lang="en-US" sz="1701"/>
          </a:p>
        </p:txBody>
      </p:sp>
      <p:sp>
        <p:nvSpPr>
          <p:cNvPr id="1793" name="Freeform 933">
            <a:extLst>
              <a:ext uri="{FF2B5EF4-FFF2-40B4-BE49-F238E27FC236}">
                <a16:creationId xmlns:a16="http://schemas.microsoft.com/office/drawing/2014/main" id="{7D4B0464-D216-F46C-3BDF-B444E76B02BD}"/>
              </a:ext>
            </a:extLst>
          </p:cNvPr>
          <p:cNvSpPr/>
          <p:nvPr/>
        </p:nvSpPr>
        <p:spPr>
          <a:xfrm>
            <a:off x="5192093" y="2639114"/>
            <a:ext cx="171964" cy="171336"/>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4EB265"/>
          </a:solidFill>
          <a:ln w="9525" cap="rnd">
            <a:solidFill>
              <a:schemeClr val="bg1"/>
            </a:solidFill>
            <a:prstDash val="solid"/>
            <a:round/>
          </a:ln>
        </p:spPr>
        <p:txBody>
          <a:bodyPr/>
          <a:lstStyle/>
          <a:p>
            <a:pPr algn="ctr"/>
            <a:endParaRPr lang="en-US" sz="1701"/>
          </a:p>
        </p:txBody>
      </p:sp>
      <p:sp>
        <p:nvSpPr>
          <p:cNvPr id="1794" name="Freeform 934">
            <a:extLst>
              <a:ext uri="{FF2B5EF4-FFF2-40B4-BE49-F238E27FC236}">
                <a16:creationId xmlns:a16="http://schemas.microsoft.com/office/drawing/2014/main" id="{E6AFBFEE-D2B8-EDFC-12EB-A102AE97792E}"/>
              </a:ext>
            </a:extLst>
          </p:cNvPr>
          <p:cNvSpPr/>
          <p:nvPr/>
        </p:nvSpPr>
        <p:spPr>
          <a:xfrm>
            <a:off x="5192093" y="2810331"/>
            <a:ext cx="171964" cy="171336"/>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CAE0AB"/>
          </a:solidFill>
          <a:ln w="9525" cap="rnd">
            <a:solidFill>
              <a:schemeClr val="bg1"/>
            </a:solidFill>
            <a:prstDash val="solid"/>
            <a:round/>
          </a:ln>
        </p:spPr>
        <p:txBody>
          <a:bodyPr/>
          <a:lstStyle/>
          <a:p>
            <a:pPr algn="ctr"/>
            <a:endParaRPr lang="en-US" sz="1701"/>
          </a:p>
        </p:txBody>
      </p:sp>
      <p:sp>
        <p:nvSpPr>
          <p:cNvPr id="1795" name="Freeform 935">
            <a:extLst>
              <a:ext uri="{FF2B5EF4-FFF2-40B4-BE49-F238E27FC236}">
                <a16:creationId xmlns:a16="http://schemas.microsoft.com/office/drawing/2014/main" id="{B6DA7865-B1A4-1C12-542F-3EBC5E4AFA80}"/>
              </a:ext>
            </a:extLst>
          </p:cNvPr>
          <p:cNvSpPr/>
          <p:nvPr/>
        </p:nvSpPr>
        <p:spPr>
          <a:xfrm>
            <a:off x="5192093" y="2981668"/>
            <a:ext cx="171964" cy="171336"/>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F7F056"/>
          </a:solidFill>
          <a:ln w="9525" cap="rnd">
            <a:solidFill>
              <a:schemeClr val="bg1"/>
            </a:solidFill>
            <a:prstDash val="solid"/>
            <a:round/>
          </a:ln>
        </p:spPr>
        <p:txBody>
          <a:bodyPr/>
          <a:lstStyle/>
          <a:p>
            <a:pPr algn="ctr"/>
            <a:endParaRPr lang="en-US" sz="1701"/>
          </a:p>
        </p:txBody>
      </p:sp>
      <p:sp>
        <p:nvSpPr>
          <p:cNvPr id="1796" name="Freeform 936">
            <a:extLst>
              <a:ext uri="{FF2B5EF4-FFF2-40B4-BE49-F238E27FC236}">
                <a16:creationId xmlns:a16="http://schemas.microsoft.com/office/drawing/2014/main" id="{A1232D6C-A5E2-6887-DBE4-28B1C1FB0134}"/>
              </a:ext>
            </a:extLst>
          </p:cNvPr>
          <p:cNvSpPr/>
          <p:nvPr/>
        </p:nvSpPr>
        <p:spPr>
          <a:xfrm>
            <a:off x="5192093" y="3153005"/>
            <a:ext cx="171964" cy="171336"/>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DC050C"/>
          </a:solidFill>
          <a:ln w="9525" cap="rnd">
            <a:solidFill>
              <a:schemeClr val="bg1"/>
            </a:solidFill>
            <a:prstDash val="solid"/>
            <a:round/>
          </a:ln>
        </p:spPr>
        <p:txBody>
          <a:bodyPr/>
          <a:lstStyle/>
          <a:p>
            <a:pPr algn="ctr"/>
            <a:endParaRPr lang="en-US" sz="1701"/>
          </a:p>
        </p:txBody>
      </p:sp>
      <p:sp>
        <p:nvSpPr>
          <p:cNvPr id="1797" name="Freeform 937">
            <a:extLst>
              <a:ext uri="{FF2B5EF4-FFF2-40B4-BE49-F238E27FC236}">
                <a16:creationId xmlns:a16="http://schemas.microsoft.com/office/drawing/2014/main" id="{7A9DCDA7-0887-62A2-E81E-226DC9E21238}"/>
              </a:ext>
            </a:extLst>
          </p:cNvPr>
          <p:cNvSpPr/>
          <p:nvPr/>
        </p:nvSpPr>
        <p:spPr>
          <a:xfrm>
            <a:off x="5192093" y="3324342"/>
            <a:ext cx="171964" cy="171336"/>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chemeClr val="tx1"/>
          </a:solidFill>
          <a:ln w="9525" cap="rnd">
            <a:solidFill>
              <a:schemeClr val="bg1"/>
            </a:solidFill>
            <a:prstDash val="solid"/>
            <a:round/>
          </a:ln>
        </p:spPr>
        <p:txBody>
          <a:bodyPr/>
          <a:lstStyle/>
          <a:p>
            <a:pPr algn="ctr"/>
            <a:endParaRPr lang="en-US" sz="1701" dirty="0"/>
          </a:p>
        </p:txBody>
      </p:sp>
      <p:grpSp>
        <p:nvGrpSpPr>
          <p:cNvPr id="2377" name="Group 2376">
            <a:extLst>
              <a:ext uri="{FF2B5EF4-FFF2-40B4-BE49-F238E27FC236}">
                <a16:creationId xmlns:a16="http://schemas.microsoft.com/office/drawing/2014/main" id="{9E0BCF5A-559F-39D5-70AE-D5E505348213}"/>
              </a:ext>
            </a:extLst>
          </p:cNvPr>
          <p:cNvGrpSpPr/>
          <p:nvPr/>
        </p:nvGrpSpPr>
        <p:grpSpPr>
          <a:xfrm>
            <a:off x="5304873" y="2273532"/>
            <a:ext cx="1150151" cy="1250921"/>
            <a:chOff x="5376318" y="2273532"/>
            <a:chExt cx="1150151" cy="1250921"/>
          </a:xfrm>
        </p:grpSpPr>
        <p:sp>
          <p:nvSpPr>
            <p:cNvPr id="1798" name="TextBox 1797">
              <a:extLst>
                <a:ext uri="{FF2B5EF4-FFF2-40B4-BE49-F238E27FC236}">
                  <a16:creationId xmlns:a16="http://schemas.microsoft.com/office/drawing/2014/main" id="{C7C3D4C2-7FF6-FCE0-7312-6E660A0C4D69}"/>
                </a:ext>
              </a:extLst>
            </p:cNvPr>
            <p:cNvSpPr txBox="1"/>
            <p:nvPr/>
          </p:nvSpPr>
          <p:spPr>
            <a:xfrm>
              <a:off x="5376919" y="2273532"/>
              <a:ext cx="567784"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Late Up</a:t>
              </a:r>
            </a:p>
          </p:txBody>
        </p:sp>
        <p:sp>
          <p:nvSpPr>
            <p:cNvPr id="1799" name="TextBox 1798">
              <a:extLst>
                <a:ext uri="{FF2B5EF4-FFF2-40B4-BE49-F238E27FC236}">
                  <a16:creationId xmlns:a16="http://schemas.microsoft.com/office/drawing/2014/main" id="{265C7AC4-9444-CF39-A033-041BD52201D9}"/>
                </a:ext>
              </a:extLst>
            </p:cNvPr>
            <p:cNvSpPr txBox="1"/>
            <p:nvPr/>
          </p:nvSpPr>
          <p:spPr>
            <a:xfrm>
              <a:off x="5376863" y="2444749"/>
              <a:ext cx="707247"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Late Down</a:t>
              </a:r>
            </a:p>
          </p:txBody>
        </p:sp>
        <p:sp>
          <p:nvSpPr>
            <p:cNvPr id="1800" name="TextBox 1799">
              <a:extLst>
                <a:ext uri="{FF2B5EF4-FFF2-40B4-BE49-F238E27FC236}">
                  <a16:creationId xmlns:a16="http://schemas.microsoft.com/office/drawing/2014/main" id="{5F1C45B3-3CD6-7B85-2466-1198B1DB229B}"/>
                </a:ext>
              </a:extLst>
            </p:cNvPr>
            <p:cNvSpPr txBox="1"/>
            <p:nvPr/>
          </p:nvSpPr>
          <p:spPr>
            <a:xfrm>
              <a:off x="5376374" y="2616086"/>
              <a:ext cx="889987"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Transiently Up</a:t>
              </a:r>
            </a:p>
          </p:txBody>
        </p:sp>
        <p:sp>
          <p:nvSpPr>
            <p:cNvPr id="1801" name="TextBox 1800">
              <a:extLst>
                <a:ext uri="{FF2B5EF4-FFF2-40B4-BE49-F238E27FC236}">
                  <a16:creationId xmlns:a16="http://schemas.microsoft.com/office/drawing/2014/main" id="{F3215D93-EEB9-50A2-AD93-00EFAA27A8AF}"/>
                </a:ext>
              </a:extLst>
            </p:cNvPr>
            <p:cNvSpPr txBox="1"/>
            <p:nvPr/>
          </p:nvSpPr>
          <p:spPr>
            <a:xfrm>
              <a:off x="5376318" y="2787424"/>
              <a:ext cx="1029450"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Transiently Down</a:t>
              </a:r>
            </a:p>
          </p:txBody>
        </p:sp>
        <p:sp>
          <p:nvSpPr>
            <p:cNvPr id="1802" name="TextBox 1801">
              <a:extLst>
                <a:ext uri="{FF2B5EF4-FFF2-40B4-BE49-F238E27FC236}">
                  <a16:creationId xmlns:a16="http://schemas.microsoft.com/office/drawing/2014/main" id="{7427EE4F-AC42-65DD-65F4-CF45A949B9F1}"/>
                </a:ext>
              </a:extLst>
            </p:cNvPr>
            <p:cNvSpPr txBox="1"/>
            <p:nvPr/>
          </p:nvSpPr>
          <p:spPr>
            <a:xfrm>
              <a:off x="5377460" y="2958761"/>
              <a:ext cx="603052"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Early Up</a:t>
              </a:r>
            </a:p>
          </p:txBody>
        </p:sp>
        <p:sp>
          <p:nvSpPr>
            <p:cNvPr id="1803" name="TextBox 1802">
              <a:extLst>
                <a:ext uri="{FF2B5EF4-FFF2-40B4-BE49-F238E27FC236}">
                  <a16:creationId xmlns:a16="http://schemas.microsoft.com/office/drawing/2014/main" id="{B5BF6BE7-ACFD-29A3-D1C6-E274DF7726B9}"/>
                </a:ext>
              </a:extLst>
            </p:cNvPr>
            <p:cNvSpPr txBox="1"/>
            <p:nvPr/>
          </p:nvSpPr>
          <p:spPr>
            <a:xfrm>
              <a:off x="5377405" y="3130097"/>
              <a:ext cx="742513"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Early Down</a:t>
              </a:r>
            </a:p>
          </p:txBody>
        </p:sp>
        <p:sp>
          <p:nvSpPr>
            <p:cNvPr id="1804" name="TextBox 1803">
              <a:extLst>
                <a:ext uri="{FF2B5EF4-FFF2-40B4-BE49-F238E27FC236}">
                  <a16:creationId xmlns:a16="http://schemas.microsoft.com/office/drawing/2014/main" id="{CAF6F6B9-3140-E5A5-06F0-9717C2793260}"/>
                </a:ext>
              </a:extLst>
            </p:cNvPr>
            <p:cNvSpPr txBox="1"/>
            <p:nvPr/>
          </p:nvSpPr>
          <p:spPr>
            <a:xfrm>
              <a:off x="5376795" y="3301315"/>
              <a:ext cx="1149674"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Progressively Down</a:t>
              </a:r>
            </a:p>
          </p:txBody>
        </p:sp>
      </p:grpSp>
      <p:grpSp>
        <p:nvGrpSpPr>
          <p:cNvPr id="1782" name="Group 1781">
            <a:extLst>
              <a:ext uri="{FF2B5EF4-FFF2-40B4-BE49-F238E27FC236}">
                <a16:creationId xmlns:a16="http://schemas.microsoft.com/office/drawing/2014/main" id="{F88E03CD-AF13-D732-D1C4-BC22DAD1EA8A}"/>
              </a:ext>
            </a:extLst>
          </p:cNvPr>
          <p:cNvGrpSpPr/>
          <p:nvPr/>
        </p:nvGrpSpPr>
        <p:grpSpPr>
          <a:xfrm>
            <a:off x="3974882" y="2929969"/>
            <a:ext cx="1278556" cy="594484"/>
            <a:chOff x="3104699" y="4443932"/>
            <a:chExt cx="1353102" cy="629145"/>
          </a:xfrm>
        </p:grpSpPr>
        <p:sp>
          <p:nvSpPr>
            <p:cNvPr id="1783" name="TextBox 1782">
              <a:extLst>
                <a:ext uri="{FF2B5EF4-FFF2-40B4-BE49-F238E27FC236}">
                  <a16:creationId xmlns:a16="http://schemas.microsoft.com/office/drawing/2014/main" id="{6D16286E-4D23-A2FD-42E3-BF9D8FA9FC34}"/>
                </a:ext>
              </a:extLst>
            </p:cNvPr>
            <p:cNvSpPr txBox="1"/>
            <p:nvPr/>
          </p:nvSpPr>
          <p:spPr>
            <a:xfrm>
              <a:off x="3194249" y="4443932"/>
              <a:ext cx="1141730" cy="251620"/>
            </a:xfrm>
            <a:prstGeom prst="rect">
              <a:avLst/>
            </a:prstGeom>
            <a:noFill/>
          </p:spPr>
          <p:txBody>
            <a:bodyPr wrap="square" rtlCol="0">
              <a:spAutoFit/>
            </a:bodyPr>
            <a:lstStyle/>
            <a:p>
              <a:pPr algn="ctr"/>
              <a:r>
                <a:rPr lang="en-US" sz="945" b="1" dirty="0"/>
                <a:t>Type</a:t>
              </a:r>
              <a:endParaRPr lang="en-US" sz="992" b="1" dirty="0"/>
            </a:p>
          </p:txBody>
        </p:sp>
        <p:grpSp>
          <p:nvGrpSpPr>
            <p:cNvPr id="1784" name="Group 1783">
              <a:extLst>
                <a:ext uri="{FF2B5EF4-FFF2-40B4-BE49-F238E27FC236}">
                  <a16:creationId xmlns:a16="http://schemas.microsoft.com/office/drawing/2014/main" id="{4BA22AD6-CE39-49C1-F65D-CB59F374B87D}"/>
                </a:ext>
              </a:extLst>
            </p:cNvPr>
            <p:cNvGrpSpPr/>
            <p:nvPr/>
          </p:nvGrpSpPr>
          <p:grpSpPr>
            <a:xfrm>
              <a:off x="3104699" y="4671893"/>
              <a:ext cx="1353102" cy="401184"/>
              <a:chOff x="3104699" y="4671893"/>
              <a:chExt cx="1353102" cy="401184"/>
            </a:xfrm>
          </p:grpSpPr>
          <p:sp>
            <p:nvSpPr>
              <p:cNvPr id="1785" name="TextBox 1784">
                <a:extLst>
                  <a:ext uri="{FF2B5EF4-FFF2-40B4-BE49-F238E27FC236}">
                    <a16:creationId xmlns:a16="http://schemas.microsoft.com/office/drawing/2014/main" id="{4B2F7FFC-2DB0-DFF2-B2A7-D4044F2AB0F8}"/>
                  </a:ext>
                </a:extLst>
              </p:cNvPr>
              <p:cNvSpPr txBox="1"/>
              <p:nvPr/>
            </p:nvSpPr>
            <p:spPr>
              <a:xfrm>
                <a:off x="3104699" y="4671893"/>
                <a:ext cx="252437" cy="251620"/>
              </a:xfrm>
              <a:prstGeom prst="rect">
                <a:avLst/>
              </a:prstGeom>
              <a:noFill/>
            </p:spPr>
            <p:txBody>
              <a:bodyPr wrap="square">
                <a:spAutoFit/>
              </a:bodyPr>
              <a:lstStyle/>
              <a:p>
                <a:r>
                  <a:rPr lang="en-US" sz="945">
                    <a:solidFill>
                      <a:srgbClr val="202122"/>
                    </a:solidFill>
                    <a:latin typeface="Arial" panose="020B0604020202020204" pitchFamily="34" charset="0"/>
                  </a:rPr>
                  <a:t>†</a:t>
                </a:r>
                <a:endParaRPr lang="en-US" sz="945"/>
              </a:p>
            </p:txBody>
          </p:sp>
          <p:sp>
            <p:nvSpPr>
              <p:cNvPr id="1786" name="TextBox 1785">
                <a:extLst>
                  <a:ext uri="{FF2B5EF4-FFF2-40B4-BE49-F238E27FC236}">
                    <a16:creationId xmlns:a16="http://schemas.microsoft.com/office/drawing/2014/main" id="{665F2A3E-514A-CBD1-3AF8-C739DC88B86C}"/>
                  </a:ext>
                </a:extLst>
              </p:cNvPr>
              <p:cNvSpPr txBox="1"/>
              <p:nvPr/>
            </p:nvSpPr>
            <p:spPr>
              <a:xfrm>
                <a:off x="3230917" y="4676412"/>
                <a:ext cx="1226884" cy="236148"/>
              </a:xfrm>
              <a:prstGeom prst="rect">
                <a:avLst/>
              </a:prstGeom>
              <a:noFill/>
            </p:spPr>
            <p:txBody>
              <a:bodyPr wrap="none" rtlCol="0">
                <a:spAutoFit/>
              </a:bodyPr>
              <a:lstStyle/>
              <a:p>
                <a:r>
                  <a:rPr lang="en-US" sz="850" dirty="0">
                    <a:ln/>
                    <a:solidFill>
                      <a:srgbClr val="000000"/>
                    </a:solidFill>
                    <a:latin typeface="Arial"/>
                    <a:cs typeface="Arial"/>
                    <a:sym typeface="Arial"/>
                    <a:rtl val="0"/>
                  </a:rPr>
                  <a:t>Transcription Factor</a:t>
                </a:r>
              </a:p>
            </p:txBody>
          </p:sp>
          <p:sp>
            <p:nvSpPr>
              <p:cNvPr id="1787" name="TextBox 1786">
                <a:extLst>
                  <a:ext uri="{FF2B5EF4-FFF2-40B4-BE49-F238E27FC236}">
                    <a16:creationId xmlns:a16="http://schemas.microsoft.com/office/drawing/2014/main" id="{1A19C904-451C-8CE2-8948-4EBDB0D48649}"/>
                  </a:ext>
                </a:extLst>
              </p:cNvPr>
              <p:cNvSpPr txBox="1"/>
              <p:nvPr/>
            </p:nvSpPr>
            <p:spPr>
              <a:xfrm>
                <a:off x="3230917" y="4836929"/>
                <a:ext cx="1174294" cy="236148"/>
              </a:xfrm>
              <a:prstGeom prst="rect">
                <a:avLst/>
              </a:prstGeom>
              <a:noFill/>
            </p:spPr>
            <p:txBody>
              <a:bodyPr wrap="none" rtlCol="0">
                <a:spAutoFit/>
              </a:bodyPr>
              <a:lstStyle/>
              <a:p>
                <a:r>
                  <a:rPr lang="en-US" sz="850" dirty="0">
                    <a:ln/>
                    <a:solidFill>
                      <a:srgbClr val="000000"/>
                    </a:solidFill>
                    <a:latin typeface="Arial"/>
                    <a:cs typeface="Arial"/>
                    <a:sym typeface="Arial"/>
                    <a:rtl val="0"/>
                  </a:rPr>
                  <a:t>Chromatin Modifier</a:t>
                </a:r>
              </a:p>
            </p:txBody>
          </p:sp>
          <p:sp>
            <p:nvSpPr>
              <p:cNvPr id="1788" name="TextBox 1787">
                <a:extLst>
                  <a:ext uri="{FF2B5EF4-FFF2-40B4-BE49-F238E27FC236}">
                    <a16:creationId xmlns:a16="http://schemas.microsoft.com/office/drawing/2014/main" id="{EE41E522-7175-9B52-4EF5-DC90994D805E}"/>
                  </a:ext>
                </a:extLst>
              </p:cNvPr>
              <p:cNvSpPr txBox="1"/>
              <p:nvPr/>
            </p:nvSpPr>
            <p:spPr>
              <a:xfrm>
                <a:off x="3104699" y="4819258"/>
                <a:ext cx="313329" cy="251619"/>
              </a:xfrm>
              <a:prstGeom prst="rect">
                <a:avLst/>
              </a:prstGeom>
              <a:noFill/>
            </p:spPr>
            <p:txBody>
              <a:bodyPr wrap="square">
                <a:spAutoFit/>
              </a:bodyPr>
              <a:lstStyle/>
              <a:p>
                <a:r>
                  <a:rPr lang="en-US" sz="945">
                    <a:solidFill>
                      <a:srgbClr val="202122"/>
                    </a:solidFill>
                    <a:latin typeface="Arial" panose="020B0604020202020204" pitchFamily="34" charset="0"/>
                  </a:rPr>
                  <a:t>§</a:t>
                </a:r>
                <a:endParaRPr lang="en-US" sz="945"/>
              </a:p>
            </p:txBody>
          </p:sp>
        </p:grpSp>
      </p:grpSp>
      <p:grpSp>
        <p:nvGrpSpPr>
          <p:cNvPr id="2373" name="Group 2372">
            <a:extLst>
              <a:ext uri="{FF2B5EF4-FFF2-40B4-BE49-F238E27FC236}">
                <a16:creationId xmlns:a16="http://schemas.microsoft.com/office/drawing/2014/main" id="{EEBCACD2-8BA8-4EFC-E714-4D26C6D810C2}"/>
              </a:ext>
            </a:extLst>
          </p:cNvPr>
          <p:cNvGrpSpPr/>
          <p:nvPr/>
        </p:nvGrpSpPr>
        <p:grpSpPr>
          <a:xfrm>
            <a:off x="4047984" y="2042891"/>
            <a:ext cx="1084723" cy="408889"/>
            <a:chOff x="4009850" y="2205964"/>
            <a:chExt cx="1084723" cy="408889"/>
          </a:xfrm>
        </p:grpSpPr>
        <p:grpSp>
          <p:nvGrpSpPr>
            <p:cNvPr id="2372" name="Group 2371">
              <a:extLst>
                <a:ext uri="{FF2B5EF4-FFF2-40B4-BE49-F238E27FC236}">
                  <a16:creationId xmlns:a16="http://schemas.microsoft.com/office/drawing/2014/main" id="{0445F09E-BB07-3B2A-9C1E-487F13D39BB5}"/>
                </a:ext>
              </a:extLst>
            </p:cNvPr>
            <p:cNvGrpSpPr/>
            <p:nvPr/>
          </p:nvGrpSpPr>
          <p:grpSpPr>
            <a:xfrm>
              <a:off x="4009850" y="2310018"/>
              <a:ext cx="1084723" cy="304835"/>
              <a:chOff x="4009850" y="2310018"/>
              <a:chExt cx="1084723" cy="304835"/>
            </a:xfrm>
          </p:grpSpPr>
          <p:sp>
            <p:nvSpPr>
              <p:cNvPr id="1910" name="TextBox 1909">
                <a:extLst>
                  <a:ext uri="{FF2B5EF4-FFF2-40B4-BE49-F238E27FC236}">
                    <a16:creationId xmlns:a16="http://schemas.microsoft.com/office/drawing/2014/main" id="{29C0DA67-8664-CBF8-4E7F-7E93066771F0}"/>
                  </a:ext>
                </a:extLst>
              </p:cNvPr>
              <p:cNvSpPr txBox="1"/>
              <p:nvPr/>
            </p:nvSpPr>
            <p:spPr>
              <a:xfrm>
                <a:off x="4812127" y="2310018"/>
                <a:ext cx="282446"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-2</a:t>
                </a:r>
              </a:p>
            </p:txBody>
          </p:sp>
          <p:grpSp>
            <p:nvGrpSpPr>
              <p:cNvPr id="2371" name="Group 2370">
                <a:extLst>
                  <a:ext uri="{FF2B5EF4-FFF2-40B4-BE49-F238E27FC236}">
                    <a16:creationId xmlns:a16="http://schemas.microsoft.com/office/drawing/2014/main" id="{AA3980AC-C75B-F02D-9C86-1D00732F37A4}"/>
                  </a:ext>
                </a:extLst>
              </p:cNvPr>
              <p:cNvGrpSpPr/>
              <p:nvPr/>
            </p:nvGrpSpPr>
            <p:grpSpPr>
              <a:xfrm>
                <a:off x="4132634" y="2310027"/>
                <a:ext cx="820710" cy="304826"/>
                <a:chOff x="4132634" y="2310027"/>
                <a:chExt cx="820710" cy="304826"/>
              </a:xfrm>
            </p:grpSpPr>
            <p:sp>
              <p:nvSpPr>
                <p:cNvPr id="1810" name="Freeform 945">
                  <a:extLst>
                    <a:ext uri="{FF2B5EF4-FFF2-40B4-BE49-F238E27FC236}">
                      <a16:creationId xmlns:a16="http://schemas.microsoft.com/office/drawing/2014/main" id="{0D9FE05C-39D1-044A-5BAD-CC9B850D5FED}"/>
                    </a:ext>
                  </a:extLst>
                </p:cNvPr>
                <p:cNvSpPr/>
                <p:nvPr/>
              </p:nvSpPr>
              <p:spPr>
                <a:xfrm rot="16200000">
                  <a:off x="4889240"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1965B0"/>
                </a:solidFill>
                <a:ln w="9525" cap="rnd">
                  <a:noFill/>
                  <a:prstDash val="solid"/>
                  <a:round/>
                </a:ln>
              </p:spPr>
              <p:txBody>
                <a:bodyPr/>
                <a:lstStyle/>
                <a:p>
                  <a:pPr algn="ctr"/>
                  <a:endParaRPr lang="en-US" sz="1701"/>
                </a:p>
              </p:txBody>
            </p:sp>
            <p:sp>
              <p:nvSpPr>
                <p:cNvPr id="1811" name="Freeform 946">
                  <a:extLst>
                    <a:ext uri="{FF2B5EF4-FFF2-40B4-BE49-F238E27FC236}">
                      <a16:creationId xmlns:a16="http://schemas.microsoft.com/office/drawing/2014/main" id="{57CCBCEC-4E6D-AD2B-9C38-64C2347365B9}"/>
                    </a:ext>
                  </a:extLst>
                </p:cNvPr>
                <p:cNvSpPr/>
                <p:nvPr/>
              </p:nvSpPr>
              <p:spPr>
                <a:xfrm rot="16200000">
                  <a:off x="4881033"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1D68B1"/>
                </a:solidFill>
                <a:ln w="9525" cap="rnd">
                  <a:noFill/>
                  <a:prstDash val="solid"/>
                  <a:round/>
                </a:ln>
              </p:spPr>
              <p:txBody>
                <a:bodyPr/>
                <a:lstStyle/>
                <a:p>
                  <a:pPr algn="ctr"/>
                  <a:endParaRPr lang="en-US" sz="1701"/>
                </a:p>
              </p:txBody>
            </p:sp>
            <p:sp>
              <p:nvSpPr>
                <p:cNvPr id="1812" name="Freeform 947">
                  <a:extLst>
                    <a:ext uri="{FF2B5EF4-FFF2-40B4-BE49-F238E27FC236}">
                      <a16:creationId xmlns:a16="http://schemas.microsoft.com/office/drawing/2014/main" id="{C2400D8E-5FC1-5F6E-600F-EB9A96E88EA4}"/>
                    </a:ext>
                  </a:extLst>
                </p:cNvPr>
                <p:cNvSpPr/>
                <p:nvPr/>
              </p:nvSpPr>
              <p:spPr>
                <a:xfrm rot="16200000">
                  <a:off x="4872826"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226BB3"/>
                </a:solidFill>
                <a:ln w="9525" cap="rnd">
                  <a:noFill/>
                  <a:prstDash val="solid"/>
                  <a:round/>
                </a:ln>
              </p:spPr>
              <p:txBody>
                <a:bodyPr/>
                <a:lstStyle/>
                <a:p>
                  <a:pPr algn="ctr"/>
                  <a:endParaRPr lang="en-US" sz="1701"/>
                </a:p>
              </p:txBody>
            </p:sp>
            <p:sp>
              <p:nvSpPr>
                <p:cNvPr id="1813" name="Freeform 948">
                  <a:extLst>
                    <a:ext uri="{FF2B5EF4-FFF2-40B4-BE49-F238E27FC236}">
                      <a16:creationId xmlns:a16="http://schemas.microsoft.com/office/drawing/2014/main" id="{3B49BE7E-88E6-13B2-2484-537EB98A980E}"/>
                    </a:ext>
                  </a:extLst>
                </p:cNvPr>
                <p:cNvSpPr/>
                <p:nvPr/>
              </p:nvSpPr>
              <p:spPr>
                <a:xfrm rot="16200000">
                  <a:off x="4864619"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266EB4"/>
                </a:solidFill>
                <a:ln w="9525" cap="rnd">
                  <a:noFill/>
                  <a:prstDash val="solid"/>
                  <a:round/>
                </a:ln>
              </p:spPr>
              <p:txBody>
                <a:bodyPr/>
                <a:lstStyle/>
                <a:p>
                  <a:pPr algn="ctr"/>
                  <a:endParaRPr lang="en-US" sz="1701"/>
                </a:p>
              </p:txBody>
            </p:sp>
            <p:sp>
              <p:nvSpPr>
                <p:cNvPr id="1814" name="Freeform 949">
                  <a:extLst>
                    <a:ext uri="{FF2B5EF4-FFF2-40B4-BE49-F238E27FC236}">
                      <a16:creationId xmlns:a16="http://schemas.microsoft.com/office/drawing/2014/main" id="{23D95503-1370-2B8E-D10D-67EBC785D651}"/>
                    </a:ext>
                  </a:extLst>
                </p:cNvPr>
                <p:cNvSpPr/>
                <p:nvPr/>
              </p:nvSpPr>
              <p:spPr>
                <a:xfrm rot="16200000">
                  <a:off x="4856412"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2B71B6"/>
                </a:solidFill>
                <a:ln w="9525" cap="rnd">
                  <a:noFill/>
                  <a:prstDash val="solid"/>
                  <a:round/>
                </a:ln>
              </p:spPr>
              <p:txBody>
                <a:bodyPr/>
                <a:lstStyle/>
                <a:p>
                  <a:pPr algn="ctr"/>
                  <a:endParaRPr lang="en-US" sz="1701"/>
                </a:p>
              </p:txBody>
            </p:sp>
            <p:sp>
              <p:nvSpPr>
                <p:cNvPr id="1815" name="Freeform 950">
                  <a:extLst>
                    <a:ext uri="{FF2B5EF4-FFF2-40B4-BE49-F238E27FC236}">
                      <a16:creationId xmlns:a16="http://schemas.microsoft.com/office/drawing/2014/main" id="{09120490-DE40-78A2-8DA0-AB4DFEBBF0D5}"/>
                    </a:ext>
                  </a:extLst>
                </p:cNvPr>
                <p:cNvSpPr/>
                <p:nvPr/>
              </p:nvSpPr>
              <p:spPr>
                <a:xfrm rot="16200000">
                  <a:off x="4848205"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3074B7"/>
                </a:solidFill>
                <a:ln w="9525" cap="rnd">
                  <a:noFill/>
                  <a:prstDash val="solid"/>
                  <a:round/>
                </a:ln>
              </p:spPr>
              <p:txBody>
                <a:bodyPr/>
                <a:lstStyle/>
                <a:p>
                  <a:pPr algn="ctr"/>
                  <a:endParaRPr lang="en-US" sz="1701"/>
                </a:p>
              </p:txBody>
            </p:sp>
            <p:sp>
              <p:nvSpPr>
                <p:cNvPr id="1816" name="Freeform 951">
                  <a:extLst>
                    <a:ext uri="{FF2B5EF4-FFF2-40B4-BE49-F238E27FC236}">
                      <a16:creationId xmlns:a16="http://schemas.microsoft.com/office/drawing/2014/main" id="{30ACD78A-77A5-D1AE-6F41-5240C9353B93}"/>
                    </a:ext>
                  </a:extLst>
                </p:cNvPr>
                <p:cNvSpPr/>
                <p:nvPr/>
              </p:nvSpPr>
              <p:spPr>
                <a:xfrm rot="16200000">
                  <a:off x="4839998"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3477B9"/>
                </a:solidFill>
                <a:ln w="9525" cap="rnd">
                  <a:noFill/>
                  <a:prstDash val="solid"/>
                  <a:round/>
                </a:ln>
              </p:spPr>
              <p:txBody>
                <a:bodyPr/>
                <a:lstStyle/>
                <a:p>
                  <a:pPr algn="ctr"/>
                  <a:endParaRPr lang="en-US" sz="1701"/>
                </a:p>
              </p:txBody>
            </p:sp>
            <p:sp>
              <p:nvSpPr>
                <p:cNvPr id="1817" name="Freeform 952">
                  <a:extLst>
                    <a:ext uri="{FF2B5EF4-FFF2-40B4-BE49-F238E27FC236}">
                      <a16:creationId xmlns:a16="http://schemas.microsoft.com/office/drawing/2014/main" id="{EDE7E512-0245-ABCC-BA6B-F2A70DECE549}"/>
                    </a:ext>
                  </a:extLst>
                </p:cNvPr>
                <p:cNvSpPr/>
                <p:nvPr/>
              </p:nvSpPr>
              <p:spPr>
                <a:xfrm rot="16200000">
                  <a:off x="4831790"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397ABB"/>
                </a:solidFill>
                <a:ln w="9525" cap="rnd">
                  <a:noFill/>
                  <a:prstDash val="solid"/>
                  <a:round/>
                </a:ln>
              </p:spPr>
              <p:txBody>
                <a:bodyPr/>
                <a:lstStyle/>
                <a:p>
                  <a:pPr algn="ctr"/>
                  <a:endParaRPr lang="en-US" sz="1701"/>
                </a:p>
              </p:txBody>
            </p:sp>
            <p:sp>
              <p:nvSpPr>
                <p:cNvPr id="1818" name="Freeform 953">
                  <a:extLst>
                    <a:ext uri="{FF2B5EF4-FFF2-40B4-BE49-F238E27FC236}">
                      <a16:creationId xmlns:a16="http://schemas.microsoft.com/office/drawing/2014/main" id="{262A458A-E387-8301-42F0-2B86F77A073D}"/>
                    </a:ext>
                  </a:extLst>
                </p:cNvPr>
                <p:cNvSpPr/>
                <p:nvPr/>
              </p:nvSpPr>
              <p:spPr>
                <a:xfrm rot="16200000">
                  <a:off x="4823583"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3E7DBC"/>
                </a:solidFill>
                <a:ln w="9525" cap="rnd">
                  <a:noFill/>
                  <a:prstDash val="solid"/>
                  <a:round/>
                </a:ln>
              </p:spPr>
              <p:txBody>
                <a:bodyPr/>
                <a:lstStyle/>
                <a:p>
                  <a:pPr algn="ctr"/>
                  <a:endParaRPr lang="en-US" sz="1701"/>
                </a:p>
              </p:txBody>
            </p:sp>
            <p:sp>
              <p:nvSpPr>
                <p:cNvPr id="1819" name="Freeform 954">
                  <a:extLst>
                    <a:ext uri="{FF2B5EF4-FFF2-40B4-BE49-F238E27FC236}">
                      <a16:creationId xmlns:a16="http://schemas.microsoft.com/office/drawing/2014/main" id="{53735B5C-1B26-2925-EA1B-648151131A0E}"/>
                    </a:ext>
                  </a:extLst>
                </p:cNvPr>
                <p:cNvSpPr/>
                <p:nvPr/>
              </p:nvSpPr>
              <p:spPr>
                <a:xfrm rot="16200000">
                  <a:off x="4815376"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4281BE"/>
                </a:solidFill>
                <a:ln w="9525" cap="rnd">
                  <a:noFill/>
                  <a:prstDash val="solid"/>
                  <a:round/>
                </a:ln>
              </p:spPr>
              <p:txBody>
                <a:bodyPr/>
                <a:lstStyle/>
                <a:p>
                  <a:pPr algn="ctr"/>
                  <a:endParaRPr lang="en-US" sz="1701"/>
                </a:p>
              </p:txBody>
            </p:sp>
            <p:sp>
              <p:nvSpPr>
                <p:cNvPr id="1820" name="Freeform 955">
                  <a:extLst>
                    <a:ext uri="{FF2B5EF4-FFF2-40B4-BE49-F238E27FC236}">
                      <a16:creationId xmlns:a16="http://schemas.microsoft.com/office/drawing/2014/main" id="{FBEEBECB-FA5C-7462-2378-F38DC382851B}"/>
                    </a:ext>
                  </a:extLst>
                </p:cNvPr>
                <p:cNvSpPr/>
                <p:nvPr/>
              </p:nvSpPr>
              <p:spPr>
                <a:xfrm rot="16200000">
                  <a:off x="4807169"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4784BF"/>
                </a:solidFill>
                <a:ln w="9525" cap="rnd">
                  <a:noFill/>
                  <a:prstDash val="solid"/>
                  <a:round/>
                </a:ln>
              </p:spPr>
              <p:txBody>
                <a:bodyPr/>
                <a:lstStyle/>
                <a:p>
                  <a:pPr algn="ctr"/>
                  <a:endParaRPr lang="en-US" sz="1701"/>
                </a:p>
              </p:txBody>
            </p:sp>
            <p:sp>
              <p:nvSpPr>
                <p:cNvPr id="1821" name="Freeform 956">
                  <a:extLst>
                    <a:ext uri="{FF2B5EF4-FFF2-40B4-BE49-F238E27FC236}">
                      <a16:creationId xmlns:a16="http://schemas.microsoft.com/office/drawing/2014/main" id="{7559A654-D7FD-04FA-90B5-8E8339E2DC2A}"/>
                    </a:ext>
                  </a:extLst>
                </p:cNvPr>
                <p:cNvSpPr/>
                <p:nvPr/>
              </p:nvSpPr>
              <p:spPr>
                <a:xfrm rot="16200000">
                  <a:off x="4798962"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4C87C1"/>
                </a:solidFill>
                <a:ln w="9525" cap="rnd">
                  <a:noFill/>
                  <a:prstDash val="solid"/>
                  <a:round/>
                </a:ln>
              </p:spPr>
              <p:txBody>
                <a:bodyPr/>
                <a:lstStyle/>
                <a:p>
                  <a:pPr algn="ctr"/>
                  <a:endParaRPr lang="en-US" sz="1701"/>
                </a:p>
              </p:txBody>
            </p:sp>
            <p:sp>
              <p:nvSpPr>
                <p:cNvPr id="1822" name="Freeform 957">
                  <a:extLst>
                    <a:ext uri="{FF2B5EF4-FFF2-40B4-BE49-F238E27FC236}">
                      <a16:creationId xmlns:a16="http://schemas.microsoft.com/office/drawing/2014/main" id="{A2C26BB8-AFEC-1D0D-272F-922A2BAC6292}"/>
                    </a:ext>
                  </a:extLst>
                </p:cNvPr>
                <p:cNvSpPr/>
                <p:nvPr/>
              </p:nvSpPr>
              <p:spPr>
                <a:xfrm rot="16200000">
                  <a:off x="4790755"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508AC3"/>
                </a:solidFill>
                <a:ln w="9525" cap="rnd">
                  <a:noFill/>
                  <a:prstDash val="solid"/>
                  <a:round/>
                </a:ln>
              </p:spPr>
              <p:txBody>
                <a:bodyPr/>
                <a:lstStyle/>
                <a:p>
                  <a:pPr algn="ctr"/>
                  <a:endParaRPr lang="en-US" sz="1701"/>
                </a:p>
              </p:txBody>
            </p:sp>
            <p:sp>
              <p:nvSpPr>
                <p:cNvPr id="1823" name="Freeform 958">
                  <a:extLst>
                    <a:ext uri="{FF2B5EF4-FFF2-40B4-BE49-F238E27FC236}">
                      <a16:creationId xmlns:a16="http://schemas.microsoft.com/office/drawing/2014/main" id="{016F35B3-07A1-6A7C-9E30-75B7501DEF61}"/>
                    </a:ext>
                  </a:extLst>
                </p:cNvPr>
                <p:cNvSpPr/>
                <p:nvPr/>
              </p:nvSpPr>
              <p:spPr>
                <a:xfrm rot="16200000">
                  <a:off x="4782548"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558DC4"/>
                </a:solidFill>
                <a:ln w="9525" cap="rnd">
                  <a:noFill/>
                  <a:prstDash val="solid"/>
                  <a:round/>
                </a:ln>
              </p:spPr>
              <p:txBody>
                <a:bodyPr/>
                <a:lstStyle/>
                <a:p>
                  <a:pPr algn="ctr"/>
                  <a:endParaRPr lang="en-US" sz="1701"/>
                </a:p>
              </p:txBody>
            </p:sp>
            <p:sp>
              <p:nvSpPr>
                <p:cNvPr id="1824" name="Freeform 959">
                  <a:extLst>
                    <a:ext uri="{FF2B5EF4-FFF2-40B4-BE49-F238E27FC236}">
                      <a16:creationId xmlns:a16="http://schemas.microsoft.com/office/drawing/2014/main" id="{DF4D2429-B4A2-F769-E819-1D3C5D363097}"/>
                    </a:ext>
                  </a:extLst>
                </p:cNvPr>
                <p:cNvSpPr/>
                <p:nvPr/>
              </p:nvSpPr>
              <p:spPr>
                <a:xfrm rot="16200000">
                  <a:off x="4774341"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5A90C6"/>
                </a:solidFill>
                <a:ln w="9525" cap="rnd">
                  <a:noFill/>
                  <a:prstDash val="solid"/>
                  <a:round/>
                </a:ln>
              </p:spPr>
              <p:txBody>
                <a:bodyPr/>
                <a:lstStyle/>
                <a:p>
                  <a:pPr algn="ctr"/>
                  <a:endParaRPr lang="en-US" sz="1701"/>
                </a:p>
              </p:txBody>
            </p:sp>
            <p:sp>
              <p:nvSpPr>
                <p:cNvPr id="1825" name="Freeform 960">
                  <a:extLst>
                    <a:ext uri="{FF2B5EF4-FFF2-40B4-BE49-F238E27FC236}">
                      <a16:creationId xmlns:a16="http://schemas.microsoft.com/office/drawing/2014/main" id="{2A484C63-C570-7B14-DF93-128C5B108A59}"/>
                    </a:ext>
                  </a:extLst>
                </p:cNvPr>
                <p:cNvSpPr/>
                <p:nvPr/>
              </p:nvSpPr>
              <p:spPr>
                <a:xfrm rot="16200000">
                  <a:off x="4766134"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5E93C7"/>
                </a:solidFill>
                <a:ln w="9525" cap="rnd">
                  <a:noFill/>
                  <a:prstDash val="solid"/>
                  <a:round/>
                </a:ln>
              </p:spPr>
              <p:txBody>
                <a:bodyPr/>
                <a:lstStyle/>
                <a:p>
                  <a:pPr algn="ctr"/>
                  <a:endParaRPr lang="en-US" sz="1701"/>
                </a:p>
              </p:txBody>
            </p:sp>
            <p:sp>
              <p:nvSpPr>
                <p:cNvPr id="1826" name="Freeform 961">
                  <a:extLst>
                    <a:ext uri="{FF2B5EF4-FFF2-40B4-BE49-F238E27FC236}">
                      <a16:creationId xmlns:a16="http://schemas.microsoft.com/office/drawing/2014/main" id="{FA430171-0CDD-0248-F3E1-E6ABDA183373}"/>
                    </a:ext>
                  </a:extLst>
                </p:cNvPr>
                <p:cNvSpPr/>
                <p:nvPr/>
              </p:nvSpPr>
              <p:spPr>
                <a:xfrm rot="16200000">
                  <a:off x="4757927"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6396C9"/>
                </a:solidFill>
                <a:ln w="9525" cap="rnd">
                  <a:noFill/>
                  <a:prstDash val="solid"/>
                  <a:round/>
                </a:ln>
              </p:spPr>
              <p:txBody>
                <a:bodyPr/>
                <a:lstStyle/>
                <a:p>
                  <a:pPr algn="ctr"/>
                  <a:endParaRPr lang="en-US" sz="1701"/>
                </a:p>
              </p:txBody>
            </p:sp>
            <p:sp>
              <p:nvSpPr>
                <p:cNvPr id="1827" name="Freeform 962">
                  <a:extLst>
                    <a:ext uri="{FF2B5EF4-FFF2-40B4-BE49-F238E27FC236}">
                      <a16:creationId xmlns:a16="http://schemas.microsoft.com/office/drawing/2014/main" id="{E87EE85C-F566-2D59-950A-52AC1CB68495}"/>
                    </a:ext>
                  </a:extLst>
                </p:cNvPr>
                <p:cNvSpPr/>
                <p:nvPr/>
              </p:nvSpPr>
              <p:spPr>
                <a:xfrm rot="16200000">
                  <a:off x="4749720"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6799CB"/>
                </a:solidFill>
                <a:ln w="9525" cap="rnd">
                  <a:noFill/>
                  <a:prstDash val="solid"/>
                  <a:round/>
                </a:ln>
              </p:spPr>
              <p:txBody>
                <a:bodyPr/>
                <a:lstStyle/>
                <a:p>
                  <a:pPr algn="ctr"/>
                  <a:endParaRPr lang="en-US" sz="1701"/>
                </a:p>
              </p:txBody>
            </p:sp>
            <p:sp>
              <p:nvSpPr>
                <p:cNvPr id="1828" name="Freeform 963">
                  <a:extLst>
                    <a:ext uri="{FF2B5EF4-FFF2-40B4-BE49-F238E27FC236}">
                      <a16:creationId xmlns:a16="http://schemas.microsoft.com/office/drawing/2014/main" id="{4317D977-5183-5FF1-456D-549420C299C6}"/>
                    </a:ext>
                  </a:extLst>
                </p:cNvPr>
                <p:cNvSpPr/>
                <p:nvPr/>
              </p:nvSpPr>
              <p:spPr>
                <a:xfrm rot="16200000">
                  <a:off x="4741512"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6C9DCC"/>
                </a:solidFill>
                <a:ln w="9525" cap="rnd">
                  <a:noFill/>
                  <a:prstDash val="solid"/>
                  <a:round/>
                </a:ln>
              </p:spPr>
              <p:txBody>
                <a:bodyPr/>
                <a:lstStyle/>
                <a:p>
                  <a:pPr algn="ctr"/>
                  <a:endParaRPr lang="en-US" sz="1701"/>
                </a:p>
              </p:txBody>
            </p:sp>
            <p:sp>
              <p:nvSpPr>
                <p:cNvPr id="1829" name="Freeform 964">
                  <a:extLst>
                    <a:ext uri="{FF2B5EF4-FFF2-40B4-BE49-F238E27FC236}">
                      <a16:creationId xmlns:a16="http://schemas.microsoft.com/office/drawing/2014/main" id="{D02C11AD-E756-DB3D-1FA0-3CD3616AFFB7}"/>
                    </a:ext>
                  </a:extLst>
                </p:cNvPr>
                <p:cNvSpPr/>
                <p:nvPr/>
              </p:nvSpPr>
              <p:spPr>
                <a:xfrm rot="16200000">
                  <a:off x="4733305"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71A0CE"/>
                </a:solidFill>
                <a:ln w="9525" cap="rnd">
                  <a:noFill/>
                  <a:prstDash val="solid"/>
                  <a:round/>
                </a:ln>
              </p:spPr>
              <p:txBody>
                <a:bodyPr/>
                <a:lstStyle/>
                <a:p>
                  <a:pPr algn="ctr"/>
                  <a:endParaRPr lang="en-US" sz="1701"/>
                </a:p>
              </p:txBody>
            </p:sp>
            <p:sp>
              <p:nvSpPr>
                <p:cNvPr id="1830" name="Freeform 965">
                  <a:extLst>
                    <a:ext uri="{FF2B5EF4-FFF2-40B4-BE49-F238E27FC236}">
                      <a16:creationId xmlns:a16="http://schemas.microsoft.com/office/drawing/2014/main" id="{FB1F7B97-7B8C-5B3E-7AB2-B220A397A45E}"/>
                    </a:ext>
                  </a:extLst>
                </p:cNvPr>
                <p:cNvSpPr/>
                <p:nvPr/>
              </p:nvSpPr>
              <p:spPr>
                <a:xfrm rot="16200000">
                  <a:off x="4725098"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75A3CF"/>
                </a:solidFill>
                <a:ln w="9525" cap="rnd">
                  <a:noFill/>
                  <a:prstDash val="solid"/>
                  <a:round/>
                </a:ln>
              </p:spPr>
              <p:txBody>
                <a:bodyPr/>
                <a:lstStyle/>
                <a:p>
                  <a:pPr algn="ctr"/>
                  <a:endParaRPr lang="en-US" sz="1701"/>
                </a:p>
              </p:txBody>
            </p:sp>
            <p:sp>
              <p:nvSpPr>
                <p:cNvPr id="1831" name="Freeform 966">
                  <a:extLst>
                    <a:ext uri="{FF2B5EF4-FFF2-40B4-BE49-F238E27FC236}">
                      <a16:creationId xmlns:a16="http://schemas.microsoft.com/office/drawing/2014/main" id="{5BE97FF8-36C8-1968-DFE7-7EE9DA71EA17}"/>
                    </a:ext>
                  </a:extLst>
                </p:cNvPr>
                <p:cNvSpPr/>
                <p:nvPr/>
              </p:nvSpPr>
              <p:spPr>
                <a:xfrm rot="16200000">
                  <a:off x="4716891"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7AA6D1"/>
                </a:solidFill>
                <a:ln w="9525" cap="rnd">
                  <a:noFill/>
                  <a:prstDash val="solid"/>
                  <a:round/>
                </a:ln>
              </p:spPr>
              <p:txBody>
                <a:bodyPr/>
                <a:lstStyle/>
                <a:p>
                  <a:pPr algn="ctr"/>
                  <a:endParaRPr lang="en-US" sz="1701"/>
                </a:p>
              </p:txBody>
            </p:sp>
            <p:sp>
              <p:nvSpPr>
                <p:cNvPr id="1832" name="Freeform 967">
                  <a:extLst>
                    <a:ext uri="{FF2B5EF4-FFF2-40B4-BE49-F238E27FC236}">
                      <a16:creationId xmlns:a16="http://schemas.microsoft.com/office/drawing/2014/main" id="{65EB3AF2-7CBE-9FBD-431F-3203906A48FA}"/>
                    </a:ext>
                  </a:extLst>
                </p:cNvPr>
                <p:cNvSpPr/>
                <p:nvPr/>
              </p:nvSpPr>
              <p:spPr>
                <a:xfrm rot="16200000">
                  <a:off x="4708684"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7FA9D3"/>
                </a:solidFill>
                <a:ln w="9525" cap="rnd">
                  <a:noFill/>
                  <a:prstDash val="solid"/>
                  <a:round/>
                </a:ln>
              </p:spPr>
              <p:txBody>
                <a:bodyPr/>
                <a:lstStyle/>
                <a:p>
                  <a:pPr algn="ctr"/>
                  <a:endParaRPr lang="en-US" sz="1701"/>
                </a:p>
              </p:txBody>
            </p:sp>
            <p:sp>
              <p:nvSpPr>
                <p:cNvPr id="1833" name="Freeform 968">
                  <a:extLst>
                    <a:ext uri="{FF2B5EF4-FFF2-40B4-BE49-F238E27FC236}">
                      <a16:creationId xmlns:a16="http://schemas.microsoft.com/office/drawing/2014/main" id="{C8E942E7-1495-0DEA-767B-7B7DBE81A7C1}"/>
                    </a:ext>
                  </a:extLst>
                </p:cNvPr>
                <p:cNvSpPr/>
                <p:nvPr/>
              </p:nvSpPr>
              <p:spPr>
                <a:xfrm rot="16200000">
                  <a:off x="4700477"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83ACD4"/>
                </a:solidFill>
                <a:ln w="9525" cap="rnd">
                  <a:noFill/>
                  <a:prstDash val="solid"/>
                  <a:round/>
                </a:ln>
              </p:spPr>
              <p:txBody>
                <a:bodyPr/>
                <a:lstStyle/>
                <a:p>
                  <a:pPr algn="ctr"/>
                  <a:endParaRPr lang="en-US" sz="1701"/>
                </a:p>
              </p:txBody>
            </p:sp>
            <p:sp>
              <p:nvSpPr>
                <p:cNvPr id="1834" name="Freeform 969">
                  <a:extLst>
                    <a:ext uri="{FF2B5EF4-FFF2-40B4-BE49-F238E27FC236}">
                      <a16:creationId xmlns:a16="http://schemas.microsoft.com/office/drawing/2014/main" id="{AF0D4EFA-E4A8-D657-8707-43145995B5D1}"/>
                    </a:ext>
                  </a:extLst>
                </p:cNvPr>
                <p:cNvSpPr/>
                <p:nvPr/>
              </p:nvSpPr>
              <p:spPr>
                <a:xfrm rot="16200000">
                  <a:off x="4692270"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88AFD6"/>
                </a:solidFill>
                <a:ln w="9525" cap="rnd">
                  <a:noFill/>
                  <a:prstDash val="solid"/>
                  <a:round/>
                </a:ln>
              </p:spPr>
              <p:txBody>
                <a:bodyPr/>
                <a:lstStyle/>
                <a:p>
                  <a:pPr algn="ctr"/>
                  <a:endParaRPr lang="en-US" sz="1701"/>
                </a:p>
              </p:txBody>
            </p:sp>
            <p:sp>
              <p:nvSpPr>
                <p:cNvPr id="1835" name="Freeform 970">
                  <a:extLst>
                    <a:ext uri="{FF2B5EF4-FFF2-40B4-BE49-F238E27FC236}">
                      <a16:creationId xmlns:a16="http://schemas.microsoft.com/office/drawing/2014/main" id="{14547C64-4181-F784-9BD0-9E44E20186D8}"/>
                    </a:ext>
                  </a:extLst>
                </p:cNvPr>
                <p:cNvSpPr/>
                <p:nvPr/>
              </p:nvSpPr>
              <p:spPr>
                <a:xfrm rot="16200000">
                  <a:off x="4684063"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8DB2D7"/>
                </a:solidFill>
                <a:ln w="9525" cap="rnd">
                  <a:noFill/>
                  <a:prstDash val="solid"/>
                  <a:round/>
                </a:ln>
              </p:spPr>
              <p:txBody>
                <a:bodyPr/>
                <a:lstStyle/>
                <a:p>
                  <a:pPr algn="ctr"/>
                  <a:endParaRPr lang="en-US" sz="1701"/>
                </a:p>
              </p:txBody>
            </p:sp>
            <p:sp>
              <p:nvSpPr>
                <p:cNvPr id="1836" name="Freeform 971">
                  <a:extLst>
                    <a:ext uri="{FF2B5EF4-FFF2-40B4-BE49-F238E27FC236}">
                      <a16:creationId xmlns:a16="http://schemas.microsoft.com/office/drawing/2014/main" id="{2B0A2E65-6F96-2BB1-9892-C9311241DC2E}"/>
                    </a:ext>
                  </a:extLst>
                </p:cNvPr>
                <p:cNvSpPr/>
                <p:nvPr/>
              </p:nvSpPr>
              <p:spPr>
                <a:xfrm rot="16200000">
                  <a:off x="4675855" y="2550744"/>
                  <a:ext cx="120001" cy="8207"/>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91B5D9"/>
                </a:solidFill>
                <a:ln w="9525" cap="rnd">
                  <a:noFill/>
                  <a:prstDash val="solid"/>
                  <a:round/>
                </a:ln>
              </p:spPr>
              <p:txBody>
                <a:bodyPr/>
                <a:lstStyle/>
                <a:p>
                  <a:pPr algn="ctr"/>
                  <a:endParaRPr lang="en-US" sz="1701"/>
                </a:p>
              </p:txBody>
            </p:sp>
            <p:sp>
              <p:nvSpPr>
                <p:cNvPr id="1837" name="Freeform 972">
                  <a:extLst>
                    <a:ext uri="{FF2B5EF4-FFF2-40B4-BE49-F238E27FC236}">
                      <a16:creationId xmlns:a16="http://schemas.microsoft.com/office/drawing/2014/main" id="{7A28430A-21EA-02C4-CF6D-50ADB0D6BC05}"/>
                    </a:ext>
                  </a:extLst>
                </p:cNvPr>
                <p:cNvSpPr/>
                <p:nvPr/>
              </p:nvSpPr>
              <p:spPr>
                <a:xfrm rot="16200000">
                  <a:off x="466764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96B9DB"/>
                </a:solidFill>
                <a:ln w="9525" cap="rnd">
                  <a:noFill/>
                  <a:prstDash val="solid"/>
                  <a:round/>
                </a:ln>
              </p:spPr>
              <p:txBody>
                <a:bodyPr/>
                <a:lstStyle/>
                <a:p>
                  <a:pPr algn="ctr"/>
                  <a:endParaRPr lang="en-US" sz="1701"/>
                </a:p>
              </p:txBody>
            </p:sp>
            <p:sp>
              <p:nvSpPr>
                <p:cNvPr id="1838" name="Freeform 973">
                  <a:extLst>
                    <a:ext uri="{FF2B5EF4-FFF2-40B4-BE49-F238E27FC236}">
                      <a16:creationId xmlns:a16="http://schemas.microsoft.com/office/drawing/2014/main" id="{68CA0472-0E85-2537-852A-F317D108301A}"/>
                    </a:ext>
                  </a:extLst>
                </p:cNvPr>
                <p:cNvSpPr/>
                <p:nvPr/>
              </p:nvSpPr>
              <p:spPr>
                <a:xfrm rot="16200000">
                  <a:off x="465944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9BBCDC"/>
                </a:solidFill>
                <a:ln w="9525" cap="rnd">
                  <a:noFill/>
                  <a:prstDash val="solid"/>
                  <a:round/>
                </a:ln>
              </p:spPr>
              <p:txBody>
                <a:bodyPr/>
                <a:lstStyle/>
                <a:p>
                  <a:pPr algn="ctr"/>
                  <a:endParaRPr lang="en-US" sz="1701"/>
                </a:p>
              </p:txBody>
            </p:sp>
            <p:sp>
              <p:nvSpPr>
                <p:cNvPr id="1839" name="Freeform 974">
                  <a:extLst>
                    <a:ext uri="{FF2B5EF4-FFF2-40B4-BE49-F238E27FC236}">
                      <a16:creationId xmlns:a16="http://schemas.microsoft.com/office/drawing/2014/main" id="{75B429A1-6ED5-E449-1DEB-2072FB85E023}"/>
                    </a:ext>
                  </a:extLst>
                </p:cNvPr>
                <p:cNvSpPr/>
                <p:nvPr/>
              </p:nvSpPr>
              <p:spPr>
                <a:xfrm rot="16200000">
                  <a:off x="4651234"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9FBFDE"/>
                </a:solidFill>
                <a:ln w="9525" cap="rnd">
                  <a:noFill/>
                  <a:prstDash val="solid"/>
                  <a:round/>
                </a:ln>
              </p:spPr>
              <p:txBody>
                <a:bodyPr/>
                <a:lstStyle/>
                <a:p>
                  <a:pPr algn="ctr"/>
                  <a:endParaRPr lang="en-US" sz="1701"/>
                </a:p>
              </p:txBody>
            </p:sp>
            <p:sp>
              <p:nvSpPr>
                <p:cNvPr id="1840" name="Freeform 975">
                  <a:extLst>
                    <a:ext uri="{FF2B5EF4-FFF2-40B4-BE49-F238E27FC236}">
                      <a16:creationId xmlns:a16="http://schemas.microsoft.com/office/drawing/2014/main" id="{7545CA75-F54E-DDAC-9AE2-8F37B0205003}"/>
                    </a:ext>
                  </a:extLst>
                </p:cNvPr>
                <p:cNvSpPr/>
                <p:nvPr/>
              </p:nvSpPr>
              <p:spPr>
                <a:xfrm rot="16200000">
                  <a:off x="4643027"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A4C2DF"/>
                </a:solidFill>
                <a:ln w="9525" cap="rnd">
                  <a:noFill/>
                  <a:prstDash val="solid"/>
                  <a:round/>
                </a:ln>
              </p:spPr>
              <p:txBody>
                <a:bodyPr/>
                <a:lstStyle/>
                <a:p>
                  <a:pPr algn="ctr"/>
                  <a:endParaRPr lang="en-US" sz="1701"/>
                </a:p>
              </p:txBody>
            </p:sp>
            <p:sp>
              <p:nvSpPr>
                <p:cNvPr id="1841" name="Freeform 976">
                  <a:extLst>
                    <a:ext uri="{FF2B5EF4-FFF2-40B4-BE49-F238E27FC236}">
                      <a16:creationId xmlns:a16="http://schemas.microsoft.com/office/drawing/2014/main" id="{FC0EE4F3-D653-5185-AB9A-51145079E10B}"/>
                    </a:ext>
                  </a:extLst>
                </p:cNvPr>
                <p:cNvSpPr/>
                <p:nvPr/>
              </p:nvSpPr>
              <p:spPr>
                <a:xfrm rot="16200000">
                  <a:off x="4634820"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A9C5E1"/>
                </a:solidFill>
                <a:ln w="9525" cap="rnd">
                  <a:noFill/>
                  <a:prstDash val="solid"/>
                  <a:round/>
                </a:ln>
              </p:spPr>
              <p:txBody>
                <a:bodyPr/>
                <a:lstStyle/>
                <a:p>
                  <a:pPr algn="ctr"/>
                  <a:endParaRPr lang="en-US" sz="1701"/>
                </a:p>
              </p:txBody>
            </p:sp>
            <p:sp>
              <p:nvSpPr>
                <p:cNvPr id="1842" name="Freeform 977">
                  <a:extLst>
                    <a:ext uri="{FF2B5EF4-FFF2-40B4-BE49-F238E27FC236}">
                      <a16:creationId xmlns:a16="http://schemas.microsoft.com/office/drawing/2014/main" id="{00088EBF-A7AF-8DF2-86DC-7D3BC305F2C4}"/>
                    </a:ext>
                  </a:extLst>
                </p:cNvPr>
                <p:cNvSpPr/>
                <p:nvPr/>
              </p:nvSpPr>
              <p:spPr>
                <a:xfrm rot="16200000">
                  <a:off x="4626613"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ADC8E3"/>
                </a:solidFill>
                <a:ln w="9525" cap="rnd">
                  <a:noFill/>
                  <a:prstDash val="solid"/>
                  <a:round/>
                </a:ln>
              </p:spPr>
              <p:txBody>
                <a:bodyPr/>
                <a:lstStyle/>
                <a:p>
                  <a:pPr algn="ctr"/>
                  <a:endParaRPr lang="en-US" sz="1701"/>
                </a:p>
              </p:txBody>
            </p:sp>
            <p:sp>
              <p:nvSpPr>
                <p:cNvPr id="1843" name="Freeform 978">
                  <a:extLst>
                    <a:ext uri="{FF2B5EF4-FFF2-40B4-BE49-F238E27FC236}">
                      <a16:creationId xmlns:a16="http://schemas.microsoft.com/office/drawing/2014/main" id="{5EED9F40-8DCC-AABB-7DE9-CA059099B89C}"/>
                    </a:ext>
                  </a:extLst>
                </p:cNvPr>
                <p:cNvSpPr/>
                <p:nvPr/>
              </p:nvSpPr>
              <p:spPr>
                <a:xfrm rot="16200000">
                  <a:off x="4618406"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B2CBE4"/>
                </a:solidFill>
                <a:ln w="9525" cap="rnd">
                  <a:noFill/>
                  <a:prstDash val="solid"/>
                  <a:round/>
                </a:ln>
              </p:spPr>
              <p:txBody>
                <a:bodyPr/>
                <a:lstStyle/>
                <a:p>
                  <a:pPr algn="ctr"/>
                  <a:endParaRPr lang="en-US" sz="1701"/>
                </a:p>
              </p:txBody>
            </p:sp>
            <p:sp>
              <p:nvSpPr>
                <p:cNvPr id="1844" name="Freeform 979">
                  <a:extLst>
                    <a:ext uri="{FF2B5EF4-FFF2-40B4-BE49-F238E27FC236}">
                      <a16:creationId xmlns:a16="http://schemas.microsoft.com/office/drawing/2014/main" id="{7AC183E3-52D9-0572-F517-519C92C53828}"/>
                    </a:ext>
                  </a:extLst>
                </p:cNvPr>
                <p:cNvSpPr/>
                <p:nvPr/>
              </p:nvSpPr>
              <p:spPr>
                <a:xfrm rot="16200000">
                  <a:off x="461019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B6CEE6"/>
                </a:solidFill>
                <a:ln w="9525" cap="rnd">
                  <a:noFill/>
                  <a:prstDash val="solid"/>
                  <a:round/>
                </a:ln>
              </p:spPr>
              <p:txBody>
                <a:bodyPr/>
                <a:lstStyle/>
                <a:p>
                  <a:pPr algn="ctr"/>
                  <a:endParaRPr lang="en-US" sz="1701"/>
                </a:p>
              </p:txBody>
            </p:sp>
            <p:sp>
              <p:nvSpPr>
                <p:cNvPr id="1845" name="Freeform 980">
                  <a:extLst>
                    <a:ext uri="{FF2B5EF4-FFF2-40B4-BE49-F238E27FC236}">
                      <a16:creationId xmlns:a16="http://schemas.microsoft.com/office/drawing/2014/main" id="{C832DAEA-C1DE-8478-9DA1-0DBE3F6C4311}"/>
                    </a:ext>
                  </a:extLst>
                </p:cNvPr>
                <p:cNvSpPr/>
                <p:nvPr/>
              </p:nvSpPr>
              <p:spPr>
                <a:xfrm rot="16200000">
                  <a:off x="4601992"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BBD1E7"/>
                </a:solidFill>
                <a:ln w="9525" cap="rnd">
                  <a:noFill/>
                  <a:prstDash val="solid"/>
                  <a:round/>
                </a:ln>
              </p:spPr>
              <p:txBody>
                <a:bodyPr/>
                <a:lstStyle/>
                <a:p>
                  <a:pPr algn="ctr"/>
                  <a:endParaRPr lang="en-US" sz="1701"/>
                </a:p>
              </p:txBody>
            </p:sp>
            <p:sp>
              <p:nvSpPr>
                <p:cNvPr id="1846" name="Freeform 981">
                  <a:extLst>
                    <a:ext uri="{FF2B5EF4-FFF2-40B4-BE49-F238E27FC236}">
                      <a16:creationId xmlns:a16="http://schemas.microsoft.com/office/drawing/2014/main" id="{060E2B56-654A-DAC4-7F8F-E9A40D0D7910}"/>
                    </a:ext>
                  </a:extLst>
                </p:cNvPr>
                <p:cNvSpPr/>
                <p:nvPr/>
              </p:nvSpPr>
              <p:spPr>
                <a:xfrm rot="16200000">
                  <a:off x="4593785"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C0D5E9"/>
                </a:solidFill>
                <a:ln w="9525" cap="rnd">
                  <a:noFill/>
                  <a:prstDash val="solid"/>
                  <a:round/>
                </a:ln>
              </p:spPr>
              <p:txBody>
                <a:bodyPr/>
                <a:lstStyle/>
                <a:p>
                  <a:pPr algn="ctr"/>
                  <a:endParaRPr lang="en-US" sz="1701"/>
                </a:p>
              </p:txBody>
            </p:sp>
            <p:sp>
              <p:nvSpPr>
                <p:cNvPr id="1847" name="Freeform 982">
                  <a:extLst>
                    <a:ext uri="{FF2B5EF4-FFF2-40B4-BE49-F238E27FC236}">
                      <a16:creationId xmlns:a16="http://schemas.microsoft.com/office/drawing/2014/main" id="{B9F1C792-EEF7-A2B0-A15E-9B773AEFB8CE}"/>
                    </a:ext>
                  </a:extLst>
                </p:cNvPr>
                <p:cNvSpPr/>
                <p:nvPr/>
              </p:nvSpPr>
              <p:spPr>
                <a:xfrm rot="16200000">
                  <a:off x="4585577"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C4D8EB"/>
                </a:solidFill>
                <a:ln w="9525" cap="rnd">
                  <a:noFill/>
                  <a:prstDash val="solid"/>
                  <a:round/>
                </a:ln>
              </p:spPr>
              <p:txBody>
                <a:bodyPr/>
                <a:lstStyle/>
                <a:p>
                  <a:pPr algn="ctr"/>
                  <a:endParaRPr lang="en-US" sz="1701"/>
                </a:p>
              </p:txBody>
            </p:sp>
            <p:sp>
              <p:nvSpPr>
                <p:cNvPr id="1848" name="Freeform 983">
                  <a:extLst>
                    <a:ext uri="{FF2B5EF4-FFF2-40B4-BE49-F238E27FC236}">
                      <a16:creationId xmlns:a16="http://schemas.microsoft.com/office/drawing/2014/main" id="{ACA830A4-2C23-FB94-5B17-52BCC4FCE66F}"/>
                    </a:ext>
                  </a:extLst>
                </p:cNvPr>
                <p:cNvSpPr/>
                <p:nvPr/>
              </p:nvSpPr>
              <p:spPr>
                <a:xfrm rot="16200000">
                  <a:off x="4577370"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C9DBEC"/>
                </a:solidFill>
                <a:ln w="9525" cap="rnd">
                  <a:noFill/>
                  <a:prstDash val="solid"/>
                  <a:round/>
                </a:ln>
              </p:spPr>
              <p:txBody>
                <a:bodyPr/>
                <a:lstStyle/>
                <a:p>
                  <a:pPr algn="ctr"/>
                  <a:endParaRPr lang="en-US" sz="1701"/>
                </a:p>
              </p:txBody>
            </p:sp>
            <p:sp>
              <p:nvSpPr>
                <p:cNvPr id="1849" name="Freeform 984">
                  <a:extLst>
                    <a:ext uri="{FF2B5EF4-FFF2-40B4-BE49-F238E27FC236}">
                      <a16:creationId xmlns:a16="http://schemas.microsoft.com/office/drawing/2014/main" id="{B5CDA9EA-135B-3451-8671-304DCC960063}"/>
                    </a:ext>
                  </a:extLst>
                </p:cNvPr>
                <p:cNvSpPr/>
                <p:nvPr/>
              </p:nvSpPr>
              <p:spPr>
                <a:xfrm rot="16200000">
                  <a:off x="4569163"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CEDEEE"/>
                </a:solidFill>
                <a:ln w="9525" cap="rnd">
                  <a:noFill/>
                  <a:prstDash val="solid"/>
                  <a:round/>
                </a:ln>
              </p:spPr>
              <p:txBody>
                <a:bodyPr/>
                <a:lstStyle/>
                <a:p>
                  <a:pPr algn="ctr"/>
                  <a:endParaRPr lang="en-US" sz="1701"/>
                </a:p>
              </p:txBody>
            </p:sp>
            <p:sp>
              <p:nvSpPr>
                <p:cNvPr id="1850" name="Freeform 985">
                  <a:extLst>
                    <a:ext uri="{FF2B5EF4-FFF2-40B4-BE49-F238E27FC236}">
                      <a16:creationId xmlns:a16="http://schemas.microsoft.com/office/drawing/2014/main" id="{305DF82A-1488-05A8-E88B-4D741833456C}"/>
                    </a:ext>
                  </a:extLst>
                </p:cNvPr>
                <p:cNvSpPr/>
                <p:nvPr/>
              </p:nvSpPr>
              <p:spPr>
                <a:xfrm rot="16200000">
                  <a:off x="4560956"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2E1EF"/>
                </a:solidFill>
                <a:ln w="9525" cap="rnd">
                  <a:noFill/>
                  <a:prstDash val="solid"/>
                  <a:round/>
                </a:ln>
              </p:spPr>
              <p:txBody>
                <a:bodyPr/>
                <a:lstStyle/>
                <a:p>
                  <a:pPr algn="ctr"/>
                  <a:endParaRPr lang="en-US" sz="1701"/>
                </a:p>
              </p:txBody>
            </p:sp>
            <p:sp>
              <p:nvSpPr>
                <p:cNvPr id="1851" name="Freeform 986">
                  <a:extLst>
                    <a:ext uri="{FF2B5EF4-FFF2-40B4-BE49-F238E27FC236}">
                      <a16:creationId xmlns:a16="http://schemas.microsoft.com/office/drawing/2014/main" id="{6D2FFA2D-FFF3-5F32-483D-47F67A14943D}"/>
                    </a:ext>
                  </a:extLst>
                </p:cNvPr>
                <p:cNvSpPr/>
                <p:nvPr/>
              </p:nvSpPr>
              <p:spPr>
                <a:xfrm rot="16200000">
                  <a:off x="455274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7E4F1"/>
                </a:solidFill>
                <a:ln w="9525" cap="rnd">
                  <a:noFill/>
                  <a:prstDash val="solid"/>
                  <a:round/>
                </a:ln>
              </p:spPr>
              <p:txBody>
                <a:bodyPr/>
                <a:lstStyle/>
                <a:p>
                  <a:pPr algn="ctr"/>
                  <a:endParaRPr lang="en-US" sz="1701"/>
                </a:p>
              </p:txBody>
            </p:sp>
            <p:sp>
              <p:nvSpPr>
                <p:cNvPr id="1852" name="Freeform 987">
                  <a:extLst>
                    <a:ext uri="{FF2B5EF4-FFF2-40B4-BE49-F238E27FC236}">
                      <a16:creationId xmlns:a16="http://schemas.microsoft.com/office/drawing/2014/main" id="{01696B7D-82E6-E1FD-2586-3B6690DAE550}"/>
                    </a:ext>
                  </a:extLst>
                </p:cNvPr>
                <p:cNvSpPr/>
                <p:nvPr/>
              </p:nvSpPr>
              <p:spPr>
                <a:xfrm rot="16200000">
                  <a:off x="4544542"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CE7F3"/>
                </a:solidFill>
                <a:ln w="9525" cap="rnd">
                  <a:noFill/>
                  <a:prstDash val="solid"/>
                  <a:round/>
                </a:ln>
              </p:spPr>
              <p:txBody>
                <a:bodyPr/>
                <a:lstStyle/>
                <a:p>
                  <a:pPr algn="ctr"/>
                  <a:endParaRPr lang="en-US" sz="1701"/>
                </a:p>
              </p:txBody>
            </p:sp>
            <p:sp>
              <p:nvSpPr>
                <p:cNvPr id="1853" name="Freeform 988">
                  <a:extLst>
                    <a:ext uri="{FF2B5EF4-FFF2-40B4-BE49-F238E27FC236}">
                      <a16:creationId xmlns:a16="http://schemas.microsoft.com/office/drawing/2014/main" id="{B84FDDF0-1553-D2DD-CBD1-5D493A918CAA}"/>
                    </a:ext>
                  </a:extLst>
                </p:cNvPr>
                <p:cNvSpPr/>
                <p:nvPr/>
              </p:nvSpPr>
              <p:spPr>
                <a:xfrm rot="16200000">
                  <a:off x="4536335"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0EAF4"/>
                </a:solidFill>
                <a:ln w="9525" cap="rnd">
                  <a:noFill/>
                  <a:prstDash val="solid"/>
                  <a:round/>
                </a:ln>
              </p:spPr>
              <p:txBody>
                <a:bodyPr/>
                <a:lstStyle/>
                <a:p>
                  <a:pPr algn="ctr"/>
                  <a:endParaRPr lang="en-US" sz="1701"/>
                </a:p>
              </p:txBody>
            </p:sp>
            <p:sp>
              <p:nvSpPr>
                <p:cNvPr id="1854" name="Freeform 989">
                  <a:extLst>
                    <a:ext uri="{FF2B5EF4-FFF2-40B4-BE49-F238E27FC236}">
                      <a16:creationId xmlns:a16="http://schemas.microsoft.com/office/drawing/2014/main" id="{79DE6EBA-CCC7-0404-5B66-C28597B5292B}"/>
                    </a:ext>
                  </a:extLst>
                </p:cNvPr>
                <p:cNvSpPr/>
                <p:nvPr/>
              </p:nvSpPr>
              <p:spPr>
                <a:xfrm rot="16200000">
                  <a:off x="4528128"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5EDF6"/>
                </a:solidFill>
                <a:ln w="9525" cap="rnd">
                  <a:noFill/>
                  <a:prstDash val="solid"/>
                  <a:round/>
                </a:ln>
              </p:spPr>
              <p:txBody>
                <a:bodyPr/>
                <a:lstStyle/>
                <a:p>
                  <a:pPr algn="ctr"/>
                  <a:endParaRPr lang="en-US" sz="1701"/>
                </a:p>
              </p:txBody>
            </p:sp>
            <p:sp>
              <p:nvSpPr>
                <p:cNvPr id="1855" name="Freeform 990">
                  <a:extLst>
                    <a:ext uri="{FF2B5EF4-FFF2-40B4-BE49-F238E27FC236}">
                      <a16:creationId xmlns:a16="http://schemas.microsoft.com/office/drawing/2014/main" id="{5B3D5D29-8966-F995-3C49-60ADF758529B}"/>
                    </a:ext>
                  </a:extLst>
                </p:cNvPr>
                <p:cNvSpPr/>
                <p:nvPr/>
              </p:nvSpPr>
              <p:spPr>
                <a:xfrm rot="16200000">
                  <a:off x="4519920"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AF1F7"/>
                </a:solidFill>
                <a:ln w="9525" cap="rnd">
                  <a:noFill/>
                  <a:prstDash val="solid"/>
                  <a:round/>
                </a:ln>
              </p:spPr>
              <p:txBody>
                <a:bodyPr/>
                <a:lstStyle/>
                <a:p>
                  <a:pPr algn="ctr"/>
                  <a:endParaRPr lang="en-US" sz="1701"/>
                </a:p>
              </p:txBody>
            </p:sp>
            <p:sp>
              <p:nvSpPr>
                <p:cNvPr id="1856" name="Freeform 991">
                  <a:extLst>
                    <a:ext uri="{FF2B5EF4-FFF2-40B4-BE49-F238E27FC236}">
                      <a16:creationId xmlns:a16="http://schemas.microsoft.com/office/drawing/2014/main" id="{60FE775B-CCC2-1FB6-0E1A-D566D5A612D2}"/>
                    </a:ext>
                  </a:extLst>
                </p:cNvPr>
                <p:cNvSpPr/>
                <p:nvPr/>
              </p:nvSpPr>
              <p:spPr>
                <a:xfrm rot="16200000">
                  <a:off x="4511714"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EF4F9"/>
                </a:solidFill>
                <a:ln w="9525" cap="rnd">
                  <a:noFill/>
                  <a:prstDash val="solid"/>
                  <a:round/>
                </a:ln>
              </p:spPr>
              <p:txBody>
                <a:bodyPr/>
                <a:lstStyle/>
                <a:p>
                  <a:pPr algn="ctr"/>
                  <a:endParaRPr lang="en-US" sz="1701"/>
                </a:p>
              </p:txBody>
            </p:sp>
            <p:sp>
              <p:nvSpPr>
                <p:cNvPr id="1857" name="Freeform 992">
                  <a:extLst>
                    <a:ext uri="{FF2B5EF4-FFF2-40B4-BE49-F238E27FC236}">
                      <a16:creationId xmlns:a16="http://schemas.microsoft.com/office/drawing/2014/main" id="{9FE90851-40FD-449C-337E-F38F052EEE27}"/>
                    </a:ext>
                  </a:extLst>
                </p:cNvPr>
                <p:cNvSpPr/>
                <p:nvPr/>
              </p:nvSpPr>
              <p:spPr>
                <a:xfrm rot="16200000">
                  <a:off x="4503506"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3F7FB"/>
                </a:solidFill>
                <a:ln w="9525" cap="rnd">
                  <a:noFill/>
                  <a:prstDash val="solid"/>
                  <a:round/>
                </a:ln>
              </p:spPr>
              <p:txBody>
                <a:bodyPr/>
                <a:lstStyle/>
                <a:p>
                  <a:pPr algn="ctr"/>
                  <a:endParaRPr lang="en-US" sz="1701"/>
                </a:p>
              </p:txBody>
            </p:sp>
            <p:sp>
              <p:nvSpPr>
                <p:cNvPr id="1858" name="Freeform 993">
                  <a:extLst>
                    <a:ext uri="{FF2B5EF4-FFF2-40B4-BE49-F238E27FC236}">
                      <a16:creationId xmlns:a16="http://schemas.microsoft.com/office/drawing/2014/main" id="{9A8F4BE8-A9E6-13AE-D8F6-5290D11ECBF4}"/>
                    </a:ext>
                  </a:extLst>
                </p:cNvPr>
                <p:cNvSpPr/>
                <p:nvPr/>
              </p:nvSpPr>
              <p:spPr>
                <a:xfrm rot="16200000">
                  <a:off x="449529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8FAFC"/>
                </a:solidFill>
                <a:ln w="9525" cap="rnd">
                  <a:noFill/>
                  <a:prstDash val="solid"/>
                  <a:round/>
                </a:ln>
              </p:spPr>
              <p:txBody>
                <a:bodyPr/>
                <a:lstStyle/>
                <a:p>
                  <a:pPr algn="ctr"/>
                  <a:endParaRPr lang="en-US" sz="1701"/>
                </a:p>
              </p:txBody>
            </p:sp>
            <p:sp>
              <p:nvSpPr>
                <p:cNvPr id="1859" name="Freeform 994">
                  <a:extLst>
                    <a:ext uri="{FF2B5EF4-FFF2-40B4-BE49-F238E27FC236}">
                      <a16:creationId xmlns:a16="http://schemas.microsoft.com/office/drawing/2014/main" id="{9614E107-11D4-D56A-8243-65D175BFDDD4}"/>
                    </a:ext>
                  </a:extLst>
                </p:cNvPr>
                <p:cNvSpPr/>
                <p:nvPr/>
              </p:nvSpPr>
              <p:spPr>
                <a:xfrm rot="16200000">
                  <a:off x="4487092"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CFDFE"/>
                </a:solidFill>
                <a:ln w="9525" cap="rnd">
                  <a:noFill/>
                  <a:prstDash val="solid"/>
                  <a:round/>
                </a:ln>
              </p:spPr>
              <p:txBody>
                <a:bodyPr/>
                <a:lstStyle/>
                <a:p>
                  <a:pPr algn="ctr"/>
                  <a:endParaRPr lang="en-US" sz="1701"/>
                </a:p>
              </p:txBody>
            </p:sp>
            <p:sp>
              <p:nvSpPr>
                <p:cNvPr id="1860" name="Freeform 995">
                  <a:extLst>
                    <a:ext uri="{FF2B5EF4-FFF2-40B4-BE49-F238E27FC236}">
                      <a16:creationId xmlns:a16="http://schemas.microsoft.com/office/drawing/2014/main" id="{3917573F-CFF3-8990-1597-3BBBC87E8EB9}"/>
                    </a:ext>
                  </a:extLst>
                </p:cNvPr>
                <p:cNvSpPr/>
                <p:nvPr/>
              </p:nvSpPr>
              <p:spPr>
                <a:xfrm rot="16200000">
                  <a:off x="4478885"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EFCFC"/>
                </a:solidFill>
                <a:ln w="9525" cap="rnd">
                  <a:noFill/>
                  <a:prstDash val="solid"/>
                  <a:round/>
                </a:ln>
              </p:spPr>
              <p:txBody>
                <a:bodyPr/>
                <a:lstStyle/>
                <a:p>
                  <a:pPr algn="ctr"/>
                  <a:endParaRPr lang="en-US" sz="1701"/>
                </a:p>
              </p:txBody>
            </p:sp>
            <p:sp>
              <p:nvSpPr>
                <p:cNvPr id="1861" name="Freeform 996">
                  <a:extLst>
                    <a:ext uri="{FF2B5EF4-FFF2-40B4-BE49-F238E27FC236}">
                      <a16:creationId xmlns:a16="http://schemas.microsoft.com/office/drawing/2014/main" id="{7EF63803-CBBB-3F72-125E-FEEB50B9993D}"/>
                    </a:ext>
                  </a:extLst>
                </p:cNvPr>
                <p:cNvSpPr/>
                <p:nvPr/>
              </p:nvSpPr>
              <p:spPr>
                <a:xfrm rot="16200000">
                  <a:off x="4470678"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DF7F7"/>
                </a:solidFill>
                <a:ln w="9525" cap="rnd">
                  <a:noFill/>
                  <a:prstDash val="solid"/>
                  <a:round/>
                </a:ln>
              </p:spPr>
              <p:txBody>
                <a:bodyPr/>
                <a:lstStyle/>
                <a:p>
                  <a:pPr algn="ctr"/>
                  <a:endParaRPr lang="en-US" sz="1701"/>
                </a:p>
              </p:txBody>
            </p:sp>
            <p:sp>
              <p:nvSpPr>
                <p:cNvPr id="1862" name="Freeform 997">
                  <a:extLst>
                    <a:ext uri="{FF2B5EF4-FFF2-40B4-BE49-F238E27FC236}">
                      <a16:creationId xmlns:a16="http://schemas.microsoft.com/office/drawing/2014/main" id="{C2C99837-458E-7034-0727-662ABDC17BBB}"/>
                    </a:ext>
                  </a:extLst>
                </p:cNvPr>
                <p:cNvSpPr/>
                <p:nvPr/>
              </p:nvSpPr>
              <p:spPr>
                <a:xfrm rot="16200000">
                  <a:off x="446247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DF2F2"/>
                </a:solidFill>
                <a:ln w="9525" cap="rnd">
                  <a:noFill/>
                  <a:prstDash val="solid"/>
                  <a:round/>
                </a:ln>
              </p:spPr>
              <p:txBody>
                <a:bodyPr/>
                <a:lstStyle/>
                <a:p>
                  <a:pPr algn="ctr"/>
                  <a:endParaRPr lang="en-US" sz="1701"/>
                </a:p>
              </p:txBody>
            </p:sp>
            <p:sp>
              <p:nvSpPr>
                <p:cNvPr id="1863" name="Freeform 998">
                  <a:extLst>
                    <a:ext uri="{FF2B5EF4-FFF2-40B4-BE49-F238E27FC236}">
                      <a16:creationId xmlns:a16="http://schemas.microsoft.com/office/drawing/2014/main" id="{37288E38-CC12-D3CB-FE74-D1680E4BE482}"/>
                    </a:ext>
                  </a:extLst>
                </p:cNvPr>
                <p:cNvSpPr/>
                <p:nvPr/>
              </p:nvSpPr>
              <p:spPr>
                <a:xfrm rot="16200000">
                  <a:off x="4454264"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CEDED"/>
                </a:solidFill>
                <a:ln w="9525" cap="rnd">
                  <a:noFill/>
                  <a:prstDash val="solid"/>
                  <a:round/>
                </a:ln>
              </p:spPr>
              <p:txBody>
                <a:bodyPr/>
                <a:lstStyle/>
                <a:p>
                  <a:pPr algn="ctr"/>
                  <a:endParaRPr lang="en-US" sz="1701"/>
                </a:p>
              </p:txBody>
            </p:sp>
            <p:sp>
              <p:nvSpPr>
                <p:cNvPr id="1864" name="Freeform 999">
                  <a:extLst>
                    <a:ext uri="{FF2B5EF4-FFF2-40B4-BE49-F238E27FC236}">
                      <a16:creationId xmlns:a16="http://schemas.microsoft.com/office/drawing/2014/main" id="{D35122FC-DA09-3065-D549-8756258F66A9}"/>
                    </a:ext>
                  </a:extLst>
                </p:cNvPr>
                <p:cNvSpPr/>
                <p:nvPr/>
              </p:nvSpPr>
              <p:spPr>
                <a:xfrm rot="16200000">
                  <a:off x="4446057"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BE8E8"/>
                </a:solidFill>
                <a:ln w="9525" cap="rnd">
                  <a:noFill/>
                  <a:prstDash val="solid"/>
                  <a:round/>
                </a:ln>
              </p:spPr>
              <p:txBody>
                <a:bodyPr/>
                <a:lstStyle/>
                <a:p>
                  <a:pPr algn="ctr"/>
                  <a:endParaRPr lang="en-US" sz="1701"/>
                </a:p>
              </p:txBody>
            </p:sp>
            <p:sp>
              <p:nvSpPr>
                <p:cNvPr id="1865" name="Freeform 1000">
                  <a:extLst>
                    <a:ext uri="{FF2B5EF4-FFF2-40B4-BE49-F238E27FC236}">
                      <a16:creationId xmlns:a16="http://schemas.microsoft.com/office/drawing/2014/main" id="{DA74CF8B-E36D-702D-B33E-C97005BF3A84}"/>
                    </a:ext>
                  </a:extLst>
                </p:cNvPr>
                <p:cNvSpPr/>
                <p:nvPr/>
              </p:nvSpPr>
              <p:spPr>
                <a:xfrm rot="16200000">
                  <a:off x="4437850"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BE3E3"/>
                </a:solidFill>
                <a:ln w="9525" cap="rnd">
                  <a:noFill/>
                  <a:prstDash val="solid"/>
                  <a:round/>
                </a:ln>
              </p:spPr>
              <p:txBody>
                <a:bodyPr/>
                <a:lstStyle/>
                <a:p>
                  <a:pPr algn="ctr"/>
                  <a:endParaRPr lang="en-US" sz="1701"/>
                </a:p>
              </p:txBody>
            </p:sp>
            <p:sp>
              <p:nvSpPr>
                <p:cNvPr id="1866" name="Freeform 1001">
                  <a:extLst>
                    <a:ext uri="{FF2B5EF4-FFF2-40B4-BE49-F238E27FC236}">
                      <a16:creationId xmlns:a16="http://schemas.microsoft.com/office/drawing/2014/main" id="{B9E9DF62-EDD2-2A52-8375-BAFEBB368E9A}"/>
                    </a:ext>
                  </a:extLst>
                </p:cNvPr>
                <p:cNvSpPr/>
                <p:nvPr/>
              </p:nvSpPr>
              <p:spPr>
                <a:xfrm rot="16200000">
                  <a:off x="4429642"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ADEDF"/>
                </a:solidFill>
                <a:ln w="9525" cap="rnd">
                  <a:noFill/>
                  <a:prstDash val="solid"/>
                  <a:round/>
                </a:ln>
              </p:spPr>
              <p:txBody>
                <a:bodyPr/>
                <a:lstStyle/>
                <a:p>
                  <a:pPr algn="ctr"/>
                  <a:endParaRPr lang="en-US" sz="1701"/>
                </a:p>
              </p:txBody>
            </p:sp>
            <p:sp>
              <p:nvSpPr>
                <p:cNvPr id="1867" name="Freeform 1002">
                  <a:extLst>
                    <a:ext uri="{FF2B5EF4-FFF2-40B4-BE49-F238E27FC236}">
                      <a16:creationId xmlns:a16="http://schemas.microsoft.com/office/drawing/2014/main" id="{3D645A70-80FA-BD02-229D-31161F54FD16}"/>
                    </a:ext>
                  </a:extLst>
                </p:cNvPr>
                <p:cNvSpPr/>
                <p:nvPr/>
              </p:nvSpPr>
              <p:spPr>
                <a:xfrm rot="16200000">
                  <a:off x="4421435"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9D9DA"/>
                </a:solidFill>
                <a:ln w="9525" cap="rnd">
                  <a:noFill/>
                  <a:prstDash val="solid"/>
                  <a:round/>
                </a:ln>
              </p:spPr>
              <p:txBody>
                <a:bodyPr/>
                <a:lstStyle/>
                <a:p>
                  <a:pPr algn="ctr"/>
                  <a:endParaRPr lang="en-US" sz="1701"/>
                </a:p>
              </p:txBody>
            </p:sp>
            <p:sp>
              <p:nvSpPr>
                <p:cNvPr id="1868" name="Freeform 1003">
                  <a:extLst>
                    <a:ext uri="{FF2B5EF4-FFF2-40B4-BE49-F238E27FC236}">
                      <a16:creationId xmlns:a16="http://schemas.microsoft.com/office/drawing/2014/main" id="{CC9DB90D-B993-250B-50B7-8CBB47B55D6A}"/>
                    </a:ext>
                  </a:extLst>
                </p:cNvPr>
                <p:cNvSpPr/>
                <p:nvPr/>
              </p:nvSpPr>
              <p:spPr>
                <a:xfrm rot="16200000">
                  <a:off x="4413228"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8D4D5"/>
                </a:solidFill>
                <a:ln w="9525" cap="rnd">
                  <a:noFill/>
                  <a:prstDash val="solid"/>
                  <a:round/>
                </a:ln>
              </p:spPr>
              <p:txBody>
                <a:bodyPr/>
                <a:lstStyle/>
                <a:p>
                  <a:pPr algn="ctr"/>
                  <a:endParaRPr lang="en-US" sz="1701"/>
                </a:p>
              </p:txBody>
            </p:sp>
            <p:sp>
              <p:nvSpPr>
                <p:cNvPr id="1869" name="Freeform 1004">
                  <a:extLst>
                    <a:ext uri="{FF2B5EF4-FFF2-40B4-BE49-F238E27FC236}">
                      <a16:creationId xmlns:a16="http://schemas.microsoft.com/office/drawing/2014/main" id="{22473858-C043-20DA-9EBB-998AB0446F78}"/>
                    </a:ext>
                  </a:extLst>
                </p:cNvPr>
                <p:cNvSpPr/>
                <p:nvPr/>
              </p:nvSpPr>
              <p:spPr>
                <a:xfrm rot="16200000">
                  <a:off x="440502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8CFD0"/>
                </a:solidFill>
                <a:ln w="9525" cap="rnd">
                  <a:noFill/>
                  <a:prstDash val="solid"/>
                  <a:round/>
                </a:ln>
              </p:spPr>
              <p:txBody>
                <a:bodyPr/>
                <a:lstStyle/>
                <a:p>
                  <a:pPr algn="ctr"/>
                  <a:endParaRPr lang="en-US" sz="1701"/>
                </a:p>
              </p:txBody>
            </p:sp>
            <p:sp>
              <p:nvSpPr>
                <p:cNvPr id="1870" name="Freeform 1005">
                  <a:extLst>
                    <a:ext uri="{FF2B5EF4-FFF2-40B4-BE49-F238E27FC236}">
                      <a16:creationId xmlns:a16="http://schemas.microsoft.com/office/drawing/2014/main" id="{CB61722C-FA73-26A0-FD02-B0A47A14F708}"/>
                    </a:ext>
                  </a:extLst>
                </p:cNvPr>
                <p:cNvSpPr/>
                <p:nvPr/>
              </p:nvSpPr>
              <p:spPr>
                <a:xfrm rot="16200000">
                  <a:off x="4396814"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7C9CB"/>
                </a:solidFill>
                <a:ln w="9525" cap="rnd">
                  <a:noFill/>
                  <a:prstDash val="solid"/>
                  <a:round/>
                </a:ln>
              </p:spPr>
              <p:txBody>
                <a:bodyPr/>
                <a:lstStyle/>
                <a:p>
                  <a:pPr algn="ctr"/>
                  <a:endParaRPr lang="en-US" sz="1701"/>
                </a:p>
              </p:txBody>
            </p:sp>
            <p:sp>
              <p:nvSpPr>
                <p:cNvPr id="1871" name="Freeform 1006">
                  <a:extLst>
                    <a:ext uri="{FF2B5EF4-FFF2-40B4-BE49-F238E27FC236}">
                      <a16:creationId xmlns:a16="http://schemas.microsoft.com/office/drawing/2014/main" id="{34EC6219-B657-0592-CCD7-0D15A44165D9}"/>
                    </a:ext>
                  </a:extLst>
                </p:cNvPr>
                <p:cNvSpPr/>
                <p:nvPr/>
              </p:nvSpPr>
              <p:spPr>
                <a:xfrm rot="16200000">
                  <a:off x="4388607"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6C4C6"/>
                </a:solidFill>
                <a:ln w="9525" cap="rnd">
                  <a:noFill/>
                  <a:prstDash val="solid"/>
                  <a:round/>
                </a:ln>
              </p:spPr>
              <p:txBody>
                <a:bodyPr/>
                <a:lstStyle/>
                <a:p>
                  <a:pPr algn="ctr"/>
                  <a:endParaRPr lang="en-US" sz="1701"/>
                </a:p>
              </p:txBody>
            </p:sp>
            <p:sp>
              <p:nvSpPr>
                <p:cNvPr id="1872" name="Freeform 1007">
                  <a:extLst>
                    <a:ext uri="{FF2B5EF4-FFF2-40B4-BE49-F238E27FC236}">
                      <a16:creationId xmlns:a16="http://schemas.microsoft.com/office/drawing/2014/main" id="{8A2192BA-645E-F360-53F0-42F4C5BADB60}"/>
                    </a:ext>
                  </a:extLst>
                </p:cNvPr>
                <p:cNvSpPr/>
                <p:nvPr/>
              </p:nvSpPr>
              <p:spPr>
                <a:xfrm rot="16200000">
                  <a:off x="4380400"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6BFC1"/>
                </a:solidFill>
                <a:ln w="9525" cap="rnd">
                  <a:noFill/>
                  <a:prstDash val="solid"/>
                  <a:round/>
                </a:ln>
              </p:spPr>
              <p:txBody>
                <a:bodyPr/>
                <a:lstStyle/>
                <a:p>
                  <a:pPr algn="ctr"/>
                  <a:endParaRPr lang="en-US" sz="1701"/>
                </a:p>
              </p:txBody>
            </p:sp>
            <p:sp>
              <p:nvSpPr>
                <p:cNvPr id="1873" name="Freeform 1008">
                  <a:extLst>
                    <a:ext uri="{FF2B5EF4-FFF2-40B4-BE49-F238E27FC236}">
                      <a16:creationId xmlns:a16="http://schemas.microsoft.com/office/drawing/2014/main" id="{B653C3B1-DADC-4526-7FA2-50E90E1F5378}"/>
                    </a:ext>
                  </a:extLst>
                </p:cNvPr>
                <p:cNvSpPr/>
                <p:nvPr/>
              </p:nvSpPr>
              <p:spPr>
                <a:xfrm rot="16200000">
                  <a:off x="4372193"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5BABC"/>
                </a:solidFill>
                <a:ln w="9525" cap="rnd">
                  <a:noFill/>
                  <a:prstDash val="solid"/>
                  <a:round/>
                </a:ln>
              </p:spPr>
              <p:txBody>
                <a:bodyPr/>
                <a:lstStyle/>
                <a:p>
                  <a:pPr algn="ctr"/>
                  <a:endParaRPr lang="en-US" sz="1701"/>
                </a:p>
              </p:txBody>
            </p:sp>
            <p:sp>
              <p:nvSpPr>
                <p:cNvPr id="1874" name="Freeform 1009">
                  <a:extLst>
                    <a:ext uri="{FF2B5EF4-FFF2-40B4-BE49-F238E27FC236}">
                      <a16:creationId xmlns:a16="http://schemas.microsoft.com/office/drawing/2014/main" id="{390CB1E8-AF94-5307-20ED-69C350406EE8}"/>
                    </a:ext>
                  </a:extLst>
                </p:cNvPr>
                <p:cNvSpPr/>
                <p:nvPr/>
              </p:nvSpPr>
              <p:spPr>
                <a:xfrm rot="16200000">
                  <a:off x="4363985"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4B5B7"/>
                </a:solidFill>
                <a:ln w="9525" cap="rnd">
                  <a:noFill/>
                  <a:prstDash val="solid"/>
                  <a:round/>
                </a:ln>
              </p:spPr>
              <p:txBody>
                <a:bodyPr/>
                <a:lstStyle/>
                <a:p>
                  <a:pPr algn="ctr"/>
                  <a:endParaRPr lang="en-US" sz="1701"/>
                </a:p>
              </p:txBody>
            </p:sp>
            <p:sp>
              <p:nvSpPr>
                <p:cNvPr id="1875" name="Freeform 1010">
                  <a:extLst>
                    <a:ext uri="{FF2B5EF4-FFF2-40B4-BE49-F238E27FC236}">
                      <a16:creationId xmlns:a16="http://schemas.microsoft.com/office/drawing/2014/main" id="{E9FEE73C-345B-E65C-4FFB-64FF52D28A17}"/>
                    </a:ext>
                  </a:extLst>
                </p:cNvPr>
                <p:cNvSpPr/>
                <p:nvPr/>
              </p:nvSpPr>
              <p:spPr>
                <a:xfrm rot="16200000">
                  <a:off x="435577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4B0B2"/>
                </a:solidFill>
                <a:ln w="9525" cap="rnd">
                  <a:noFill/>
                  <a:prstDash val="solid"/>
                  <a:round/>
                </a:ln>
              </p:spPr>
              <p:txBody>
                <a:bodyPr/>
                <a:lstStyle/>
                <a:p>
                  <a:pPr algn="ctr"/>
                  <a:endParaRPr lang="en-US" sz="1701"/>
                </a:p>
              </p:txBody>
            </p:sp>
            <p:sp>
              <p:nvSpPr>
                <p:cNvPr id="1876" name="Freeform 1011">
                  <a:extLst>
                    <a:ext uri="{FF2B5EF4-FFF2-40B4-BE49-F238E27FC236}">
                      <a16:creationId xmlns:a16="http://schemas.microsoft.com/office/drawing/2014/main" id="{95A7C577-1524-5E5B-A548-8664F3E6607D}"/>
                    </a:ext>
                  </a:extLst>
                </p:cNvPr>
                <p:cNvSpPr/>
                <p:nvPr/>
              </p:nvSpPr>
              <p:spPr>
                <a:xfrm rot="16200000">
                  <a:off x="434757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3ABAD"/>
                </a:solidFill>
                <a:ln w="9525" cap="rnd">
                  <a:noFill/>
                  <a:prstDash val="solid"/>
                  <a:round/>
                </a:ln>
              </p:spPr>
              <p:txBody>
                <a:bodyPr/>
                <a:lstStyle/>
                <a:p>
                  <a:pPr algn="ctr"/>
                  <a:endParaRPr lang="en-US" sz="1701"/>
                </a:p>
              </p:txBody>
            </p:sp>
            <p:sp>
              <p:nvSpPr>
                <p:cNvPr id="1877" name="Freeform 1012">
                  <a:extLst>
                    <a:ext uri="{FF2B5EF4-FFF2-40B4-BE49-F238E27FC236}">
                      <a16:creationId xmlns:a16="http://schemas.microsoft.com/office/drawing/2014/main" id="{82CE97D9-2B2D-7915-334E-36FB01246237}"/>
                    </a:ext>
                  </a:extLst>
                </p:cNvPr>
                <p:cNvSpPr/>
                <p:nvPr/>
              </p:nvSpPr>
              <p:spPr>
                <a:xfrm rot="16200000">
                  <a:off x="4339364"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2A6A9"/>
                </a:solidFill>
                <a:ln w="9525" cap="rnd">
                  <a:noFill/>
                  <a:prstDash val="solid"/>
                  <a:round/>
                </a:ln>
              </p:spPr>
              <p:txBody>
                <a:bodyPr/>
                <a:lstStyle/>
                <a:p>
                  <a:pPr algn="ctr"/>
                  <a:endParaRPr lang="en-US" sz="1701"/>
                </a:p>
              </p:txBody>
            </p:sp>
            <p:sp>
              <p:nvSpPr>
                <p:cNvPr id="1878" name="Freeform 1013">
                  <a:extLst>
                    <a:ext uri="{FF2B5EF4-FFF2-40B4-BE49-F238E27FC236}">
                      <a16:creationId xmlns:a16="http://schemas.microsoft.com/office/drawing/2014/main" id="{47DCFBAE-8454-2E50-E6A6-061854EBABD5}"/>
                    </a:ext>
                  </a:extLst>
                </p:cNvPr>
                <p:cNvSpPr/>
                <p:nvPr/>
              </p:nvSpPr>
              <p:spPr>
                <a:xfrm rot="16200000">
                  <a:off x="4331157"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1A1A4"/>
                </a:solidFill>
                <a:ln w="9525" cap="rnd">
                  <a:noFill/>
                  <a:prstDash val="solid"/>
                  <a:round/>
                </a:ln>
              </p:spPr>
              <p:txBody>
                <a:bodyPr/>
                <a:lstStyle/>
                <a:p>
                  <a:pPr algn="ctr"/>
                  <a:endParaRPr lang="en-US" sz="1701"/>
                </a:p>
              </p:txBody>
            </p:sp>
            <p:sp>
              <p:nvSpPr>
                <p:cNvPr id="1879" name="Freeform 1014">
                  <a:extLst>
                    <a:ext uri="{FF2B5EF4-FFF2-40B4-BE49-F238E27FC236}">
                      <a16:creationId xmlns:a16="http://schemas.microsoft.com/office/drawing/2014/main" id="{94AD378C-A46B-6D0F-EDCC-6A9574C38089}"/>
                    </a:ext>
                  </a:extLst>
                </p:cNvPr>
                <p:cNvSpPr/>
                <p:nvPr/>
              </p:nvSpPr>
              <p:spPr>
                <a:xfrm rot="16200000">
                  <a:off x="4322950"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19C9F"/>
                </a:solidFill>
                <a:ln w="9525" cap="rnd">
                  <a:noFill/>
                  <a:prstDash val="solid"/>
                  <a:round/>
                </a:ln>
              </p:spPr>
              <p:txBody>
                <a:bodyPr/>
                <a:lstStyle/>
                <a:p>
                  <a:pPr algn="ctr"/>
                  <a:endParaRPr lang="en-US" sz="1701"/>
                </a:p>
              </p:txBody>
            </p:sp>
            <p:sp>
              <p:nvSpPr>
                <p:cNvPr id="1880" name="Freeform 1015">
                  <a:extLst>
                    <a:ext uri="{FF2B5EF4-FFF2-40B4-BE49-F238E27FC236}">
                      <a16:creationId xmlns:a16="http://schemas.microsoft.com/office/drawing/2014/main" id="{DFC5D4E7-EC27-4D5F-5D0B-4E2EF1C9F206}"/>
                    </a:ext>
                  </a:extLst>
                </p:cNvPr>
                <p:cNvSpPr/>
                <p:nvPr/>
              </p:nvSpPr>
              <p:spPr>
                <a:xfrm rot="16200000">
                  <a:off x="4314743"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0979A"/>
                </a:solidFill>
                <a:ln w="9525" cap="rnd">
                  <a:noFill/>
                  <a:prstDash val="solid"/>
                  <a:round/>
                </a:ln>
              </p:spPr>
              <p:txBody>
                <a:bodyPr/>
                <a:lstStyle/>
                <a:p>
                  <a:pPr algn="ctr"/>
                  <a:endParaRPr lang="en-US" sz="1701"/>
                </a:p>
              </p:txBody>
            </p:sp>
            <p:sp>
              <p:nvSpPr>
                <p:cNvPr id="1881" name="Freeform 1016">
                  <a:extLst>
                    <a:ext uri="{FF2B5EF4-FFF2-40B4-BE49-F238E27FC236}">
                      <a16:creationId xmlns:a16="http://schemas.microsoft.com/office/drawing/2014/main" id="{1DF755EA-CC3F-4BAC-C300-321098F37495}"/>
                    </a:ext>
                  </a:extLst>
                </p:cNvPr>
                <p:cNvSpPr/>
                <p:nvPr/>
              </p:nvSpPr>
              <p:spPr>
                <a:xfrm rot="16200000">
                  <a:off x="4306536"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F9295"/>
                </a:solidFill>
                <a:ln w="9525" cap="rnd">
                  <a:noFill/>
                  <a:prstDash val="solid"/>
                  <a:round/>
                </a:ln>
              </p:spPr>
              <p:txBody>
                <a:bodyPr/>
                <a:lstStyle/>
                <a:p>
                  <a:pPr algn="ctr"/>
                  <a:endParaRPr lang="en-US" sz="1701"/>
                </a:p>
              </p:txBody>
            </p:sp>
            <p:sp>
              <p:nvSpPr>
                <p:cNvPr id="1882" name="Freeform 1017">
                  <a:extLst>
                    <a:ext uri="{FF2B5EF4-FFF2-40B4-BE49-F238E27FC236}">
                      <a16:creationId xmlns:a16="http://schemas.microsoft.com/office/drawing/2014/main" id="{D27AF9E5-9F93-289A-9BF9-DE8902BF897C}"/>
                    </a:ext>
                  </a:extLst>
                </p:cNvPr>
                <p:cNvSpPr/>
                <p:nvPr/>
              </p:nvSpPr>
              <p:spPr>
                <a:xfrm rot="16200000">
                  <a:off x="429832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F8D90"/>
                </a:solidFill>
                <a:ln w="9525" cap="rnd">
                  <a:noFill/>
                  <a:prstDash val="solid"/>
                  <a:round/>
                </a:ln>
              </p:spPr>
              <p:txBody>
                <a:bodyPr/>
                <a:lstStyle/>
                <a:p>
                  <a:pPr algn="ctr"/>
                  <a:endParaRPr lang="en-US" sz="1701"/>
                </a:p>
              </p:txBody>
            </p:sp>
            <p:sp>
              <p:nvSpPr>
                <p:cNvPr id="1883" name="Freeform 1018">
                  <a:extLst>
                    <a:ext uri="{FF2B5EF4-FFF2-40B4-BE49-F238E27FC236}">
                      <a16:creationId xmlns:a16="http://schemas.microsoft.com/office/drawing/2014/main" id="{280FEBD2-F437-9BD4-CF7D-4F0620CA8824}"/>
                    </a:ext>
                  </a:extLst>
                </p:cNvPr>
                <p:cNvSpPr/>
                <p:nvPr/>
              </p:nvSpPr>
              <p:spPr>
                <a:xfrm rot="16200000">
                  <a:off x="4290122"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E888B"/>
                </a:solidFill>
                <a:ln w="9525" cap="rnd">
                  <a:noFill/>
                  <a:prstDash val="solid"/>
                  <a:round/>
                </a:ln>
              </p:spPr>
              <p:txBody>
                <a:bodyPr/>
                <a:lstStyle/>
                <a:p>
                  <a:pPr algn="ctr"/>
                  <a:endParaRPr lang="en-US" sz="1701"/>
                </a:p>
              </p:txBody>
            </p:sp>
            <p:sp>
              <p:nvSpPr>
                <p:cNvPr id="1884" name="Freeform 1019">
                  <a:extLst>
                    <a:ext uri="{FF2B5EF4-FFF2-40B4-BE49-F238E27FC236}">
                      <a16:creationId xmlns:a16="http://schemas.microsoft.com/office/drawing/2014/main" id="{AE720786-6524-8A1E-EEC4-6D7710619058}"/>
                    </a:ext>
                  </a:extLst>
                </p:cNvPr>
                <p:cNvSpPr/>
                <p:nvPr/>
              </p:nvSpPr>
              <p:spPr>
                <a:xfrm rot="16200000">
                  <a:off x="4281915"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D8386"/>
                </a:solidFill>
                <a:ln w="9525" cap="rnd">
                  <a:noFill/>
                  <a:prstDash val="solid"/>
                  <a:round/>
                </a:ln>
              </p:spPr>
              <p:txBody>
                <a:bodyPr/>
                <a:lstStyle/>
                <a:p>
                  <a:pPr algn="ctr"/>
                  <a:endParaRPr lang="en-US" sz="1701"/>
                </a:p>
              </p:txBody>
            </p:sp>
            <p:sp>
              <p:nvSpPr>
                <p:cNvPr id="1885" name="Freeform 1020">
                  <a:extLst>
                    <a:ext uri="{FF2B5EF4-FFF2-40B4-BE49-F238E27FC236}">
                      <a16:creationId xmlns:a16="http://schemas.microsoft.com/office/drawing/2014/main" id="{44A3FA1B-B19E-C31C-FAB4-D44701194BEF}"/>
                    </a:ext>
                  </a:extLst>
                </p:cNvPr>
                <p:cNvSpPr/>
                <p:nvPr/>
              </p:nvSpPr>
              <p:spPr>
                <a:xfrm rot="16200000">
                  <a:off x="4273707"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C7E81"/>
                </a:solidFill>
                <a:ln w="9525" cap="rnd">
                  <a:noFill/>
                  <a:prstDash val="solid"/>
                  <a:round/>
                </a:ln>
              </p:spPr>
              <p:txBody>
                <a:bodyPr/>
                <a:lstStyle/>
                <a:p>
                  <a:pPr algn="ctr"/>
                  <a:endParaRPr lang="en-US" sz="1701"/>
                </a:p>
              </p:txBody>
            </p:sp>
            <p:sp>
              <p:nvSpPr>
                <p:cNvPr id="1886" name="Freeform 1021">
                  <a:extLst>
                    <a:ext uri="{FF2B5EF4-FFF2-40B4-BE49-F238E27FC236}">
                      <a16:creationId xmlns:a16="http://schemas.microsoft.com/office/drawing/2014/main" id="{3EC60432-9683-990B-233F-A0136CE0022A}"/>
                    </a:ext>
                  </a:extLst>
                </p:cNvPr>
                <p:cNvSpPr/>
                <p:nvPr/>
              </p:nvSpPr>
              <p:spPr>
                <a:xfrm rot="16200000">
                  <a:off x="4265500"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C797C"/>
                </a:solidFill>
                <a:ln w="9525" cap="rnd">
                  <a:noFill/>
                  <a:prstDash val="solid"/>
                  <a:round/>
                </a:ln>
              </p:spPr>
              <p:txBody>
                <a:bodyPr/>
                <a:lstStyle/>
                <a:p>
                  <a:pPr algn="ctr"/>
                  <a:endParaRPr lang="en-US" sz="1701"/>
                </a:p>
              </p:txBody>
            </p:sp>
            <p:sp>
              <p:nvSpPr>
                <p:cNvPr id="1887" name="Freeform 1022">
                  <a:extLst>
                    <a:ext uri="{FF2B5EF4-FFF2-40B4-BE49-F238E27FC236}">
                      <a16:creationId xmlns:a16="http://schemas.microsoft.com/office/drawing/2014/main" id="{0B2825F9-FEF8-A9EF-E8B9-DFD1EE7B705D}"/>
                    </a:ext>
                  </a:extLst>
                </p:cNvPr>
                <p:cNvSpPr/>
                <p:nvPr/>
              </p:nvSpPr>
              <p:spPr>
                <a:xfrm rot="16200000">
                  <a:off x="4257293"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B7478"/>
                </a:solidFill>
                <a:ln w="9525" cap="rnd">
                  <a:noFill/>
                  <a:prstDash val="solid"/>
                  <a:round/>
                </a:ln>
              </p:spPr>
              <p:txBody>
                <a:bodyPr/>
                <a:lstStyle/>
                <a:p>
                  <a:pPr algn="ctr"/>
                  <a:endParaRPr lang="en-US" sz="1701"/>
                </a:p>
              </p:txBody>
            </p:sp>
            <p:sp>
              <p:nvSpPr>
                <p:cNvPr id="1888" name="Freeform 1023">
                  <a:extLst>
                    <a:ext uri="{FF2B5EF4-FFF2-40B4-BE49-F238E27FC236}">
                      <a16:creationId xmlns:a16="http://schemas.microsoft.com/office/drawing/2014/main" id="{6C84862E-A2F5-8E0D-360D-780CF6B4C851}"/>
                    </a:ext>
                  </a:extLst>
                </p:cNvPr>
                <p:cNvSpPr/>
                <p:nvPr/>
              </p:nvSpPr>
              <p:spPr>
                <a:xfrm rot="16200000">
                  <a:off x="4249086"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A6F73"/>
                </a:solidFill>
                <a:ln w="9525" cap="rnd">
                  <a:noFill/>
                  <a:prstDash val="solid"/>
                  <a:round/>
                </a:ln>
              </p:spPr>
              <p:txBody>
                <a:bodyPr/>
                <a:lstStyle/>
                <a:p>
                  <a:pPr algn="ctr"/>
                  <a:endParaRPr lang="en-US" sz="1701"/>
                </a:p>
              </p:txBody>
            </p:sp>
            <p:sp>
              <p:nvSpPr>
                <p:cNvPr id="1889" name="Freeform 1024">
                  <a:extLst>
                    <a:ext uri="{FF2B5EF4-FFF2-40B4-BE49-F238E27FC236}">
                      <a16:creationId xmlns:a16="http://schemas.microsoft.com/office/drawing/2014/main" id="{B06526B3-8F51-7225-03DF-E903449329A3}"/>
                    </a:ext>
                  </a:extLst>
                </p:cNvPr>
                <p:cNvSpPr/>
                <p:nvPr/>
              </p:nvSpPr>
              <p:spPr>
                <a:xfrm rot="16200000">
                  <a:off x="424087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A6A6E"/>
                </a:solidFill>
                <a:ln w="9525" cap="rnd">
                  <a:noFill/>
                  <a:prstDash val="solid"/>
                  <a:round/>
                </a:ln>
              </p:spPr>
              <p:txBody>
                <a:bodyPr/>
                <a:lstStyle/>
                <a:p>
                  <a:pPr algn="ctr"/>
                  <a:endParaRPr lang="en-US" sz="1701"/>
                </a:p>
              </p:txBody>
            </p:sp>
            <p:sp>
              <p:nvSpPr>
                <p:cNvPr id="1890" name="Freeform 1025">
                  <a:extLst>
                    <a:ext uri="{FF2B5EF4-FFF2-40B4-BE49-F238E27FC236}">
                      <a16:creationId xmlns:a16="http://schemas.microsoft.com/office/drawing/2014/main" id="{7C8DEDDF-24C0-BC1C-6EAA-0B863CEA0A4B}"/>
                    </a:ext>
                  </a:extLst>
                </p:cNvPr>
                <p:cNvSpPr/>
                <p:nvPr/>
              </p:nvSpPr>
              <p:spPr>
                <a:xfrm rot="16200000">
                  <a:off x="423267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96469"/>
                </a:solidFill>
                <a:ln w="9525" cap="rnd">
                  <a:noFill/>
                  <a:prstDash val="solid"/>
                  <a:round/>
                </a:ln>
              </p:spPr>
              <p:txBody>
                <a:bodyPr/>
                <a:lstStyle/>
                <a:p>
                  <a:pPr algn="ctr"/>
                  <a:endParaRPr lang="en-US" sz="1701"/>
                </a:p>
              </p:txBody>
            </p:sp>
            <p:sp>
              <p:nvSpPr>
                <p:cNvPr id="1891" name="Freeform 1026">
                  <a:extLst>
                    <a:ext uri="{FF2B5EF4-FFF2-40B4-BE49-F238E27FC236}">
                      <a16:creationId xmlns:a16="http://schemas.microsoft.com/office/drawing/2014/main" id="{01EBB88E-ED6B-103A-BAE3-3ACB555FA293}"/>
                    </a:ext>
                  </a:extLst>
                </p:cNvPr>
                <p:cNvSpPr/>
                <p:nvPr/>
              </p:nvSpPr>
              <p:spPr>
                <a:xfrm rot="16200000">
                  <a:off x="4224465"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85F64"/>
                </a:solidFill>
                <a:ln w="9525" cap="rnd">
                  <a:noFill/>
                  <a:prstDash val="solid"/>
                  <a:round/>
                </a:ln>
              </p:spPr>
              <p:txBody>
                <a:bodyPr/>
                <a:lstStyle/>
                <a:p>
                  <a:pPr algn="ctr"/>
                  <a:endParaRPr lang="en-US" sz="1701"/>
                </a:p>
              </p:txBody>
            </p:sp>
            <p:sp>
              <p:nvSpPr>
                <p:cNvPr id="1892" name="Freeform 1027">
                  <a:extLst>
                    <a:ext uri="{FF2B5EF4-FFF2-40B4-BE49-F238E27FC236}">
                      <a16:creationId xmlns:a16="http://schemas.microsoft.com/office/drawing/2014/main" id="{1C883A21-C07B-44A2-89BC-D0D4A4A1C30E}"/>
                    </a:ext>
                  </a:extLst>
                </p:cNvPr>
                <p:cNvSpPr/>
                <p:nvPr/>
              </p:nvSpPr>
              <p:spPr>
                <a:xfrm rot="16200000">
                  <a:off x="4216258"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85A5F"/>
                </a:solidFill>
                <a:ln w="9525" cap="rnd">
                  <a:noFill/>
                  <a:prstDash val="solid"/>
                  <a:round/>
                </a:ln>
              </p:spPr>
              <p:txBody>
                <a:bodyPr/>
                <a:lstStyle/>
                <a:p>
                  <a:pPr algn="ctr"/>
                  <a:endParaRPr lang="en-US" sz="1701"/>
                </a:p>
              </p:txBody>
            </p:sp>
            <p:sp>
              <p:nvSpPr>
                <p:cNvPr id="1893" name="Freeform 1028">
                  <a:extLst>
                    <a:ext uri="{FF2B5EF4-FFF2-40B4-BE49-F238E27FC236}">
                      <a16:creationId xmlns:a16="http://schemas.microsoft.com/office/drawing/2014/main" id="{311BE618-DB96-5BFC-2076-A125DF396E26}"/>
                    </a:ext>
                  </a:extLst>
                </p:cNvPr>
                <p:cNvSpPr/>
                <p:nvPr/>
              </p:nvSpPr>
              <p:spPr>
                <a:xfrm rot="16200000">
                  <a:off x="420804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7555A"/>
                </a:solidFill>
                <a:ln w="9525" cap="rnd">
                  <a:noFill/>
                  <a:prstDash val="solid"/>
                  <a:round/>
                </a:ln>
              </p:spPr>
              <p:txBody>
                <a:bodyPr/>
                <a:lstStyle/>
                <a:p>
                  <a:pPr algn="ctr"/>
                  <a:endParaRPr lang="en-US" sz="1701"/>
                </a:p>
              </p:txBody>
            </p:sp>
            <p:sp>
              <p:nvSpPr>
                <p:cNvPr id="1894" name="Freeform 1029">
                  <a:extLst>
                    <a:ext uri="{FF2B5EF4-FFF2-40B4-BE49-F238E27FC236}">
                      <a16:creationId xmlns:a16="http://schemas.microsoft.com/office/drawing/2014/main" id="{A67FF2CE-BEA1-2CF7-181A-D0C08B2E4885}"/>
                    </a:ext>
                  </a:extLst>
                </p:cNvPr>
                <p:cNvSpPr/>
                <p:nvPr/>
              </p:nvSpPr>
              <p:spPr>
                <a:xfrm rot="16200000">
                  <a:off x="4199843"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65055"/>
                </a:solidFill>
                <a:ln w="9525" cap="rnd">
                  <a:noFill/>
                  <a:prstDash val="solid"/>
                  <a:round/>
                </a:ln>
              </p:spPr>
              <p:txBody>
                <a:bodyPr/>
                <a:lstStyle/>
                <a:p>
                  <a:pPr algn="ctr"/>
                  <a:endParaRPr lang="en-US" sz="1701"/>
                </a:p>
              </p:txBody>
            </p:sp>
            <p:sp>
              <p:nvSpPr>
                <p:cNvPr id="1895" name="Freeform 1030">
                  <a:extLst>
                    <a:ext uri="{FF2B5EF4-FFF2-40B4-BE49-F238E27FC236}">
                      <a16:creationId xmlns:a16="http://schemas.microsoft.com/office/drawing/2014/main" id="{19DE3503-7043-3485-3DA2-31E7536F2DE8}"/>
                    </a:ext>
                  </a:extLst>
                </p:cNvPr>
                <p:cNvSpPr/>
                <p:nvPr/>
              </p:nvSpPr>
              <p:spPr>
                <a:xfrm rot="16200000">
                  <a:off x="4191636"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54B50"/>
                </a:solidFill>
                <a:ln w="9525" cap="rnd">
                  <a:noFill/>
                  <a:prstDash val="solid"/>
                  <a:round/>
                </a:ln>
              </p:spPr>
              <p:txBody>
                <a:bodyPr/>
                <a:lstStyle/>
                <a:p>
                  <a:pPr algn="ctr"/>
                  <a:endParaRPr lang="en-US" sz="1701"/>
                </a:p>
              </p:txBody>
            </p:sp>
            <p:sp>
              <p:nvSpPr>
                <p:cNvPr id="1896" name="Freeform 1031">
                  <a:extLst>
                    <a:ext uri="{FF2B5EF4-FFF2-40B4-BE49-F238E27FC236}">
                      <a16:creationId xmlns:a16="http://schemas.microsoft.com/office/drawing/2014/main" id="{31CA1E9E-9115-9A1F-2811-CC605E3FF1E2}"/>
                    </a:ext>
                  </a:extLst>
                </p:cNvPr>
                <p:cNvSpPr/>
                <p:nvPr/>
              </p:nvSpPr>
              <p:spPr>
                <a:xfrm rot="16200000">
                  <a:off x="4183429"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5464B"/>
                </a:solidFill>
                <a:ln w="9525" cap="rnd">
                  <a:noFill/>
                  <a:prstDash val="solid"/>
                  <a:round/>
                </a:ln>
              </p:spPr>
              <p:txBody>
                <a:bodyPr/>
                <a:lstStyle/>
                <a:p>
                  <a:pPr algn="ctr"/>
                  <a:endParaRPr lang="en-US" sz="1701"/>
                </a:p>
              </p:txBody>
            </p:sp>
            <p:sp>
              <p:nvSpPr>
                <p:cNvPr id="1897" name="Freeform 1032">
                  <a:extLst>
                    <a:ext uri="{FF2B5EF4-FFF2-40B4-BE49-F238E27FC236}">
                      <a16:creationId xmlns:a16="http://schemas.microsoft.com/office/drawing/2014/main" id="{01014FDF-69F4-6A24-6E0E-CE2BE4B632E0}"/>
                    </a:ext>
                  </a:extLst>
                </p:cNvPr>
                <p:cNvSpPr/>
                <p:nvPr/>
              </p:nvSpPr>
              <p:spPr>
                <a:xfrm rot="16200000">
                  <a:off x="417522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44146"/>
                </a:solidFill>
                <a:ln w="9525" cap="rnd">
                  <a:noFill/>
                  <a:prstDash val="solid"/>
                  <a:round/>
                </a:ln>
              </p:spPr>
              <p:txBody>
                <a:bodyPr/>
                <a:lstStyle/>
                <a:p>
                  <a:pPr algn="ctr"/>
                  <a:endParaRPr lang="en-US" sz="1701"/>
                </a:p>
              </p:txBody>
            </p:sp>
            <p:sp>
              <p:nvSpPr>
                <p:cNvPr id="1898" name="Freeform 1033">
                  <a:extLst>
                    <a:ext uri="{FF2B5EF4-FFF2-40B4-BE49-F238E27FC236}">
                      <a16:creationId xmlns:a16="http://schemas.microsoft.com/office/drawing/2014/main" id="{F12FB629-0A75-082D-4774-E3DDC8FD40DF}"/>
                    </a:ext>
                  </a:extLst>
                </p:cNvPr>
                <p:cNvSpPr/>
                <p:nvPr/>
              </p:nvSpPr>
              <p:spPr>
                <a:xfrm rot="16200000">
                  <a:off x="4167014"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33C41"/>
                </a:solidFill>
                <a:ln w="9525" cap="rnd">
                  <a:noFill/>
                  <a:prstDash val="solid"/>
                  <a:round/>
                </a:ln>
              </p:spPr>
              <p:txBody>
                <a:bodyPr/>
                <a:lstStyle/>
                <a:p>
                  <a:pPr algn="ctr"/>
                  <a:endParaRPr lang="en-US" sz="1701"/>
                </a:p>
              </p:txBody>
            </p:sp>
            <p:sp>
              <p:nvSpPr>
                <p:cNvPr id="1899" name="Freeform 1034">
                  <a:extLst>
                    <a:ext uri="{FF2B5EF4-FFF2-40B4-BE49-F238E27FC236}">
                      <a16:creationId xmlns:a16="http://schemas.microsoft.com/office/drawing/2014/main" id="{D97166A5-BA37-B275-88E1-A64B20573F8A}"/>
                    </a:ext>
                  </a:extLst>
                </p:cNvPr>
                <p:cNvSpPr/>
                <p:nvPr/>
              </p:nvSpPr>
              <p:spPr>
                <a:xfrm rot="16200000">
                  <a:off x="4158808"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3373D"/>
                </a:solidFill>
                <a:ln w="9525" cap="rnd">
                  <a:noFill/>
                  <a:prstDash val="solid"/>
                  <a:round/>
                </a:ln>
              </p:spPr>
              <p:txBody>
                <a:bodyPr/>
                <a:lstStyle/>
                <a:p>
                  <a:pPr algn="ctr"/>
                  <a:endParaRPr lang="en-US" sz="1701"/>
                </a:p>
              </p:txBody>
            </p:sp>
            <p:sp>
              <p:nvSpPr>
                <p:cNvPr id="1900" name="Freeform 1035">
                  <a:extLst>
                    <a:ext uri="{FF2B5EF4-FFF2-40B4-BE49-F238E27FC236}">
                      <a16:creationId xmlns:a16="http://schemas.microsoft.com/office/drawing/2014/main" id="{1D60B9EC-6099-8688-7C8B-3EE42E9E8E84}"/>
                    </a:ext>
                  </a:extLst>
                </p:cNvPr>
                <p:cNvSpPr/>
                <p:nvPr/>
              </p:nvSpPr>
              <p:spPr>
                <a:xfrm rot="16200000">
                  <a:off x="415060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23238"/>
                </a:solidFill>
                <a:ln w="9525" cap="rnd">
                  <a:noFill/>
                  <a:prstDash val="solid"/>
                  <a:round/>
                </a:ln>
              </p:spPr>
              <p:txBody>
                <a:bodyPr/>
                <a:lstStyle/>
                <a:p>
                  <a:pPr algn="ctr"/>
                  <a:endParaRPr lang="en-US" sz="1701"/>
                </a:p>
              </p:txBody>
            </p:sp>
            <p:sp>
              <p:nvSpPr>
                <p:cNvPr id="1901" name="Freeform 1036">
                  <a:extLst>
                    <a:ext uri="{FF2B5EF4-FFF2-40B4-BE49-F238E27FC236}">
                      <a16:creationId xmlns:a16="http://schemas.microsoft.com/office/drawing/2014/main" id="{6CFC9EA8-BD70-93D1-09ED-0AFF645023F4}"/>
                    </a:ext>
                  </a:extLst>
                </p:cNvPr>
                <p:cNvSpPr/>
                <p:nvPr/>
              </p:nvSpPr>
              <p:spPr>
                <a:xfrm rot="16200000">
                  <a:off x="4142393"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12D33"/>
                </a:solidFill>
                <a:ln w="9525" cap="rnd">
                  <a:noFill/>
                  <a:prstDash val="solid"/>
                  <a:round/>
                </a:ln>
              </p:spPr>
              <p:txBody>
                <a:bodyPr/>
                <a:lstStyle/>
                <a:p>
                  <a:pPr algn="ctr"/>
                  <a:endParaRPr lang="en-US" sz="1701"/>
                </a:p>
              </p:txBody>
            </p:sp>
            <p:sp>
              <p:nvSpPr>
                <p:cNvPr id="1902" name="Freeform 1037">
                  <a:extLst>
                    <a:ext uri="{FF2B5EF4-FFF2-40B4-BE49-F238E27FC236}">
                      <a16:creationId xmlns:a16="http://schemas.microsoft.com/office/drawing/2014/main" id="{E1B0F277-F1C4-A7BB-6DF9-66E47DD803CB}"/>
                    </a:ext>
                  </a:extLst>
                </p:cNvPr>
                <p:cNvSpPr/>
                <p:nvPr/>
              </p:nvSpPr>
              <p:spPr>
                <a:xfrm rot="16200000">
                  <a:off x="4134186"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0282E"/>
                </a:solidFill>
                <a:ln w="9525" cap="rnd">
                  <a:noFill/>
                  <a:prstDash val="solid"/>
                  <a:round/>
                </a:ln>
              </p:spPr>
              <p:txBody>
                <a:bodyPr/>
                <a:lstStyle/>
                <a:p>
                  <a:pPr algn="ctr"/>
                  <a:endParaRPr lang="en-US" sz="1701"/>
                </a:p>
              </p:txBody>
            </p:sp>
            <p:sp>
              <p:nvSpPr>
                <p:cNvPr id="1903" name="Freeform 1038">
                  <a:extLst>
                    <a:ext uri="{FF2B5EF4-FFF2-40B4-BE49-F238E27FC236}">
                      <a16:creationId xmlns:a16="http://schemas.microsoft.com/office/drawing/2014/main" id="{806A433C-C56F-A9F1-261A-C77EE05E9947}"/>
                    </a:ext>
                  </a:extLst>
                </p:cNvPr>
                <p:cNvSpPr/>
                <p:nvPr/>
              </p:nvSpPr>
              <p:spPr>
                <a:xfrm rot="16200000">
                  <a:off x="4125980"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02329"/>
                </a:solidFill>
                <a:ln w="9525" cap="rnd">
                  <a:noFill/>
                  <a:prstDash val="solid"/>
                  <a:round/>
                </a:ln>
              </p:spPr>
              <p:txBody>
                <a:bodyPr/>
                <a:lstStyle/>
                <a:p>
                  <a:pPr algn="ctr"/>
                  <a:endParaRPr lang="en-US" sz="1701"/>
                </a:p>
              </p:txBody>
            </p:sp>
            <p:sp>
              <p:nvSpPr>
                <p:cNvPr id="1904" name="Freeform 1039">
                  <a:extLst>
                    <a:ext uri="{FF2B5EF4-FFF2-40B4-BE49-F238E27FC236}">
                      <a16:creationId xmlns:a16="http://schemas.microsoft.com/office/drawing/2014/main" id="{80D0B2C7-077A-8658-66EE-74DB4E471EF4}"/>
                    </a:ext>
                  </a:extLst>
                </p:cNvPr>
                <p:cNvSpPr/>
                <p:nvPr/>
              </p:nvSpPr>
              <p:spPr>
                <a:xfrm rot="16200000">
                  <a:off x="411777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F1E24"/>
                </a:solidFill>
                <a:ln w="9525" cap="rnd">
                  <a:noFill/>
                  <a:prstDash val="solid"/>
                  <a:round/>
                </a:ln>
              </p:spPr>
              <p:txBody>
                <a:bodyPr/>
                <a:lstStyle/>
                <a:p>
                  <a:pPr algn="ctr"/>
                  <a:endParaRPr lang="en-US" sz="1701"/>
                </a:p>
              </p:txBody>
            </p:sp>
            <p:sp>
              <p:nvSpPr>
                <p:cNvPr id="1905" name="Freeform 1040">
                  <a:extLst>
                    <a:ext uri="{FF2B5EF4-FFF2-40B4-BE49-F238E27FC236}">
                      <a16:creationId xmlns:a16="http://schemas.microsoft.com/office/drawing/2014/main" id="{2078C577-5A75-59FE-722C-D2ED709A4177}"/>
                    </a:ext>
                  </a:extLst>
                </p:cNvPr>
                <p:cNvSpPr/>
                <p:nvPr/>
              </p:nvSpPr>
              <p:spPr>
                <a:xfrm rot="16200000">
                  <a:off x="4109564"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E191F"/>
                </a:solidFill>
                <a:ln w="9525" cap="rnd">
                  <a:noFill/>
                  <a:prstDash val="solid"/>
                  <a:round/>
                </a:ln>
              </p:spPr>
              <p:txBody>
                <a:bodyPr/>
                <a:lstStyle/>
                <a:p>
                  <a:pPr algn="ctr"/>
                  <a:endParaRPr lang="en-US" sz="1701"/>
                </a:p>
              </p:txBody>
            </p:sp>
            <p:sp>
              <p:nvSpPr>
                <p:cNvPr id="1906" name="Freeform 1041">
                  <a:extLst>
                    <a:ext uri="{FF2B5EF4-FFF2-40B4-BE49-F238E27FC236}">
                      <a16:creationId xmlns:a16="http://schemas.microsoft.com/office/drawing/2014/main" id="{45DBE314-7BF5-F806-857C-4E94A945B806}"/>
                    </a:ext>
                  </a:extLst>
                </p:cNvPr>
                <p:cNvSpPr/>
                <p:nvPr/>
              </p:nvSpPr>
              <p:spPr>
                <a:xfrm rot="16200000">
                  <a:off x="4101357"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E141A"/>
                </a:solidFill>
                <a:ln w="9525" cap="rnd">
                  <a:noFill/>
                  <a:prstDash val="solid"/>
                  <a:round/>
                </a:ln>
              </p:spPr>
              <p:txBody>
                <a:bodyPr/>
                <a:lstStyle/>
                <a:p>
                  <a:pPr algn="ctr"/>
                  <a:endParaRPr lang="en-US" sz="1701"/>
                </a:p>
              </p:txBody>
            </p:sp>
            <p:sp>
              <p:nvSpPr>
                <p:cNvPr id="1907" name="Freeform 1042">
                  <a:extLst>
                    <a:ext uri="{FF2B5EF4-FFF2-40B4-BE49-F238E27FC236}">
                      <a16:creationId xmlns:a16="http://schemas.microsoft.com/office/drawing/2014/main" id="{30D1C8D9-14FC-3C10-A9D4-0728FC0CD96A}"/>
                    </a:ext>
                  </a:extLst>
                </p:cNvPr>
                <p:cNvSpPr/>
                <p:nvPr/>
              </p:nvSpPr>
              <p:spPr>
                <a:xfrm rot="16200000">
                  <a:off x="4093151"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D0F15"/>
                </a:solidFill>
                <a:ln w="9525" cap="rnd">
                  <a:noFill/>
                  <a:prstDash val="solid"/>
                  <a:round/>
                </a:ln>
              </p:spPr>
              <p:txBody>
                <a:bodyPr/>
                <a:lstStyle/>
                <a:p>
                  <a:pPr algn="ctr"/>
                  <a:endParaRPr lang="en-US" sz="1701"/>
                </a:p>
              </p:txBody>
            </p:sp>
            <p:sp>
              <p:nvSpPr>
                <p:cNvPr id="1908" name="Freeform 1043">
                  <a:extLst>
                    <a:ext uri="{FF2B5EF4-FFF2-40B4-BE49-F238E27FC236}">
                      <a16:creationId xmlns:a16="http://schemas.microsoft.com/office/drawing/2014/main" id="{7A04910B-78F6-6B1E-7998-A409ECB6CC0D}"/>
                    </a:ext>
                  </a:extLst>
                </p:cNvPr>
                <p:cNvSpPr/>
                <p:nvPr/>
              </p:nvSpPr>
              <p:spPr>
                <a:xfrm rot="16200000">
                  <a:off x="4084944" y="2550744"/>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C0A10"/>
                </a:solidFill>
                <a:ln w="9525" cap="rnd">
                  <a:noFill/>
                  <a:prstDash val="solid"/>
                  <a:round/>
                </a:ln>
              </p:spPr>
              <p:txBody>
                <a:bodyPr/>
                <a:lstStyle/>
                <a:p>
                  <a:pPr algn="ctr"/>
                  <a:endParaRPr lang="en-US" sz="1701"/>
                </a:p>
              </p:txBody>
            </p:sp>
            <p:sp>
              <p:nvSpPr>
                <p:cNvPr id="1909" name="Freeform 1044">
                  <a:extLst>
                    <a:ext uri="{FF2B5EF4-FFF2-40B4-BE49-F238E27FC236}">
                      <a16:creationId xmlns:a16="http://schemas.microsoft.com/office/drawing/2014/main" id="{FA004FBD-9E0C-5387-2588-441403B595B7}"/>
                    </a:ext>
                  </a:extLst>
                </p:cNvPr>
                <p:cNvSpPr/>
                <p:nvPr/>
              </p:nvSpPr>
              <p:spPr>
                <a:xfrm rot="16200000">
                  <a:off x="4076737" y="2550749"/>
                  <a:ext cx="120001" cy="8207"/>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C050C"/>
                </a:solidFill>
                <a:ln w="9525" cap="rnd">
                  <a:noFill/>
                  <a:prstDash val="solid"/>
                  <a:round/>
                </a:ln>
              </p:spPr>
              <p:txBody>
                <a:bodyPr/>
                <a:lstStyle/>
                <a:p>
                  <a:pPr algn="ctr"/>
                  <a:endParaRPr lang="en-US" sz="1701"/>
                </a:p>
              </p:txBody>
            </p:sp>
            <p:sp>
              <p:nvSpPr>
                <p:cNvPr id="1911" name="TextBox 1910">
                  <a:extLst>
                    <a:ext uri="{FF2B5EF4-FFF2-40B4-BE49-F238E27FC236}">
                      <a16:creationId xmlns:a16="http://schemas.microsoft.com/office/drawing/2014/main" id="{7ED708E0-B4E5-E592-6F7C-04C6A86CC353}"/>
                    </a:ext>
                  </a:extLst>
                </p:cNvPr>
                <p:cNvSpPr txBox="1"/>
                <p:nvPr/>
              </p:nvSpPr>
              <p:spPr>
                <a:xfrm>
                  <a:off x="4606950" y="2310027"/>
                  <a:ext cx="282446"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-1</a:t>
                  </a:r>
                </a:p>
              </p:txBody>
            </p:sp>
            <p:sp>
              <p:nvSpPr>
                <p:cNvPr id="1912" name="TextBox 1911">
                  <a:extLst>
                    <a:ext uri="{FF2B5EF4-FFF2-40B4-BE49-F238E27FC236}">
                      <a16:creationId xmlns:a16="http://schemas.microsoft.com/office/drawing/2014/main" id="{C51AC738-1C9B-BBF6-487C-EED760ABD55F}"/>
                    </a:ext>
                  </a:extLst>
                </p:cNvPr>
                <p:cNvSpPr txBox="1"/>
                <p:nvPr/>
              </p:nvSpPr>
              <p:spPr>
                <a:xfrm>
                  <a:off x="4420208" y="2324409"/>
                  <a:ext cx="245577"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0</a:t>
                  </a:r>
                </a:p>
              </p:txBody>
            </p:sp>
            <p:sp>
              <p:nvSpPr>
                <p:cNvPr id="1913" name="TextBox 1912">
                  <a:extLst>
                    <a:ext uri="{FF2B5EF4-FFF2-40B4-BE49-F238E27FC236}">
                      <a16:creationId xmlns:a16="http://schemas.microsoft.com/office/drawing/2014/main" id="{3F6E9519-F9C2-36FA-ED05-73CB148349DA}"/>
                    </a:ext>
                  </a:extLst>
                </p:cNvPr>
                <p:cNvSpPr txBox="1"/>
                <p:nvPr/>
              </p:nvSpPr>
              <p:spPr>
                <a:xfrm>
                  <a:off x="4215030" y="2324402"/>
                  <a:ext cx="245578"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1</a:t>
                  </a:r>
                </a:p>
              </p:txBody>
            </p:sp>
          </p:grpSp>
          <p:sp>
            <p:nvSpPr>
              <p:cNvPr id="1914" name="TextBox 1913">
                <a:extLst>
                  <a:ext uri="{FF2B5EF4-FFF2-40B4-BE49-F238E27FC236}">
                    <a16:creationId xmlns:a16="http://schemas.microsoft.com/office/drawing/2014/main" id="{715B4683-218E-D49E-C594-948D2DD4402E}"/>
                  </a:ext>
                </a:extLst>
              </p:cNvPr>
              <p:cNvSpPr txBox="1"/>
              <p:nvPr/>
            </p:nvSpPr>
            <p:spPr>
              <a:xfrm>
                <a:off x="4009850" y="2324396"/>
                <a:ext cx="245578" cy="22313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2</a:t>
                </a:r>
              </a:p>
            </p:txBody>
          </p:sp>
        </p:grpSp>
        <p:sp>
          <p:nvSpPr>
            <p:cNvPr id="1809" name="TextBox 1808">
              <a:extLst>
                <a:ext uri="{FF2B5EF4-FFF2-40B4-BE49-F238E27FC236}">
                  <a16:creationId xmlns:a16="http://schemas.microsoft.com/office/drawing/2014/main" id="{D7BB467B-9506-6A86-6140-D06F33244660}"/>
                </a:ext>
              </a:extLst>
            </p:cNvPr>
            <p:cNvSpPr txBox="1"/>
            <p:nvPr/>
          </p:nvSpPr>
          <p:spPr>
            <a:xfrm>
              <a:off x="4110038" y="2205964"/>
              <a:ext cx="865412" cy="223138"/>
            </a:xfrm>
            <a:prstGeom prst="rect">
              <a:avLst/>
            </a:prstGeom>
            <a:noFill/>
          </p:spPr>
          <p:txBody>
            <a:bodyPr wrap="square" rtlCol="0">
              <a:spAutoFit/>
            </a:bodyPr>
            <a:lstStyle/>
            <a:p>
              <a:pPr algn="ctr"/>
              <a:r>
                <a:rPr lang="en-US" sz="850" b="1" dirty="0">
                  <a:ln/>
                  <a:solidFill>
                    <a:srgbClr val="000000"/>
                  </a:solidFill>
                  <a:latin typeface="Arial"/>
                  <a:cs typeface="Arial"/>
                  <a:sym typeface="Arial"/>
                  <a:rtl val="0"/>
                </a:rPr>
                <a:t>Z-Score</a:t>
              </a:r>
              <a:endParaRPr lang="en-US" sz="661" b="1" dirty="0">
                <a:ln/>
                <a:solidFill>
                  <a:srgbClr val="000000"/>
                </a:solidFill>
                <a:latin typeface="Arial"/>
                <a:cs typeface="Arial"/>
                <a:sym typeface="Arial"/>
                <a:rtl val="0"/>
              </a:endParaRPr>
            </a:p>
          </p:txBody>
        </p:sp>
      </p:grpSp>
      <p:pic>
        <p:nvPicPr>
          <p:cNvPr id="79" name="Picture 78" descr="A blue and grey blotches&#10;&#10;AI-generated content may be incorrect.">
            <a:extLst>
              <a:ext uri="{FF2B5EF4-FFF2-40B4-BE49-F238E27FC236}">
                <a16:creationId xmlns:a16="http://schemas.microsoft.com/office/drawing/2014/main" id="{5C6A8976-CBC2-30B6-FE94-27026DDEA8AC}"/>
              </a:ext>
            </a:extLst>
          </p:cNvPr>
          <p:cNvPicPr>
            <a:picLocks noChangeAspect="1"/>
          </p:cNvPicPr>
          <p:nvPr/>
        </p:nvPicPr>
        <p:blipFill>
          <a:blip r:embed="rId4"/>
          <a:srcRect l="7368" t="4945" r="7625" b="5024"/>
          <a:stretch>
            <a:fillRect/>
          </a:stretch>
        </p:blipFill>
        <p:spPr>
          <a:xfrm>
            <a:off x="1200" y="2106653"/>
            <a:ext cx="1789087" cy="1764375"/>
          </a:xfrm>
          <a:prstGeom prst="rect">
            <a:avLst/>
          </a:prstGeom>
        </p:spPr>
      </p:pic>
      <p:grpSp>
        <p:nvGrpSpPr>
          <p:cNvPr id="80" name="Group 79">
            <a:extLst>
              <a:ext uri="{FF2B5EF4-FFF2-40B4-BE49-F238E27FC236}">
                <a16:creationId xmlns:a16="http://schemas.microsoft.com/office/drawing/2014/main" id="{59B2B8B6-9629-4F60-4C2B-1BCAEEB8AE61}"/>
              </a:ext>
            </a:extLst>
          </p:cNvPr>
          <p:cNvGrpSpPr/>
          <p:nvPr/>
        </p:nvGrpSpPr>
        <p:grpSpPr>
          <a:xfrm>
            <a:off x="65757" y="3340431"/>
            <a:ext cx="630197" cy="632589"/>
            <a:chOff x="3602621" y="1930932"/>
            <a:chExt cx="706958" cy="762114"/>
          </a:xfrm>
        </p:grpSpPr>
        <p:cxnSp>
          <p:nvCxnSpPr>
            <p:cNvPr id="92" name="Straight Arrow Connector 91">
              <a:extLst>
                <a:ext uri="{FF2B5EF4-FFF2-40B4-BE49-F238E27FC236}">
                  <a16:creationId xmlns:a16="http://schemas.microsoft.com/office/drawing/2014/main" id="{15268643-E62A-70E6-3678-E56A3B3A7FD3}"/>
                </a:ext>
              </a:extLst>
            </p:cNvPr>
            <p:cNvCxnSpPr/>
            <p:nvPr/>
          </p:nvCxnSpPr>
          <p:spPr>
            <a:xfrm>
              <a:off x="3805010" y="2464056"/>
              <a:ext cx="48254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9C28E13F-E554-BBAF-39F1-C795FE3BF65C}"/>
                </a:ext>
              </a:extLst>
            </p:cNvPr>
            <p:cNvCxnSpPr>
              <a:cxnSpLocks/>
            </p:cNvCxnSpPr>
            <p:nvPr/>
          </p:nvCxnSpPr>
          <p:spPr>
            <a:xfrm flipV="1">
              <a:off x="3805010" y="1985991"/>
              <a:ext cx="0" cy="48463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4" name="Rectangle 93">
              <a:extLst>
                <a:ext uri="{FF2B5EF4-FFF2-40B4-BE49-F238E27FC236}">
                  <a16:creationId xmlns:a16="http://schemas.microsoft.com/office/drawing/2014/main" id="{DDF4FEE5-9975-E34E-E7B7-CFA1EE7947AA}"/>
                </a:ext>
              </a:extLst>
            </p:cNvPr>
            <p:cNvSpPr/>
            <p:nvPr/>
          </p:nvSpPr>
          <p:spPr>
            <a:xfrm>
              <a:off x="3696639" y="2447964"/>
              <a:ext cx="612940" cy="245082"/>
            </a:xfrm>
            <a:prstGeom prst="rect">
              <a:avLst/>
            </a:prstGeom>
            <a:noFill/>
            <a:ln>
              <a:noFill/>
            </a:ln>
          </p:spPr>
          <p:txBody>
            <a:bodyPr wrap="none" lIns="86401" tIns="43200" rIns="86401" bIns="43200">
              <a:spAutoFit/>
            </a:bodyPr>
            <a:lstStyle/>
            <a:p>
              <a:pPr algn="ctr"/>
              <a:r>
                <a:rPr lang="en-US" sz="755" dirty="0">
                  <a:ln w="0">
                    <a:noFill/>
                  </a:ln>
                  <a:latin typeface="Arial" panose="020B0604020202020204" pitchFamily="34" charset="0"/>
                  <a:cs typeface="Arial" panose="020B0604020202020204" pitchFamily="34" charset="0"/>
                </a:rPr>
                <a:t>UMAP</a:t>
              </a:r>
              <a:r>
                <a:rPr lang="en-US" sz="660" dirty="0">
                  <a:ln w="0">
                    <a:noFill/>
                  </a:ln>
                  <a:latin typeface="Arial" panose="020B0604020202020204" pitchFamily="34" charset="0"/>
                  <a:cs typeface="Arial" panose="020B0604020202020204" pitchFamily="34" charset="0"/>
                </a:rPr>
                <a:t>_1</a:t>
              </a:r>
              <a:endParaRPr lang="en-US" sz="991" dirty="0">
                <a:ln w="0">
                  <a:noFill/>
                </a:ln>
              </a:endParaRPr>
            </a:p>
          </p:txBody>
        </p:sp>
        <p:sp>
          <p:nvSpPr>
            <p:cNvPr id="95" name="Rectangle 94">
              <a:extLst>
                <a:ext uri="{FF2B5EF4-FFF2-40B4-BE49-F238E27FC236}">
                  <a16:creationId xmlns:a16="http://schemas.microsoft.com/office/drawing/2014/main" id="{92427593-CA43-7BA2-E5EB-DB167C2FF642}"/>
                </a:ext>
              </a:extLst>
            </p:cNvPr>
            <p:cNvSpPr/>
            <p:nvPr/>
          </p:nvSpPr>
          <p:spPr>
            <a:xfrm rot="16200000">
              <a:off x="3377938" y="2155615"/>
              <a:ext cx="677574" cy="228208"/>
            </a:xfrm>
            <a:prstGeom prst="rect">
              <a:avLst/>
            </a:prstGeom>
            <a:noFill/>
            <a:ln>
              <a:noFill/>
            </a:ln>
          </p:spPr>
          <p:txBody>
            <a:bodyPr wrap="none" lIns="86401" tIns="43200" rIns="86401" bIns="43200">
              <a:spAutoFit/>
            </a:bodyPr>
            <a:lstStyle/>
            <a:p>
              <a:pPr algn="ctr"/>
              <a:r>
                <a:rPr lang="en-US" sz="755">
                  <a:ln w="0">
                    <a:noFill/>
                  </a:ln>
                  <a:latin typeface="Arial" panose="020B0604020202020204" pitchFamily="34" charset="0"/>
                  <a:cs typeface="Arial" panose="020B0604020202020204" pitchFamily="34" charset="0"/>
                </a:rPr>
                <a:t>UMAP_2</a:t>
              </a:r>
              <a:endParaRPr lang="en-US" sz="1039">
                <a:ln w="0">
                  <a:noFill/>
                </a:ln>
              </a:endParaRPr>
            </a:p>
          </p:txBody>
        </p:sp>
      </p:grpSp>
      <p:sp>
        <p:nvSpPr>
          <p:cNvPr id="81" name="Rectangle 80">
            <a:extLst>
              <a:ext uri="{FF2B5EF4-FFF2-40B4-BE49-F238E27FC236}">
                <a16:creationId xmlns:a16="http://schemas.microsoft.com/office/drawing/2014/main" id="{993598FF-B488-20C7-68E6-34956FF08895}"/>
              </a:ext>
            </a:extLst>
          </p:cNvPr>
          <p:cNvSpPr/>
          <p:nvPr/>
        </p:nvSpPr>
        <p:spPr>
          <a:xfrm>
            <a:off x="676318" y="2487758"/>
            <a:ext cx="448765" cy="41786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2"/>
          </a:p>
        </p:txBody>
      </p:sp>
      <p:sp>
        <p:nvSpPr>
          <p:cNvPr id="82" name="TextBox 81">
            <a:extLst>
              <a:ext uri="{FF2B5EF4-FFF2-40B4-BE49-F238E27FC236}">
                <a16:creationId xmlns:a16="http://schemas.microsoft.com/office/drawing/2014/main" id="{F025EE51-432D-928E-2808-86ABAFD45626}"/>
              </a:ext>
            </a:extLst>
          </p:cNvPr>
          <p:cNvSpPr txBox="1"/>
          <p:nvPr/>
        </p:nvSpPr>
        <p:spPr>
          <a:xfrm>
            <a:off x="475958" y="2235846"/>
            <a:ext cx="876897" cy="267124"/>
          </a:xfrm>
          <a:prstGeom prst="rect">
            <a:avLst/>
          </a:prstGeom>
          <a:noFill/>
        </p:spPr>
        <p:txBody>
          <a:bodyPr wrap="square" rtlCol="0">
            <a:spAutoFit/>
          </a:bodyPr>
          <a:lstStyle/>
          <a:p>
            <a:pPr algn="ctr"/>
            <a:r>
              <a:rPr lang="en-US" sz="1136" b="1" dirty="0"/>
              <a:t>1_</a:t>
            </a:r>
            <a:r>
              <a:rPr lang="en-US" sz="1136" b="1" dirty="0">
                <a:latin typeface="Arial" panose="020B0604020202020204" pitchFamily="34" charset="0"/>
                <a:cs typeface="Arial" panose="020B0604020202020204" pitchFamily="34" charset="0"/>
              </a:rPr>
              <a:t>RGC</a:t>
            </a:r>
          </a:p>
        </p:txBody>
      </p:sp>
      <p:cxnSp>
        <p:nvCxnSpPr>
          <p:cNvPr id="83" name="Straight Connector 82">
            <a:extLst>
              <a:ext uri="{FF2B5EF4-FFF2-40B4-BE49-F238E27FC236}">
                <a16:creationId xmlns:a16="http://schemas.microsoft.com/office/drawing/2014/main" id="{DC96EC32-2F99-4565-7B69-8985C7CB0B1B}"/>
              </a:ext>
            </a:extLst>
          </p:cNvPr>
          <p:cNvCxnSpPr>
            <a:cxnSpLocks/>
          </p:cNvCxnSpPr>
          <p:nvPr/>
        </p:nvCxnSpPr>
        <p:spPr>
          <a:xfrm>
            <a:off x="1125083" y="2903231"/>
            <a:ext cx="1015681" cy="76273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F7CF70B1-07F8-3AD5-7B30-0DF4C7A5D799}"/>
              </a:ext>
            </a:extLst>
          </p:cNvPr>
          <p:cNvCxnSpPr>
            <a:cxnSpLocks/>
          </p:cNvCxnSpPr>
          <p:nvPr/>
        </p:nvCxnSpPr>
        <p:spPr>
          <a:xfrm flipV="1">
            <a:off x="1125083" y="2147567"/>
            <a:ext cx="1025929" cy="34019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C5EF3A3D-6FE0-AC46-2386-5DE7A31C35BC}"/>
              </a:ext>
            </a:extLst>
          </p:cNvPr>
          <p:cNvSpPr txBox="1"/>
          <p:nvPr/>
        </p:nvSpPr>
        <p:spPr>
          <a:xfrm>
            <a:off x="-27253" y="2082566"/>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C</a:t>
            </a:r>
          </a:p>
        </p:txBody>
      </p:sp>
      <p:pic>
        <p:nvPicPr>
          <p:cNvPr id="148" name="Picture 147">
            <a:extLst>
              <a:ext uri="{FF2B5EF4-FFF2-40B4-BE49-F238E27FC236}">
                <a16:creationId xmlns:a16="http://schemas.microsoft.com/office/drawing/2014/main" id="{E1BF5CDF-3E13-327C-464C-859A68DCF9F1}"/>
              </a:ext>
            </a:extLst>
          </p:cNvPr>
          <p:cNvPicPr>
            <a:picLocks noChangeAspect="1"/>
          </p:cNvPicPr>
          <p:nvPr/>
        </p:nvPicPr>
        <p:blipFill>
          <a:blip r:embed="rId5"/>
          <a:srcRect l="35417" t="4152" r="34457" b="71195"/>
          <a:stretch>
            <a:fillRect/>
          </a:stretch>
        </p:blipFill>
        <p:spPr>
          <a:xfrm>
            <a:off x="2085151" y="2094510"/>
            <a:ext cx="1876393" cy="1535514"/>
          </a:xfrm>
          <a:custGeom>
            <a:avLst/>
            <a:gdLst>
              <a:gd name="csX0" fmla="*/ 0 w 7389001"/>
              <a:gd name="csY0" fmla="*/ 0 h 7389093"/>
              <a:gd name="csX1" fmla="*/ 7389002 w 7389001"/>
              <a:gd name="csY1" fmla="*/ 0 h 7389093"/>
              <a:gd name="csX2" fmla="*/ 7389002 w 7389001"/>
              <a:gd name="csY2" fmla="*/ 7389094 h 7389093"/>
              <a:gd name="csX3" fmla="*/ 0 w 7389001"/>
              <a:gd name="csY3" fmla="*/ 7389094 h 7389093"/>
            </a:gdLst>
            <a:ahLst/>
            <a:cxnLst>
              <a:cxn ang="0">
                <a:pos x="csX0" y="csY0"/>
              </a:cxn>
              <a:cxn ang="0">
                <a:pos x="csX1" y="csY1"/>
              </a:cxn>
              <a:cxn ang="0">
                <a:pos x="csX2" y="csY2"/>
              </a:cxn>
              <a:cxn ang="0">
                <a:pos x="csX3" y="csY3"/>
              </a:cxn>
            </a:cxnLst>
            <a:rect l="l" t="t" r="r" b="b"/>
            <a:pathLst>
              <a:path w="7389001" h="7389093">
                <a:moveTo>
                  <a:pt x="0" y="0"/>
                </a:moveTo>
                <a:lnTo>
                  <a:pt x="7389002" y="0"/>
                </a:lnTo>
                <a:lnTo>
                  <a:pt x="7389002" y="7389094"/>
                </a:lnTo>
                <a:lnTo>
                  <a:pt x="0" y="7389094"/>
                </a:lnTo>
                <a:close/>
              </a:path>
            </a:pathLst>
          </a:custGeom>
        </p:spPr>
      </p:pic>
      <p:sp>
        <p:nvSpPr>
          <p:cNvPr id="149" name="TextBox 148">
            <a:extLst>
              <a:ext uri="{FF2B5EF4-FFF2-40B4-BE49-F238E27FC236}">
                <a16:creationId xmlns:a16="http://schemas.microsoft.com/office/drawing/2014/main" id="{03675C4F-FE5F-9CF5-2084-44AF3C2D8469}"/>
              </a:ext>
            </a:extLst>
          </p:cNvPr>
          <p:cNvSpPr txBox="1"/>
          <p:nvPr/>
        </p:nvSpPr>
        <p:spPr>
          <a:xfrm>
            <a:off x="2920609" y="3041182"/>
            <a:ext cx="725882" cy="266868"/>
          </a:xfrm>
          <a:prstGeom prst="rect">
            <a:avLst/>
          </a:prstGeom>
          <a:noFill/>
        </p:spPr>
        <p:txBody>
          <a:bodyPr wrap="square" rtlCol="0">
            <a:spAutoFit/>
          </a:bodyPr>
          <a:lstStyle/>
          <a:p>
            <a:pPr algn="l"/>
            <a:r>
              <a:rPr lang="en-US" sz="1134" b="1" dirty="0">
                <a:ln/>
                <a:solidFill>
                  <a:srgbClr val="000000"/>
                </a:solidFill>
                <a:latin typeface="Arial"/>
                <a:cs typeface="Arial"/>
                <a:sym typeface="Arial"/>
                <a:rtl val="0"/>
              </a:rPr>
              <a:t>1_NSC</a:t>
            </a:r>
            <a:endParaRPr lang="en-US" sz="1512" b="1" dirty="0">
              <a:ln/>
              <a:solidFill>
                <a:srgbClr val="000000"/>
              </a:solidFill>
              <a:latin typeface="Arial"/>
              <a:cs typeface="Arial"/>
              <a:sym typeface="Arial"/>
              <a:rtl val="0"/>
            </a:endParaRPr>
          </a:p>
        </p:txBody>
      </p:sp>
      <p:sp>
        <p:nvSpPr>
          <p:cNvPr id="150" name="TextBox 149">
            <a:extLst>
              <a:ext uri="{FF2B5EF4-FFF2-40B4-BE49-F238E27FC236}">
                <a16:creationId xmlns:a16="http://schemas.microsoft.com/office/drawing/2014/main" id="{97FA0D13-FDC4-9E55-A76B-5E43B29F07F8}"/>
              </a:ext>
            </a:extLst>
          </p:cNvPr>
          <p:cNvSpPr txBox="1"/>
          <p:nvPr/>
        </p:nvSpPr>
        <p:spPr>
          <a:xfrm>
            <a:off x="2591637" y="2694477"/>
            <a:ext cx="550743" cy="266868"/>
          </a:xfrm>
          <a:prstGeom prst="rect">
            <a:avLst/>
          </a:prstGeom>
          <a:noFill/>
        </p:spPr>
        <p:txBody>
          <a:bodyPr wrap="square" rtlCol="0">
            <a:spAutoFit/>
          </a:bodyPr>
          <a:lstStyle/>
          <a:p>
            <a:pPr algn="l"/>
            <a:r>
              <a:rPr lang="en-US" sz="1134" b="1" dirty="0">
                <a:ln/>
                <a:solidFill>
                  <a:srgbClr val="000000"/>
                </a:solidFill>
                <a:latin typeface="Arial"/>
                <a:cs typeface="Arial"/>
                <a:sym typeface="Arial"/>
                <a:rtl val="0"/>
              </a:rPr>
              <a:t>1_NP</a:t>
            </a:r>
          </a:p>
        </p:txBody>
      </p:sp>
      <p:sp>
        <p:nvSpPr>
          <p:cNvPr id="151" name="TextBox 150">
            <a:extLst>
              <a:ext uri="{FF2B5EF4-FFF2-40B4-BE49-F238E27FC236}">
                <a16:creationId xmlns:a16="http://schemas.microsoft.com/office/drawing/2014/main" id="{96F34FE3-F258-5F5B-4246-A9CF6B206AD0}"/>
              </a:ext>
            </a:extLst>
          </p:cNvPr>
          <p:cNvSpPr txBox="1"/>
          <p:nvPr/>
        </p:nvSpPr>
        <p:spPr>
          <a:xfrm>
            <a:off x="3122747" y="2493660"/>
            <a:ext cx="730708" cy="266868"/>
          </a:xfrm>
          <a:prstGeom prst="rect">
            <a:avLst/>
          </a:prstGeom>
          <a:noFill/>
        </p:spPr>
        <p:txBody>
          <a:bodyPr wrap="square" rtlCol="0">
            <a:spAutoFit/>
          </a:bodyPr>
          <a:lstStyle/>
          <a:p>
            <a:pPr algn="l"/>
            <a:r>
              <a:rPr lang="en-US" sz="1134" b="1" dirty="0">
                <a:ln/>
                <a:solidFill>
                  <a:srgbClr val="000000"/>
                </a:solidFill>
                <a:latin typeface="Arial"/>
                <a:cs typeface="Arial"/>
                <a:sym typeface="Arial"/>
                <a:rtl val="0"/>
              </a:rPr>
              <a:t>1_shha</a:t>
            </a:r>
          </a:p>
        </p:txBody>
      </p:sp>
      <p:sp>
        <p:nvSpPr>
          <p:cNvPr id="152" name="TextBox 151">
            <a:extLst>
              <a:ext uri="{FF2B5EF4-FFF2-40B4-BE49-F238E27FC236}">
                <a16:creationId xmlns:a16="http://schemas.microsoft.com/office/drawing/2014/main" id="{9D032C1E-7D5B-F36E-1946-DB23042EF914}"/>
              </a:ext>
            </a:extLst>
          </p:cNvPr>
          <p:cNvSpPr txBox="1"/>
          <p:nvPr/>
        </p:nvSpPr>
        <p:spPr>
          <a:xfrm>
            <a:off x="2591638" y="2207519"/>
            <a:ext cx="676450" cy="266868"/>
          </a:xfrm>
          <a:prstGeom prst="rect">
            <a:avLst/>
          </a:prstGeom>
          <a:noFill/>
        </p:spPr>
        <p:txBody>
          <a:bodyPr wrap="square" rtlCol="0">
            <a:spAutoFit/>
          </a:bodyPr>
          <a:lstStyle/>
          <a:p>
            <a:pPr algn="l"/>
            <a:r>
              <a:rPr lang="en-US" sz="1134" b="1" dirty="0">
                <a:ln/>
                <a:solidFill>
                  <a:srgbClr val="000000"/>
                </a:solidFill>
                <a:latin typeface="Arial"/>
                <a:cs typeface="Arial"/>
                <a:sym typeface="Arial"/>
                <a:rtl val="0"/>
              </a:rPr>
              <a:t>1_gfap</a:t>
            </a:r>
          </a:p>
        </p:txBody>
      </p:sp>
      <p:sp>
        <p:nvSpPr>
          <p:cNvPr id="569" name="Rectangle 568">
            <a:extLst>
              <a:ext uri="{FF2B5EF4-FFF2-40B4-BE49-F238E27FC236}">
                <a16:creationId xmlns:a16="http://schemas.microsoft.com/office/drawing/2014/main" id="{B65BCF8B-A170-909C-9A04-8BD31EF6FCCC}"/>
              </a:ext>
            </a:extLst>
          </p:cNvPr>
          <p:cNvSpPr/>
          <p:nvPr/>
        </p:nvSpPr>
        <p:spPr>
          <a:xfrm>
            <a:off x="2151013" y="2147567"/>
            <a:ext cx="1758359" cy="1511103"/>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a:p>
        </p:txBody>
      </p:sp>
      <p:grpSp>
        <p:nvGrpSpPr>
          <p:cNvPr id="97" name="Group 96">
            <a:extLst>
              <a:ext uri="{FF2B5EF4-FFF2-40B4-BE49-F238E27FC236}">
                <a16:creationId xmlns:a16="http://schemas.microsoft.com/office/drawing/2014/main" id="{BE3B0FB8-14D7-8DAB-B164-10A40504F082}"/>
              </a:ext>
            </a:extLst>
          </p:cNvPr>
          <p:cNvGrpSpPr/>
          <p:nvPr/>
        </p:nvGrpSpPr>
        <p:grpSpPr>
          <a:xfrm>
            <a:off x="2116916" y="3059020"/>
            <a:ext cx="638207" cy="632599"/>
            <a:chOff x="430936" y="2071615"/>
            <a:chExt cx="715944" cy="762125"/>
          </a:xfrm>
        </p:grpSpPr>
        <p:cxnSp>
          <p:nvCxnSpPr>
            <p:cNvPr id="98" name="Straight Arrow Connector 97">
              <a:extLst>
                <a:ext uri="{FF2B5EF4-FFF2-40B4-BE49-F238E27FC236}">
                  <a16:creationId xmlns:a16="http://schemas.microsoft.com/office/drawing/2014/main" id="{956A446E-6325-63DB-4CAC-5D3D384F67EE}"/>
                </a:ext>
              </a:extLst>
            </p:cNvPr>
            <p:cNvCxnSpPr/>
            <p:nvPr/>
          </p:nvCxnSpPr>
          <p:spPr>
            <a:xfrm>
              <a:off x="640422" y="2616185"/>
              <a:ext cx="48254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376CB555-4836-38B2-2993-11EAD0B241AD}"/>
                </a:ext>
              </a:extLst>
            </p:cNvPr>
            <p:cNvCxnSpPr>
              <a:cxnSpLocks/>
            </p:cNvCxnSpPr>
            <p:nvPr/>
          </p:nvCxnSpPr>
          <p:spPr>
            <a:xfrm flipV="1">
              <a:off x="640422" y="2138120"/>
              <a:ext cx="0" cy="48463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0" name="Rectangle 99">
              <a:extLst>
                <a:ext uri="{FF2B5EF4-FFF2-40B4-BE49-F238E27FC236}">
                  <a16:creationId xmlns:a16="http://schemas.microsoft.com/office/drawing/2014/main" id="{64D8F386-BB6A-E4E8-6E6A-567A3A175641}"/>
                </a:ext>
              </a:extLst>
            </p:cNvPr>
            <p:cNvSpPr/>
            <p:nvPr/>
          </p:nvSpPr>
          <p:spPr>
            <a:xfrm>
              <a:off x="515958" y="2588658"/>
              <a:ext cx="630922" cy="245082"/>
            </a:xfrm>
            <a:prstGeom prst="rect">
              <a:avLst/>
            </a:prstGeom>
            <a:noFill/>
            <a:ln>
              <a:noFill/>
            </a:ln>
          </p:spPr>
          <p:txBody>
            <a:bodyPr wrap="none" lIns="86401" tIns="43200" rIns="86401" bIns="43200">
              <a:spAutoFit/>
            </a:bodyPr>
            <a:lstStyle/>
            <a:p>
              <a:pPr algn="ctr"/>
              <a:r>
                <a:rPr lang="en-US" sz="755">
                  <a:ln w="0">
                    <a:noFill/>
                  </a:ln>
                  <a:latin typeface="Arial" panose="020B0604020202020204" pitchFamily="34" charset="0"/>
                  <a:cs typeface="Arial" panose="020B0604020202020204" pitchFamily="34" charset="0"/>
                </a:rPr>
                <a:t>UMAP_1</a:t>
              </a:r>
              <a:endParaRPr lang="en-US" sz="1039">
                <a:ln w="0">
                  <a:noFill/>
                </a:ln>
              </a:endParaRPr>
            </a:p>
          </p:txBody>
        </p:sp>
        <p:sp>
          <p:nvSpPr>
            <p:cNvPr id="101" name="Rectangle 100">
              <a:extLst>
                <a:ext uri="{FF2B5EF4-FFF2-40B4-BE49-F238E27FC236}">
                  <a16:creationId xmlns:a16="http://schemas.microsoft.com/office/drawing/2014/main" id="{0DC9B781-9E61-AFCE-4728-50633143E676}"/>
                </a:ext>
              </a:extLst>
            </p:cNvPr>
            <p:cNvSpPr/>
            <p:nvPr/>
          </p:nvSpPr>
          <p:spPr>
            <a:xfrm rot="16200000">
              <a:off x="206253" y="2296298"/>
              <a:ext cx="677574" cy="228208"/>
            </a:xfrm>
            <a:prstGeom prst="rect">
              <a:avLst/>
            </a:prstGeom>
            <a:noFill/>
            <a:ln>
              <a:noFill/>
            </a:ln>
          </p:spPr>
          <p:txBody>
            <a:bodyPr wrap="none" lIns="86401" tIns="43200" rIns="86401" bIns="43200">
              <a:spAutoFit/>
            </a:bodyPr>
            <a:lstStyle/>
            <a:p>
              <a:pPr algn="ctr"/>
              <a:r>
                <a:rPr lang="en-US" sz="755">
                  <a:ln w="0">
                    <a:noFill/>
                  </a:ln>
                  <a:latin typeface="Arial" panose="020B0604020202020204" pitchFamily="34" charset="0"/>
                  <a:cs typeface="Arial" panose="020B0604020202020204" pitchFamily="34" charset="0"/>
                </a:rPr>
                <a:t>UMAP_2</a:t>
              </a:r>
              <a:endParaRPr lang="en-US" sz="1039">
                <a:ln w="0">
                  <a:noFill/>
                </a:ln>
              </a:endParaRPr>
            </a:p>
          </p:txBody>
        </p:sp>
      </p:grpSp>
      <p:grpSp>
        <p:nvGrpSpPr>
          <p:cNvPr id="1542" name="Group 1541">
            <a:extLst>
              <a:ext uri="{FF2B5EF4-FFF2-40B4-BE49-F238E27FC236}">
                <a16:creationId xmlns:a16="http://schemas.microsoft.com/office/drawing/2014/main" id="{E7389480-699E-BBAC-0884-28BE5B4D3603}"/>
              </a:ext>
            </a:extLst>
          </p:cNvPr>
          <p:cNvGrpSpPr/>
          <p:nvPr/>
        </p:nvGrpSpPr>
        <p:grpSpPr>
          <a:xfrm rot="16200000">
            <a:off x="3943477" y="-1445914"/>
            <a:ext cx="667512" cy="4325112"/>
            <a:chOff x="241300" y="2346525"/>
            <a:chExt cx="3272154" cy="2785953"/>
          </a:xfrm>
        </p:grpSpPr>
        <p:sp>
          <p:nvSpPr>
            <p:cNvPr id="1543" name="Freeform 706">
              <a:extLst>
                <a:ext uri="{FF2B5EF4-FFF2-40B4-BE49-F238E27FC236}">
                  <a16:creationId xmlns:a16="http://schemas.microsoft.com/office/drawing/2014/main" id="{8D1E810E-0934-B862-CC5B-FF606496D927}"/>
                </a:ext>
              </a:extLst>
            </p:cNvPr>
            <p:cNvSpPr/>
            <p:nvPr/>
          </p:nvSpPr>
          <p:spPr>
            <a:xfrm>
              <a:off x="241300" y="234652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8CFD0"/>
            </a:solidFill>
            <a:ln w="9525" cap="rnd">
              <a:noFill/>
              <a:prstDash val="solid"/>
              <a:round/>
            </a:ln>
          </p:spPr>
          <p:txBody>
            <a:bodyPr/>
            <a:lstStyle/>
            <a:p>
              <a:pPr algn="ctr"/>
              <a:endParaRPr lang="en-US" sz="1701"/>
            </a:p>
          </p:txBody>
        </p:sp>
        <p:sp>
          <p:nvSpPr>
            <p:cNvPr id="1544" name="Freeform 707">
              <a:extLst>
                <a:ext uri="{FF2B5EF4-FFF2-40B4-BE49-F238E27FC236}">
                  <a16:creationId xmlns:a16="http://schemas.microsoft.com/office/drawing/2014/main" id="{D4D25441-04B0-1F2B-1E9C-BA0BD7C03C7E}"/>
                </a:ext>
              </a:extLst>
            </p:cNvPr>
            <p:cNvSpPr/>
            <p:nvPr/>
          </p:nvSpPr>
          <p:spPr>
            <a:xfrm>
              <a:off x="241300" y="240991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AF1F7"/>
            </a:solidFill>
            <a:ln w="9525" cap="rnd">
              <a:noFill/>
              <a:prstDash val="solid"/>
              <a:round/>
            </a:ln>
          </p:spPr>
          <p:txBody>
            <a:bodyPr/>
            <a:lstStyle/>
            <a:p>
              <a:pPr algn="ctr"/>
              <a:endParaRPr lang="en-US" sz="1701"/>
            </a:p>
          </p:txBody>
        </p:sp>
        <p:sp>
          <p:nvSpPr>
            <p:cNvPr id="1545" name="Freeform 708">
              <a:extLst>
                <a:ext uri="{FF2B5EF4-FFF2-40B4-BE49-F238E27FC236}">
                  <a16:creationId xmlns:a16="http://schemas.microsoft.com/office/drawing/2014/main" id="{6D64B22D-5F3E-2DAB-1414-75DD4F090327}"/>
                </a:ext>
              </a:extLst>
            </p:cNvPr>
            <p:cNvSpPr/>
            <p:nvPr/>
          </p:nvSpPr>
          <p:spPr>
            <a:xfrm>
              <a:off x="241300" y="247318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EF4F9"/>
            </a:solidFill>
            <a:ln w="9525" cap="rnd">
              <a:noFill/>
              <a:prstDash val="solid"/>
              <a:round/>
            </a:ln>
          </p:spPr>
          <p:txBody>
            <a:bodyPr/>
            <a:lstStyle/>
            <a:p>
              <a:pPr algn="ctr"/>
              <a:endParaRPr lang="en-US" sz="1701"/>
            </a:p>
          </p:txBody>
        </p:sp>
        <p:sp>
          <p:nvSpPr>
            <p:cNvPr id="1546" name="Freeform 709">
              <a:extLst>
                <a:ext uri="{FF2B5EF4-FFF2-40B4-BE49-F238E27FC236}">
                  <a16:creationId xmlns:a16="http://schemas.microsoft.com/office/drawing/2014/main" id="{A217F3EC-15F9-677B-667A-5020EF9E0ADE}"/>
                </a:ext>
              </a:extLst>
            </p:cNvPr>
            <p:cNvSpPr/>
            <p:nvPr/>
          </p:nvSpPr>
          <p:spPr>
            <a:xfrm>
              <a:off x="241300" y="2536583"/>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D7E4F1"/>
            </a:solidFill>
            <a:ln w="9525" cap="rnd">
              <a:noFill/>
              <a:prstDash val="solid"/>
              <a:round/>
            </a:ln>
          </p:spPr>
          <p:txBody>
            <a:bodyPr/>
            <a:lstStyle/>
            <a:p>
              <a:pPr algn="ctr"/>
              <a:endParaRPr lang="en-US" sz="1701"/>
            </a:p>
          </p:txBody>
        </p:sp>
        <p:sp>
          <p:nvSpPr>
            <p:cNvPr id="1547" name="Freeform 710">
              <a:extLst>
                <a:ext uri="{FF2B5EF4-FFF2-40B4-BE49-F238E27FC236}">
                  <a16:creationId xmlns:a16="http://schemas.microsoft.com/office/drawing/2014/main" id="{3BF0C97C-A399-1B29-A013-CBBF20860836}"/>
                </a:ext>
              </a:extLst>
            </p:cNvPr>
            <p:cNvSpPr/>
            <p:nvPr/>
          </p:nvSpPr>
          <p:spPr>
            <a:xfrm>
              <a:off x="241300" y="2599851"/>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D2E1EF"/>
            </a:solidFill>
            <a:ln w="9525" cap="rnd">
              <a:noFill/>
              <a:prstDash val="solid"/>
              <a:round/>
            </a:ln>
          </p:spPr>
          <p:txBody>
            <a:bodyPr/>
            <a:lstStyle/>
            <a:p>
              <a:pPr algn="ctr"/>
              <a:endParaRPr lang="en-US" sz="1701"/>
            </a:p>
          </p:txBody>
        </p:sp>
        <p:sp>
          <p:nvSpPr>
            <p:cNvPr id="1548" name="Freeform 711">
              <a:extLst>
                <a:ext uri="{FF2B5EF4-FFF2-40B4-BE49-F238E27FC236}">
                  <a16:creationId xmlns:a16="http://schemas.microsoft.com/office/drawing/2014/main" id="{DAD4EDCA-988A-57F4-14EF-D14FD78D02DB}"/>
                </a:ext>
              </a:extLst>
            </p:cNvPr>
            <p:cNvSpPr/>
            <p:nvPr/>
          </p:nvSpPr>
          <p:spPr>
            <a:xfrm>
              <a:off x="241300" y="266311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C0D5E9"/>
            </a:solidFill>
            <a:ln w="9525" cap="rnd">
              <a:noFill/>
              <a:prstDash val="solid"/>
              <a:round/>
            </a:ln>
          </p:spPr>
          <p:txBody>
            <a:bodyPr/>
            <a:lstStyle/>
            <a:p>
              <a:pPr algn="ctr"/>
              <a:endParaRPr lang="en-US" sz="1701"/>
            </a:p>
          </p:txBody>
        </p:sp>
        <p:sp>
          <p:nvSpPr>
            <p:cNvPr id="1549" name="Freeform 712">
              <a:extLst>
                <a:ext uri="{FF2B5EF4-FFF2-40B4-BE49-F238E27FC236}">
                  <a16:creationId xmlns:a16="http://schemas.microsoft.com/office/drawing/2014/main" id="{BAF5E6F8-7E01-8AB7-D287-5BEE6C5542A4}"/>
                </a:ext>
              </a:extLst>
            </p:cNvPr>
            <p:cNvSpPr/>
            <p:nvPr/>
          </p:nvSpPr>
          <p:spPr>
            <a:xfrm>
              <a:off x="241300" y="2726514"/>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C0D5E9"/>
            </a:solidFill>
            <a:ln w="9525" cap="rnd">
              <a:noFill/>
              <a:prstDash val="solid"/>
              <a:round/>
            </a:ln>
          </p:spPr>
          <p:txBody>
            <a:bodyPr/>
            <a:lstStyle/>
            <a:p>
              <a:pPr algn="ctr"/>
              <a:endParaRPr lang="en-US" sz="1701"/>
            </a:p>
          </p:txBody>
        </p:sp>
        <p:sp>
          <p:nvSpPr>
            <p:cNvPr id="1550" name="Freeform 713">
              <a:extLst>
                <a:ext uri="{FF2B5EF4-FFF2-40B4-BE49-F238E27FC236}">
                  <a16:creationId xmlns:a16="http://schemas.microsoft.com/office/drawing/2014/main" id="{55C10744-A6F1-5200-C13A-F969680B2231}"/>
                </a:ext>
              </a:extLst>
            </p:cNvPr>
            <p:cNvSpPr/>
            <p:nvPr/>
          </p:nvSpPr>
          <p:spPr>
            <a:xfrm>
              <a:off x="241300" y="2789782"/>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C4D8EB"/>
            </a:solidFill>
            <a:ln w="9525" cap="rnd">
              <a:noFill/>
              <a:prstDash val="solid"/>
              <a:round/>
            </a:ln>
          </p:spPr>
          <p:txBody>
            <a:bodyPr/>
            <a:lstStyle/>
            <a:p>
              <a:pPr algn="ctr"/>
              <a:endParaRPr lang="en-US" sz="1701"/>
            </a:p>
          </p:txBody>
        </p:sp>
        <p:sp>
          <p:nvSpPr>
            <p:cNvPr id="1551" name="Freeform 714">
              <a:extLst>
                <a:ext uri="{FF2B5EF4-FFF2-40B4-BE49-F238E27FC236}">
                  <a16:creationId xmlns:a16="http://schemas.microsoft.com/office/drawing/2014/main" id="{9E3DAAC8-C0CF-436A-0ACF-FC6491E5FF5E}"/>
                </a:ext>
              </a:extLst>
            </p:cNvPr>
            <p:cNvSpPr/>
            <p:nvPr/>
          </p:nvSpPr>
          <p:spPr>
            <a:xfrm>
              <a:off x="241300" y="2853050"/>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C9DBEC"/>
            </a:solidFill>
            <a:ln w="9525" cap="rnd">
              <a:noFill/>
              <a:prstDash val="solid"/>
              <a:round/>
            </a:ln>
          </p:spPr>
          <p:txBody>
            <a:bodyPr/>
            <a:lstStyle/>
            <a:p>
              <a:pPr algn="ctr"/>
              <a:endParaRPr lang="en-US" sz="1701"/>
            </a:p>
          </p:txBody>
        </p:sp>
        <p:sp>
          <p:nvSpPr>
            <p:cNvPr id="1552" name="Freeform 715">
              <a:extLst>
                <a:ext uri="{FF2B5EF4-FFF2-40B4-BE49-F238E27FC236}">
                  <a16:creationId xmlns:a16="http://schemas.microsoft.com/office/drawing/2014/main" id="{354251E9-021B-5CC7-3F8C-A0173CC5BBAC}"/>
                </a:ext>
              </a:extLst>
            </p:cNvPr>
            <p:cNvSpPr/>
            <p:nvPr/>
          </p:nvSpPr>
          <p:spPr>
            <a:xfrm>
              <a:off x="241300" y="291644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CEDEEE"/>
            </a:solidFill>
            <a:ln w="9525" cap="rnd">
              <a:noFill/>
              <a:prstDash val="solid"/>
              <a:round/>
            </a:ln>
          </p:spPr>
          <p:txBody>
            <a:bodyPr/>
            <a:lstStyle/>
            <a:p>
              <a:pPr algn="ctr"/>
              <a:endParaRPr lang="en-US" sz="1701"/>
            </a:p>
          </p:txBody>
        </p:sp>
        <p:sp>
          <p:nvSpPr>
            <p:cNvPr id="1553" name="Freeform 716">
              <a:extLst>
                <a:ext uri="{FF2B5EF4-FFF2-40B4-BE49-F238E27FC236}">
                  <a16:creationId xmlns:a16="http://schemas.microsoft.com/office/drawing/2014/main" id="{268B2891-8FAC-76E9-3135-293EE0897D43}"/>
                </a:ext>
              </a:extLst>
            </p:cNvPr>
            <p:cNvSpPr/>
            <p:nvPr/>
          </p:nvSpPr>
          <p:spPr>
            <a:xfrm>
              <a:off x="241300" y="2979713"/>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96B9DB"/>
            </a:solidFill>
            <a:ln w="9525" cap="rnd">
              <a:noFill/>
              <a:prstDash val="solid"/>
              <a:round/>
            </a:ln>
          </p:spPr>
          <p:txBody>
            <a:bodyPr/>
            <a:lstStyle/>
            <a:p>
              <a:pPr algn="ctr"/>
              <a:endParaRPr lang="en-US" sz="1701"/>
            </a:p>
          </p:txBody>
        </p:sp>
        <p:sp>
          <p:nvSpPr>
            <p:cNvPr id="1554" name="Freeform 717">
              <a:extLst>
                <a:ext uri="{FF2B5EF4-FFF2-40B4-BE49-F238E27FC236}">
                  <a16:creationId xmlns:a16="http://schemas.microsoft.com/office/drawing/2014/main" id="{B0B2C03D-F128-495A-CD2F-302DD047F307}"/>
                </a:ext>
              </a:extLst>
            </p:cNvPr>
            <p:cNvSpPr/>
            <p:nvPr/>
          </p:nvSpPr>
          <p:spPr>
            <a:xfrm>
              <a:off x="241300" y="304310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91B5D9"/>
            </a:solidFill>
            <a:ln w="9525" cap="rnd">
              <a:noFill/>
              <a:prstDash val="solid"/>
              <a:round/>
            </a:ln>
          </p:spPr>
          <p:txBody>
            <a:bodyPr/>
            <a:lstStyle/>
            <a:p>
              <a:pPr algn="ctr"/>
              <a:endParaRPr lang="en-US" sz="1701"/>
            </a:p>
          </p:txBody>
        </p:sp>
        <p:sp>
          <p:nvSpPr>
            <p:cNvPr id="1555" name="Freeform 718">
              <a:extLst>
                <a:ext uri="{FF2B5EF4-FFF2-40B4-BE49-F238E27FC236}">
                  <a16:creationId xmlns:a16="http://schemas.microsoft.com/office/drawing/2014/main" id="{6A6CFDF6-AD35-B68F-3900-891F9B8B2D85}"/>
                </a:ext>
              </a:extLst>
            </p:cNvPr>
            <p:cNvSpPr/>
            <p:nvPr/>
          </p:nvSpPr>
          <p:spPr>
            <a:xfrm>
              <a:off x="241300" y="310637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ADC8E3"/>
            </a:solidFill>
            <a:ln w="9525" cap="rnd">
              <a:noFill/>
              <a:prstDash val="solid"/>
              <a:round/>
            </a:ln>
          </p:spPr>
          <p:txBody>
            <a:bodyPr/>
            <a:lstStyle/>
            <a:p>
              <a:pPr algn="ctr"/>
              <a:endParaRPr lang="en-US" sz="1701"/>
            </a:p>
          </p:txBody>
        </p:sp>
        <p:sp>
          <p:nvSpPr>
            <p:cNvPr id="1556" name="Freeform 719">
              <a:extLst>
                <a:ext uri="{FF2B5EF4-FFF2-40B4-BE49-F238E27FC236}">
                  <a16:creationId xmlns:a16="http://schemas.microsoft.com/office/drawing/2014/main" id="{4DA8CA22-BC08-CDE2-F209-87D0D550E7E3}"/>
                </a:ext>
              </a:extLst>
            </p:cNvPr>
            <p:cNvSpPr/>
            <p:nvPr/>
          </p:nvSpPr>
          <p:spPr>
            <a:xfrm>
              <a:off x="241300" y="316964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9FBFDE"/>
            </a:solidFill>
            <a:ln w="9525" cap="rnd">
              <a:noFill/>
              <a:prstDash val="solid"/>
              <a:round/>
            </a:ln>
          </p:spPr>
          <p:txBody>
            <a:bodyPr/>
            <a:lstStyle/>
            <a:p>
              <a:pPr algn="ctr"/>
              <a:endParaRPr lang="en-US" sz="1701"/>
            </a:p>
          </p:txBody>
        </p:sp>
        <p:sp>
          <p:nvSpPr>
            <p:cNvPr id="1557" name="Freeform 720">
              <a:extLst>
                <a:ext uri="{FF2B5EF4-FFF2-40B4-BE49-F238E27FC236}">
                  <a16:creationId xmlns:a16="http://schemas.microsoft.com/office/drawing/2014/main" id="{1B5B0A61-6D86-FD4A-83F5-824F02EFB5DD}"/>
                </a:ext>
              </a:extLst>
            </p:cNvPr>
            <p:cNvSpPr/>
            <p:nvPr/>
          </p:nvSpPr>
          <p:spPr>
            <a:xfrm>
              <a:off x="241300" y="323303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A4C2DF"/>
            </a:solidFill>
            <a:ln w="9525" cap="rnd">
              <a:noFill/>
              <a:prstDash val="solid"/>
              <a:round/>
            </a:ln>
          </p:spPr>
          <p:txBody>
            <a:bodyPr/>
            <a:lstStyle/>
            <a:p>
              <a:pPr algn="ctr"/>
              <a:endParaRPr lang="en-US" sz="1701"/>
            </a:p>
          </p:txBody>
        </p:sp>
        <p:sp>
          <p:nvSpPr>
            <p:cNvPr id="1558" name="Freeform 721">
              <a:extLst>
                <a:ext uri="{FF2B5EF4-FFF2-40B4-BE49-F238E27FC236}">
                  <a16:creationId xmlns:a16="http://schemas.microsoft.com/office/drawing/2014/main" id="{5A02C2FA-BF26-C8E2-21BB-F2C538FC01A7}"/>
                </a:ext>
              </a:extLst>
            </p:cNvPr>
            <p:cNvSpPr/>
            <p:nvPr/>
          </p:nvSpPr>
          <p:spPr>
            <a:xfrm>
              <a:off x="241300" y="329630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A4C2DF"/>
            </a:solidFill>
            <a:ln w="9525" cap="rnd">
              <a:noFill/>
              <a:prstDash val="solid"/>
              <a:round/>
            </a:ln>
          </p:spPr>
          <p:txBody>
            <a:bodyPr/>
            <a:lstStyle/>
            <a:p>
              <a:pPr algn="ctr"/>
              <a:endParaRPr lang="en-US" sz="1701"/>
            </a:p>
          </p:txBody>
        </p:sp>
        <p:sp>
          <p:nvSpPr>
            <p:cNvPr id="1559" name="Freeform 722">
              <a:extLst>
                <a:ext uri="{FF2B5EF4-FFF2-40B4-BE49-F238E27FC236}">
                  <a16:creationId xmlns:a16="http://schemas.microsoft.com/office/drawing/2014/main" id="{7CACF4D3-EB2E-0D40-3413-07DC0819319D}"/>
                </a:ext>
              </a:extLst>
            </p:cNvPr>
            <p:cNvSpPr/>
            <p:nvPr/>
          </p:nvSpPr>
          <p:spPr>
            <a:xfrm>
              <a:off x="241300" y="3359702"/>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560" name="Freeform 723">
              <a:extLst>
                <a:ext uri="{FF2B5EF4-FFF2-40B4-BE49-F238E27FC236}">
                  <a16:creationId xmlns:a16="http://schemas.microsoft.com/office/drawing/2014/main" id="{1046EDDD-3F60-6D7B-C805-3718EF3F97DE}"/>
                </a:ext>
              </a:extLst>
            </p:cNvPr>
            <p:cNvSpPr/>
            <p:nvPr/>
          </p:nvSpPr>
          <p:spPr>
            <a:xfrm>
              <a:off x="241300" y="3422971"/>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561" name="Freeform 724">
              <a:extLst>
                <a:ext uri="{FF2B5EF4-FFF2-40B4-BE49-F238E27FC236}">
                  <a16:creationId xmlns:a16="http://schemas.microsoft.com/office/drawing/2014/main" id="{7FCF6F86-D264-C2A9-778E-A4CA98750008}"/>
                </a:ext>
              </a:extLst>
            </p:cNvPr>
            <p:cNvSpPr/>
            <p:nvPr/>
          </p:nvSpPr>
          <p:spPr>
            <a:xfrm>
              <a:off x="241300" y="348623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562" name="Freeform 725">
              <a:extLst>
                <a:ext uri="{FF2B5EF4-FFF2-40B4-BE49-F238E27FC236}">
                  <a16:creationId xmlns:a16="http://schemas.microsoft.com/office/drawing/2014/main" id="{5E8B14F6-8948-397C-DF96-653FA2F7C019}"/>
                </a:ext>
              </a:extLst>
            </p:cNvPr>
            <p:cNvSpPr/>
            <p:nvPr/>
          </p:nvSpPr>
          <p:spPr>
            <a:xfrm>
              <a:off x="241300" y="3549634"/>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B7478"/>
            </a:solidFill>
            <a:ln w="9525" cap="rnd">
              <a:noFill/>
              <a:prstDash val="solid"/>
              <a:round/>
            </a:ln>
          </p:spPr>
          <p:txBody>
            <a:bodyPr/>
            <a:lstStyle/>
            <a:p>
              <a:pPr algn="ctr"/>
              <a:endParaRPr lang="en-US" sz="1701"/>
            </a:p>
          </p:txBody>
        </p:sp>
        <p:sp>
          <p:nvSpPr>
            <p:cNvPr id="1563" name="Freeform 726">
              <a:extLst>
                <a:ext uri="{FF2B5EF4-FFF2-40B4-BE49-F238E27FC236}">
                  <a16:creationId xmlns:a16="http://schemas.microsoft.com/office/drawing/2014/main" id="{9137E0F3-B7BE-4114-51AB-BF185A430E7E}"/>
                </a:ext>
              </a:extLst>
            </p:cNvPr>
            <p:cNvSpPr/>
            <p:nvPr/>
          </p:nvSpPr>
          <p:spPr>
            <a:xfrm>
              <a:off x="241300" y="3612902"/>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1A1A4"/>
            </a:solidFill>
            <a:ln w="9525" cap="rnd">
              <a:noFill/>
              <a:prstDash val="solid"/>
              <a:round/>
            </a:ln>
          </p:spPr>
          <p:txBody>
            <a:bodyPr/>
            <a:lstStyle/>
            <a:p>
              <a:pPr algn="ctr"/>
              <a:endParaRPr lang="en-US" sz="1701"/>
            </a:p>
          </p:txBody>
        </p:sp>
        <p:sp>
          <p:nvSpPr>
            <p:cNvPr id="1564" name="Freeform 727">
              <a:extLst>
                <a:ext uri="{FF2B5EF4-FFF2-40B4-BE49-F238E27FC236}">
                  <a16:creationId xmlns:a16="http://schemas.microsoft.com/office/drawing/2014/main" id="{7F52664B-9E56-4CE9-9F52-58B421BAEED0}"/>
                </a:ext>
              </a:extLst>
            </p:cNvPr>
            <p:cNvSpPr/>
            <p:nvPr/>
          </p:nvSpPr>
          <p:spPr>
            <a:xfrm>
              <a:off x="241300" y="3676170"/>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19C9F"/>
            </a:solidFill>
            <a:ln w="9525" cap="rnd">
              <a:noFill/>
              <a:prstDash val="solid"/>
              <a:round/>
            </a:ln>
          </p:spPr>
          <p:txBody>
            <a:bodyPr/>
            <a:lstStyle/>
            <a:p>
              <a:pPr algn="ctr"/>
              <a:endParaRPr lang="en-US" sz="1701"/>
            </a:p>
          </p:txBody>
        </p:sp>
        <p:sp>
          <p:nvSpPr>
            <p:cNvPr id="1565" name="Freeform 728">
              <a:extLst>
                <a:ext uri="{FF2B5EF4-FFF2-40B4-BE49-F238E27FC236}">
                  <a16:creationId xmlns:a16="http://schemas.microsoft.com/office/drawing/2014/main" id="{D1120B36-0905-26C4-C3E1-BCDC93624245}"/>
                </a:ext>
              </a:extLst>
            </p:cNvPr>
            <p:cNvSpPr/>
            <p:nvPr/>
          </p:nvSpPr>
          <p:spPr>
            <a:xfrm>
              <a:off x="241300" y="373956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0979A"/>
            </a:solidFill>
            <a:ln w="9525" cap="rnd">
              <a:noFill/>
              <a:prstDash val="solid"/>
              <a:round/>
            </a:ln>
          </p:spPr>
          <p:txBody>
            <a:bodyPr/>
            <a:lstStyle/>
            <a:p>
              <a:pPr algn="ctr"/>
              <a:endParaRPr lang="en-US" sz="1701"/>
            </a:p>
          </p:txBody>
        </p:sp>
        <p:sp>
          <p:nvSpPr>
            <p:cNvPr id="1566" name="Freeform 729">
              <a:extLst>
                <a:ext uri="{FF2B5EF4-FFF2-40B4-BE49-F238E27FC236}">
                  <a16:creationId xmlns:a16="http://schemas.microsoft.com/office/drawing/2014/main" id="{A8821D0C-1AC4-E41A-8398-5BB5C67F90D4}"/>
                </a:ext>
              </a:extLst>
            </p:cNvPr>
            <p:cNvSpPr/>
            <p:nvPr/>
          </p:nvSpPr>
          <p:spPr>
            <a:xfrm>
              <a:off x="241300" y="3802833"/>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F9295"/>
            </a:solidFill>
            <a:ln w="9525" cap="rnd">
              <a:noFill/>
              <a:prstDash val="solid"/>
              <a:round/>
            </a:ln>
          </p:spPr>
          <p:txBody>
            <a:bodyPr/>
            <a:lstStyle/>
            <a:p>
              <a:pPr algn="ctr"/>
              <a:endParaRPr lang="en-US" sz="1701"/>
            </a:p>
          </p:txBody>
        </p:sp>
        <p:sp>
          <p:nvSpPr>
            <p:cNvPr id="1567" name="Freeform 730">
              <a:extLst>
                <a:ext uri="{FF2B5EF4-FFF2-40B4-BE49-F238E27FC236}">
                  <a16:creationId xmlns:a16="http://schemas.microsoft.com/office/drawing/2014/main" id="{8A1CB3D0-3F50-E43A-EEFD-AA697DA7B357}"/>
                </a:ext>
              </a:extLst>
            </p:cNvPr>
            <p:cNvSpPr/>
            <p:nvPr/>
          </p:nvSpPr>
          <p:spPr>
            <a:xfrm>
              <a:off x="241300" y="386622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F9295"/>
            </a:solidFill>
            <a:ln w="9525" cap="rnd">
              <a:noFill/>
              <a:prstDash val="solid"/>
              <a:round/>
            </a:ln>
          </p:spPr>
          <p:txBody>
            <a:bodyPr/>
            <a:lstStyle/>
            <a:p>
              <a:pPr algn="ctr"/>
              <a:endParaRPr lang="en-US" sz="1701"/>
            </a:p>
          </p:txBody>
        </p:sp>
        <p:sp>
          <p:nvSpPr>
            <p:cNvPr id="1568" name="Freeform 731">
              <a:extLst>
                <a:ext uri="{FF2B5EF4-FFF2-40B4-BE49-F238E27FC236}">
                  <a16:creationId xmlns:a16="http://schemas.microsoft.com/office/drawing/2014/main" id="{D7B8E5D1-0512-8B1B-C46B-15F1CE3BDBC0}"/>
                </a:ext>
              </a:extLst>
            </p:cNvPr>
            <p:cNvSpPr/>
            <p:nvPr/>
          </p:nvSpPr>
          <p:spPr>
            <a:xfrm>
              <a:off x="241300" y="392949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B7478"/>
            </a:solidFill>
            <a:ln w="9525" cap="rnd">
              <a:noFill/>
              <a:prstDash val="solid"/>
              <a:round/>
            </a:ln>
          </p:spPr>
          <p:txBody>
            <a:bodyPr/>
            <a:lstStyle/>
            <a:p>
              <a:pPr algn="ctr"/>
              <a:endParaRPr lang="en-US" sz="1701"/>
            </a:p>
          </p:txBody>
        </p:sp>
        <p:sp>
          <p:nvSpPr>
            <p:cNvPr id="1569" name="Freeform 732">
              <a:extLst>
                <a:ext uri="{FF2B5EF4-FFF2-40B4-BE49-F238E27FC236}">
                  <a16:creationId xmlns:a16="http://schemas.microsoft.com/office/drawing/2014/main" id="{93A01F59-CBB7-4675-16C5-F54AED665D05}"/>
                </a:ext>
              </a:extLst>
            </p:cNvPr>
            <p:cNvSpPr/>
            <p:nvPr/>
          </p:nvSpPr>
          <p:spPr>
            <a:xfrm>
              <a:off x="241300" y="399276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C7E81"/>
            </a:solidFill>
            <a:ln w="9525" cap="rnd">
              <a:noFill/>
              <a:prstDash val="solid"/>
              <a:round/>
            </a:ln>
          </p:spPr>
          <p:txBody>
            <a:bodyPr/>
            <a:lstStyle/>
            <a:p>
              <a:pPr algn="ctr"/>
              <a:endParaRPr lang="en-US" sz="1701"/>
            </a:p>
          </p:txBody>
        </p:sp>
        <p:sp>
          <p:nvSpPr>
            <p:cNvPr id="1570" name="Freeform 733">
              <a:extLst>
                <a:ext uri="{FF2B5EF4-FFF2-40B4-BE49-F238E27FC236}">
                  <a16:creationId xmlns:a16="http://schemas.microsoft.com/office/drawing/2014/main" id="{72DBC79C-F08E-F1F2-7A15-4D45FDD18FDF}"/>
                </a:ext>
              </a:extLst>
            </p:cNvPr>
            <p:cNvSpPr/>
            <p:nvPr/>
          </p:nvSpPr>
          <p:spPr>
            <a:xfrm>
              <a:off x="241300" y="405615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EFCFC"/>
            </a:solidFill>
            <a:ln w="9525" cap="rnd">
              <a:noFill/>
              <a:prstDash val="solid"/>
              <a:round/>
            </a:ln>
          </p:spPr>
          <p:txBody>
            <a:bodyPr/>
            <a:lstStyle/>
            <a:p>
              <a:pPr algn="ctr"/>
              <a:endParaRPr lang="en-US" sz="1701"/>
            </a:p>
          </p:txBody>
        </p:sp>
        <p:sp>
          <p:nvSpPr>
            <p:cNvPr id="1571" name="Freeform 734">
              <a:extLst>
                <a:ext uri="{FF2B5EF4-FFF2-40B4-BE49-F238E27FC236}">
                  <a16:creationId xmlns:a16="http://schemas.microsoft.com/office/drawing/2014/main" id="{BD59FFC1-538B-A2BE-348D-DE20FF3AF3A3}"/>
                </a:ext>
              </a:extLst>
            </p:cNvPr>
            <p:cNvSpPr/>
            <p:nvPr/>
          </p:nvSpPr>
          <p:spPr>
            <a:xfrm>
              <a:off x="241300" y="411942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CEDED"/>
            </a:solidFill>
            <a:ln w="9525" cap="rnd">
              <a:noFill/>
              <a:prstDash val="solid"/>
              <a:round/>
            </a:ln>
          </p:spPr>
          <p:txBody>
            <a:bodyPr/>
            <a:lstStyle/>
            <a:p>
              <a:pPr algn="ctr"/>
              <a:endParaRPr lang="en-US" sz="1701"/>
            </a:p>
          </p:txBody>
        </p:sp>
        <p:sp>
          <p:nvSpPr>
            <p:cNvPr id="1572" name="Freeform 735">
              <a:extLst>
                <a:ext uri="{FF2B5EF4-FFF2-40B4-BE49-F238E27FC236}">
                  <a16:creationId xmlns:a16="http://schemas.microsoft.com/office/drawing/2014/main" id="{F19EDA70-8E47-CF66-0C7B-F881AE351769}"/>
                </a:ext>
              </a:extLst>
            </p:cNvPr>
            <p:cNvSpPr/>
            <p:nvPr/>
          </p:nvSpPr>
          <p:spPr>
            <a:xfrm>
              <a:off x="241300" y="418269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4B5B7"/>
            </a:solidFill>
            <a:ln w="9525" cap="rnd">
              <a:noFill/>
              <a:prstDash val="solid"/>
              <a:round/>
            </a:ln>
          </p:spPr>
          <p:txBody>
            <a:bodyPr/>
            <a:lstStyle/>
            <a:p>
              <a:pPr algn="ctr"/>
              <a:endParaRPr lang="en-US" sz="1701"/>
            </a:p>
          </p:txBody>
        </p:sp>
        <p:sp>
          <p:nvSpPr>
            <p:cNvPr id="1573" name="Freeform 736">
              <a:extLst>
                <a:ext uri="{FF2B5EF4-FFF2-40B4-BE49-F238E27FC236}">
                  <a16:creationId xmlns:a16="http://schemas.microsoft.com/office/drawing/2014/main" id="{1CFE770A-0D6A-D2B1-E3D5-4D2DD4453F55}"/>
                </a:ext>
              </a:extLst>
            </p:cNvPr>
            <p:cNvSpPr/>
            <p:nvPr/>
          </p:nvSpPr>
          <p:spPr>
            <a:xfrm>
              <a:off x="241300" y="4246091"/>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5BABC"/>
            </a:solidFill>
            <a:ln w="9525" cap="rnd">
              <a:noFill/>
              <a:prstDash val="solid"/>
              <a:round/>
            </a:ln>
          </p:spPr>
          <p:txBody>
            <a:bodyPr/>
            <a:lstStyle/>
            <a:p>
              <a:pPr algn="ctr"/>
              <a:endParaRPr lang="en-US" sz="1701"/>
            </a:p>
          </p:txBody>
        </p:sp>
        <p:sp>
          <p:nvSpPr>
            <p:cNvPr id="1574" name="Freeform 737">
              <a:extLst>
                <a:ext uri="{FF2B5EF4-FFF2-40B4-BE49-F238E27FC236}">
                  <a16:creationId xmlns:a16="http://schemas.microsoft.com/office/drawing/2014/main" id="{95B635DA-C433-A379-52E4-3E36113952C3}"/>
                </a:ext>
              </a:extLst>
            </p:cNvPr>
            <p:cNvSpPr/>
            <p:nvPr/>
          </p:nvSpPr>
          <p:spPr>
            <a:xfrm>
              <a:off x="241300" y="430935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5BABC"/>
            </a:solidFill>
            <a:ln w="9525" cap="rnd">
              <a:noFill/>
              <a:prstDash val="solid"/>
              <a:round/>
            </a:ln>
          </p:spPr>
          <p:txBody>
            <a:bodyPr/>
            <a:lstStyle/>
            <a:p>
              <a:pPr algn="ctr"/>
              <a:endParaRPr lang="en-US" sz="1701"/>
            </a:p>
          </p:txBody>
        </p:sp>
        <p:sp>
          <p:nvSpPr>
            <p:cNvPr id="1575" name="Freeform 738">
              <a:extLst>
                <a:ext uri="{FF2B5EF4-FFF2-40B4-BE49-F238E27FC236}">
                  <a16:creationId xmlns:a16="http://schemas.microsoft.com/office/drawing/2014/main" id="{B4BEBB3F-8C8A-2858-FD7F-4D3052F00888}"/>
                </a:ext>
              </a:extLst>
            </p:cNvPr>
            <p:cNvSpPr/>
            <p:nvPr/>
          </p:nvSpPr>
          <p:spPr>
            <a:xfrm>
              <a:off x="241300" y="4372754"/>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5BABC"/>
            </a:solidFill>
            <a:ln w="9525" cap="rnd">
              <a:noFill/>
              <a:prstDash val="solid"/>
              <a:round/>
            </a:ln>
          </p:spPr>
          <p:txBody>
            <a:bodyPr/>
            <a:lstStyle/>
            <a:p>
              <a:pPr algn="ctr"/>
              <a:endParaRPr lang="en-US" sz="1701"/>
            </a:p>
          </p:txBody>
        </p:sp>
        <p:sp>
          <p:nvSpPr>
            <p:cNvPr id="1576" name="Freeform 739">
              <a:extLst>
                <a:ext uri="{FF2B5EF4-FFF2-40B4-BE49-F238E27FC236}">
                  <a16:creationId xmlns:a16="http://schemas.microsoft.com/office/drawing/2014/main" id="{BA35F178-CA54-59E1-89A2-63B05D986AF1}"/>
                </a:ext>
              </a:extLst>
            </p:cNvPr>
            <p:cNvSpPr/>
            <p:nvPr/>
          </p:nvSpPr>
          <p:spPr>
            <a:xfrm>
              <a:off x="241300" y="4436022"/>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9D9DA"/>
            </a:solidFill>
            <a:ln w="9525" cap="rnd">
              <a:noFill/>
              <a:prstDash val="solid"/>
              <a:round/>
            </a:ln>
          </p:spPr>
          <p:txBody>
            <a:bodyPr/>
            <a:lstStyle/>
            <a:p>
              <a:pPr algn="ctr"/>
              <a:endParaRPr lang="en-US" sz="1701"/>
            </a:p>
          </p:txBody>
        </p:sp>
        <p:sp>
          <p:nvSpPr>
            <p:cNvPr id="1577" name="Freeform 740">
              <a:extLst>
                <a:ext uri="{FF2B5EF4-FFF2-40B4-BE49-F238E27FC236}">
                  <a16:creationId xmlns:a16="http://schemas.microsoft.com/office/drawing/2014/main" id="{E148B433-FEA6-73A9-FD3B-01DD2BA9628F}"/>
                </a:ext>
              </a:extLst>
            </p:cNvPr>
            <p:cNvSpPr/>
            <p:nvPr/>
          </p:nvSpPr>
          <p:spPr>
            <a:xfrm>
              <a:off x="241300" y="4499290"/>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8D4D5"/>
            </a:solidFill>
            <a:ln w="9525" cap="rnd">
              <a:noFill/>
              <a:prstDash val="solid"/>
              <a:round/>
            </a:ln>
          </p:spPr>
          <p:txBody>
            <a:bodyPr/>
            <a:lstStyle/>
            <a:p>
              <a:pPr algn="ctr"/>
              <a:endParaRPr lang="en-US" sz="1701"/>
            </a:p>
          </p:txBody>
        </p:sp>
        <p:sp>
          <p:nvSpPr>
            <p:cNvPr id="1578" name="Freeform 741">
              <a:extLst>
                <a:ext uri="{FF2B5EF4-FFF2-40B4-BE49-F238E27FC236}">
                  <a16:creationId xmlns:a16="http://schemas.microsoft.com/office/drawing/2014/main" id="{49827B8B-DB71-DEF1-8011-C0DBA4D3F917}"/>
                </a:ext>
              </a:extLst>
            </p:cNvPr>
            <p:cNvSpPr/>
            <p:nvPr/>
          </p:nvSpPr>
          <p:spPr>
            <a:xfrm>
              <a:off x="241300" y="456268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7C9CB"/>
            </a:solidFill>
            <a:ln w="9525" cap="rnd">
              <a:noFill/>
              <a:prstDash val="solid"/>
              <a:round/>
            </a:ln>
          </p:spPr>
          <p:txBody>
            <a:bodyPr/>
            <a:lstStyle/>
            <a:p>
              <a:pPr algn="ctr"/>
              <a:endParaRPr lang="en-US" sz="1701"/>
            </a:p>
          </p:txBody>
        </p:sp>
        <p:sp>
          <p:nvSpPr>
            <p:cNvPr id="1579" name="Freeform 742">
              <a:extLst>
                <a:ext uri="{FF2B5EF4-FFF2-40B4-BE49-F238E27FC236}">
                  <a16:creationId xmlns:a16="http://schemas.microsoft.com/office/drawing/2014/main" id="{3046C3CF-468F-EE6A-3BD4-EB6D3FC4C45D}"/>
                </a:ext>
              </a:extLst>
            </p:cNvPr>
            <p:cNvSpPr/>
            <p:nvPr/>
          </p:nvSpPr>
          <p:spPr>
            <a:xfrm>
              <a:off x="241300" y="4625953"/>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6C4C6"/>
            </a:solidFill>
            <a:ln w="9525" cap="rnd">
              <a:noFill/>
              <a:prstDash val="solid"/>
              <a:round/>
            </a:ln>
          </p:spPr>
          <p:txBody>
            <a:bodyPr/>
            <a:lstStyle/>
            <a:p>
              <a:pPr algn="ctr"/>
              <a:endParaRPr lang="en-US" sz="1701"/>
            </a:p>
          </p:txBody>
        </p:sp>
        <p:sp>
          <p:nvSpPr>
            <p:cNvPr id="1580" name="Freeform 743">
              <a:extLst>
                <a:ext uri="{FF2B5EF4-FFF2-40B4-BE49-F238E27FC236}">
                  <a16:creationId xmlns:a16="http://schemas.microsoft.com/office/drawing/2014/main" id="{26046253-E02C-A9D2-0F31-3C7809944A67}"/>
                </a:ext>
              </a:extLst>
            </p:cNvPr>
            <p:cNvSpPr/>
            <p:nvPr/>
          </p:nvSpPr>
          <p:spPr>
            <a:xfrm>
              <a:off x="241300" y="4689221"/>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7C9CB"/>
            </a:solidFill>
            <a:ln w="9525" cap="rnd">
              <a:noFill/>
              <a:prstDash val="solid"/>
              <a:round/>
            </a:ln>
          </p:spPr>
          <p:txBody>
            <a:bodyPr/>
            <a:lstStyle/>
            <a:p>
              <a:pPr algn="ctr"/>
              <a:endParaRPr lang="en-US" sz="1701"/>
            </a:p>
          </p:txBody>
        </p:sp>
        <p:sp>
          <p:nvSpPr>
            <p:cNvPr id="1581" name="Freeform 744">
              <a:extLst>
                <a:ext uri="{FF2B5EF4-FFF2-40B4-BE49-F238E27FC236}">
                  <a16:creationId xmlns:a16="http://schemas.microsoft.com/office/drawing/2014/main" id="{874AFABD-640E-EDA7-460E-547F8D06F23F}"/>
                </a:ext>
              </a:extLst>
            </p:cNvPr>
            <p:cNvSpPr/>
            <p:nvPr/>
          </p:nvSpPr>
          <p:spPr>
            <a:xfrm>
              <a:off x="241300" y="475261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8CFD0"/>
            </a:solidFill>
            <a:ln w="9525" cap="rnd">
              <a:noFill/>
              <a:prstDash val="solid"/>
              <a:round/>
            </a:ln>
          </p:spPr>
          <p:txBody>
            <a:bodyPr/>
            <a:lstStyle/>
            <a:p>
              <a:pPr algn="ctr"/>
              <a:endParaRPr lang="en-US" sz="1701"/>
            </a:p>
          </p:txBody>
        </p:sp>
        <p:sp>
          <p:nvSpPr>
            <p:cNvPr id="1582" name="Freeform 745">
              <a:extLst>
                <a:ext uri="{FF2B5EF4-FFF2-40B4-BE49-F238E27FC236}">
                  <a16:creationId xmlns:a16="http://schemas.microsoft.com/office/drawing/2014/main" id="{F5DCA370-4FC9-A4CD-D7C5-B56B1C4B953C}"/>
                </a:ext>
              </a:extLst>
            </p:cNvPr>
            <p:cNvSpPr/>
            <p:nvPr/>
          </p:nvSpPr>
          <p:spPr>
            <a:xfrm>
              <a:off x="241300" y="4815884"/>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9FBFDE"/>
            </a:solidFill>
            <a:ln w="9525" cap="rnd">
              <a:noFill/>
              <a:prstDash val="solid"/>
              <a:round/>
            </a:ln>
          </p:spPr>
          <p:txBody>
            <a:bodyPr/>
            <a:lstStyle/>
            <a:p>
              <a:pPr algn="ctr"/>
              <a:endParaRPr lang="en-US" sz="1701"/>
            </a:p>
          </p:txBody>
        </p:sp>
        <p:sp>
          <p:nvSpPr>
            <p:cNvPr id="1583" name="Freeform 746">
              <a:extLst>
                <a:ext uri="{FF2B5EF4-FFF2-40B4-BE49-F238E27FC236}">
                  <a16:creationId xmlns:a16="http://schemas.microsoft.com/office/drawing/2014/main" id="{790C3B2E-636B-6BC9-A58E-996F08711486}"/>
                </a:ext>
              </a:extLst>
            </p:cNvPr>
            <p:cNvSpPr/>
            <p:nvPr/>
          </p:nvSpPr>
          <p:spPr>
            <a:xfrm>
              <a:off x="241300" y="487927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C4D8EB"/>
            </a:solidFill>
            <a:ln w="9525" cap="rnd">
              <a:noFill/>
              <a:prstDash val="solid"/>
              <a:round/>
            </a:ln>
          </p:spPr>
          <p:txBody>
            <a:bodyPr/>
            <a:lstStyle/>
            <a:p>
              <a:pPr algn="ctr"/>
              <a:endParaRPr lang="en-US" sz="1701"/>
            </a:p>
          </p:txBody>
        </p:sp>
        <p:sp>
          <p:nvSpPr>
            <p:cNvPr id="1584" name="Freeform 747">
              <a:extLst>
                <a:ext uri="{FF2B5EF4-FFF2-40B4-BE49-F238E27FC236}">
                  <a16:creationId xmlns:a16="http://schemas.microsoft.com/office/drawing/2014/main" id="{CEA7BFFD-6363-9110-D967-58D29797C5BE}"/>
                </a:ext>
              </a:extLst>
            </p:cNvPr>
            <p:cNvSpPr/>
            <p:nvPr/>
          </p:nvSpPr>
          <p:spPr>
            <a:xfrm>
              <a:off x="241300" y="4942547"/>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EF4F9"/>
            </a:solidFill>
            <a:ln w="9525" cap="rnd">
              <a:noFill/>
              <a:prstDash val="solid"/>
              <a:round/>
            </a:ln>
          </p:spPr>
          <p:txBody>
            <a:bodyPr/>
            <a:lstStyle/>
            <a:p>
              <a:pPr algn="ctr"/>
              <a:endParaRPr lang="en-US" sz="1701"/>
            </a:p>
          </p:txBody>
        </p:sp>
        <p:sp>
          <p:nvSpPr>
            <p:cNvPr id="1585" name="Freeform 748">
              <a:extLst>
                <a:ext uri="{FF2B5EF4-FFF2-40B4-BE49-F238E27FC236}">
                  <a16:creationId xmlns:a16="http://schemas.microsoft.com/office/drawing/2014/main" id="{0F394FA5-EEE5-2715-8042-B8D0D7E8C9CE}"/>
                </a:ext>
              </a:extLst>
            </p:cNvPr>
            <p:cNvSpPr/>
            <p:nvPr/>
          </p:nvSpPr>
          <p:spPr>
            <a:xfrm>
              <a:off x="241300" y="500581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DCE7F3"/>
            </a:solidFill>
            <a:ln w="9525" cap="rnd">
              <a:noFill/>
              <a:prstDash val="solid"/>
              <a:round/>
            </a:ln>
          </p:spPr>
          <p:txBody>
            <a:bodyPr/>
            <a:lstStyle/>
            <a:p>
              <a:pPr algn="ctr"/>
              <a:endParaRPr lang="en-US" sz="1701"/>
            </a:p>
          </p:txBody>
        </p:sp>
        <p:sp>
          <p:nvSpPr>
            <p:cNvPr id="1586" name="Freeform 749">
              <a:extLst>
                <a:ext uri="{FF2B5EF4-FFF2-40B4-BE49-F238E27FC236}">
                  <a16:creationId xmlns:a16="http://schemas.microsoft.com/office/drawing/2014/main" id="{5547902A-438A-92DA-A09F-31A184108F0C}"/>
                </a:ext>
              </a:extLst>
            </p:cNvPr>
            <p:cNvSpPr/>
            <p:nvPr/>
          </p:nvSpPr>
          <p:spPr>
            <a:xfrm>
              <a:off x="241300" y="5069210"/>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5EDF6"/>
            </a:solidFill>
            <a:ln w="9525" cap="rnd">
              <a:noFill/>
              <a:prstDash val="solid"/>
              <a:round/>
            </a:ln>
          </p:spPr>
          <p:txBody>
            <a:bodyPr/>
            <a:lstStyle/>
            <a:p>
              <a:pPr algn="ctr"/>
              <a:endParaRPr lang="en-US" sz="1701"/>
            </a:p>
          </p:txBody>
        </p:sp>
        <p:sp>
          <p:nvSpPr>
            <p:cNvPr id="1587" name="Freeform 750">
              <a:extLst>
                <a:ext uri="{FF2B5EF4-FFF2-40B4-BE49-F238E27FC236}">
                  <a16:creationId xmlns:a16="http://schemas.microsoft.com/office/drawing/2014/main" id="{33A59531-DE0A-37C1-43CF-1F9BAC342EE0}"/>
                </a:ext>
              </a:extLst>
            </p:cNvPr>
            <p:cNvSpPr/>
            <p:nvPr/>
          </p:nvSpPr>
          <p:spPr>
            <a:xfrm>
              <a:off x="1331976" y="234652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588" name="Freeform 751">
              <a:extLst>
                <a:ext uri="{FF2B5EF4-FFF2-40B4-BE49-F238E27FC236}">
                  <a16:creationId xmlns:a16="http://schemas.microsoft.com/office/drawing/2014/main" id="{6B981128-04E1-5F65-91EE-F0222D8DDACA}"/>
                </a:ext>
              </a:extLst>
            </p:cNvPr>
            <p:cNvSpPr/>
            <p:nvPr/>
          </p:nvSpPr>
          <p:spPr>
            <a:xfrm>
              <a:off x="1331976" y="240991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96B9DB"/>
            </a:solidFill>
            <a:ln w="9525" cap="rnd">
              <a:noFill/>
              <a:prstDash val="solid"/>
              <a:round/>
            </a:ln>
          </p:spPr>
          <p:txBody>
            <a:bodyPr/>
            <a:lstStyle/>
            <a:p>
              <a:pPr algn="ctr"/>
              <a:endParaRPr lang="en-US" sz="1701"/>
            </a:p>
          </p:txBody>
        </p:sp>
        <p:sp>
          <p:nvSpPr>
            <p:cNvPr id="1589" name="Freeform 752">
              <a:extLst>
                <a:ext uri="{FF2B5EF4-FFF2-40B4-BE49-F238E27FC236}">
                  <a16:creationId xmlns:a16="http://schemas.microsoft.com/office/drawing/2014/main" id="{C6BCAC13-8F94-4DAF-EB7C-FA5413909170}"/>
                </a:ext>
              </a:extLst>
            </p:cNvPr>
            <p:cNvSpPr/>
            <p:nvPr/>
          </p:nvSpPr>
          <p:spPr>
            <a:xfrm>
              <a:off x="1331976" y="247318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91B5D9"/>
            </a:solidFill>
            <a:ln w="9525" cap="rnd">
              <a:noFill/>
              <a:prstDash val="solid"/>
              <a:round/>
            </a:ln>
          </p:spPr>
          <p:txBody>
            <a:bodyPr/>
            <a:lstStyle/>
            <a:p>
              <a:pPr algn="ctr"/>
              <a:endParaRPr lang="en-US" sz="1701"/>
            </a:p>
          </p:txBody>
        </p:sp>
        <p:sp>
          <p:nvSpPr>
            <p:cNvPr id="1590" name="Freeform 753">
              <a:extLst>
                <a:ext uri="{FF2B5EF4-FFF2-40B4-BE49-F238E27FC236}">
                  <a16:creationId xmlns:a16="http://schemas.microsoft.com/office/drawing/2014/main" id="{F44C3096-BE0E-252D-91B0-EB44E1AE5B06}"/>
                </a:ext>
              </a:extLst>
            </p:cNvPr>
            <p:cNvSpPr/>
            <p:nvPr/>
          </p:nvSpPr>
          <p:spPr>
            <a:xfrm>
              <a:off x="1331976" y="2536583"/>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A4C2DF"/>
            </a:solidFill>
            <a:ln w="9525" cap="rnd">
              <a:noFill/>
              <a:prstDash val="solid"/>
              <a:round/>
            </a:ln>
          </p:spPr>
          <p:txBody>
            <a:bodyPr/>
            <a:lstStyle/>
            <a:p>
              <a:pPr algn="ctr"/>
              <a:endParaRPr lang="en-US" sz="1701"/>
            </a:p>
          </p:txBody>
        </p:sp>
        <p:sp>
          <p:nvSpPr>
            <p:cNvPr id="1591" name="Freeform 754">
              <a:extLst>
                <a:ext uri="{FF2B5EF4-FFF2-40B4-BE49-F238E27FC236}">
                  <a16:creationId xmlns:a16="http://schemas.microsoft.com/office/drawing/2014/main" id="{E95C9C69-0BA3-1CF7-71F0-7DB2B8BEB1B3}"/>
                </a:ext>
              </a:extLst>
            </p:cNvPr>
            <p:cNvSpPr/>
            <p:nvPr/>
          </p:nvSpPr>
          <p:spPr>
            <a:xfrm>
              <a:off x="1331976" y="2599851"/>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A9C5E1"/>
            </a:solidFill>
            <a:ln w="9525" cap="rnd">
              <a:noFill/>
              <a:prstDash val="solid"/>
              <a:round/>
            </a:ln>
          </p:spPr>
          <p:txBody>
            <a:bodyPr/>
            <a:lstStyle/>
            <a:p>
              <a:pPr algn="ctr"/>
              <a:endParaRPr lang="en-US" sz="1701"/>
            </a:p>
          </p:txBody>
        </p:sp>
        <p:sp>
          <p:nvSpPr>
            <p:cNvPr id="1592" name="Freeform 755">
              <a:extLst>
                <a:ext uri="{FF2B5EF4-FFF2-40B4-BE49-F238E27FC236}">
                  <a16:creationId xmlns:a16="http://schemas.microsoft.com/office/drawing/2014/main" id="{ED8C68C4-1679-090B-6F88-21336E76D3CD}"/>
                </a:ext>
              </a:extLst>
            </p:cNvPr>
            <p:cNvSpPr/>
            <p:nvPr/>
          </p:nvSpPr>
          <p:spPr>
            <a:xfrm>
              <a:off x="1331976" y="266311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B6CEE6"/>
            </a:solidFill>
            <a:ln w="9525" cap="rnd">
              <a:noFill/>
              <a:prstDash val="solid"/>
              <a:round/>
            </a:ln>
          </p:spPr>
          <p:txBody>
            <a:bodyPr/>
            <a:lstStyle/>
            <a:p>
              <a:pPr algn="ctr"/>
              <a:endParaRPr lang="en-US" sz="1701"/>
            </a:p>
          </p:txBody>
        </p:sp>
        <p:sp>
          <p:nvSpPr>
            <p:cNvPr id="1593" name="Freeform 756">
              <a:extLst>
                <a:ext uri="{FF2B5EF4-FFF2-40B4-BE49-F238E27FC236}">
                  <a16:creationId xmlns:a16="http://schemas.microsoft.com/office/drawing/2014/main" id="{2831B4AD-2FD3-3238-1270-BE1F6B934625}"/>
                </a:ext>
              </a:extLst>
            </p:cNvPr>
            <p:cNvSpPr/>
            <p:nvPr/>
          </p:nvSpPr>
          <p:spPr>
            <a:xfrm>
              <a:off x="1331976" y="2726514"/>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B6CEE6"/>
            </a:solidFill>
            <a:ln w="9525" cap="rnd">
              <a:noFill/>
              <a:prstDash val="solid"/>
              <a:round/>
            </a:ln>
          </p:spPr>
          <p:txBody>
            <a:bodyPr/>
            <a:lstStyle/>
            <a:p>
              <a:pPr algn="ctr"/>
              <a:endParaRPr lang="en-US" sz="1701"/>
            </a:p>
          </p:txBody>
        </p:sp>
        <p:sp>
          <p:nvSpPr>
            <p:cNvPr id="1594" name="Freeform 757">
              <a:extLst>
                <a:ext uri="{FF2B5EF4-FFF2-40B4-BE49-F238E27FC236}">
                  <a16:creationId xmlns:a16="http://schemas.microsoft.com/office/drawing/2014/main" id="{3ED5C746-5B92-F162-2CD2-EA36015EFA73}"/>
                </a:ext>
              </a:extLst>
            </p:cNvPr>
            <p:cNvSpPr/>
            <p:nvPr/>
          </p:nvSpPr>
          <p:spPr>
            <a:xfrm>
              <a:off x="1331976" y="2789782"/>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B2CBE4"/>
            </a:solidFill>
            <a:ln w="9525" cap="rnd">
              <a:noFill/>
              <a:prstDash val="solid"/>
              <a:round/>
            </a:ln>
          </p:spPr>
          <p:txBody>
            <a:bodyPr/>
            <a:lstStyle/>
            <a:p>
              <a:pPr algn="ctr"/>
              <a:endParaRPr lang="en-US" sz="1701"/>
            </a:p>
          </p:txBody>
        </p:sp>
        <p:sp>
          <p:nvSpPr>
            <p:cNvPr id="1595" name="Freeform 758">
              <a:extLst>
                <a:ext uri="{FF2B5EF4-FFF2-40B4-BE49-F238E27FC236}">
                  <a16:creationId xmlns:a16="http://schemas.microsoft.com/office/drawing/2014/main" id="{63D0DB89-999A-79C6-62B8-3FE97997A0DC}"/>
                </a:ext>
              </a:extLst>
            </p:cNvPr>
            <p:cNvSpPr/>
            <p:nvPr/>
          </p:nvSpPr>
          <p:spPr>
            <a:xfrm>
              <a:off x="1331976" y="2853050"/>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ADC8E3"/>
            </a:solidFill>
            <a:ln w="9525" cap="rnd">
              <a:noFill/>
              <a:prstDash val="solid"/>
              <a:round/>
            </a:ln>
          </p:spPr>
          <p:txBody>
            <a:bodyPr/>
            <a:lstStyle/>
            <a:p>
              <a:pPr algn="ctr"/>
              <a:endParaRPr lang="en-US" sz="1701"/>
            </a:p>
          </p:txBody>
        </p:sp>
        <p:sp>
          <p:nvSpPr>
            <p:cNvPr id="1596" name="Freeform 759">
              <a:extLst>
                <a:ext uri="{FF2B5EF4-FFF2-40B4-BE49-F238E27FC236}">
                  <a16:creationId xmlns:a16="http://schemas.microsoft.com/office/drawing/2014/main" id="{AB48FB08-8C41-324B-7735-7B911E221B4A}"/>
                </a:ext>
              </a:extLst>
            </p:cNvPr>
            <p:cNvSpPr/>
            <p:nvPr/>
          </p:nvSpPr>
          <p:spPr>
            <a:xfrm>
              <a:off x="1331976" y="291644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ADC8E3"/>
            </a:solidFill>
            <a:ln w="9525" cap="rnd">
              <a:noFill/>
              <a:prstDash val="solid"/>
              <a:round/>
            </a:ln>
          </p:spPr>
          <p:txBody>
            <a:bodyPr/>
            <a:lstStyle/>
            <a:p>
              <a:pPr algn="ctr"/>
              <a:endParaRPr lang="en-US" sz="1701"/>
            </a:p>
          </p:txBody>
        </p:sp>
        <p:sp>
          <p:nvSpPr>
            <p:cNvPr id="1597" name="Freeform 760">
              <a:extLst>
                <a:ext uri="{FF2B5EF4-FFF2-40B4-BE49-F238E27FC236}">
                  <a16:creationId xmlns:a16="http://schemas.microsoft.com/office/drawing/2014/main" id="{CD7C202F-D3B6-76A9-7FFE-CF05458E9541}"/>
                </a:ext>
              </a:extLst>
            </p:cNvPr>
            <p:cNvSpPr/>
            <p:nvPr/>
          </p:nvSpPr>
          <p:spPr>
            <a:xfrm>
              <a:off x="1331976" y="2979713"/>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EF4F9"/>
            </a:solidFill>
            <a:ln w="9525" cap="rnd">
              <a:noFill/>
              <a:prstDash val="solid"/>
              <a:round/>
            </a:ln>
          </p:spPr>
          <p:txBody>
            <a:bodyPr/>
            <a:lstStyle/>
            <a:p>
              <a:pPr algn="ctr"/>
              <a:endParaRPr lang="en-US" sz="1701"/>
            </a:p>
          </p:txBody>
        </p:sp>
        <p:sp>
          <p:nvSpPr>
            <p:cNvPr id="1598" name="Freeform 761">
              <a:extLst>
                <a:ext uri="{FF2B5EF4-FFF2-40B4-BE49-F238E27FC236}">
                  <a16:creationId xmlns:a16="http://schemas.microsoft.com/office/drawing/2014/main" id="{CEF7AADA-45DD-CF30-9C29-304222A842E1}"/>
                </a:ext>
              </a:extLst>
            </p:cNvPr>
            <p:cNvSpPr/>
            <p:nvPr/>
          </p:nvSpPr>
          <p:spPr>
            <a:xfrm>
              <a:off x="1331976" y="304310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3F7FB"/>
            </a:solidFill>
            <a:ln w="9525" cap="rnd">
              <a:noFill/>
              <a:prstDash val="solid"/>
              <a:round/>
            </a:ln>
          </p:spPr>
          <p:txBody>
            <a:bodyPr/>
            <a:lstStyle/>
            <a:p>
              <a:pPr algn="ctr"/>
              <a:endParaRPr lang="en-US" sz="1701"/>
            </a:p>
          </p:txBody>
        </p:sp>
        <p:sp>
          <p:nvSpPr>
            <p:cNvPr id="1599" name="Freeform 762">
              <a:extLst>
                <a:ext uri="{FF2B5EF4-FFF2-40B4-BE49-F238E27FC236}">
                  <a16:creationId xmlns:a16="http://schemas.microsoft.com/office/drawing/2014/main" id="{5F3A12EA-7E2C-4A00-F1FE-08BBEE7103D8}"/>
                </a:ext>
              </a:extLst>
            </p:cNvPr>
            <p:cNvSpPr/>
            <p:nvPr/>
          </p:nvSpPr>
          <p:spPr>
            <a:xfrm>
              <a:off x="1331976" y="310637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CEDEEE"/>
            </a:solidFill>
            <a:ln w="9525" cap="rnd">
              <a:noFill/>
              <a:prstDash val="solid"/>
              <a:round/>
            </a:ln>
          </p:spPr>
          <p:txBody>
            <a:bodyPr/>
            <a:lstStyle/>
            <a:p>
              <a:pPr algn="ctr"/>
              <a:endParaRPr lang="en-US" sz="1701"/>
            </a:p>
          </p:txBody>
        </p:sp>
        <p:sp>
          <p:nvSpPr>
            <p:cNvPr id="1600" name="Freeform 763">
              <a:extLst>
                <a:ext uri="{FF2B5EF4-FFF2-40B4-BE49-F238E27FC236}">
                  <a16:creationId xmlns:a16="http://schemas.microsoft.com/office/drawing/2014/main" id="{58A08DCC-4E88-9860-FCC3-AD9FB889A157}"/>
                </a:ext>
              </a:extLst>
            </p:cNvPr>
            <p:cNvSpPr/>
            <p:nvPr/>
          </p:nvSpPr>
          <p:spPr>
            <a:xfrm>
              <a:off x="1331976" y="316964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DCE7F3"/>
            </a:solidFill>
            <a:ln w="9525" cap="rnd">
              <a:noFill/>
              <a:prstDash val="solid"/>
              <a:round/>
            </a:ln>
          </p:spPr>
          <p:txBody>
            <a:bodyPr/>
            <a:lstStyle/>
            <a:p>
              <a:pPr algn="ctr"/>
              <a:endParaRPr lang="en-US" sz="1701"/>
            </a:p>
          </p:txBody>
        </p:sp>
        <p:sp>
          <p:nvSpPr>
            <p:cNvPr id="1601" name="Freeform 764">
              <a:extLst>
                <a:ext uri="{FF2B5EF4-FFF2-40B4-BE49-F238E27FC236}">
                  <a16:creationId xmlns:a16="http://schemas.microsoft.com/office/drawing/2014/main" id="{A5B21332-06C2-9C92-F7BB-7437D96134DB}"/>
                </a:ext>
              </a:extLst>
            </p:cNvPr>
            <p:cNvSpPr/>
            <p:nvPr/>
          </p:nvSpPr>
          <p:spPr>
            <a:xfrm>
              <a:off x="1331976" y="323303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D2E1EF"/>
            </a:solidFill>
            <a:ln w="9525" cap="rnd">
              <a:noFill/>
              <a:prstDash val="solid"/>
              <a:round/>
            </a:ln>
          </p:spPr>
          <p:txBody>
            <a:bodyPr/>
            <a:lstStyle/>
            <a:p>
              <a:pPr algn="ctr"/>
              <a:endParaRPr lang="en-US" sz="1701"/>
            </a:p>
          </p:txBody>
        </p:sp>
        <p:sp>
          <p:nvSpPr>
            <p:cNvPr id="1602" name="Freeform 765">
              <a:extLst>
                <a:ext uri="{FF2B5EF4-FFF2-40B4-BE49-F238E27FC236}">
                  <a16:creationId xmlns:a16="http://schemas.microsoft.com/office/drawing/2014/main" id="{CAC0F262-89B4-1786-7282-4102E0FE2C6E}"/>
                </a:ext>
              </a:extLst>
            </p:cNvPr>
            <p:cNvSpPr/>
            <p:nvPr/>
          </p:nvSpPr>
          <p:spPr>
            <a:xfrm>
              <a:off x="1331976" y="329630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D7E4F1"/>
            </a:solidFill>
            <a:ln w="9525" cap="rnd">
              <a:noFill/>
              <a:prstDash val="solid"/>
              <a:round/>
            </a:ln>
          </p:spPr>
          <p:txBody>
            <a:bodyPr/>
            <a:lstStyle/>
            <a:p>
              <a:pPr algn="ctr"/>
              <a:endParaRPr lang="en-US" sz="1701"/>
            </a:p>
          </p:txBody>
        </p:sp>
        <p:sp>
          <p:nvSpPr>
            <p:cNvPr id="1603" name="Freeform 766">
              <a:extLst>
                <a:ext uri="{FF2B5EF4-FFF2-40B4-BE49-F238E27FC236}">
                  <a16:creationId xmlns:a16="http://schemas.microsoft.com/office/drawing/2014/main" id="{B65C842E-61A7-E1D6-5696-756CCCEDE299}"/>
                </a:ext>
              </a:extLst>
            </p:cNvPr>
            <p:cNvSpPr/>
            <p:nvPr/>
          </p:nvSpPr>
          <p:spPr>
            <a:xfrm>
              <a:off x="1331976" y="3359702"/>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2A6A9"/>
            </a:solidFill>
            <a:ln w="9525" cap="rnd">
              <a:noFill/>
              <a:prstDash val="solid"/>
              <a:round/>
            </a:ln>
          </p:spPr>
          <p:txBody>
            <a:bodyPr/>
            <a:lstStyle/>
            <a:p>
              <a:pPr algn="ctr"/>
              <a:endParaRPr lang="en-US" sz="1701"/>
            </a:p>
          </p:txBody>
        </p:sp>
        <p:sp>
          <p:nvSpPr>
            <p:cNvPr id="1604" name="Freeform 767">
              <a:extLst>
                <a:ext uri="{FF2B5EF4-FFF2-40B4-BE49-F238E27FC236}">
                  <a16:creationId xmlns:a16="http://schemas.microsoft.com/office/drawing/2014/main" id="{15638319-92D7-B8A5-B86B-A08CE7214429}"/>
                </a:ext>
              </a:extLst>
            </p:cNvPr>
            <p:cNvSpPr/>
            <p:nvPr/>
          </p:nvSpPr>
          <p:spPr>
            <a:xfrm>
              <a:off x="1331976" y="3422971"/>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8CFD0"/>
            </a:solidFill>
            <a:ln w="9525" cap="rnd">
              <a:noFill/>
              <a:prstDash val="solid"/>
              <a:round/>
            </a:ln>
          </p:spPr>
          <p:txBody>
            <a:bodyPr/>
            <a:lstStyle/>
            <a:p>
              <a:pPr algn="ctr"/>
              <a:endParaRPr lang="en-US" sz="1701"/>
            </a:p>
          </p:txBody>
        </p:sp>
        <p:sp>
          <p:nvSpPr>
            <p:cNvPr id="1605" name="Freeform 768">
              <a:extLst>
                <a:ext uri="{FF2B5EF4-FFF2-40B4-BE49-F238E27FC236}">
                  <a16:creationId xmlns:a16="http://schemas.microsoft.com/office/drawing/2014/main" id="{25640246-B1F1-D7CD-2A6E-06F7301FDBDD}"/>
                </a:ext>
              </a:extLst>
            </p:cNvPr>
            <p:cNvSpPr/>
            <p:nvPr/>
          </p:nvSpPr>
          <p:spPr>
            <a:xfrm>
              <a:off x="1331976" y="348623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BBD1E7"/>
            </a:solidFill>
            <a:ln w="9525" cap="rnd">
              <a:noFill/>
              <a:prstDash val="solid"/>
              <a:round/>
            </a:ln>
          </p:spPr>
          <p:txBody>
            <a:bodyPr/>
            <a:lstStyle/>
            <a:p>
              <a:pPr algn="ctr"/>
              <a:endParaRPr lang="en-US" sz="1701"/>
            </a:p>
          </p:txBody>
        </p:sp>
        <p:sp>
          <p:nvSpPr>
            <p:cNvPr id="1606" name="Freeform 769">
              <a:extLst>
                <a:ext uri="{FF2B5EF4-FFF2-40B4-BE49-F238E27FC236}">
                  <a16:creationId xmlns:a16="http://schemas.microsoft.com/office/drawing/2014/main" id="{6C674AE4-36EA-8D69-3260-978261ACADDC}"/>
                </a:ext>
              </a:extLst>
            </p:cNvPr>
            <p:cNvSpPr/>
            <p:nvPr/>
          </p:nvSpPr>
          <p:spPr>
            <a:xfrm>
              <a:off x="1331976" y="3549634"/>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9BBCDC"/>
            </a:solidFill>
            <a:ln w="9525" cap="rnd">
              <a:noFill/>
              <a:prstDash val="solid"/>
              <a:round/>
            </a:ln>
          </p:spPr>
          <p:txBody>
            <a:bodyPr/>
            <a:lstStyle/>
            <a:p>
              <a:pPr algn="ctr"/>
              <a:endParaRPr lang="en-US" sz="1701"/>
            </a:p>
          </p:txBody>
        </p:sp>
        <p:sp>
          <p:nvSpPr>
            <p:cNvPr id="1607" name="Freeform 770">
              <a:extLst>
                <a:ext uri="{FF2B5EF4-FFF2-40B4-BE49-F238E27FC236}">
                  <a16:creationId xmlns:a16="http://schemas.microsoft.com/office/drawing/2014/main" id="{F8B83E3E-F961-FF61-0931-4F57D7722E3E}"/>
                </a:ext>
              </a:extLst>
            </p:cNvPr>
            <p:cNvSpPr/>
            <p:nvPr/>
          </p:nvSpPr>
          <p:spPr>
            <a:xfrm>
              <a:off x="1331976" y="3612902"/>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8CFD0"/>
            </a:solidFill>
            <a:ln w="9525" cap="rnd">
              <a:noFill/>
              <a:prstDash val="solid"/>
              <a:round/>
            </a:ln>
          </p:spPr>
          <p:txBody>
            <a:bodyPr/>
            <a:lstStyle/>
            <a:p>
              <a:pPr algn="ctr"/>
              <a:endParaRPr lang="en-US" sz="1701"/>
            </a:p>
          </p:txBody>
        </p:sp>
        <p:sp>
          <p:nvSpPr>
            <p:cNvPr id="1608" name="Freeform 771">
              <a:extLst>
                <a:ext uri="{FF2B5EF4-FFF2-40B4-BE49-F238E27FC236}">
                  <a16:creationId xmlns:a16="http://schemas.microsoft.com/office/drawing/2014/main" id="{82D4169C-D9C8-B621-1E58-6AC68EF24DB4}"/>
                </a:ext>
              </a:extLst>
            </p:cNvPr>
            <p:cNvSpPr/>
            <p:nvPr/>
          </p:nvSpPr>
          <p:spPr>
            <a:xfrm>
              <a:off x="1331976" y="3676170"/>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8D4D5"/>
            </a:solidFill>
            <a:ln w="9525" cap="rnd">
              <a:noFill/>
              <a:prstDash val="solid"/>
              <a:round/>
            </a:ln>
          </p:spPr>
          <p:txBody>
            <a:bodyPr/>
            <a:lstStyle/>
            <a:p>
              <a:pPr algn="ctr"/>
              <a:endParaRPr lang="en-US" sz="1701"/>
            </a:p>
          </p:txBody>
        </p:sp>
        <p:sp>
          <p:nvSpPr>
            <p:cNvPr id="1609" name="Freeform 772">
              <a:extLst>
                <a:ext uri="{FF2B5EF4-FFF2-40B4-BE49-F238E27FC236}">
                  <a16:creationId xmlns:a16="http://schemas.microsoft.com/office/drawing/2014/main" id="{226C77A3-3414-182F-27FA-B3DC93A9BA04}"/>
                </a:ext>
              </a:extLst>
            </p:cNvPr>
            <p:cNvSpPr/>
            <p:nvPr/>
          </p:nvSpPr>
          <p:spPr>
            <a:xfrm>
              <a:off x="1331976" y="373956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9D9DA"/>
            </a:solidFill>
            <a:ln w="9525" cap="rnd">
              <a:noFill/>
              <a:prstDash val="solid"/>
              <a:round/>
            </a:ln>
          </p:spPr>
          <p:txBody>
            <a:bodyPr/>
            <a:lstStyle/>
            <a:p>
              <a:pPr algn="ctr"/>
              <a:endParaRPr lang="en-US" sz="1701"/>
            </a:p>
          </p:txBody>
        </p:sp>
        <p:sp>
          <p:nvSpPr>
            <p:cNvPr id="1610" name="Freeform 773">
              <a:extLst>
                <a:ext uri="{FF2B5EF4-FFF2-40B4-BE49-F238E27FC236}">
                  <a16:creationId xmlns:a16="http://schemas.microsoft.com/office/drawing/2014/main" id="{07B8FCA6-3BA5-B406-ABCE-C350E20AC81D}"/>
                </a:ext>
              </a:extLst>
            </p:cNvPr>
            <p:cNvSpPr/>
            <p:nvPr/>
          </p:nvSpPr>
          <p:spPr>
            <a:xfrm>
              <a:off x="1331976" y="3802833"/>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ADEDF"/>
            </a:solidFill>
            <a:ln w="9525" cap="rnd">
              <a:noFill/>
              <a:prstDash val="solid"/>
              <a:round/>
            </a:ln>
          </p:spPr>
          <p:txBody>
            <a:bodyPr/>
            <a:lstStyle/>
            <a:p>
              <a:pPr algn="ctr"/>
              <a:endParaRPr lang="en-US" sz="1701"/>
            </a:p>
          </p:txBody>
        </p:sp>
        <p:sp>
          <p:nvSpPr>
            <p:cNvPr id="1611" name="Freeform 774">
              <a:extLst>
                <a:ext uri="{FF2B5EF4-FFF2-40B4-BE49-F238E27FC236}">
                  <a16:creationId xmlns:a16="http://schemas.microsoft.com/office/drawing/2014/main" id="{9B62B984-8BC6-692B-A339-6CC991BE1AA4}"/>
                </a:ext>
              </a:extLst>
            </p:cNvPr>
            <p:cNvSpPr/>
            <p:nvPr/>
          </p:nvSpPr>
          <p:spPr>
            <a:xfrm>
              <a:off x="1331976" y="386622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ADEDF"/>
            </a:solidFill>
            <a:ln w="9525" cap="rnd">
              <a:noFill/>
              <a:prstDash val="solid"/>
              <a:round/>
            </a:ln>
          </p:spPr>
          <p:txBody>
            <a:bodyPr/>
            <a:lstStyle/>
            <a:p>
              <a:pPr algn="ctr"/>
              <a:endParaRPr lang="en-US" sz="1701"/>
            </a:p>
          </p:txBody>
        </p:sp>
        <p:sp>
          <p:nvSpPr>
            <p:cNvPr id="1612" name="Freeform 775">
              <a:extLst>
                <a:ext uri="{FF2B5EF4-FFF2-40B4-BE49-F238E27FC236}">
                  <a16:creationId xmlns:a16="http://schemas.microsoft.com/office/drawing/2014/main" id="{DB193207-D74A-1CF8-A428-0D71BBDFF457}"/>
                </a:ext>
              </a:extLst>
            </p:cNvPr>
            <p:cNvSpPr/>
            <p:nvPr/>
          </p:nvSpPr>
          <p:spPr>
            <a:xfrm>
              <a:off x="1331976" y="392949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0EAF4"/>
            </a:solidFill>
            <a:ln w="9525" cap="rnd">
              <a:noFill/>
              <a:prstDash val="solid"/>
              <a:round/>
            </a:ln>
          </p:spPr>
          <p:txBody>
            <a:bodyPr/>
            <a:lstStyle/>
            <a:p>
              <a:pPr algn="ctr"/>
              <a:endParaRPr lang="en-US" sz="1701"/>
            </a:p>
          </p:txBody>
        </p:sp>
        <p:sp>
          <p:nvSpPr>
            <p:cNvPr id="1613" name="Freeform 776">
              <a:extLst>
                <a:ext uri="{FF2B5EF4-FFF2-40B4-BE49-F238E27FC236}">
                  <a16:creationId xmlns:a16="http://schemas.microsoft.com/office/drawing/2014/main" id="{3A17736A-6D5E-5077-BD25-93CB06C0A94F}"/>
                </a:ext>
              </a:extLst>
            </p:cNvPr>
            <p:cNvSpPr/>
            <p:nvPr/>
          </p:nvSpPr>
          <p:spPr>
            <a:xfrm>
              <a:off x="1331976" y="399276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8FAFC"/>
            </a:solidFill>
            <a:ln w="9525" cap="rnd">
              <a:noFill/>
              <a:prstDash val="solid"/>
              <a:round/>
            </a:ln>
          </p:spPr>
          <p:txBody>
            <a:bodyPr/>
            <a:lstStyle/>
            <a:p>
              <a:pPr algn="ctr"/>
              <a:endParaRPr lang="en-US" sz="1701"/>
            </a:p>
          </p:txBody>
        </p:sp>
        <p:sp>
          <p:nvSpPr>
            <p:cNvPr id="1614" name="Freeform 777">
              <a:extLst>
                <a:ext uri="{FF2B5EF4-FFF2-40B4-BE49-F238E27FC236}">
                  <a16:creationId xmlns:a16="http://schemas.microsoft.com/office/drawing/2014/main" id="{CAABEB40-8338-D323-27A8-8EDD57E60958}"/>
                </a:ext>
              </a:extLst>
            </p:cNvPr>
            <p:cNvSpPr/>
            <p:nvPr/>
          </p:nvSpPr>
          <p:spPr>
            <a:xfrm>
              <a:off x="1331976" y="405615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D8386"/>
            </a:solidFill>
            <a:ln w="9525" cap="rnd">
              <a:noFill/>
              <a:prstDash val="solid"/>
              <a:round/>
            </a:ln>
          </p:spPr>
          <p:txBody>
            <a:bodyPr/>
            <a:lstStyle/>
            <a:p>
              <a:pPr algn="ctr"/>
              <a:endParaRPr lang="en-US" sz="1701"/>
            </a:p>
          </p:txBody>
        </p:sp>
        <p:sp>
          <p:nvSpPr>
            <p:cNvPr id="1615" name="Freeform 778">
              <a:extLst>
                <a:ext uri="{FF2B5EF4-FFF2-40B4-BE49-F238E27FC236}">
                  <a16:creationId xmlns:a16="http://schemas.microsoft.com/office/drawing/2014/main" id="{54BB13FB-AA43-6C01-5767-15FCC86BE488}"/>
                </a:ext>
              </a:extLst>
            </p:cNvPr>
            <p:cNvSpPr/>
            <p:nvPr/>
          </p:nvSpPr>
          <p:spPr>
            <a:xfrm>
              <a:off x="1331976" y="4119428"/>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E888B"/>
            </a:solidFill>
            <a:ln w="9525" cap="rnd">
              <a:noFill/>
              <a:prstDash val="solid"/>
              <a:round/>
            </a:ln>
          </p:spPr>
          <p:txBody>
            <a:bodyPr/>
            <a:lstStyle/>
            <a:p>
              <a:pPr algn="ctr"/>
              <a:endParaRPr lang="en-US" sz="1701"/>
            </a:p>
          </p:txBody>
        </p:sp>
        <p:sp>
          <p:nvSpPr>
            <p:cNvPr id="1616" name="Freeform 779">
              <a:extLst>
                <a:ext uri="{FF2B5EF4-FFF2-40B4-BE49-F238E27FC236}">
                  <a16:creationId xmlns:a16="http://schemas.microsoft.com/office/drawing/2014/main" id="{C4F05633-B476-2C03-0191-B0A396BB4C3B}"/>
                </a:ext>
              </a:extLst>
            </p:cNvPr>
            <p:cNvSpPr/>
            <p:nvPr/>
          </p:nvSpPr>
          <p:spPr>
            <a:xfrm>
              <a:off x="1331976" y="418269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4B5B7"/>
            </a:solidFill>
            <a:ln w="9525" cap="rnd">
              <a:noFill/>
              <a:prstDash val="solid"/>
              <a:round/>
            </a:ln>
          </p:spPr>
          <p:txBody>
            <a:bodyPr/>
            <a:lstStyle/>
            <a:p>
              <a:pPr algn="ctr"/>
              <a:endParaRPr lang="en-US" sz="1701"/>
            </a:p>
          </p:txBody>
        </p:sp>
        <p:sp>
          <p:nvSpPr>
            <p:cNvPr id="1617" name="Freeform 780">
              <a:extLst>
                <a:ext uri="{FF2B5EF4-FFF2-40B4-BE49-F238E27FC236}">
                  <a16:creationId xmlns:a16="http://schemas.microsoft.com/office/drawing/2014/main" id="{3E00F10B-1B64-13D2-883C-0FF23C981C17}"/>
                </a:ext>
              </a:extLst>
            </p:cNvPr>
            <p:cNvSpPr/>
            <p:nvPr/>
          </p:nvSpPr>
          <p:spPr>
            <a:xfrm>
              <a:off x="1331976" y="4246091"/>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4B0B2"/>
            </a:solidFill>
            <a:ln w="9525" cap="rnd">
              <a:noFill/>
              <a:prstDash val="solid"/>
              <a:round/>
            </a:ln>
          </p:spPr>
          <p:txBody>
            <a:bodyPr/>
            <a:lstStyle/>
            <a:p>
              <a:pPr algn="ctr"/>
              <a:endParaRPr lang="en-US" sz="1701"/>
            </a:p>
          </p:txBody>
        </p:sp>
        <p:sp>
          <p:nvSpPr>
            <p:cNvPr id="1618" name="Freeform 781">
              <a:extLst>
                <a:ext uri="{FF2B5EF4-FFF2-40B4-BE49-F238E27FC236}">
                  <a16:creationId xmlns:a16="http://schemas.microsoft.com/office/drawing/2014/main" id="{16973AF0-E46A-9EC0-4CAF-291C4147B1D9}"/>
                </a:ext>
              </a:extLst>
            </p:cNvPr>
            <p:cNvSpPr/>
            <p:nvPr/>
          </p:nvSpPr>
          <p:spPr>
            <a:xfrm>
              <a:off x="1331976" y="430935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4B0B2"/>
            </a:solidFill>
            <a:ln w="9525" cap="rnd">
              <a:noFill/>
              <a:prstDash val="solid"/>
              <a:round/>
            </a:ln>
          </p:spPr>
          <p:txBody>
            <a:bodyPr/>
            <a:lstStyle/>
            <a:p>
              <a:pPr algn="ctr"/>
              <a:endParaRPr lang="en-US" sz="1701"/>
            </a:p>
          </p:txBody>
        </p:sp>
        <p:sp>
          <p:nvSpPr>
            <p:cNvPr id="1619" name="Freeform 782">
              <a:extLst>
                <a:ext uri="{FF2B5EF4-FFF2-40B4-BE49-F238E27FC236}">
                  <a16:creationId xmlns:a16="http://schemas.microsoft.com/office/drawing/2014/main" id="{0D449F02-AF23-C4AF-EC4D-68EABBFD2235}"/>
                </a:ext>
              </a:extLst>
            </p:cNvPr>
            <p:cNvSpPr/>
            <p:nvPr/>
          </p:nvSpPr>
          <p:spPr>
            <a:xfrm>
              <a:off x="1331976" y="4372754"/>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4B5B7"/>
            </a:solidFill>
            <a:ln w="9525" cap="rnd">
              <a:noFill/>
              <a:prstDash val="solid"/>
              <a:round/>
            </a:ln>
          </p:spPr>
          <p:txBody>
            <a:bodyPr/>
            <a:lstStyle/>
            <a:p>
              <a:pPr algn="ctr"/>
              <a:endParaRPr lang="en-US" sz="1701"/>
            </a:p>
          </p:txBody>
        </p:sp>
        <p:sp>
          <p:nvSpPr>
            <p:cNvPr id="1620" name="Freeform 783">
              <a:extLst>
                <a:ext uri="{FF2B5EF4-FFF2-40B4-BE49-F238E27FC236}">
                  <a16:creationId xmlns:a16="http://schemas.microsoft.com/office/drawing/2014/main" id="{9CAD3E17-C950-3B1B-C71D-6A8D56BA15CE}"/>
                </a:ext>
              </a:extLst>
            </p:cNvPr>
            <p:cNvSpPr/>
            <p:nvPr/>
          </p:nvSpPr>
          <p:spPr>
            <a:xfrm>
              <a:off x="1331976" y="4436022"/>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0979A"/>
            </a:solidFill>
            <a:ln w="9525" cap="rnd">
              <a:noFill/>
              <a:prstDash val="solid"/>
              <a:round/>
            </a:ln>
          </p:spPr>
          <p:txBody>
            <a:bodyPr/>
            <a:lstStyle/>
            <a:p>
              <a:pPr algn="ctr"/>
              <a:endParaRPr lang="en-US" sz="1701"/>
            </a:p>
          </p:txBody>
        </p:sp>
        <p:sp>
          <p:nvSpPr>
            <p:cNvPr id="1621" name="Freeform 784">
              <a:extLst>
                <a:ext uri="{FF2B5EF4-FFF2-40B4-BE49-F238E27FC236}">
                  <a16:creationId xmlns:a16="http://schemas.microsoft.com/office/drawing/2014/main" id="{C0E7ECED-04BD-8C21-3AB4-5D831AA16BB1}"/>
                </a:ext>
              </a:extLst>
            </p:cNvPr>
            <p:cNvSpPr/>
            <p:nvPr/>
          </p:nvSpPr>
          <p:spPr>
            <a:xfrm>
              <a:off x="1331976" y="4499290"/>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19C9F"/>
            </a:solidFill>
            <a:ln w="9525" cap="rnd">
              <a:noFill/>
              <a:prstDash val="solid"/>
              <a:round/>
            </a:ln>
          </p:spPr>
          <p:txBody>
            <a:bodyPr/>
            <a:lstStyle/>
            <a:p>
              <a:pPr algn="ctr"/>
              <a:endParaRPr lang="en-US" sz="1701"/>
            </a:p>
          </p:txBody>
        </p:sp>
        <p:sp>
          <p:nvSpPr>
            <p:cNvPr id="1622" name="Freeform 785">
              <a:extLst>
                <a:ext uri="{FF2B5EF4-FFF2-40B4-BE49-F238E27FC236}">
                  <a16:creationId xmlns:a16="http://schemas.microsoft.com/office/drawing/2014/main" id="{24A1B94D-3969-9185-5B69-BC5B734A48A3}"/>
                </a:ext>
              </a:extLst>
            </p:cNvPr>
            <p:cNvSpPr/>
            <p:nvPr/>
          </p:nvSpPr>
          <p:spPr>
            <a:xfrm>
              <a:off x="1331976" y="4562685"/>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2A6A9"/>
            </a:solidFill>
            <a:ln w="9525" cap="rnd">
              <a:noFill/>
              <a:prstDash val="solid"/>
              <a:round/>
            </a:ln>
          </p:spPr>
          <p:txBody>
            <a:bodyPr/>
            <a:lstStyle/>
            <a:p>
              <a:pPr algn="ctr"/>
              <a:endParaRPr lang="en-US" sz="1701"/>
            </a:p>
          </p:txBody>
        </p:sp>
        <p:sp>
          <p:nvSpPr>
            <p:cNvPr id="1623" name="Freeform 786">
              <a:extLst>
                <a:ext uri="{FF2B5EF4-FFF2-40B4-BE49-F238E27FC236}">
                  <a16:creationId xmlns:a16="http://schemas.microsoft.com/office/drawing/2014/main" id="{CCA071BA-79B3-CB03-C8EA-56C4642BDCD2}"/>
                </a:ext>
              </a:extLst>
            </p:cNvPr>
            <p:cNvSpPr/>
            <p:nvPr/>
          </p:nvSpPr>
          <p:spPr>
            <a:xfrm>
              <a:off x="1331976" y="4625953"/>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2A6A9"/>
            </a:solidFill>
            <a:ln w="9525" cap="rnd">
              <a:noFill/>
              <a:prstDash val="solid"/>
              <a:round/>
            </a:ln>
          </p:spPr>
          <p:txBody>
            <a:bodyPr/>
            <a:lstStyle/>
            <a:p>
              <a:pPr algn="ctr"/>
              <a:endParaRPr lang="en-US" sz="1701"/>
            </a:p>
          </p:txBody>
        </p:sp>
        <p:sp>
          <p:nvSpPr>
            <p:cNvPr id="1624" name="Freeform 787">
              <a:extLst>
                <a:ext uri="{FF2B5EF4-FFF2-40B4-BE49-F238E27FC236}">
                  <a16:creationId xmlns:a16="http://schemas.microsoft.com/office/drawing/2014/main" id="{4E194627-002E-032F-61E7-3FC9FFBEEB15}"/>
                </a:ext>
              </a:extLst>
            </p:cNvPr>
            <p:cNvSpPr/>
            <p:nvPr/>
          </p:nvSpPr>
          <p:spPr>
            <a:xfrm>
              <a:off x="1331976" y="4689221"/>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1A1A4"/>
            </a:solidFill>
            <a:ln w="9525" cap="rnd">
              <a:noFill/>
              <a:prstDash val="solid"/>
              <a:round/>
            </a:ln>
          </p:spPr>
          <p:txBody>
            <a:bodyPr/>
            <a:lstStyle/>
            <a:p>
              <a:pPr algn="ctr"/>
              <a:endParaRPr lang="en-US" sz="1701"/>
            </a:p>
          </p:txBody>
        </p:sp>
        <p:sp>
          <p:nvSpPr>
            <p:cNvPr id="1625" name="Freeform 788">
              <a:extLst>
                <a:ext uri="{FF2B5EF4-FFF2-40B4-BE49-F238E27FC236}">
                  <a16:creationId xmlns:a16="http://schemas.microsoft.com/office/drawing/2014/main" id="{AA844E32-F30E-8012-BCC9-0C0B73D95BEA}"/>
                </a:ext>
              </a:extLst>
            </p:cNvPr>
            <p:cNvSpPr/>
            <p:nvPr/>
          </p:nvSpPr>
          <p:spPr>
            <a:xfrm>
              <a:off x="1331976" y="475261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F1A1A4"/>
            </a:solidFill>
            <a:ln w="9525" cap="rnd">
              <a:noFill/>
              <a:prstDash val="solid"/>
              <a:round/>
            </a:ln>
          </p:spPr>
          <p:txBody>
            <a:bodyPr/>
            <a:lstStyle/>
            <a:p>
              <a:pPr algn="ctr"/>
              <a:endParaRPr lang="en-US" sz="1701"/>
            </a:p>
          </p:txBody>
        </p:sp>
        <p:sp>
          <p:nvSpPr>
            <p:cNvPr id="1626" name="Freeform 789">
              <a:extLst>
                <a:ext uri="{FF2B5EF4-FFF2-40B4-BE49-F238E27FC236}">
                  <a16:creationId xmlns:a16="http://schemas.microsoft.com/office/drawing/2014/main" id="{7D89BADB-F4BB-DCB9-AD14-25E678FC028D}"/>
                </a:ext>
              </a:extLst>
            </p:cNvPr>
            <p:cNvSpPr/>
            <p:nvPr/>
          </p:nvSpPr>
          <p:spPr>
            <a:xfrm>
              <a:off x="1331976" y="4815884"/>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B7478"/>
            </a:solidFill>
            <a:ln w="9525" cap="rnd">
              <a:noFill/>
              <a:prstDash val="solid"/>
              <a:round/>
            </a:ln>
          </p:spPr>
          <p:txBody>
            <a:bodyPr/>
            <a:lstStyle/>
            <a:p>
              <a:pPr algn="ctr"/>
              <a:endParaRPr lang="en-US" sz="1701"/>
            </a:p>
          </p:txBody>
        </p:sp>
        <p:sp>
          <p:nvSpPr>
            <p:cNvPr id="1627" name="Freeform 790">
              <a:extLst>
                <a:ext uri="{FF2B5EF4-FFF2-40B4-BE49-F238E27FC236}">
                  <a16:creationId xmlns:a16="http://schemas.microsoft.com/office/drawing/2014/main" id="{5E581005-3E61-631D-C651-6F9B93B2D9C4}"/>
                </a:ext>
              </a:extLst>
            </p:cNvPr>
            <p:cNvSpPr/>
            <p:nvPr/>
          </p:nvSpPr>
          <p:spPr>
            <a:xfrm>
              <a:off x="1331976" y="4879279"/>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28" name="Freeform 791">
              <a:extLst>
                <a:ext uri="{FF2B5EF4-FFF2-40B4-BE49-F238E27FC236}">
                  <a16:creationId xmlns:a16="http://schemas.microsoft.com/office/drawing/2014/main" id="{4461C2F0-7B9A-6F86-BD86-70CEAD716E48}"/>
                </a:ext>
              </a:extLst>
            </p:cNvPr>
            <p:cNvSpPr/>
            <p:nvPr/>
          </p:nvSpPr>
          <p:spPr>
            <a:xfrm>
              <a:off x="1331976" y="4942547"/>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C797C"/>
            </a:solidFill>
            <a:ln w="9525" cap="rnd">
              <a:noFill/>
              <a:prstDash val="solid"/>
              <a:round/>
            </a:ln>
          </p:spPr>
          <p:txBody>
            <a:bodyPr/>
            <a:lstStyle/>
            <a:p>
              <a:pPr algn="ctr"/>
              <a:endParaRPr lang="en-US" sz="1701"/>
            </a:p>
          </p:txBody>
        </p:sp>
        <p:sp>
          <p:nvSpPr>
            <p:cNvPr id="1629" name="Freeform 792">
              <a:extLst>
                <a:ext uri="{FF2B5EF4-FFF2-40B4-BE49-F238E27FC236}">
                  <a16:creationId xmlns:a16="http://schemas.microsoft.com/office/drawing/2014/main" id="{81CFB491-553E-F9A8-F341-53484DA1DE50}"/>
                </a:ext>
              </a:extLst>
            </p:cNvPr>
            <p:cNvSpPr/>
            <p:nvPr/>
          </p:nvSpPr>
          <p:spPr>
            <a:xfrm>
              <a:off x="1331976" y="5005816"/>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B7478"/>
            </a:solidFill>
            <a:ln w="9525" cap="rnd">
              <a:noFill/>
              <a:prstDash val="solid"/>
              <a:round/>
            </a:ln>
          </p:spPr>
          <p:txBody>
            <a:bodyPr/>
            <a:lstStyle/>
            <a:p>
              <a:pPr algn="ctr"/>
              <a:endParaRPr lang="en-US" sz="1701"/>
            </a:p>
          </p:txBody>
        </p:sp>
        <p:sp>
          <p:nvSpPr>
            <p:cNvPr id="1630" name="Freeform 793">
              <a:extLst>
                <a:ext uri="{FF2B5EF4-FFF2-40B4-BE49-F238E27FC236}">
                  <a16:creationId xmlns:a16="http://schemas.microsoft.com/office/drawing/2014/main" id="{CC6A5A6B-EFBB-2C00-7C69-795DDB8F0191}"/>
                </a:ext>
              </a:extLst>
            </p:cNvPr>
            <p:cNvSpPr/>
            <p:nvPr/>
          </p:nvSpPr>
          <p:spPr>
            <a:xfrm>
              <a:off x="1331976" y="5069210"/>
              <a:ext cx="1090676" cy="63268"/>
            </a:xfrm>
            <a:custGeom>
              <a:avLst/>
              <a:gdLst>
                <a:gd name="csX0" fmla="*/ 0 w 1090676"/>
                <a:gd name="csY0" fmla="*/ 0 h 63268"/>
                <a:gd name="csX1" fmla="*/ 1090676 w 1090676"/>
                <a:gd name="csY1" fmla="*/ 0 h 63268"/>
                <a:gd name="csX2" fmla="*/ 1090676 w 1090676"/>
                <a:gd name="csY2" fmla="*/ 63268 h 63268"/>
                <a:gd name="csX3" fmla="*/ 0 w 1090676"/>
                <a:gd name="csY3" fmla="*/ 63268 h 63268"/>
              </a:gdLst>
              <a:ahLst/>
              <a:cxnLst>
                <a:cxn ang="0">
                  <a:pos x="csX0" y="csY0"/>
                </a:cxn>
                <a:cxn ang="0">
                  <a:pos x="csX1" y="csY1"/>
                </a:cxn>
                <a:cxn ang="0">
                  <a:pos x="csX2" y="csY2"/>
                </a:cxn>
                <a:cxn ang="0">
                  <a:pos x="csX3" y="csY3"/>
                </a:cxn>
              </a:cxnLst>
              <a:rect l="l" t="t" r="r" b="b"/>
              <a:pathLst>
                <a:path w="1090676" h="63268">
                  <a:moveTo>
                    <a:pt x="0" y="0"/>
                  </a:moveTo>
                  <a:lnTo>
                    <a:pt x="1090676" y="0"/>
                  </a:lnTo>
                  <a:lnTo>
                    <a:pt x="1090676" y="63268"/>
                  </a:lnTo>
                  <a:lnTo>
                    <a:pt x="0" y="63268"/>
                  </a:lnTo>
                  <a:close/>
                </a:path>
              </a:pathLst>
            </a:custGeom>
            <a:solidFill>
              <a:srgbClr val="EB7478"/>
            </a:solidFill>
            <a:ln w="9525" cap="rnd">
              <a:noFill/>
              <a:prstDash val="solid"/>
              <a:round/>
            </a:ln>
          </p:spPr>
          <p:txBody>
            <a:bodyPr/>
            <a:lstStyle/>
            <a:p>
              <a:pPr algn="ctr"/>
              <a:endParaRPr lang="en-US" sz="1701"/>
            </a:p>
          </p:txBody>
        </p:sp>
        <p:sp>
          <p:nvSpPr>
            <p:cNvPr id="1631" name="Freeform 794">
              <a:extLst>
                <a:ext uri="{FF2B5EF4-FFF2-40B4-BE49-F238E27FC236}">
                  <a16:creationId xmlns:a16="http://schemas.microsoft.com/office/drawing/2014/main" id="{73E46E63-A22C-BBAB-0CD8-524E8D661A6C}"/>
                </a:ext>
              </a:extLst>
            </p:cNvPr>
            <p:cNvSpPr/>
            <p:nvPr/>
          </p:nvSpPr>
          <p:spPr>
            <a:xfrm>
              <a:off x="2422779" y="2346525"/>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F19C9F"/>
            </a:solidFill>
            <a:ln w="9525" cap="rnd">
              <a:noFill/>
              <a:prstDash val="solid"/>
              <a:round/>
            </a:ln>
          </p:spPr>
          <p:txBody>
            <a:bodyPr/>
            <a:lstStyle/>
            <a:p>
              <a:pPr algn="ctr"/>
              <a:endParaRPr lang="en-US" sz="1701"/>
            </a:p>
          </p:txBody>
        </p:sp>
        <p:sp>
          <p:nvSpPr>
            <p:cNvPr id="1632" name="Freeform 795">
              <a:extLst>
                <a:ext uri="{FF2B5EF4-FFF2-40B4-BE49-F238E27FC236}">
                  <a16:creationId xmlns:a16="http://schemas.microsoft.com/office/drawing/2014/main" id="{552C1306-7A0F-9EFA-2CBA-C6860B24D0D0}"/>
                </a:ext>
              </a:extLst>
            </p:cNvPr>
            <p:cNvSpPr/>
            <p:nvPr/>
          </p:nvSpPr>
          <p:spPr>
            <a:xfrm>
              <a:off x="2422779" y="2409919"/>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B7478"/>
            </a:solidFill>
            <a:ln w="9525" cap="rnd">
              <a:noFill/>
              <a:prstDash val="solid"/>
              <a:round/>
            </a:ln>
          </p:spPr>
          <p:txBody>
            <a:bodyPr/>
            <a:lstStyle/>
            <a:p>
              <a:pPr algn="ctr"/>
              <a:endParaRPr lang="en-US" sz="1701"/>
            </a:p>
          </p:txBody>
        </p:sp>
        <p:sp>
          <p:nvSpPr>
            <p:cNvPr id="1633" name="Freeform 796">
              <a:extLst>
                <a:ext uri="{FF2B5EF4-FFF2-40B4-BE49-F238E27FC236}">
                  <a16:creationId xmlns:a16="http://schemas.microsoft.com/office/drawing/2014/main" id="{B03A02CC-DB38-600E-B31B-74FE7E08254A}"/>
                </a:ext>
              </a:extLst>
            </p:cNvPr>
            <p:cNvSpPr/>
            <p:nvPr/>
          </p:nvSpPr>
          <p:spPr>
            <a:xfrm>
              <a:off x="2422779" y="2473188"/>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C797C"/>
            </a:solidFill>
            <a:ln w="9525" cap="rnd">
              <a:noFill/>
              <a:prstDash val="solid"/>
              <a:round/>
            </a:ln>
          </p:spPr>
          <p:txBody>
            <a:bodyPr/>
            <a:lstStyle/>
            <a:p>
              <a:pPr algn="ctr"/>
              <a:endParaRPr lang="en-US" sz="1701"/>
            </a:p>
          </p:txBody>
        </p:sp>
        <p:sp>
          <p:nvSpPr>
            <p:cNvPr id="1634" name="Freeform 797">
              <a:extLst>
                <a:ext uri="{FF2B5EF4-FFF2-40B4-BE49-F238E27FC236}">
                  <a16:creationId xmlns:a16="http://schemas.microsoft.com/office/drawing/2014/main" id="{D1469E59-CB57-66C2-FCEA-195A77338DBD}"/>
                </a:ext>
              </a:extLst>
            </p:cNvPr>
            <p:cNvSpPr/>
            <p:nvPr/>
          </p:nvSpPr>
          <p:spPr>
            <a:xfrm>
              <a:off x="2422779" y="2536583"/>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35" name="Freeform 798">
              <a:extLst>
                <a:ext uri="{FF2B5EF4-FFF2-40B4-BE49-F238E27FC236}">
                  <a16:creationId xmlns:a16="http://schemas.microsoft.com/office/drawing/2014/main" id="{B245E7FF-C116-0DDF-F513-20973FB3B407}"/>
                </a:ext>
              </a:extLst>
            </p:cNvPr>
            <p:cNvSpPr/>
            <p:nvPr/>
          </p:nvSpPr>
          <p:spPr>
            <a:xfrm>
              <a:off x="2422779" y="2599851"/>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36" name="Freeform 799">
              <a:extLst>
                <a:ext uri="{FF2B5EF4-FFF2-40B4-BE49-F238E27FC236}">
                  <a16:creationId xmlns:a16="http://schemas.microsoft.com/office/drawing/2014/main" id="{F6132A3B-4FD7-A6F9-BC5D-D7B1A650A0BA}"/>
                </a:ext>
              </a:extLst>
            </p:cNvPr>
            <p:cNvSpPr/>
            <p:nvPr/>
          </p:nvSpPr>
          <p:spPr>
            <a:xfrm>
              <a:off x="2422779" y="2663119"/>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37" name="Freeform 800">
              <a:extLst>
                <a:ext uri="{FF2B5EF4-FFF2-40B4-BE49-F238E27FC236}">
                  <a16:creationId xmlns:a16="http://schemas.microsoft.com/office/drawing/2014/main" id="{E5769BCD-D981-25EB-7900-6B73F8D4EEC7}"/>
                </a:ext>
              </a:extLst>
            </p:cNvPr>
            <p:cNvSpPr/>
            <p:nvPr/>
          </p:nvSpPr>
          <p:spPr>
            <a:xfrm>
              <a:off x="2422779" y="2726514"/>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38" name="Freeform 801">
              <a:extLst>
                <a:ext uri="{FF2B5EF4-FFF2-40B4-BE49-F238E27FC236}">
                  <a16:creationId xmlns:a16="http://schemas.microsoft.com/office/drawing/2014/main" id="{B9307235-C3D5-C74A-73ED-E749EA4FF38E}"/>
                </a:ext>
              </a:extLst>
            </p:cNvPr>
            <p:cNvSpPr/>
            <p:nvPr/>
          </p:nvSpPr>
          <p:spPr>
            <a:xfrm>
              <a:off x="2422779" y="2789782"/>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39" name="Freeform 802">
              <a:extLst>
                <a:ext uri="{FF2B5EF4-FFF2-40B4-BE49-F238E27FC236}">
                  <a16:creationId xmlns:a16="http://schemas.microsoft.com/office/drawing/2014/main" id="{2529C293-8C67-07DE-D693-E755F13F2210}"/>
                </a:ext>
              </a:extLst>
            </p:cNvPr>
            <p:cNvSpPr/>
            <p:nvPr/>
          </p:nvSpPr>
          <p:spPr>
            <a:xfrm>
              <a:off x="2422779" y="2853050"/>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40" name="Freeform 803">
              <a:extLst>
                <a:ext uri="{FF2B5EF4-FFF2-40B4-BE49-F238E27FC236}">
                  <a16:creationId xmlns:a16="http://schemas.microsoft.com/office/drawing/2014/main" id="{8C3055DF-CF91-2422-BAF8-BF12FEB12775}"/>
                </a:ext>
              </a:extLst>
            </p:cNvPr>
            <p:cNvSpPr/>
            <p:nvPr/>
          </p:nvSpPr>
          <p:spPr>
            <a:xfrm>
              <a:off x="2422779" y="2916445"/>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41" name="Freeform 804">
              <a:extLst>
                <a:ext uri="{FF2B5EF4-FFF2-40B4-BE49-F238E27FC236}">
                  <a16:creationId xmlns:a16="http://schemas.microsoft.com/office/drawing/2014/main" id="{7B1F5492-8055-2B3E-9E91-EC6ADDD69E70}"/>
                </a:ext>
              </a:extLst>
            </p:cNvPr>
            <p:cNvSpPr/>
            <p:nvPr/>
          </p:nvSpPr>
          <p:spPr>
            <a:xfrm>
              <a:off x="2422779" y="2979713"/>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C797C"/>
            </a:solidFill>
            <a:ln w="9525" cap="rnd">
              <a:noFill/>
              <a:prstDash val="solid"/>
              <a:round/>
            </a:ln>
          </p:spPr>
          <p:txBody>
            <a:bodyPr/>
            <a:lstStyle/>
            <a:p>
              <a:pPr algn="ctr"/>
              <a:endParaRPr lang="en-US" sz="1701"/>
            </a:p>
          </p:txBody>
        </p:sp>
        <p:sp>
          <p:nvSpPr>
            <p:cNvPr id="1642" name="Freeform 805">
              <a:extLst>
                <a:ext uri="{FF2B5EF4-FFF2-40B4-BE49-F238E27FC236}">
                  <a16:creationId xmlns:a16="http://schemas.microsoft.com/office/drawing/2014/main" id="{99398F2E-89C9-31DD-0FDD-158D9B5E6E83}"/>
                </a:ext>
              </a:extLst>
            </p:cNvPr>
            <p:cNvSpPr/>
            <p:nvPr/>
          </p:nvSpPr>
          <p:spPr>
            <a:xfrm>
              <a:off x="2422779" y="3043108"/>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C7E81"/>
            </a:solidFill>
            <a:ln w="9525" cap="rnd">
              <a:noFill/>
              <a:prstDash val="solid"/>
              <a:round/>
            </a:ln>
          </p:spPr>
          <p:txBody>
            <a:bodyPr/>
            <a:lstStyle/>
            <a:p>
              <a:pPr algn="ctr"/>
              <a:endParaRPr lang="en-US" sz="1701"/>
            </a:p>
          </p:txBody>
        </p:sp>
        <p:sp>
          <p:nvSpPr>
            <p:cNvPr id="1643" name="Freeform 806">
              <a:extLst>
                <a:ext uri="{FF2B5EF4-FFF2-40B4-BE49-F238E27FC236}">
                  <a16:creationId xmlns:a16="http://schemas.microsoft.com/office/drawing/2014/main" id="{6190703E-754D-F6C6-EB0B-AAD35384A33A}"/>
                </a:ext>
              </a:extLst>
            </p:cNvPr>
            <p:cNvSpPr/>
            <p:nvPr/>
          </p:nvSpPr>
          <p:spPr>
            <a:xfrm>
              <a:off x="2422779" y="3106376"/>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44" name="Freeform 807">
              <a:extLst>
                <a:ext uri="{FF2B5EF4-FFF2-40B4-BE49-F238E27FC236}">
                  <a16:creationId xmlns:a16="http://schemas.microsoft.com/office/drawing/2014/main" id="{D9EDCA9F-B6FE-17CD-8846-911647B87556}"/>
                </a:ext>
              </a:extLst>
            </p:cNvPr>
            <p:cNvSpPr/>
            <p:nvPr/>
          </p:nvSpPr>
          <p:spPr>
            <a:xfrm>
              <a:off x="2422779" y="3169645"/>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B7478"/>
            </a:solidFill>
            <a:ln w="9525" cap="rnd">
              <a:noFill/>
              <a:prstDash val="solid"/>
              <a:round/>
            </a:ln>
          </p:spPr>
          <p:txBody>
            <a:bodyPr/>
            <a:lstStyle/>
            <a:p>
              <a:pPr algn="ctr"/>
              <a:endParaRPr lang="en-US" sz="1701"/>
            </a:p>
          </p:txBody>
        </p:sp>
        <p:sp>
          <p:nvSpPr>
            <p:cNvPr id="1645" name="Freeform 808">
              <a:extLst>
                <a:ext uri="{FF2B5EF4-FFF2-40B4-BE49-F238E27FC236}">
                  <a16:creationId xmlns:a16="http://schemas.microsoft.com/office/drawing/2014/main" id="{7B2F1202-CCAC-27C6-2531-CFA5822F940D}"/>
                </a:ext>
              </a:extLst>
            </p:cNvPr>
            <p:cNvSpPr/>
            <p:nvPr/>
          </p:nvSpPr>
          <p:spPr>
            <a:xfrm>
              <a:off x="2422779" y="3233039"/>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46" name="Freeform 809">
              <a:extLst>
                <a:ext uri="{FF2B5EF4-FFF2-40B4-BE49-F238E27FC236}">
                  <a16:creationId xmlns:a16="http://schemas.microsoft.com/office/drawing/2014/main" id="{9B91C0EF-6910-E951-1768-028BF23EDFDA}"/>
                </a:ext>
              </a:extLst>
            </p:cNvPr>
            <p:cNvSpPr/>
            <p:nvPr/>
          </p:nvSpPr>
          <p:spPr>
            <a:xfrm>
              <a:off x="2422779" y="3296308"/>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A6F73"/>
            </a:solidFill>
            <a:ln w="9525" cap="rnd">
              <a:noFill/>
              <a:prstDash val="solid"/>
              <a:round/>
            </a:ln>
          </p:spPr>
          <p:txBody>
            <a:bodyPr/>
            <a:lstStyle/>
            <a:p>
              <a:pPr algn="ctr"/>
              <a:endParaRPr lang="en-US" sz="1701"/>
            </a:p>
          </p:txBody>
        </p:sp>
        <p:sp>
          <p:nvSpPr>
            <p:cNvPr id="1647" name="Freeform 810">
              <a:extLst>
                <a:ext uri="{FF2B5EF4-FFF2-40B4-BE49-F238E27FC236}">
                  <a16:creationId xmlns:a16="http://schemas.microsoft.com/office/drawing/2014/main" id="{FA648BD4-24B2-B154-2049-D3532E581ABF}"/>
                </a:ext>
              </a:extLst>
            </p:cNvPr>
            <p:cNvSpPr/>
            <p:nvPr/>
          </p:nvSpPr>
          <p:spPr>
            <a:xfrm>
              <a:off x="2422779" y="3359702"/>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F7C9CB"/>
            </a:solidFill>
            <a:ln w="9525" cap="rnd">
              <a:noFill/>
              <a:prstDash val="solid"/>
              <a:round/>
            </a:ln>
          </p:spPr>
          <p:txBody>
            <a:bodyPr/>
            <a:lstStyle/>
            <a:p>
              <a:pPr algn="ctr"/>
              <a:endParaRPr lang="en-US" sz="1701"/>
            </a:p>
          </p:txBody>
        </p:sp>
        <p:sp>
          <p:nvSpPr>
            <p:cNvPr id="1648" name="Freeform 811">
              <a:extLst>
                <a:ext uri="{FF2B5EF4-FFF2-40B4-BE49-F238E27FC236}">
                  <a16:creationId xmlns:a16="http://schemas.microsoft.com/office/drawing/2014/main" id="{9E5BE130-3152-86C2-2BFA-C441425C2E7D}"/>
                </a:ext>
              </a:extLst>
            </p:cNvPr>
            <p:cNvSpPr/>
            <p:nvPr/>
          </p:nvSpPr>
          <p:spPr>
            <a:xfrm>
              <a:off x="2422779" y="3422971"/>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F1A1A4"/>
            </a:solidFill>
            <a:ln w="9525" cap="rnd">
              <a:noFill/>
              <a:prstDash val="solid"/>
              <a:round/>
            </a:ln>
          </p:spPr>
          <p:txBody>
            <a:bodyPr/>
            <a:lstStyle/>
            <a:p>
              <a:pPr algn="ctr"/>
              <a:endParaRPr lang="en-US" sz="1701"/>
            </a:p>
          </p:txBody>
        </p:sp>
        <p:sp>
          <p:nvSpPr>
            <p:cNvPr id="1649" name="Freeform 812">
              <a:extLst>
                <a:ext uri="{FF2B5EF4-FFF2-40B4-BE49-F238E27FC236}">
                  <a16:creationId xmlns:a16="http://schemas.microsoft.com/office/drawing/2014/main" id="{747A5528-80A4-E167-B8D3-C1B8404EFDB9}"/>
                </a:ext>
              </a:extLst>
            </p:cNvPr>
            <p:cNvSpPr/>
            <p:nvPr/>
          </p:nvSpPr>
          <p:spPr>
            <a:xfrm>
              <a:off x="2422779" y="3486239"/>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C0D5E9"/>
            </a:solidFill>
            <a:ln w="9525" cap="rnd">
              <a:noFill/>
              <a:prstDash val="solid"/>
              <a:round/>
            </a:ln>
          </p:spPr>
          <p:txBody>
            <a:bodyPr/>
            <a:lstStyle/>
            <a:p>
              <a:pPr algn="ctr"/>
              <a:endParaRPr lang="en-US" sz="1701"/>
            </a:p>
          </p:txBody>
        </p:sp>
        <p:sp>
          <p:nvSpPr>
            <p:cNvPr id="1650" name="Freeform 813">
              <a:extLst>
                <a:ext uri="{FF2B5EF4-FFF2-40B4-BE49-F238E27FC236}">
                  <a16:creationId xmlns:a16="http://schemas.microsoft.com/office/drawing/2014/main" id="{6E33FA09-DE29-020D-4BD4-F918490B6B80}"/>
                </a:ext>
              </a:extLst>
            </p:cNvPr>
            <p:cNvSpPr/>
            <p:nvPr/>
          </p:nvSpPr>
          <p:spPr>
            <a:xfrm>
              <a:off x="2422779" y="3549634"/>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E0EAF4"/>
            </a:solidFill>
            <a:ln w="9525" cap="rnd">
              <a:noFill/>
              <a:prstDash val="solid"/>
              <a:round/>
            </a:ln>
          </p:spPr>
          <p:txBody>
            <a:bodyPr/>
            <a:lstStyle/>
            <a:p>
              <a:pPr algn="ctr"/>
              <a:endParaRPr lang="en-US" sz="1701"/>
            </a:p>
          </p:txBody>
        </p:sp>
        <p:sp>
          <p:nvSpPr>
            <p:cNvPr id="1651" name="Freeform 814">
              <a:extLst>
                <a:ext uri="{FF2B5EF4-FFF2-40B4-BE49-F238E27FC236}">
                  <a16:creationId xmlns:a16="http://schemas.microsoft.com/office/drawing/2014/main" id="{B0C7DDE0-4161-FDE7-33B8-B729BA8715DE}"/>
                </a:ext>
              </a:extLst>
            </p:cNvPr>
            <p:cNvSpPr/>
            <p:nvPr/>
          </p:nvSpPr>
          <p:spPr>
            <a:xfrm>
              <a:off x="2422779" y="3612902"/>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52" name="Freeform 815">
              <a:extLst>
                <a:ext uri="{FF2B5EF4-FFF2-40B4-BE49-F238E27FC236}">
                  <a16:creationId xmlns:a16="http://schemas.microsoft.com/office/drawing/2014/main" id="{D41082BE-C1E7-DF64-4A41-69A1B56004F1}"/>
                </a:ext>
              </a:extLst>
            </p:cNvPr>
            <p:cNvSpPr/>
            <p:nvPr/>
          </p:nvSpPr>
          <p:spPr>
            <a:xfrm>
              <a:off x="2422779" y="3676170"/>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53" name="Freeform 816">
              <a:extLst>
                <a:ext uri="{FF2B5EF4-FFF2-40B4-BE49-F238E27FC236}">
                  <a16:creationId xmlns:a16="http://schemas.microsoft.com/office/drawing/2014/main" id="{6BF28B50-78FA-3727-8600-C8145F0A0E6E}"/>
                </a:ext>
              </a:extLst>
            </p:cNvPr>
            <p:cNvSpPr/>
            <p:nvPr/>
          </p:nvSpPr>
          <p:spPr>
            <a:xfrm>
              <a:off x="2422779" y="3739565"/>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FA9D3"/>
            </a:solidFill>
            <a:ln w="9525" cap="rnd">
              <a:noFill/>
              <a:prstDash val="solid"/>
              <a:round/>
            </a:ln>
          </p:spPr>
          <p:txBody>
            <a:bodyPr/>
            <a:lstStyle/>
            <a:p>
              <a:pPr algn="ctr"/>
              <a:endParaRPr lang="en-US" sz="1701"/>
            </a:p>
          </p:txBody>
        </p:sp>
        <p:sp>
          <p:nvSpPr>
            <p:cNvPr id="1654" name="Freeform 817">
              <a:extLst>
                <a:ext uri="{FF2B5EF4-FFF2-40B4-BE49-F238E27FC236}">
                  <a16:creationId xmlns:a16="http://schemas.microsoft.com/office/drawing/2014/main" id="{B9E3E315-BE2B-038F-F1D9-9CBCF9CF89F1}"/>
                </a:ext>
              </a:extLst>
            </p:cNvPr>
            <p:cNvSpPr/>
            <p:nvPr/>
          </p:nvSpPr>
          <p:spPr>
            <a:xfrm>
              <a:off x="2422779" y="3802833"/>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FA9D3"/>
            </a:solidFill>
            <a:ln w="9525" cap="rnd">
              <a:noFill/>
              <a:prstDash val="solid"/>
              <a:round/>
            </a:ln>
          </p:spPr>
          <p:txBody>
            <a:bodyPr/>
            <a:lstStyle/>
            <a:p>
              <a:pPr algn="ctr"/>
              <a:endParaRPr lang="en-US" sz="1701"/>
            </a:p>
          </p:txBody>
        </p:sp>
        <p:sp>
          <p:nvSpPr>
            <p:cNvPr id="1655" name="Freeform 818">
              <a:extLst>
                <a:ext uri="{FF2B5EF4-FFF2-40B4-BE49-F238E27FC236}">
                  <a16:creationId xmlns:a16="http://schemas.microsoft.com/office/drawing/2014/main" id="{C48B290C-9CF4-5B13-7F11-0ECC872B77DB}"/>
                </a:ext>
              </a:extLst>
            </p:cNvPr>
            <p:cNvSpPr/>
            <p:nvPr/>
          </p:nvSpPr>
          <p:spPr>
            <a:xfrm>
              <a:off x="2422779" y="3866228"/>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FA9D3"/>
            </a:solidFill>
            <a:ln w="9525" cap="rnd">
              <a:noFill/>
              <a:prstDash val="solid"/>
              <a:round/>
            </a:ln>
          </p:spPr>
          <p:txBody>
            <a:bodyPr/>
            <a:lstStyle/>
            <a:p>
              <a:pPr algn="ctr"/>
              <a:endParaRPr lang="en-US" sz="1701"/>
            </a:p>
          </p:txBody>
        </p:sp>
        <p:sp>
          <p:nvSpPr>
            <p:cNvPr id="1656" name="Freeform 819">
              <a:extLst>
                <a:ext uri="{FF2B5EF4-FFF2-40B4-BE49-F238E27FC236}">
                  <a16:creationId xmlns:a16="http://schemas.microsoft.com/office/drawing/2014/main" id="{3E016134-94E4-E257-AD49-C892C1CE9FF0}"/>
                </a:ext>
              </a:extLst>
            </p:cNvPr>
            <p:cNvSpPr/>
            <p:nvPr/>
          </p:nvSpPr>
          <p:spPr>
            <a:xfrm>
              <a:off x="2422779" y="3929496"/>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9FBFDE"/>
            </a:solidFill>
            <a:ln w="9525" cap="rnd">
              <a:noFill/>
              <a:prstDash val="solid"/>
              <a:round/>
            </a:ln>
          </p:spPr>
          <p:txBody>
            <a:bodyPr/>
            <a:lstStyle/>
            <a:p>
              <a:pPr algn="ctr"/>
              <a:endParaRPr lang="en-US" sz="1701"/>
            </a:p>
          </p:txBody>
        </p:sp>
        <p:sp>
          <p:nvSpPr>
            <p:cNvPr id="1657" name="Freeform 820">
              <a:extLst>
                <a:ext uri="{FF2B5EF4-FFF2-40B4-BE49-F238E27FC236}">
                  <a16:creationId xmlns:a16="http://schemas.microsoft.com/office/drawing/2014/main" id="{F65C3CB7-150E-1723-CAE7-660E2933303F}"/>
                </a:ext>
              </a:extLst>
            </p:cNvPr>
            <p:cNvSpPr/>
            <p:nvPr/>
          </p:nvSpPr>
          <p:spPr>
            <a:xfrm>
              <a:off x="2422779" y="3992765"/>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8DB2D7"/>
            </a:solidFill>
            <a:ln w="9525" cap="rnd">
              <a:noFill/>
              <a:prstDash val="solid"/>
              <a:round/>
            </a:ln>
          </p:spPr>
          <p:txBody>
            <a:bodyPr/>
            <a:lstStyle/>
            <a:p>
              <a:pPr algn="ctr"/>
              <a:endParaRPr lang="en-US" sz="1701"/>
            </a:p>
          </p:txBody>
        </p:sp>
        <p:sp>
          <p:nvSpPr>
            <p:cNvPr id="1658" name="Freeform 821">
              <a:extLst>
                <a:ext uri="{FF2B5EF4-FFF2-40B4-BE49-F238E27FC236}">
                  <a16:creationId xmlns:a16="http://schemas.microsoft.com/office/drawing/2014/main" id="{E3F95F90-D0AA-1988-E18B-1509A0F7FF5A}"/>
                </a:ext>
              </a:extLst>
            </p:cNvPr>
            <p:cNvSpPr/>
            <p:nvPr/>
          </p:nvSpPr>
          <p:spPr>
            <a:xfrm>
              <a:off x="2422779" y="4056159"/>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88AFD6"/>
            </a:solidFill>
            <a:ln w="9525" cap="rnd">
              <a:noFill/>
              <a:prstDash val="solid"/>
              <a:round/>
            </a:ln>
          </p:spPr>
          <p:txBody>
            <a:bodyPr/>
            <a:lstStyle/>
            <a:p>
              <a:pPr algn="ctr"/>
              <a:endParaRPr lang="en-US" sz="1701"/>
            </a:p>
          </p:txBody>
        </p:sp>
        <p:sp>
          <p:nvSpPr>
            <p:cNvPr id="1659" name="Freeform 822">
              <a:extLst>
                <a:ext uri="{FF2B5EF4-FFF2-40B4-BE49-F238E27FC236}">
                  <a16:creationId xmlns:a16="http://schemas.microsoft.com/office/drawing/2014/main" id="{F62E7EC6-F585-4548-C023-E4FACC218F2A}"/>
                </a:ext>
              </a:extLst>
            </p:cNvPr>
            <p:cNvSpPr/>
            <p:nvPr/>
          </p:nvSpPr>
          <p:spPr>
            <a:xfrm>
              <a:off x="2422779" y="4119428"/>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83ACD4"/>
            </a:solidFill>
            <a:ln w="9525" cap="rnd">
              <a:noFill/>
              <a:prstDash val="solid"/>
              <a:round/>
            </a:ln>
          </p:spPr>
          <p:txBody>
            <a:bodyPr/>
            <a:lstStyle/>
            <a:p>
              <a:pPr algn="ctr"/>
              <a:endParaRPr lang="en-US" sz="1701"/>
            </a:p>
          </p:txBody>
        </p:sp>
        <p:sp>
          <p:nvSpPr>
            <p:cNvPr id="1660" name="Freeform 823">
              <a:extLst>
                <a:ext uri="{FF2B5EF4-FFF2-40B4-BE49-F238E27FC236}">
                  <a16:creationId xmlns:a16="http://schemas.microsoft.com/office/drawing/2014/main" id="{48743149-2863-B767-7C7D-3BB7BE8440AC}"/>
                </a:ext>
              </a:extLst>
            </p:cNvPr>
            <p:cNvSpPr/>
            <p:nvPr/>
          </p:nvSpPr>
          <p:spPr>
            <a:xfrm>
              <a:off x="2422779" y="4182696"/>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61" name="Freeform 824">
              <a:extLst>
                <a:ext uri="{FF2B5EF4-FFF2-40B4-BE49-F238E27FC236}">
                  <a16:creationId xmlns:a16="http://schemas.microsoft.com/office/drawing/2014/main" id="{1F8DB131-0114-9F0D-21B4-E53D6A0C8046}"/>
                </a:ext>
              </a:extLst>
            </p:cNvPr>
            <p:cNvSpPr/>
            <p:nvPr/>
          </p:nvSpPr>
          <p:spPr>
            <a:xfrm>
              <a:off x="2422779" y="4246091"/>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62" name="Freeform 825">
              <a:extLst>
                <a:ext uri="{FF2B5EF4-FFF2-40B4-BE49-F238E27FC236}">
                  <a16:creationId xmlns:a16="http://schemas.microsoft.com/office/drawing/2014/main" id="{D8AAAA38-E396-2F27-A2F4-5F125066CAF6}"/>
                </a:ext>
              </a:extLst>
            </p:cNvPr>
            <p:cNvSpPr/>
            <p:nvPr/>
          </p:nvSpPr>
          <p:spPr>
            <a:xfrm>
              <a:off x="2422779" y="4309359"/>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63" name="Freeform 826">
              <a:extLst>
                <a:ext uri="{FF2B5EF4-FFF2-40B4-BE49-F238E27FC236}">
                  <a16:creationId xmlns:a16="http://schemas.microsoft.com/office/drawing/2014/main" id="{836FC634-52B4-3292-7226-BD6A40657A7B}"/>
                </a:ext>
              </a:extLst>
            </p:cNvPr>
            <p:cNvSpPr/>
            <p:nvPr/>
          </p:nvSpPr>
          <p:spPr>
            <a:xfrm>
              <a:off x="2422779" y="4372754"/>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64" name="Freeform 827">
              <a:extLst>
                <a:ext uri="{FF2B5EF4-FFF2-40B4-BE49-F238E27FC236}">
                  <a16:creationId xmlns:a16="http://schemas.microsoft.com/office/drawing/2014/main" id="{0986EE04-C4B6-FA83-9F86-268208A39617}"/>
                </a:ext>
              </a:extLst>
            </p:cNvPr>
            <p:cNvSpPr/>
            <p:nvPr/>
          </p:nvSpPr>
          <p:spPr>
            <a:xfrm>
              <a:off x="2422779" y="4436022"/>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FA9D3"/>
            </a:solidFill>
            <a:ln w="9525" cap="rnd">
              <a:noFill/>
              <a:prstDash val="solid"/>
              <a:round/>
            </a:ln>
          </p:spPr>
          <p:txBody>
            <a:bodyPr/>
            <a:lstStyle/>
            <a:p>
              <a:pPr algn="ctr"/>
              <a:endParaRPr lang="en-US" sz="1701"/>
            </a:p>
          </p:txBody>
        </p:sp>
        <p:sp>
          <p:nvSpPr>
            <p:cNvPr id="1665" name="Freeform 828">
              <a:extLst>
                <a:ext uri="{FF2B5EF4-FFF2-40B4-BE49-F238E27FC236}">
                  <a16:creationId xmlns:a16="http://schemas.microsoft.com/office/drawing/2014/main" id="{4EEEB217-5626-E2CA-676F-F96979B0863C}"/>
                </a:ext>
              </a:extLst>
            </p:cNvPr>
            <p:cNvSpPr/>
            <p:nvPr/>
          </p:nvSpPr>
          <p:spPr>
            <a:xfrm>
              <a:off x="2422779" y="4499290"/>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66" name="Freeform 829">
              <a:extLst>
                <a:ext uri="{FF2B5EF4-FFF2-40B4-BE49-F238E27FC236}">
                  <a16:creationId xmlns:a16="http://schemas.microsoft.com/office/drawing/2014/main" id="{1BF3E558-430B-DB6B-0F5D-3C5B65792627}"/>
                </a:ext>
              </a:extLst>
            </p:cNvPr>
            <p:cNvSpPr/>
            <p:nvPr/>
          </p:nvSpPr>
          <p:spPr>
            <a:xfrm>
              <a:off x="2422779" y="4562685"/>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67" name="Freeform 830">
              <a:extLst>
                <a:ext uri="{FF2B5EF4-FFF2-40B4-BE49-F238E27FC236}">
                  <a16:creationId xmlns:a16="http://schemas.microsoft.com/office/drawing/2014/main" id="{1CE5EF24-5D19-8FE0-D4EC-653A719E65CD}"/>
                </a:ext>
              </a:extLst>
            </p:cNvPr>
            <p:cNvSpPr/>
            <p:nvPr/>
          </p:nvSpPr>
          <p:spPr>
            <a:xfrm>
              <a:off x="2422779" y="4625953"/>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68" name="Freeform 831">
              <a:extLst>
                <a:ext uri="{FF2B5EF4-FFF2-40B4-BE49-F238E27FC236}">
                  <a16:creationId xmlns:a16="http://schemas.microsoft.com/office/drawing/2014/main" id="{A971C852-A5CD-5AFC-CD52-D02511EC07A6}"/>
                </a:ext>
              </a:extLst>
            </p:cNvPr>
            <p:cNvSpPr/>
            <p:nvPr/>
          </p:nvSpPr>
          <p:spPr>
            <a:xfrm>
              <a:off x="2422779" y="4689221"/>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69" name="Freeform 832">
              <a:extLst>
                <a:ext uri="{FF2B5EF4-FFF2-40B4-BE49-F238E27FC236}">
                  <a16:creationId xmlns:a16="http://schemas.microsoft.com/office/drawing/2014/main" id="{A61AB9A6-DF4E-C4A7-F228-61D1A810FDE5}"/>
                </a:ext>
              </a:extLst>
            </p:cNvPr>
            <p:cNvSpPr/>
            <p:nvPr/>
          </p:nvSpPr>
          <p:spPr>
            <a:xfrm>
              <a:off x="2422779" y="4752616"/>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7AA6D1"/>
            </a:solidFill>
            <a:ln w="9525" cap="rnd">
              <a:noFill/>
              <a:prstDash val="solid"/>
              <a:round/>
            </a:ln>
          </p:spPr>
          <p:txBody>
            <a:bodyPr/>
            <a:lstStyle/>
            <a:p>
              <a:pPr algn="ctr"/>
              <a:endParaRPr lang="en-US" sz="1701"/>
            </a:p>
          </p:txBody>
        </p:sp>
        <p:sp>
          <p:nvSpPr>
            <p:cNvPr id="1670" name="Freeform 833">
              <a:extLst>
                <a:ext uri="{FF2B5EF4-FFF2-40B4-BE49-F238E27FC236}">
                  <a16:creationId xmlns:a16="http://schemas.microsoft.com/office/drawing/2014/main" id="{3ADCC5AD-AC13-89CE-E328-4A702090B7A0}"/>
                </a:ext>
              </a:extLst>
            </p:cNvPr>
            <p:cNvSpPr/>
            <p:nvPr/>
          </p:nvSpPr>
          <p:spPr>
            <a:xfrm>
              <a:off x="2422779" y="4815884"/>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DCE7F3"/>
            </a:solidFill>
            <a:ln w="9525" cap="rnd">
              <a:noFill/>
              <a:prstDash val="solid"/>
              <a:round/>
            </a:ln>
          </p:spPr>
          <p:txBody>
            <a:bodyPr/>
            <a:lstStyle/>
            <a:p>
              <a:pPr algn="ctr"/>
              <a:endParaRPr lang="en-US" sz="1701"/>
            </a:p>
          </p:txBody>
        </p:sp>
        <p:sp>
          <p:nvSpPr>
            <p:cNvPr id="1671" name="Freeform 834">
              <a:extLst>
                <a:ext uri="{FF2B5EF4-FFF2-40B4-BE49-F238E27FC236}">
                  <a16:creationId xmlns:a16="http://schemas.microsoft.com/office/drawing/2014/main" id="{C92D725A-AC10-74BE-CDD3-6AD22F4DAF31}"/>
                </a:ext>
              </a:extLst>
            </p:cNvPr>
            <p:cNvSpPr/>
            <p:nvPr/>
          </p:nvSpPr>
          <p:spPr>
            <a:xfrm>
              <a:off x="2422779" y="4879279"/>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B2CBE4"/>
            </a:solidFill>
            <a:ln w="9525" cap="rnd">
              <a:noFill/>
              <a:prstDash val="solid"/>
              <a:round/>
            </a:ln>
          </p:spPr>
          <p:txBody>
            <a:bodyPr/>
            <a:lstStyle/>
            <a:p>
              <a:pPr algn="ctr"/>
              <a:endParaRPr lang="en-US" sz="1701"/>
            </a:p>
          </p:txBody>
        </p:sp>
        <p:sp>
          <p:nvSpPr>
            <p:cNvPr id="1672" name="Freeform 835">
              <a:extLst>
                <a:ext uri="{FF2B5EF4-FFF2-40B4-BE49-F238E27FC236}">
                  <a16:creationId xmlns:a16="http://schemas.microsoft.com/office/drawing/2014/main" id="{212FD5FB-A461-B44C-5390-0EEFFA65F5BB}"/>
                </a:ext>
              </a:extLst>
            </p:cNvPr>
            <p:cNvSpPr/>
            <p:nvPr/>
          </p:nvSpPr>
          <p:spPr>
            <a:xfrm>
              <a:off x="2422779" y="4942547"/>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96B9DB"/>
            </a:solidFill>
            <a:ln w="9525" cap="rnd">
              <a:noFill/>
              <a:prstDash val="solid"/>
              <a:round/>
            </a:ln>
          </p:spPr>
          <p:txBody>
            <a:bodyPr/>
            <a:lstStyle/>
            <a:p>
              <a:pPr algn="ctr"/>
              <a:endParaRPr lang="en-US" sz="1701"/>
            </a:p>
          </p:txBody>
        </p:sp>
        <p:sp>
          <p:nvSpPr>
            <p:cNvPr id="1673" name="Freeform 836">
              <a:extLst>
                <a:ext uri="{FF2B5EF4-FFF2-40B4-BE49-F238E27FC236}">
                  <a16:creationId xmlns:a16="http://schemas.microsoft.com/office/drawing/2014/main" id="{F67A3252-0444-ACF9-9C01-6D0AC0A3D9C6}"/>
                </a:ext>
              </a:extLst>
            </p:cNvPr>
            <p:cNvSpPr/>
            <p:nvPr/>
          </p:nvSpPr>
          <p:spPr>
            <a:xfrm>
              <a:off x="2422779" y="5005816"/>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9FBFDE"/>
            </a:solidFill>
            <a:ln w="9525" cap="rnd">
              <a:noFill/>
              <a:prstDash val="solid"/>
              <a:round/>
            </a:ln>
          </p:spPr>
          <p:txBody>
            <a:bodyPr/>
            <a:lstStyle/>
            <a:p>
              <a:pPr algn="ctr"/>
              <a:endParaRPr lang="en-US" sz="1701"/>
            </a:p>
          </p:txBody>
        </p:sp>
        <p:sp>
          <p:nvSpPr>
            <p:cNvPr id="1674" name="Freeform 837">
              <a:extLst>
                <a:ext uri="{FF2B5EF4-FFF2-40B4-BE49-F238E27FC236}">
                  <a16:creationId xmlns:a16="http://schemas.microsoft.com/office/drawing/2014/main" id="{2E7DDE26-2AB2-38A1-E642-6EBD88E36B07}"/>
                </a:ext>
              </a:extLst>
            </p:cNvPr>
            <p:cNvSpPr/>
            <p:nvPr/>
          </p:nvSpPr>
          <p:spPr>
            <a:xfrm>
              <a:off x="2422779" y="5069210"/>
              <a:ext cx="1090675" cy="63268"/>
            </a:xfrm>
            <a:custGeom>
              <a:avLst/>
              <a:gdLst>
                <a:gd name="csX0" fmla="*/ 0 w 1090675"/>
                <a:gd name="csY0" fmla="*/ 0 h 63268"/>
                <a:gd name="csX1" fmla="*/ 1090676 w 1090675"/>
                <a:gd name="csY1" fmla="*/ 0 h 63268"/>
                <a:gd name="csX2" fmla="*/ 1090676 w 1090675"/>
                <a:gd name="csY2" fmla="*/ 63268 h 63268"/>
                <a:gd name="csX3" fmla="*/ 0 w 1090675"/>
                <a:gd name="csY3" fmla="*/ 63268 h 63268"/>
              </a:gdLst>
              <a:ahLst/>
              <a:cxnLst>
                <a:cxn ang="0">
                  <a:pos x="csX0" y="csY0"/>
                </a:cxn>
                <a:cxn ang="0">
                  <a:pos x="csX1" y="csY1"/>
                </a:cxn>
                <a:cxn ang="0">
                  <a:pos x="csX2" y="csY2"/>
                </a:cxn>
                <a:cxn ang="0">
                  <a:pos x="csX3" y="csY3"/>
                </a:cxn>
              </a:cxnLst>
              <a:rect l="l" t="t" r="r" b="b"/>
              <a:pathLst>
                <a:path w="1090675" h="63268">
                  <a:moveTo>
                    <a:pt x="0" y="0"/>
                  </a:moveTo>
                  <a:lnTo>
                    <a:pt x="1090676" y="0"/>
                  </a:lnTo>
                  <a:lnTo>
                    <a:pt x="1090676" y="63268"/>
                  </a:lnTo>
                  <a:lnTo>
                    <a:pt x="0" y="63268"/>
                  </a:lnTo>
                  <a:close/>
                </a:path>
              </a:pathLst>
            </a:custGeom>
            <a:solidFill>
              <a:srgbClr val="9BBCDC"/>
            </a:solidFill>
            <a:ln w="9525" cap="rnd">
              <a:noFill/>
              <a:prstDash val="solid"/>
              <a:round/>
            </a:ln>
          </p:spPr>
          <p:txBody>
            <a:bodyPr/>
            <a:lstStyle/>
            <a:p>
              <a:pPr algn="ctr"/>
              <a:endParaRPr lang="en-US" sz="1701"/>
            </a:p>
          </p:txBody>
        </p:sp>
      </p:grpSp>
      <p:grpSp>
        <p:nvGrpSpPr>
          <p:cNvPr id="1675" name="Group 1674">
            <a:extLst>
              <a:ext uri="{FF2B5EF4-FFF2-40B4-BE49-F238E27FC236}">
                <a16:creationId xmlns:a16="http://schemas.microsoft.com/office/drawing/2014/main" id="{D0F27883-5012-2871-2FAA-E7D2562AD2F5}"/>
              </a:ext>
            </a:extLst>
          </p:cNvPr>
          <p:cNvGrpSpPr/>
          <p:nvPr/>
        </p:nvGrpSpPr>
        <p:grpSpPr>
          <a:xfrm rot="5400000" flipH="1">
            <a:off x="1659601" y="604694"/>
            <a:ext cx="676021" cy="266872"/>
            <a:chOff x="621783" y="5032954"/>
            <a:chExt cx="2462542" cy="282432"/>
          </a:xfrm>
        </p:grpSpPr>
        <p:sp>
          <p:nvSpPr>
            <p:cNvPr id="1676" name="TextBox 1675">
              <a:extLst>
                <a:ext uri="{FF2B5EF4-FFF2-40B4-BE49-F238E27FC236}">
                  <a16:creationId xmlns:a16="http://schemas.microsoft.com/office/drawing/2014/main" id="{079527E1-430B-8313-B948-01C4C5E40D42}"/>
                </a:ext>
              </a:extLst>
            </p:cNvPr>
            <p:cNvSpPr txBox="1"/>
            <p:nvPr/>
          </p:nvSpPr>
          <p:spPr>
            <a:xfrm>
              <a:off x="621783" y="5032954"/>
              <a:ext cx="827538" cy="282428"/>
            </a:xfrm>
            <a:prstGeom prst="rect">
              <a:avLst/>
            </a:prstGeom>
            <a:noFill/>
          </p:spPr>
          <p:txBody>
            <a:bodyPr wrap="none" rtlCol="0">
              <a:spAutoFit/>
            </a:bodyPr>
            <a:lstStyle/>
            <a:p>
              <a:pPr algn="ctr"/>
              <a:r>
                <a:rPr lang="en-US" sz="1134" dirty="0">
                  <a:ln/>
                  <a:solidFill>
                    <a:srgbClr val="000000"/>
                  </a:solidFill>
                  <a:latin typeface="Arial"/>
                  <a:cs typeface="Arial"/>
                  <a:sym typeface="Arial"/>
                  <a:rtl val="0"/>
                </a:rPr>
                <a:t>M</a:t>
              </a:r>
            </a:p>
          </p:txBody>
        </p:sp>
        <p:sp>
          <p:nvSpPr>
            <p:cNvPr id="1677" name="TextBox 1676">
              <a:extLst>
                <a:ext uri="{FF2B5EF4-FFF2-40B4-BE49-F238E27FC236}">
                  <a16:creationId xmlns:a16="http://schemas.microsoft.com/office/drawing/2014/main" id="{B35C44DD-7AB2-3F96-6421-555DD243897E}"/>
                </a:ext>
              </a:extLst>
            </p:cNvPr>
            <p:cNvSpPr txBox="1"/>
            <p:nvPr/>
          </p:nvSpPr>
          <p:spPr>
            <a:xfrm>
              <a:off x="1572432" y="5032958"/>
              <a:ext cx="606805" cy="282428"/>
            </a:xfrm>
            <a:prstGeom prst="rect">
              <a:avLst/>
            </a:prstGeom>
            <a:noFill/>
          </p:spPr>
          <p:txBody>
            <a:bodyPr wrap="none" rtlCol="0">
              <a:spAutoFit/>
            </a:bodyPr>
            <a:lstStyle/>
            <a:p>
              <a:pPr algn="ctr"/>
              <a:r>
                <a:rPr lang="en-US" sz="1134">
                  <a:ln/>
                  <a:solidFill>
                    <a:srgbClr val="000000"/>
                  </a:solidFill>
                  <a:latin typeface="Arial"/>
                  <a:cs typeface="Arial"/>
                  <a:sym typeface="Arial"/>
                  <a:rtl val="0"/>
                </a:rPr>
                <a:t>I</a:t>
              </a:r>
            </a:p>
          </p:txBody>
        </p:sp>
        <p:sp>
          <p:nvSpPr>
            <p:cNvPr id="1678" name="TextBox 1677">
              <a:extLst>
                <a:ext uri="{FF2B5EF4-FFF2-40B4-BE49-F238E27FC236}">
                  <a16:creationId xmlns:a16="http://schemas.microsoft.com/office/drawing/2014/main" id="{EAE6BAA9-E02B-3536-0C77-005879F38CDE}"/>
                </a:ext>
              </a:extLst>
            </p:cNvPr>
            <p:cNvSpPr txBox="1"/>
            <p:nvPr/>
          </p:nvSpPr>
          <p:spPr>
            <a:xfrm>
              <a:off x="2347676" y="5032958"/>
              <a:ext cx="736649" cy="282428"/>
            </a:xfrm>
            <a:prstGeom prst="rect">
              <a:avLst/>
            </a:prstGeom>
            <a:noFill/>
          </p:spPr>
          <p:txBody>
            <a:bodyPr wrap="none" rtlCol="0">
              <a:spAutoFit/>
            </a:bodyPr>
            <a:lstStyle/>
            <a:p>
              <a:pPr algn="ctr"/>
              <a:r>
                <a:rPr lang="en-US" sz="1134">
                  <a:ln/>
                  <a:solidFill>
                    <a:srgbClr val="000000"/>
                  </a:solidFill>
                  <a:latin typeface="Arial"/>
                  <a:cs typeface="Arial"/>
                  <a:sym typeface="Arial"/>
                  <a:rtl val="0"/>
                </a:rPr>
                <a:t>F</a:t>
              </a:r>
            </a:p>
          </p:txBody>
        </p:sp>
      </p:grpSp>
      <p:grpSp>
        <p:nvGrpSpPr>
          <p:cNvPr id="1679" name="Group 1678">
            <a:extLst>
              <a:ext uri="{FF2B5EF4-FFF2-40B4-BE49-F238E27FC236}">
                <a16:creationId xmlns:a16="http://schemas.microsoft.com/office/drawing/2014/main" id="{BB474756-C169-9F41-FBBC-6B07EB634554}"/>
              </a:ext>
            </a:extLst>
          </p:cNvPr>
          <p:cNvGrpSpPr/>
          <p:nvPr/>
        </p:nvGrpSpPr>
        <p:grpSpPr>
          <a:xfrm>
            <a:off x="2040738" y="1153081"/>
            <a:ext cx="4465124" cy="957313"/>
            <a:chOff x="567251" y="3296137"/>
            <a:chExt cx="4469375" cy="957313"/>
          </a:xfrm>
        </p:grpSpPr>
        <p:sp>
          <p:nvSpPr>
            <p:cNvPr id="1680" name="TextBox 1679">
              <a:extLst>
                <a:ext uri="{FF2B5EF4-FFF2-40B4-BE49-F238E27FC236}">
                  <a16:creationId xmlns:a16="http://schemas.microsoft.com/office/drawing/2014/main" id="{E579AE45-C80C-1D35-AB83-56546DD6579F}"/>
                </a:ext>
              </a:extLst>
            </p:cNvPr>
            <p:cNvSpPr txBox="1"/>
            <p:nvPr/>
          </p:nvSpPr>
          <p:spPr>
            <a:xfrm rot="16200000">
              <a:off x="349242" y="3514146"/>
              <a:ext cx="659155" cy="223138"/>
            </a:xfrm>
            <a:prstGeom prst="rect">
              <a:avLst/>
            </a:prstGeom>
            <a:noFill/>
          </p:spPr>
          <p:txBody>
            <a:bodyPr wrap="none" rtlCol="0">
              <a:spAutoFit/>
            </a:bodyPr>
            <a:lstStyle/>
            <a:p>
              <a:r>
                <a:rPr lang="en-US" sz="850">
                  <a:ln/>
                  <a:solidFill>
                    <a:srgbClr val="000000"/>
                  </a:solidFill>
                  <a:latin typeface="Arial"/>
                  <a:cs typeface="Arial"/>
                  <a:sym typeface="Arial"/>
                  <a:rtl val="0"/>
                </a:rPr>
                <a:t>cyp19a1b</a:t>
              </a:r>
            </a:p>
          </p:txBody>
        </p:sp>
        <p:sp>
          <p:nvSpPr>
            <p:cNvPr id="1681" name="TextBox 1680">
              <a:extLst>
                <a:ext uri="{FF2B5EF4-FFF2-40B4-BE49-F238E27FC236}">
                  <a16:creationId xmlns:a16="http://schemas.microsoft.com/office/drawing/2014/main" id="{35EF1005-1765-CBEB-D05A-9FEF65E06C86}"/>
                </a:ext>
              </a:extLst>
            </p:cNvPr>
            <p:cNvSpPr txBox="1"/>
            <p:nvPr/>
          </p:nvSpPr>
          <p:spPr>
            <a:xfrm rot="16200000">
              <a:off x="466548" y="3495711"/>
              <a:ext cx="622286" cy="223138"/>
            </a:xfrm>
            <a:prstGeom prst="rect">
              <a:avLst/>
            </a:prstGeom>
            <a:noFill/>
          </p:spPr>
          <p:txBody>
            <a:bodyPr wrap="none" rtlCol="0">
              <a:spAutoFit/>
            </a:bodyPr>
            <a:lstStyle/>
            <a:p>
              <a:r>
                <a:rPr lang="en-US" sz="850">
                  <a:ln/>
                  <a:solidFill>
                    <a:srgbClr val="000000"/>
                  </a:solidFill>
                  <a:latin typeface="Arial"/>
                  <a:cs typeface="Arial"/>
                  <a:sym typeface="Arial"/>
                  <a:rtl val="0"/>
                </a:rPr>
                <a:t>nlrc3-like</a:t>
              </a:r>
            </a:p>
          </p:txBody>
        </p:sp>
        <p:sp>
          <p:nvSpPr>
            <p:cNvPr id="1682" name="TextBox 1681">
              <a:extLst>
                <a:ext uri="{FF2B5EF4-FFF2-40B4-BE49-F238E27FC236}">
                  <a16:creationId xmlns:a16="http://schemas.microsoft.com/office/drawing/2014/main" id="{DDF98B36-3DDC-4641-9EDD-7FBD307B6C6D}"/>
                </a:ext>
              </a:extLst>
            </p:cNvPr>
            <p:cNvSpPr txBox="1"/>
            <p:nvPr/>
          </p:nvSpPr>
          <p:spPr>
            <a:xfrm rot="16200000">
              <a:off x="595682" y="3465254"/>
              <a:ext cx="561372" cy="223138"/>
            </a:xfrm>
            <a:prstGeom prst="rect">
              <a:avLst/>
            </a:prstGeom>
            <a:noFill/>
          </p:spPr>
          <p:txBody>
            <a:bodyPr wrap="none" rtlCol="0">
              <a:spAutoFit/>
            </a:bodyPr>
            <a:lstStyle/>
            <a:p>
              <a:r>
                <a:rPr lang="en-US" sz="850">
                  <a:ln/>
                  <a:solidFill>
                    <a:srgbClr val="000000"/>
                  </a:solidFill>
                  <a:latin typeface="Arial"/>
                  <a:cs typeface="Arial"/>
                  <a:sym typeface="Arial"/>
                  <a:rtl val="0"/>
                </a:rPr>
                <a:t>mical2b</a:t>
              </a:r>
            </a:p>
          </p:txBody>
        </p:sp>
        <p:sp>
          <p:nvSpPr>
            <p:cNvPr id="1683" name="TextBox 1682">
              <a:extLst>
                <a:ext uri="{FF2B5EF4-FFF2-40B4-BE49-F238E27FC236}">
                  <a16:creationId xmlns:a16="http://schemas.microsoft.com/office/drawing/2014/main" id="{2D7A4D8E-ED1D-123F-F9D2-6A46DECC3A0E}"/>
                </a:ext>
              </a:extLst>
            </p:cNvPr>
            <p:cNvSpPr txBox="1"/>
            <p:nvPr/>
          </p:nvSpPr>
          <p:spPr>
            <a:xfrm rot="16200000">
              <a:off x="645467" y="3514146"/>
              <a:ext cx="659155" cy="223138"/>
            </a:xfrm>
            <a:prstGeom prst="rect">
              <a:avLst/>
            </a:prstGeom>
            <a:noFill/>
          </p:spPr>
          <p:txBody>
            <a:bodyPr wrap="none" rtlCol="0">
              <a:spAutoFit/>
            </a:bodyPr>
            <a:lstStyle/>
            <a:p>
              <a:r>
                <a:rPr lang="en-US" sz="850">
                  <a:ln/>
                  <a:solidFill>
                    <a:srgbClr val="000000"/>
                  </a:solidFill>
                  <a:latin typeface="Arial"/>
                  <a:cs typeface="Arial"/>
                  <a:sym typeface="Arial"/>
                  <a:rtl val="0"/>
                </a:rPr>
                <a:t>lrrc49-like</a:t>
              </a:r>
            </a:p>
          </p:txBody>
        </p:sp>
        <p:sp>
          <p:nvSpPr>
            <p:cNvPr id="1684" name="TextBox 1683">
              <a:extLst>
                <a:ext uri="{FF2B5EF4-FFF2-40B4-BE49-F238E27FC236}">
                  <a16:creationId xmlns:a16="http://schemas.microsoft.com/office/drawing/2014/main" id="{86FE079F-47D0-39B8-6CFC-79ECFA97A87D}"/>
                </a:ext>
              </a:extLst>
            </p:cNvPr>
            <p:cNvSpPr txBox="1"/>
            <p:nvPr/>
          </p:nvSpPr>
          <p:spPr>
            <a:xfrm rot="16200000">
              <a:off x="850940" y="3407546"/>
              <a:ext cx="445956" cy="223138"/>
            </a:xfrm>
            <a:prstGeom prst="rect">
              <a:avLst/>
            </a:prstGeom>
            <a:noFill/>
          </p:spPr>
          <p:txBody>
            <a:bodyPr wrap="none" rtlCol="0">
              <a:spAutoFit/>
            </a:bodyPr>
            <a:lstStyle/>
            <a:p>
              <a:r>
                <a:rPr lang="en-US" sz="850">
                  <a:ln/>
                  <a:solidFill>
                    <a:srgbClr val="000000"/>
                  </a:solidFill>
                  <a:latin typeface="Arial"/>
                  <a:cs typeface="Arial"/>
                  <a:sym typeface="Arial"/>
                  <a:rtl val="0"/>
                </a:rPr>
                <a:t>lhfpl3</a:t>
              </a:r>
            </a:p>
          </p:txBody>
        </p:sp>
        <p:sp>
          <p:nvSpPr>
            <p:cNvPr id="1685" name="TextBox 1684">
              <a:extLst>
                <a:ext uri="{FF2B5EF4-FFF2-40B4-BE49-F238E27FC236}">
                  <a16:creationId xmlns:a16="http://schemas.microsoft.com/office/drawing/2014/main" id="{B74E0E8E-CEAA-2991-CE04-1BD574B51D25}"/>
                </a:ext>
              </a:extLst>
            </p:cNvPr>
            <p:cNvSpPr txBox="1"/>
            <p:nvPr/>
          </p:nvSpPr>
          <p:spPr>
            <a:xfrm rot="16200000">
              <a:off x="898294" y="3468460"/>
              <a:ext cx="567783" cy="223138"/>
            </a:xfrm>
            <a:prstGeom prst="rect">
              <a:avLst/>
            </a:prstGeom>
            <a:noFill/>
          </p:spPr>
          <p:txBody>
            <a:bodyPr wrap="none" rtlCol="0">
              <a:spAutoFit/>
            </a:bodyPr>
            <a:lstStyle/>
            <a:p>
              <a:r>
                <a:rPr lang="en-US" sz="850" dirty="0">
                  <a:ln/>
                  <a:solidFill>
                    <a:srgbClr val="000000"/>
                  </a:solidFill>
                  <a:latin typeface="Arial"/>
                  <a:cs typeface="Arial"/>
                  <a:sym typeface="Arial"/>
                  <a:rtl val="0"/>
                </a:rPr>
                <a:t>nkx2.2a</a:t>
              </a:r>
            </a:p>
          </p:txBody>
        </p:sp>
        <p:sp>
          <p:nvSpPr>
            <p:cNvPr id="1686" name="TextBox 1685">
              <a:extLst>
                <a:ext uri="{FF2B5EF4-FFF2-40B4-BE49-F238E27FC236}">
                  <a16:creationId xmlns:a16="http://schemas.microsoft.com/office/drawing/2014/main" id="{1689E9C8-D093-B120-63AC-944A9F164AF3}"/>
                </a:ext>
              </a:extLst>
            </p:cNvPr>
            <p:cNvSpPr txBox="1"/>
            <p:nvPr/>
          </p:nvSpPr>
          <p:spPr>
            <a:xfrm rot="16200000">
              <a:off x="978563" y="3477277"/>
              <a:ext cx="585417" cy="223138"/>
            </a:xfrm>
            <a:prstGeom prst="rect">
              <a:avLst/>
            </a:prstGeom>
            <a:noFill/>
          </p:spPr>
          <p:txBody>
            <a:bodyPr wrap="none" rtlCol="0">
              <a:spAutoFit/>
            </a:bodyPr>
            <a:lstStyle/>
            <a:p>
              <a:r>
                <a:rPr lang="en-US" sz="850">
                  <a:ln/>
                  <a:solidFill>
                    <a:srgbClr val="000000"/>
                  </a:solidFill>
                  <a:latin typeface="Arial"/>
                  <a:cs typeface="Arial"/>
                  <a:sym typeface="Arial"/>
                  <a:rtl val="0"/>
                </a:rPr>
                <a:t>gjc1-like</a:t>
              </a:r>
            </a:p>
          </p:txBody>
        </p:sp>
        <p:sp>
          <p:nvSpPr>
            <p:cNvPr id="1687" name="TextBox 1686">
              <a:extLst>
                <a:ext uri="{FF2B5EF4-FFF2-40B4-BE49-F238E27FC236}">
                  <a16:creationId xmlns:a16="http://schemas.microsoft.com/office/drawing/2014/main" id="{1885BD9A-0FF2-6600-BE02-17777FC9AB23}"/>
                </a:ext>
              </a:extLst>
            </p:cNvPr>
            <p:cNvSpPr txBox="1"/>
            <p:nvPr/>
          </p:nvSpPr>
          <p:spPr>
            <a:xfrm rot="16200000">
              <a:off x="891489" y="3663225"/>
              <a:ext cx="957313" cy="223138"/>
            </a:xfrm>
            <a:prstGeom prst="rect">
              <a:avLst/>
            </a:prstGeom>
            <a:noFill/>
          </p:spPr>
          <p:txBody>
            <a:bodyPr wrap="none" rtlCol="0">
              <a:spAutoFit/>
            </a:bodyPr>
            <a:lstStyle/>
            <a:p>
              <a:r>
                <a:rPr lang="en-US" sz="850">
                  <a:ln/>
                  <a:solidFill>
                    <a:srgbClr val="000000"/>
                  </a:solidFill>
                  <a:latin typeface="Arial"/>
                  <a:cs typeface="Arial"/>
                  <a:sym typeface="Arial"/>
                  <a:rtl val="0"/>
                </a:rPr>
                <a:t>LOC129348729</a:t>
              </a:r>
            </a:p>
          </p:txBody>
        </p:sp>
        <p:sp>
          <p:nvSpPr>
            <p:cNvPr id="1688" name="TextBox 1687">
              <a:extLst>
                <a:ext uri="{FF2B5EF4-FFF2-40B4-BE49-F238E27FC236}">
                  <a16:creationId xmlns:a16="http://schemas.microsoft.com/office/drawing/2014/main" id="{84073904-507F-2B83-C909-D91D17103492}"/>
                </a:ext>
              </a:extLst>
            </p:cNvPr>
            <p:cNvSpPr txBox="1"/>
            <p:nvPr/>
          </p:nvSpPr>
          <p:spPr>
            <a:xfrm rot="16200000">
              <a:off x="990165" y="3663225"/>
              <a:ext cx="957313" cy="223138"/>
            </a:xfrm>
            <a:prstGeom prst="rect">
              <a:avLst/>
            </a:prstGeom>
            <a:noFill/>
          </p:spPr>
          <p:txBody>
            <a:bodyPr wrap="none" rtlCol="0">
              <a:spAutoFit/>
            </a:bodyPr>
            <a:lstStyle/>
            <a:p>
              <a:r>
                <a:rPr lang="en-US" sz="850" dirty="0">
                  <a:ln/>
                  <a:solidFill>
                    <a:srgbClr val="000000"/>
                  </a:solidFill>
                  <a:latin typeface="Arial"/>
                  <a:cs typeface="Arial"/>
                  <a:sym typeface="Arial"/>
                  <a:rtl val="0"/>
                </a:rPr>
                <a:t>LOC129348282</a:t>
              </a:r>
            </a:p>
          </p:txBody>
        </p:sp>
        <p:sp>
          <p:nvSpPr>
            <p:cNvPr id="1689" name="TextBox 1688">
              <a:extLst>
                <a:ext uri="{FF2B5EF4-FFF2-40B4-BE49-F238E27FC236}">
                  <a16:creationId xmlns:a16="http://schemas.microsoft.com/office/drawing/2014/main" id="{D1A3E644-2430-CCE9-2600-28F99F399948}"/>
                </a:ext>
              </a:extLst>
            </p:cNvPr>
            <p:cNvSpPr txBox="1"/>
            <p:nvPr/>
          </p:nvSpPr>
          <p:spPr>
            <a:xfrm rot="16200000">
              <a:off x="1329488" y="3422774"/>
              <a:ext cx="476412" cy="223138"/>
            </a:xfrm>
            <a:prstGeom prst="rect">
              <a:avLst/>
            </a:prstGeom>
            <a:noFill/>
          </p:spPr>
          <p:txBody>
            <a:bodyPr wrap="none" rtlCol="0">
              <a:spAutoFit/>
            </a:bodyPr>
            <a:lstStyle/>
            <a:p>
              <a:r>
                <a:rPr lang="en-US" sz="850">
                  <a:ln/>
                  <a:solidFill>
                    <a:srgbClr val="000000"/>
                  </a:solidFill>
                  <a:latin typeface="Arial"/>
                  <a:cs typeface="Arial"/>
                  <a:sym typeface="Arial"/>
                  <a:rtl val="0"/>
                </a:rPr>
                <a:t>pcnx4</a:t>
              </a:r>
            </a:p>
          </p:txBody>
        </p:sp>
        <p:sp>
          <p:nvSpPr>
            <p:cNvPr id="1690" name="TextBox 1689">
              <a:extLst>
                <a:ext uri="{FF2B5EF4-FFF2-40B4-BE49-F238E27FC236}">
                  <a16:creationId xmlns:a16="http://schemas.microsoft.com/office/drawing/2014/main" id="{11247CFF-A454-28FE-201A-ABC573841EAC}"/>
                </a:ext>
              </a:extLst>
            </p:cNvPr>
            <p:cNvSpPr txBox="1"/>
            <p:nvPr/>
          </p:nvSpPr>
          <p:spPr>
            <a:xfrm rot="16200000">
              <a:off x="1466881" y="3392317"/>
              <a:ext cx="415498" cy="223138"/>
            </a:xfrm>
            <a:prstGeom prst="rect">
              <a:avLst/>
            </a:prstGeom>
            <a:noFill/>
          </p:spPr>
          <p:txBody>
            <a:bodyPr wrap="none" rtlCol="0">
              <a:spAutoFit/>
            </a:bodyPr>
            <a:lstStyle/>
            <a:p>
              <a:r>
                <a:rPr lang="en-US" sz="850">
                  <a:ln/>
                  <a:solidFill>
                    <a:srgbClr val="000000"/>
                  </a:solidFill>
                  <a:latin typeface="Arial"/>
                  <a:cs typeface="Arial"/>
                  <a:sym typeface="Arial"/>
                  <a:rtl val="0"/>
                </a:rPr>
                <a:t>sox6</a:t>
              </a:r>
            </a:p>
          </p:txBody>
        </p:sp>
        <p:sp>
          <p:nvSpPr>
            <p:cNvPr id="1691" name="TextBox 1690">
              <a:extLst>
                <a:ext uri="{FF2B5EF4-FFF2-40B4-BE49-F238E27FC236}">
                  <a16:creationId xmlns:a16="http://schemas.microsoft.com/office/drawing/2014/main" id="{AEB4B89B-8BFC-EA8E-DF32-5C25BA0CC582}"/>
                </a:ext>
              </a:extLst>
            </p:cNvPr>
            <p:cNvSpPr txBox="1"/>
            <p:nvPr/>
          </p:nvSpPr>
          <p:spPr>
            <a:xfrm rot="16200000">
              <a:off x="1550888" y="3398729"/>
              <a:ext cx="428322" cy="223138"/>
            </a:xfrm>
            <a:prstGeom prst="rect">
              <a:avLst/>
            </a:prstGeom>
            <a:noFill/>
          </p:spPr>
          <p:txBody>
            <a:bodyPr wrap="none" rtlCol="0">
              <a:spAutoFit/>
            </a:bodyPr>
            <a:lstStyle/>
            <a:p>
              <a:r>
                <a:rPr lang="en-US" sz="850">
                  <a:ln/>
                  <a:solidFill>
                    <a:srgbClr val="000000"/>
                  </a:solidFill>
                  <a:latin typeface="Arial"/>
                  <a:cs typeface="Arial"/>
                  <a:sym typeface="Arial"/>
                  <a:rtl val="0"/>
                </a:rPr>
                <a:t>rpl24</a:t>
              </a:r>
            </a:p>
          </p:txBody>
        </p:sp>
        <p:sp>
          <p:nvSpPr>
            <p:cNvPr id="1692" name="TextBox 1691">
              <a:extLst>
                <a:ext uri="{FF2B5EF4-FFF2-40B4-BE49-F238E27FC236}">
                  <a16:creationId xmlns:a16="http://schemas.microsoft.com/office/drawing/2014/main" id="{7282A00C-8136-E2C4-420E-D436A797DD34}"/>
                </a:ext>
              </a:extLst>
            </p:cNvPr>
            <p:cNvSpPr txBox="1"/>
            <p:nvPr/>
          </p:nvSpPr>
          <p:spPr>
            <a:xfrm rot="16200000">
              <a:off x="1595258" y="3453232"/>
              <a:ext cx="537327" cy="223138"/>
            </a:xfrm>
            <a:prstGeom prst="rect">
              <a:avLst/>
            </a:prstGeom>
            <a:noFill/>
          </p:spPr>
          <p:txBody>
            <a:bodyPr wrap="none" rtlCol="0">
              <a:spAutoFit/>
            </a:bodyPr>
            <a:lstStyle/>
            <a:p>
              <a:r>
                <a:rPr lang="en-US" sz="850">
                  <a:ln/>
                  <a:solidFill>
                    <a:srgbClr val="000000"/>
                  </a:solidFill>
                  <a:latin typeface="Arial"/>
                  <a:cs typeface="Arial"/>
                  <a:sym typeface="Arial"/>
                  <a:rtl val="0"/>
                </a:rPr>
                <a:t>kcnh6a</a:t>
              </a:r>
            </a:p>
          </p:txBody>
        </p:sp>
        <p:sp>
          <p:nvSpPr>
            <p:cNvPr id="1693" name="TextBox 1692">
              <a:extLst>
                <a:ext uri="{FF2B5EF4-FFF2-40B4-BE49-F238E27FC236}">
                  <a16:creationId xmlns:a16="http://schemas.microsoft.com/office/drawing/2014/main" id="{9F12F071-5486-1329-55BC-8B56041DCB6D}"/>
                </a:ext>
              </a:extLst>
            </p:cNvPr>
            <p:cNvSpPr txBox="1"/>
            <p:nvPr/>
          </p:nvSpPr>
          <p:spPr>
            <a:xfrm rot="16200000">
              <a:off x="1748438" y="3398729"/>
              <a:ext cx="428322" cy="223138"/>
            </a:xfrm>
            <a:prstGeom prst="rect">
              <a:avLst/>
            </a:prstGeom>
            <a:noFill/>
          </p:spPr>
          <p:txBody>
            <a:bodyPr wrap="none" rtlCol="0">
              <a:spAutoFit/>
            </a:bodyPr>
            <a:lstStyle/>
            <a:p>
              <a:r>
                <a:rPr lang="en-US" sz="850">
                  <a:ln/>
                  <a:solidFill>
                    <a:srgbClr val="000000"/>
                  </a:solidFill>
                  <a:latin typeface="Arial"/>
                  <a:cs typeface="Arial"/>
                  <a:sym typeface="Arial"/>
                  <a:rtl val="0"/>
                </a:rPr>
                <a:t>tap2t</a:t>
              </a:r>
            </a:p>
          </p:txBody>
        </p:sp>
        <p:sp>
          <p:nvSpPr>
            <p:cNvPr id="1694" name="TextBox 1693">
              <a:extLst>
                <a:ext uri="{FF2B5EF4-FFF2-40B4-BE49-F238E27FC236}">
                  <a16:creationId xmlns:a16="http://schemas.microsoft.com/office/drawing/2014/main" id="{68E8586D-92B2-AADB-A43B-C48C52515CB3}"/>
                </a:ext>
              </a:extLst>
            </p:cNvPr>
            <p:cNvSpPr txBox="1"/>
            <p:nvPr/>
          </p:nvSpPr>
          <p:spPr>
            <a:xfrm rot="16200000">
              <a:off x="1698033" y="3547809"/>
              <a:ext cx="726481" cy="223138"/>
            </a:xfrm>
            <a:prstGeom prst="rect">
              <a:avLst/>
            </a:prstGeom>
            <a:noFill/>
          </p:spPr>
          <p:txBody>
            <a:bodyPr wrap="none" rtlCol="0">
              <a:spAutoFit/>
            </a:bodyPr>
            <a:lstStyle/>
            <a:p>
              <a:r>
                <a:rPr lang="en-US" sz="850">
                  <a:ln/>
                  <a:solidFill>
                    <a:srgbClr val="000000"/>
                  </a:solidFill>
                  <a:latin typeface="Arial"/>
                  <a:cs typeface="Arial"/>
                  <a:sym typeface="Arial"/>
                  <a:rtl val="0"/>
                </a:rPr>
                <a:t>pp1r37-like</a:t>
              </a:r>
            </a:p>
          </p:txBody>
        </p:sp>
        <p:sp>
          <p:nvSpPr>
            <p:cNvPr id="1695" name="TextBox 1694">
              <a:extLst>
                <a:ext uri="{FF2B5EF4-FFF2-40B4-BE49-F238E27FC236}">
                  <a16:creationId xmlns:a16="http://schemas.microsoft.com/office/drawing/2014/main" id="{4842B65C-FFFF-76CB-B8FA-678970CD0FEE}"/>
                </a:ext>
              </a:extLst>
            </p:cNvPr>
            <p:cNvSpPr txBox="1"/>
            <p:nvPr/>
          </p:nvSpPr>
          <p:spPr>
            <a:xfrm rot="16200000">
              <a:off x="1940891" y="3410753"/>
              <a:ext cx="452368" cy="223138"/>
            </a:xfrm>
            <a:prstGeom prst="rect">
              <a:avLst/>
            </a:prstGeom>
            <a:noFill/>
          </p:spPr>
          <p:txBody>
            <a:bodyPr wrap="none" rtlCol="0">
              <a:spAutoFit/>
            </a:bodyPr>
            <a:lstStyle/>
            <a:p>
              <a:r>
                <a:rPr lang="en-US" sz="850">
                  <a:ln/>
                  <a:solidFill>
                    <a:srgbClr val="000000"/>
                  </a:solidFill>
                  <a:latin typeface="Arial"/>
                  <a:cs typeface="Arial"/>
                  <a:sym typeface="Arial"/>
                  <a:rtl val="0"/>
                </a:rPr>
                <a:t>foxp2</a:t>
              </a:r>
            </a:p>
          </p:txBody>
        </p:sp>
        <p:sp>
          <p:nvSpPr>
            <p:cNvPr id="1696" name="TextBox 1695">
              <a:extLst>
                <a:ext uri="{FF2B5EF4-FFF2-40B4-BE49-F238E27FC236}">
                  <a16:creationId xmlns:a16="http://schemas.microsoft.com/office/drawing/2014/main" id="{4DE0E476-DB97-4B2B-DEFB-37117A33F2E2}"/>
                </a:ext>
              </a:extLst>
            </p:cNvPr>
            <p:cNvSpPr txBox="1"/>
            <p:nvPr/>
          </p:nvSpPr>
          <p:spPr>
            <a:xfrm rot="16200000">
              <a:off x="1990160" y="3453232"/>
              <a:ext cx="537327" cy="223138"/>
            </a:xfrm>
            <a:prstGeom prst="rect">
              <a:avLst/>
            </a:prstGeom>
            <a:noFill/>
          </p:spPr>
          <p:txBody>
            <a:bodyPr wrap="none" rtlCol="0">
              <a:spAutoFit/>
            </a:bodyPr>
            <a:lstStyle/>
            <a:p>
              <a:r>
                <a:rPr lang="en-US" sz="850">
                  <a:ln/>
                  <a:solidFill>
                    <a:srgbClr val="000000"/>
                  </a:solidFill>
                  <a:latin typeface="Arial"/>
                  <a:cs typeface="Arial"/>
                  <a:sym typeface="Arial"/>
                  <a:rtl val="0"/>
                </a:rPr>
                <a:t>immp2l</a:t>
              </a:r>
            </a:p>
          </p:txBody>
        </p:sp>
        <p:sp>
          <p:nvSpPr>
            <p:cNvPr id="1697" name="TextBox 1696">
              <a:extLst>
                <a:ext uri="{FF2B5EF4-FFF2-40B4-BE49-F238E27FC236}">
                  <a16:creationId xmlns:a16="http://schemas.microsoft.com/office/drawing/2014/main" id="{68008212-83F4-5029-6FF7-D5C29A95E0F7}"/>
                </a:ext>
              </a:extLst>
            </p:cNvPr>
            <p:cNvSpPr txBox="1"/>
            <p:nvPr/>
          </p:nvSpPr>
          <p:spPr>
            <a:xfrm rot="16200000">
              <a:off x="1948771" y="3593495"/>
              <a:ext cx="817853" cy="223138"/>
            </a:xfrm>
            <a:prstGeom prst="rect">
              <a:avLst/>
            </a:prstGeom>
            <a:noFill/>
          </p:spPr>
          <p:txBody>
            <a:bodyPr wrap="none" rtlCol="0">
              <a:spAutoFit/>
            </a:bodyPr>
            <a:lstStyle/>
            <a:p>
              <a:r>
                <a:rPr lang="en-US" sz="850">
                  <a:ln/>
                  <a:solidFill>
                    <a:srgbClr val="000000"/>
                  </a:solidFill>
                  <a:latin typeface="Arial"/>
                  <a:cs typeface="Arial"/>
                  <a:sym typeface="Arial"/>
                  <a:rtl val="0"/>
                </a:rPr>
                <a:t>arhgef28-like</a:t>
              </a:r>
            </a:p>
          </p:txBody>
        </p:sp>
        <p:sp>
          <p:nvSpPr>
            <p:cNvPr id="1698" name="TextBox 1697">
              <a:extLst>
                <a:ext uri="{FF2B5EF4-FFF2-40B4-BE49-F238E27FC236}">
                  <a16:creationId xmlns:a16="http://schemas.microsoft.com/office/drawing/2014/main" id="{E026EF36-FF92-0581-57A5-2364DA4FD2B4}"/>
                </a:ext>
              </a:extLst>
            </p:cNvPr>
            <p:cNvSpPr txBox="1"/>
            <p:nvPr/>
          </p:nvSpPr>
          <p:spPr>
            <a:xfrm rot="16200000">
              <a:off x="2130002" y="3510940"/>
              <a:ext cx="652743" cy="223138"/>
            </a:xfrm>
            <a:prstGeom prst="rect">
              <a:avLst/>
            </a:prstGeom>
            <a:noFill/>
          </p:spPr>
          <p:txBody>
            <a:bodyPr wrap="none" rtlCol="0">
              <a:spAutoFit/>
            </a:bodyPr>
            <a:lstStyle/>
            <a:p>
              <a:r>
                <a:rPr lang="en-US" sz="850">
                  <a:ln/>
                  <a:solidFill>
                    <a:srgbClr val="000000"/>
                  </a:solidFill>
                  <a:latin typeface="Arial"/>
                  <a:cs typeface="Arial"/>
                  <a:sym typeface="Arial"/>
                  <a:rtl val="0"/>
                </a:rPr>
                <a:t>fmnl1-like</a:t>
              </a:r>
            </a:p>
          </p:txBody>
        </p:sp>
        <p:sp>
          <p:nvSpPr>
            <p:cNvPr id="1699" name="TextBox 1698">
              <a:extLst>
                <a:ext uri="{FF2B5EF4-FFF2-40B4-BE49-F238E27FC236}">
                  <a16:creationId xmlns:a16="http://schemas.microsoft.com/office/drawing/2014/main" id="{FF2EF10C-D3D0-E65E-B41D-2F2613D95609}"/>
                </a:ext>
              </a:extLst>
            </p:cNvPr>
            <p:cNvSpPr txBox="1"/>
            <p:nvPr/>
          </p:nvSpPr>
          <p:spPr>
            <a:xfrm rot="16200000">
              <a:off x="2179786" y="3559832"/>
              <a:ext cx="750526" cy="223138"/>
            </a:xfrm>
            <a:prstGeom prst="rect">
              <a:avLst/>
            </a:prstGeom>
            <a:noFill/>
          </p:spPr>
          <p:txBody>
            <a:bodyPr wrap="none" rtlCol="0">
              <a:spAutoFit/>
            </a:bodyPr>
            <a:lstStyle/>
            <a:p>
              <a:r>
                <a:rPr lang="en-US" sz="850">
                  <a:ln/>
                  <a:solidFill>
                    <a:srgbClr val="000000"/>
                  </a:solidFill>
                  <a:latin typeface="Arial"/>
                  <a:cs typeface="Arial"/>
                  <a:sym typeface="Arial"/>
                  <a:rtl val="0"/>
                </a:rPr>
                <a:t>zgc:113263</a:t>
              </a:r>
            </a:p>
          </p:txBody>
        </p:sp>
        <p:sp>
          <p:nvSpPr>
            <p:cNvPr id="1700" name="TextBox 1699">
              <a:extLst>
                <a:ext uri="{FF2B5EF4-FFF2-40B4-BE49-F238E27FC236}">
                  <a16:creationId xmlns:a16="http://schemas.microsoft.com/office/drawing/2014/main" id="{0C8F1CDB-ED41-DB64-E51C-CA991E321EC9}"/>
                </a:ext>
              </a:extLst>
            </p:cNvPr>
            <p:cNvSpPr txBox="1"/>
            <p:nvPr/>
          </p:nvSpPr>
          <p:spPr>
            <a:xfrm rot="16200000">
              <a:off x="2336368" y="3502124"/>
              <a:ext cx="635110" cy="223138"/>
            </a:xfrm>
            <a:prstGeom prst="rect">
              <a:avLst/>
            </a:prstGeom>
            <a:noFill/>
          </p:spPr>
          <p:txBody>
            <a:bodyPr wrap="none" rtlCol="0">
              <a:spAutoFit/>
            </a:bodyPr>
            <a:lstStyle/>
            <a:p>
              <a:r>
                <a:rPr lang="en-US" sz="850">
                  <a:ln/>
                  <a:solidFill>
                    <a:srgbClr val="000000"/>
                  </a:solidFill>
                  <a:latin typeface="Arial"/>
                  <a:cs typeface="Arial"/>
                  <a:sym typeface="Arial"/>
                  <a:rtl val="0"/>
                </a:rPr>
                <a:t>sema3ab</a:t>
              </a:r>
            </a:p>
          </p:txBody>
        </p:sp>
        <p:sp>
          <p:nvSpPr>
            <p:cNvPr id="1701" name="TextBox 1700">
              <a:extLst>
                <a:ext uri="{FF2B5EF4-FFF2-40B4-BE49-F238E27FC236}">
                  <a16:creationId xmlns:a16="http://schemas.microsoft.com/office/drawing/2014/main" id="{FE6E9F39-D809-57CE-6F12-E518A990A943}"/>
                </a:ext>
              </a:extLst>
            </p:cNvPr>
            <p:cNvSpPr txBox="1"/>
            <p:nvPr/>
          </p:nvSpPr>
          <p:spPr>
            <a:xfrm rot="16200000">
              <a:off x="2273944" y="3663225"/>
              <a:ext cx="957313" cy="223138"/>
            </a:xfrm>
            <a:prstGeom prst="rect">
              <a:avLst/>
            </a:prstGeom>
            <a:noFill/>
          </p:spPr>
          <p:txBody>
            <a:bodyPr wrap="none" rtlCol="0">
              <a:spAutoFit/>
            </a:bodyPr>
            <a:lstStyle/>
            <a:p>
              <a:r>
                <a:rPr lang="en-US" sz="850">
                  <a:ln/>
                  <a:solidFill>
                    <a:srgbClr val="000000"/>
                  </a:solidFill>
                  <a:latin typeface="Arial"/>
                  <a:cs typeface="Arial"/>
                  <a:sym typeface="Arial"/>
                  <a:rtl val="0"/>
                </a:rPr>
                <a:t>LOC111583974</a:t>
              </a:r>
            </a:p>
          </p:txBody>
        </p:sp>
        <p:sp>
          <p:nvSpPr>
            <p:cNvPr id="1702" name="TextBox 1701">
              <a:extLst>
                <a:ext uri="{FF2B5EF4-FFF2-40B4-BE49-F238E27FC236}">
                  <a16:creationId xmlns:a16="http://schemas.microsoft.com/office/drawing/2014/main" id="{0039261B-E830-C861-D76F-E88EFB052BA0}"/>
                </a:ext>
              </a:extLst>
            </p:cNvPr>
            <p:cNvSpPr txBox="1"/>
            <p:nvPr/>
          </p:nvSpPr>
          <p:spPr>
            <a:xfrm rot="16200000">
              <a:off x="2552354" y="3483689"/>
              <a:ext cx="598241" cy="223138"/>
            </a:xfrm>
            <a:prstGeom prst="rect">
              <a:avLst/>
            </a:prstGeom>
            <a:noFill/>
          </p:spPr>
          <p:txBody>
            <a:bodyPr wrap="none" rtlCol="0">
              <a:spAutoFit/>
            </a:bodyPr>
            <a:lstStyle/>
            <a:p>
              <a:r>
                <a:rPr lang="en-US" sz="850">
                  <a:ln/>
                  <a:solidFill>
                    <a:srgbClr val="000000"/>
                  </a:solidFill>
                  <a:latin typeface="Arial"/>
                  <a:cs typeface="Arial"/>
                  <a:sym typeface="Arial"/>
                  <a:rtl val="0"/>
                </a:rPr>
                <a:t>il1rapl1a</a:t>
              </a:r>
            </a:p>
          </p:txBody>
        </p:sp>
        <p:sp>
          <p:nvSpPr>
            <p:cNvPr id="1703" name="TextBox 1702">
              <a:extLst>
                <a:ext uri="{FF2B5EF4-FFF2-40B4-BE49-F238E27FC236}">
                  <a16:creationId xmlns:a16="http://schemas.microsoft.com/office/drawing/2014/main" id="{D1307A7C-99CF-D1F3-0F67-CCD9BDACDC08}"/>
                </a:ext>
              </a:extLst>
            </p:cNvPr>
            <p:cNvSpPr txBox="1"/>
            <p:nvPr/>
          </p:nvSpPr>
          <p:spPr>
            <a:xfrm rot="16200000">
              <a:off x="2705531" y="3429187"/>
              <a:ext cx="489236" cy="223138"/>
            </a:xfrm>
            <a:prstGeom prst="rect">
              <a:avLst/>
            </a:prstGeom>
            <a:noFill/>
          </p:spPr>
          <p:txBody>
            <a:bodyPr wrap="none" rtlCol="0">
              <a:spAutoFit/>
            </a:bodyPr>
            <a:lstStyle/>
            <a:p>
              <a:r>
                <a:rPr lang="en-US" sz="850">
                  <a:ln/>
                  <a:solidFill>
                    <a:srgbClr val="000000"/>
                  </a:solidFill>
                  <a:latin typeface="Arial"/>
                  <a:cs typeface="Arial"/>
                  <a:sym typeface="Arial"/>
                  <a:rtl val="0"/>
                </a:rPr>
                <a:t>fgfbp3</a:t>
              </a:r>
            </a:p>
          </p:txBody>
        </p:sp>
        <p:sp>
          <p:nvSpPr>
            <p:cNvPr id="1704" name="TextBox 1703">
              <a:extLst>
                <a:ext uri="{FF2B5EF4-FFF2-40B4-BE49-F238E27FC236}">
                  <a16:creationId xmlns:a16="http://schemas.microsoft.com/office/drawing/2014/main" id="{9D3C5E28-3F3F-CB3C-73E1-417A851EB9F1}"/>
                </a:ext>
              </a:extLst>
            </p:cNvPr>
            <p:cNvSpPr txBox="1"/>
            <p:nvPr/>
          </p:nvSpPr>
          <p:spPr>
            <a:xfrm rot="16200000">
              <a:off x="2825847" y="3407547"/>
              <a:ext cx="445956" cy="223138"/>
            </a:xfrm>
            <a:prstGeom prst="rect">
              <a:avLst/>
            </a:prstGeom>
            <a:noFill/>
          </p:spPr>
          <p:txBody>
            <a:bodyPr wrap="none" rtlCol="0">
              <a:spAutoFit/>
            </a:bodyPr>
            <a:lstStyle/>
            <a:p>
              <a:r>
                <a:rPr lang="en-US" sz="850" dirty="0">
                  <a:ln/>
                  <a:solidFill>
                    <a:srgbClr val="000000"/>
                  </a:solidFill>
                  <a:latin typeface="Arial"/>
                  <a:cs typeface="Arial"/>
                  <a:sym typeface="Arial"/>
                  <a:rtl val="0"/>
                </a:rPr>
                <a:t>plce1</a:t>
              </a:r>
            </a:p>
          </p:txBody>
        </p:sp>
        <p:sp>
          <p:nvSpPr>
            <p:cNvPr id="1705" name="TextBox 1704">
              <a:extLst>
                <a:ext uri="{FF2B5EF4-FFF2-40B4-BE49-F238E27FC236}">
                  <a16:creationId xmlns:a16="http://schemas.microsoft.com/office/drawing/2014/main" id="{59F47F9E-EA84-12FA-600B-66B3FAAAD667}"/>
                </a:ext>
              </a:extLst>
            </p:cNvPr>
            <p:cNvSpPr txBox="1"/>
            <p:nvPr/>
          </p:nvSpPr>
          <p:spPr>
            <a:xfrm rot="16200000">
              <a:off x="2867013" y="3465255"/>
              <a:ext cx="561372" cy="223138"/>
            </a:xfrm>
            <a:prstGeom prst="rect">
              <a:avLst/>
            </a:prstGeom>
            <a:noFill/>
          </p:spPr>
          <p:txBody>
            <a:bodyPr wrap="none" rtlCol="0">
              <a:spAutoFit/>
            </a:bodyPr>
            <a:lstStyle/>
            <a:p>
              <a:r>
                <a:rPr lang="en-US" sz="850">
                  <a:ln/>
                  <a:solidFill>
                    <a:srgbClr val="000000"/>
                  </a:solidFill>
                  <a:latin typeface="Arial"/>
                  <a:cs typeface="Arial"/>
                  <a:sym typeface="Arial"/>
                  <a:rtl val="0"/>
                </a:rPr>
                <a:t>slc44a2</a:t>
              </a:r>
            </a:p>
          </p:txBody>
        </p:sp>
        <p:sp>
          <p:nvSpPr>
            <p:cNvPr id="1706" name="TextBox 1705">
              <a:extLst>
                <a:ext uri="{FF2B5EF4-FFF2-40B4-BE49-F238E27FC236}">
                  <a16:creationId xmlns:a16="http://schemas.microsoft.com/office/drawing/2014/main" id="{32C642D3-B4BB-4BA7-20A9-82F1B2140E62}"/>
                </a:ext>
              </a:extLst>
            </p:cNvPr>
            <p:cNvSpPr txBox="1"/>
            <p:nvPr/>
          </p:nvSpPr>
          <p:spPr>
            <a:xfrm rot="16200000">
              <a:off x="2996146" y="3434798"/>
              <a:ext cx="500458" cy="223138"/>
            </a:xfrm>
            <a:prstGeom prst="rect">
              <a:avLst/>
            </a:prstGeom>
            <a:noFill/>
          </p:spPr>
          <p:txBody>
            <a:bodyPr wrap="none" rtlCol="0">
              <a:spAutoFit/>
            </a:bodyPr>
            <a:lstStyle/>
            <a:p>
              <a:r>
                <a:rPr lang="en-US" sz="850">
                  <a:ln/>
                  <a:solidFill>
                    <a:srgbClr val="000000"/>
                  </a:solidFill>
                  <a:latin typeface="Arial"/>
                  <a:cs typeface="Arial"/>
                  <a:sym typeface="Arial"/>
                  <a:rtl val="0"/>
                </a:rPr>
                <a:t>skida1</a:t>
              </a:r>
            </a:p>
          </p:txBody>
        </p:sp>
        <p:sp>
          <p:nvSpPr>
            <p:cNvPr id="1707" name="TextBox 1706">
              <a:extLst>
                <a:ext uri="{FF2B5EF4-FFF2-40B4-BE49-F238E27FC236}">
                  <a16:creationId xmlns:a16="http://schemas.microsoft.com/office/drawing/2014/main" id="{F2419E2B-C149-7F34-4678-532E11A7CC98}"/>
                </a:ext>
              </a:extLst>
            </p:cNvPr>
            <p:cNvSpPr txBox="1"/>
            <p:nvPr/>
          </p:nvSpPr>
          <p:spPr>
            <a:xfrm rot="16200000">
              <a:off x="3100436" y="3429187"/>
              <a:ext cx="489236" cy="223138"/>
            </a:xfrm>
            <a:prstGeom prst="rect">
              <a:avLst/>
            </a:prstGeom>
            <a:noFill/>
          </p:spPr>
          <p:txBody>
            <a:bodyPr wrap="none" rtlCol="0">
              <a:spAutoFit/>
            </a:bodyPr>
            <a:lstStyle/>
            <a:p>
              <a:r>
                <a:rPr lang="en-US" sz="850">
                  <a:ln/>
                  <a:solidFill>
                    <a:srgbClr val="000000"/>
                  </a:solidFill>
                  <a:latin typeface="Arial"/>
                  <a:cs typeface="Arial"/>
                  <a:sym typeface="Arial"/>
                  <a:rtl val="0"/>
                </a:rPr>
                <a:t>dab1a</a:t>
              </a:r>
            </a:p>
          </p:txBody>
        </p:sp>
        <p:sp>
          <p:nvSpPr>
            <p:cNvPr id="1708" name="TextBox 1707">
              <a:extLst>
                <a:ext uri="{FF2B5EF4-FFF2-40B4-BE49-F238E27FC236}">
                  <a16:creationId xmlns:a16="http://schemas.microsoft.com/office/drawing/2014/main" id="{B328EFED-08A7-3E1F-AEE7-73FD242A7659}"/>
                </a:ext>
              </a:extLst>
            </p:cNvPr>
            <p:cNvSpPr txBox="1"/>
            <p:nvPr/>
          </p:nvSpPr>
          <p:spPr>
            <a:xfrm rot="16200000">
              <a:off x="3120762" y="3507734"/>
              <a:ext cx="646331" cy="223138"/>
            </a:xfrm>
            <a:prstGeom prst="rect">
              <a:avLst/>
            </a:prstGeom>
            <a:noFill/>
          </p:spPr>
          <p:txBody>
            <a:bodyPr wrap="none" rtlCol="0">
              <a:spAutoFit/>
            </a:bodyPr>
            <a:lstStyle/>
            <a:p>
              <a:r>
                <a:rPr lang="en-US" sz="850">
                  <a:ln/>
                  <a:solidFill>
                    <a:srgbClr val="000000"/>
                  </a:solidFill>
                  <a:latin typeface="Arial"/>
                  <a:cs typeface="Arial"/>
                  <a:sym typeface="Arial"/>
                  <a:rtl val="0"/>
                </a:rPr>
                <a:t>ccdc85cb</a:t>
              </a:r>
            </a:p>
          </p:txBody>
        </p:sp>
        <p:sp>
          <p:nvSpPr>
            <p:cNvPr id="1709" name="TextBox 1708">
              <a:extLst>
                <a:ext uri="{FF2B5EF4-FFF2-40B4-BE49-F238E27FC236}">
                  <a16:creationId xmlns:a16="http://schemas.microsoft.com/office/drawing/2014/main" id="{409CC5CA-2807-C50B-0943-F268BBA5822B}"/>
                </a:ext>
              </a:extLst>
            </p:cNvPr>
            <p:cNvSpPr txBox="1"/>
            <p:nvPr/>
          </p:nvSpPr>
          <p:spPr>
            <a:xfrm rot="16200000">
              <a:off x="3297984" y="3429187"/>
              <a:ext cx="489236" cy="223138"/>
            </a:xfrm>
            <a:prstGeom prst="rect">
              <a:avLst/>
            </a:prstGeom>
            <a:noFill/>
          </p:spPr>
          <p:txBody>
            <a:bodyPr wrap="none" rtlCol="0">
              <a:spAutoFit/>
            </a:bodyPr>
            <a:lstStyle/>
            <a:p>
              <a:r>
                <a:rPr lang="en-US" sz="850">
                  <a:ln/>
                  <a:solidFill>
                    <a:srgbClr val="000000"/>
                  </a:solidFill>
                  <a:latin typeface="Arial"/>
                  <a:cs typeface="Arial"/>
                  <a:sym typeface="Arial"/>
                  <a:rtl val="0"/>
                </a:rPr>
                <a:t>tmed4</a:t>
              </a:r>
            </a:p>
          </p:txBody>
        </p:sp>
        <p:sp>
          <p:nvSpPr>
            <p:cNvPr id="1710" name="TextBox 1709">
              <a:extLst>
                <a:ext uri="{FF2B5EF4-FFF2-40B4-BE49-F238E27FC236}">
                  <a16:creationId xmlns:a16="http://schemas.microsoft.com/office/drawing/2014/main" id="{8EDD1E01-0371-917A-D809-5C8D3C07D04D}"/>
                </a:ext>
              </a:extLst>
            </p:cNvPr>
            <p:cNvSpPr txBox="1"/>
            <p:nvPr/>
          </p:nvSpPr>
          <p:spPr>
            <a:xfrm rot="16200000">
              <a:off x="3262629" y="3553420"/>
              <a:ext cx="737702" cy="223138"/>
            </a:xfrm>
            <a:prstGeom prst="rect">
              <a:avLst/>
            </a:prstGeom>
            <a:noFill/>
          </p:spPr>
          <p:txBody>
            <a:bodyPr wrap="none" rtlCol="0">
              <a:spAutoFit/>
            </a:bodyPr>
            <a:lstStyle/>
            <a:p>
              <a:r>
                <a:rPr lang="en-US" sz="850" dirty="0">
                  <a:ln/>
                  <a:solidFill>
                    <a:srgbClr val="000000"/>
                  </a:solidFill>
                  <a:latin typeface="Arial"/>
                  <a:cs typeface="Arial"/>
                  <a:sym typeface="Arial"/>
                  <a:rtl val="0"/>
                </a:rPr>
                <a:t>pknox2-like</a:t>
              </a:r>
            </a:p>
          </p:txBody>
        </p:sp>
        <p:sp>
          <p:nvSpPr>
            <p:cNvPr id="1711" name="TextBox 1710">
              <a:extLst>
                <a:ext uri="{FF2B5EF4-FFF2-40B4-BE49-F238E27FC236}">
                  <a16:creationId xmlns:a16="http://schemas.microsoft.com/office/drawing/2014/main" id="{1B3246DC-55A8-C85B-9E1A-61735B947145}"/>
                </a:ext>
              </a:extLst>
            </p:cNvPr>
            <p:cNvSpPr txBox="1"/>
            <p:nvPr/>
          </p:nvSpPr>
          <p:spPr>
            <a:xfrm rot="16200000">
              <a:off x="3300343" y="3631967"/>
              <a:ext cx="894797" cy="223138"/>
            </a:xfrm>
            <a:prstGeom prst="rect">
              <a:avLst/>
            </a:prstGeom>
            <a:noFill/>
          </p:spPr>
          <p:txBody>
            <a:bodyPr wrap="none" rtlCol="0">
              <a:spAutoFit/>
            </a:bodyPr>
            <a:lstStyle/>
            <a:p>
              <a:r>
                <a:rPr lang="en-US" sz="850">
                  <a:ln/>
                  <a:solidFill>
                    <a:srgbClr val="000000"/>
                  </a:solidFill>
                  <a:latin typeface="Arial"/>
                  <a:cs typeface="Arial"/>
                  <a:sym typeface="Arial"/>
                  <a:rtl val="0"/>
                </a:rPr>
                <a:t>COUPTFII-like</a:t>
              </a:r>
            </a:p>
          </p:txBody>
        </p:sp>
        <p:sp>
          <p:nvSpPr>
            <p:cNvPr id="1712" name="TextBox 1711">
              <a:extLst>
                <a:ext uri="{FF2B5EF4-FFF2-40B4-BE49-F238E27FC236}">
                  <a16:creationId xmlns:a16="http://schemas.microsoft.com/office/drawing/2014/main" id="{6E1E4A7C-9B55-A3EE-D707-C55B12B9EA18}"/>
                </a:ext>
              </a:extLst>
            </p:cNvPr>
            <p:cNvSpPr txBox="1"/>
            <p:nvPr/>
          </p:nvSpPr>
          <p:spPr>
            <a:xfrm rot="16200000">
              <a:off x="3615850" y="3407547"/>
              <a:ext cx="445956" cy="223138"/>
            </a:xfrm>
            <a:prstGeom prst="rect">
              <a:avLst/>
            </a:prstGeom>
            <a:noFill/>
          </p:spPr>
          <p:txBody>
            <a:bodyPr wrap="none" rtlCol="0">
              <a:spAutoFit/>
            </a:bodyPr>
            <a:lstStyle/>
            <a:p>
              <a:r>
                <a:rPr lang="en-US" sz="850" dirty="0" err="1">
                  <a:ln/>
                  <a:solidFill>
                    <a:srgbClr val="000000"/>
                  </a:solidFill>
                  <a:latin typeface="Arial"/>
                  <a:cs typeface="Arial"/>
                  <a:sym typeface="Arial"/>
                  <a:rtl val="0"/>
                </a:rPr>
                <a:t>glceb</a:t>
              </a:r>
              <a:endParaRPr lang="en-US" sz="850" dirty="0">
                <a:ln/>
                <a:solidFill>
                  <a:srgbClr val="000000"/>
                </a:solidFill>
                <a:latin typeface="Arial"/>
                <a:cs typeface="Arial"/>
                <a:sym typeface="Arial"/>
                <a:rtl val="0"/>
              </a:endParaRPr>
            </a:p>
          </p:txBody>
        </p:sp>
        <p:sp>
          <p:nvSpPr>
            <p:cNvPr id="1713" name="TextBox 1712">
              <a:extLst>
                <a:ext uri="{FF2B5EF4-FFF2-40B4-BE49-F238E27FC236}">
                  <a16:creationId xmlns:a16="http://schemas.microsoft.com/office/drawing/2014/main" id="{33BDA8AC-5BCE-5483-5676-BFD2FCD77ED7}"/>
                </a:ext>
              </a:extLst>
            </p:cNvPr>
            <p:cNvSpPr txBox="1"/>
            <p:nvPr/>
          </p:nvSpPr>
          <p:spPr>
            <a:xfrm rot="16200000">
              <a:off x="3459047" y="3663225"/>
              <a:ext cx="957313" cy="223138"/>
            </a:xfrm>
            <a:prstGeom prst="rect">
              <a:avLst/>
            </a:prstGeom>
            <a:noFill/>
          </p:spPr>
          <p:txBody>
            <a:bodyPr wrap="none" rtlCol="0">
              <a:spAutoFit/>
            </a:bodyPr>
            <a:lstStyle/>
            <a:p>
              <a:r>
                <a:rPr lang="en-US" sz="850">
                  <a:ln/>
                  <a:solidFill>
                    <a:srgbClr val="000000"/>
                  </a:solidFill>
                  <a:latin typeface="Arial"/>
                  <a:cs typeface="Arial"/>
                  <a:sym typeface="Arial"/>
                  <a:rtl val="0"/>
                </a:rPr>
                <a:t>LOC111564869</a:t>
              </a:r>
            </a:p>
          </p:txBody>
        </p:sp>
        <p:sp>
          <p:nvSpPr>
            <p:cNvPr id="1714" name="TextBox 1713">
              <a:extLst>
                <a:ext uri="{FF2B5EF4-FFF2-40B4-BE49-F238E27FC236}">
                  <a16:creationId xmlns:a16="http://schemas.microsoft.com/office/drawing/2014/main" id="{ADBBDDFF-47C2-7592-594F-303E05F5032E}"/>
                </a:ext>
              </a:extLst>
            </p:cNvPr>
            <p:cNvSpPr txBox="1"/>
            <p:nvPr/>
          </p:nvSpPr>
          <p:spPr>
            <a:xfrm rot="16200000">
              <a:off x="3694778" y="3526169"/>
              <a:ext cx="683200" cy="223138"/>
            </a:xfrm>
            <a:prstGeom prst="rect">
              <a:avLst/>
            </a:prstGeom>
            <a:noFill/>
          </p:spPr>
          <p:txBody>
            <a:bodyPr wrap="none" rtlCol="0">
              <a:spAutoFit/>
            </a:bodyPr>
            <a:lstStyle/>
            <a:p>
              <a:r>
                <a:rPr lang="en-US" sz="850">
                  <a:ln/>
                  <a:solidFill>
                    <a:srgbClr val="000000"/>
                  </a:solidFill>
                  <a:latin typeface="Arial"/>
                  <a:cs typeface="Arial"/>
                  <a:sym typeface="Arial"/>
                  <a:rtl val="0"/>
                </a:rPr>
                <a:t>jam3b-like</a:t>
              </a:r>
            </a:p>
          </p:txBody>
        </p:sp>
        <p:sp>
          <p:nvSpPr>
            <p:cNvPr id="1715" name="TextBox 1714">
              <a:extLst>
                <a:ext uri="{FF2B5EF4-FFF2-40B4-BE49-F238E27FC236}">
                  <a16:creationId xmlns:a16="http://schemas.microsoft.com/office/drawing/2014/main" id="{95FD071B-73ED-5FCF-DC1F-1305045BDA7F}"/>
                </a:ext>
              </a:extLst>
            </p:cNvPr>
            <p:cNvSpPr txBox="1"/>
            <p:nvPr/>
          </p:nvSpPr>
          <p:spPr>
            <a:xfrm rot="16200000">
              <a:off x="3878413" y="3441210"/>
              <a:ext cx="513282" cy="223138"/>
            </a:xfrm>
            <a:prstGeom prst="rect">
              <a:avLst/>
            </a:prstGeom>
            <a:noFill/>
          </p:spPr>
          <p:txBody>
            <a:bodyPr wrap="none" rtlCol="0">
              <a:spAutoFit/>
            </a:bodyPr>
            <a:lstStyle/>
            <a:p>
              <a:r>
                <a:rPr lang="en-US" sz="850">
                  <a:ln/>
                  <a:solidFill>
                    <a:srgbClr val="000000"/>
                  </a:solidFill>
                  <a:latin typeface="Arial"/>
                  <a:cs typeface="Arial"/>
                  <a:sym typeface="Arial"/>
                  <a:rtl val="0"/>
                </a:rPr>
                <a:t>tmtc2b</a:t>
              </a:r>
            </a:p>
          </p:txBody>
        </p:sp>
        <p:sp>
          <p:nvSpPr>
            <p:cNvPr id="1716" name="TextBox 1715">
              <a:extLst>
                <a:ext uri="{FF2B5EF4-FFF2-40B4-BE49-F238E27FC236}">
                  <a16:creationId xmlns:a16="http://schemas.microsoft.com/office/drawing/2014/main" id="{159D636F-31C2-8BDA-3030-635C7C162FB8}"/>
                </a:ext>
              </a:extLst>
            </p:cNvPr>
            <p:cNvSpPr txBox="1"/>
            <p:nvPr/>
          </p:nvSpPr>
          <p:spPr>
            <a:xfrm rot="16200000">
              <a:off x="4069380" y="3361860"/>
              <a:ext cx="354584" cy="223138"/>
            </a:xfrm>
            <a:prstGeom prst="rect">
              <a:avLst/>
            </a:prstGeom>
            <a:noFill/>
          </p:spPr>
          <p:txBody>
            <a:bodyPr wrap="none" rtlCol="0">
              <a:spAutoFit/>
            </a:bodyPr>
            <a:lstStyle/>
            <a:p>
              <a:r>
                <a:rPr lang="en-US" sz="850">
                  <a:ln/>
                  <a:solidFill>
                    <a:srgbClr val="000000"/>
                  </a:solidFill>
                  <a:latin typeface="Arial"/>
                  <a:cs typeface="Arial"/>
                  <a:sym typeface="Arial"/>
                  <a:rtl val="0"/>
                </a:rPr>
                <a:t>gli1</a:t>
              </a:r>
            </a:p>
          </p:txBody>
        </p:sp>
        <p:sp>
          <p:nvSpPr>
            <p:cNvPr id="1717" name="TextBox 1716">
              <a:extLst>
                <a:ext uri="{FF2B5EF4-FFF2-40B4-BE49-F238E27FC236}">
                  <a16:creationId xmlns:a16="http://schemas.microsoft.com/office/drawing/2014/main" id="{47EF7852-2E02-177D-0C19-F1CC3F602814}"/>
                </a:ext>
              </a:extLst>
            </p:cNvPr>
            <p:cNvSpPr txBox="1"/>
            <p:nvPr/>
          </p:nvSpPr>
          <p:spPr>
            <a:xfrm rot="16200000">
              <a:off x="3989774" y="3535786"/>
              <a:ext cx="702436" cy="223138"/>
            </a:xfrm>
            <a:prstGeom prst="rect">
              <a:avLst/>
            </a:prstGeom>
            <a:noFill/>
          </p:spPr>
          <p:txBody>
            <a:bodyPr wrap="none" rtlCol="0">
              <a:spAutoFit/>
            </a:bodyPr>
            <a:lstStyle/>
            <a:p>
              <a:r>
                <a:rPr lang="en-US" sz="850">
                  <a:ln/>
                  <a:solidFill>
                    <a:srgbClr val="000000"/>
                  </a:solidFill>
                  <a:latin typeface="Arial"/>
                  <a:cs typeface="Arial"/>
                  <a:sym typeface="Arial"/>
                  <a:rtl val="0"/>
                </a:rPr>
                <a:t>dnmt3bb.1</a:t>
              </a:r>
            </a:p>
          </p:txBody>
        </p:sp>
        <p:sp>
          <p:nvSpPr>
            <p:cNvPr id="1718" name="TextBox 1717">
              <a:extLst>
                <a:ext uri="{FF2B5EF4-FFF2-40B4-BE49-F238E27FC236}">
                  <a16:creationId xmlns:a16="http://schemas.microsoft.com/office/drawing/2014/main" id="{B6875128-77B1-D6CA-17C0-AB0ED568610A}"/>
                </a:ext>
              </a:extLst>
            </p:cNvPr>
            <p:cNvSpPr txBox="1"/>
            <p:nvPr/>
          </p:nvSpPr>
          <p:spPr>
            <a:xfrm rot="16200000">
              <a:off x="4220523" y="3395523"/>
              <a:ext cx="421910" cy="223138"/>
            </a:xfrm>
            <a:prstGeom prst="rect">
              <a:avLst/>
            </a:prstGeom>
            <a:noFill/>
          </p:spPr>
          <p:txBody>
            <a:bodyPr wrap="none" rtlCol="0">
              <a:spAutoFit/>
            </a:bodyPr>
            <a:lstStyle/>
            <a:p>
              <a:r>
                <a:rPr lang="en-US" sz="850">
                  <a:ln/>
                  <a:solidFill>
                    <a:srgbClr val="000000"/>
                  </a:solidFill>
                  <a:latin typeface="Arial"/>
                  <a:cs typeface="Arial"/>
                  <a:sym typeface="Arial"/>
                  <a:rtl val="0"/>
                </a:rPr>
                <a:t>cog5</a:t>
              </a:r>
            </a:p>
          </p:txBody>
        </p:sp>
        <p:sp>
          <p:nvSpPr>
            <p:cNvPr id="1719" name="TextBox 1718">
              <a:extLst>
                <a:ext uri="{FF2B5EF4-FFF2-40B4-BE49-F238E27FC236}">
                  <a16:creationId xmlns:a16="http://schemas.microsoft.com/office/drawing/2014/main" id="{3C40E483-6641-FBB5-779A-DC7E339D1665}"/>
                </a:ext>
              </a:extLst>
            </p:cNvPr>
            <p:cNvSpPr txBox="1"/>
            <p:nvPr/>
          </p:nvSpPr>
          <p:spPr>
            <a:xfrm rot="16200000">
              <a:off x="4218533" y="3486895"/>
              <a:ext cx="604653" cy="223138"/>
            </a:xfrm>
            <a:prstGeom prst="rect">
              <a:avLst/>
            </a:prstGeom>
            <a:noFill/>
          </p:spPr>
          <p:txBody>
            <a:bodyPr wrap="none" rtlCol="0">
              <a:spAutoFit/>
            </a:bodyPr>
            <a:lstStyle/>
            <a:p>
              <a:r>
                <a:rPr lang="en-US" sz="850">
                  <a:ln/>
                  <a:solidFill>
                    <a:srgbClr val="000000"/>
                  </a:solidFill>
                  <a:latin typeface="Arial"/>
                  <a:cs typeface="Arial"/>
                  <a:sym typeface="Arial"/>
                  <a:rtl val="0"/>
                </a:rPr>
                <a:t>brd3-like</a:t>
              </a:r>
            </a:p>
          </p:txBody>
        </p:sp>
        <p:sp>
          <p:nvSpPr>
            <p:cNvPr id="1720" name="TextBox 1719">
              <a:extLst>
                <a:ext uri="{FF2B5EF4-FFF2-40B4-BE49-F238E27FC236}">
                  <a16:creationId xmlns:a16="http://schemas.microsoft.com/office/drawing/2014/main" id="{5BBCCB42-676A-36A0-590A-4FE62EB4DC00}"/>
                </a:ext>
              </a:extLst>
            </p:cNvPr>
            <p:cNvSpPr txBox="1"/>
            <p:nvPr/>
          </p:nvSpPr>
          <p:spPr>
            <a:xfrm rot="16200000">
              <a:off x="4342644" y="3471666"/>
              <a:ext cx="574196" cy="223138"/>
            </a:xfrm>
            <a:prstGeom prst="rect">
              <a:avLst/>
            </a:prstGeom>
            <a:noFill/>
          </p:spPr>
          <p:txBody>
            <a:bodyPr wrap="none" rtlCol="0">
              <a:spAutoFit/>
            </a:bodyPr>
            <a:lstStyle/>
            <a:p>
              <a:r>
                <a:rPr lang="en-US" sz="850">
                  <a:ln/>
                  <a:solidFill>
                    <a:srgbClr val="000000"/>
                  </a:solidFill>
                  <a:latin typeface="Arial"/>
                  <a:cs typeface="Arial"/>
                  <a:sym typeface="Arial"/>
                  <a:rtl val="0"/>
                </a:rPr>
                <a:t>znf710b</a:t>
              </a:r>
            </a:p>
          </p:txBody>
        </p:sp>
        <p:sp>
          <p:nvSpPr>
            <p:cNvPr id="1721" name="TextBox 1720">
              <a:extLst>
                <a:ext uri="{FF2B5EF4-FFF2-40B4-BE49-F238E27FC236}">
                  <a16:creationId xmlns:a16="http://schemas.microsoft.com/office/drawing/2014/main" id="{E69867A0-438B-584A-9900-B9852504F6B9}"/>
                </a:ext>
              </a:extLst>
            </p:cNvPr>
            <p:cNvSpPr txBox="1"/>
            <p:nvPr/>
          </p:nvSpPr>
          <p:spPr>
            <a:xfrm rot="16200000">
              <a:off x="4516752" y="3395523"/>
              <a:ext cx="421910" cy="223138"/>
            </a:xfrm>
            <a:prstGeom prst="rect">
              <a:avLst/>
            </a:prstGeom>
            <a:noFill/>
          </p:spPr>
          <p:txBody>
            <a:bodyPr wrap="none" rtlCol="0">
              <a:spAutoFit/>
            </a:bodyPr>
            <a:lstStyle/>
            <a:p>
              <a:r>
                <a:rPr lang="en-US" sz="850">
                  <a:ln/>
                  <a:solidFill>
                    <a:srgbClr val="000000"/>
                  </a:solidFill>
                  <a:latin typeface="Arial"/>
                  <a:cs typeface="Arial"/>
                  <a:sym typeface="Arial"/>
                  <a:rtl val="0"/>
                </a:rPr>
                <a:t>lrch4</a:t>
              </a:r>
            </a:p>
          </p:txBody>
        </p:sp>
        <p:sp>
          <p:nvSpPr>
            <p:cNvPr id="1722" name="TextBox 1721">
              <a:extLst>
                <a:ext uri="{FF2B5EF4-FFF2-40B4-BE49-F238E27FC236}">
                  <a16:creationId xmlns:a16="http://schemas.microsoft.com/office/drawing/2014/main" id="{D948F297-54C8-9F40-616B-B67D39C73D28}"/>
                </a:ext>
              </a:extLst>
            </p:cNvPr>
            <p:cNvSpPr txBox="1"/>
            <p:nvPr/>
          </p:nvSpPr>
          <p:spPr>
            <a:xfrm rot="16200000">
              <a:off x="4468065" y="3526169"/>
              <a:ext cx="683200" cy="223138"/>
            </a:xfrm>
            <a:prstGeom prst="rect">
              <a:avLst/>
            </a:prstGeom>
            <a:noFill/>
          </p:spPr>
          <p:txBody>
            <a:bodyPr wrap="none" rtlCol="0">
              <a:spAutoFit/>
            </a:bodyPr>
            <a:lstStyle/>
            <a:p>
              <a:r>
                <a:rPr lang="en-US" sz="850">
                  <a:ln/>
                  <a:solidFill>
                    <a:srgbClr val="000000"/>
                  </a:solidFill>
                  <a:latin typeface="Arial"/>
                  <a:cs typeface="Arial"/>
                  <a:sym typeface="Arial"/>
                  <a:rtl val="0"/>
                </a:rPr>
                <a:t>dbx1b-like</a:t>
              </a:r>
            </a:p>
          </p:txBody>
        </p:sp>
        <p:sp>
          <p:nvSpPr>
            <p:cNvPr id="1723" name="TextBox 1722">
              <a:extLst>
                <a:ext uri="{FF2B5EF4-FFF2-40B4-BE49-F238E27FC236}">
                  <a16:creationId xmlns:a16="http://schemas.microsoft.com/office/drawing/2014/main" id="{97F53FB2-6FBE-0564-C4E1-C47ACE5CE800}"/>
                </a:ext>
              </a:extLst>
            </p:cNvPr>
            <p:cNvSpPr txBox="1"/>
            <p:nvPr/>
          </p:nvSpPr>
          <p:spPr>
            <a:xfrm rot="16200000">
              <a:off x="4686851" y="3422775"/>
              <a:ext cx="476412" cy="223138"/>
            </a:xfrm>
            <a:prstGeom prst="rect">
              <a:avLst/>
            </a:prstGeom>
            <a:noFill/>
          </p:spPr>
          <p:txBody>
            <a:bodyPr wrap="none" rtlCol="0">
              <a:spAutoFit/>
            </a:bodyPr>
            <a:lstStyle/>
            <a:p>
              <a:r>
                <a:rPr lang="en-US" sz="850">
                  <a:ln/>
                  <a:solidFill>
                    <a:srgbClr val="000000"/>
                  </a:solidFill>
                  <a:latin typeface="Arial"/>
                  <a:cs typeface="Arial"/>
                  <a:sym typeface="Arial"/>
                  <a:rtl val="0"/>
                </a:rPr>
                <a:t>ssbp4</a:t>
              </a:r>
            </a:p>
          </p:txBody>
        </p:sp>
      </p:grpSp>
      <p:grpSp>
        <p:nvGrpSpPr>
          <p:cNvPr id="1724" name="Group 1723">
            <a:extLst>
              <a:ext uri="{FF2B5EF4-FFF2-40B4-BE49-F238E27FC236}">
                <a16:creationId xmlns:a16="http://schemas.microsoft.com/office/drawing/2014/main" id="{EA4EED2F-B157-F469-9BAC-448D571AFB1E}"/>
              </a:ext>
            </a:extLst>
          </p:cNvPr>
          <p:cNvGrpSpPr/>
          <p:nvPr/>
        </p:nvGrpSpPr>
        <p:grpSpPr>
          <a:xfrm>
            <a:off x="2525449" y="1008584"/>
            <a:ext cx="3819554" cy="271911"/>
            <a:chOff x="910665" y="3177040"/>
            <a:chExt cx="3819554" cy="271911"/>
          </a:xfrm>
        </p:grpSpPr>
        <p:sp>
          <p:nvSpPr>
            <p:cNvPr id="1725" name="TextBox 1724">
              <a:extLst>
                <a:ext uri="{FF2B5EF4-FFF2-40B4-BE49-F238E27FC236}">
                  <a16:creationId xmlns:a16="http://schemas.microsoft.com/office/drawing/2014/main" id="{1F97F643-42FB-8D3D-344A-D4CF1C89C3B4}"/>
                </a:ext>
              </a:extLst>
            </p:cNvPr>
            <p:cNvSpPr txBox="1"/>
            <p:nvPr/>
          </p:nvSpPr>
          <p:spPr>
            <a:xfrm>
              <a:off x="1402374" y="3177041"/>
              <a:ext cx="197491" cy="271910"/>
            </a:xfrm>
            <a:prstGeom prst="rect">
              <a:avLst/>
            </a:prstGeom>
            <a:noFill/>
          </p:spPr>
          <p:txBody>
            <a:bodyPr wrap="square">
              <a:spAutoFit/>
            </a:bodyPr>
            <a:lstStyle/>
            <a:p>
              <a:r>
                <a:rPr lang="en-US" sz="1130">
                  <a:solidFill>
                    <a:srgbClr val="202122"/>
                  </a:solidFill>
                  <a:latin typeface="Arial" panose="020B0604020202020204" pitchFamily="34" charset="0"/>
                </a:rPr>
                <a:t>†</a:t>
              </a:r>
              <a:endParaRPr lang="en-US" sz="1130"/>
            </a:p>
          </p:txBody>
        </p:sp>
        <p:sp>
          <p:nvSpPr>
            <p:cNvPr id="1726" name="TextBox 1725">
              <a:extLst>
                <a:ext uri="{FF2B5EF4-FFF2-40B4-BE49-F238E27FC236}">
                  <a16:creationId xmlns:a16="http://schemas.microsoft.com/office/drawing/2014/main" id="{43F6DBEC-A0F4-E23E-8B1E-EFD787099F6C}"/>
                </a:ext>
              </a:extLst>
            </p:cNvPr>
            <p:cNvSpPr txBox="1"/>
            <p:nvPr/>
          </p:nvSpPr>
          <p:spPr>
            <a:xfrm>
              <a:off x="910665" y="3177041"/>
              <a:ext cx="197491" cy="271910"/>
            </a:xfrm>
            <a:prstGeom prst="rect">
              <a:avLst/>
            </a:prstGeom>
            <a:noFill/>
          </p:spPr>
          <p:txBody>
            <a:bodyPr wrap="square">
              <a:spAutoFit/>
            </a:bodyPr>
            <a:lstStyle/>
            <a:p>
              <a:r>
                <a:rPr lang="en-US" sz="1130">
                  <a:solidFill>
                    <a:srgbClr val="202122"/>
                  </a:solidFill>
                  <a:latin typeface="Arial" panose="020B0604020202020204" pitchFamily="34" charset="0"/>
                </a:rPr>
                <a:t>†</a:t>
              </a:r>
              <a:endParaRPr lang="en-US" sz="1130"/>
            </a:p>
          </p:txBody>
        </p:sp>
        <p:sp>
          <p:nvSpPr>
            <p:cNvPr id="1727" name="TextBox 1726">
              <a:extLst>
                <a:ext uri="{FF2B5EF4-FFF2-40B4-BE49-F238E27FC236}">
                  <a16:creationId xmlns:a16="http://schemas.microsoft.com/office/drawing/2014/main" id="{6A4F94B8-A518-45B4-8499-9610A203D446}"/>
                </a:ext>
              </a:extLst>
            </p:cNvPr>
            <p:cNvSpPr txBox="1"/>
            <p:nvPr/>
          </p:nvSpPr>
          <p:spPr>
            <a:xfrm>
              <a:off x="1894084" y="3177041"/>
              <a:ext cx="197491" cy="271910"/>
            </a:xfrm>
            <a:prstGeom prst="rect">
              <a:avLst/>
            </a:prstGeom>
            <a:noFill/>
          </p:spPr>
          <p:txBody>
            <a:bodyPr wrap="square">
              <a:spAutoFit/>
            </a:bodyPr>
            <a:lstStyle/>
            <a:p>
              <a:r>
                <a:rPr lang="en-US" sz="1130">
                  <a:solidFill>
                    <a:srgbClr val="202122"/>
                  </a:solidFill>
                  <a:latin typeface="Arial" panose="020B0604020202020204" pitchFamily="34" charset="0"/>
                </a:rPr>
                <a:t>†</a:t>
              </a:r>
              <a:endParaRPr lang="en-US" sz="1130"/>
            </a:p>
          </p:txBody>
        </p:sp>
        <p:sp>
          <p:nvSpPr>
            <p:cNvPr id="1728" name="TextBox 1727">
              <a:extLst>
                <a:ext uri="{FF2B5EF4-FFF2-40B4-BE49-F238E27FC236}">
                  <a16:creationId xmlns:a16="http://schemas.microsoft.com/office/drawing/2014/main" id="{FEBA440B-09DF-D0F8-D0B5-7353566E40FD}"/>
                </a:ext>
              </a:extLst>
            </p:cNvPr>
            <p:cNvSpPr txBox="1"/>
            <p:nvPr/>
          </p:nvSpPr>
          <p:spPr>
            <a:xfrm>
              <a:off x="3356301" y="3177041"/>
              <a:ext cx="197491" cy="271910"/>
            </a:xfrm>
            <a:prstGeom prst="rect">
              <a:avLst/>
            </a:prstGeom>
            <a:noFill/>
          </p:spPr>
          <p:txBody>
            <a:bodyPr wrap="square">
              <a:spAutoFit/>
            </a:bodyPr>
            <a:lstStyle/>
            <a:p>
              <a:r>
                <a:rPr lang="en-US" sz="1130">
                  <a:solidFill>
                    <a:srgbClr val="202122"/>
                  </a:solidFill>
                  <a:latin typeface="Arial" panose="020B0604020202020204" pitchFamily="34" charset="0"/>
                </a:rPr>
                <a:t>†</a:t>
              </a:r>
              <a:endParaRPr lang="en-US" sz="1130"/>
            </a:p>
          </p:txBody>
        </p:sp>
        <p:sp>
          <p:nvSpPr>
            <p:cNvPr id="1729" name="TextBox 1728">
              <a:extLst>
                <a:ext uri="{FF2B5EF4-FFF2-40B4-BE49-F238E27FC236}">
                  <a16:creationId xmlns:a16="http://schemas.microsoft.com/office/drawing/2014/main" id="{CC4F6457-5A3E-369F-8439-51F728F4E815}"/>
                </a:ext>
              </a:extLst>
            </p:cNvPr>
            <p:cNvSpPr txBox="1"/>
            <p:nvPr/>
          </p:nvSpPr>
          <p:spPr>
            <a:xfrm>
              <a:off x="3472390" y="3177041"/>
              <a:ext cx="197491" cy="271910"/>
            </a:xfrm>
            <a:prstGeom prst="rect">
              <a:avLst/>
            </a:prstGeom>
            <a:noFill/>
          </p:spPr>
          <p:txBody>
            <a:bodyPr wrap="square">
              <a:spAutoFit/>
            </a:bodyPr>
            <a:lstStyle/>
            <a:p>
              <a:r>
                <a:rPr lang="en-US" sz="1130">
                  <a:solidFill>
                    <a:srgbClr val="202122"/>
                  </a:solidFill>
                  <a:latin typeface="Arial" panose="020B0604020202020204" pitchFamily="34" charset="0"/>
                </a:rPr>
                <a:t>†</a:t>
              </a:r>
              <a:endParaRPr lang="en-US" sz="1130"/>
            </a:p>
          </p:txBody>
        </p:sp>
        <p:sp>
          <p:nvSpPr>
            <p:cNvPr id="1730" name="TextBox 1729">
              <a:extLst>
                <a:ext uri="{FF2B5EF4-FFF2-40B4-BE49-F238E27FC236}">
                  <a16:creationId xmlns:a16="http://schemas.microsoft.com/office/drawing/2014/main" id="{4F3DDF44-90D3-8995-A5B6-B7F11930BC42}"/>
                </a:ext>
              </a:extLst>
            </p:cNvPr>
            <p:cNvSpPr txBox="1"/>
            <p:nvPr/>
          </p:nvSpPr>
          <p:spPr>
            <a:xfrm>
              <a:off x="3970574" y="3177041"/>
              <a:ext cx="197491" cy="271910"/>
            </a:xfrm>
            <a:prstGeom prst="rect">
              <a:avLst/>
            </a:prstGeom>
            <a:noFill/>
          </p:spPr>
          <p:txBody>
            <a:bodyPr wrap="square">
              <a:spAutoFit/>
            </a:bodyPr>
            <a:lstStyle/>
            <a:p>
              <a:r>
                <a:rPr lang="en-US" sz="1130">
                  <a:solidFill>
                    <a:srgbClr val="202122"/>
                  </a:solidFill>
                  <a:latin typeface="Arial" panose="020B0604020202020204" pitchFamily="34" charset="0"/>
                </a:rPr>
                <a:t>†</a:t>
              </a:r>
              <a:endParaRPr lang="en-US" sz="1130"/>
            </a:p>
          </p:txBody>
        </p:sp>
        <p:sp>
          <p:nvSpPr>
            <p:cNvPr id="1731" name="TextBox 1730">
              <a:extLst>
                <a:ext uri="{FF2B5EF4-FFF2-40B4-BE49-F238E27FC236}">
                  <a16:creationId xmlns:a16="http://schemas.microsoft.com/office/drawing/2014/main" id="{C4D27724-B3F0-A616-27C3-C05781E0E5BB}"/>
                </a:ext>
              </a:extLst>
            </p:cNvPr>
            <p:cNvSpPr txBox="1"/>
            <p:nvPr/>
          </p:nvSpPr>
          <p:spPr>
            <a:xfrm>
              <a:off x="4532728" y="3177041"/>
              <a:ext cx="197491" cy="271910"/>
            </a:xfrm>
            <a:prstGeom prst="rect">
              <a:avLst/>
            </a:prstGeom>
            <a:noFill/>
          </p:spPr>
          <p:txBody>
            <a:bodyPr wrap="square">
              <a:spAutoFit/>
            </a:bodyPr>
            <a:lstStyle/>
            <a:p>
              <a:r>
                <a:rPr lang="en-US" sz="1130" dirty="0">
                  <a:solidFill>
                    <a:srgbClr val="202122"/>
                  </a:solidFill>
                  <a:latin typeface="Arial" panose="020B0604020202020204" pitchFamily="34" charset="0"/>
                </a:rPr>
                <a:t>†</a:t>
              </a:r>
              <a:endParaRPr lang="en-US" sz="1130" dirty="0"/>
            </a:p>
          </p:txBody>
        </p:sp>
        <p:sp>
          <p:nvSpPr>
            <p:cNvPr id="1732" name="TextBox 1731">
              <a:extLst>
                <a:ext uri="{FF2B5EF4-FFF2-40B4-BE49-F238E27FC236}">
                  <a16:creationId xmlns:a16="http://schemas.microsoft.com/office/drawing/2014/main" id="{D212781C-8982-A1C0-BC50-1AB53B1F6169}"/>
                </a:ext>
              </a:extLst>
            </p:cNvPr>
            <p:cNvSpPr txBox="1"/>
            <p:nvPr/>
          </p:nvSpPr>
          <p:spPr>
            <a:xfrm>
              <a:off x="4353072" y="3177041"/>
              <a:ext cx="197491" cy="271910"/>
            </a:xfrm>
            <a:prstGeom prst="rect">
              <a:avLst/>
            </a:prstGeom>
            <a:noFill/>
          </p:spPr>
          <p:txBody>
            <a:bodyPr wrap="square">
              <a:spAutoFit/>
            </a:bodyPr>
            <a:lstStyle/>
            <a:p>
              <a:r>
                <a:rPr lang="en-US" sz="1130" dirty="0">
                  <a:solidFill>
                    <a:srgbClr val="202122"/>
                  </a:solidFill>
                  <a:latin typeface="Arial" panose="020B0604020202020204" pitchFamily="34" charset="0"/>
                </a:rPr>
                <a:t>†</a:t>
              </a:r>
              <a:endParaRPr lang="en-US" sz="1130" dirty="0"/>
            </a:p>
          </p:txBody>
        </p:sp>
        <p:sp>
          <p:nvSpPr>
            <p:cNvPr id="1733" name="TextBox 1732">
              <a:extLst>
                <a:ext uri="{FF2B5EF4-FFF2-40B4-BE49-F238E27FC236}">
                  <a16:creationId xmlns:a16="http://schemas.microsoft.com/office/drawing/2014/main" id="{BF55F76E-8AF8-35FC-33D0-D5BC2AFA6965}"/>
                </a:ext>
              </a:extLst>
            </p:cNvPr>
            <p:cNvSpPr txBox="1"/>
            <p:nvPr/>
          </p:nvSpPr>
          <p:spPr>
            <a:xfrm>
              <a:off x="4244353" y="3177040"/>
              <a:ext cx="197492" cy="271910"/>
            </a:xfrm>
            <a:prstGeom prst="rect">
              <a:avLst/>
            </a:prstGeom>
            <a:noFill/>
          </p:spPr>
          <p:txBody>
            <a:bodyPr wrap="square">
              <a:spAutoFit/>
            </a:bodyPr>
            <a:lstStyle/>
            <a:p>
              <a:r>
                <a:rPr lang="en-US" sz="1130">
                  <a:solidFill>
                    <a:srgbClr val="202122"/>
                  </a:solidFill>
                  <a:latin typeface="Arial" panose="020B0604020202020204" pitchFamily="34" charset="0"/>
                </a:rPr>
                <a:t>§</a:t>
              </a:r>
              <a:endParaRPr lang="en-US" sz="1130"/>
            </a:p>
          </p:txBody>
        </p:sp>
        <p:sp>
          <p:nvSpPr>
            <p:cNvPr id="1734" name="TextBox 1733">
              <a:extLst>
                <a:ext uri="{FF2B5EF4-FFF2-40B4-BE49-F238E27FC236}">
                  <a16:creationId xmlns:a16="http://schemas.microsoft.com/office/drawing/2014/main" id="{3E7ED38A-CD6C-5683-3EC4-8993EDA3A30C}"/>
                </a:ext>
              </a:extLst>
            </p:cNvPr>
            <p:cNvSpPr txBox="1"/>
            <p:nvPr/>
          </p:nvSpPr>
          <p:spPr>
            <a:xfrm>
              <a:off x="2966640" y="3177041"/>
              <a:ext cx="197491" cy="271910"/>
            </a:xfrm>
            <a:prstGeom prst="rect">
              <a:avLst/>
            </a:prstGeom>
            <a:noFill/>
          </p:spPr>
          <p:txBody>
            <a:bodyPr wrap="square">
              <a:spAutoFit/>
            </a:bodyPr>
            <a:lstStyle/>
            <a:p>
              <a:r>
                <a:rPr lang="en-US" sz="1130">
                  <a:solidFill>
                    <a:srgbClr val="202122"/>
                  </a:solidFill>
                  <a:latin typeface="Arial" panose="020B0604020202020204" pitchFamily="34" charset="0"/>
                </a:rPr>
                <a:t>†</a:t>
              </a:r>
              <a:endParaRPr lang="en-US" sz="1130"/>
            </a:p>
          </p:txBody>
        </p:sp>
        <p:sp>
          <p:nvSpPr>
            <p:cNvPr id="1735" name="TextBox 1734">
              <a:extLst>
                <a:ext uri="{FF2B5EF4-FFF2-40B4-BE49-F238E27FC236}">
                  <a16:creationId xmlns:a16="http://schemas.microsoft.com/office/drawing/2014/main" id="{55DA8D44-BF83-BAD4-13F7-B046103C8C2C}"/>
                </a:ext>
              </a:extLst>
            </p:cNvPr>
            <p:cNvSpPr txBox="1"/>
            <p:nvPr/>
          </p:nvSpPr>
          <p:spPr>
            <a:xfrm>
              <a:off x="4064754" y="3177040"/>
              <a:ext cx="197492" cy="271910"/>
            </a:xfrm>
            <a:prstGeom prst="rect">
              <a:avLst/>
            </a:prstGeom>
            <a:noFill/>
          </p:spPr>
          <p:txBody>
            <a:bodyPr wrap="square">
              <a:spAutoFit/>
            </a:bodyPr>
            <a:lstStyle/>
            <a:p>
              <a:r>
                <a:rPr lang="en-US" sz="1130" dirty="0">
                  <a:solidFill>
                    <a:srgbClr val="202122"/>
                  </a:solidFill>
                  <a:latin typeface="Arial" panose="020B0604020202020204" pitchFamily="34" charset="0"/>
                </a:rPr>
                <a:t>§</a:t>
              </a:r>
              <a:endParaRPr lang="en-US" sz="1130" dirty="0"/>
            </a:p>
          </p:txBody>
        </p:sp>
      </p:grpSp>
      <p:grpSp>
        <p:nvGrpSpPr>
          <p:cNvPr id="1736" name="Group 1735">
            <a:extLst>
              <a:ext uri="{FF2B5EF4-FFF2-40B4-BE49-F238E27FC236}">
                <a16:creationId xmlns:a16="http://schemas.microsoft.com/office/drawing/2014/main" id="{F7731FE1-723F-2E12-1382-A2F5975A64DA}"/>
              </a:ext>
            </a:extLst>
          </p:cNvPr>
          <p:cNvGrpSpPr/>
          <p:nvPr/>
        </p:nvGrpSpPr>
        <p:grpSpPr>
          <a:xfrm>
            <a:off x="2116033" y="243192"/>
            <a:ext cx="4325112" cy="121174"/>
            <a:chOff x="623497" y="2459273"/>
            <a:chExt cx="4325112" cy="121174"/>
          </a:xfrm>
        </p:grpSpPr>
        <p:grpSp>
          <p:nvGrpSpPr>
            <p:cNvPr id="1737" name="Group 1736">
              <a:extLst>
                <a:ext uri="{FF2B5EF4-FFF2-40B4-BE49-F238E27FC236}">
                  <a16:creationId xmlns:a16="http://schemas.microsoft.com/office/drawing/2014/main" id="{D35B55D3-A197-0E95-ECDD-77F5237BA72E}"/>
                </a:ext>
              </a:extLst>
            </p:cNvPr>
            <p:cNvGrpSpPr/>
            <p:nvPr/>
          </p:nvGrpSpPr>
          <p:grpSpPr>
            <a:xfrm rot="16200000">
              <a:off x="2726049" y="356721"/>
              <a:ext cx="120007" cy="4325112"/>
              <a:chOff x="76200" y="2346525"/>
              <a:chExt cx="127004" cy="2785953"/>
            </a:xfrm>
          </p:grpSpPr>
          <p:sp>
            <p:nvSpPr>
              <p:cNvPr id="1740" name="Freeform 885">
                <a:extLst>
                  <a:ext uri="{FF2B5EF4-FFF2-40B4-BE49-F238E27FC236}">
                    <a16:creationId xmlns:a16="http://schemas.microsoft.com/office/drawing/2014/main" id="{2C65FD9B-7F12-78F0-80AB-C19E3A2DDEA0}"/>
                  </a:ext>
                </a:extLst>
              </p:cNvPr>
              <p:cNvSpPr/>
              <p:nvPr/>
            </p:nvSpPr>
            <p:spPr>
              <a:xfrm>
                <a:off x="76200" y="2346525"/>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CAE0AB"/>
              </a:solidFill>
              <a:ln w="9525" cap="rnd">
                <a:noFill/>
                <a:prstDash val="solid"/>
                <a:round/>
              </a:ln>
            </p:spPr>
            <p:txBody>
              <a:bodyPr/>
              <a:lstStyle/>
              <a:p>
                <a:pPr algn="ctr"/>
                <a:endParaRPr lang="en-US" sz="1701"/>
              </a:p>
            </p:txBody>
          </p:sp>
          <p:sp>
            <p:nvSpPr>
              <p:cNvPr id="1741" name="Freeform 886">
                <a:extLst>
                  <a:ext uri="{FF2B5EF4-FFF2-40B4-BE49-F238E27FC236}">
                    <a16:creationId xmlns:a16="http://schemas.microsoft.com/office/drawing/2014/main" id="{B38FD0EA-6F4D-A5A5-5106-DEEB9FA01DA8}"/>
                  </a:ext>
                </a:extLst>
              </p:cNvPr>
              <p:cNvSpPr/>
              <p:nvPr/>
            </p:nvSpPr>
            <p:spPr>
              <a:xfrm>
                <a:off x="76200" y="2409919"/>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42" name="Freeform 887">
                <a:extLst>
                  <a:ext uri="{FF2B5EF4-FFF2-40B4-BE49-F238E27FC236}">
                    <a16:creationId xmlns:a16="http://schemas.microsoft.com/office/drawing/2014/main" id="{59CA3564-4F6D-B05F-50FC-EBD828D94620}"/>
                  </a:ext>
                </a:extLst>
              </p:cNvPr>
              <p:cNvSpPr/>
              <p:nvPr/>
            </p:nvSpPr>
            <p:spPr>
              <a:xfrm>
                <a:off x="76200" y="2473188"/>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43" name="Freeform 888">
                <a:extLst>
                  <a:ext uri="{FF2B5EF4-FFF2-40B4-BE49-F238E27FC236}">
                    <a16:creationId xmlns:a16="http://schemas.microsoft.com/office/drawing/2014/main" id="{3E146497-9192-F43F-2146-0BFC7A6AD844}"/>
                  </a:ext>
                </a:extLst>
              </p:cNvPr>
              <p:cNvSpPr/>
              <p:nvPr/>
            </p:nvSpPr>
            <p:spPr>
              <a:xfrm>
                <a:off x="76200" y="2536583"/>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44" name="Freeform 889">
                <a:extLst>
                  <a:ext uri="{FF2B5EF4-FFF2-40B4-BE49-F238E27FC236}">
                    <a16:creationId xmlns:a16="http://schemas.microsoft.com/office/drawing/2014/main" id="{FD55D794-4A68-E88F-B918-4FA4F95E240C}"/>
                  </a:ext>
                </a:extLst>
              </p:cNvPr>
              <p:cNvSpPr/>
              <p:nvPr/>
            </p:nvSpPr>
            <p:spPr>
              <a:xfrm>
                <a:off x="76200" y="2599851"/>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45" name="Freeform 890">
                <a:extLst>
                  <a:ext uri="{FF2B5EF4-FFF2-40B4-BE49-F238E27FC236}">
                    <a16:creationId xmlns:a16="http://schemas.microsoft.com/office/drawing/2014/main" id="{FB8D2160-79F0-15E7-E353-F1D0C804343C}"/>
                  </a:ext>
                </a:extLst>
              </p:cNvPr>
              <p:cNvSpPr/>
              <p:nvPr/>
            </p:nvSpPr>
            <p:spPr>
              <a:xfrm>
                <a:off x="76200" y="2663119"/>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46" name="Freeform 891">
                <a:extLst>
                  <a:ext uri="{FF2B5EF4-FFF2-40B4-BE49-F238E27FC236}">
                    <a16:creationId xmlns:a16="http://schemas.microsoft.com/office/drawing/2014/main" id="{60AC8B24-59B5-AAF8-4227-2CB4C940142B}"/>
                  </a:ext>
                </a:extLst>
              </p:cNvPr>
              <p:cNvSpPr/>
              <p:nvPr/>
            </p:nvSpPr>
            <p:spPr>
              <a:xfrm>
                <a:off x="76200" y="2726514"/>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47" name="Freeform 892">
                <a:extLst>
                  <a:ext uri="{FF2B5EF4-FFF2-40B4-BE49-F238E27FC236}">
                    <a16:creationId xmlns:a16="http://schemas.microsoft.com/office/drawing/2014/main" id="{B0366072-8562-E2CA-A278-B9E17C579C0E}"/>
                  </a:ext>
                </a:extLst>
              </p:cNvPr>
              <p:cNvSpPr/>
              <p:nvPr/>
            </p:nvSpPr>
            <p:spPr>
              <a:xfrm>
                <a:off x="76200" y="2789782"/>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48" name="Freeform 893">
                <a:extLst>
                  <a:ext uri="{FF2B5EF4-FFF2-40B4-BE49-F238E27FC236}">
                    <a16:creationId xmlns:a16="http://schemas.microsoft.com/office/drawing/2014/main" id="{6601FA5C-B585-C256-A5F8-93C7C40D6105}"/>
                  </a:ext>
                </a:extLst>
              </p:cNvPr>
              <p:cNvSpPr/>
              <p:nvPr/>
            </p:nvSpPr>
            <p:spPr>
              <a:xfrm>
                <a:off x="76200" y="2853050"/>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49" name="Freeform 894">
                <a:extLst>
                  <a:ext uri="{FF2B5EF4-FFF2-40B4-BE49-F238E27FC236}">
                    <a16:creationId xmlns:a16="http://schemas.microsoft.com/office/drawing/2014/main" id="{C400D1F0-70D3-A935-7892-7DDA0BDCD58F}"/>
                  </a:ext>
                </a:extLst>
              </p:cNvPr>
              <p:cNvSpPr/>
              <p:nvPr/>
            </p:nvSpPr>
            <p:spPr>
              <a:xfrm>
                <a:off x="76200" y="2916445"/>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50" name="Freeform 895">
                <a:extLst>
                  <a:ext uri="{FF2B5EF4-FFF2-40B4-BE49-F238E27FC236}">
                    <a16:creationId xmlns:a16="http://schemas.microsoft.com/office/drawing/2014/main" id="{4FD28572-C593-59B5-8591-1C37625D5491}"/>
                  </a:ext>
                </a:extLst>
              </p:cNvPr>
              <p:cNvSpPr/>
              <p:nvPr/>
            </p:nvSpPr>
            <p:spPr>
              <a:xfrm>
                <a:off x="76200" y="2979713"/>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51" name="Freeform 896">
                <a:extLst>
                  <a:ext uri="{FF2B5EF4-FFF2-40B4-BE49-F238E27FC236}">
                    <a16:creationId xmlns:a16="http://schemas.microsoft.com/office/drawing/2014/main" id="{A3817826-8604-A0CD-A0B7-F2C08D7C9D8E}"/>
                  </a:ext>
                </a:extLst>
              </p:cNvPr>
              <p:cNvSpPr/>
              <p:nvPr/>
            </p:nvSpPr>
            <p:spPr>
              <a:xfrm>
                <a:off x="76200" y="3043108"/>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F7F056"/>
              </a:solidFill>
              <a:ln w="9525" cap="rnd">
                <a:noFill/>
                <a:prstDash val="solid"/>
                <a:round/>
              </a:ln>
            </p:spPr>
            <p:txBody>
              <a:bodyPr/>
              <a:lstStyle/>
              <a:p>
                <a:pPr algn="ctr"/>
                <a:endParaRPr lang="en-US" sz="1701"/>
              </a:p>
            </p:txBody>
          </p:sp>
          <p:sp>
            <p:nvSpPr>
              <p:cNvPr id="1752" name="Freeform 897">
                <a:extLst>
                  <a:ext uri="{FF2B5EF4-FFF2-40B4-BE49-F238E27FC236}">
                    <a16:creationId xmlns:a16="http://schemas.microsoft.com/office/drawing/2014/main" id="{1CFDC6A4-EC9A-111E-4C58-E7D25FD35584}"/>
                  </a:ext>
                </a:extLst>
              </p:cNvPr>
              <p:cNvSpPr/>
              <p:nvPr/>
            </p:nvSpPr>
            <p:spPr>
              <a:xfrm>
                <a:off x="76200" y="3106376"/>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53" name="Freeform 898">
                <a:extLst>
                  <a:ext uri="{FF2B5EF4-FFF2-40B4-BE49-F238E27FC236}">
                    <a16:creationId xmlns:a16="http://schemas.microsoft.com/office/drawing/2014/main" id="{2D0EFB36-B911-0672-882D-935CE1F3FFA9}"/>
                  </a:ext>
                </a:extLst>
              </p:cNvPr>
              <p:cNvSpPr/>
              <p:nvPr/>
            </p:nvSpPr>
            <p:spPr>
              <a:xfrm>
                <a:off x="76200" y="3169645"/>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54" name="Freeform 899">
                <a:extLst>
                  <a:ext uri="{FF2B5EF4-FFF2-40B4-BE49-F238E27FC236}">
                    <a16:creationId xmlns:a16="http://schemas.microsoft.com/office/drawing/2014/main" id="{E661D6C8-991E-20E0-6AEA-11E92E0BC313}"/>
                  </a:ext>
                </a:extLst>
              </p:cNvPr>
              <p:cNvSpPr/>
              <p:nvPr/>
            </p:nvSpPr>
            <p:spPr>
              <a:xfrm>
                <a:off x="76200" y="3233039"/>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55" name="Freeform 900">
                <a:extLst>
                  <a:ext uri="{FF2B5EF4-FFF2-40B4-BE49-F238E27FC236}">
                    <a16:creationId xmlns:a16="http://schemas.microsoft.com/office/drawing/2014/main" id="{4A56CCD3-22F9-F90F-6E8B-F120B5CF69C8}"/>
                  </a:ext>
                </a:extLst>
              </p:cNvPr>
              <p:cNvSpPr/>
              <p:nvPr/>
            </p:nvSpPr>
            <p:spPr>
              <a:xfrm>
                <a:off x="76200" y="3296308"/>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1965B0"/>
              </a:solidFill>
              <a:ln w="9525" cap="rnd">
                <a:noFill/>
                <a:prstDash val="solid"/>
                <a:round/>
              </a:ln>
            </p:spPr>
            <p:txBody>
              <a:bodyPr/>
              <a:lstStyle/>
              <a:p>
                <a:pPr algn="ctr"/>
                <a:endParaRPr lang="en-US" sz="1701"/>
              </a:p>
            </p:txBody>
          </p:sp>
          <p:sp>
            <p:nvSpPr>
              <p:cNvPr id="1756" name="Freeform 901">
                <a:extLst>
                  <a:ext uri="{FF2B5EF4-FFF2-40B4-BE49-F238E27FC236}">
                    <a16:creationId xmlns:a16="http://schemas.microsoft.com/office/drawing/2014/main" id="{C8381CF7-CADD-6808-CEC3-15F574D5D34E}"/>
                  </a:ext>
                </a:extLst>
              </p:cNvPr>
              <p:cNvSpPr/>
              <p:nvPr/>
            </p:nvSpPr>
            <p:spPr>
              <a:xfrm>
                <a:off x="76200" y="3359702"/>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F7F056"/>
              </a:solidFill>
              <a:ln w="9525" cap="rnd">
                <a:noFill/>
                <a:prstDash val="solid"/>
                <a:round/>
              </a:ln>
            </p:spPr>
            <p:txBody>
              <a:bodyPr/>
              <a:lstStyle/>
              <a:p>
                <a:pPr algn="ctr"/>
                <a:endParaRPr lang="en-US" sz="1701"/>
              </a:p>
            </p:txBody>
          </p:sp>
          <p:sp>
            <p:nvSpPr>
              <p:cNvPr id="1757" name="Freeform 902">
                <a:extLst>
                  <a:ext uri="{FF2B5EF4-FFF2-40B4-BE49-F238E27FC236}">
                    <a16:creationId xmlns:a16="http://schemas.microsoft.com/office/drawing/2014/main" id="{467665A7-3EF3-4B08-61BE-48CB683496B1}"/>
                  </a:ext>
                </a:extLst>
              </p:cNvPr>
              <p:cNvSpPr/>
              <p:nvPr/>
            </p:nvSpPr>
            <p:spPr>
              <a:xfrm>
                <a:off x="76200" y="3422971"/>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F7F056"/>
              </a:solidFill>
              <a:ln w="9525" cap="rnd">
                <a:noFill/>
                <a:prstDash val="solid"/>
                <a:round/>
              </a:ln>
            </p:spPr>
            <p:txBody>
              <a:bodyPr/>
              <a:lstStyle/>
              <a:p>
                <a:pPr algn="ctr"/>
                <a:endParaRPr lang="en-US" sz="1701"/>
              </a:p>
            </p:txBody>
          </p:sp>
          <p:sp>
            <p:nvSpPr>
              <p:cNvPr id="1758" name="Freeform 903">
                <a:extLst>
                  <a:ext uri="{FF2B5EF4-FFF2-40B4-BE49-F238E27FC236}">
                    <a16:creationId xmlns:a16="http://schemas.microsoft.com/office/drawing/2014/main" id="{A819940D-87F2-7C53-BA3A-137EDA0A7E3A}"/>
                  </a:ext>
                </a:extLst>
              </p:cNvPr>
              <p:cNvSpPr/>
              <p:nvPr/>
            </p:nvSpPr>
            <p:spPr>
              <a:xfrm>
                <a:off x="76200" y="3486239"/>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DC050C"/>
              </a:solidFill>
              <a:ln w="9525" cap="rnd">
                <a:noFill/>
                <a:prstDash val="solid"/>
                <a:round/>
              </a:ln>
            </p:spPr>
            <p:txBody>
              <a:bodyPr/>
              <a:lstStyle/>
              <a:p>
                <a:pPr algn="ctr"/>
                <a:endParaRPr lang="en-US" sz="1701"/>
              </a:p>
            </p:txBody>
          </p:sp>
          <p:sp>
            <p:nvSpPr>
              <p:cNvPr id="1759" name="Freeform 904">
                <a:extLst>
                  <a:ext uri="{FF2B5EF4-FFF2-40B4-BE49-F238E27FC236}">
                    <a16:creationId xmlns:a16="http://schemas.microsoft.com/office/drawing/2014/main" id="{5864400C-10A4-1DA2-8457-0295213B7FE6}"/>
                  </a:ext>
                </a:extLst>
              </p:cNvPr>
              <p:cNvSpPr/>
              <p:nvPr/>
            </p:nvSpPr>
            <p:spPr>
              <a:xfrm>
                <a:off x="76200" y="3549634"/>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CAE0AB"/>
              </a:solidFill>
              <a:ln w="9525" cap="rnd">
                <a:noFill/>
                <a:prstDash val="solid"/>
                <a:round/>
              </a:ln>
            </p:spPr>
            <p:txBody>
              <a:bodyPr/>
              <a:lstStyle/>
              <a:p>
                <a:pPr algn="ctr"/>
                <a:endParaRPr lang="en-US" sz="1701"/>
              </a:p>
            </p:txBody>
          </p:sp>
          <p:sp>
            <p:nvSpPr>
              <p:cNvPr id="1760" name="Freeform 905">
                <a:extLst>
                  <a:ext uri="{FF2B5EF4-FFF2-40B4-BE49-F238E27FC236}">
                    <a16:creationId xmlns:a16="http://schemas.microsoft.com/office/drawing/2014/main" id="{DB773C5E-96BB-15F7-4B61-5958DED88A6E}"/>
                  </a:ext>
                </a:extLst>
              </p:cNvPr>
              <p:cNvSpPr/>
              <p:nvPr/>
            </p:nvSpPr>
            <p:spPr>
              <a:xfrm>
                <a:off x="76200" y="3612902"/>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61" name="Freeform 906">
                <a:extLst>
                  <a:ext uri="{FF2B5EF4-FFF2-40B4-BE49-F238E27FC236}">
                    <a16:creationId xmlns:a16="http://schemas.microsoft.com/office/drawing/2014/main" id="{6210F1CF-0B1A-E025-728F-13A095CBA29B}"/>
                  </a:ext>
                </a:extLst>
              </p:cNvPr>
              <p:cNvSpPr/>
              <p:nvPr/>
            </p:nvSpPr>
            <p:spPr>
              <a:xfrm>
                <a:off x="76200" y="3676170"/>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62" name="Freeform 907">
                <a:extLst>
                  <a:ext uri="{FF2B5EF4-FFF2-40B4-BE49-F238E27FC236}">
                    <a16:creationId xmlns:a16="http://schemas.microsoft.com/office/drawing/2014/main" id="{0D274308-3E99-A547-8A34-E8726A18C86C}"/>
                  </a:ext>
                </a:extLst>
              </p:cNvPr>
              <p:cNvSpPr/>
              <p:nvPr/>
            </p:nvSpPr>
            <p:spPr>
              <a:xfrm>
                <a:off x="76200" y="3739565"/>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DC050C"/>
              </a:solidFill>
              <a:ln w="9525" cap="rnd">
                <a:noFill/>
                <a:prstDash val="solid"/>
                <a:round/>
              </a:ln>
            </p:spPr>
            <p:txBody>
              <a:bodyPr/>
              <a:lstStyle/>
              <a:p>
                <a:pPr algn="ctr"/>
                <a:endParaRPr lang="en-US" sz="1701"/>
              </a:p>
            </p:txBody>
          </p:sp>
          <p:sp>
            <p:nvSpPr>
              <p:cNvPr id="1763" name="Freeform 910">
                <a:extLst>
                  <a:ext uri="{FF2B5EF4-FFF2-40B4-BE49-F238E27FC236}">
                    <a16:creationId xmlns:a16="http://schemas.microsoft.com/office/drawing/2014/main" id="{3206FBFA-640B-7543-C395-A5BB204053E4}"/>
                  </a:ext>
                </a:extLst>
              </p:cNvPr>
              <p:cNvSpPr/>
              <p:nvPr/>
            </p:nvSpPr>
            <p:spPr>
              <a:xfrm>
                <a:off x="76200" y="3929496"/>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DC050C"/>
              </a:solidFill>
              <a:ln w="9525" cap="rnd">
                <a:noFill/>
                <a:prstDash val="solid"/>
                <a:round/>
              </a:ln>
            </p:spPr>
            <p:txBody>
              <a:bodyPr/>
              <a:lstStyle/>
              <a:p>
                <a:pPr algn="ctr"/>
                <a:endParaRPr lang="en-US" sz="1701"/>
              </a:p>
            </p:txBody>
          </p:sp>
          <p:sp>
            <p:nvSpPr>
              <p:cNvPr id="1764" name="Freeform 912">
                <a:extLst>
                  <a:ext uri="{FF2B5EF4-FFF2-40B4-BE49-F238E27FC236}">
                    <a16:creationId xmlns:a16="http://schemas.microsoft.com/office/drawing/2014/main" id="{59062BA5-FF99-22E7-AC21-4C12A6298422}"/>
                  </a:ext>
                </a:extLst>
              </p:cNvPr>
              <p:cNvSpPr/>
              <p:nvPr/>
            </p:nvSpPr>
            <p:spPr>
              <a:xfrm>
                <a:off x="76200" y="4056159"/>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4EB265"/>
              </a:solidFill>
              <a:ln w="9525" cap="rnd">
                <a:noFill/>
                <a:prstDash val="solid"/>
                <a:round/>
              </a:ln>
            </p:spPr>
            <p:txBody>
              <a:bodyPr/>
              <a:lstStyle/>
              <a:p>
                <a:pPr algn="ctr"/>
                <a:endParaRPr lang="en-US" sz="1701"/>
              </a:p>
            </p:txBody>
          </p:sp>
          <p:sp>
            <p:nvSpPr>
              <p:cNvPr id="1765" name="Freeform 913">
                <a:extLst>
                  <a:ext uri="{FF2B5EF4-FFF2-40B4-BE49-F238E27FC236}">
                    <a16:creationId xmlns:a16="http://schemas.microsoft.com/office/drawing/2014/main" id="{F9FA1494-A771-C2A7-3D3B-6D497DB2794F}"/>
                  </a:ext>
                </a:extLst>
              </p:cNvPr>
              <p:cNvSpPr/>
              <p:nvPr/>
            </p:nvSpPr>
            <p:spPr>
              <a:xfrm>
                <a:off x="76200" y="4119428"/>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66" name="Freeform 914">
                <a:extLst>
                  <a:ext uri="{FF2B5EF4-FFF2-40B4-BE49-F238E27FC236}">
                    <a16:creationId xmlns:a16="http://schemas.microsoft.com/office/drawing/2014/main" id="{5FFFEEDD-36FD-358F-04B1-3134A3F15A68}"/>
                  </a:ext>
                </a:extLst>
              </p:cNvPr>
              <p:cNvSpPr/>
              <p:nvPr/>
            </p:nvSpPr>
            <p:spPr>
              <a:xfrm>
                <a:off x="76200" y="4182696"/>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67" name="Freeform 915">
                <a:extLst>
                  <a:ext uri="{FF2B5EF4-FFF2-40B4-BE49-F238E27FC236}">
                    <a16:creationId xmlns:a16="http://schemas.microsoft.com/office/drawing/2014/main" id="{EAD9B3BF-C937-4579-DBA0-D663BCE0A28B}"/>
                  </a:ext>
                </a:extLst>
              </p:cNvPr>
              <p:cNvSpPr/>
              <p:nvPr/>
            </p:nvSpPr>
            <p:spPr>
              <a:xfrm>
                <a:off x="76200" y="4246091"/>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68" name="Freeform 916">
                <a:extLst>
                  <a:ext uri="{FF2B5EF4-FFF2-40B4-BE49-F238E27FC236}">
                    <a16:creationId xmlns:a16="http://schemas.microsoft.com/office/drawing/2014/main" id="{79391570-AFCE-5062-CFD8-8C1BB967F813}"/>
                  </a:ext>
                </a:extLst>
              </p:cNvPr>
              <p:cNvSpPr/>
              <p:nvPr/>
            </p:nvSpPr>
            <p:spPr>
              <a:xfrm>
                <a:off x="76200" y="4309359"/>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69" name="Freeform 917">
                <a:extLst>
                  <a:ext uri="{FF2B5EF4-FFF2-40B4-BE49-F238E27FC236}">
                    <a16:creationId xmlns:a16="http://schemas.microsoft.com/office/drawing/2014/main" id="{E19C572A-1B4B-A0A7-8ADB-F613471D45EE}"/>
                  </a:ext>
                </a:extLst>
              </p:cNvPr>
              <p:cNvSpPr/>
              <p:nvPr/>
            </p:nvSpPr>
            <p:spPr>
              <a:xfrm>
                <a:off x="76200" y="4372754"/>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70" name="Freeform 918">
                <a:extLst>
                  <a:ext uri="{FF2B5EF4-FFF2-40B4-BE49-F238E27FC236}">
                    <a16:creationId xmlns:a16="http://schemas.microsoft.com/office/drawing/2014/main" id="{B20E6E91-68F6-C3B3-7361-B63DE9034019}"/>
                  </a:ext>
                </a:extLst>
              </p:cNvPr>
              <p:cNvSpPr/>
              <p:nvPr/>
            </p:nvSpPr>
            <p:spPr>
              <a:xfrm>
                <a:off x="76200" y="4436022"/>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71" name="Freeform 919">
                <a:extLst>
                  <a:ext uri="{FF2B5EF4-FFF2-40B4-BE49-F238E27FC236}">
                    <a16:creationId xmlns:a16="http://schemas.microsoft.com/office/drawing/2014/main" id="{FE80CCD7-B421-4FAE-8436-3C2E68691705}"/>
                  </a:ext>
                </a:extLst>
              </p:cNvPr>
              <p:cNvSpPr/>
              <p:nvPr/>
            </p:nvSpPr>
            <p:spPr>
              <a:xfrm>
                <a:off x="76200" y="4499290"/>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72" name="Freeform 920">
                <a:extLst>
                  <a:ext uri="{FF2B5EF4-FFF2-40B4-BE49-F238E27FC236}">
                    <a16:creationId xmlns:a16="http://schemas.microsoft.com/office/drawing/2014/main" id="{4EED4B64-851F-2BE4-CAA1-DA2A48598275}"/>
                  </a:ext>
                </a:extLst>
              </p:cNvPr>
              <p:cNvSpPr/>
              <p:nvPr/>
            </p:nvSpPr>
            <p:spPr>
              <a:xfrm>
                <a:off x="76200" y="4562685"/>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73" name="Freeform 921">
                <a:extLst>
                  <a:ext uri="{FF2B5EF4-FFF2-40B4-BE49-F238E27FC236}">
                    <a16:creationId xmlns:a16="http://schemas.microsoft.com/office/drawing/2014/main" id="{0FFDB143-3C0B-8429-C860-22E0C3590EA3}"/>
                  </a:ext>
                </a:extLst>
              </p:cNvPr>
              <p:cNvSpPr/>
              <p:nvPr/>
            </p:nvSpPr>
            <p:spPr>
              <a:xfrm>
                <a:off x="76200" y="4625953"/>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74" name="Freeform 922">
                <a:extLst>
                  <a:ext uri="{FF2B5EF4-FFF2-40B4-BE49-F238E27FC236}">
                    <a16:creationId xmlns:a16="http://schemas.microsoft.com/office/drawing/2014/main" id="{404830FC-DBC9-12D0-6FA5-918B4CF1A636}"/>
                  </a:ext>
                </a:extLst>
              </p:cNvPr>
              <p:cNvSpPr/>
              <p:nvPr/>
            </p:nvSpPr>
            <p:spPr>
              <a:xfrm>
                <a:off x="76200" y="4689221"/>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75" name="Freeform 923">
                <a:extLst>
                  <a:ext uri="{FF2B5EF4-FFF2-40B4-BE49-F238E27FC236}">
                    <a16:creationId xmlns:a16="http://schemas.microsoft.com/office/drawing/2014/main" id="{F99E40A8-817F-C959-2261-F6705155B24C}"/>
                  </a:ext>
                </a:extLst>
              </p:cNvPr>
              <p:cNvSpPr/>
              <p:nvPr/>
            </p:nvSpPr>
            <p:spPr>
              <a:xfrm>
                <a:off x="76200" y="4752616"/>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7BAFDE"/>
              </a:solidFill>
              <a:ln w="9525" cap="rnd">
                <a:noFill/>
                <a:prstDash val="solid"/>
                <a:round/>
              </a:ln>
            </p:spPr>
            <p:txBody>
              <a:bodyPr/>
              <a:lstStyle/>
              <a:p>
                <a:pPr algn="ctr"/>
                <a:endParaRPr lang="en-US" sz="1701"/>
              </a:p>
            </p:txBody>
          </p:sp>
          <p:sp>
            <p:nvSpPr>
              <p:cNvPr id="1776" name="Freeform 924">
                <a:extLst>
                  <a:ext uri="{FF2B5EF4-FFF2-40B4-BE49-F238E27FC236}">
                    <a16:creationId xmlns:a16="http://schemas.microsoft.com/office/drawing/2014/main" id="{15ECE41B-CCF7-2180-251D-B35D1F25F5F4}"/>
                  </a:ext>
                </a:extLst>
              </p:cNvPr>
              <p:cNvSpPr/>
              <p:nvPr/>
            </p:nvSpPr>
            <p:spPr>
              <a:xfrm>
                <a:off x="76200" y="4815884"/>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4EB265"/>
              </a:solidFill>
              <a:ln w="9525" cap="rnd">
                <a:noFill/>
                <a:prstDash val="solid"/>
                <a:round/>
              </a:ln>
            </p:spPr>
            <p:txBody>
              <a:bodyPr/>
              <a:lstStyle/>
              <a:p>
                <a:pPr algn="ctr"/>
                <a:endParaRPr lang="en-US" sz="1701"/>
              </a:p>
            </p:txBody>
          </p:sp>
          <p:sp>
            <p:nvSpPr>
              <p:cNvPr id="1777" name="Freeform 925">
                <a:extLst>
                  <a:ext uri="{FF2B5EF4-FFF2-40B4-BE49-F238E27FC236}">
                    <a16:creationId xmlns:a16="http://schemas.microsoft.com/office/drawing/2014/main" id="{13B10B16-4289-4870-2F4C-7F7D83CE65A9}"/>
                  </a:ext>
                </a:extLst>
              </p:cNvPr>
              <p:cNvSpPr/>
              <p:nvPr/>
            </p:nvSpPr>
            <p:spPr>
              <a:xfrm>
                <a:off x="76200" y="4879279"/>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4EB265"/>
              </a:solidFill>
              <a:ln w="9525" cap="rnd">
                <a:noFill/>
                <a:prstDash val="solid"/>
                <a:round/>
              </a:ln>
            </p:spPr>
            <p:txBody>
              <a:bodyPr/>
              <a:lstStyle/>
              <a:p>
                <a:pPr algn="ctr"/>
                <a:endParaRPr lang="en-US" sz="1701"/>
              </a:p>
            </p:txBody>
          </p:sp>
          <p:sp>
            <p:nvSpPr>
              <p:cNvPr id="1778" name="Freeform 926">
                <a:extLst>
                  <a:ext uri="{FF2B5EF4-FFF2-40B4-BE49-F238E27FC236}">
                    <a16:creationId xmlns:a16="http://schemas.microsoft.com/office/drawing/2014/main" id="{C51B55FA-6DF7-6D15-7A61-696D6D9A6C57}"/>
                  </a:ext>
                </a:extLst>
              </p:cNvPr>
              <p:cNvSpPr/>
              <p:nvPr/>
            </p:nvSpPr>
            <p:spPr>
              <a:xfrm>
                <a:off x="76200" y="4942547"/>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4EB265"/>
              </a:solidFill>
              <a:ln w="9525" cap="rnd">
                <a:noFill/>
                <a:prstDash val="solid"/>
                <a:round/>
              </a:ln>
            </p:spPr>
            <p:txBody>
              <a:bodyPr/>
              <a:lstStyle/>
              <a:p>
                <a:pPr algn="ctr"/>
                <a:endParaRPr lang="en-US" sz="1701"/>
              </a:p>
            </p:txBody>
          </p:sp>
          <p:sp>
            <p:nvSpPr>
              <p:cNvPr id="1779" name="Freeform 927">
                <a:extLst>
                  <a:ext uri="{FF2B5EF4-FFF2-40B4-BE49-F238E27FC236}">
                    <a16:creationId xmlns:a16="http://schemas.microsoft.com/office/drawing/2014/main" id="{D0EE3FBB-1CB2-8A10-35C1-7B077A6F44F2}"/>
                  </a:ext>
                </a:extLst>
              </p:cNvPr>
              <p:cNvSpPr/>
              <p:nvPr/>
            </p:nvSpPr>
            <p:spPr>
              <a:xfrm>
                <a:off x="76200" y="5005816"/>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4EB265"/>
              </a:solidFill>
              <a:ln w="9525" cap="rnd">
                <a:noFill/>
                <a:prstDash val="solid"/>
                <a:round/>
              </a:ln>
            </p:spPr>
            <p:txBody>
              <a:bodyPr/>
              <a:lstStyle/>
              <a:p>
                <a:pPr algn="ctr"/>
                <a:endParaRPr lang="en-US" sz="1701"/>
              </a:p>
            </p:txBody>
          </p:sp>
          <p:sp>
            <p:nvSpPr>
              <p:cNvPr id="1780" name="Freeform 928">
                <a:extLst>
                  <a:ext uri="{FF2B5EF4-FFF2-40B4-BE49-F238E27FC236}">
                    <a16:creationId xmlns:a16="http://schemas.microsoft.com/office/drawing/2014/main" id="{509B4B60-A9C1-5A2A-706C-F0F3E8DC83C4}"/>
                  </a:ext>
                </a:extLst>
              </p:cNvPr>
              <p:cNvSpPr/>
              <p:nvPr/>
            </p:nvSpPr>
            <p:spPr>
              <a:xfrm>
                <a:off x="76200" y="5069210"/>
                <a:ext cx="127000" cy="6326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rgbClr val="4EB265"/>
              </a:solidFill>
              <a:ln w="9525" cap="rnd">
                <a:noFill/>
                <a:prstDash val="solid"/>
                <a:round/>
              </a:ln>
            </p:spPr>
            <p:txBody>
              <a:bodyPr/>
              <a:lstStyle/>
              <a:p>
                <a:pPr algn="ctr"/>
                <a:endParaRPr lang="en-US" sz="1701"/>
              </a:p>
            </p:txBody>
          </p:sp>
          <p:sp>
            <p:nvSpPr>
              <p:cNvPr id="1781" name="Freeform 911">
                <a:extLst>
                  <a:ext uri="{FF2B5EF4-FFF2-40B4-BE49-F238E27FC236}">
                    <a16:creationId xmlns:a16="http://schemas.microsoft.com/office/drawing/2014/main" id="{2771B027-420B-28AC-4295-A380363E366E}"/>
                  </a:ext>
                </a:extLst>
              </p:cNvPr>
              <p:cNvSpPr/>
              <p:nvPr/>
            </p:nvSpPr>
            <p:spPr>
              <a:xfrm>
                <a:off x="76204" y="3988987"/>
                <a:ext cx="127000" cy="70222"/>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chemeClr val="tx1"/>
              </a:solidFill>
              <a:ln w="6350" cap="rnd">
                <a:noFill/>
                <a:prstDash val="solid"/>
                <a:round/>
              </a:ln>
            </p:spPr>
            <p:txBody>
              <a:bodyPr/>
              <a:lstStyle/>
              <a:p>
                <a:pPr algn="ctr"/>
                <a:endParaRPr lang="en-US" sz="1701"/>
              </a:p>
            </p:txBody>
          </p:sp>
        </p:grpSp>
        <p:sp>
          <p:nvSpPr>
            <p:cNvPr id="1738" name="Freeform 907">
              <a:extLst>
                <a:ext uri="{FF2B5EF4-FFF2-40B4-BE49-F238E27FC236}">
                  <a16:creationId xmlns:a16="http://schemas.microsoft.com/office/drawing/2014/main" id="{061C8C9E-A9FB-DC88-09D8-F24EAB45C03C}"/>
                </a:ext>
              </a:extLst>
            </p:cNvPr>
            <p:cNvSpPr/>
            <p:nvPr/>
          </p:nvSpPr>
          <p:spPr>
            <a:xfrm rot="16200000">
              <a:off x="2872785" y="2470273"/>
              <a:ext cx="121170" cy="99178"/>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chemeClr val="tx1"/>
            </a:solidFill>
            <a:ln w="9525" cap="rnd">
              <a:noFill/>
              <a:prstDash val="solid"/>
              <a:round/>
            </a:ln>
          </p:spPr>
          <p:txBody>
            <a:bodyPr/>
            <a:lstStyle/>
            <a:p>
              <a:pPr algn="ctr"/>
              <a:endParaRPr lang="en-US" sz="1701"/>
            </a:p>
          </p:txBody>
        </p:sp>
        <p:sp>
          <p:nvSpPr>
            <p:cNvPr id="1739" name="Freeform 907">
              <a:extLst>
                <a:ext uri="{FF2B5EF4-FFF2-40B4-BE49-F238E27FC236}">
                  <a16:creationId xmlns:a16="http://schemas.microsoft.com/office/drawing/2014/main" id="{D2CBE790-5A9A-578D-62C5-4EFBA2617FAF}"/>
                </a:ext>
              </a:extLst>
            </p:cNvPr>
            <p:cNvSpPr/>
            <p:nvPr/>
          </p:nvSpPr>
          <p:spPr>
            <a:xfrm rot="16200000">
              <a:off x="2971912" y="2469367"/>
              <a:ext cx="121172" cy="100985"/>
            </a:xfrm>
            <a:custGeom>
              <a:avLst/>
              <a:gdLst>
                <a:gd name="csX0" fmla="*/ 0 w 127000"/>
                <a:gd name="csY0" fmla="*/ 0 h 63268"/>
                <a:gd name="csX1" fmla="*/ 127000 w 127000"/>
                <a:gd name="csY1" fmla="*/ 0 h 63268"/>
                <a:gd name="csX2" fmla="*/ 127000 w 127000"/>
                <a:gd name="csY2" fmla="*/ 63268 h 63268"/>
                <a:gd name="csX3" fmla="*/ 0 w 127000"/>
                <a:gd name="csY3" fmla="*/ 63268 h 63268"/>
              </a:gdLst>
              <a:ahLst/>
              <a:cxnLst>
                <a:cxn ang="0">
                  <a:pos x="csX0" y="csY0"/>
                </a:cxn>
                <a:cxn ang="0">
                  <a:pos x="csX1" y="csY1"/>
                </a:cxn>
                <a:cxn ang="0">
                  <a:pos x="csX2" y="csY2"/>
                </a:cxn>
                <a:cxn ang="0">
                  <a:pos x="csX3" y="csY3"/>
                </a:cxn>
              </a:cxnLst>
              <a:rect l="l" t="t" r="r" b="b"/>
              <a:pathLst>
                <a:path w="127000" h="63268">
                  <a:moveTo>
                    <a:pt x="0" y="0"/>
                  </a:moveTo>
                  <a:lnTo>
                    <a:pt x="127000" y="0"/>
                  </a:lnTo>
                  <a:lnTo>
                    <a:pt x="127000" y="63268"/>
                  </a:lnTo>
                  <a:lnTo>
                    <a:pt x="0" y="63268"/>
                  </a:lnTo>
                  <a:close/>
                </a:path>
              </a:pathLst>
            </a:custGeom>
            <a:solidFill>
              <a:schemeClr val="tx1"/>
            </a:solidFill>
            <a:ln w="9525" cap="rnd">
              <a:noFill/>
              <a:prstDash val="solid"/>
              <a:round/>
            </a:ln>
          </p:spPr>
          <p:txBody>
            <a:bodyPr/>
            <a:lstStyle/>
            <a:p>
              <a:pPr algn="ctr"/>
              <a:endParaRPr lang="en-US" sz="1701"/>
            </a:p>
          </p:txBody>
        </p:sp>
      </p:grpSp>
      <p:sp>
        <p:nvSpPr>
          <p:cNvPr id="1806" name="TextBox 1805">
            <a:extLst>
              <a:ext uri="{FF2B5EF4-FFF2-40B4-BE49-F238E27FC236}">
                <a16:creationId xmlns:a16="http://schemas.microsoft.com/office/drawing/2014/main" id="{78A00C3C-2FCC-2FC9-D97F-52424CBB74C2}"/>
              </a:ext>
            </a:extLst>
          </p:cNvPr>
          <p:cNvSpPr txBox="1"/>
          <p:nvPr/>
        </p:nvSpPr>
        <p:spPr>
          <a:xfrm>
            <a:off x="2131804" y="-37"/>
            <a:ext cx="4308135" cy="266868"/>
          </a:xfrm>
          <a:prstGeom prst="rect">
            <a:avLst/>
          </a:prstGeom>
          <a:noFill/>
        </p:spPr>
        <p:txBody>
          <a:bodyPr wrap="square" rtlCol="0">
            <a:spAutoFit/>
          </a:bodyPr>
          <a:lstStyle/>
          <a:p>
            <a:pPr algn="ctr"/>
            <a:r>
              <a:rPr lang="en-US" sz="1134" b="1" dirty="0">
                <a:ln/>
                <a:solidFill>
                  <a:srgbClr val="000000"/>
                </a:solidFill>
                <a:latin typeface="Arial"/>
                <a:cs typeface="Arial"/>
                <a:sym typeface="Arial"/>
                <a:rtl val="0"/>
              </a:rPr>
              <a:t>DEGs</a:t>
            </a:r>
          </a:p>
        </p:txBody>
      </p:sp>
      <p:sp>
        <p:nvSpPr>
          <p:cNvPr id="2375" name="TextBox 2374">
            <a:extLst>
              <a:ext uri="{FF2B5EF4-FFF2-40B4-BE49-F238E27FC236}">
                <a16:creationId xmlns:a16="http://schemas.microsoft.com/office/drawing/2014/main" id="{955EA145-E32F-1196-D8E6-0B9CAC5CA055}"/>
              </a:ext>
            </a:extLst>
          </p:cNvPr>
          <p:cNvSpPr txBox="1"/>
          <p:nvPr/>
        </p:nvSpPr>
        <p:spPr>
          <a:xfrm>
            <a:off x="1845642" y="-29116"/>
            <a:ext cx="303288" cy="325025"/>
          </a:xfrm>
          <a:prstGeom prst="rect">
            <a:avLst/>
          </a:prstGeom>
          <a:noFill/>
        </p:spPr>
        <p:txBody>
          <a:bodyPr wrap="square" rtlCol="0">
            <a:spAutoFit/>
          </a:bodyPr>
          <a:lstStyle/>
          <a:p>
            <a:pPr algn="ctr"/>
            <a:r>
              <a:rPr lang="en-US" sz="1512" dirty="0">
                <a:latin typeface="Arial" panose="020B0604020202020204" pitchFamily="34" charset="0"/>
                <a:cs typeface="Arial" panose="020B0604020202020204" pitchFamily="34" charset="0"/>
              </a:rPr>
              <a:t>B</a:t>
            </a:r>
          </a:p>
        </p:txBody>
      </p:sp>
      <p:sp>
        <p:nvSpPr>
          <p:cNvPr id="2378" name="Rectangle 2377">
            <a:extLst>
              <a:ext uri="{FF2B5EF4-FFF2-40B4-BE49-F238E27FC236}">
                <a16:creationId xmlns:a16="http://schemas.microsoft.com/office/drawing/2014/main" id="{AD7E3644-1992-4FFA-7274-A375A1B187D3}"/>
              </a:ext>
            </a:extLst>
          </p:cNvPr>
          <p:cNvSpPr/>
          <p:nvPr/>
        </p:nvSpPr>
        <p:spPr>
          <a:xfrm>
            <a:off x="4991548" y="6497619"/>
            <a:ext cx="1437566" cy="1290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Schematic</a:t>
            </a:r>
          </a:p>
        </p:txBody>
      </p:sp>
      <p:cxnSp>
        <p:nvCxnSpPr>
          <p:cNvPr id="2380" name="Straight Connector 2379">
            <a:extLst>
              <a:ext uri="{FF2B5EF4-FFF2-40B4-BE49-F238E27FC236}">
                <a16:creationId xmlns:a16="http://schemas.microsoft.com/office/drawing/2014/main" id="{26FDCD51-2F42-CD71-D527-AD1A160078AE}"/>
              </a:ext>
            </a:extLst>
          </p:cNvPr>
          <p:cNvCxnSpPr>
            <a:cxnSpLocks/>
          </p:cNvCxnSpPr>
          <p:nvPr/>
        </p:nvCxnSpPr>
        <p:spPr>
          <a:xfrm>
            <a:off x="1880016" y="0"/>
            <a:ext cx="0" cy="2052864"/>
          </a:xfrm>
          <a:prstGeom prst="line">
            <a:avLst/>
          </a:prstGeom>
        </p:spPr>
        <p:style>
          <a:lnRef idx="2">
            <a:schemeClr val="dk1"/>
          </a:lnRef>
          <a:fillRef idx="0">
            <a:schemeClr val="dk1"/>
          </a:fillRef>
          <a:effectRef idx="1">
            <a:schemeClr val="dk1"/>
          </a:effectRef>
          <a:fontRef idx="minor">
            <a:schemeClr val="tx1"/>
          </a:fontRef>
        </p:style>
      </p:cxnSp>
      <p:cxnSp>
        <p:nvCxnSpPr>
          <p:cNvPr id="2382" name="Straight Connector 2381">
            <a:extLst>
              <a:ext uri="{FF2B5EF4-FFF2-40B4-BE49-F238E27FC236}">
                <a16:creationId xmlns:a16="http://schemas.microsoft.com/office/drawing/2014/main" id="{44B981FA-10F0-3D40-2BF6-46FC68591485}"/>
              </a:ext>
            </a:extLst>
          </p:cNvPr>
          <p:cNvCxnSpPr>
            <a:cxnSpLocks/>
          </p:cNvCxnSpPr>
          <p:nvPr/>
        </p:nvCxnSpPr>
        <p:spPr>
          <a:xfrm flipH="1">
            <a:off x="1880016" y="2052864"/>
            <a:ext cx="2150964" cy="0"/>
          </a:xfrm>
          <a:prstGeom prst="line">
            <a:avLst/>
          </a:prstGeom>
        </p:spPr>
        <p:style>
          <a:lnRef idx="2">
            <a:schemeClr val="dk1"/>
          </a:lnRef>
          <a:fillRef idx="0">
            <a:schemeClr val="dk1"/>
          </a:fillRef>
          <a:effectRef idx="1">
            <a:schemeClr val="dk1"/>
          </a:effectRef>
          <a:fontRef idx="minor">
            <a:schemeClr val="tx1"/>
          </a:fontRef>
        </p:style>
      </p:cxnSp>
      <p:cxnSp>
        <p:nvCxnSpPr>
          <p:cNvPr id="2385" name="Straight Connector 2384">
            <a:extLst>
              <a:ext uri="{FF2B5EF4-FFF2-40B4-BE49-F238E27FC236}">
                <a16:creationId xmlns:a16="http://schemas.microsoft.com/office/drawing/2014/main" id="{36F73F32-9301-BF99-1274-DC55A07EA2F7}"/>
              </a:ext>
            </a:extLst>
          </p:cNvPr>
          <p:cNvCxnSpPr>
            <a:cxnSpLocks/>
          </p:cNvCxnSpPr>
          <p:nvPr/>
        </p:nvCxnSpPr>
        <p:spPr>
          <a:xfrm flipH="1" flipV="1">
            <a:off x="4030980" y="2052864"/>
            <a:ext cx="0" cy="1726656"/>
          </a:xfrm>
          <a:prstGeom prst="line">
            <a:avLst/>
          </a:prstGeom>
        </p:spPr>
        <p:style>
          <a:lnRef idx="2">
            <a:schemeClr val="dk1"/>
          </a:lnRef>
          <a:fillRef idx="0">
            <a:schemeClr val="dk1"/>
          </a:fillRef>
          <a:effectRef idx="1">
            <a:schemeClr val="dk1"/>
          </a:effectRef>
          <a:fontRef idx="minor">
            <a:schemeClr val="tx1"/>
          </a:fontRef>
        </p:style>
      </p:cxnSp>
      <p:cxnSp>
        <p:nvCxnSpPr>
          <p:cNvPr id="2388" name="Straight Connector 2387">
            <a:extLst>
              <a:ext uri="{FF2B5EF4-FFF2-40B4-BE49-F238E27FC236}">
                <a16:creationId xmlns:a16="http://schemas.microsoft.com/office/drawing/2014/main" id="{636813C4-EF2E-DD71-748C-EC69A1CCAFD3}"/>
              </a:ext>
            </a:extLst>
          </p:cNvPr>
          <p:cNvCxnSpPr>
            <a:cxnSpLocks/>
          </p:cNvCxnSpPr>
          <p:nvPr/>
        </p:nvCxnSpPr>
        <p:spPr>
          <a:xfrm>
            <a:off x="4030980" y="3779520"/>
            <a:ext cx="2449195" cy="0"/>
          </a:xfrm>
          <a:prstGeom prst="line">
            <a:avLst/>
          </a:prstGeom>
        </p:spPr>
        <p:style>
          <a:lnRef idx="2">
            <a:schemeClr val="dk1"/>
          </a:lnRef>
          <a:fillRef idx="0">
            <a:schemeClr val="dk1"/>
          </a:fillRef>
          <a:effectRef idx="1">
            <a:schemeClr val="dk1"/>
          </a:effectRef>
          <a:fontRef idx="minor">
            <a:schemeClr val="tx1"/>
          </a:fontRef>
        </p:style>
      </p:cxnSp>
      <p:sp>
        <p:nvSpPr>
          <p:cNvPr id="2399" name="TextBox 2398">
            <a:extLst>
              <a:ext uri="{FF2B5EF4-FFF2-40B4-BE49-F238E27FC236}">
                <a16:creationId xmlns:a16="http://schemas.microsoft.com/office/drawing/2014/main" id="{C5C489AC-066D-CAC8-FBBE-DC925A8B2B07}"/>
              </a:ext>
            </a:extLst>
          </p:cNvPr>
          <p:cNvSpPr txBox="1"/>
          <p:nvPr/>
        </p:nvSpPr>
        <p:spPr>
          <a:xfrm>
            <a:off x="1712342" y="6325981"/>
            <a:ext cx="335349"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G</a:t>
            </a:r>
          </a:p>
        </p:txBody>
      </p:sp>
      <p:sp>
        <p:nvSpPr>
          <p:cNvPr id="2401" name="TextBox 2400">
            <a:extLst>
              <a:ext uri="{FF2B5EF4-FFF2-40B4-BE49-F238E27FC236}">
                <a16:creationId xmlns:a16="http://schemas.microsoft.com/office/drawing/2014/main" id="{771B184C-C5D8-D46C-55E8-892353B602D6}"/>
              </a:ext>
            </a:extLst>
          </p:cNvPr>
          <p:cNvSpPr txBox="1"/>
          <p:nvPr/>
        </p:nvSpPr>
        <p:spPr>
          <a:xfrm>
            <a:off x="3137377" y="6325980"/>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H</a:t>
            </a:r>
          </a:p>
        </p:txBody>
      </p:sp>
    </p:spTree>
    <p:extLst>
      <p:ext uri="{BB962C8B-B14F-4D97-AF65-F5344CB8AC3E}">
        <p14:creationId xmlns:p14="http://schemas.microsoft.com/office/powerpoint/2010/main" val="2082587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A1E60B-96F4-0AAE-A8A7-00242C14B878}"/>
              </a:ext>
            </a:extLst>
          </p:cNvPr>
          <p:cNvSpPr txBox="1"/>
          <p:nvPr/>
        </p:nvSpPr>
        <p:spPr>
          <a:xfrm>
            <a:off x="0" y="304800"/>
            <a:ext cx="6480175" cy="3231654"/>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Fig.4. Radial glial cells undergo changes in transcriptome and subtype composition over the course of sex change. (A) Brain aromatase (</a:t>
            </a:r>
            <a:r>
              <a:rPr lang="en-US" sz="1200" i="1" dirty="0">
                <a:latin typeface="Arial" panose="020B0604020202020204" pitchFamily="34" charset="0"/>
                <a:cs typeface="Arial" panose="020B0604020202020204" pitchFamily="34" charset="0"/>
              </a:rPr>
              <a:t>cyp19a1b</a:t>
            </a:r>
            <a:r>
              <a:rPr lang="en-US" sz="1200" dirty="0">
                <a:latin typeface="Arial" panose="020B0604020202020204" pitchFamily="34" charset="0"/>
                <a:cs typeface="Arial" panose="020B0604020202020204" pitchFamily="34" charset="0"/>
              </a:rPr>
              <a:t>) expression in 1_RGC. (B) A heatmap showing all DEGs by phase in 1_RGC. Cells are colored by z-score of the mean expression for each phase. The top bar indicates the classification for how each gene changes sex, and the symbols below the matrix indicate what kind of gene each DEG is. (C) UMAP showing </a:t>
            </a:r>
            <a:r>
              <a:rPr lang="en-US" sz="1200" dirty="0" err="1">
                <a:latin typeface="Arial" panose="020B0604020202020204" pitchFamily="34" charset="0"/>
                <a:cs typeface="Arial" panose="020B0604020202020204" pitchFamily="34" charset="0"/>
              </a:rPr>
              <a:t>subclustering</a:t>
            </a:r>
            <a:r>
              <a:rPr lang="en-US" sz="1200" dirty="0">
                <a:latin typeface="Arial" panose="020B0604020202020204" pitchFamily="34" charset="0"/>
                <a:cs typeface="Arial" panose="020B0604020202020204" pitchFamily="34" charset="0"/>
              </a:rPr>
              <a:t> of 1_RGC. (D) Mean </a:t>
            </a:r>
            <a:r>
              <a:rPr lang="en-US" sz="1200" dirty="0" err="1">
                <a:latin typeface="Arial" panose="020B0604020202020204" pitchFamily="34" charset="0"/>
                <a:cs typeface="Arial" panose="020B0604020202020204" pitchFamily="34" charset="0"/>
              </a:rPr>
              <a:t>CytoTRACE</a:t>
            </a:r>
            <a:r>
              <a:rPr lang="en-US" sz="1200" dirty="0">
                <a:latin typeface="Arial" panose="020B0604020202020204" pitchFamily="34" charset="0"/>
                <a:cs typeface="Arial" panose="020B0604020202020204" pitchFamily="34" charset="0"/>
              </a:rPr>
              <a:t> score for each individual by subcluster. A higher score indicates a less mature cell type. Significance is indicated by letters, subclusters who do not share a letter are significantly different from </a:t>
            </a:r>
            <a:r>
              <a:rPr lang="en-US" sz="1200" dirty="0" err="1">
                <a:latin typeface="Arial" panose="020B0604020202020204" pitchFamily="34" charset="0"/>
                <a:cs typeface="Arial" panose="020B0604020202020204" pitchFamily="34" charset="0"/>
              </a:rPr>
              <a:t>eachother</a:t>
            </a:r>
            <a:r>
              <a:rPr lang="en-US" sz="1200" dirty="0">
                <a:latin typeface="Arial" panose="020B0604020202020204" pitchFamily="34" charset="0"/>
                <a:cs typeface="Arial" panose="020B0604020202020204" pitchFamily="34" charset="0"/>
              </a:rPr>
              <a:t>. (E) Gene ontology (GO) analysis for the marker genes of 1_NP. Color indicates false discovery rate adjusted p value, point size indicates the number of genes annotated with that term, and “</a:t>
            </a:r>
            <a:r>
              <a:rPr lang="en-US" sz="1200" dirty="0" err="1">
                <a:latin typeface="Arial" panose="020B0604020202020204" pitchFamily="34" charset="0"/>
                <a:cs typeface="Arial" panose="020B0604020202020204" pitchFamily="34" charset="0"/>
              </a:rPr>
              <a:t>GeneRatio</a:t>
            </a:r>
            <a:r>
              <a:rPr lang="en-US" sz="1200" dirty="0">
                <a:latin typeface="Arial" panose="020B0604020202020204" pitchFamily="34" charset="0"/>
                <a:cs typeface="Arial" panose="020B0604020202020204" pitchFamily="34" charset="0"/>
              </a:rPr>
              <a:t>” indicates the proportion of genes annotated with that GO term divided by all annotated genes in our list. (F) Percent of 1_RGC composed of 1_NSC. (G) Percent of 1_RGC composed of 1_NP. (H) </a:t>
            </a:r>
            <a:r>
              <a:rPr lang="en-US" sz="1200" dirty="0" err="1">
                <a:latin typeface="Arial" panose="020B0604020202020204" pitchFamily="34" charset="0"/>
                <a:cs typeface="Arial" panose="020B0604020202020204" pitchFamily="34" charset="0"/>
              </a:rPr>
              <a:t>AUCell</a:t>
            </a:r>
            <a:r>
              <a:rPr lang="en-US" sz="1200" dirty="0">
                <a:latin typeface="Arial" panose="020B0604020202020204" pitchFamily="34" charset="0"/>
                <a:cs typeface="Arial" panose="020B0604020202020204" pitchFamily="34" charset="0"/>
              </a:rPr>
              <a:t> score of a gene expression module composed of genes labeled with the GO term “neuron differentiation” in 1_NP. (I) Schematic describing our model for how neurogenesis changed over the course of sex change. In A, F-H, points indicate the mean for each individual. Asterisks: “*”: p &lt; 0.05, “**”: p &lt; 0.01, “***”: p &lt; 0.001.</a:t>
            </a:r>
            <a:endParaRPr lang="en-US" sz="1200" dirty="0"/>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9876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9A8E602-3367-06DD-622F-C1FE9FBBE5B8}"/>
              </a:ext>
            </a:extLst>
          </p:cNvPr>
          <p:cNvGrpSpPr>
            <a:grpSpLocks noChangeAspect="1"/>
          </p:cNvGrpSpPr>
          <p:nvPr/>
        </p:nvGrpSpPr>
        <p:grpSpPr>
          <a:xfrm>
            <a:off x="56371" y="36260"/>
            <a:ext cx="1753849" cy="1990862"/>
            <a:chOff x="2647361" y="2457903"/>
            <a:chExt cx="1653021" cy="1876416"/>
          </a:xfrm>
        </p:grpSpPr>
        <p:grpSp>
          <p:nvGrpSpPr>
            <p:cNvPr id="5" name="Group 4">
              <a:extLst>
                <a:ext uri="{FF2B5EF4-FFF2-40B4-BE49-F238E27FC236}">
                  <a16:creationId xmlns:a16="http://schemas.microsoft.com/office/drawing/2014/main" id="{53E434E4-CB9C-CF3A-1D2F-7B7FF8F4F671}"/>
                </a:ext>
              </a:extLst>
            </p:cNvPr>
            <p:cNvGrpSpPr/>
            <p:nvPr/>
          </p:nvGrpSpPr>
          <p:grpSpPr>
            <a:xfrm>
              <a:off x="2647361" y="2457903"/>
              <a:ext cx="1653021" cy="1876416"/>
              <a:chOff x="2448217" y="2751535"/>
              <a:chExt cx="1653021" cy="1876416"/>
            </a:xfrm>
          </p:grpSpPr>
          <p:pic>
            <p:nvPicPr>
              <p:cNvPr id="7" name="Graphic 6">
                <a:extLst>
                  <a:ext uri="{FF2B5EF4-FFF2-40B4-BE49-F238E27FC236}">
                    <a16:creationId xmlns:a16="http://schemas.microsoft.com/office/drawing/2014/main" id="{5098D5A4-0F79-AEBF-D55C-280E7D4FE718}"/>
                  </a:ext>
                </a:extLst>
              </p:cNvPr>
              <p:cNvPicPr>
                <a:picLocks noChangeAspect="1"/>
              </p:cNvPicPr>
              <p:nvPr/>
            </p:nvPicPr>
            <p:blipFill>
              <a:blip>
                <a:extLst>
                  <a:ext uri="{96DAC541-7B7A-43D3-8B79-37D633B846F1}">
                    <asvg:svgBlip xmlns:asvg="http://schemas.microsoft.com/office/drawing/2016/SVG/main" r:embed="rId3"/>
                  </a:ext>
                </a:extLst>
              </a:blip>
              <a:srcRect l="6740" t="20864" r="15783"/>
              <a:stretch>
                <a:fillRect/>
              </a:stretch>
            </p:blipFill>
            <p:spPr>
              <a:xfrm>
                <a:off x="2448217" y="2939491"/>
                <a:ext cx="1653021" cy="1688460"/>
              </a:xfrm>
              <a:prstGeom prst="rect">
                <a:avLst/>
              </a:prstGeom>
            </p:spPr>
          </p:pic>
          <p:sp>
            <p:nvSpPr>
              <p:cNvPr id="8" name="TextBox 7">
                <a:extLst>
                  <a:ext uri="{FF2B5EF4-FFF2-40B4-BE49-F238E27FC236}">
                    <a16:creationId xmlns:a16="http://schemas.microsoft.com/office/drawing/2014/main" id="{94D38D92-B2A1-92F6-B16A-BA0BB5BCAD24}"/>
                  </a:ext>
                </a:extLst>
              </p:cNvPr>
              <p:cNvSpPr txBox="1"/>
              <p:nvPr/>
            </p:nvSpPr>
            <p:spPr>
              <a:xfrm>
                <a:off x="2775654" y="2751535"/>
                <a:ext cx="1153616" cy="251768"/>
              </a:xfrm>
              <a:prstGeom prst="rect">
                <a:avLst/>
              </a:prstGeom>
              <a:noFill/>
            </p:spPr>
            <p:txBody>
              <a:bodyPr wrap="square" rtlCol="0">
                <a:spAutoFit/>
              </a:bodyPr>
              <a:lstStyle/>
              <a:p>
                <a:pPr algn="ctr"/>
                <a:r>
                  <a:rPr lang="en-US" sz="1136" b="1" dirty="0">
                    <a:latin typeface="Arial" panose="020B0604020202020204" pitchFamily="34" charset="0"/>
                    <a:cs typeface="Arial" panose="020B0604020202020204" pitchFamily="34" charset="0"/>
                  </a:rPr>
                  <a:t>6_POA_Mixed</a:t>
                </a:r>
              </a:p>
            </p:txBody>
          </p:sp>
          <p:cxnSp>
            <p:nvCxnSpPr>
              <p:cNvPr id="9" name="Straight Arrow Connector 8">
                <a:extLst>
                  <a:ext uri="{FF2B5EF4-FFF2-40B4-BE49-F238E27FC236}">
                    <a16:creationId xmlns:a16="http://schemas.microsoft.com/office/drawing/2014/main" id="{06F93F6E-084A-91FA-C8A3-D080C5841EBC}"/>
                  </a:ext>
                </a:extLst>
              </p:cNvPr>
              <p:cNvCxnSpPr/>
              <p:nvPr/>
            </p:nvCxnSpPr>
            <p:spPr>
              <a:xfrm>
                <a:off x="2717709" y="4358495"/>
                <a:ext cx="48254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F1C70D4-EEA6-1C73-66BB-FE203E0FA1FC}"/>
                  </a:ext>
                </a:extLst>
              </p:cNvPr>
              <p:cNvCxnSpPr>
                <a:cxnSpLocks/>
              </p:cNvCxnSpPr>
              <p:nvPr/>
            </p:nvCxnSpPr>
            <p:spPr>
              <a:xfrm flipV="1">
                <a:off x="2717709" y="3880430"/>
                <a:ext cx="0" cy="48463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5FF2CCF7-BD95-ABAB-A89D-35F42DD0F1F2}"/>
                  </a:ext>
                </a:extLst>
              </p:cNvPr>
              <p:cNvSpPr/>
              <p:nvPr/>
            </p:nvSpPr>
            <p:spPr>
              <a:xfrm>
                <a:off x="2658323" y="4342404"/>
                <a:ext cx="514975" cy="191735"/>
              </a:xfrm>
              <a:prstGeom prst="rect">
                <a:avLst/>
              </a:prstGeom>
              <a:noFill/>
              <a:ln>
                <a:noFill/>
              </a:ln>
            </p:spPr>
            <p:txBody>
              <a:bodyPr wrap="none" lIns="86401" tIns="43200" rIns="86401" bIns="43200">
                <a:spAutoFit/>
              </a:bodyPr>
              <a:lstStyle/>
              <a:p>
                <a:pPr algn="ctr"/>
                <a:r>
                  <a:rPr lang="en-US" sz="755">
                    <a:ln w="0">
                      <a:noFill/>
                    </a:ln>
                    <a:latin typeface="Arial" panose="020B0604020202020204" pitchFamily="34" charset="0"/>
                    <a:cs typeface="Arial" panose="020B0604020202020204" pitchFamily="34" charset="0"/>
                  </a:rPr>
                  <a:t>UMAP</a:t>
                </a:r>
                <a:r>
                  <a:rPr lang="en-US" sz="660">
                    <a:ln w="0">
                      <a:noFill/>
                    </a:ln>
                    <a:latin typeface="Arial" panose="020B0604020202020204" pitchFamily="34" charset="0"/>
                    <a:cs typeface="Arial" panose="020B0604020202020204" pitchFamily="34" charset="0"/>
                  </a:rPr>
                  <a:t>_1</a:t>
                </a:r>
                <a:endParaRPr lang="en-US" sz="991">
                  <a:ln w="0">
                    <a:noFill/>
                  </a:ln>
                </a:endParaRPr>
              </a:p>
            </p:txBody>
          </p:sp>
          <p:sp>
            <p:nvSpPr>
              <p:cNvPr id="12" name="Rectangle 11">
                <a:extLst>
                  <a:ext uri="{FF2B5EF4-FFF2-40B4-BE49-F238E27FC236}">
                    <a16:creationId xmlns:a16="http://schemas.microsoft.com/office/drawing/2014/main" id="{744D02EF-6D28-78ED-47C3-5063FC964E0C}"/>
                  </a:ext>
                </a:extLst>
              </p:cNvPr>
              <p:cNvSpPr/>
              <p:nvPr/>
            </p:nvSpPr>
            <p:spPr>
              <a:xfrm rot="16200000">
                <a:off x="2364381" y="4068288"/>
                <a:ext cx="530086" cy="191734"/>
              </a:xfrm>
              <a:prstGeom prst="rect">
                <a:avLst/>
              </a:prstGeom>
              <a:noFill/>
              <a:ln>
                <a:noFill/>
              </a:ln>
            </p:spPr>
            <p:txBody>
              <a:bodyPr wrap="none" lIns="86401" tIns="43200" rIns="86401" bIns="43200">
                <a:spAutoFit/>
              </a:bodyPr>
              <a:lstStyle/>
              <a:p>
                <a:pPr algn="ctr"/>
                <a:r>
                  <a:rPr lang="en-US" sz="755">
                    <a:ln w="0">
                      <a:noFill/>
                    </a:ln>
                    <a:latin typeface="Arial" panose="020B0604020202020204" pitchFamily="34" charset="0"/>
                    <a:cs typeface="Arial" panose="020B0604020202020204" pitchFamily="34" charset="0"/>
                  </a:rPr>
                  <a:t>UMAP_2</a:t>
                </a:r>
                <a:endParaRPr lang="en-US" sz="1039">
                  <a:ln w="0">
                    <a:noFill/>
                  </a:ln>
                </a:endParaRPr>
              </a:p>
            </p:txBody>
          </p:sp>
        </p:grpSp>
        <p:sp>
          <p:nvSpPr>
            <p:cNvPr id="6" name="Rectangle 5">
              <a:extLst>
                <a:ext uri="{FF2B5EF4-FFF2-40B4-BE49-F238E27FC236}">
                  <a16:creationId xmlns:a16="http://schemas.microsoft.com/office/drawing/2014/main" id="{5C88F620-B16D-AC06-385F-83D951E1A5DC}"/>
                </a:ext>
              </a:extLst>
            </p:cNvPr>
            <p:cNvSpPr/>
            <p:nvPr/>
          </p:nvSpPr>
          <p:spPr>
            <a:xfrm>
              <a:off x="3201794" y="3223898"/>
              <a:ext cx="405102" cy="405101"/>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2"/>
            </a:p>
          </p:txBody>
        </p:sp>
      </p:grpSp>
      <p:sp>
        <p:nvSpPr>
          <p:cNvPr id="5874" name="TextBox 5873">
            <a:extLst>
              <a:ext uri="{FF2B5EF4-FFF2-40B4-BE49-F238E27FC236}">
                <a16:creationId xmlns:a16="http://schemas.microsoft.com/office/drawing/2014/main" id="{B20F257E-006A-7657-4F04-23DBE4E854D6}"/>
              </a:ext>
            </a:extLst>
          </p:cNvPr>
          <p:cNvSpPr txBox="1"/>
          <p:nvPr/>
        </p:nvSpPr>
        <p:spPr>
          <a:xfrm>
            <a:off x="45152" y="0"/>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A</a:t>
            </a:r>
          </a:p>
        </p:txBody>
      </p:sp>
      <p:sp>
        <p:nvSpPr>
          <p:cNvPr id="5875" name="TextBox 5874">
            <a:extLst>
              <a:ext uri="{FF2B5EF4-FFF2-40B4-BE49-F238E27FC236}">
                <a16:creationId xmlns:a16="http://schemas.microsoft.com/office/drawing/2014/main" id="{DDD76089-E40A-B1F3-BBF7-E1FD85069E4E}"/>
              </a:ext>
            </a:extLst>
          </p:cNvPr>
          <p:cNvSpPr txBox="1"/>
          <p:nvPr/>
        </p:nvSpPr>
        <p:spPr>
          <a:xfrm>
            <a:off x="1703035" y="2770"/>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D</a:t>
            </a:r>
          </a:p>
        </p:txBody>
      </p:sp>
      <p:sp>
        <p:nvSpPr>
          <p:cNvPr id="5876" name="TextBox 5875">
            <a:extLst>
              <a:ext uri="{FF2B5EF4-FFF2-40B4-BE49-F238E27FC236}">
                <a16:creationId xmlns:a16="http://schemas.microsoft.com/office/drawing/2014/main" id="{CA17146C-4AA8-6E44-D0A9-C04E94C18F0F}"/>
              </a:ext>
            </a:extLst>
          </p:cNvPr>
          <p:cNvSpPr txBox="1"/>
          <p:nvPr/>
        </p:nvSpPr>
        <p:spPr>
          <a:xfrm>
            <a:off x="3090929" y="1924264"/>
            <a:ext cx="303289"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F</a:t>
            </a:r>
          </a:p>
        </p:txBody>
      </p:sp>
      <p:grpSp>
        <p:nvGrpSpPr>
          <p:cNvPr id="5225" name="Graphic 4145">
            <a:extLst>
              <a:ext uri="{FF2B5EF4-FFF2-40B4-BE49-F238E27FC236}">
                <a16:creationId xmlns:a16="http://schemas.microsoft.com/office/drawing/2014/main" id="{212006BF-E18C-AD1B-51D4-CE14CDB86A80}"/>
              </a:ext>
            </a:extLst>
          </p:cNvPr>
          <p:cNvGrpSpPr/>
          <p:nvPr/>
        </p:nvGrpSpPr>
        <p:grpSpPr>
          <a:xfrm>
            <a:off x="3723984" y="2063789"/>
            <a:ext cx="1176872" cy="1312236"/>
            <a:chOff x="4094576" y="5857144"/>
            <a:chExt cx="1245489" cy="1388745"/>
          </a:xfrm>
        </p:grpSpPr>
        <p:sp>
          <p:nvSpPr>
            <p:cNvPr id="5248" name="Freeform 5247">
              <a:extLst>
                <a:ext uri="{FF2B5EF4-FFF2-40B4-BE49-F238E27FC236}">
                  <a16:creationId xmlns:a16="http://schemas.microsoft.com/office/drawing/2014/main" id="{04BF5C1C-8214-FFF0-D5BE-587A66DAD8CC}"/>
                </a:ext>
              </a:extLst>
            </p:cNvPr>
            <p:cNvSpPr/>
            <p:nvPr/>
          </p:nvSpPr>
          <p:spPr>
            <a:xfrm>
              <a:off x="4094576" y="5857144"/>
              <a:ext cx="1245489" cy="1388745"/>
            </a:xfrm>
            <a:custGeom>
              <a:avLst/>
              <a:gdLst>
                <a:gd name="csX0" fmla="*/ 0 w 1245489"/>
                <a:gd name="csY0" fmla="*/ 0 h 1388745"/>
                <a:gd name="csX1" fmla="*/ 1245489 w 1245489"/>
                <a:gd name="csY1" fmla="*/ 0 h 1388745"/>
                <a:gd name="csX2" fmla="*/ 1245489 w 1245489"/>
                <a:gd name="csY2" fmla="*/ 1388745 h 1388745"/>
                <a:gd name="csX3" fmla="*/ 0 w 1245489"/>
                <a:gd name="csY3" fmla="*/ 1388745 h 1388745"/>
              </a:gdLst>
              <a:ahLst/>
              <a:cxnLst>
                <a:cxn ang="0">
                  <a:pos x="csX0" y="csY0"/>
                </a:cxn>
                <a:cxn ang="0">
                  <a:pos x="csX1" y="csY1"/>
                </a:cxn>
                <a:cxn ang="0">
                  <a:pos x="csX2" y="csY2"/>
                </a:cxn>
                <a:cxn ang="0">
                  <a:pos x="csX3" y="csY3"/>
                </a:cxn>
              </a:cxnLst>
              <a:rect l="l" t="t" r="r" b="b"/>
              <a:pathLst>
                <a:path w="1245489" h="1388745">
                  <a:moveTo>
                    <a:pt x="0" y="0"/>
                  </a:moveTo>
                  <a:lnTo>
                    <a:pt x="1245489" y="0"/>
                  </a:lnTo>
                  <a:lnTo>
                    <a:pt x="1245489" y="1388745"/>
                  </a:lnTo>
                  <a:lnTo>
                    <a:pt x="0" y="1388745"/>
                  </a:lnTo>
                  <a:close/>
                </a:path>
              </a:pathLst>
            </a:custGeom>
            <a:solidFill>
              <a:srgbClr val="FFFFFF"/>
            </a:solidFill>
            <a:ln w="13589" cap="rnd">
              <a:noFill/>
              <a:prstDash val="solid"/>
              <a:round/>
            </a:ln>
          </p:spPr>
          <p:txBody>
            <a:bodyPr/>
            <a:lstStyle/>
            <a:p>
              <a:pPr algn="ctr"/>
              <a:endParaRPr lang="en-US" sz="2646"/>
            </a:p>
          </p:txBody>
        </p:sp>
        <p:sp>
          <p:nvSpPr>
            <p:cNvPr id="5249" name="Freeform 5248">
              <a:extLst>
                <a:ext uri="{FF2B5EF4-FFF2-40B4-BE49-F238E27FC236}">
                  <a16:creationId xmlns:a16="http://schemas.microsoft.com/office/drawing/2014/main" id="{8F9E94BE-D1CD-9230-1347-DBFC413BA423}"/>
                </a:ext>
              </a:extLst>
            </p:cNvPr>
            <p:cNvSpPr/>
            <p:nvPr/>
          </p:nvSpPr>
          <p:spPr>
            <a:xfrm>
              <a:off x="4238213" y="6844950"/>
              <a:ext cx="12700" cy="71373"/>
            </a:xfrm>
            <a:custGeom>
              <a:avLst/>
              <a:gdLst>
                <a:gd name="csX0" fmla="*/ 0 w 12700"/>
                <a:gd name="csY0" fmla="*/ 71374 h 71373"/>
                <a:gd name="csX1" fmla="*/ 0 w 12700"/>
                <a:gd name="csY1" fmla="*/ 0 h 71373"/>
              </a:gdLst>
              <a:ahLst/>
              <a:cxnLst>
                <a:cxn ang="0">
                  <a:pos x="csX0" y="csY0"/>
                </a:cxn>
                <a:cxn ang="0">
                  <a:pos x="csX1" y="csY1"/>
                </a:cxn>
              </a:cxnLst>
              <a:rect l="l" t="t" r="r" b="b"/>
              <a:pathLst>
                <a:path w="12700" h="71373">
                  <a:moveTo>
                    <a:pt x="0" y="71374"/>
                  </a:moveTo>
                  <a:lnTo>
                    <a:pt x="0" y="0"/>
                  </a:lnTo>
                </a:path>
              </a:pathLst>
            </a:custGeom>
            <a:ln w="13589" cap="flat">
              <a:solidFill>
                <a:srgbClr val="333333"/>
              </a:solidFill>
              <a:prstDash val="solid"/>
              <a:round/>
            </a:ln>
          </p:spPr>
          <p:txBody>
            <a:bodyPr/>
            <a:lstStyle/>
            <a:p>
              <a:pPr algn="ctr"/>
              <a:endParaRPr lang="en-US" sz="2646"/>
            </a:p>
          </p:txBody>
        </p:sp>
        <p:sp>
          <p:nvSpPr>
            <p:cNvPr id="5250" name="Freeform 5249">
              <a:extLst>
                <a:ext uri="{FF2B5EF4-FFF2-40B4-BE49-F238E27FC236}">
                  <a16:creationId xmlns:a16="http://schemas.microsoft.com/office/drawing/2014/main" id="{B6C13918-2C27-A80E-88F5-45C85E11855E}"/>
                </a:ext>
              </a:extLst>
            </p:cNvPr>
            <p:cNvSpPr/>
            <p:nvPr/>
          </p:nvSpPr>
          <p:spPr>
            <a:xfrm>
              <a:off x="4238213" y="7008399"/>
              <a:ext cx="12700" cy="78486"/>
            </a:xfrm>
            <a:custGeom>
              <a:avLst/>
              <a:gdLst>
                <a:gd name="csX0" fmla="*/ 0 w 12700"/>
                <a:gd name="csY0" fmla="*/ 0 h 78486"/>
                <a:gd name="csX1" fmla="*/ 0 w 12700"/>
                <a:gd name="csY1" fmla="*/ 78486 h 78486"/>
              </a:gdLst>
              <a:ahLst/>
              <a:cxnLst>
                <a:cxn ang="0">
                  <a:pos x="csX0" y="csY0"/>
                </a:cxn>
                <a:cxn ang="0">
                  <a:pos x="csX1" y="csY1"/>
                </a:cxn>
              </a:cxnLst>
              <a:rect l="l" t="t" r="r" b="b"/>
              <a:pathLst>
                <a:path w="12700" h="78486">
                  <a:moveTo>
                    <a:pt x="0" y="0"/>
                  </a:moveTo>
                  <a:lnTo>
                    <a:pt x="0" y="78486"/>
                  </a:lnTo>
                </a:path>
              </a:pathLst>
            </a:custGeom>
            <a:ln w="13589" cap="flat">
              <a:solidFill>
                <a:srgbClr val="333333"/>
              </a:solidFill>
              <a:prstDash val="solid"/>
              <a:round/>
            </a:ln>
          </p:spPr>
          <p:txBody>
            <a:bodyPr/>
            <a:lstStyle/>
            <a:p>
              <a:pPr algn="ctr"/>
              <a:endParaRPr lang="en-US" sz="2646"/>
            </a:p>
          </p:txBody>
        </p:sp>
        <p:sp>
          <p:nvSpPr>
            <p:cNvPr id="5251" name="Freeform 5250">
              <a:extLst>
                <a:ext uri="{FF2B5EF4-FFF2-40B4-BE49-F238E27FC236}">
                  <a16:creationId xmlns:a16="http://schemas.microsoft.com/office/drawing/2014/main" id="{209A2FCE-A13C-3574-6F19-97B5EED0F516}"/>
                </a:ext>
              </a:extLst>
            </p:cNvPr>
            <p:cNvSpPr/>
            <p:nvPr/>
          </p:nvSpPr>
          <p:spPr>
            <a:xfrm>
              <a:off x="4166331" y="6916324"/>
              <a:ext cx="143763" cy="92075"/>
            </a:xfrm>
            <a:custGeom>
              <a:avLst/>
              <a:gdLst>
                <a:gd name="csX0" fmla="*/ 0 w 143763"/>
                <a:gd name="csY0" fmla="*/ 0 h 92075"/>
                <a:gd name="csX1" fmla="*/ 0 w 143763"/>
                <a:gd name="csY1" fmla="*/ 92075 h 92075"/>
                <a:gd name="csX2" fmla="*/ 143764 w 143763"/>
                <a:gd name="csY2" fmla="*/ 92075 h 92075"/>
                <a:gd name="csX3" fmla="*/ 143764 w 143763"/>
                <a:gd name="csY3" fmla="*/ 0 h 92075"/>
                <a:gd name="csX4" fmla="*/ 0 w 143763"/>
                <a:gd name="csY4" fmla="*/ 0 h 92075"/>
              </a:gdLst>
              <a:ahLst/>
              <a:cxnLst>
                <a:cxn ang="0">
                  <a:pos x="csX0" y="csY0"/>
                </a:cxn>
                <a:cxn ang="0">
                  <a:pos x="csX1" y="csY1"/>
                </a:cxn>
                <a:cxn ang="0">
                  <a:pos x="csX2" y="csY2"/>
                </a:cxn>
                <a:cxn ang="0">
                  <a:pos x="csX3" y="csY3"/>
                </a:cxn>
                <a:cxn ang="0">
                  <a:pos x="csX4" y="csY4"/>
                </a:cxn>
              </a:cxnLst>
              <a:rect l="l" t="t" r="r" b="b"/>
              <a:pathLst>
                <a:path w="143763" h="92075">
                  <a:moveTo>
                    <a:pt x="0" y="0"/>
                  </a:moveTo>
                  <a:lnTo>
                    <a:pt x="0" y="92075"/>
                  </a:lnTo>
                  <a:lnTo>
                    <a:pt x="143764" y="92075"/>
                  </a:lnTo>
                  <a:lnTo>
                    <a:pt x="143764"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5252" name="Freeform 5251">
              <a:extLst>
                <a:ext uri="{FF2B5EF4-FFF2-40B4-BE49-F238E27FC236}">
                  <a16:creationId xmlns:a16="http://schemas.microsoft.com/office/drawing/2014/main" id="{D238AB1A-085E-55DA-BB6C-539B7B5A79F1}"/>
                </a:ext>
              </a:extLst>
            </p:cNvPr>
            <p:cNvSpPr/>
            <p:nvPr/>
          </p:nvSpPr>
          <p:spPr>
            <a:xfrm>
              <a:off x="4166331" y="6968394"/>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5253" name="Freeform 5252">
              <a:extLst>
                <a:ext uri="{FF2B5EF4-FFF2-40B4-BE49-F238E27FC236}">
                  <a16:creationId xmlns:a16="http://schemas.microsoft.com/office/drawing/2014/main" id="{88DC6352-A9FA-7883-5188-DBCF54BD4A1A}"/>
                </a:ext>
              </a:extLst>
            </p:cNvPr>
            <p:cNvSpPr/>
            <p:nvPr/>
          </p:nvSpPr>
          <p:spPr>
            <a:xfrm>
              <a:off x="4477735" y="6738651"/>
              <a:ext cx="12700" cy="15240"/>
            </a:xfrm>
            <a:custGeom>
              <a:avLst/>
              <a:gdLst>
                <a:gd name="csX0" fmla="*/ 0 w 12700"/>
                <a:gd name="csY0" fmla="*/ 15240 h 15240"/>
                <a:gd name="csX1" fmla="*/ 0 w 12700"/>
                <a:gd name="csY1" fmla="*/ 0 h 15240"/>
              </a:gdLst>
              <a:ahLst/>
              <a:cxnLst>
                <a:cxn ang="0">
                  <a:pos x="csX0" y="csY0"/>
                </a:cxn>
                <a:cxn ang="0">
                  <a:pos x="csX1" y="csY1"/>
                </a:cxn>
              </a:cxnLst>
              <a:rect l="l" t="t" r="r" b="b"/>
              <a:pathLst>
                <a:path w="12700" h="15240">
                  <a:moveTo>
                    <a:pt x="0" y="15240"/>
                  </a:moveTo>
                  <a:lnTo>
                    <a:pt x="0" y="0"/>
                  </a:lnTo>
                </a:path>
              </a:pathLst>
            </a:custGeom>
            <a:ln w="13589" cap="flat">
              <a:solidFill>
                <a:srgbClr val="333333"/>
              </a:solidFill>
              <a:prstDash val="solid"/>
              <a:round/>
            </a:ln>
          </p:spPr>
          <p:txBody>
            <a:bodyPr/>
            <a:lstStyle/>
            <a:p>
              <a:pPr algn="ctr"/>
              <a:endParaRPr lang="en-US" sz="2646"/>
            </a:p>
          </p:txBody>
        </p:sp>
        <p:sp>
          <p:nvSpPr>
            <p:cNvPr id="5254" name="Freeform 5253">
              <a:extLst>
                <a:ext uri="{FF2B5EF4-FFF2-40B4-BE49-F238E27FC236}">
                  <a16:creationId xmlns:a16="http://schemas.microsoft.com/office/drawing/2014/main" id="{70FFF7BA-F0EF-C0C9-99BA-746C1BD8C62C}"/>
                </a:ext>
              </a:extLst>
            </p:cNvPr>
            <p:cNvSpPr/>
            <p:nvPr/>
          </p:nvSpPr>
          <p:spPr>
            <a:xfrm>
              <a:off x="4477735" y="6809136"/>
              <a:ext cx="12700" cy="74930"/>
            </a:xfrm>
            <a:custGeom>
              <a:avLst/>
              <a:gdLst>
                <a:gd name="csX0" fmla="*/ 0 w 12700"/>
                <a:gd name="csY0" fmla="*/ 0 h 74930"/>
                <a:gd name="csX1" fmla="*/ 0 w 12700"/>
                <a:gd name="csY1" fmla="*/ 74930 h 74930"/>
              </a:gdLst>
              <a:ahLst/>
              <a:cxnLst>
                <a:cxn ang="0">
                  <a:pos x="csX0" y="csY0"/>
                </a:cxn>
                <a:cxn ang="0">
                  <a:pos x="csX1" y="csY1"/>
                </a:cxn>
              </a:cxnLst>
              <a:rect l="l" t="t" r="r" b="b"/>
              <a:pathLst>
                <a:path w="12700" h="74930">
                  <a:moveTo>
                    <a:pt x="0" y="0"/>
                  </a:moveTo>
                  <a:lnTo>
                    <a:pt x="0" y="74930"/>
                  </a:lnTo>
                </a:path>
              </a:pathLst>
            </a:custGeom>
            <a:ln w="13589" cap="flat">
              <a:solidFill>
                <a:srgbClr val="333333"/>
              </a:solidFill>
              <a:prstDash val="solid"/>
              <a:round/>
            </a:ln>
          </p:spPr>
          <p:txBody>
            <a:bodyPr/>
            <a:lstStyle/>
            <a:p>
              <a:pPr algn="ctr"/>
              <a:endParaRPr lang="en-US" sz="2646"/>
            </a:p>
          </p:txBody>
        </p:sp>
        <p:sp>
          <p:nvSpPr>
            <p:cNvPr id="5255" name="Freeform 5254">
              <a:extLst>
                <a:ext uri="{FF2B5EF4-FFF2-40B4-BE49-F238E27FC236}">
                  <a16:creationId xmlns:a16="http://schemas.microsoft.com/office/drawing/2014/main" id="{9B7CDE44-4F60-DDEF-9B18-F519F5D6704D}"/>
                </a:ext>
              </a:extLst>
            </p:cNvPr>
            <p:cNvSpPr/>
            <p:nvPr/>
          </p:nvSpPr>
          <p:spPr>
            <a:xfrm>
              <a:off x="4405853" y="6753891"/>
              <a:ext cx="143763" cy="55244"/>
            </a:xfrm>
            <a:custGeom>
              <a:avLst/>
              <a:gdLst>
                <a:gd name="csX0" fmla="*/ 0 w 143763"/>
                <a:gd name="csY0" fmla="*/ 0 h 55244"/>
                <a:gd name="csX1" fmla="*/ 0 w 143763"/>
                <a:gd name="csY1" fmla="*/ 55245 h 55244"/>
                <a:gd name="csX2" fmla="*/ 143764 w 143763"/>
                <a:gd name="csY2" fmla="*/ 55245 h 55244"/>
                <a:gd name="csX3" fmla="*/ 143764 w 143763"/>
                <a:gd name="csY3" fmla="*/ 0 h 55244"/>
                <a:gd name="csX4" fmla="*/ 0 w 143763"/>
                <a:gd name="csY4" fmla="*/ 0 h 55244"/>
              </a:gdLst>
              <a:ahLst/>
              <a:cxnLst>
                <a:cxn ang="0">
                  <a:pos x="csX0" y="csY0"/>
                </a:cxn>
                <a:cxn ang="0">
                  <a:pos x="csX1" y="csY1"/>
                </a:cxn>
                <a:cxn ang="0">
                  <a:pos x="csX2" y="csY2"/>
                </a:cxn>
                <a:cxn ang="0">
                  <a:pos x="csX3" y="csY3"/>
                </a:cxn>
                <a:cxn ang="0">
                  <a:pos x="csX4" y="csY4"/>
                </a:cxn>
              </a:cxnLst>
              <a:rect l="l" t="t" r="r" b="b"/>
              <a:pathLst>
                <a:path w="143763" h="55244">
                  <a:moveTo>
                    <a:pt x="0" y="0"/>
                  </a:moveTo>
                  <a:lnTo>
                    <a:pt x="0" y="55245"/>
                  </a:lnTo>
                  <a:lnTo>
                    <a:pt x="143764" y="55245"/>
                  </a:lnTo>
                  <a:lnTo>
                    <a:pt x="143764"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5256" name="Freeform 5255">
              <a:extLst>
                <a:ext uri="{FF2B5EF4-FFF2-40B4-BE49-F238E27FC236}">
                  <a16:creationId xmlns:a16="http://schemas.microsoft.com/office/drawing/2014/main" id="{B11D7063-0CD0-9B5C-B2F8-3B7B0D505FE1}"/>
                </a:ext>
              </a:extLst>
            </p:cNvPr>
            <p:cNvSpPr/>
            <p:nvPr/>
          </p:nvSpPr>
          <p:spPr>
            <a:xfrm>
              <a:off x="4405853" y="6780688"/>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5257" name="Freeform 5256">
              <a:extLst>
                <a:ext uri="{FF2B5EF4-FFF2-40B4-BE49-F238E27FC236}">
                  <a16:creationId xmlns:a16="http://schemas.microsoft.com/office/drawing/2014/main" id="{99D0C9A5-B073-AA2F-B6DE-B03B952E8237}"/>
                </a:ext>
              </a:extLst>
            </p:cNvPr>
            <p:cNvSpPr/>
            <p:nvPr/>
          </p:nvSpPr>
          <p:spPr>
            <a:xfrm>
              <a:off x="4717257" y="6827932"/>
              <a:ext cx="12700" cy="49910"/>
            </a:xfrm>
            <a:custGeom>
              <a:avLst/>
              <a:gdLst>
                <a:gd name="csX0" fmla="*/ 0 w 12700"/>
                <a:gd name="csY0" fmla="*/ 49911 h 49910"/>
                <a:gd name="csX1" fmla="*/ 0 w 12700"/>
                <a:gd name="csY1" fmla="*/ 0 h 49910"/>
              </a:gdLst>
              <a:ahLst/>
              <a:cxnLst>
                <a:cxn ang="0">
                  <a:pos x="csX0" y="csY0"/>
                </a:cxn>
                <a:cxn ang="0">
                  <a:pos x="csX1" y="csY1"/>
                </a:cxn>
              </a:cxnLst>
              <a:rect l="l" t="t" r="r" b="b"/>
              <a:pathLst>
                <a:path w="12700" h="49910">
                  <a:moveTo>
                    <a:pt x="0" y="49911"/>
                  </a:moveTo>
                  <a:lnTo>
                    <a:pt x="0" y="0"/>
                  </a:lnTo>
                </a:path>
              </a:pathLst>
            </a:custGeom>
            <a:ln w="13589" cap="flat">
              <a:solidFill>
                <a:srgbClr val="333333"/>
              </a:solidFill>
              <a:prstDash val="solid"/>
              <a:round/>
            </a:ln>
          </p:spPr>
          <p:txBody>
            <a:bodyPr/>
            <a:lstStyle/>
            <a:p>
              <a:pPr algn="ctr"/>
              <a:endParaRPr lang="en-US" sz="2646"/>
            </a:p>
          </p:txBody>
        </p:sp>
        <p:sp>
          <p:nvSpPr>
            <p:cNvPr id="5258" name="Freeform 5257">
              <a:extLst>
                <a:ext uri="{FF2B5EF4-FFF2-40B4-BE49-F238E27FC236}">
                  <a16:creationId xmlns:a16="http://schemas.microsoft.com/office/drawing/2014/main" id="{DB981E2F-53F7-C693-2600-6EB3716E97B7}"/>
                </a:ext>
              </a:extLst>
            </p:cNvPr>
            <p:cNvSpPr/>
            <p:nvPr/>
          </p:nvSpPr>
          <p:spPr>
            <a:xfrm>
              <a:off x="4717257" y="6977538"/>
              <a:ext cx="12700" cy="49910"/>
            </a:xfrm>
            <a:custGeom>
              <a:avLst/>
              <a:gdLst>
                <a:gd name="csX0" fmla="*/ 0 w 12700"/>
                <a:gd name="csY0" fmla="*/ 0 h 49910"/>
                <a:gd name="csX1" fmla="*/ 0 w 12700"/>
                <a:gd name="csY1" fmla="*/ 49911 h 49910"/>
              </a:gdLst>
              <a:ahLst/>
              <a:cxnLst>
                <a:cxn ang="0">
                  <a:pos x="csX0" y="csY0"/>
                </a:cxn>
                <a:cxn ang="0">
                  <a:pos x="csX1" y="csY1"/>
                </a:cxn>
              </a:cxnLst>
              <a:rect l="l" t="t" r="r" b="b"/>
              <a:pathLst>
                <a:path w="12700" h="49910">
                  <a:moveTo>
                    <a:pt x="0" y="0"/>
                  </a:moveTo>
                  <a:lnTo>
                    <a:pt x="0" y="49911"/>
                  </a:lnTo>
                </a:path>
              </a:pathLst>
            </a:custGeom>
            <a:ln w="13589" cap="flat">
              <a:solidFill>
                <a:srgbClr val="333333"/>
              </a:solidFill>
              <a:prstDash val="solid"/>
              <a:round/>
            </a:ln>
          </p:spPr>
          <p:txBody>
            <a:bodyPr/>
            <a:lstStyle/>
            <a:p>
              <a:pPr algn="ctr"/>
              <a:endParaRPr lang="en-US" sz="2646"/>
            </a:p>
          </p:txBody>
        </p:sp>
        <p:sp>
          <p:nvSpPr>
            <p:cNvPr id="5259" name="Freeform 5258">
              <a:extLst>
                <a:ext uri="{FF2B5EF4-FFF2-40B4-BE49-F238E27FC236}">
                  <a16:creationId xmlns:a16="http://schemas.microsoft.com/office/drawing/2014/main" id="{F7E0CF43-5713-E3EC-A037-B8D5D3096C34}"/>
                </a:ext>
              </a:extLst>
            </p:cNvPr>
            <p:cNvSpPr/>
            <p:nvPr/>
          </p:nvSpPr>
          <p:spPr>
            <a:xfrm>
              <a:off x="4645375" y="6877842"/>
              <a:ext cx="143763" cy="99695"/>
            </a:xfrm>
            <a:custGeom>
              <a:avLst/>
              <a:gdLst>
                <a:gd name="csX0" fmla="*/ 0 w 143763"/>
                <a:gd name="csY0" fmla="*/ 0 h 99695"/>
                <a:gd name="csX1" fmla="*/ 0 w 143763"/>
                <a:gd name="csY1" fmla="*/ 99695 h 99695"/>
                <a:gd name="csX2" fmla="*/ 143764 w 143763"/>
                <a:gd name="csY2" fmla="*/ 99695 h 99695"/>
                <a:gd name="csX3" fmla="*/ 143764 w 143763"/>
                <a:gd name="csY3" fmla="*/ 0 h 99695"/>
                <a:gd name="csX4" fmla="*/ 0 w 143763"/>
                <a:gd name="csY4" fmla="*/ 0 h 99695"/>
              </a:gdLst>
              <a:ahLst/>
              <a:cxnLst>
                <a:cxn ang="0">
                  <a:pos x="csX0" y="csY0"/>
                </a:cxn>
                <a:cxn ang="0">
                  <a:pos x="csX1" y="csY1"/>
                </a:cxn>
                <a:cxn ang="0">
                  <a:pos x="csX2" y="csY2"/>
                </a:cxn>
                <a:cxn ang="0">
                  <a:pos x="csX3" y="csY3"/>
                </a:cxn>
                <a:cxn ang="0">
                  <a:pos x="csX4" y="csY4"/>
                </a:cxn>
              </a:cxnLst>
              <a:rect l="l" t="t" r="r" b="b"/>
              <a:pathLst>
                <a:path w="143763" h="99695">
                  <a:moveTo>
                    <a:pt x="0" y="0"/>
                  </a:moveTo>
                  <a:lnTo>
                    <a:pt x="0" y="99695"/>
                  </a:lnTo>
                  <a:lnTo>
                    <a:pt x="143764" y="99695"/>
                  </a:lnTo>
                  <a:lnTo>
                    <a:pt x="143764"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5260" name="Freeform 5259">
              <a:extLst>
                <a:ext uri="{FF2B5EF4-FFF2-40B4-BE49-F238E27FC236}">
                  <a16:creationId xmlns:a16="http://schemas.microsoft.com/office/drawing/2014/main" id="{BB4E07F9-9B87-283A-91EA-A708E60D4BBB}"/>
                </a:ext>
              </a:extLst>
            </p:cNvPr>
            <p:cNvSpPr/>
            <p:nvPr/>
          </p:nvSpPr>
          <p:spPr>
            <a:xfrm>
              <a:off x="4645375" y="6927754"/>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5261" name="Freeform 5260">
              <a:extLst>
                <a:ext uri="{FF2B5EF4-FFF2-40B4-BE49-F238E27FC236}">
                  <a16:creationId xmlns:a16="http://schemas.microsoft.com/office/drawing/2014/main" id="{10A1CEBF-1235-1E8C-F34C-7AD5DE65D262}"/>
                </a:ext>
              </a:extLst>
            </p:cNvPr>
            <p:cNvSpPr/>
            <p:nvPr/>
          </p:nvSpPr>
          <p:spPr>
            <a:xfrm>
              <a:off x="5196301" y="6854983"/>
              <a:ext cx="12700" cy="73152"/>
            </a:xfrm>
            <a:custGeom>
              <a:avLst/>
              <a:gdLst>
                <a:gd name="csX0" fmla="*/ 0 w 12700"/>
                <a:gd name="csY0" fmla="*/ 73152 h 73152"/>
                <a:gd name="csX1" fmla="*/ 0 w 12700"/>
                <a:gd name="csY1" fmla="*/ 0 h 73152"/>
              </a:gdLst>
              <a:ahLst/>
              <a:cxnLst>
                <a:cxn ang="0">
                  <a:pos x="csX0" y="csY0"/>
                </a:cxn>
                <a:cxn ang="0">
                  <a:pos x="csX1" y="csY1"/>
                </a:cxn>
              </a:cxnLst>
              <a:rect l="l" t="t" r="r" b="b"/>
              <a:pathLst>
                <a:path w="12700" h="73152">
                  <a:moveTo>
                    <a:pt x="0" y="73152"/>
                  </a:moveTo>
                  <a:lnTo>
                    <a:pt x="0" y="0"/>
                  </a:lnTo>
                </a:path>
              </a:pathLst>
            </a:custGeom>
            <a:ln w="13589" cap="flat">
              <a:solidFill>
                <a:srgbClr val="333333"/>
              </a:solidFill>
              <a:prstDash val="solid"/>
              <a:round/>
            </a:ln>
          </p:spPr>
          <p:txBody>
            <a:bodyPr/>
            <a:lstStyle/>
            <a:p>
              <a:pPr algn="ctr"/>
              <a:endParaRPr lang="en-US" sz="2646"/>
            </a:p>
          </p:txBody>
        </p:sp>
        <p:sp>
          <p:nvSpPr>
            <p:cNvPr id="5262" name="Freeform 5261">
              <a:extLst>
                <a:ext uri="{FF2B5EF4-FFF2-40B4-BE49-F238E27FC236}">
                  <a16:creationId xmlns:a16="http://schemas.microsoft.com/office/drawing/2014/main" id="{1C02DF44-7BE0-B384-FDF2-6590638EA7DA}"/>
                </a:ext>
              </a:extLst>
            </p:cNvPr>
            <p:cNvSpPr/>
            <p:nvPr/>
          </p:nvSpPr>
          <p:spPr>
            <a:xfrm>
              <a:off x="5196301" y="7025163"/>
              <a:ext cx="12700" cy="73913"/>
            </a:xfrm>
            <a:custGeom>
              <a:avLst/>
              <a:gdLst>
                <a:gd name="csX0" fmla="*/ 0 w 12700"/>
                <a:gd name="csY0" fmla="*/ 0 h 73913"/>
                <a:gd name="csX1" fmla="*/ 0 w 12700"/>
                <a:gd name="csY1" fmla="*/ 73914 h 73913"/>
              </a:gdLst>
              <a:ahLst/>
              <a:cxnLst>
                <a:cxn ang="0">
                  <a:pos x="csX0" y="csY0"/>
                </a:cxn>
                <a:cxn ang="0">
                  <a:pos x="csX1" y="csY1"/>
                </a:cxn>
              </a:cxnLst>
              <a:rect l="l" t="t" r="r" b="b"/>
              <a:pathLst>
                <a:path w="12700" h="73913">
                  <a:moveTo>
                    <a:pt x="0" y="0"/>
                  </a:moveTo>
                  <a:lnTo>
                    <a:pt x="0" y="73914"/>
                  </a:lnTo>
                </a:path>
              </a:pathLst>
            </a:custGeom>
            <a:ln w="13589" cap="flat">
              <a:solidFill>
                <a:srgbClr val="333333"/>
              </a:solidFill>
              <a:prstDash val="solid"/>
              <a:round/>
            </a:ln>
          </p:spPr>
          <p:txBody>
            <a:bodyPr/>
            <a:lstStyle/>
            <a:p>
              <a:pPr algn="ctr"/>
              <a:endParaRPr lang="en-US" sz="2646"/>
            </a:p>
          </p:txBody>
        </p:sp>
        <p:sp>
          <p:nvSpPr>
            <p:cNvPr id="5263" name="Freeform 5262">
              <a:extLst>
                <a:ext uri="{FF2B5EF4-FFF2-40B4-BE49-F238E27FC236}">
                  <a16:creationId xmlns:a16="http://schemas.microsoft.com/office/drawing/2014/main" id="{A6814FEC-C725-AC31-1DE3-33EA0127C825}"/>
                </a:ext>
              </a:extLst>
            </p:cNvPr>
            <p:cNvSpPr/>
            <p:nvPr/>
          </p:nvSpPr>
          <p:spPr>
            <a:xfrm>
              <a:off x="5124419" y="6928135"/>
              <a:ext cx="143636" cy="97027"/>
            </a:xfrm>
            <a:custGeom>
              <a:avLst/>
              <a:gdLst>
                <a:gd name="csX0" fmla="*/ 0 w 143636"/>
                <a:gd name="csY0" fmla="*/ 0 h 97027"/>
                <a:gd name="csX1" fmla="*/ 0 w 143636"/>
                <a:gd name="csY1" fmla="*/ 97028 h 97027"/>
                <a:gd name="csX2" fmla="*/ 143637 w 143636"/>
                <a:gd name="csY2" fmla="*/ 97028 h 97027"/>
                <a:gd name="csX3" fmla="*/ 143637 w 143636"/>
                <a:gd name="csY3" fmla="*/ 0 h 97027"/>
                <a:gd name="csX4" fmla="*/ 0 w 143636"/>
                <a:gd name="csY4" fmla="*/ 0 h 97027"/>
              </a:gdLst>
              <a:ahLst/>
              <a:cxnLst>
                <a:cxn ang="0">
                  <a:pos x="csX0" y="csY0"/>
                </a:cxn>
                <a:cxn ang="0">
                  <a:pos x="csX1" y="csY1"/>
                </a:cxn>
                <a:cxn ang="0">
                  <a:pos x="csX2" y="csY2"/>
                </a:cxn>
                <a:cxn ang="0">
                  <a:pos x="csX3" y="csY3"/>
                </a:cxn>
                <a:cxn ang="0">
                  <a:pos x="csX4" y="csY4"/>
                </a:cxn>
              </a:cxnLst>
              <a:rect l="l" t="t" r="r" b="b"/>
              <a:pathLst>
                <a:path w="143636" h="97027">
                  <a:moveTo>
                    <a:pt x="0" y="0"/>
                  </a:moveTo>
                  <a:lnTo>
                    <a:pt x="0" y="97028"/>
                  </a:lnTo>
                  <a:lnTo>
                    <a:pt x="143637" y="97028"/>
                  </a:lnTo>
                  <a:lnTo>
                    <a:pt x="143637"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5264" name="Freeform 5263">
              <a:extLst>
                <a:ext uri="{FF2B5EF4-FFF2-40B4-BE49-F238E27FC236}">
                  <a16:creationId xmlns:a16="http://schemas.microsoft.com/office/drawing/2014/main" id="{DC0A693E-9EDD-6667-3970-F483776A8BD8}"/>
                </a:ext>
              </a:extLst>
            </p:cNvPr>
            <p:cNvSpPr/>
            <p:nvPr/>
          </p:nvSpPr>
          <p:spPr>
            <a:xfrm>
              <a:off x="5124419" y="6984650"/>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pPr algn="ctr"/>
              <a:endParaRPr lang="en-US" sz="2646"/>
            </a:p>
          </p:txBody>
        </p:sp>
        <p:sp>
          <p:nvSpPr>
            <p:cNvPr id="5265" name="Freeform 5264">
              <a:extLst>
                <a:ext uri="{FF2B5EF4-FFF2-40B4-BE49-F238E27FC236}">
                  <a16:creationId xmlns:a16="http://schemas.microsoft.com/office/drawing/2014/main" id="{AB603FC5-A5AA-EA52-1325-3463E811C8A7}"/>
                </a:ext>
              </a:extLst>
            </p:cNvPr>
            <p:cNvSpPr/>
            <p:nvPr/>
          </p:nvSpPr>
          <p:spPr>
            <a:xfrm>
              <a:off x="4699985" y="70092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66" name="Freeform 5265">
              <a:extLst>
                <a:ext uri="{FF2B5EF4-FFF2-40B4-BE49-F238E27FC236}">
                  <a16:creationId xmlns:a16="http://schemas.microsoft.com/office/drawing/2014/main" id="{D70EAF09-04FD-2C27-9333-6CC4FA5CBA03}"/>
                </a:ext>
              </a:extLst>
            </p:cNvPr>
            <p:cNvSpPr/>
            <p:nvPr/>
          </p:nvSpPr>
          <p:spPr>
            <a:xfrm>
              <a:off x="4483958" y="677395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67" name="Freeform 5266">
              <a:extLst>
                <a:ext uri="{FF2B5EF4-FFF2-40B4-BE49-F238E27FC236}">
                  <a16:creationId xmlns:a16="http://schemas.microsoft.com/office/drawing/2014/main" id="{1E78CF86-C5C6-EF74-5918-C4084BFCA91F}"/>
                </a:ext>
              </a:extLst>
            </p:cNvPr>
            <p:cNvSpPr/>
            <p:nvPr/>
          </p:nvSpPr>
          <p:spPr>
            <a:xfrm>
              <a:off x="4456653" y="664213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68" name="Freeform 5267">
              <a:extLst>
                <a:ext uri="{FF2B5EF4-FFF2-40B4-BE49-F238E27FC236}">
                  <a16:creationId xmlns:a16="http://schemas.microsoft.com/office/drawing/2014/main" id="{8C6D704A-5590-2947-EEE1-117B3A9BD9A1}"/>
                </a:ext>
              </a:extLst>
            </p:cNvPr>
            <p:cNvSpPr/>
            <p:nvPr/>
          </p:nvSpPr>
          <p:spPr>
            <a:xfrm>
              <a:off x="5144104" y="690133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69" name="Freeform 5268">
              <a:extLst>
                <a:ext uri="{FF2B5EF4-FFF2-40B4-BE49-F238E27FC236}">
                  <a16:creationId xmlns:a16="http://schemas.microsoft.com/office/drawing/2014/main" id="{904CFABB-F362-92E6-B9A5-38BA8D3FD01C}"/>
                </a:ext>
              </a:extLst>
            </p:cNvPr>
            <p:cNvSpPr/>
            <p:nvPr/>
          </p:nvSpPr>
          <p:spPr>
            <a:xfrm>
              <a:off x="4240626" y="695518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0" name="Freeform 5269">
              <a:extLst>
                <a:ext uri="{FF2B5EF4-FFF2-40B4-BE49-F238E27FC236}">
                  <a16:creationId xmlns:a16="http://schemas.microsoft.com/office/drawing/2014/main" id="{EBC2984F-371B-729F-B3FF-603DB22D88E4}"/>
                </a:ext>
              </a:extLst>
            </p:cNvPr>
            <p:cNvSpPr/>
            <p:nvPr/>
          </p:nvSpPr>
          <p:spPr>
            <a:xfrm>
              <a:off x="5152994" y="69950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1" name="Freeform 5270">
              <a:extLst>
                <a:ext uri="{FF2B5EF4-FFF2-40B4-BE49-F238E27FC236}">
                  <a16:creationId xmlns:a16="http://schemas.microsoft.com/office/drawing/2014/main" id="{63DBB881-E65D-6089-0AD7-CEFEC8528559}"/>
                </a:ext>
              </a:extLst>
            </p:cNvPr>
            <p:cNvSpPr/>
            <p:nvPr/>
          </p:nvSpPr>
          <p:spPr>
            <a:xfrm>
              <a:off x="4209511" y="688292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2" name="Freeform 5271">
              <a:extLst>
                <a:ext uri="{FF2B5EF4-FFF2-40B4-BE49-F238E27FC236}">
                  <a16:creationId xmlns:a16="http://schemas.microsoft.com/office/drawing/2014/main" id="{8CBBDA43-ADC3-0EF4-CAAF-6F9EE9B55462}"/>
                </a:ext>
              </a:extLst>
            </p:cNvPr>
            <p:cNvSpPr/>
            <p:nvPr/>
          </p:nvSpPr>
          <p:spPr>
            <a:xfrm>
              <a:off x="5188300" y="708155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3" name="Freeform 5272">
              <a:extLst>
                <a:ext uri="{FF2B5EF4-FFF2-40B4-BE49-F238E27FC236}">
                  <a16:creationId xmlns:a16="http://schemas.microsoft.com/office/drawing/2014/main" id="{2E698DBD-DBF3-230D-2829-3AFA460DB73B}"/>
                </a:ext>
              </a:extLst>
            </p:cNvPr>
            <p:cNvSpPr/>
            <p:nvPr/>
          </p:nvSpPr>
          <p:spPr>
            <a:xfrm>
              <a:off x="4251675" y="706948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4" name="Freeform 5273">
              <a:extLst>
                <a:ext uri="{FF2B5EF4-FFF2-40B4-BE49-F238E27FC236}">
                  <a16:creationId xmlns:a16="http://schemas.microsoft.com/office/drawing/2014/main" id="{7CACA51E-7DE3-315A-EE86-4349E64114DF}"/>
                </a:ext>
              </a:extLst>
            </p:cNvPr>
            <p:cNvSpPr/>
            <p:nvPr/>
          </p:nvSpPr>
          <p:spPr>
            <a:xfrm>
              <a:off x="5159852" y="70106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5" name="Freeform 5274">
              <a:extLst>
                <a:ext uri="{FF2B5EF4-FFF2-40B4-BE49-F238E27FC236}">
                  <a16:creationId xmlns:a16="http://schemas.microsoft.com/office/drawing/2014/main" id="{BE536919-F693-B371-9489-EC5A017D5AC4}"/>
                </a:ext>
              </a:extLst>
            </p:cNvPr>
            <p:cNvSpPr/>
            <p:nvPr/>
          </p:nvSpPr>
          <p:spPr>
            <a:xfrm>
              <a:off x="4230593" y="682628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6" name="Freeform 5275">
              <a:extLst>
                <a:ext uri="{FF2B5EF4-FFF2-40B4-BE49-F238E27FC236}">
                  <a16:creationId xmlns:a16="http://schemas.microsoft.com/office/drawing/2014/main" id="{6DB33492-118B-3F85-4F4F-B1C1B4A3A507}"/>
                </a:ext>
              </a:extLst>
            </p:cNvPr>
            <p:cNvSpPr/>
            <p:nvPr/>
          </p:nvSpPr>
          <p:spPr>
            <a:xfrm>
              <a:off x="5211922" y="693804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7" name="Freeform 5276">
              <a:extLst>
                <a:ext uri="{FF2B5EF4-FFF2-40B4-BE49-F238E27FC236}">
                  <a16:creationId xmlns:a16="http://schemas.microsoft.com/office/drawing/2014/main" id="{5F6EF2C8-355C-216A-D911-31F41676E872}"/>
                </a:ext>
              </a:extLst>
            </p:cNvPr>
            <p:cNvSpPr/>
            <p:nvPr/>
          </p:nvSpPr>
          <p:spPr>
            <a:xfrm>
              <a:off x="4229323" y="70020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8" name="Freeform 5277">
              <a:extLst>
                <a:ext uri="{FF2B5EF4-FFF2-40B4-BE49-F238E27FC236}">
                  <a16:creationId xmlns:a16="http://schemas.microsoft.com/office/drawing/2014/main" id="{59C5D30E-BB7B-23D7-24D4-52CA49675A90}"/>
                </a:ext>
              </a:extLst>
            </p:cNvPr>
            <p:cNvSpPr/>
            <p:nvPr/>
          </p:nvSpPr>
          <p:spPr>
            <a:xfrm>
              <a:off x="4460336" y="68073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79" name="Freeform 5278">
              <a:extLst>
                <a:ext uri="{FF2B5EF4-FFF2-40B4-BE49-F238E27FC236}">
                  <a16:creationId xmlns:a16="http://schemas.microsoft.com/office/drawing/2014/main" id="{4FD915BD-6D0E-158C-83AF-1B685306BA43}"/>
                </a:ext>
              </a:extLst>
            </p:cNvPr>
            <p:cNvSpPr/>
            <p:nvPr/>
          </p:nvSpPr>
          <p:spPr>
            <a:xfrm>
              <a:off x="5175219" y="683644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0" name="Freeform 5279">
              <a:extLst>
                <a:ext uri="{FF2B5EF4-FFF2-40B4-BE49-F238E27FC236}">
                  <a16:creationId xmlns:a16="http://schemas.microsoft.com/office/drawing/2014/main" id="{D0ED2FED-815F-FFB4-380A-082E5C1277B6}"/>
                </a:ext>
              </a:extLst>
            </p:cNvPr>
            <p:cNvSpPr/>
            <p:nvPr/>
          </p:nvSpPr>
          <p:spPr>
            <a:xfrm>
              <a:off x="4204812" y="69465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1" name="Freeform 5280">
              <a:extLst>
                <a:ext uri="{FF2B5EF4-FFF2-40B4-BE49-F238E27FC236}">
                  <a16:creationId xmlns:a16="http://schemas.microsoft.com/office/drawing/2014/main" id="{2F3AF63C-6126-10C0-6924-D176EE0950A8}"/>
                </a:ext>
              </a:extLst>
            </p:cNvPr>
            <p:cNvSpPr/>
            <p:nvPr/>
          </p:nvSpPr>
          <p:spPr>
            <a:xfrm>
              <a:off x="4696810" y="681027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2" name="Freeform 5281">
              <a:extLst>
                <a:ext uri="{FF2B5EF4-FFF2-40B4-BE49-F238E27FC236}">
                  <a16:creationId xmlns:a16="http://schemas.microsoft.com/office/drawing/2014/main" id="{D773DA2D-A3AE-F0B3-69C9-F9A2C2A1F854}"/>
                </a:ext>
              </a:extLst>
            </p:cNvPr>
            <p:cNvSpPr/>
            <p:nvPr/>
          </p:nvSpPr>
          <p:spPr>
            <a:xfrm>
              <a:off x="4483958" y="672074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3" name="Freeform 5282">
              <a:extLst>
                <a:ext uri="{FF2B5EF4-FFF2-40B4-BE49-F238E27FC236}">
                  <a16:creationId xmlns:a16="http://schemas.microsoft.com/office/drawing/2014/main" id="{8C3ED698-2B08-EF1E-B8BA-5895E1832B00}"/>
                </a:ext>
              </a:extLst>
            </p:cNvPr>
            <p:cNvSpPr/>
            <p:nvPr/>
          </p:nvSpPr>
          <p:spPr>
            <a:xfrm>
              <a:off x="4460463" y="675071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4" name="Freeform 5283">
              <a:extLst>
                <a:ext uri="{FF2B5EF4-FFF2-40B4-BE49-F238E27FC236}">
                  <a16:creationId xmlns:a16="http://schemas.microsoft.com/office/drawing/2014/main" id="{BE74B26A-E841-AEA6-40E7-CFDD44699984}"/>
                </a:ext>
              </a:extLst>
            </p:cNvPr>
            <p:cNvSpPr/>
            <p:nvPr/>
          </p:nvSpPr>
          <p:spPr>
            <a:xfrm>
              <a:off x="4931760" y="681904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5" name="Freeform 5284">
              <a:extLst>
                <a:ext uri="{FF2B5EF4-FFF2-40B4-BE49-F238E27FC236}">
                  <a16:creationId xmlns:a16="http://schemas.microsoft.com/office/drawing/2014/main" id="{FC7194DC-331E-4794-4781-EACD774FC0B6}"/>
                </a:ext>
              </a:extLst>
            </p:cNvPr>
            <p:cNvSpPr/>
            <p:nvPr/>
          </p:nvSpPr>
          <p:spPr>
            <a:xfrm>
              <a:off x="4472655" y="68653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6" name="Freeform 5285">
              <a:extLst>
                <a:ext uri="{FF2B5EF4-FFF2-40B4-BE49-F238E27FC236}">
                  <a16:creationId xmlns:a16="http://schemas.microsoft.com/office/drawing/2014/main" id="{0CCA2673-02D7-8870-4793-870681736B4E}"/>
                </a:ext>
              </a:extLst>
            </p:cNvPr>
            <p:cNvSpPr/>
            <p:nvPr/>
          </p:nvSpPr>
          <p:spPr>
            <a:xfrm>
              <a:off x="4484720" y="67631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287" name="TextBox 5286">
              <a:extLst>
                <a:ext uri="{FF2B5EF4-FFF2-40B4-BE49-F238E27FC236}">
                  <a16:creationId xmlns:a16="http://schemas.microsoft.com/office/drawing/2014/main" id="{21015625-AABF-C118-A0A1-8DC56D5CB601}"/>
                </a:ext>
              </a:extLst>
            </p:cNvPr>
            <p:cNvSpPr txBox="1"/>
            <p:nvPr/>
          </p:nvSpPr>
          <p:spPr>
            <a:xfrm>
              <a:off x="4150054" y="6207467"/>
              <a:ext cx="395616"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288" name="Freeform 5287">
              <a:extLst>
                <a:ext uri="{FF2B5EF4-FFF2-40B4-BE49-F238E27FC236}">
                  <a16:creationId xmlns:a16="http://schemas.microsoft.com/office/drawing/2014/main" id="{EC1B5732-555B-34E5-092E-110E3F77AA11}"/>
                </a:ext>
              </a:extLst>
            </p:cNvPr>
            <p:cNvSpPr/>
            <p:nvPr/>
          </p:nvSpPr>
          <p:spPr>
            <a:xfrm>
              <a:off x="4238213" y="6398037"/>
              <a:ext cx="215518" cy="12700"/>
            </a:xfrm>
            <a:custGeom>
              <a:avLst/>
              <a:gdLst>
                <a:gd name="csX0" fmla="*/ 0 w 215518"/>
                <a:gd name="csY0" fmla="*/ 0 h 12700"/>
                <a:gd name="csX1" fmla="*/ 215519 w 215518"/>
                <a:gd name="csY1" fmla="*/ 0 h 12700"/>
              </a:gdLst>
              <a:ahLst/>
              <a:cxnLst>
                <a:cxn ang="0">
                  <a:pos x="csX0" y="csY0"/>
                </a:cxn>
                <a:cxn ang="0">
                  <a:pos x="csX1" y="csY1"/>
                </a:cxn>
              </a:cxnLst>
              <a:rect l="l" t="t" r="r" b="b"/>
              <a:pathLst>
                <a:path w="215518" h="12700">
                  <a:moveTo>
                    <a:pt x="0" y="0"/>
                  </a:moveTo>
                  <a:lnTo>
                    <a:pt x="215519" y="0"/>
                  </a:lnTo>
                </a:path>
              </a:pathLst>
            </a:custGeom>
            <a:ln w="13589" cap="rnd">
              <a:solidFill>
                <a:srgbClr val="000000"/>
              </a:solidFill>
              <a:prstDash val="solid"/>
              <a:round/>
            </a:ln>
          </p:spPr>
          <p:txBody>
            <a:bodyPr/>
            <a:lstStyle/>
            <a:p>
              <a:pPr algn="ctr"/>
              <a:endParaRPr lang="en-US" sz="2646"/>
            </a:p>
          </p:txBody>
        </p:sp>
        <p:sp>
          <p:nvSpPr>
            <p:cNvPr id="5289" name="TextBox 5288">
              <a:extLst>
                <a:ext uri="{FF2B5EF4-FFF2-40B4-BE49-F238E27FC236}">
                  <a16:creationId xmlns:a16="http://schemas.microsoft.com/office/drawing/2014/main" id="{C838E856-80CD-2CEE-2D5A-63E552EE416E}"/>
                </a:ext>
              </a:extLst>
            </p:cNvPr>
            <p:cNvSpPr txBox="1"/>
            <p:nvPr/>
          </p:nvSpPr>
          <p:spPr>
            <a:xfrm>
              <a:off x="4603397" y="6202181"/>
              <a:ext cx="495708"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5290" name="Freeform 5289">
              <a:extLst>
                <a:ext uri="{FF2B5EF4-FFF2-40B4-BE49-F238E27FC236}">
                  <a16:creationId xmlns:a16="http://schemas.microsoft.com/office/drawing/2014/main" id="{6D0D0180-749F-7A28-A0CB-69326B6DB984}"/>
                </a:ext>
              </a:extLst>
            </p:cNvPr>
            <p:cNvSpPr/>
            <p:nvPr/>
          </p:nvSpPr>
          <p:spPr>
            <a:xfrm>
              <a:off x="4501738" y="6398037"/>
              <a:ext cx="694563" cy="12700"/>
            </a:xfrm>
            <a:custGeom>
              <a:avLst/>
              <a:gdLst>
                <a:gd name="csX0" fmla="*/ 0 w 694563"/>
                <a:gd name="csY0" fmla="*/ 0 h 12700"/>
                <a:gd name="csX1" fmla="*/ 694563 w 694563"/>
                <a:gd name="csY1" fmla="*/ 0 h 12700"/>
              </a:gdLst>
              <a:ahLst/>
              <a:cxnLst>
                <a:cxn ang="0">
                  <a:pos x="csX0" y="csY0"/>
                </a:cxn>
                <a:cxn ang="0">
                  <a:pos x="csX1" y="csY1"/>
                </a:cxn>
              </a:cxnLst>
              <a:rect l="l" t="t" r="r" b="b"/>
              <a:pathLst>
                <a:path w="694563" h="12700">
                  <a:moveTo>
                    <a:pt x="0" y="0"/>
                  </a:moveTo>
                  <a:lnTo>
                    <a:pt x="694563" y="0"/>
                  </a:lnTo>
                </a:path>
              </a:pathLst>
            </a:custGeom>
            <a:ln w="13589" cap="rnd">
              <a:solidFill>
                <a:srgbClr val="000000"/>
              </a:solidFill>
              <a:prstDash val="solid"/>
              <a:round/>
            </a:ln>
          </p:spPr>
          <p:txBody>
            <a:bodyPr/>
            <a:lstStyle/>
            <a:p>
              <a:pPr algn="ctr"/>
              <a:endParaRPr lang="en-US" sz="2646"/>
            </a:p>
          </p:txBody>
        </p:sp>
        <p:sp>
          <p:nvSpPr>
            <p:cNvPr id="5291" name="TextBox 5290">
              <a:extLst>
                <a:ext uri="{FF2B5EF4-FFF2-40B4-BE49-F238E27FC236}">
                  <a16:creationId xmlns:a16="http://schemas.microsoft.com/office/drawing/2014/main" id="{81F97636-99C2-4B41-21A8-70DFB864F5FB}"/>
                </a:ext>
              </a:extLst>
            </p:cNvPr>
            <p:cNvSpPr txBox="1"/>
            <p:nvPr/>
          </p:nvSpPr>
          <p:spPr>
            <a:xfrm>
              <a:off x="4470439" y="6049861"/>
              <a:ext cx="57035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0.785</a:t>
              </a:r>
            </a:p>
          </p:txBody>
        </p:sp>
        <p:sp>
          <p:nvSpPr>
            <p:cNvPr id="5292" name="Freeform 5291">
              <a:extLst>
                <a:ext uri="{FF2B5EF4-FFF2-40B4-BE49-F238E27FC236}">
                  <a16:creationId xmlns:a16="http://schemas.microsoft.com/office/drawing/2014/main" id="{758CA607-1D14-C387-2F93-71EB2262FDEF}"/>
                </a:ext>
              </a:extLst>
            </p:cNvPr>
            <p:cNvSpPr/>
            <p:nvPr/>
          </p:nvSpPr>
          <p:spPr>
            <a:xfrm>
              <a:off x="4238213" y="6206558"/>
              <a:ext cx="958088" cy="12700"/>
            </a:xfrm>
            <a:custGeom>
              <a:avLst/>
              <a:gdLst>
                <a:gd name="csX0" fmla="*/ 0 w 958088"/>
                <a:gd name="csY0" fmla="*/ 0 h 12700"/>
                <a:gd name="csX1" fmla="*/ 958088 w 958088"/>
                <a:gd name="csY1" fmla="*/ 0 h 12700"/>
              </a:gdLst>
              <a:ahLst/>
              <a:cxnLst>
                <a:cxn ang="0">
                  <a:pos x="csX0" y="csY0"/>
                </a:cxn>
                <a:cxn ang="0">
                  <a:pos x="csX1" y="csY1"/>
                </a:cxn>
              </a:cxnLst>
              <a:rect l="l" t="t" r="r" b="b"/>
              <a:pathLst>
                <a:path w="958088" h="12700">
                  <a:moveTo>
                    <a:pt x="0" y="0"/>
                  </a:moveTo>
                  <a:lnTo>
                    <a:pt x="958088" y="0"/>
                  </a:lnTo>
                </a:path>
              </a:pathLst>
            </a:custGeom>
            <a:ln w="13589" cap="rnd">
              <a:solidFill>
                <a:srgbClr val="000000"/>
              </a:solidFill>
              <a:prstDash val="solid"/>
              <a:round/>
            </a:ln>
          </p:spPr>
          <p:txBody>
            <a:bodyPr/>
            <a:lstStyle/>
            <a:p>
              <a:pPr algn="ctr"/>
              <a:endParaRPr lang="en-US" sz="2646"/>
            </a:p>
          </p:txBody>
        </p:sp>
      </p:grpSp>
      <p:grpSp>
        <p:nvGrpSpPr>
          <p:cNvPr id="5226" name="Graphic 4145">
            <a:extLst>
              <a:ext uri="{FF2B5EF4-FFF2-40B4-BE49-F238E27FC236}">
                <a16:creationId xmlns:a16="http://schemas.microsoft.com/office/drawing/2014/main" id="{79D883DC-126B-44BC-840C-CEC21576DFCD}"/>
              </a:ext>
            </a:extLst>
          </p:cNvPr>
          <p:cNvGrpSpPr/>
          <p:nvPr/>
        </p:nvGrpSpPr>
        <p:grpSpPr>
          <a:xfrm>
            <a:off x="3366489" y="1943021"/>
            <a:ext cx="1569776" cy="1666843"/>
            <a:chOff x="3716237" y="5729335"/>
            <a:chExt cx="1661301" cy="1764027"/>
          </a:xfrm>
        </p:grpSpPr>
        <p:sp>
          <p:nvSpPr>
            <p:cNvPr id="5227" name="Freeform 5226">
              <a:extLst>
                <a:ext uri="{FF2B5EF4-FFF2-40B4-BE49-F238E27FC236}">
                  <a16:creationId xmlns:a16="http://schemas.microsoft.com/office/drawing/2014/main" id="{2CD2E29C-9860-D28D-ED11-214CEB675B8F}"/>
                </a:ext>
              </a:extLst>
            </p:cNvPr>
            <p:cNvSpPr/>
            <p:nvPr/>
          </p:nvSpPr>
          <p:spPr>
            <a:xfrm>
              <a:off x="4094575" y="5857143"/>
              <a:ext cx="12700" cy="1388745"/>
            </a:xfrm>
            <a:custGeom>
              <a:avLst/>
              <a:gdLst>
                <a:gd name="csX0" fmla="*/ 0 w 12700"/>
                <a:gd name="csY0" fmla="*/ 1388745 h 1388745"/>
                <a:gd name="csX1" fmla="*/ 0 w 12700"/>
                <a:gd name="csY1" fmla="*/ 0 h 1388745"/>
              </a:gdLst>
              <a:ahLst/>
              <a:cxnLst>
                <a:cxn ang="0">
                  <a:pos x="csX0" y="csY0"/>
                </a:cxn>
                <a:cxn ang="0">
                  <a:pos x="csX1" y="csY1"/>
                </a:cxn>
              </a:cxnLst>
              <a:rect l="l" t="t" r="r" b="b"/>
              <a:pathLst>
                <a:path w="12700" h="1388745">
                  <a:moveTo>
                    <a:pt x="0" y="1388745"/>
                  </a:moveTo>
                  <a:lnTo>
                    <a:pt x="0" y="0"/>
                  </a:lnTo>
                </a:path>
              </a:pathLst>
            </a:custGeom>
            <a:noFill/>
            <a:ln w="13589" cap="sq">
              <a:solidFill>
                <a:srgbClr val="000000"/>
              </a:solidFill>
              <a:prstDash val="solid"/>
              <a:round/>
            </a:ln>
          </p:spPr>
          <p:txBody>
            <a:bodyPr/>
            <a:lstStyle/>
            <a:p>
              <a:pPr algn="ctr"/>
              <a:endParaRPr lang="en-US" sz="2646"/>
            </a:p>
          </p:txBody>
        </p:sp>
        <p:sp>
          <p:nvSpPr>
            <p:cNvPr id="5228" name="TextBox 5227">
              <a:extLst>
                <a:ext uri="{FF2B5EF4-FFF2-40B4-BE49-F238E27FC236}">
                  <a16:creationId xmlns:a16="http://schemas.microsoft.com/office/drawing/2014/main" id="{32B7152C-ABFE-E053-AED1-638642B23DF9}"/>
                </a:ext>
              </a:extLst>
            </p:cNvPr>
            <p:cNvSpPr txBox="1"/>
            <p:nvPr/>
          </p:nvSpPr>
          <p:spPr>
            <a:xfrm>
              <a:off x="3716237" y="6734378"/>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0.08</a:t>
              </a:r>
            </a:p>
          </p:txBody>
        </p:sp>
        <p:sp>
          <p:nvSpPr>
            <p:cNvPr id="5229" name="TextBox 5228">
              <a:extLst>
                <a:ext uri="{FF2B5EF4-FFF2-40B4-BE49-F238E27FC236}">
                  <a16:creationId xmlns:a16="http://schemas.microsoft.com/office/drawing/2014/main" id="{AE90D432-1BA9-0380-DAD4-5ED78CAD4B40}"/>
                </a:ext>
              </a:extLst>
            </p:cNvPr>
            <p:cNvSpPr txBox="1"/>
            <p:nvPr/>
          </p:nvSpPr>
          <p:spPr>
            <a:xfrm>
              <a:off x="3716237" y="6251270"/>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0.10</a:t>
              </a:r>
            </a:p>
          </p:txBody>
        </p:sp>
        <p:sp>
          <p:nvSpPr>
            <p:cNvPr id="5230" name="TextBox 5229">
              <a:extLst>
                <a:ext uri="{FF2B5EF4-FFF2-40B4-BE49-F238E27FC236}">
                  <a16:creationId xmlns:a16="http://schemas.microsoft.com/office/drawing/2014/main" id="{D9DACF43-C769-EF40-096D-6609400C1AC9}"/>
                </a:ext>
              </a:extLst>
            </p:cNvPr>
            <p:cNvSpPr txBox="1"/>
            <p:nvPr/>
          </p:nvSpPr>
          <p:spPr>
            <a:xfrm>
              <a:off x="3716237" y="5768162"/>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0.12</a:t>
              </a:r>
            </a:p>
          </p:txBody>
        </p:sp>
        <p:sp>
          <p:nvSpPr>
            <p:cNvPr id="5231" name="Freeform 5230">
              <a:extLst>
                <a:ext uri="{FF2B5EF4-FFF2-40B4-BE49-F238E27FC236}">
                  <a16:creationId xmlns:a16="http://schemas.microsoft.com/office/drawing/2014/main" id="{7572B7AC-573A-AC27-86D7-388EDE4B2063}"/>
                </a:ext>
              </a:extLst>
            </p:cNvPr>
            <p:cNvSpPr/>
            <p:nvPr/>
          </p:nvSpPr>
          <p:spPr>
            <a:xfrm>
              <a:off x="4059778" y="684126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232" name="Freeform 5231">
              <a:extLst>
                <a:ext uri="{FF2B5EF4-FFF2-40B4-BE49-F238E27FC236}">
                  <a16:creationId xmlns:a16="http://schemas.microsoft.com/office/drawing/2014/main" id="{E309D3C9-8015-ECCA-33A0-95AAD31A0575}"/>
                </a:ext>
              </a:extLst>
            </p:cNvPr>
            <p:cNvSpPr/>
            <p:nvPr/>
          </p:nvSpPr>
          <p:spPr>
            <a:xfrm>
              <a:off x="4059778" y="635815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233" name="Freeform 5232">
              <a:extLst>
                <a:ext uri="{FF2B5EF4-FFF2-40B4-BE49-F238E27FC236}">
                  <a16:creationId xmlns:a16="http://schemas.microsoft.com/office/drawing/2014/main" id="{6673539D-E38D-CEFE-0DCA-3F70A84C4D0B}"/>
                </a:ext>
              </a:extLst>
            </p:cNvPr>
            <p:cNvSpPr/>
            <p:nvPr/>
          </p:nvSpPr>
          <p:spPr>
            <a:xfrm>
              <a:off x="4059778" y="587505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234" name="Freeform 5233">
              <a:extLst>
                <a:ext uri="{FF2B5EF4-FFF2-40B4-BE49-F238E27FC236}">
                  <a16:creationId xmlns:a16="http://schemas.microsoft.com/office/drawing/2014/main" id="{7791E80B-1C9C-2BC7-01B2-C3E4868F3289}"/>
                </a:ext>
              </a:extLst>
            </p:cNvPr>
            <p:cNvSpPr/>
            <p:nvPr/>
          </p:nvSpPr>
          <p:spPr>
            <a:xfrm>
              <a:off x="4094575" y="7245889"/>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sq">
              <a:solidFill>
                <a:srgbClr val="000000"/>
              </a:solidFill>
              <a:prstDash val="solid"/>
              <a:round/>
            </a:ln>
          </p:spPr>
          <p:txBody>
            <a:bodyPr/>
            <a:lstStyle/>
            <a:p>
              <a:pPr algn="ctr"/>
              <a:endParaRPr lang="en-US" sz="2646"/>
            </a:p>
          </p:txBody>
        </p:sp>
        <p:sp>
          <p:nvSpPr>
            <p:cNvPr id="5235" name="Freeform 5234">
              <a:extLst>
                <a:ext uri="{FF2B5EF4-FFF2-40B4-BE49-F238E27FC236}">
                  <a16:creationId xmlns:a16="http://schemas.microsoft.com/office/drawing/2014/main" id="{457ABC64-F023-FF77-D80E-B6245AAA73CD}"/>
                </a:ext>
              </a:extLst>
            </p:cNvPr>
            <p:cNvSpPr/>
            <p:nvPr/>
          </p:nvSpPr>
          <p:spPr>
            <a:xfrm>
              <a:off x="4238213" y="724588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236" name="Freeform 5235">
              <a:extLst>
                <a:ext uri="{FF2B5EF4-FFF2-40B4-BE49-F238E27FC236}">
                  <a16:creationId xmlns:a16="http://schemas.microsoft.com/office/drawing/2014/main" id="{A20E71D1-19B0-0A2B-5499-99C09706D7CB}"/>
                </a:ext>
              </a:extLst>
            </p:cNvPr>
            <p:cNvSpPr/>
            <p:nvPr/>
          </p:nvSpPr>
          <p:spPr>
            <a:xfrm>
              <a:off x="4477734" y="724588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237" name="Freeform 5236">
              <a:extLst>
                <a:ext uri="{FF2B5EF4-FFF2-40B4-BE49-F238E27FC236}">
                  <a16:creationId xmlns:a16="http://schemas.microsoft.com/office/drawing/2014/main" id="{396A8751-0D14-45C3-03DD-4E74322068D1}"/>
                </a:ext>
              </a:extLst>
            </p:cNvPr>
            <p:cNvSpPr/>
            <p:nvPr/>
          </p:nvSpPr>
          <p:spPr>
            <a:xfrm>
              <a:off x="4717256" y="724588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238" name="Freeform 5237">
              <a:extLst>
                <a:ext uri="{FF2B5EF4-FFF2-40B4-BE49-F238E27FC236}">
                  <a16:creationId xmlns:a16="http://schemas.microsoft.com/office/drawing/2014/main" id="{C80F9DA8-F924-6BF0-9002-9FCD88804D55}"/>
                </a:ext>
              </a:extLst>
            </p:cNvPr>
            <p:cNvSpPr/>
            <p:nvPr/>
          </p:nvSpPr>
          <p:spPr>
            <a:xfrm>
              <a:off x="4956778" y="724588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239" name="Freeform 5238">
              <a:extLst>
                <a:ext uri="{FF2B5EF4-FFF2-40B4-BE49-F238E27FC236}">
                  <a16:creationId xmlns:a16="http://schemas.microsoft.com/office/drawing/2014/main" id="{3DB2F2E8-9B25-5B34-8446-DCEF608DAB56}"/>
                </a:ext>
              </a:extLst>
            </p:cNvPr>
            <p:cNvSpPr/>
            <p:nvPr/>
          </p:nvSpPr>
          <p:spPr>
            <a:xfrm>
              <a:off x="5196300" y="724588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240" name="TextBox 5239">
              <a:extLst>
                <a:ext uri="{FF2B5EF4-FFF2-40B4-BE49-F238E27FC236}">
                  <a16:creationId xmlns:a16="http://schemas.microsoft.com/office/drawing/2014/main" id="{B7DFDCD5-CE9F-9A70-1D30-F1884E149F5F}"/>
                </a:ext>
              </a:extLst>
            </p:cNvPr>
            <p:cNvSpPr txBox="1"/>
            <p:nvPr/>
          </p:nvSpPr>
          <p:spPr>
            <a:xfrm>
              <a:off x="4095103" y="7241743"/>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5241" name="TextBox 5240">
              <a:extLst>
                <a:ext uri="{FF2B5EF4-FFF2-40B4-BE49-F238E27FC236}">
                  <a16:creationId xmlns:a16="http://schemas.microsoft.com/office/drawing/2014/main" id="{9EEFCD03-0EBC-C47D-5045-B82729598A9D}"/>
                </a:ext>
              </a:extLst>
            </p:cNvPr>
            <p:cNvSpPr txBox="1"/>
            <p:nvPr/>
          </p:nvSpPr>
          <p:spPr>
            <a:xfrm>
              <a:off x="4365205" y="7241743"/>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5242" name="TextBox 5241">
              <a:extLst>
                <a:ext uri="{FF2B5EF4-FFF2-40B4-BE49-F238E27FC236}">
                  <a16:creationId xmlns:a16="http://schemas.microsoft.com/office/drawing/2014/main" id="{7FEB31AE-500F-E5FD-6598-02285705904E}"/>
                </a:ext>
              </a:extLst>
            </p:cNvPr>
            <p:cNvSpPr txBox="1"/>
            <p:nvPr/>
          </p:nvSpPr>
          <p:spPr>
            <a:xfrm>
              <a:off x="4573290" y="7241743"/>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5243" name="TextBox 5242">
              <a:extLst>
                <a:ext uri="{FF2B5EF4-FFF2-40B4-BE49-F238E27FC236}">
                  <a16:creationId xmlns:a16="http://schemas.microsoft.com/office/drawing/2014/main" id="{87222B82-4BA8-2612-4726-006006492C5D}"/>
                </a:ext>
              </a:extLst>
            </p:cNvPr>
            <p:cNvSpPr txBox="1"/>
            <p:nvPr/>
          </p:nvSpPr>
          <p:spPr>
            <a:xfrm>
              <a:off x="4785556" y="7241743"/>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5244" name="TextBox 5243">
              <a:extLst>
                <a:ext uri="{FF2B5EF4-FFF2-40B4-BE49-F238E27FC236}">
                  <a16:creationId xmlns:a16="http://schemas.microsoft.com/office/drawing/2014/main" id="{80F7E083-3F8E-857B-E3E7-5F60BB88E006}"/>
                </a:ext>
              </a:extLst>
            </p:cNvPr>
            <p:cNvSpPr txBox="1"/>
            <p:nvPr/>
          </p:nvSpPr>
          <p:spPr>
            <a:xfrm>
              <a:off x="5065600" y="7241743"/>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5247" name="TextBox 5246">
              <a:extLst>
                <a:ext uri="{FF2B5EF4-FFF2-40B4-BE49-F238E27FC236}">
                  <a16:creationId xmlns:a16="http://schemas.microsoft.com/office/drawing/2014/main" id="{0FAD16EA-B9AC-9981-7150-F441D7CFB080}"/>
                </a:ext>
              </a:extLst>
            </p:cNvPr>
            <p:cNvSpPr txBox="1"/>
            <p:nvPr/>
          </p:nvSpPr>
          <p:spPr>
            <a:xfrm>
              <a:off x="4126903" y="5729335"/>
              <a:ext cx="1250635"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brain development</a:t>
              </a:r>
            </a:p>
          </p:txBody>
        </p:sp>
      </p:grpSp>
      <p:grpSp>
        <p:nvGrpSpPr>
          <p:cNvPr id="7019" name="Group 7018">
            <a:extLst>
              <a:ext uri="{FF2B5EF4-FFF2-40B4-BE49-F238E27FC236}">
                <a16:creationId xmlns:a16="http://schemas.microsoft.com/office/drawing/2014/main" id="{F3C13B14-D6DE-0860-1BE4-3C604B1E6454}"/>
              </a:ext>
            </a:extLst>
          </p:cNvPr>
          <p:cNvGrpSpPr/>
          <p:nvPr/>
        </p:nvGrpSpPr>
        <p:grpSpPr>
          <a:xfrm>
            <a:off x="4825596" y="1927609"/>
            <a:ext cx="1630445" cy="1682255"/>
            <a:chOff x="4797021" y="1927609"/>
            <a:chExt cx="1630445" cy="1682255"/>
          </a:xfrm>
        </p:grpSpPr>
        <p:grpSp>
          <p:nvGrpSpPr>
            <p:cNvPr id="5890" name="Graphic 5885">
              <a:extLst>
                <a:ext uri="{FF2B5EF4-FFF2-40B4-BE49-F238E27FC236}">
                  <a16:creationId xmlns:a16="http://schemas.microsoft.com/office/drawing/2014/main" id="{0E54E1C2-108F-815F-31E8-03978C33B3DF}"/>
                </a:ext>
              </a:extLst>
            </p:cNvPr>
            <p:cNvGrpSpPr/>
            <p:nvPr/>
          </p:nvGrpSpPr>
          <p:grpSpPr>
            <a:xfrm>
              <a:off x="5232252" y="2063789"/>
              <a:ext cx="1118071" cy="1312236"/>
              <a:chOff x="5316460" y="5145064"/>
              <a:chExt cx="1183259" cy="1388745"/>
            </a:xfrm>
          </p:grpSpPr>
          <p:sp>
            <p:nvSpPr>
              <p:cNvPr id="5891" name="Freeform 5890">
                <a:extLst>
                  <a:ext uri="{FF2B5EF4-FFF2-40B4-BE49-F238E27FC236}">
                    <a16:creationId xmlns:a16="http://schemas.microsoft.com/office/drawing/2014/main" id="{DA3236BD-FC44-A64A-48A5-77A8BCC150CE}"/>
                  </a:ext>
                </a:extLst>
              </p:cNvPr>
              <p:cNvSpPr/>
              <p:nvPr/>
            </p:nvSpPr>
            <p:spPr>
              <a:xfrm>
                <a:off x="5316460" y="5145064"/>
                <a:ext cx="1183259" cy="1388745"/>
              </a:xfrm>
              <a:custGeom>
                <a:avLst/>
                <a:gdLst>
                  <a:gd name="csX0" fmla="*/ 0 w 1183259"/>
                  <a:gd name="csY0" fmla="*/ 0 h 1388745"/>
                  <a:gd name="csX1" fmla="*/ 1183259 w 1183259"/>
                  <a:gd name="csY1" fmla="*/ 0 h 1388745"/>
                  <a:gd name="csX2" fmla="*/ 1183259 w 1183259"/>
                  <a:gd name="csY2" fmla="*/ 1388745 h 1388745"/>
                  <a:gd name="csX3" fmla="*/ 0 w 1183259"/>
                  <a:gd name="csY3" fmla="*/ 1388745 h 1388745"/>
                </a:gdLst>
                <a:ahLst/>
                <a:cxnLst>
                  <a:cxn ang="0">
                    <a:pos x="csX0" y="csY0"/>
                  </a:cxn>
                  <a:cxn ang="0">
                    <a:pos x="csX1" y="csY1"/>
                  </a:cxn>
                  <a:cxn ang="0">
                    <a:pos x="csX2" y="csY2"/>
                  </a:cxn>
                  <a:cxn ang="0">
                    <a:pos x="csX3" y="csY3"/>
                  </a:cxn>
                </a:cxnLst>
                <a:rect l="l" t="t" r="r" b="b"/>
                <a:pathLst>
                  <a:path w="1183259" h="1388745">
                    <a:moveTo>
                      <a:pt x="0" y="0"/>
                    </a:moveTo>
                    <a:lnTo>
                      <a:pt x="1183259" y="0"/>
                    </a:lnTo>
                    <a:lnTo>
                      <a:pt x="1183259" y="1388745"/>
                    </a:lnTo>
                    <a:lnTo>
                      <a:pt x="0" y="1388745"/>
                    </a:lnTo>
                    <a:close/>
                  </a:path>
                </a:pathLst>
              </a:custGeom>
              <a:solidFill>
                <a:srgbClr val="FFFFFF"/>
              </a:solidFill>
              <a:ln w="13589" cap="rnd">
                <a:noFill/>
                <a:prstDash val="solid"/>
                <a:round/>
              </a:ln>
            </p:spPr>
            <p:txBody>
              <a:bodyPr/>
              <a:lstStyle/>
              <a:p>
                <a:pPr algn="ctr"/>
                <a:endParaRPr lang="en-US" sz="2646"/>
              </a:p>
            </p:txBody>
          </p:sp>
          <p:sp>
            <p:nvSpPr>
              <p:cNvPr id="5892" name="Freeform 5891">
                <a:extLst>
                  <a:ext uri="{FF2B5EF4-FFF2-40B4-BE49-F238E27FC236}">
                    <a16:creationId xmlns:a16="http://schemas.microsoft.com/office/drawing/2014/main" id="{A31C3613-AE0B-FF54-F19F-78010D65753C}"/>
                  </a:ext>
                </a:extLst>
              </p:cNvPr>
              <p:cNvSpPr/>
              <p:nvPr/>
            </p:nvSpPr>
            <p:spPr>
              <a:xfrm>
                <a:off x="5452985" y="6002822"/>
                <a:ext cx="12700" cy="24130"/>
              </a:xfrm>
              <a:custGeom>
                <a:avLst/>
                <a:gdLst>
                  <a:gd name="csX0" fmla="*/ 0 w 12700"/>
                  <a:gd name="csY0" fmla="*/ 24130 h 24130"/>
                  <a:gd name="csX1" fmla="*/ 0 w 12700"/>
                  <a:gd name="csY1" fmla="*/ 0 h 24130"/>
                </a:gdLst>
                <a:ahLst/>
                <a:cxnLst>
                  <a:cxn ang="0">
                    <a:pos x="csX0" y="csY0"/>
                  </a:cxn>
                  <a:cxn ang="0">
                    <a:pos x="csX1" y="csY1"/>
                  </a:cxn>
                </a:cxnLst>
                <a:rect l="l" t="t" r="r" b="b"/>
                <a:pathLst>
                  <a:path w="12700" h="24130">
                    <a:moveTo>
                      <a:pt x="0" y="24130"/>
                    </a:moveTo>
                    <a:lnTo>
                      <a:pt x="0" y="0"/>
                    </a:lnTo>
                  </a:path>
                </a:pathLst>
              </a:custGeom>
              <a:ln w="13589" cap="flat">
                <a:solidFill>
                  <a:srgbClr val="333333"/>
                </a:solidFill>
                <a:prstDash val="solid"/>
                <a:round/>
              </a:ln>
            </p:spPr>
            <p:txBody>
              <a:bodyPr/>
              <a:lstStyle/>
              <a:p>
                <a:pPr algn="ctr"/>
                <a:endParaRPr lang="en-US" sz="2646"/>
              </a:p>
            </p:txBody>
          </p:sp>
          <p:sp>
            <p:nvSpPr>
              <p:cNvPr id="5893" name="Freeform 5892">
                <a:extLst>
                  <a:ext uri="{FF2B5EF4-FFF2-40B4-BE49-F238E27FC236}">
                    <a16:creationId xmlns:a16="http://schemas.microsoft.com/office/drawing/2014/main" id="{BBE80CBA-963B-386E-A823-D1AE2F28ACDD}"/>
                  </a:ext>
                </a:extLst>
              </p:cNvPr>
              <p:cNvSpPr/>
              <p:nvPr/>
            </p:nvSpPr>
            <p:spPr>
              <a:xfrm>
                <a:off x="5452985" y="6174780"/>
                <a:ext cx="12700" cy="20319"/>
              </a:xfrm>
              <a:custGeom>
                <a:avLst/>
                <a:gdLst>
                  <a:gd name="csX0" fmla="*/ 0 w 12700"/>
                  <a:gd name="csY0" fmla="*/ 0 h 20319"/>
                  <a:gd name="csX1" fmla="*/ 0 w 12700"/>
                  <a:gd name="csY1" fmla="*/ 20320 h 20319"/>
                </a:gdLst>
                <a:ahLst/>
                <a:cxnLst>
                  <a:cxn ang="0">
                    <a:pos x="csX0" y="csY0"/>
                  </a:cxn>
                  <a:cxn ang="0">
                    <a:pos x="csX1" y="csY1"/>
                  </a:cxn>
                </a:cxnLst>
                <a:rect l="l" t="t" r="r" b="b"/>
                <a:pathLst>
                  <a:path w="12700" h="20319">
                    <a:moveTo>
                      <a:pt x="0" y="0"/>
                    </a:moveTo>
                    <a:lnTo>
                      <a:pt x="0" y="20320"/>
                    </a:lnTo>
                  </a:path>
                </a:pathLst>
              </a:custGeom>
              <a:ln w="13589" cap="flat">
                <a:solidFill>
                  <a:srgbClr val="333333"/>
                </a:solidFill>
                <a:prstDash val="solid"/>
                <a:round/>
              </a:ln>
            </p:spPr>
            <p:txBody>
              <a:bodyPr/>
              <a:lstStyle/>
              <a:p>
                <a:pPr algn="ctr"/>
                <a:endParaRPr lang="en-US" sz="2646"/>
              </a:p>
            </p:txBody>
          </p:sp>
          <p:sp>
            <p:nvSpPr>
              <p:cNvPr id="5894" name="Freeform 5893">
                <a:extLst>
                  <a:ext uri="{FF2B5EF4-FFF2-40B4-BE49-F238E27FC236}">
                    <a16:creationId xmlns:a16="http://schemas.microsoft.com/office/drawing/2014/main" id="{EB708F0B-997F-13AB-D5A3-7D3C0BF1B4AD}"/>
                  </a:ext>
                </a:extLst>
              </p:cNvPr>
              <p:cNvSpPr/>
              <p:nvPr/>
            </p:nvSpPr>
            <p:spPr>
              <a:xfrm>
                <a:off x="5384659" y="6026951"/>
                <a:ext cx="136525" cy="147828"/>
              </a:xfrm>
              <a:custGeom>
                <a:avLst/>
                <a:gdLst>
                  <a:gd name="csX0" fmla="*/ 0 w 136525"/>
                  <a:gd name="csY0" fmla="*/ 0 h 147828"/>
                  <a:gd name="csX1" fmla="*/ 0 w 136525"/>
                  <a:gd name="csY1" fmla="*/ 147828 h 147828"/>
                  <a:gd name="csX2" fmla="*/ 136525 w 136525"/>
                  <a:gd name="csY2" fmla="*/ 147828 h 147828"/>
                  <a:gd name="csX3" fmla="*/ 136525 w 136525"/>
                  <a:gd name="csY3" fmla="*/ 0 h 147828"/>
                  <a:gd name="csX4" fmla="*/ 0 w 136525"/>
                  <a:gd name="csY4" fmla="*/ 0 h 147828"/>
                </a:gdLst>
                <a:ahLst/>
                <a:cxnLst>
                  <a:cxn ang="0">
                    <a:pos x="csX0" y="csY0"/>
                  </a:cxn>
                  <a:cxn ang="0">
                    <a:pos x="csX1" y="csY1"/>
                  </a:cxn>
                  <a:cxn ang="0">
                    <a:pos x="csX2" y="csY2"/>
                  </a:cxn>
                  <a:cxn ang="0">
                    <a:pos x="csX3" y="csY3"/>
                  </a:cxn>
                  <a:cxn ang="0">
                    <a:pos x="csX4" y="csY4"/>
                  </a:cxn>
                </a:cxnLst>
                <a:rect l="l" t="t" r="r" b="b"/>
                <a:pathLst>
                  <a:path w="136525" h="147828">
                    <a:moveTo>
                      <a:pt x="0" y="0"/>
                    </a:moveTo>
                    <a:lnTo>
                      <a:pt x="0" y="147828"/>
                    </a:lnTo>
                    <a:lnTo>
                      <a:pt x="136525" y="147828"/>
                    </a:lnTo>
                    <a:lnTo>
                      <a:pt x="136525"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5895" name="Freeform 5894">
                <a:extLst>
                  <a:ext uri="{FF2B5EF4-FFF2-40B4-BE49-F238E27FC236}">
                    <a16:creationId xmlns:a16="http://schemas.microsoft.com/office/drawing/2014/main" id="{721C7EF1-11E3-84A0-62C2-802FABC529BB}"/>
                  </a:ext>
                </a:extLst>
              </p:cNvPr>
              <p:cNvSpPr/>
              <p:nvPr/>
            </p:nvSpPr>
            <p:spPr>
              <a:xfrm>
                <a:off x="5384659" y="6095532"/>
                <a:ext cx="136525" cy="12700"/>
              </a:xfrm>
              <a:custGeom>
                <a:avLst/>
                <a:gdLst>
                  <a:gd name="csX0" fmla="*/ 0 w 136525"/>
                  <a:gd name="csY0" fmla="*/ 0 h 12700"/>
                  <a:gd name="csX1" fmla="*/ 136525 w 136525"/>
                  <a:gd name="csY1" fmla="*/ 0 h 12700"/>
                </a:gdLst>
                <a:ahLst/>
                <a:cxnLst>
                  <a:cxn ang="0">
                    <a:pos x="csX0" y="csY0"/>
                  </a:cxn>
                  <a:cxn ang="0">
                    <a:pos x="csX1" y="csY1"/>
                  </a:cxn>
                </a:cxnLst>
                <a:rect l="l" t="t" r="r" b="b"/>
                <a:pathLst>
                  <a:path w="136525" h="12700">
                    <a:moveTo>
                      <a:pt x="0" y="0"/>
                    </a:moveTo>
                    <a:lnTo>
                      <a:pt x="136525" y="0"/>
                    </a:lnTo>
                  </a:path>
                </a:pathLst>
              </a:custGeom>
              <a:ln w="27051" cap="flat">
                <a:solidFill>
                  <a:srgbClr val="333333"/>
                </a:solidFill>
                <a:prstDash val="solid"/>
                <a:miter/>
              </a:ln>
            </p:spPr>
            <p:txBody>
              <a:bodyPr/>
              <a:lstStyle/>
              <a:p>
                <a:pPr algn="ctr"/>
                <a:endParaRPr lang="en-US" sz="2646"/>
              </a:p>
            </p:txBody>
          </p:sp>
          <p:sp>
            <p:nvSpPr>
              <p:cNvPr id="5896" name="Freeform 5895">
                <a:extLst>
                  <a:ext uri="{FF2B5EF4-FFF2-40B4-BE49-F238E27FC236}">
                    <a16:creationId xmlns:a16="http://schemas.microsoft.com/office/drawing/2014/main" id="{52BA45B9-7E3E-DFD4-869D-3B3A86ECB9B4}"/>
                  </a:ext>
                </a:extLst>
              </p:cNvPr>
              <p:cNvSpPr/>
              <p:nvPr/>
            </p:nvSpPr>
            <p:spPr>
              <a:xfrm>
                <a:off x="5680569" y="5802670"/>
                <a:ext cx="12700" cy="19176"/>
              </a:xfrm>
              <a:custGeom>
                <a:avLst/>
                <a:gdLst>
                  <a:gd name="csX0" fmla="*/ 0 w 12700"/>
                  <a:gd name="csY0" fmla="*/ 19177 h 19176"/>
                  <a:gd name="csX1" fmla="*/ 0 w 12700"/>
                  <a:gd name="csY1" fmla="*/ 0 h 19176"/>
                </a:gdLst>
                <a:ahLst/>
                <a:cxnLst>
                  <a:cxn ang="0">
                    <a:pos x="csX0" y="csY0"/>
                  </a:cxn>
                  <a:cxn ang="0">
                    <a:pos x="csX1" y="csY1"/>
                  </a:cxn>
                </a:cxnLst>
                <a:rect l="l" t="t" r="r" b="b"/>
                <a:pathLst>
                  <a:path w="12700" h="19176">
                    <a:moveTo>
                      <a:pt x="0" y="19177"/>
                    </a:moveTo>
                    <a:lnTo>
                      <a:pt x="0" y="0"/>
                    </a:lnTo>
                  </a:path>
                </a:pathLst>
              </a:custGeom>
              <a:ln w="13589" cap="flat">
                <a:solidFill>
                  <a:srgbClr val="333333"/>
                </a:solidFill>
                <a:prstDash val="solid"/>
                <a:round/>
              </a:ln>
            </p:spPr>
            <p:txBody>
              <a:bodyPr/>
              <a:lstStyle/>
              <a:p>
                <a:pPr algn="ctr"/>
                <a:endParaRPr lang="en-US" sz="2646"/>
              </a:p>
            </p:txBody>
          </p:sp>
          <p:sp>
            <p:nvSpPr>
              <p:cNvPr id="5897" name="Freeform 5896">
                <a:extLst>
                  <a:ext uri="{FF2B5EF4-FFF2-40B4-BE49-F238E27FC236}">
                    <a16:creationId xmlns:a16="http://schemas.microsoft.com/office/drawing/2014/main" id="{8FBE57A1-A37C-BEC6-CC4B-C41D34896E3C}"/>
                  </a:ext>
                </a:extLst>
              </p:cNvPr>
              <p:cNvSpPr/>
              <p:nvPr/>
            </p:nvSpPr>
            <p:spPr>
              <a:xfrm>
                <a:off x="5680569" y="5938052"/>
                <a:ext cx="12700" cy="51688"/>
              </a:xfrm>
              <a:custGeom>
                <a:avLst/>
                <a:gdLst>
                  <a:gd name="csX0" fmla="*/ 0 w 12700"/>
                  <a:gd name="csY0" fmla="*/ 0 h 51688"/>
                  <a:gd name="csX1" fmla="*/ 0 w 12700"/>
                  <a:gd name="csY1" fmla="*/ 51689 h 51688"/>
                </a:gdLst>
                <a:ahLst/>
                <a:cxnLst>
                  <a:cxn ang="0">
                    <a:pos x="csX0" y="csY0"/>
                  </a:cxn>
                  <a:cxn ang="0">
                    <a:pos x="csX1" y="csY1"/>
                  </a:cxn>
                </a:cxnLst>
                <a:rect l="l" t="t" r="r" b="b"/>
                <a:pathLst>
                  <a:path w="12700" h="51688">
                    <a:moveTo>
                      <a:pt x="0" y="0"/>
                    </a:moveTo>
                    <a:lnTo>
                      <a:pt x="0" y="51689"/>
                    </a:lnTo>
                  </a:path>
                </a:pathLst>
              </a:custGeom>
              <a:ln w="13589" cap="flat">
                <a:solidFill>
                  <a:srgbClr val="333333"/>
                </a:solidFill>
                <a:prstDash val="solid"/>
                <a:round/>
              </a:ln>
            </p:spPr>
            <p:txBody>
              <a:bodyPr/>
              <a:lstStyle/>
              <a:p>
                <a:pPr algn="ctr"/>
                <a:endParaRPr lang="en-US" sz="2646"/>
              </a:p>
            </p:txBody>
          </p:sp>
          <p:sp>
            <p:nvSpPr>
              <p:cNvPr id="5898" name="Freeform 5897">
                <a:extLst>
                  <a:ext uri="{FF2B5EF4-FFF2-40B4-BE49-F238E27FC236}">
                    <a16:creationId xmlns:a16="http://schemas.microsoft.com/office/drawing/2014/main" id="{FACA9B0E-F13A-E741-853E-BF887FB49434}"/>
                  </a:ext>
                </a:extLst>
              </p:cNvPr>
              <p:cNvSpPr/>
              <p:nvPr/>
            </p:nvSpPr>
            <p:spPr>
              <a:xfrm>
                <a:off x="5612242" y="5821847"/>
                <a:ext cx="136525" cy="116204"/>
              </a:xfrm>
              <a:custGeom>
                <a:avLst/>
                <a:gdLst>
                  <a:gd name="csX0" fmla="*/ 0 w 136525"/>
                  <a:gd name="csY0" fmla="*/ 0 h 116204"/>
                  <a:gd name="csX1" fmla="*/ 0 w 136525"/>
                  <a:gd name="csY1" fmla="*/ 116205 h 116204"/>
                  <a:gd name="csX2" fmla="*/ 136525 w 136525"/>
                  <a:gd name="csY2" fmla="*/ 116205 h 116204"/>
                  <a:gd name="csX3" fmla="*/ 136525 w 136525"/>
                  <a:gd name="csY3" fmla="*/ 0 h 116204"/>
                  <a:gd name="csX4" fmla="*/ 0 w 136525"/>
                  <a:gd name="csY4" fmla="*/ 0 h 116204"/>
                </a:gdLst>
                <a:ahLst/>
                <a:cxnLst>
                  <a:cxn ang="0">
                    <a:pos x="csX0" y="csY0"/>
                  </a:cxn>
                  <a:cxn ang="0">
                    <a:pos x="csX1" y="csY1"/>
                  </a:cxn>
                  <a:cxn ang="0">
                    <a:pos x="csX2" y="csY2"/>
                  </a:cxn>
                  <a:cxn ang="0">
                    <a:pos x="csX3" y="csY3"/>
                  </a:cxn>
                  <a:cxn ang="0">
                    <a:pos x="csX4" y="csY4"/>
                  </a:cxn>
                </a:cxnLst>
                <a:rect l="l" t="t" r="r" b="b"/>
                <a:pathLst>
                  <a:path w="136525" h="116204">
                    <a:moveTo>
                      <a:pt x="0" y="0"/>
                    </a:moveTo>
                    <a:lnTo>
                      <a:pt x="0" y="116205"/>
                    </a:lnTo>
                    <a:lnTo>
                      <a:pt x="136525" y="116205"/>
                    </a:lnTo>
                    <a:lnTo>
                      <a:pt x="136525"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5899" name="Freeform 5898">
                <a:extLst>
                  <a:ext uri="{FF2B5EF4-FFF2-40B4-BE49-F238E27FC236}">
                    <a16:creationId xmlns:a16="http://schemas.microsoft.com/office/drawing/2014/main" id="{E8DA9C25-D2FE-C453-2560-E93060F57DA5}"/>
                  </a:ext>
                </a:extLst>
              </p:cNvPr>
              <p:cNvSpPr/>
              <p:nvPr/>
            </p:nvSpPr>
            <p:spPr>
              <a:xfrm>
                <a:off x="5612243" y="5870361"/>
                <a:ext cx="136525" cy="12700"/>
              </a:xfrm>
              <a:custGeom>
                <a:avLst/>
                <a:gdLst>
                  <a:gd name="csX0" fmla="*/ 0 w 136525"/>
                  <a:gd name="csY0" fmla="*/ 0 h 12700"/>
                  <a:gd name="csX1" fmla="*/ 136525 w 136525"/>
                  <a:gd name="csY1" fmla="*/ 0 h 12700"/>
                </a:gdLst>
                <a:ahLst/>
                <a:cxnLst>
                  <a:cxn ang="0">
                    <a:pos x="csX0" y="csY0"/>
                  </a:cxn>
                  <a:cxn ang="0">
                    <a:pos x="csX1" y="csY1"/>
                  </a:cxn>
                </a:cxnLst>
                <a:rect l="l" t="t" r="r" b="b"/>
                <a:pathLst>
                  <a:path w="136525" h="12700">
                    <a:moveTo>
                      <a:pt x="0" y="0"/>
                    </a:moveTo>
                    <a:lnTo>
                      <a:pt x="136525" y="0"/>
                    </a:lnTo>
                  </a:path>
                </a:pathLst>
              </a:custGeom>
              <a:ln w="27051" cap="flat">
                <a:solidFill>
                  <a:srgbClr val="333333"/>
                </a:solidFill>
                <a:prstDash val="solid"/>
                <a:miter/>
              </a:ln>
            </p:spPr>
            <p:txBody>
              <a:bodyPr/>
              <a:lstStyle/>
              <a:p>
                <a:pPr algn="ctr"/>
                <a:endParaRPr lang="en-US" sz="2646"/>
              </a:p>
            </p:txBody>
          </p:sp>
          <p:sp>
            <p:nvSpPr>
              <p:cNvPr id="5900" name="Freeform 5899">
                <a:extLst>
                  <a:ext uri="{FF2B5EF4-FFF2-40B4-BE49-F238E27FC236}">
                    <a16:creationId xmlns:a16="http://schemas.microsoft.com/office/drawing/2014/main" id="{7B98499B-1D1D-91B7-F0C4-1130664BD7A7}"/>
                  </a:ext>
                </a:extLst>
              </p:cNvPr>
              <p:cNvSpPr/>
              <p:nvPr/>
            </p:nvSpPr>
            <p:spPr>
              <a:xfrm>
                <a:off x="5908026" y="5940719"/>
                <a:ext cx="12700" cy="81026"/>
              </a:xfrm>
              <a:custGeom>
                <a:avLst/>
                <a:gdLst>
                  <a:gd name="csX0" fmla="*/ 0 w 12700"/>
                  <a:gd name="csY0" fmla="*/ 81026 h 81026"/>
                  <a:gd name="csX1" fmla="*/ 0 w 12700"/>
                  <a:gd name="csY1" fmla="*/ 0 h 81026"/>
                </a:gdLst>
                <a:ahLst/>
                <a:cxnLst>
                  <a:cxn ang="0">
                    <a:pos x="csX0" y="csY0"/>
                  </a:cxn>
                  <a:cxn ang="0">
                    <a:pos x="csX1" y="csY1"/>
                  </a:cxn>
                </a:cxnLst>
                <a:rect l="l" t="t" r="r" b="b"/>
                <a:pathLst>
                  <a:path w="12700" h="81026">
                    <a:moveTo>
                      <a:pt x="0" y="81026"/>
                    </a:moveTo>
                    <a:lnTo>
                      <a:pt x="0" y="0"/>
                    </a:lnTo>
                  </a:path>
                </a:pathLst>
              </a:custGeom>
              <a:ln w="13589" cap="flat">
                <a:solidFill>
                  <a:srgbClr val="333333"/>
                </a:solidFill>
                <a:prstDash val="solid"/>
                <a:round/>
              </a:ln>
            </p:spPr>
            <p:txBody>
              <a:bodyPr/>
              <a:lstStyle/>
              <a:p>
                <a:pPr algn="ctr"/>
                <a:endParaRPr lang="en-US" sz="2646"/>
              </a:p>
            </p:txBody>
          </p:sp>
          <p:sp>
            <p:nvSpPr>
              <p:cNvPr id="5901" name="Freeform 5900">
                <a:extLst>
                  <a:ext uri="{FF2B5EF4-FFF2-40B4-BE49-F238E27FC236}">
                    <a16:creationId xmlns:a16="http://schemas.microsoft.com/office/drawing/2014/main" id="{7F516CC2-2D17-3512-1D5C-836CD6AE3835}"/>
                  </a:ext>
                </a:extLst>
              </p:cNvPr>
              <p:cNvSpPr/>
              <p:nvPr/>
            </p:nvSpPr>
            <p:spPr>
              <a:xfrm>
                <a:off x="5908026" y="6183670"/>
                <a:ext cx="12700" cy="81025"/>
              </a:xfrm>
              <a:custGeom>
                <a:avLst/>
                <a:gdLst>
                  <a:gd name="csX0" fmla="*/ 0 w 12700"/>
                  <a:gd name="csY0" fmla="*/ 0 h 81025"/>
                  <a:gd name="csX1" fmla="*/ 0 w 12700"/>
                  <a:gd name="csY1" fmla="*/ 81026 h 81025"/>
                </a:gdLst>
                <a:ahLst/>
                <a:cxnLst>
                  <a:cxn ang="0">
                    <a:pos x="csX0" y="csY0"/>
                  </a:cxn>
                  <a:cxn ang="0">
                    <a:pos x="csX1" y="csY1"/>
                  </a:cxn>
                </a:cxnLst>
                <a:rect l="l" t="t" r="r" b="b"/>
                <a:pathLst>
                  <a:path w="12700" h="81025">
                    <a:moveTo>
                      <a:pt x="0" y="0"/>
                    </a:moveTo>
                    <a:lnTo>
                      <a:pt x="0" y="81026"/>
                    </a:lnTo>
                  </a:path>
                </a:pathLst>
              </a:custGeom>
              <a:ln w="13589" cap="flat">
                <a:solidFill>
                  <a:srgbClr val="333333"/>
                </a:solidFill>
                <a:prstDash val="solid"/>
                <a:round/>
              </a:ln>
            </p:spPr>
            <p:txBody>
              <a:bodyPr/>
              <a:lstStyle/>
              <a:p>
                <a:pPr algn="ctr"/>
                <a:endParaRPr lang="en-US" sz="2646"/>
              </a:p>
            </p:txBody>
          </p:sp>
          <p:sp>
            <p:nvSpPr>
              <p:cNvPr id="5902" name="Freeform 5901">
                <a:extLst>
                  <a:ext uri="{FF2B5EF4-FFF2-40B4-BE49-F238E27FC236}">
                    <a16:creationId xmlns:a16="http://schemas.microsoft.com/office/drawing/2014/main" id="{D71B8EFE-23AF-D3E8-ECF0-62643821EB5B}"/>
                  </a:ext>
                </a:extLst>
              </p:cNvPr>
              <p:cNvSpPr/>
              <p:nvPr/>
            </p:nvSpPr>
            <p:spPr>
              <a:xfrm>
                <a:off x="5839826" y="6021745"/>
                <a:ext cx="136525" cy="161925"/>
              </a:xfrm>
              <a:custGeom>
                <a:avLst/>
                <a:gdLst>
                  <a:gd name="csX0" fmla="*/ 0 w 136525"/>
                  <a:gd name="csY0" fmla="*/ 0 h 161925"/>
                  <a:gd name="csX1" fmla="*/ 0 w 136525"/>
                  <a:gd name="csY1" fmla="*/ 161925 h 161925"/>
                  <a:gd name="csX2" fmla="*/ 136525 w 136525"/>
                  <a:gd name="csY2" fmla="*/ 161925 h 161925"/>
                  <a:gd name="csX3" fmla="*/ 136525 w 136525"/>
                  <a:gd name="csY3" fmla="*/ 0 h 161925"/>
                  <a:gd name="csX4" fmla="*/ 0 w 136525"/>
                  <a:gd name="csY4" fmla="*/ 0 h 161925"/>
                </a:gdLst>
                <a:ahLst/>
                <a:cxnLst>
                  <a:cxn ang="0">
                    <a:pos x="csX0" y="csY0"/>
                  </a:cxn>
                  <a:cxn ang="0">
                    <a:pos x="csX1" y="csY1"/>
                  </a:cxn>
                  <a:cxn ang="0">
                    <a:pos x="csX2" y="csY2"/>
                  </a:cxn>
                  <a:cxn ang="0">
                    <a:pos x="csX3" y="csY3"/>
                  </a:cxn>
                  <a:cxn ang="0">
                    <a:pos x="csX4" y="csY4"/>
                  </a:cxn>
                </a:cxnLst>
                <a:rect l="l" t="t" r="r" b="b"/>
                <a:pathLst>
                  <a:path w="136525" h="161925">
                    <a:moveTo>
                      <a:pt x="0" y="0"/>
                    </a:moveTo>
                    <a:lnTo>
                      <a:pt x="0" y="161925"/>
                    </a:lnTo>
                    <a:lnTo>
                      <a:pt x="136525" y="161925"/>
                    </a:lnTo>
                    <a:lnTo>
                      <a:pt x="136525"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5903" name="Freeform 5902">
                <a:extLst>
                  <a:ext uri="{FF2B5EF4-FFF2-40B4-BE49-F238E27FC236}">
                    <a16:creationId xmlns:a16="http://schemas.microsoft.com/office/drawing/2014/main" id="{4B32218B-BA9B-B253-8CEB-ABE6CE556DAC}"/>
                  </a:ext>
                </a:extLst>
              </p:cNvPr>
              <p:cNvSpPr/>
              <p:nvPr/>
            </p:nvSpPr>
            <p:spPr>
              <a:xfrm>
                <a:off x="5839827" y="6102644"/>
                <a:ext cx="136525" cy="12700"/>
              </a:xfrm>
              <a:custGeom>
                <a:avLst/>
                <a:gdLst>
                  <a:gd name="csX0" fmla="*/ 0 w 136525"/>
                  <a:gd name="csY0" fmla="*/ 0 h 12700"/>
                  <a:gd name="csX1" fmla="*/ 136525 w 136525"/>
                  <a:gd name="csY1" fmla="*/ 0 h 12700"/>
                </a:gdLst>
                <a:ahLst/>
                <a:cxnLst>
                  <a:cxn ang="0">
                    <a:pos x="csX0" y="csY0"/>
                  </a:cxn>
                  <a:cxn ang="0">
                    <a:pos x="csX1" y="csY1"/>
                  </a:cxn>
                </a:cxnLst>
                <a:rect l="l" t="t" r="r" b="b"/>
                <a:pathLst>
                  <a:path w="136525" h="12700">
                    <a:moveTo>
                      <a:pt x="0" y="0"/>
                    </a:moveTo>
                    <a:lnTo>
                      <a:pt x="136525" y="0"/>
                    </a:lnTo>
                  </a:path>
                </a:pathLst>
              </a:custGeom>
              <a:ln w="27051" cap="flat">
                <a:solidFill>
                  <a:srgbClr val="333333"/>
                </a:solidFill>
                <a:prstDash val="solid"/>
                <a:miter/>
              </a:ln>
            </p:spPr>
            <p:txBody>
              <a:bodyPr/>
              <a:lstStyle/>
              <a:p>
                <a:pPr algn="ctr"/>
                <a:endParaRPr lang="en-US" sz="2646"/>
              </a:p>
            </p:txBody>
          </p:sp>
          <p:sp>
            <p:nvSpPr>
              <p:cNvPr id="5904" name="Freeform 5903">
                <a:extLst>
                  <a:ext uri="{FF2B5EF4-FFF2-40B4-BE49-F238E27FC236}">
                    <a16:creationId xmlns:a16="http://schemas.microsoft.com/office/drawing/2014/main" id="{A7B72798-CF86-477B-881C-D7B3DD595BB0}"/>
                  </a:ext>
                </a:extLst>
              </p:cNvPr>
              <p:cNvSpPr/>
              <p:nvPr/>
            </p:nvSpPr>
            <p:spPr>
              <a:xfrm>
                <a:off x="6363194" y="5925225"/>
                <a:ext cx="12700" cy="94234"/>
              </a:xfrm>
              <a:custGeom>
                <a:avLst/>
                <a:gdLst>
                  <a:gd name="csX0" fmla="*/ 0 w 12700"/>
                  <a:gd name="csY0" fmla="*/ 94234 h 94234"/>
                  <a:gd name="csX1" fmla="*/ 0 w 12700"/>
                  <a:gd name="csY1" fmla="*/ 0 h 94234"/>
                </a:gdLst>
                <a:ahLst/>
                <a:cxnLst>
                  <a:cxn ang="0">
                    <a:pos x="csX0" y="csY0"/>
                  </a:cxn>
                  <a:cxn ang="0">
                    <a:pos x="csX1" y="csY1"/>
                  </a:cxn>
                </a:cxnLst>
                <a:rect l="l" t="t" r="r" b="b"/>
                <a:pathLst>
                  <a:path w="12700" h="94234">
                    <a:moveTo>
                      <a:pt x="0" y="94234"/>
                    </a:moveTo>
                    <a:lnTo>
                      <a:pt x="0" y="0"/>
                    </a:lnTo>
                  </a:path>
                </a:pathLst>
              </a:custGeom>
              <a:ln w="13589" cap="flat">
                <a:solidFill>
                  <a:srgbClr val="333333"/>
                </a:solidFill>
                <a:prstDash val="solid"/>
                <a:round/>
              </a:ln>
            </p:spPr>
            <p:txBody>
              <a:bodyPr/>
              <a:lstStyle/>
              <a:p>
                <a:pPr algn="ctr"/>
                <a:endParaRPr lang="en-US" sz="2646"/>
              </a:p>
            </p:txBody>
          </p:sp>
          <p:sp>
            <p:nvSpPr>
              <p:cNvPr id="5905" name="Freeform 5904">
                <a:extLst>
                  <a:ext uri="{FF2B5EF4-FFF2-40B4-BE49-F238E27FC236}">
                    <a16:creationId xmlns:a16="http://schemas.microsoft.com/office/drawing/2014/main" id="{8B900DC2-2153-DC2F-E20A-993BA589F588}"/>
                  </a:ext>
                </a:extLst>
              </p:cNvPr>
              <p:cNvSpPr/>
              <p:nvPr/>
            </p:nvSpPr>
            <p:spPr>
              <a:xfrm>
                <a:off x="6363194" y="6127790"/>
                <a:ext cx="12700" cy="82041"/>
              </a:xfrm>
              <a:custGeom>
                <a:avLst/>
                <a:gdLst>
                  <a:gd name="csX0" fmla="*/ 0 w 12700"/>
                  <a:gd name="csY0" fmla="*/ 0 h 82041"/>
                  <a:gd name="csX1" fmla="*/ 0 w 12700"/>
                  <a:gd name="csY1" fmla="*/ 82042 h 82041"/>
                </a:gdLst>
                <a:ahLst/>
                <a:cxnLst>
                  <a:cxn ang="0">
                    <a:pos x="csX0" y="csY0"/>
                  </a:cxn>
                  <a:cxn ang="0">
                    <a:pos x="csX1" y="csY1"/>
                  </a:cxn>
                </a:cxnLst>
                <a:rect l="l" t="t" r="r" b="b"/>
                <a:pathLst>
                  <a:path w="12700" h="82041">
                    <a:moveTo>
                      <a:pt x="0" y="0"/>
                    </a:moveTo>
                    <a:lnTo>
                      <a:pt x="0" y="82042"/>
                    </a:lnTo>
                  </a:path>
                </a:pathLst>
              </a:custGeom>
              <a:ln w="13589" cap="flat">
                <a:solidFill>
                  <a:srgbClr val="333333"/>
                </a:solidFill>
                <a:prstDash val="solid"/>
                <a:round/>
              </a:ln>
            </p:spPr>
            <p:txBody>
              <a:bodyPr/>
              <a:lstStyle/>
              <a:p>
                <a:pPr algn="ctr"/>
                <a:endParaRPr lang="en-US" sz="2646"/>
              </a:p>
            </p:txBody>
          </p:sp>
          <p:sp>
            <p:nvSpPr>
              <p:cNvPr id="5906" name="Freeform 5905">
                <a:extLst>
                  <a:ext uri="{FF2B5EF4-FFF2-40B4-BE49-F238E27FC236}">
                    <a16:creationId xmlns:a16="http://schemas.microsoft.com/office/drawing/2014/main" id="{09524D5B-0F39-E513-C7B2-752DC14DCC7F}"/>
                  </a:ext>
                </a:extLst>
              </p:cNvPr>
              <p:cNvSpPr/>
              <p:nvPr/>
            </p:nvSpPr>
            <p:spPr>
              <a:xfrm>
                <a:off x="6294867" y="6019459"/>
                <a:ext cx="136651" cy="108330"/>
              </a:xfrm>
              <a:custGeom>
                <a:avLst/>
                <a:gdLst>
                  <a:gd name="csX0" fmla="*/ 0 w 136651"/>
                  <a:gd name="csY0" fmla="*/ 0 h 108330"/>
                  <a:gd name="csX1" fmla="*/ 0 w 136651"/>
                  <a:gd name="csY1" fmla="*/ 108331 h 108330"/>
                  <a:gd name="csX2" fmla="*/ 136652 w 136651"/>
                  <a:gd name="csY2" fmla="*/ 108331 h 108330"/>
                  <a:gd name="csX3" fmla="*/ 136652 w 136651"/>
                  <a:gd name="csY3" fmla="*/ 0 h 108330"/>
                  <a:gd name="csX4" fmla="*/ 0 w 136651"/>
                  <a:gd name="csY4" fmla="*/ 0 h 108330"/>
                </a:gdLst>
                <a:ahLst/>
                <a:cxnLst>
                  <a:cxn ang="0">
                    <a:pos x="csX0" y="csY0"/>
                  </a:cxn>
                  <a:cxn ang="0">
                    <a:pos x="csX1" y="csY1"/>
                  </a:cxn>
                  <a:cxn ang="0">
                    <a:pos x="csX2" y="csY2"/>
                  </a:cxn>
                  <a:cxn ang="0">
                    <a:pos x="csX3" y="csY3"/>
                  </a:cxn>
                  <a:cxn ang="0">
                    <a:pos x="csX4" y="csY4"/>
                  </a:cxn>
                </a:cxnLst>
                <a:rect l="l" t="t" r="r" b="b"/>
                <a:pathLst>
                  <a:path w="136651" h="108330">
                    <a:moveTo>
                      <a:pt x="0" y="0"/>
                    </a:moveTo>
                    <a:lnTo>
                      <a:pt x="0" y="108331"/>
                    </a:lnTo>
                    <a:lnTo>
                      <a:pt x="136652" y="108331"/>
                    </a:lnTo>
                    <a:lnTo>
                      <a:pt x="136652"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5907" name="Freeform 5906">
                <a:extLst>
                  <a:ext uri="{FF2B5EF4-FFF2-40B4-BE49-F238E27FC236}">
                    <a16:creationId xmlns:a16="http://schemas.microsoft.com/office/drawing/2014/main" id="{8656D5FE-E6C5-0F51-B0B0-4195D658EE3E}"/>
                  </a:ext>
                </a:extLst>
              </p:cNvPr>
              <p:cNvSpPr/>
              <p:nvPr/>
            </p:nvSpPr>
            <p:spPr>
              <a:xfrm>
                <a:off x="6294868" y="6083975"/>
                <a:ext cx="136652" cy="12700"/>
              </a:xfrm>
              <a:custGeom>
                <a:avLst/>
                <a:gdLst>
                  <a:gd name="csX0" fmla="*/ 0 w 136652"/>
                  <a:gd name="csY0" fmla="*/ 0 h 12700"/>
                  <a:gd name="csX1" fmla="*/ 136652 w 136652"/>
                  <a:gd name="csY1" fmla="*/ 0 h 12700"/>
                </a:gdLst>
                <a:ahLst/>
                <a:cxnLst>
                  <a:cxn ang="0">
                    <a:pos x="csX0" y="csY0"/>
                  </a:cxn>
                  <a:cxn ang="0">
                    <a:pos x="csX1" y="csY1"/>
                  </a:cxn>
                </a:cxnLst>
                <a:rect l="l" t="t" r="r" b="b"/>
                <a:pathLst>
                  <a:path w="136652" h="12700">
                    <a:moveTo>
                      <a:pt x="0" y="0"/>
                    </a:moveTo>
                    <a:lnTo>
                      <a:pt x="136652" y="0"/>
                    </a:lnTo>
                  </a:path>
                </a:pathLst>
              </a:custGeom>
              <a:ln w="27051" cap="flat">
                <a:solidFill>
                  <a:srgbClr val="333333"/>
                </a:solidFill>
                <a:prstDash val="solid"/>
                <a:miter/>
              </a:ln>
            </p:spPr>
            <p:txBody>
              <a:bodyPr/>
              <a:lstStyle/>
              <a:p>
                <a:pPr algn="ctr"/>
                <a:endParaRPr lang="en-US" sz="2646"/>
              </a:p>
            </p:txBody>
          </p:sp>
          <p:sp>
            <p:nvSpPr>
              <p:cNvPr id="5908" name="Freeform 5907">
                <a:extLst>
                  <a:ext uri="{FF2B5EF4-FFF2-40B4-BE49-F238E27FC236}">
                    <a16:creationId xmlns:a16="http://schemas.microsoft.com/office/drawing/2014/main" id="{0569E8ED-9972-B55B-87A6-24C7B5DB7A76}"/>
                  </a:ext>
                </a:extLst>
              </p:cNvPr>
              <p:cNvSpPr/>
              <p:nvPr/>
            </p:nvSpPr>
            <p:spPr>
              <a:xfrm>
                <a:off x="5890754" y="624653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09" name="Freeform 5908">
                <a:extLst>
                  <a:ext uri="{FF2B5EF4-FFF2-40B4-BE49-F238E27FC236}">
                    <a16:creationId xmlns:a16="http://schemas.microsoft.com/office/drawing/2014/main" id="{1257ADFC-7401-69E6-BA2D-3876C84E18A4}"/>
                  </a:ext>
                </a:extLst>
              </p:cNvPr>
              <p:cNvSpPr/>
              <p:nvPr/>
            </p:nvSpPr>
            <p:spPr>
              <a:xfrm>
                <a:off x="5685522" y="597158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0" name="Freeform 5909">
                <a:extLst>
                  <a:ext uri="{FF2B5EF4-FFF2-40B4-BE49-F238E27FC236}">
                    <a16:creationId xmlns:a16="http://schemas.microsoft.com/office/drawing/2014/main" id="{15951361-898A-5FEF-8291-6EBED88E70A9}"/>
                  </a:ext>
                </a:extLst>
              </p:cNvPr>
              <p:cNvSpPr/>
              <p:nvPr/>
            </p:nvSpPr>
            <p:spPr>
              <a:xfrm>
                <a:off x="5659614" y="594922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1" name="Freeform 5910">
                <a:extLst>
                  <a:ext uri="{FF2B5EF4-FFF2-40B4-BE49-F238E27FC236}">
                    <a16:creationId xmlns:a16="http://schemas.microsoft.com/office/drawing/2014/main" id="{9909D143-D805-9A4D-177A-D3CD7796F5F5}"/>
                  </a:ext>
                </a:extLst>
              </p:cNvPr>
              <p:cNvSpPr/>
              <p:nvPr/>
            </p:nvSpPr>
            <p:spPr>
              <a:xfrm>
                <a:off x="6312775" y="59908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2" name="Freeform 5911">
                <a:extLst>
                  <a:ext uri="{FF2B5EF4-FFF2-40B4-BE49-F238E27FC236}">
                    <a16:creationId xmlns:a16="http://schemas.microsoft.com/office/drawing/2014/main" id="{9D6AB93D-7F5A-F9DF-4509-6F600941DA5D}"/>
                  </a:ext>
                </a:extLst>
              </p:cNvPr>
              <p:cNvSpPr/>
              <p:nvPr/>
            </p:nvSpPr>
            <p:spPr>
              <a:xfrm>
                <a:off x="5454382" y="617719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3" name="Freeform 5912">
                <a:extLst>
                  <a:ext uri="{FF2B5EF4-FFF2-40B4-BE49-F238E27FC236}">
                    <a16:creationId xmlns:a16="http://schemas.microsoft.com/office/drawing/2014/main" id="{47A87736-B3E6-24F6-69BB-7820C9BC22F2}"/>
                  </a:ext>
                </a:extLst>
              </p:cNvPr>
              <p:cNvSpPr/>
              <p:nvPr/>
            </p:nvSpPr>
            <p:spPr>
              <a:xfrm>
                <a:off x="6321157" y="61131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4" name="Freeform 5913">
                <a:extLst>
                  <a:ext uri="{FF2B5EF4-FFF2-40B4-BE49-F238E27FC236}">
                    <a16:creationId xmlns:a16="http://schemas.microsoft.com/office/drawing/2014/main" id="{E09DB20C-9118-D8BD-ADC0-54CA11144EF8}"/>
                  </a:ext>
                </a:extLst>
              </p:cNvPr>
              <p:cNvSpPr/>
              <p:nvPr/>
            </p:nvSpPr>
            <p:spPr>
              <a:xfrm>
                <a:off x="5424664" y="609604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5" name="Freeform 5914">
                <a:extLst>
                  <a:ext uri="{FF2B5EF4-FFF2-40B4-BE49-F238E27FC236}">
                    <a16:creationId xmlns:a16="http://schemas.microsoft.com/office/drawing/2014/main" id="{2E63F622-05CF-3594-EA8A-0EFAE5DA7AE5}"/>
                  </a:ext>
                </a:extLst>
              </p:cNvPr>
              <p:cNvSpPr/>
              <p:nvPr/>
            </p:nvSpPr>
            <p:spPr>
              <a:xfrm>
                <a:off x="6354685" y="6191925"/>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6" name="Freeform 5915">
                <a:extLst>
                  <a:ext uri="{FF2B5EF4-FFF2-40B4-BE49-F238E27FC236}">
                    <a16:creationId xmlns:a16="http://schemas.microsoft.com/office/drawing/2014/main" id="{FB5A8083-0FD5-FB8A-E158-3010CB31B319}"/>
                  </a:ext>
                </a:extLst>
              </p:cNvPr>
              <p:cNvSpPr/>
              <p:nvPr/>
            </p:nvSpPr>
            <p:spPr>
              <a:xfrm>
                <a:off x="5464796" y="638369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7" name="Freeform 5916">
                <a:extLst>
                  <a:ext uri="{FF2B5EF4-FFF2-40B4-BE49-F238E27FC236}">
                    <a16:creationId xmlns:a16="http://schemas.microsoft.com/office/drawing/2014/main" id="{15120F06-F363-AF2C-18C9-3335AA2E1BBD}"/>
                  </a:ext>
                </a:extLst>
              </p:cNvPr>
              <p:cNvSpPr/>
              <p:nvPr/>
            </p:nvSpPr>
            <p:spPr>
              <a:xfrm>
                <a:off x="6327634" y="59070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8" name="Freeform 5917">
                <a:extLst>
                  <a:ext uri="{FF2B5EF4-FFF2-40B4-BE49-F238E27FC236}">
                    <a16:creationId xmlns:a16="http://schemas.microsoft.com/office/drawing/2014/main" id="{7C315AD9-88E5-0D06-D05B-C9404E322361}"/>
                  </a:ext>
                </a:extLst>
              </p:cNvPr>
              <p:cNvSpPr/>
              <p:nvPr/>
            </p:nvSpPr>
            <p:spPr>
              <a:xfrm>
                <a:off x="5444857" y="59846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19" name="Freeform 5918">
                <a:extLst>
                  <a:ext uri="{FF2B5EF4-FFF2-40B4-BE49-F238E27FC236}">
                    <a16:creationId xmlns:a16="http://schemas.microsoft.com/office/drawing/2014/main" id="{06080144-A4C6-AE81-E302-BDC004DC26C6}"/>
                  </a:ext>
                </a:extLst>
              </p:cNvPr>
              <p:cNvSpPr/>
              <p:nvPr/>
            </p:nvSpPr>
            <p:spPr>
              <a:xfrm>
                <a:off x="6377164" y="609896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0" name="Freeform 5919">
                <a:extLst>
                  <a:ext uri="{FF2B5EF4-FFF2-40B4-BE49-F238E27FC236}">
                    <a16:creationId xmlns:a16="http://schemas.microsoft.com/office/drawing/2014/main" id="{4F705381-7F15-BA90-B4B5-3C3C866A822E}"/>
                  </a:ext>
                </a:extLst>
              </p:cNvPr>
              <p:cNvSpPr/>
              <p:nvPr/>
            </p:nvSpPr>
            <p:spPr>
              <a:xfrm>
                <a:off x="5443587" y="60592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1" name="Freeform 5920">
                <a:extLst>
                  <a:ext uri="{FF2B5EF4-FFF2-40B4-BE49-F238E27FC236}">
                    <a16:creationId xmlns:a16="http://schemas.microsoft.com/office/drawing/2014/main" id="{EDCC4FCD-2FEA-4A9F-1267-05150B9FF300}"/>
                  </a:ext>
                </a:extLst>
              </p:cNvPr>
              <p:cNvSpPr/>
              <p:nvPr/>
            </p:nvSpPr>
            <p:spPr>
              <a:xfrm>
                <a:off x="5663043" y="578501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2" name="Freeform 5921">
                <a:extLst>
                  <a:ext uri="{FF2B5EF4-FFF2-40B4-BE49-F238E27FC236}">
                    <a16:creationId xmlns:a16="http://schemas.microsoft.com/office/drawing/2014/main" id="{507171AB-128A-EB23-44EC-318B6F75484B}"/>
                  </a:ext>
                </a:extLst>
              </p:cNvPr>
              <p:cNvSpPr/>
              <p:nvPr/>
            </p:nvSpPr>
            <p:spPr>
              <a:xfrm>
                <a:off x="6342239" y="603292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3" name="Freeform 5922">
                <a:extLst>
                  <a:ext uri="{FF2B5EF4-FFF2-40B4-BE49-F238E27FC236}">
                    <a16:creationId xmlns:a16="http://schemas.microsoft.com/office/drawing/2014/main" id="{767D7562-AF91-2115-1892-83CC0393897C}"/>
                  </a:ext>
                </a:extLst>
              </p:cNvPr>
              <p:cNvSpPr/>
              <p:nvPr/>
            </p:nvSpPr>
            <p:spPr>
              <a:xfrm>
                <a:off x="5420219" y="59924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4" name="Freeform 5923">
                <a:extLst>
                  <a:ext uri="{FF2B5EF4-FFF2-40B4-BE49-F238E27FC236}">
                    <a16:creationId xmlns:a16="http://schemas.microsoft.com/office/drawing/2014/main" id="{9DA0D1DD-7347-EEB9-9997-DE2FD9C2125D}"/>
                  </a:ext>
                </a:extLst>
              </p:cNvPr>
              <p:cNvSpPr/>
              <p:nvPr/>
            </p:nvSpPr>
            <p:spPr>
              <a:xfrm>
                <a:off x="5887706" y="59228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5" name="Freeform 5924">
                <a:extLst>
                  <a:ext uri="{FF2B5EF4-FFF2-40B4-BE49-F238E27FC236}">
                    <a16:creationId xmlns:a16="http://schemas.microsoft.com/office/drawing/2014/main" id="{AF99C6A0-D8DF-DB07-79E0-C9505DEAE021}"/>
                  </a:ext>
                </a:extLst>
              </p:cNvPr>
              <p:cNvSpPr/>
              <p:nvPr/>
            </p:nvSpPr>
            <p:spPr>
              <a:xfrm>
                <a:off x="5685522" y="58524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6" name="Freeform 5925">
                <a:extLst>
                  <a:ext uri="{FF2B5EF4-FFF2-40B4-BE49-F238E27FC236}">
                    <a16:creationId xmlns:a16="http://schemas.microsoft.com/office/drawing/2014/main" id="{7C3A58D7-7D25-0E61-7063-E40BD1FDF6EB}"/>
                  </a:ext>
                </a:extLst>
              </p:cNvPr>
              <p:cNvSpPr/>
              <p:nvPr/>
            </p:nvSpPr>
            <p:spPr>
              <a:xfrm>
                <a:off x="5663170" y="589068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7" name="Freeform 5926">
                <a:extLst>
                  <a:ext uri="{FF2B5EF4-FFF2-40B4-BE49-F238E27FC236}">
                    <a16:creationId xmlns:a16="http://schemas.microsoft.com/office/drawing/2014/main" id="{DF0009B2-D598-09D9-759C-F150D4178B05}"/>
                  </a:ext>
                </a:extLst>
              </p:cNvPr>
              <p:cNvSpPr/>
              <p:nvPr/>
            </p:nvSpPr>
            <p:spPr>
              <a:xfrm>
                <a:off x="6110972" y="594757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8" name="Freeform 5927">
                <a:extLst>
                  <a:ext uri="{FF2B5EF4-FFF2-40B4-BE49-F238E27FC236}">
                    <a16:creationId xmlns:a16="http://schemas.microsoft.com/office/drawing/2014/main" id="{5B0062D0-BEFF-DD16-BC65-CFF4FA3A62B7}"/>
                  </a:ext>
                </a:extLst>
              </p:cNvPr>
              <p:cNvSpPr/>
              <p:nvPr/>
            </p:nvSpPr>
            <p:spPr>
              <a:xfrm>
                <a:off x="5674854" y="582235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29" name="Freeform 5928">
                <a:extLst>
                  <a:ext uri="{FF2B5EF4-FFF2-40B4-BE49-F238E27FC236}">
                    <a16:creationId xmlns:a16="http://schemas.microsoft.com/office/drawing/2014/main" id="{940F2423-0E3E-A1CC-A89D-4451631BFA06}"/>
                  </a:ext>
                </a:extLst>
              </p:cNvPr>
              <p:cNvSpPr/>
              <p:nvPr/>
            </p:nvSpPr>
            <p:spPr>
              <a:xfrm>
                <a:off x="5686284" y="57847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30" name="TextBox 5929">
                <a:extLst>
                  <a:ext uri="{FF2B5EF4-FFF2-40B4-BE49-F238E27FC236}">
                    <a16:creationId xmlns:a16="http://schemas.microsoft.com/office/drawing/2014/main" id="{6E2CD03D-D9B3-245C-B558-C0F16C2764DA}"/>
                  </a:ext>
                </a:extLst>
              </p:cNvPr>
              <p:cNvSpPr txBox="1"/>
              <p:nvPr/>
            </p:nvSpPr>
            <p:spPr>
              <a:xfrm>
                <a:off x="5357537" y="5493248"/>
                <a:ext cx="395617"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931" name="Freeform 5930">
                <a:extLst>
                  <a:ext uri="{FF2B5EF4-FFF2-40B4-BE49-F238E27FC236}">
                    <a16:creationId xmlns:a16="http://schemas.microsoft.com/office/drawing/2014/main" id="{434A0C7A-2B61-BEDC-A4E2-54A89414A8A0}"/>
                  </a:ext>
                </a:extLst>
              </p:cNvPr>
              <p:cNvSpPr/>
              <p:nvPr/>
            </p:nvSpPr>
            <p:spPr>
              <a:xfrm>
                <a:off x="5452985" y="5687100"/>
                <a:ext cx="204723" cy="12700"/>
              </a:xfrm>
              <a:custGeom>
                <a:avLst/>
                <a:gdLst>
                  <a:gd name="csX0" fmla="*/ 0 w 204723"/>
                  <a:gd name="csY0" fmla="*/ 0 h 12700"/>
                  <a:gd name="csX1" fmla="*/ 204724 w 204723"/>
                  <a:gd name="csY1" fmla="*/ 0 h 12700"/>
                </a:gdLst>
                <a:ahLst/>
                <a:cxnLst>
                  <a:cxn ang="0">
                    <a:pos x="csX0" y="csY0"/>
                  </a:cxn>
                  <a:cxn ang="0">
                    <a:pos x="csX1" y="csY1"/>
                  </a:cxn>
                </a:cxnLst>
                <a:rect l="l" t="t" r="r" b="b"/>
                <a:pathLst>
                  <a:path w="204723" h="12700">
                    <a:moveTo>
                      <a:pt x="0" y="0"/>
                    </a:moveTo>
                    <a:lnTo>
                      <a:pt x="204724" y="0"/>
                    </a:lnTo>
                  </a:path>
                </a:pathLst>
              </a:custGeom>
              <a:ln w="13589" cap="rnd">
                <a:solidFill>
                  <a:srgbClr val="000000"/>
                </a:solidFill>
                <a:prstDash val="solid"/>
                <a:round/>
              </a:ln>
            </p:spPr>
            <p:txBody>
              <a:bodyPr/>
              <a:lstStyle/>
              <a:p>
                <a:pPr algn="ctr"/>
                <a:endParaRPr lang="en-US" sz="2646"/>
              </a:p>
            </p:txBody>
          </p:sp>
          <p:sp>
            <p:nvSpPr>
              <p:cNvPr id="5932" name="TextBox 5931">
                <a:extLst>
                  <a:ext uri="{FF2B5EF4-FFF2-40B4-BE49-F238E27FC236}">
                    <a16:creationId xmlns:a16="http://schemas.microsoft.com/office/drawing/2014/main" id="{A674663B-2EF4-75DB-FC86-E54A26BCEDE9}"/>
                  </a:ext>
                </a:extLst>
              </p:cNvPr>
              <p:cNvSpPr txBox="1"/>
              <p:nvPr/>
            </p:nvSpPr>
            <p:spPr>
              <a:xfrm>
                <a:off x="5885485" y="5497866"/>
                <a:ext cx="295525"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5933" name="Freeform 5932">
                <a:extLst>
                  <a:ext uri="{FF2B5EF4-FFF2-40B4-BE49-F238E27FC236}">
                    <a16:creationId xmlns:a16="http://schemas.microsoft.com/office/drawing/2014/main" id="{20BC7F85-5549-92EC-BCEF-2C7D1C61AF44}"/>
                  </a:ext>
                </a:extLst>
              </p:cNvPr>
              <p:cNvSpPr/>
              <p:nvPr/>
            </p:nvSpPr>
            <p:spPr>
              <a:xfrm>
                <a:off x="5703302" y="5687100"/>
                <a:ext cx="659891" cy="12700"/>
              </a:xfrm>
              <a:custGeom>
                <a:avLst/>
                <a:gdLst>
                  <a:gd name="csX0" fmla="*/ 0 w 659891"/>
                  <a:gd name="csY0" fmla="*/ 0 h 12700"/>
                  <a:gd name="csX1" fmla="*/ 659892 w 659891"/>
                  <a:gd name="csY1" fmla="*/ 0 h 12700"/>
                </a:gdLst>
                <a:ahLst/>
                <a:cxnLst>
                  <a:cxn ang="0">
                    <a:pos x="csX0" y="csY0"/>
                  </a:cxn>
                  <a:cxn ang="0">
                    <a:pos x="csX1" y="csY1"/>
                  </a:cxn>
                </a:cxnLst>
                <a:rect l="l" t="t" r="r" b="b"/>
                <a:pathLst>
                  <a:path w="659891" h="12700">
                    <a:moveTo>
                      <a:pt x="0" y="0"/>
                    </a:moveTo>
                    <a:lnTo>
                      <a:pt x="659892" y="0"/>
                    </a:lnTo>
                  </a:path>
                </a:pathLst>
              </a:custGeom>
              <a:ln w="13589" cap="rnd">
                <a:solidFill>
                  <a:srgbClr val="000000"/>
                </a:solidFill>
                <a:prstDash val="solid"/>
                <a:round/>
              </a:ln>
            </p:spPr>
            <p:txBody>
              <a:bodyPr/>
              <a:lstStyle/>
              <a:p>
                <a:pPr algn="ctr"/>
                <a:endParaRPr lang="en-US" sz="2646"/>
              </a:p>
            </p:txBody>
          </p:sp>
          <p:sp>
            <p:nvSpPr>
              <p:cNvPr id="5934" name="TextBox 5933">
                <a:extLst>
                  <a:ext uri="{FF2B5EF4-FFF2-40B4-BE49-F238E27FC236}">
                    <a16:creationId xmlns:a16="http://schemas.microsoft.com/office/drawing/2014/main" id="{D2EB1415-5135-B1BB-1516-5DCFC92FD42D}"/>
                  </a:ext>
                </a:extLst>
              </p:cNvPr>
              <p:cNvSpPr txBox="1"/>
              <p:nvPr/>
            </p:nvSpPr>
            <p:spPr>
              <a:xfrm>
                <a:off x="5622850" y="5336164"/>
                <a:ext cx="570352"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p = 0.405</a:t>
                </a:r>
              </a:p>
            </p:txBody>
          </p:sp>
          <p:sp>
            <p:nvSpPr>
              <p:cNvPr id="5935" name="Freeform 5934">
                <a:extLst>
                  <a:ext uri="{FF2B5EF4-FFF2-40B4-BE49-F238E27FC236}">
                    <a16:creationId xmlns:a16="http://schemas.microsoft.com/office/drawing/2014/main" id="{849DE490-101F-F27D-5FCB-9F6C243E84DB}"/>
                  </a:ext>
                </a:extLst>
              </p:cNvPr>
              <p:cNvSpPr/>
              <p:nvPr/>
            </p:nvSpPr>
            <p:spPr>
              <a:xfrm>
                <a:off x="5452985" y="5488980"/>
                <a:ext cx="910208" cy="12700"/>
              </a:xfrm>
              <a:custGeom>
                <a:avLst/>
                <a:gdLst>
                  <a:gd name="csX0" fmla="*/ 0 w 910208"/>
                  <a:gd name="csY0" fmla="*/ 0 h 12700"/>
                  <a:gd name="csX1" fmla="*/ 910209 w 910208"/>
                  <a:gd name="csY1" fmla="*/ 0 h 12700"/>
                </a:gdLst>
                <a:ahLst/>
                <a:cxnLst>
                  <a:cxn ang="0">
                    <a:pos x="csX0" y="csY0"/>
                  </a:cxn>
                  <a:cxn ang="0">
                    <a:pos x="csX1" y="csY1"/>
                  </a:cxn>
                </a:cxnLst>
                <a:rect l="l" t="t" r="r" b="b"/>
                <a:pathLst>
                  <a:path w="910208" h="12700">
                    <a:moveTo>
                      <a:pt x="0" y="0"/>
                    </a:moveTo>
                    <a:lnTo>
                      <a:pt x="910209" y="0"/>
                    </a:lnTo>
                  </a:path>
                </a:pathLst>
              </a:custGeom>
              <a:ln w="13589" cap="rnd">
                <a:solidFill>
                  <a:srgbClr val="000000"/>
                </a:solidFill>
                <a:prstDash val="solid"/>
                <a:round/>
              </a:ln>
            </p:spPr>
            <p:txBody>
              <a:bodyPr/>
              <a:lstStyle/>
              <a:p>
                <a:pPr algn="ctr"/>
                <a:endParaRPr lang="en-US" sz="2646"/>
              </a:p>
            </p:txBody>
          </p:sp>
        </p:grpSp>
        <p:grpSp>
          <p:nvGrpSpPr>
            <p:cNvPr id="5936" name="Graphic 5885">
              <a:extLst>
                <a:ext uri="{FF2B5EF4-FFF2-40B4-BE49-F238E27FC236}">
                  <a16:creationId xmlns:a16="http://schemas.microsoft.com/office/drawing/2014/main" id="{62314EF1-E287-3EA7-518C-2C3145E427A8}"/>
                </a:ext>
              </a:extLst>
            </p:cNvPr>
            <p:cNvGrpSpPr/>
            <p:nvPr/>
          </p:nvGrpSpPr>
          <p:grpSpPr>
            <a:xfrm>
              <a:off x="4797021" y="1927609"/>
              <a:ext cx="1630445" cy="1682255"/>
              <a:chOff x="4855853" y="5000944"/>
              <a:chExt cx="1725507" cy="1780338"/>
            </a:xfrm>
          </p:grpSpPr>
          <p:sp>
            <p:nvSpPr>
              <p:cNvPr id="5937" name="Freeform 5936">
                <a:extLst>
                  <a:ext uri="{FF2B5EF4-FFF2-40B4-BE49-F238E27FC236}">
                    <a16:creationId xmlns:a16="http://schemas.microsoft.com/office/drawing/2014/main" id="{91437C1F-88D9-CDF3-B6A6-4D0EF85EC7F2}"/>
                  </a:ext>
                </a:extLst>
              </p:cNvPr>
              <p:cNvSpPr/>
              <p:nvPr/>
            </p:nvSpPr>
            <p:spPr>
              <a:xfrm>
                <a:off x="5316459" y="5145063"/>
                <a:ext cx="12700" cy="1388745"/>
              </a:xfrm>
              <a:custGeom>
                <a:avLst/>
                <a:gdLst>
                  <a:gd name="csX0" fmla="*/ 0 w 12700"/>
                  <a:gd name="csY0" fmla="*/ 1388745 h 1388745"/>
                  <a:gd name="csX1" fmla="*/ 0 w 12700"/>
                  <a:gd name="csY1" fmla="*/ 0 h 1388745"/>
                </a:gdLst>
                <a:ahLst/>
                <a:cxnLst>
                  <a:cxn ang="0">
                    <a:pos x="csX0" y="csY0"/>
                  </a:cxn>
                  <a:cxn ang="0">
                    <a:pos x="csX1" y="csY1"/>
                  </a:cxn>
                </a:cxnLst>
                <a:rect l="l" t="t" r="r" b="b"/>
                <a:pathLst>
                  <a:path w="12700" h="1388745">
                    <a:moveTo>
                      <a:pt x="0" y="1388745"/>
                    </a:moveTo>
                    <a:lnTo>
                      <a:pt x="0" y="0"/>
                    </a:lnTo>
                  </a:path>
                </a:pathLst>
              </a:custGeom>
              <a:noFill/>
              <a:ln w="13589" cap="sq">
                <a:solidFill>
                  <a:srgbClr val="000000"/>
                </a:solidFill>
                <a:prstDash val="solid"/>
                <a:round/>
              </a:ln>
            </p:spPr>
            <p:txBody>
              <a:bodyPr/>
              <a:lstStyle/>
              <a:p>
                <a:pPr algn="ctr"/>
                <a:endParaRPr lang="en-US" sz="2646"/>
              </a:p>
            </p:txBody>
          </p:sp>
          <p:sp>
            <p:nvSpPr>
              <p:cNvPr id="5938" name="TextBox 5937">
                <a:extLst>
                  <a:ext uri="{FF2B5EF4-FFF2-40B4-BE49-F238E27FC236}">
                    <a16:creationId xmlns:a16="http://schemas.microsoft.com/office/drawing/2014/main" id="{C11D98EC-3F59-8F1E-4211-76CE221A19DB}"/>
                  </a:ext>
                </a:extLst>
              </p:cNvPr>
              <p:cNvSpPr txBox="1"/>
              <p:nvPr/>
            </p:nvSpPr>
            <p:spPr>
              <a:xfrm>
                <a:off x="4855853" y="6179524"/>
                <a:ext cx="516065"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0.125</a:t>
                </a:r>
              </a:p>
            </p:txBody>
          </p:sp>
          <p:sp>
            <p:nvSpPr>
              <p:cNvPr id="5939" name="TextBox 5938">
                <a:extLst>
                  <a:ext uri="{FF2B5EF4-FFF2-40B4-BE49-F238E27FC236}">
                    <a16:creationId xmlns:a16="http://schemas.microsoft.com/office/drawing/2014/main" id="{9584F3FC-A794-24DF-B187-530C4A60DA77}"/>
                  </a:ext>
                </a:extLst>
              </p:cNvPr>
              <p:cNvSpPr txBox="1"/>
              <p:nvPr/>
            </p:nvSpPr>
            <p:spPr>
              <a:xfrm>
                <a:off x="4855853" y="5879931"/>
                <a:ext cx="516065"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0.150</a:t>
                </a:r>
              </a:p>
            </p:txBody>
          </p:sp>
          <p:sp>
            <p:nvSpPr>
              <p:cNvPr id="5940" name="TextBox 5939">
                <a:extLst>
                  <a:ext uri="{FF2B5EF4-FFF2-40B4-BE49-F238E27FC236}">
                    <a16:creationId xmlns:a16="http://schemas.microsoft.com/office/drawing/2014/main" id="{298D912E-0D73-F3C0-D23C-462B615AD688}"/>
                  </a:ext>
                </a:extLst>
              </p:cNvPr>
              <p:cNvSpPr txBox="1"/>
              <p:nvPr/>
            </p:nvSpPr>
            <p:spPr>
              <a:xfrm>
                <a:off x="4855853" y="5580465"/>
                <a:ext cx="516065"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0.175</a:t>
                </a:r>
              </a:p>
            </p:txBody>
          </p:sp>
          <p:sp>
            <p:nvSpPr>
              <p:cNvPr id="5941" name="TextBox 5940">
                <a:extLst>
                  <a:ext uri="{FF2B5EF4-FFF2-40B4-BE49-F238E27FC236}">
                    <a16:creationId xmlns:a16="http://schemas.microsoft.com/office/drawing/2014/main" id="{EB2600A9-7C6D-DC3B-DD41-3F891DC4A0C0}"/>
                  </a:ext>
                </a:extLst>
              </p:cNvPr>
              <p:cNvSpPr txBox="1"/>
              <p:nvPr/>
            </p:nvSpPr>
            <p:spPr>
              <a:xfrm>
                <a:off x="4855853" y="5280872"/>
                <a:ext cx="516065"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0.200</a:t>
                </a:r>
              </a:p>
            </p:txBody>
          </p:sp>
          <p:sp>
            <p:nvSpPr>
              <p:cNvPr id="5942" name="Freeform 5941">
                <a:extLst>
                  <a:ext uri="{FF2B5EF4-FFF2-40B4-BE49-F238E27FC236}">
                    <a16:creationId xmlns:a16="http://schemas.microsoft.com/office/drawing/2014/main" id="{7E6A18A1-377D-385C-D15F-904C2643A73A}"/>
                  </a:ext>
                </a:extLst>
              </p:cNvPr>
              <p:cNvSpPr/>
              <p:nvPr/>
            </p:nvSpPr>
            <p:spPr>
              <a:xfrm>
                <a:off x="5281662" y="628641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943" name="Freeform 5942">
                <a:extLst>
                  <a:ext uri="{FF2B5EF4-FFF2-40B4-BE49-F238E27FC236}">
                    <a16:creationId xmlns:a16="http://schemas.microsoft.com/office/drawing/2014/main" id="{96AE7C0F-7549-C405-BDA0-212B9AE36D8B}"/>
                  </a:ext>
                </a:extLst>
              </p:cNvPr>
              <p:cNvSpPr/>
              <p:nvPr/>
            </p:nvSpPr>
            <p:spPr>
              <a:xfrm>
                <a:off x="5281662" y="598682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944" name="Freeform 5943">
                <a:extLst>
                  <a:ext uri="{FF2B5EF4-FFF2-40B4-BE49-F238E27FC236}">
                    <a16:creationId xmlns:a16="http://schemas.microsoft.com/office/drawing/2014/main" id="{3F9642B8-B494-F3B4-2335-CE834CE2493C}"/>
                  </a:ext>
                </a:extLst>
              </p:cNvPr>
              <p:cNvSpPr/>
              <p:nvPr/>
            </p:nvSpPr>
            <p:spPr>
              <a:xfrm>
                <a:off x="5281662" y="568735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945" name="Freeform 5944">
                <a:extLst>
                  <a:ext uri="{FF2B5EF4-FFF2-40B4-BE49-F238E27FC236}">
                    <a16:creationId xmlns:a16="http://schemas.microsoft.com/office/drawing/2014/main" id="{5E952C0F-6994-B514-9263-0C101ABE2965}"/>
                  </a:ext>
                </a:extLst>
              </p:cNvPr>
              <p:cNvSpPr/>
              <p:nvPr/>
            </p:nvSpPr>
            <p:spPr>
              <a:xfrm>
                <a:off x="5281662" y="538776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946" name="Freeform 5945">
                <a:extLst>
                  <a:ext uri="{FF2B5EF4-FFF2-40B4-BE49-F238E27FC236}">
                    <a16:creationId xmlns:a16="http://schemas.microsoft.com/office/drawing/2014/main" id="{F66412F8-0CF8-E4CA-D143-0BDCF5099231}"/>
                  </a:ext>
                </a:extLst>
              </p:cNvPr>
              <p:cNvSpPr/>
              <p:nvPr/>
            </p:nvSpPr>
            <p:spPr>
              <a:xfrm>
                <a:off x="5316459" y="6533809"/>
                <a:ext cx="1183259" cy="12700"/>
              </a:xfrm>
              <a:custGeom>
                <a:avLst/>
                <a:gdLst>
                  <a:gd name="csX0" fmla="*/ 0 w 1183259"/>
                  <a:gd name="csY0" fmla="*/ 0 h 12700"/>
                  <a:gd name="csX1" fmla="*/ 1183259 w 1183259"/>
                  <a:gd name="csY1" fmla="*/ 0 h 12700"/>
                </a:gdLst>
                <a:ahLst/>
                <a:cxnLst>
                  <a:cxn ang="0">
                    <a:pos x="csX0" y="csY0"/>
                  </a:cxn>
                  <a:cxn ang="0">
                    <a:pos x="csX1" y="csY1"/>
                  </a:cxn>
                </a:cxnLst>
                <a:rect l="l" t="t" r="r" b="b"/>
                <a:pathLst>
                  <a:path w="1183259" h="12700">
                    <a:moveTo>
                      <a:pt x="0" y="0"/>
                    </a:moveTo>
                    <a:lnTo>
                      <a:pt x="1183259" y="0"/>
                    </a:lnTo>
                  </a:path>
                </a:pathLst>
              </a:custGeom>
              <a:noFill/>
              <a:ln w="13589" cap="sq">
                <a:solidFill>
                  <a:srgbClr val="000000"/>
                </a:solidFill>
                <a:prstDash val="solid"/>
                <a:round/>
              </a:ln>
            </p:spPr>
            <p:txBody>
              <a:bodyPr/>
              <a:lstStyle/>
              <a:p>
                <a:pPr algn="ctr"/>
                <a:endParaRPr lang="en-US" sz="2646"/>
              </a:p>
            </p:txBody>
          </p:sp>
          <p:sp>
            <p:nvSpPr>
              <p:cNvPr id="5947" name="Freeform 5946">
                <a:extLst>
                  <a:ext uri="{FF2B5EF4-FFF2-40B4-BE49-F238E27FC236}">
                    <a16:creationId xmlns:a16="http://schemas.microsoft.com/office/drawing/2014/main" id="{55950C0E-7CB0-8CE6-7072-61F2F11613C2}"/>
                  </a:ext>
                </a:extLst>
              </p:cNvPr>
              <p:cNvSpPr/>
              <p:nvPr/>
            </p:nvSpPr>
            <p:spPr>
              <a:xfrm>
                <a:off x="5452984" y="653380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48" name="Freeform 5947">
                <a:extLst>
                  <a:ext uri="{FF2B5EF4-FFF2-40B4-BE49-F238E27FC236}">
                    <a16:creationId xmlns:a16="http://schemas.microsoft.com/office/drawing/2014/main" id="{514B0342-553C-D0DC-03F1-E699875E6E93}"/>
                  </a:ext>
                </a:extLst>
              </p:cNvPr>
              <p:cNvSpPr/>
              <p:nvPr/>
            </p:nvSpPr>
            <p:spPr>
              <a:xfrm>
                <a:off x="5680568" y="653380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49" name="Freeform 5948">
                <a:extLst>
                  <a:ext uri="{FF2B5EF4-FFF2-40B4-BE49-F238E27FC236}">
                    <a16:creationId xmlns:a16="http://schemas.microsoft.com/office/drawing/2014/main" id="{6F58F39E-FCA2-1D1D-9FB7-C37ABE13ECF2}"/>
                  </a:ext>
                </a:extLst>
              </p:cNvPr>
              <p:cNvSpPr/>
              <p:nvPr/>
            </p:nvSpPr>
            <p:spPr>
              <a:xfrm>
                <a:off x="5908026" y="653380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50" name="Freeform 5949">
                <a:extLst>
                  <a:ext uri="{FF2B5EF4-FFF2-40B4-BE49-F238E27FC236}">
                    <a16:creationId xmlns:a16="http://schemas.microsoft.com/office/drawing/2014/main" id="{51DF661F-A288-BEFC-62E8-A08E2101437A}"/>
                  </a:ext>
                </a:extLst>
              </p:cNvPr>
              <p:cNvSpPr/>
              <p:nvPr/>
            </p:nvSpPr>
            <p:spPr>
              <a:xfrm>
                <a:off x="6135609" y="653380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51" name="Freeform 5950">
                <a:extLst>
                  <a:ext uri="{FF2B5EF4-FFF2-40B4-BE49-F238E27FC236}">
                    <a16:creationId xmlns:a16="http://schemas.microsoft.com/office/drawing/2014/main" id="{6A66F9E0-48B4-DEBA-049B-60D98A29A8A7}"/>
                  </a:ext>
                </a:extLst>
              </p:cNvPr>
              <p:cNvSpPr/>
              <p:nvPr/>
            </p:nvSpPr>
            <p:spPr>
              <a:xfrm>
                <a:off x="6363193" y="653380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52" name="TextBox 5951">
                <a:extLst>
                  <a:ext uri="{FF2B5EF4-FFF2-40B4-BE49-F238E27FC236}">
                    <a16:creationId xmlns:a16="http://schemas.microsoft.com/office/drawing/2014/main" id="{6D1AD78D-7556-5EE7-A364-0007A386B17F}"/>
                  </a:ext>
                </a:extLst>
              </p:cNvPr>
              <p:cNvSpPr txBox="1"/>
              <p:nvPr/>
            </p:nvSpPr>
            <p:spPr>
              <a:xfrm>
                <a:off x="5301830" y="6529663"/>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5953" name="TextBox 5952">
                <a:extLst>
                  <a:ext uri="{FF2B5EF4-FFF2-40B4-BE49-F238E27FC236}">
                    <a16:creationId xmlns:a16="http://schemas.microsoft.com/office/drawing/2014/main" id="{41605D0D-5258-BED5-A26A-46848136982D}"/>
                  </a:ext>
                </a:extLst>
              </p:cNvPr>
              <p:cNvSpPr txBox="1"/>
              <p:nvPr/>
            </p:nvSpPr>
            <p:spPr>
              <a:xfrm>
                <a:off x="5565038" y="6529663"/>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5954" name="TextBox 5953">
                <a:extLst>
                  <a:ext uri="{FF2B5EF4-FFF2-40B4-BE49-F238E27FC236}">
                    <a16:creationId xmlns:a16="http://schemas.microsoft.com/office/drawing/2014/main" id="{13F86EC6-2F43-1AC4-8A98-5720AC3F637C}"/>
                  </a:ext>
                </a:extLst>
              </p:cNvPr>
              <p:cNvSpPr txBox="1"/>
              <p:nvPr/>
            </p:nvSpPr>
            <p:spPr>
              <a:xfrm>
                <a:off x="5756870" y="6529663"/>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5955" name="TextBox 5954">
                <a:extLst>
                  <a:ext uri="{FF2B5EF4-FFF2-40B4-BE49-F238E27FC236}">
                    <a16:creationId xmlns:a16="http://schemas.microsoft.com/office/drawing/2014/main" id="{9467F31B-F56C-00AE-C43A-3BFDAB769C6C}"/>
                  </a:ext>
                </a:extLst>
              </p:cNvPr>
              <p:cNvSpPr txBox="1"/>
              <p:nvPr/>
            </p:nvSpPr>
            <p:spPr>
              <a:xfrm>
                <a:off x="5952222" y="6529663"/>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5956" name="TextBox 5955">
                <a:extLst>
                  <a:ext uri="{FF2B5EF4-FFF2-40B4-BE49-F238E27FC236}">
                    <a16:creationId xmlns:a16="http://schemas.microsoft.com/office/drawing/2014/main" id="{387E471D-5048-FAB6-6B9F-3C658584D41E}"/>
                  </a:ext>
                </a:extLst>
              </p:cNvPr>
              <p:cNvSpPr txBox="1"/>
              <p:nvPr/>
            </p:nvSpPr>
            <p:spPr>
              <a:xfrm>
                <a:off x="6226458" y="6529663"/>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5959" name="TextBox 5958">
                <a:extLst>
                  <a:ext uri="{FF2B5EF4-FFF2-40B4-BE49-F238E27FC236}">
                    <a16:creationId xmlns:a16="http://schemas.microsoft.com/office/drawing/2014/main" id="{98300EC8-0F68-8AA6-9FF8-5BDA85E73F37}"/>
                  </a:ext>
                </a:extLst>
              </p:cNvPr>
              <p:cNvSpPr txBox="1"/>
              <p:nvPr/>
            </p:nvSpPr>
            <p:spPr>
              <a:xfrm>
                <a:off x="5329055" y="5000944"/>
                <a:ext cx="1252305" cy="405523"/>
              </a:xfrm>
              <a:prstGeom prst="rect">
                <a:avLst/>
              </a:prstGeom>
              <a:noFill/>
            </p:spPr>
            <p:txBody>
              <a:bodyPr wrap="square" rtlCol="0">
                <a:spAutoFit/>
              </a:bodyPr>
              <a:lstStyle/>
              <a:p>
                <a:pPr algn="ctr"/>
                <a:r>
                  <a:rPr lang="en-US" sz="945" dirty="0">
                    <a:ln/>
                    <a:solidFill>
                      <a:srgbClr val="000000"/>
                    </a:solidFill>
                    <a:latin typeface="Arial"/>
                    <a:cs typeface="Arial"/>
                    <a:sym typeface="Arial"/>
                    <a:rtl val="0"/>
                  </a:rPr>
                  <a:t>axon guidance receptor activity</a:t>
                </a:r>
              </a:p>
            </p:txBody>
          </p:sp>
        </p:grpSp>
      </p:grpSp>
      <p:sp>
        <p:nvSpPr>
          <p:cNvPr id="5961" name="TextBox 5960">
            <a:extLst>
              <a:ext uri="{FF2B5EF4-FFF2-40B4-BE49-F238E27FC236}">
                <a16:creationId xmlns:a16="http://schemas.microsoft.com/office/drawing/2014/main" id="{FC575FB3-8B4E-40BF-318C-7C2648AAC749}"/>
              </a:ext>
            </a:extLst>
          </p:cNvPr>
          <p:cNvSpPr txBox="1"/>
          <p:nvPr/>
        </p:nvSpPr>
        <p:spPr>
          <a:xfrm>
            <a:off x="4034394" y="3474439"/>
            <a:ext cx="545342" cy="245003"/>
          </a:xfrm>
          <a:prstGeom prst="rect">
            <a:avLst/>
          </a:prstGeom>
          <a:noFill/>
        </p:spPr>
        <p:txBody>
          <a:bodyPr wrap="none" rtlCol="0">
            <a:spAutoFit/>
          </a:bodyPr>
          <a:lstStyle/>
          <a:p>
            <a:pPr algn="ctr"/>
            <a:r>
              <a:rPr lang="en-US" sz="992">
                <a:ln/>
                <a:solidFill>
                  <a:srgbClr val="000000"/>
                </a:solidFill>
                <a:latin typeface="Arial"/>
                <a:cs typeface="Arial"/>
                <a:sym typeface="Arial"/>
                <a:rtl val="0"/>
              </a:rPr>
              <a:t>Phase</a:t>
            </a:r>
          </a:p>
        </p:txBody>
      </p:sp>
      <p:sp>
        <p:nvSpPr>
          <p:cNvPr id="5962" name="TextBox 5961">
            <a:extLst>
              <a:ext uri="{FF2B5EF4-FFF2-40B4-BE49-F238E27FC236}">
                <a16:creationId xmlns:a16="http://schemas.microsoft.com/office/drawing/2014/main" id="{16CB032E-8DB8-BEEC-4CF2-6A0B50A111AD}"/>
              </a:ext>
            </a:extLst>
          </p:cNvPr>
          <p:cNvSpPr txBox="1"/>
          <p:nvPr/>
        </p:nvSpPr>
        <p:spPr>
          <a:xfrm rot="16200000">
            <a:off x="2943285" y="2593958"/>
            <a:ext cx="819455" cy="245003"/>
          </a:xfrm>
          <a:prstGeom prst="rect">
            <a:avLst/>
          </a:prstGeom>
          <a:noFill/>
        </p:spPr>
        <p:txBody>
          <a:bodyPr wrap="none" rtlCol="0">
            <a:spAutoFit/>
          </a:bodyPr>
          <a:lstStyle/>
          <a:p>
            <a:pPr algn="ctr"/>
            <a:r>
              <a:rPr lang="en-US" sz="992">
                <a:ln/>
                <a:solidFill>
                  <a:srgbClr val="000000"/>
                </a:solidFill>
                <a:latin typeface="Arial"/>
                <a:cs typeface="Arial"/>
                <a:sym typeface="Arial"/>
                <a:rtl val="0"/>
              </a:rPr>
              <a:t>AUC Score</a:t>
            </a:r>
          </a:p>
        </p:txBody>
      </p:sp>
      <p:sp>
        <p:nvSpPr>
          <p:cNvPr id="4417" name="TextBox 4416">
            <a:extLst>
              <a:ext uri="{FF2B5EF4-FFF2-40B4-BE49-F238E27FC236}">
                <a16:creationId xmlns:a16="http://schemas.microsoft.com/office/drawing/2014/main" id="{A6625B35-822D-8BD6-90B4-5013530E14E5}"/>
              </a:ext>
            </a:extLst>
          </p:cNvPr>
          <p:cNvSpPr txBox="1"/>
          <p:nvPr/>
        </p:nvSpPr>
        <p:spPr>
          <a:xfrm>
            <a:off x="1067518" y="4098495"/>
            <a:ext cx="4399319" cy="266868"/>
          </a:xfrm>
          <a:prstGeom prst="rect">
            <a:avLst/>
          </a:prstGeom>
          <a:noFill/>
        </p:spPr>
        <p:txBody>
          <a:bodyPr wrap="square" rtlCol="0">
            <a:spAutoFit/>
          </a:bodyPr>
          <a:lstStyle/>
          <a:p>
            <a:pPr algn="ctr"/>
            <a:r>
              <a:rPr lang="en-US" sz="1134" b="1" dirty="0">
                <a:ln/>
                <a:solidFill>
                  <a:srgbClr val="000000"/>
                </a:solidFill>
                <a:latin typeface="Arial"/>
                <a:cs typeface="Arial"/>
                <a:sym typeface="Arial"/>
                <a:rtl val="0"/>
              </a:rPr>
              <a:t>DEGs</a:t>
            </a:r>
          </a:p>
        </p:txBody>
      </p:sp>
      <p:grpSp>
        <p:nvGrpSpPr>
          <p:cNvPr id="4419" name="Group 4418">
            <a:extLst>
              <a:ext uri="{FF2B5EF4-FFF2-40B4-BE49-F238E27FC236}">
                <a16:creationId xmlns:a16="http://schemas.microsoft.com/office/drawing/2014/main" id="{6D3F5DFD-8F89-6AB7-6CA1-F8DA84BD3755}"/>
              </a:ext>
            </a:extLst>
          </p:cNvPr>
          <p:cNvGrpSpPr/>
          <p:nvPr/>
        </p:nvGrpSpPr>
        <p:grpSpPr>
          <a:xfrm rot="16200000">
            <a:off x="1019521" y="3070670"/>
            <a:ext cx="426032" cy="2080721"/>
            <a:chOff x="2782957" y="4180255"/>
            <a:chExt cx="450872" cy="1154503"/>
          </a:xfrm>
        </p:grpSpPr>
        <p:sp>
          <p:nvSpPr>
            <p:cNvPr id="6143" name="Freeform 4444">
              <a:extLst>
                <a:ext uri="{FF2B5EF4-FFF2-40B4-BE49-F238E27FC236}">
                  <a16:creationId xmlns:a16="http://schemas.microsoft.com/office/drawing/2014/main" id="{B24D2B4C-331C-96FF-0BBD-6DF84CFA14B0}"/>
                </a:ext>
              </a:extLst>
            </p:cNvPr>
            <p:cNvSpPr/>
            <p:nvPr/>
          </p:nvSpPr>
          <p:spPr>
            <a:xfrm>
              <a:off x="2782957" y="5282870"/>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1965B0"/>
            </a:solidFill>
            <a:ln w="9525" cap="rnd">
              <a:noFill/>
              <a:prstDash val="solid"/>
              <a:round/>
            </a:ln>
          </p:spPr>
          <p:txBody>
            <a:bodyPr/>
            <a:lstStyle/>
            <a:p>
              <a:pPr algn="ctr"/>
              <a:endParaRPr lang="en-US" sz="1701"/>
            </a:p>
          </p:txBody>
        </p:sp>
        <p:sp>
          <p:nvSpPr>
            <p:cNvPr id="6144" name="Freeform 4445">
              <a:extLst>
                <a:ext uri="{FF2B5EF4-FFF2-40B4-BE49-F238E27FC236}">
                  <a16:creationId xmlns:a16="http://schemas.microsoft.com/office/drawing/2014/main" id="{355424FB-79D3-4DAC-7D1D-4FDACD7F03D3}"/>
                </a:ext>
              </a:extLst>
            </p:cNvPr>
            <p:cNvSpPr/>
            <p:nvPr/>
          </p:nvSpPr>
          <p:spPr>
            <a:xfrm>
              <a:off x="2782957" y="5272181"/>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1D68B1"/>
            </a:solidFill>
            <a:ln w="9525" cap="rnd">
              <a:noFill/>
              <a:prstDash val="solid"/>
              <a:round/>
            </a:ln>
          </p:spPr>
          <p:txBody>
            <a:bodyPr/>
            <a:lstStyle/>
            <a:p>
              <a:pPr algn="ctr"/>
              <a:endParaRPr lang="en-US" sz="1701"/>
            </a:p>
          </p:txBody>
        </p:sp>
        <p:sp>
          <p:nvSpPr>
            <p:cNvPr id="6145" name="Freeform 4446">
              <a:extLst>
                <a:ext uri="{FF2B5EF4-FFF2-40B4-BE49-F238E27FC236}">
                  <a16:creationId xmlns:a16="http://schemas.microsoft.com/office/drawing/2014/main" id="{BB946193-BCEB-56E2-6EF2-288BAF9D1580}"/>
                </a:ext>
              </a:extLst>
            </p:cNvPr>
            <p:cNvSpPr/>
            <p:nvPr/>
          </p:nvSpPr>
          <p:spPr>
            <a:xfrm>
              <a:off x="2782957" y="5261492"/>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226BB3"/>
            </a:solidFill>
            <a:ln w="9525" cap="rnd">
              <a:noFill/>
              <a:prstDash val="solid"/>
              <a:round/>
            </a:ln>
          </p:spPr>
          <p:txBody>
            <a:bodyPr/>
            <a:lstStyle/>
            <a:p>
              <a:pPr algn="ctr"/>
              <a:endParaRPr lang="en-US" sz="1701"/>
            </a:p>
          </p:txBody>
        </p:sp>
        <p:sp>
          <p:nvSpPr>
            <p:cNvPr id="6146" name="Freeform 4447">
              <a:extLst>
                <a:ext uri="{FF2B5EF4-FFF2-40B4-BE49-F238E27FC236}">
                  <a16:creationId xmlns:a16="http://schemas.microsoft.com/office/drawing/2014/main" id="{FB0B87AC-7004-10B7-1938-999F2AD0AE9A}"/>
                </a:ext>
              </a:extLst>
            </p:cNvPr>
            <p:cNvSpPr/>
            <p:nvPr/>
          </p:nvSpPr>
          <p:spPr>
            <a:xfrm>
              <a:off x="2782957" y="5250802"/>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266EB4"/>
            </a:solidFill>
            <a:ln w="9525" cap="rnd">
              <a:noFill/>
              <a:prstDash val="solid"/>
              <a:round/>
            </a:ln>
          </p:spPr>
          <p:txBody>
            <a:bodyPr/>
            <a:lstStyle/>
            <a:p>
              <a:pPr algn="ctr"/>
              <a:endParaRPr lang="en-US" sz="1701"/>
            </a:p>
          </p:txBody>
        </p:sp>
        <p:sp>
          <p:nvSpPr>
            <p:cNvPr id="6147" name="Freeform 4448">
              <a:extLst>
                <a:ext uri="{FF2B5EF4-FFF2-40B4-BE49-F238E27FC236}">
                  <a16:creationId xmlns:a16="http://schemas.microsoft.com/office/drawing/2014/main" id="{7F8FFA62-886E-79BA-7439-DE801507D6AE}"/>
                </a:ext>
              </a:extLst>
            </p:cNvPr>
            <p:cNvSpPr/>
            <p:nvPr/>
          </p:nvSpPr>
          <p:spPr>
            <a:xfrm>
              <a:off x="2782957" y="5240113"/>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2B71B6"/>
            </a:solidFill>
            <a:ln w="9525" cap="rnd">
              <a:noFill/>
              <a:prstDash val="solid"/>
              <a:round/>
            </a:ln>
          </p:spPr>
          <p:txBody>
            <a:bodyPr/>
            <a:lstStyle/>
            <a:p>
              <a:pPr algn="ctr"/>
              <a:endParaRPr lang="en-US" sz="1701"/>
            </a:p>
          </p:txBody>
        </p:sp>
        <p:sp>
          <p:nvSpPr>
            <p:cNvPr id="6148" name="Freeform 4449">
              <a:extLst>
                <a:ext uri="{FF2B5EF4-FFF2-40B4-BE49-F238E27FC236}">
                  <a16:creationId xmlns:a16="http://schemas.microsoft.com/office/drawing/2014/main" id="{A24619DE-9647-A19A-56C6-6FA9721CF3F7}"/>
                </a:ext>
              </a:extLst>
            </p:cNvPr>
            <p:cNvSpPr/>
            <p:nvPr/>
          </p:nvSpPr>
          <p:spPr>
            <a:xfrm>
              <a:off x="2782957" y="5229423"/>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3074B7"/>
            </a:solidFill>
            <a:ln w="9525" cap="rnd">
              <a:noFill/>
              <a:prstDash val="solid"/>
              <a:round/>
            </a:ln>
          </p:spPr>
          <p:txBody>
            <a:bodyPr/>
            <a:lstStyle/>
            <a:p>
              <a:pPr algn="ctr"/>
              <a:endParaRPr lang="en-US" sz="1701"/>
            </a:p>
          </p:txBody>
        </p:sp>
        <p:sp>
          <p:nvSpPr>
            <p:cNvPr id="6149" name="Freeform 4450">
              <a:extLst>
                <a:ext uri="{FF2B5EF4-FFF2-40B4-BE49-F238E27FC236}">
                  <a16:creationId xmlns:a16="http://schemas.microsoft.com/office/drawing/2014/main" id="{D767D61A-10C7-48DA-0282-ACD1AFE82562}"/>
                </a:ext>
              </a:extLst>
            </p:cNvPr>
            <p:cNvSpPr/>
            <p:nvPr/>
          </p:nvSpPr>
          <p:spPr>
            <a:xfrm>
              <a:off x="2782957" y="5218734"/>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3477B9"/>
            </a:solidFill>
            <a:ln w="9525" cap="rnd">
              <a:noFill/>
              <a:prstDash val="solid"/>
              <a:round/>
            </a:ln>
          </p:spPr>
          <p:txBody>
            <a:bodyPr/>
            <a:lstStyle/>
            <a:p>
              <a:pPr algn="ctr"/>
              <a:endParaRPr lang="en-US" sz="1701"/>
            </a:p>
          </p:txBody>
        </p:sp>
        <p:sp>
          <p:nvSpPr>
            <p:cNvPr id="6150" name="Freeform 4451">
              <a:extLst>
                <a:ext uri="{FF2B5EF4-FFF2-40B4-BE49-F238E27FC236}">
                  <a16:creationId xmlns:a16="http://schemas.microsoft.com/office/drawing/2014/main" id="{5A960AB4-E45A-9AAF-2C68-11E98984732A}"/>
                </a:ext>
              </a:extLst>
            </p:cNvPr>
            <p:cNvSpPr/>
            <p:nvPr/>
          </p:nvSpPr>
          <p:spPr>
            <a:xfrm>
              <a:off x="2782957" y="5208044"/>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397ABB"/>
            </a:solidFill>
            <a:ln w="9525" cap="rnd">
              <a:noFill/>
              <a:prstDash val="solid"/>
              <a:round/>
            </a:ln>
          </p:spPr>
          <p:txBody>
            <a:bodyPr/>
            <a:lstStyle/>
            <a:p>
              <a:pPr algn="ctr"/>
              <a:endParaRPr lang="en-US" sz="1701"/>
            </a:p>
          </p:txBody>
        </p:sp>
        <p:sp>
          <p:nvSpPr>
            <p:cNvPr id="6151" name="Freeform 4452">
              <a:extLst>
                <a:ext uri="{FF2B5EF4-FFF2-40B4-BE49-F238E27FC236}">
                  <a16:creationId xmlns:a16="http://schemas.microsoft.com/office/drawing/2014/main" id="{8FE3B887-0080-D206-8F60-6E3612FFE569}"/>
                </a:ext>
              </a:extLst>
            </p:cNvPr>
            <p:cNvSpPr/>
            <p:nvPr/>
          </p:nvSpPr>
          <p:spPr>
            <a:xfrm>
              <a:off x="2782957" y="5197355"/>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3E7DBC"/>
            </a:solidFill>
            <a:ln w="9525" cap="rnd">
              <a:noFill/>
              <a:prstDash val="solid"/>
              <a:round/>
            </a:ln>
          </p:spPr>
          <p:txBody>
            <a:bodyPr/>
            <a:lstStyle/>
            <a:p>
              <a:pPr algn="ctr"/>
              <a:endParaRPr lang="en-US" sz="1701"/>
            </a:p>
          </p:txBody>
        </p:sp>
        <p:sp>
          <p:nvSpPr>
            <p:cNvPr id="6152" name="Freeform 4453">
              <a:extLst>
                <a:ext uri="{FF2B5EF4-FFF2-40B4-BE49-F238E27FC236}">
                  <a16:creationId xmlns:a16="http://schemas.microsoft.com/office/drawing/2014/main" id="{2544F05F-77D7-9C1B-ECF7-88453341AB37}"/>
                </a:ext>
              </a:extLst>
            </p:cNvPr>
            <p:cNvSpPr/>
            <p:nvPr/>
          </p:nvSpPr>
          <p:spPr>
            <a:xfrm>
              <a:off x="2782957" y="5186666"/>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4281BE"/>
            </a:solidFill>
            <a:ln w="9525" cap="rnd">
              <a:noFill/>
              <a:prstDash val="solid"/>
              <a:round/>
            </a:ln>
          </p:spPr>
          <p:txBody>
            <a:bodyPr/>
            <a:lstStyle/>
            <a:p>
              <a:pPr algn="ctr"/>
              <a:endParaRPr lang="en-US" sz="1701"/>
            </a:p>
          </p:txBody>
        </p:sp>
        <p:sp>
          <p:nvSpPr>
            <p:cNvPr id="6153" name="Freeform 4454">
              <a:extLst>
                <a:ext uri="{FF2B5EF4-FFF2-40B4-BE49-F238E27FC236}">
                  <a16:creationId xmlns:a16="http://schemas.microsoft.com/office/drawing/2014/main" id="{1C93E575-1956-75C1-4964-93B738BDF484}"/>
                </a:ext>
              </a:extLst>
            </p:cNvPr>
            <p:cNvSpPr/>
            <p:nvPr/>
          </p:nvSpPr>
          <p:spPr>
            <a:xfrm>
              <a:off x="2782957" y="5175977"/>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4784BF"/>
            </a:solidFill>
            <a:ln w="9525" cap="rnd">
              <a:noFill/>
              <a:prstDash val="solid"/>
              <a:round/>
            </a:ln>
          </p:spPr>
          <p:txBody>
            <a:bodyPr/>
            <a:lstStyle/>
            <a:p>
              <a:pPr algn="ctr"/>
              <a:endParaRPr lang="en-US" sz="1701"/>
            </a:p>
          </p:txBody>
        </p:sp>
        <p:sp>
          <p:nvSpPr>
            <p:cNvPr id="6154" name="Freeform 4455">
              <a:extLst>
                <a:ext uri="{FF2B5EF4-FFF2-40B4-BE49-F238E27FC236}">
                  <a16:creationId xmlns:a16="http://schemas.microsoft.com/office/drawing/2014/main" id="{2F139EC1-0424-149E-AD78-8B06C2E5E1CE}"/>
                </a:ext>
              </a:extLst>
            </p:cNvPr>
            <p:cNvSpPr/>
            <p:nvPr/>
          </p:nvSpPr>
          <p:spPr>
            <a:xfrm>
              <a:off x="2782957" y="5165287"/>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4C87C1"/>
            </a:solidFill>
            <a:ln w="9525" cap="rnd">
              <a:noFill/>
              <a:prstDash val="solid"/>
              <a:round/>
            </a:ln>
          </p:spPr>
          <p:txBody>
            <a:bodyPr/>
            <a:lstStyle/>
            <a:p>
              <a:pPr algn="ctr"/>
              <a:endParaRPr lang="en-US" sz="1701"/>
            </a:p>
          </p:txBody>
        </p:sp>
        <p:sp>
          <p:nvSpPr>
            <p:cNvPr id="6155" name="Freeform 4456">
              <a:extLst>
                <a:ext uri="{FF2B5EF4-FFF2-40B4-BE49-F238E27FC236}">
                  <a16:creationId xmlns:a16="http://schemas.microsoft.com/office/drawing/2014/main" id="{46B96F1B-77E2-79B7-86F9-F07040EC3191}"/>
                </a:ext>
              </a:extLst>
            </p:cNvPr>
            <p:cNvSpPr/>
            <p:nvPr/>
          </p:nvSpPr>
          <p:spPr>
            <a:xfrm>
              <a:off x="2782957" y="5154598"/>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508AC3"/>
            </a:solidFill>
            <a:ln w="9525" cap="rnd">
              <a:noFill/>
              <a:prstDash val="solid"/>
              <a:round/>
            </a:ln>
          </p:spPr>
          <p:txBody>
            <a:bodyPr/>
            <a:lstStyle/>
            <a:p>
              <a:pPr algn="ctr"/>
              <a:endParaRPr lang="en-US" sz="1701"/>
            </a:p>
          </p:txBody>
        </p:sp>
        <p:sp>
          <p:nvSpPr>
            <p:cNvPr id="6156" name="Freeform 4457">
              <a:extLst>
                <a:ext uri="{FF2B5EF4-FFF2-40B4-BE49-F238E27FC236}">
                  <a16:creationId xmlns:a16="http://schemas.microsoft.com/office/drawing/2014/main" id="{2595CB13-4C2D-6220-4B94-F788FC09A6B9}"/>
                </a:ext>
              </a:extLst>
            </p:cNvPr>
            <p:cNvSpPr/>
            <p:nvPr/>
          </p:nvSpPr>
          <p:spPr>
            <a:xfrm>
              <a:off x="2782957" y="5143909"/>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558DC4"/>
            </a:solidFill>
            <a:ln w="9525" cap="rnd">
              <a:noFill/>
              <a:prstDash val="solid"/>
              <a:round/>
            </a:ln>
          </p:spPr>
          <p:txBody>
            <a:bodyPr/>
            <a:lstStyle/>
            <a:p>
              <a:pPr algn="ctr"/>
              <a:endParaRPr lang="en-US" sz="1701"/>
            </a:p>
          </p:txBody>
        </p:sp>
        <p:sp>
          <p:nvSpPr>
            <p:cNvPr id="6157" name="Freeform 4458">
              <a:extLst>
                <a:ext uri="{FF2B5EF4-FFF2-40B4-BE49-F238E27FC236}">
                  <a16:creationId xmlns:a16="http://schemas.microsoft.com/office/drawing/2014/main" id="{7B05D175-A08C-5371-706A-EB909182118B}"/>
                </a:ext>
              </a:extLst>
            </p:cNvPr>
            <p:cNvSpPr/>
            <p:nvPr/>
          </p:nvSpPr>
          <p:spPr>
            <a:xfrm>
              <a:off x="2782957" y="5133220"/>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5A90C6"/>
            </a:solidFill>
            <a:ln w="9525" cap="rnd">
              <a:noFill/>
              <a:prstDash val="solid"/>
              <a:round/>
            </a:ln>
          </p:spPr>
          <p:txBody>
            <a:bodyPr/>
            <a:lstStyle/>
            <a:p>
              <a:pPr algn="ctr"/>
              <a:endParaRPr lang="en-US" sz="1701"/>
            </a:p>
          </p:txBody>
        </p:sp>
        <p:sp>
          <p:nvSpPr>
            <p:cNvPr id="6158" name="Freeform 4459">
              <a:extLst>
                <a:ext uri="{FF2B5EF4-FFF2-40B4-BE49-F238E27FC236}">
                  <a16:creationId xmlns:a16="http://schemas.microsoft.com/office/drawing/2014/main" id="{656903B5-B5D4-E492-DFC4-069858747DAA}"/>
                </a:ext>
              </a:extLst>
            </p:cNvPr>
            <p:cNvSpPr/>
            <p:nvPr/>
          </p:nvSpPr>
          <p:spPr>
            <a:xfrm>
              <a:off x="2782957" y="5122530"/>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5E93C7"/>
            </a:solidFill>
            <a:ln w="9525" cap="rnd">
              <a:noFill/>
              <a:prstDash val="solid"/>
              <a:round/>
            </a:ln>
          </p:spPr>
          <p:txBody>
            <a:bodyPr/>
            <a:lstStyle/>
            <a:p>
              <a:pPr algn="ctr"/>
              <a:endParaRPr lang="en-US" sz="1701"/>
            </a:p>
          </p:txBody>
        </p:sp>
        <p:sp>
          <p:nvSpPr>
            <p:cNvPr id="6159" name="Freeform 4460">
              <a:extLst>
                <a:ext uri="{FF2B5EF4-FFF2-40B4-BE49-F238E27FC236}">
                  <a16:creationId xmlns:a16="http://schemas.microsoft.com/office/drawing/2014/main" id="{3F3CE07A-EACF-D266-A4DF-71552F74C3D8}"/>
                </a:ext>
              </a:extLst>
            </p:cNvPr>
            <p:cNvSpPr/>
            <p:nvPr/>
          </p:nvSpPr>
          <p:spPr>
            <a:xfrm>
              <a:off x="2782957" y="5111840"/>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6396C9"/>
            </a:solidFill>
            <a:ln w="9525" cap="rnd">
              <a:noFill/>
              <a:prstDash val="solid"/>
              <a:round/>
            </a:ln>
          </p:spPr>
          <p:txBody>
            <a:bodyPr/>
            <a:lstStyle/>
            <a:p>
              <a:pPr algn="ctr"/>
              <a:endParaRPr lang="en-US" sz="1701"/>
            </a:p>
          </p:txBody>
        </p:sp>
        <p:sp>
          <p:nvSpPr>
            <p:cNvPr id="6160" name="Freeform 4461">
              <a:extLst>
                <a:ext uri="{FF2B5EF4-FFF2-40B4-BE49-F238E27FC236}">
                  <a16:creationId xmlns:a16="http://schemas.microsoft.com/office/drawing/2014/main" id="{691E43B7-835C-737A-5910-91D39E4E4B75}"/>
                </a:ext>
              </a:extLst>
            </p:cNvPr>
            <p:cNvSpPr/>
            <p:nvPr/>
          </p:nvSpPr>
          <p:spPr>
            <a:xfrm>
              <a:off x="2782957" y="5101152"/>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6799CB"/>
            </a:solidFill>
            <a:ln w="9525" cap="rnd">
              <a:noFill/>
              <a:prstDash val="solid"/>
              <a:round/>
            </a:ln>
          </p:spPr>
          <p:txBody>
            <a:bodyPr/>
            <a:lstStyle/>
            <a:p>
              <a:pPr algn="ctr"/>
              <a:endParaRPr lang="en-US" sz="1701"/>
            </a:p>
          </p:txBody>
        </p:sp>
        <p:sp>
          <p:nvSpPr>
            <p:cNvPr id="6161" name="Freeform 4462">
              <a:extLst>
                <a:ext uri="{FF2B5EF4-FFF2-40B4-BE49-F238E27FC236}">
                  <a16:creationId xmlns:a16="http://schemas.microsoft.com/office/drawing/2014/main" id="{E685F447-4635-21E3-F46D-8F797A9C767E}"/>
                </a:ext>
              </a:extLst>
            </p:cNvPr>
            <p:cNvSpPr/>
            <p:nvPr/>
          </p:nvSpPr>
          <p:spPr>
            <a:xfrm>
              <a:off x="2782957" y="5090462"/>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6C9DCC"/>
            </a:solidFill>
            <a:ln w="9525" cap="rnd">
              <a:noFill/>
              <a:prstDash val="solid"/>
              <a:round/>
            </a:ln>
          </p:spPr>
          <p:txBody>
            <a:bodyPr/>
            <a:lstStyle/>
            <a:p>
              <a:pPr algn="ctr"/>
              <a:endParaRPr lang="en-US" sz="1701"/>
            </a:p>
          </p:txBody>
        </p:sp>
        <p:sp>
          <p:nvSpPr>
            <p:cNvPr id="6162" name="Freeform 4463">
              <a:extLst>
                <a:ext uri="{FF2B5EF4-FFF2-40B4-BE49-F238E27FC236}">
                  <a16:creationId xmlns:a16="http://schemas.microsoft.com/office/drawing/2014/main" id="{1A874194-8343-D3B8-D444-FA4D94DD19D1}"/>
                </a:ext>
              </a:extLst>
            </p:cNvPr>
            <p:cNvSpPr/>
            <p:nvPr/>
          </p:nvSpPr>
          <p:spPr>
            <a:xfrm>
              <a:off x="2782957" y="5079773"/>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71A0CE"/>
            </a:solidFill>
            <a:ln w="9525" cap="rnd">
              <a:noFill/>
              <a:prstDash val="solid"/>
              <a:round/>
            </a:ln>
          </p:spPr>
          <p:txBody>
            <a:bodyPr/>
            <a:lstStyle/>
            <a:p>
              <a:pPr algn="ctr"/>
              <a:endParaRPr lang="en-US" sz="1701"/>
            </a:p>
          </p:txBody>
        </p:sp>
        <p:sp>
          <p:nvSpPr>
            <p:cNvPr id="6163" name="Freeform 4464">
              <a:extLst>
                <a:ext uri="{FF2B5EF4-FFF2-40B4-BE49-F238E27FC236}">
                  <a16:creationId xmlns:a16="http://schemas.microsoft.com/office/drawing/2014/main" id="{61180021-08C2-30D7-BBCA-93D23FFA5634}"/>
                </a:ext>
              </a:extLst>
            </p:cNvPr>
            <p:cNvSpPr/>
            <p:nvPr/>
          </p:nvSpPr>
          <p:spPr>
            <a:xfrm>
              <a:off x="2782957" y="5069083"/>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75A3CF"/>
            </a:solidFill>
            <a:ln w="9525" cap="rnd">
              <a:noFill/>
              <a:prstDash val="solid"/>
              <a:round/>
            </a:ln>
          </p:spPr>
          <p:txBody>
            <a:bodyPr/>
            <a:lstStyle/>
            <a:p>
              <a:pPr algn="ctr"/>
              <a:endParaRPr lang="en-US" sz="1701"/>
            </a:p>
          </p:txBody>
        </p:sp>
        <p:sp>
          <p:nvSpPr>
            <p:cNvPr id="6164" name="Freeform 4465">
              <a:extLst>
                <a:ext uri="{FF2B5EF4-FFF2-40B4-BE49-F238E27FC236}">
                  <a16:creationId xmlns:a16="http://schemas.microsoft.com/office/drawing/2014/main" id="{69239725-C95D-EAF1-1223-9DAE1A177ECB}"/>
                </a:ext>
              </a:extLst>
            </p:cNvPr>
            <p:cNvSpPr/>
            <p:nvPr/>
          </p:nvSpPr>
          <p:spPr>
            <a:xfrm>
              <a:off x="2782957" y="5058394"/>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7AA6D1"/>
            </a:solidFill>
            <a:ln w="9525" cap="rnd">
              <a:noFill/>
              <a:prstDash val="solid"/>
              <a:round/>
            </a:ln>
          </p:spPr>
          <p:txBody>
            <a:bodyPr/>
            <a:lstStyle/>
            <a:p>
              <a:pPr algn="ctr"/>
              <a:endParaRPr lang="en-US" sz="1701"/>
            </a:p>
          </p:txBody>
        </p:sp>
        <p:sp>
          <p:nvSpPr>
            <p:cNvPr id="6165" name="Freeform 4466">
              <a:extLst>
                <a:ext uri="{FF2B5EF4-FFF2-40B4-BE49-F238E27FC236}">
                  <a16:creationId xmlns:a16="http://schemas.microsoft.com/office/drawing/2014/main" id="{BB22EB4C-F89A-7956-0E69-AFD4D9FED012}"/>
                </a:ext>
              </a:extLst>
            </p:cNvPr>
            <p:cNvSpPr/>
            <p:nvPr/>
          </p:nvSpPr>
          <p:spPr>
            <a:xfrm>
              <a:off x="2782957" y="5047705"/>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7FA9D3"/>
            </a:solidFill>
            <a:ln w="9525" cap="rnd">
              <a:noFill/>
              <a:prstDash val="solid"/>
              <a:round/>
            </a:ln>
          </p:spPr>
          <p:txBody>
            <a:bodyPr/>
            <a:lstStyle/>
            <a:p>
              <a:pPr algn="ctr"/>
              <a:endParaRPr lang="en-US" sz="1701"/>
            </a:p>
          </p:txBody>
        </p:sp>
        <p:sp>
          <p:nvSpPr>
            <p:cNvPr id="6166" name="Freeform 4467">
              <a:extLst>
                <a:ext uri="{FF2B5EF4-FFF2-40B4-BE49-F238E27FC236}">
                  <a16:creationId xmlns:a16="http://schemas.microsoft.com/office/drawing/2014/main" id="{44D713C5-5399-89DE-345F-B850ABA661F3}"/>
                </a:ext>
              </a:extLst>
            </p:cNvPr>
            <p:cNvSpPr/>
            <p:nvPr/>
          </p:nvSpPr>
          <p:spPr>
            <a:xfrm>
              <a:off x="2782957" y="5037015"/>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83ACD4"/>
            </a:solidFill>
            <a:ln w="9525" cap="rnd">
              <a:noFill/>
              <a:prstDash val="solid"/>
              <a:round/>
            </a:ln>
          </p:spPr>
          <p:txBody>
            <a:bodyPr/>
            <a:lstStyle/>
            <a:p>
              <a:pPr algn="ctr"/>
              <a:endParaRPr lang="en-US" sz="1701"/>
            </a:p>
          </p:txBody>
        </p:sp>
        <p:sp>
          <p:nvSpPr>
            <p:cNvPr id="6167" name="Freeform 4468">
              <a:extLst>
                <a:ext uri="{FF2B5EF4-FFF2-40B4-BE49-F238E27FC236}">
                  <a16:creationId xmlns:a16="http://schemas.microsoft.com/office/drawing/2014/main" id="{0927AF4D-0DAA-3454-3913-77907AB2F9B3}"/>
                </a:ext>
              </a:extLst>
            </p:cNvPr>
            <p:cNvSpPr/>
            <p:nvPr/>
          </p:nvSpPr>
          <p:spPr>
            <a:xfrm>
              <a:off x="2782957" y="5026325"/>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88AFD6"/>
            </a:solidFill>
            <a:ln w="9525" cap="rnd">
              <a:noFill/>
              <a:prstDash val="solid"/>
              <a:round/>
            </a:ln>
          </p:spPr>
          <p:txBody>
            <a:bodyPr/>
            <a:lstStyle/>
            <a:p>
              <a:pPr algn="ctr"/>
              <a:endParaRPr lang="en-US" sz="1701"/>
            </a:p>
          </p:txBody>
        </p:sp>
        <p:sp>
          <p:nvSpPr>
            <p:cNvPr id="6168" name="Freeform 4469">
              <a:extLst>
                <a:ext uri="{FF2B5EF4-FFF2-40B4-BE49-F238E27FC236}">
                  <a16:creationId xmlns:a16="http://schemas.microsoft.com/office/drawing/2014/main" id="{20B44EFF-840D-96E8-B719-E6B1F8322C2E}"/>
                </a:ext>
              </a:extLst>
            </p:cNvPr>
            <p:cNvSpPr/>
            <p:nvPr/>
          </p:nvSpPr>
          <p:spPr>
            <a:xfrm>
              <a:off x="2782957" y="5015637"/>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8DB2D7"/>
            </a:solidFill>
            <a:ln w="9525" cap="rnd">
              <a:noFill/>
              <a:prstDash val="solid"/>
              <a:round/>
            </a:ln>
          </p:spPr>
          <p:txBody>
            <a:bodyPr/>
            <a:lstStyle/>
            <a:p>
              <a:pPr algn="ctr"/>
              <a:endParaRPr lang="en-US" sz="1701"/>
            </a:p>
          </p:txBody>
        </p:sp>
        <p:sp>
          <p:nvSpPr>
            <p:cNvPr id="6169" name="Freeform 4470">
              <a:extLst>
                <a:ext uri="{FF2B5EF4-FFF2-40B4-BE49-F238E27FC236}">
                  <a16:creationId xmlns:a16="http://schemas.microsoft.com/office/drawing/2014/main" id="{3E8F1971-35C9-854E-225A-1AD2A1A8E778}"/>
                </a:ext>
              </a:extLst>
            </p:cNvPr>
            <p:cNvSpPr/>
            <p:nvPr/>
          </p:nvSpPr>
          <p:spPr>
            <a:xfrm>
              <a:off x="2782957" y="5004947"/>
              <a:ext cx="127000" cy="10689"/>
            </a:xfrm>
            <a:custGeom>
              <a:avLst/>
              <a:gdLst>
                <a:gd name="csX0" fmla="*/ 0 w 127000"/>
                <a:gd name="csY0" fmla="*/ 0 h 18980"/>
                <a:gd name="csX1" fmla="*/ 127000 w 127000"/>
                <a:gd name="csY1" fmla="*/ 0 h 18980"/>
                <a:gd name="csX2" fmla="*/ 127000 w 127000"/>
                <a:gd name="csY2" fmla="*/ 18981 h 18980"/>
                <a:gd name="csX3" fmla="*/ 0 w 127000"/>
                <a:gd name="csY3" fmla="*/ 18981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1"/>
                  </a:lnTo>
                  <a:lnTo>
                    <a:pt x="0" y="18981"/>
                  </a:lnTo>
                  <a:close/>
                </a:path>
              </a:pathLst>
            </a:custGeom>
            <a:solidFill>
              <a:srgbClr val="91B5D9"/>
            </a:solidFill>
            <a:ln w="9525" cap="rnd">
              <a:noFill/>
              <a:prstDash val="solid"/>
              <a:round/>
            </a:ln>
          </p:spPr>
          <p:txBody>
            <a:bodyPr/>
            <a:lstStyle/>
            <a:p>
              <a:pPr algn="ctr"/>
              <a:endParaRPr lang="en-US" sz="1701"/>
            </a:p>
          </p:txBody>
        </p:sp>
        <p:sp>
          <p:nvSpPr>
            <p:cNvPr id="6170" name="Freeform 4471">
              <a:extLst>
                <a:ext uri="{FF2B5EF4-FFF2-40B4-BE49-F238E27FC236}">
                  <a16:creationId xmlns:a16="http://schemas.microsoft.com/office/drawing/2014/main" id="{45E3626A-A42D-F673-EFC7-1D719A1C0877}"/>
                </a:ext>
              </a:extLst>
            </p:cNvPr>
            <p:cNvSpPr/>
            <p:nvPr/>
          </p:nvSpPr>
          <p:spPr>
            <a:xfrm>
              <a:off x="2782957" y="4994258"/>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96B9DB"/>
            </a:solidFill>
            <a:ln w="9525" cap="rnd">
              <a:noFill/>
              <a:prstDash val="solid"/>
              <a:round/>
            </a:ln>
          </p:spPr>
          <p:txBody>
            <a:bodyPr/>
            <a:lstStyle/>
            <a:p>
              <a:pPr algn="ctr"/>
              <a:endParaRPr lang="en-US" sz="1701"/>
            </a:p>
          </p:txBody>
        </p:sp>
        <p:sp>
          <p:nvSpPr>
            <p:cNvPr id="6171" name="Freeform 4472">
              <a:extLst>
                <a:ext uri="{FF2B5EF4-FFF2-40B4-BE49-F238E27FC236}">
                  <a16:creationId xmlns:a16="http://schemas.microsoft.com/office/drawing/2014/main" id="{48A0B72B-4F82-9236-ADCC-BC4005D77DAA}"/>
                </a:ext>
              </a:extLst>
            </p:cNvPr>
            <p:cNvSpPr/>
            <p:nvPr/>
          </p:nvSpPr>
          <p:spPr>
            <a:xfrm>
              <a:off x="2782957" y="4983568"/>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9BBCDC"/>
            </a:solidFill>
            <a:ln w="9525" cap="rnd">
              <a:noFill/>
              <a:prstDash val="solid"/>
              <a:round/>
            </a:ln>
          </p:spPr>
          <p:txBody>
            <a:bodyPr/>
            <a:lstStyle/>
            <a:p>
              <a:pPr algn="ctr"/>
              <a:endParaRPr lang="en-US" sz="1701"/>
            </a:p>
          </p:txBody>
        </p:sp>
        <p:sp>
          <p:nvSpPr>
            <p:cNvPr id="6172" name="Freeform 4473">
              <a:extLst>
                <a:ext uri="{FF2B5EF4-FFF2-40B4-BE49-F238E27FC236}">
                  <a16:creationId xmlns:a16="http://schemas.microsoft.com/office/drawing/2014/main" id="{A80E6329-982F-67D8-27D1-202753EFAB0C}"/>
                </a:ext>
              </a:extLst>
            </p:cNvPr>
            <p:cNvSpPr/>
            <p:nvPr/>
          </p:nvSpPr>
          <p:spPr>
            <a:xfrm>
              <a:off x="2782957" y="4972879"/>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9FBFDE"/>
            </a:solidFill>
            <a:ln w="9525" cap="rnd">
              <a:noFill/>
              <a:prstDash val="solid"/>
              <a:round/>
            </a:ln>
          </p:spPr>
          <p:txBody>
            <a:bodyPr/>
            <a:lstStyle/>
            <a:p>
              <a:pPr algn="ctr"/>
              <a:endParaRPr lang="en-US" sz="1701"/>
            </a:p>
          </p:txBody>
        </p:sp>
        <p:sp>
          <p:nvSpPr>
            <p:cNvPr id="6173" name="Freeform 4474">
              <a:extLst>
                <a:ext uri="{FF2B5EF4-FFF2-40B4-BE49-F238E27FC236}">
                  <a16:creationId xmlns:a16="http://schemas.microsoft.com/office/drawing/2014/main" id="{AA017F3C-02FA-3DDA-C007-306E22C4DC58}"/>
                </a:ext>
              </a:extLst>
            </p:cNvPr>
            <p:cNvSpPr/>
            <p:nvPr/>
          </p:nvSpPr>
          <p:spPr>
            <a:xfrm>
              <a:off x="2782957" y="4962190"/>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A4C2DF"/>
            </a:solidFill>
            <a:ln w="9525" cap="rnd">
              <a:noFill/>
              <a:prstDash val="solid"/>
              <a:round/>
            </a:ln>
          </p:spPr>
          <p:txBody>
            <a:bodyPr/>
            <a:lstStyle/>
            <a:p>
              <a:pPr algn="ctr"/>
              <a:endParaRPr lang="en-US" sz="1701"/>
            </a:p>
          </p:txBody>
        </p:sp>
        <p:sp>
          <p:nvSpPr>
            <p:cNvPr id="6174" name="Freeform 4475">
              <a:extLst>
                <a:ext uri="{FF2B5EF4-FFF2-40B4-BE49-F238E27FC236}">
                  <a16:creationId xmlns:a16="http://schemas.microsoft.com/office/drawing/2014/main" id="{C167D69E-E822-6CCB-B756-F7DBDC7DBE3B}"/>
                </a:ext>
              </a:extLst>
            </p:cNvPr>
            <p:cNvSpPr/>
            <p:nvPr/>
          </p:nvSpPr>
          <p:spPr>
            <a:xfrm>
              <a:off x="2782957" y="4951500"/>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A9C5E1"/>
            </a:solidFill>
            <a:ln w="9525" cap="rnd">
              <a:noFill/>
              <a:prstDash val="solid"/>
              <a:round/>
            </a:ln>
          </p:spPr>
          <p:txBody>
            <a:bodyPr/>
            <a:lstStyle/>
            <a:p>
              <a:pPr algn="ctr"/>
              <a:endParaRPr lang="en-US" sz="1701"/>
            </a:p>
          </p:txBody>
        </p:sp>
        <p:sp>
          <p:nvSpPr>
            <p:cNvPr id="6175" name="Freeform 4476">
              <a:extLst>
                <a:ext uri="{FF2B5EF4-FFF2-40B4-BE49-F238E27FC236}">
                  <a16:creationId xmlns:a16="http://schemas.microsoft.com/office/drawing/2014/main" id="{A30CE4A2-854A-E859-A5AE-813D07081FAC}"/>
                </a:ext>
              </a:extLst>
            </p:cNvPr>
            <p:cNvSpPr/>
            <p:nvPr/>
          </p:nvSpPr>
          <p:spPr>
            <a:xfrm>
              <a:off x="2782957" y="4940811"/>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ADC8E3"/>
            </a:solidFill>
            <a:ln w="9525" cap="rnd">
              <a:noFill/>
              <a:prstDash val="solid"/>
              <a:round/>
            </a:ln>
          </p:spPr>
          <p:txBody>
            <a:bodyPr/>
            <a:lstStyle/>
            <a:p>
              <a:pPr algn="ctr"/>
              <a:endParaRPr lang="en-US" sz="1701"/>
            </a:p>
          </p:txBody>
        </p:sp>
        <p:sp>
          <p:nvSpPr>
            <p:cNvPr id="6176" name="Freeform 4477">
              <a:extLst>
                <a:ext uri="{FF2B5EF4-FFF2-40B4-BE49-F238E27FC236}">
                  <a16:creationId xmlns:a16="http://schemas.microsoft.com/office/drawing/2014/main" id="{0EFE9B3C-B6C6-18FF-867F-21E6BE70CA94}"/>
                </a:ext>
              </a:extLst>
            </p:cNvPr>
            <p:cNvSpPr/>
            <p:nvPr/>
          </p:nvSpPr>
          <p:spPr>
            <a:xfrm>
              <a:off x="2782957" y="4930122"/>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B2CBE4"/>
            </a:solidFill>
            <a:ln w="9525" cap="rnd">
              <a:noFill/>
              <a:prstDash val="solid"/>
              <a:round/>
            </a:ln>
          </p:spPr>
          <p:txBody>
            <a:bodyPr/>
            <a:lstStyle/>
            <a:p>
              <a:pPr algn="ctr"/>
              <a:endParaRPr lang="en-US" sz="1701"/>
            </a:p>
          </p:txBody>
        </p:sp>
        <p:sp>
          <p:nvSpPr>
            <p:cNvPr id="6177" name="Freeform 4478">
              <a:extLst>
                <a:ext uri="{FF2B5EF4-FFF2-40B4-BE49-F238E27FC236}">
                  <a16:creationId xmlns:a16="http://schemas.microsoft.com/office/drawing/2014/main" id="{E76C806D-DC7B-D19A-9C94-9A83C8B790D7}"/>
                </a:ext>
              </a:extLst>
            </p:cNvPr>
            <p:cNvSpPr/>
            <p:nvPr/>
          </p:nvSpPr>
          <p:spPr>
            <a:xfrm>
              <a:off x="2782957" y="491943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B6CEE6"/>
            </a:solidFill>
            <a:ln w="9525" cap="rnd">
              <a:noFill/>
              <a:prstDash val="solid"/>
              <a:round/>
            </a:ln>
          </p:spPr>
          <p:txBody>
            <a:bodyPr/>
            <a:lstStyle/>
            <a:p>
              <a:pPr algn="ctr"/>
              <a:endParaRPr lang="en-US" sz="1701"/>
            </a:p>
          </p:txBody>
        </p:sp>
        <p:sp>
          <p:nvSpPr>
            <p:cNvPr id="6178" name="Freeform 4479">
              <a:extLst>
                <a:ext uri="{FF2B5EF4-FFF2-40B4-BE49-F238E27FC236}">
                  <a16:creationId xmlns:a16="http://schemas.microsoft.com/office/drawing/2014/main" id="{5CCE05B7-7AE9-6BE9-D63B-51EFE381FB4C}"/>
                </a:ext>
              </a:extLst>
            </p:cNvPr>
            <p:cNvSpPr/>
            <p:nvPr/>
          </p:nvSpPr>
          <p:spPr>
            <a:xfrm>
              <a:off x="2782957" y="490874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BBD1E7"/>
            </a:solidFill>
            <a:ln w="9525" cap="rnd">
              <a:noFill/>
              <a:prstDash val="solid"/>
              <a:round/>
            </a:ln>
          </p:spPr>
          <p:txBody>
            <a:bodyPr/>
            <a:lstStyle/>
            <a:p>
              <a:pPr algn="ctr"/>
              <a:endParaRPr lang="en-US" sz="1701"/>
            </a:p>
          </p:txBody>
        </p:sp>
        <p:sp>
          <p:nvSpPr>
            <p:cNvPr id="6179" name="Freeform 4480">
              <a:extLst>
                <a:ext uri="{FF2B5EF4-FFF2-40B4-BE49-F238E27FC236}">
                  <a16:creationId xmlns:a16="http://schemas.microsoft.com/office/drawing/2014/main" id="{DAD3DD08-E278-0F67-B57B-B2617854C3F1}"/>
                </a:ext>
              </a:extLst>
            </p:cNvPr>
            <p:cNvSpPr/>
            <p:nvPr/>
          </p:nvSpPr>
          <p:spPr>
            <a:xfrm>
              <a:off x="2782957" y="4898054"/>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C0D5E9"/>
            </a:solidFill>
            <a:ln w="9525" cap="rnd">
              <a:noFill/>
              <a:prstDash val="solid"/>
              <a:round/>
            </a:ln>
          </p:spPr>
          <p:txBody>
            <a:bodyPr/>
            <a:lstStyle/>
            <a:p>
              <a:pPr algn="ctr"/>
              <a:endParaRPr lang="en-US" sz="1701"/>
            </a:p>
          </p:txBody>
        </p:sp>
        <p:sp>
          <p:nvSpPr>
            <p:cNvPr id="6180" name="Freeform 4481">
              <a:extLst>
                <a:ext uri="{FF2B5EF4-FFF2-40B4-BE49-F238E27FC236}">
                  <a16:creationId xmlns:a16="http://schemas.microsoft.com/office/drawing/2014/main" id="{680CE760-2428-C2E2-56E7-445D5374A2BE}"/>
                </a:ext>
              </a:extLst>
            </p:cNvPr>
            <p:cNvSpPr/>
            <p:nvPr/>
          </p:nvSpPr>
          <p:spPr>
            <a:xfrm>
              <a:off x="2782957" y="4887364"/>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C4D8EB"/>
            </a:solidFill>
            <a:ln w="9525" cap="rnd">
              <a:noFill/>
              <a:prstDash val="solid"/>
              <a:round/>
            </a:ln>
          </p:spPr>
          <p:txBody>
            <a:bodyPr/>
            <a:lstStyle/>
            <a:p>
              <a:pPr algn="ctr"/>
              <a:endParaRPr lang="en-US" sz="1701"/>
            </a:p>
          </p:txBody>
        </p:sp>
        <p:sp>
          <p:nvSpPr>
            <p:cNvPr id="6181" name="Freeform 4482">
              <a:extLst>
                <a:ext uri="{FF2B5EF4-FFF2-40B4-BE49-F238E27FC236}">
                  <a16:creationId xmlns:a16="http://schemas.microsoft.com/office/drawing/2014/main" id="{F5DFEC2D-638C-200E-8C4D-63719E0B552D}"/>
                </a:ext>
              </a:extLst>
            </p:cNvPr>
            <p:cNvSpPr/>
            <p:nvPr/>
          </p:nvSpPr>
          <p:spPr>
            <a:xfrm>
              <a:off x="2782957" y="4876676"/>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C9DBEC"/>
            </a:solidFill>
            <a:ln w="9525" cap="rnd">
              <a:noFill/>
              <a:prstDash val="solid"/>
              <a:round/>
            </a:ln>
          </p:spPr>
          <p:txBody>
            <a:bodyPr/>
            <a:lstStyle/>
            <a:p>
              <a:pPr algn="ctr"/>
              <a:endParaRPr lang="en-US" sz="1701"/>
            </a:p>
          </p:txBody>
        </p:sp>
        <p:sp>
          <p:nvSpPr>
            <p:cNvPr id="6182" name="Freeform 4483">
              <a:extLst>
                <a:ext uri="{FF2B5EF4-FFF2-40B4-BE49-F238E27FC236}">
                  <a16:creationId xmlns:a16="http://schemas.microsoft.com/office/drawing/2014/main" id="{BBF1BCA2-8197-CAAE-0A1F-E0B8DB637546}"/>
                </a:ext>
              </a:extLst>
            </p:cNvPr>
            <p:cNvSpPr/>
            <p:nvPr/>
          </p:nvSpPr>
          <p:spPr>
            <a:xfrm>
              <a:off x="2782957" y="4865986"/>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CEDEEE"/>
            </a:solidFill>
            <a:ln w="9525" cap="rnd">
              <a:noFill/>
              <a:prstDash val="solid"/>
              <a:round/>
            </a:ln>
          </p:spPr>
          <p:txBody>
            <a:bodyPr/>
            <a:lstStyle/>
            <a:p>
              <a:pPr algn="ctr"/>
              <a:endParaRPr lang="en-US" sz="1701"/>
            </a:p>
          </p:txBody>
        </p:sp>
        <p:sp>
          <p:nvSpPr>
            <p:cNvPr id="6183" name="Freeform 4484">
              <a:extLst>
                <a:ext uri="{FF2B5EF4-FFF2-40B4-BE49-F238E27FC236}">
                  <a16:creationId xmlns:a16="http://schemas.microsoft.com/office/drawing/2014/main" id="{25A3CFDB-603F-4D99-6A3B-8B87D24712CE}"/>
                </a:ext>
              </a:extLst>
            </p:cNvPr>
            <p:cNvSpPr/>
            <p:nvPr/>
          </p:nvSpPr>
          <p:spPr>
            <a:xfrm>
              <a:off x="2782957" y="4855296"/>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2E1EF"/>
            </a:solidFill>
            <a:ln w="9525" cap="rnd">
              <a:noFill/>
              <a:prstDash val="solid"/>
              <a:round/>
            </a:ln>
          </p:spPr>
          <p:txBody>
            <a:bodyPr/>
            <a:lstStyle/>
            <a:p>
              <a:pPr algn="ctr"/>
              <a:endParaRPr lang="en-US" sz="1701"/>
            </a:p>
          </p:txBody>
        </p:sp>
        <p:sp>
          <p:nvSpPr>
            <p:cNvPr id="6184" name="Freeform 4485">
              <a:extLst>
                <a:ext uri="{FF2B5EF4-FFF2-40B4-BE49-F238E27FC236}">
                  <a16:creationId xmlns:a16="http://schemas.microsoft.com/office/drawing/2014/main" id="{58D758EB-ABC6-13E4-FE20-354C17E0194D}"/>
                </a:ext>
              </a:extLst>
            </p:cNvPr>
            <p:cNvSpPr/>
            <p:nvPr/>
          </p:nvSpPr>
          <p:spPr>
            <a:xfrm>
              <a:off x="2782957" y="4844607"/>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7E4F1"/>
            </a:solidFill>
            <a:ln w="9525" cap="rnd">
              <a:noFill/>
              <a:prstDash val="solid"/>
              <a:round/>
            </a:ln>
          </p:spPr>
          <p:txBody>
            <a:bodyPr/>
            <a:lstStyle/>
            <a:p>
              <a:pPr algn="ctr"/>
              <a:endParaRPr lang="en-US" sz="1701"/>
            </a:p>
          </p:txBody>
        </p:sp>
        <p:sp>
          <p:nvSpPr>
            <p:cNvPr id="6185" name="Freeform 4486">
              <a:extLst>
                <a:ext uri="{FF2B5EF4-FFF2-40B4-BE49-F238E27FC236}">
                  <a16:creationId xmlns:a16="http://schemas.microsoft.com/office/drawing/2014/main" id="{1EA38B8A-E98C-2C32-CA6F-E882F6453CF1}"/>
                </a:ext>
              </a:extLst>
            </p:cNvPr>
            <p:cNvSpPr/>
            <p:nvPr/>
          </p:nvSpPr>
          <p:spPr>
            <a:xfrm>
              <a:off x="2782957" y="4833918"/>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CE7F3"/>
            </a:solidFill>
            <a:ln w="9525" cap="rnd">
              <a:noFill/>
              <a:prstDash val="solid"/>
              <a:round/>
            </a:ln>
          </p:spPr>
          <p:txBody>
            <a:bodyPr/>
            <a:lstStyle/>
            <a:p>
              <a:pPr algn="ctr"/>
              <a:endParaRPr lang="en-US" sz="1701"/>
            </a:p>
          </p:txBody>
        </p:sp>
        <p:sp>
          <p:nvSpPr>
            <p:cNvPr id="6186" name="Freeform 4487">
              <a:extLst>
                <a:ext uri="{FF2B5EF4-FFF2-40B4-BE49-F238E27FC236}">
                  <a16:creationId xmlns:a16="http://schemas.microsoft.com/office/drawing/2014/main" id="{DA1488EE-F69F-367C-7C00-C176EFEA1181}"/>
                </a:ext>
              </a:extLst>
            </p:cNvPr>
            <p:cNvSpPr/>
            <p:nvPr/>
          </p:nvSpPr>
          <p:spPr>
            <a:xfrm>
              <a:off x="2782957" y="4823229"/>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0EAF4"/>
            </a:solidFill>
            <a:ln w="9525" cap="rnd">
              <a:noFill/>
              <a:prstDash val="solid"/>
              <a:round/>
            </a:ln>
          </p:spPr>
          <p:txBody>
            <a:bodyPr/>
            <a:lstStyle/>
            <a:p>
              <a:pPr algn="ctr"/>
              <a:endParaRPr lang="en-US" sz="1701"/>
            </a:p>
          </p:txBody>
        </p:sp>
        <p:sp>
          <p:nvSpPr>
            <p:cNvPr id="6187" name="Freeform 4488">
              <a:extLst>
                <a:ext uri="{FF2B5EF4-FFF2-40B4-BE49-F238E27FC236}">
                  <a16:creationId xmlns:a16="http://schemas.microsoft.com/office/drawing/2014/main" id="{218E8C23-EEE0-F6ED-7F4B-C4AF2E8C6448}"/>
                </a:ext>
              </a:extLst>
            </p:cNvPr>
            <p:cNvSpPr/>
            <p:nvPr/>
          </p:nvSpPr>
          <p:spPr>
            <a:xfrm>
              <a:off x="2782957" y="4812539"/>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5EDF6"/>
            </a:solidFill>
            <a:ln w="9525" cap="rnd">
              <a:noFill/>
              <a:prstDash val="solid"/>
              <a:round/>
            </a:ln>
          </p:spPr>
          <p:txBody>
            <a:bodyPr/>
            <a:lstStyle/>
            <a:p>
              <a:pPr algn="ctr"/>
              <a:endParaRPr lang="en-US" sz="1701"/>
            </a:p>
          </p:txBody>
        </p:sp>
        <p:sp>
          <p:nvSpPr>
            <p:cNvPr id="6188" name="Freeform 4489">
              <a:extLst>
                <a:ext uri="{FF2B5EF4-FFF2-40B4-BE49-F238E27FC236}">
                  <a16:creationId xmlns:a16="http://schemas.microsoft.com/office/drawing/2014/main" id="{E3103CCF-8413-8C26-15CA-63B72A292E3E}"/>
                </a:ext>
              </a:extLst>
            </p:cNvPr>
            <p:cNvSpPr/>
            <p:nvPr/>
          </p:nvSpPr>
          <p:spPr>
            <a:xfrm>
              <a:off x="2782957" y="4801849"/>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AF1F7"/>
            </a:solidFill>
            <a:ln w="9525" cap="rnd">
              <a:noFill/>
              <a:prstDash val="solid"/>
              <a:round/>
            </a:ln>
          </p:spPr>
          <p:txBody>
            <a:bodyPr/>
            <a:lstStyle/>
            <a:p>
              <a:pPr algn="ctr"/>
              <a:endParaRPr lang="en-US" sz="1701"/>
            </a:p>
          </p:txBody>
        </p:sp>
        <p:sp>
          <p:nvSpPr>
            <p:cNvPr id="6189" name="Freeform 4490">
              <a:extLst>
                <a:ext uri="{FF2B5EF4-FFF2-40B4-BE49-F238E27FC236}">
                  <a16:creationId xmlns:a16="http://schemas.microsoft.com/office/drawing/2014/main" id="{6EDA4B1D-AC7D-4663-F67B-891C9FC5ED28}"/>
                </a:ext>
              </a:extLst>
            </p:cNvPr>
            <p:cNvSpPr/>
            <p:nvPr/>
          </p:nvSpPr>
          <p:spPr>
            <a:xfrm>
              <a:off x="2782957" y="4791161"/>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EF4F9"/>
            </a:solidFill>
            <a:ln w="9525" cap="rnd">
              <a:noFill/>
              <a:prstDash val="solid"/>
              <a:round/>
            </a:ln>
          </p:spPr>
          <p:txBody>
            <a:bodyPr/>
            <a:lstStyle/>
            <a:p>
              <a:pPr algn="ctr"/>
              <a:endParaRPr lang="en-US" sz="1701"/>
            </a:p>
          </p:txBody>
        </p:sp>
        <p:sp>
          <p:nvSpPr>
            <p:cNvPr id="6190" name="Freeform 4491">
              <a:extLst>
                <a:ext uri="{FF2B5EF4-FFF2-40B4-BE49-F238E27FC236}">
                  <a16:creationId xmlns:a16="http://schemas.microsoft.com/office/drawing/2014/main" id="{85C346BA-1AD6-437D-FD1F-0203C8CDF704}"/>
                </a:ext>
              </a:extLst>
            </p:cNvPr>
            <p:cNvSpPr/>
            <p:nvPr/>
          </p:nvSpPr>
          <p:spPr>
            <a:xfrm>
              <a:off x="2782957" y="4780471"/>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3F7FB"/>
            </a:solidFill>
            <a:ln w="9525" cap="rnd">
              <a:noFill/>
              <a:prstDash val="solid"/>
              <a:round/>
            </a:ln>
          </p:spPr>
          <p:txBody>
            <a:bodyPr/>
            <a:lstStyle/>
            <a:p>
              <a:pPr algn="ctr"/>
              <a:endParaRPr lang="en-US" sz="1701"/>
            </a:p>
          </p:txBody>
        </p:sp>
        <p:sp>
          <p:nvSpPr>
            <p:cNvPr id="6191" name="Freeform 4492">
              <a:extLst>
                <a:ext uri="{FF2B5EF4-FFF2-40B4-BE49-F238E27FC236}">
                  <a16:creationId xmlns:a16="http://schemas.microsoft.com/office/drawing/2014/main" id="{8AD90C57-51B8-0AA3-603C-3A80D7A4E4BB}"/>
                </a:ext>
              </a:extLst>
            </p:cNvPr>
            <p:cNvSpPr/>
            <p:nvPr/>
          </p:nvSpPr>
          <p:spPr>
            <a:xfrm>
              <a:off x="2782957" y="4769781"/>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8FAFC"/>
            </a:solidFill>
            <a:ln w="9525" cap="rnd">
              <a:noFill/>
              <a:prstDash val="solid"/>
              <a:round/>
            </a:ln>
          </p:spPr>
          <p:txBody>
            <a:bodyPr/>
            <a:lstStyle/>
            <a:p>
              <a:pPr algn="ctr"/>
              <a:endParaRPr lang="en-US" sz="1701"/>
            </a:p>
          </p:txBody>
        </p:sp>
        <p:sp>
          <p:nvSpPr>
            <p:cNvPr id="6192" name="Freeform 4493">
              <a:extLst>
                <a:ext uri="{FF2B5EF4-FFF2-40B4-BE49-F238E27FC236}">
                  <a16:creationId xmlns:a16="http://schemas.microsoft.com/office/drawing/2014/main" id="{797EA679-7637-1F99-6FA7-D1A8A43A55FD}"/>
                </a:ext>
              </a:extLst>
            </p:cNvPr>
            <p:cNvSpPr/>
            <p:nvPr/>
          </p:nvSpPr>
          <p:spPr>
            <a:xfrm>
              <a:off x="2782957" y="4759092"/>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CFDFE"/>
            </a:solidFill>
            <a:ln w="9525" cap="rnd">
              <a:noFill/>
              <a:prstDash val="solid"/>
              <a:round/>
            </a:ln>
          </p:spPr>
          <p:txBody>
            <a:bodyPr/>
            <a:lstStyle/>
            <a:p>
              <a:pPr algn="ctr"/>
              <a:endParaRPr lang="en-US" sz="1701"/>
            </a:p>
          </p:txBody>
        </p:sp>
        <p:sp>
          <p:nvSpPr>
            <p:cNvPr id="6193" name="Freeform 4494">
              <a:extLst>
                <a:ext uri="{FF2B5EF4-FFF2-40B4-BE49-F238E27FC236}">
                  <a16:creationId xmlns:a16="http://schemas.microsoft.com/office/drawing/2014/main" id="{E06E1D77-63E4-F6D8-892B-A2F356353EE9}"/>
                </a:ext>
              </a:extLst>
            </p:cNvPr>
            <p:cNvSpPr/>
            <p:nvPr/>
          </p:nvSpPr>
          <p:spPr>
            <a:xfrm>
              <a:off x="2782957" y="474840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EFCFC"/>
            </a:solidFill>
            <a:ln w="9525" cap="rnd">
              <a:noFill/>
              <a:prstDash val="solid"/>
              <a:round/>
            </a:ln>
          </p:spPr>
          <p:txBody>
            <a:bodyPr/>
            <a:lstStyle/>
            <a:p>
              <a:pPr algn="ctr"/>
              <a:endParaRPr lang="en-US" sz="1701"/>
            </a:p>
          </p:txBody>
        </p:sp>
        <p:sp>
          <p:nvSpPr>
            <p:cNvPr id="6194" name="Freeform 4495">
              <a:extLst>
                <a:ext uri="{FF2B5EF4-FFF2-40B4-BE49-F238E27FC236}">
                  <a16:creationId xmlns:a16="http://schemas.microsoft.com/office/drawing/2014/main" id="{6E7E973C-98E7-D2A5-31AC-A104D4AA3C43}"/>
                </a:ext>
              </a:extLst>
            </p:cNvPr>
            <p:cNvSpPr/>
            <p:nvPr/>
          </p:nvSpPr>
          <p:spPr>
            <a:xfrm>
              <a:off x="2782957" y="4737714"/>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DF7F7"/>
            </a:solidFill>
            <a:ln w="9525" cap="rnd">
              <a:noFill/>
              <a:prstDash val="solid"/>
              <a:round/>
            </a:ln>
          </p:spPr>
          <p:txBody>
            <a:bodyPr/>
            <a:lstStyle/>
            <a:p>
              <a:pPr algn="ctr"/>
              <a:endParaRPr lang="en-US" sz="1701"/>
            </a:p>
          </p:txBody>
        </p:sp>
        <p:sp>
          <p:nvSpPr>
            <p:cNvPr id="6195" name="Freeform 4496">
              <a:extLst>
                <a:ext uri="{FF2B5EF4-FFF2-40B4-BE49-F238E27FC236}">
                  <a16:creationId xmlns:a16="http://schemas.microsoft.com/office/drawing/2014/main" id="{C82E3097-7203-4DFF-A8C8-527D71953384}"/>
                </a:ext>
              </a:extLst>
            </p:cNvPr>
            <p:cNvSpPr/>
            <p:nvPr/>
          </p:nvSpPr>
          <p:spPr>
            <a:xfrm>
              <a:off x="2782957" y="4727024"/>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DF2F2"/>
            </a:solidFill>
            <a:ln w="9525" cap="rnd">
              <a:noFill/>
              <a:prstDash val="solid"/>
              <a:round/>
            </a:ln>
          </p:spPr>
          <p:txBody>
            <a:bodyPr/>
            <a:lstStyle/>
            <a:p>
              <a:pPr algn="ctr"/>
              <a:endParaRPr lang="en-US" sz="1701"/>
            </a:p>
          </p:txBody>
        </p:sp>
        <p:sp>
          <p:nvSpPr>
            <p:cNvPr id="6196" name="Freeform 4497">
              <a:extLst>
                <a:ext uri="{FF2B5EF4-FFF2-40B4-BE49-F238E27FC236}">
                  <a16:creationId xmlns:a16="http://schemas.microsoft.com/office/drawing/2014/main" id="{F573BE75-B72E-309C-9241-68F87FC6DD56}"/>
                </a:ext>
              </a:extLst>
            </p:cNvPr>
            <p:cNvSpPr/>
            <p:nvPr/>
          </p:nvSpPr>
          <p:spPr>
            <a:xfrm>
              <a:off x="2782957" y="4716335"/>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CEDED"/>
            </a:solidFill>
            <a:ln w="9525" cap="rnd">
              <a:noFill/>
              <a:prstDash val="solid"/>
              <a:round/>
            </a:ln>
          </p:spPr>
          <p:txBody>
            <a:bodyPr/>
            <a:lstStyle/>
            <a:p>
              <a:pPr algn="ctr"/>
              <a:endParaRPr lang="en-US" sz="1701"/>
            </a:p>
          </p:txBody>
        </p:sp>
        <p:sp>
          <p:nvSpPr>
            <p:cNvPr id="6197" name="Freeform 4498">
              <a:extLst>
                <a:ext uri="{FF2B5EF4-FFF2-40B4-BE49-F238E27FC236}">
                  <a16:creationId xmlns:a16="http://schemas.microsoft.com/office/drawing/2014/main" id="{F61327EC-D9D9-EAB5-1DE6-B4DC8E172680}"/>
                </a:ext>
              </a:extLst>
            </p:cNvPr>
            <p:cNvSpPr/>
            <p:nvPr/>
          </p:nvSpPr>
          <p:spPr>
            <a:xfrm>
              <a:off x="2782957" y="4705646"/>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BE8E8"/>
            </a:solidFill>
            <a:ln w="9525" cap="rnd">
              <a:noFill/>
              <a:prstDash val="solid"/>
              <a:round/>
            </a:ln>
          </p:spPr>
          <p:txBody>
            <a:bodyPr/>
            <a:lstStyle/>
            <a:p>
              <a:pPr algn="ctr"/>
              <a:endParaRPr lang="en-US" sz="1701"/>
            </a:p>
          </p:txBody>
        </p:sp>
        <p:sp>
          <p:nvSpPr>
            <p:cNvPr id="6198" name="Freeform 4499">
              <a:extLst>
                <a:ext uri="{FF2B5EF4-FFF2-40B4-BE49-F238E27FC236}">
                  <a16:creationId xmlns:a16="http://schemas.microsoft.com/office/drawing/2014/main" id="{9E94C51F-407D-79D6-19B4-5BC5E5F3414B}"/>
                </a:ext>
              </a:extLst>
            </p:cNvPr>
            <p:cNvSpPr/>
            <p:nvPr/>
          </p:nvSpPr>
          <p:spPr>
            <a:xfrm>
              <a:off x="2782957" y="4694956"/>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BE3E3"/>
            </a:solidFill>
            <a:ln w="9525" cap="rnd">
              <a:noFill/>
              <a:prstDash val="solid"/>
              <a:round/>
            </a:ln>
          </p:spPr>
          <p:txBody>
            <a:bodyPr/>
            <a:lstStyle/>
            <a:p>
              <a:pPr algn="ctr"/>
              <a:endParaRPr lang="en-US" sz="1701"/>
            </a:p>
          </p:txBody>
        </p:sp>
        <p:sp>
          <p:nvSpPr>
            <p:cNvPr id="6199" name="Freeform 4500">
              <a:extLst>
                <a:ext uri="{FF2B5EF4-FFF2-40B4-BE49-F238E27FC236}">
                  <a16:creationId xmlns:a16="http://schemas.microsoft.com/office/drawing/2014/main" id="{FBE62C86-D310-8DE4-ABF3-36D294ADD71C}"/>
                </a:ext>
              </a:extLst>
            </p:cNvPr>
            <p:cNvSpPr/>
            <p:nvPr/>
          </p:nvSpPr>
          <p:spPr>
            <a:xfrm>
              <a:off x="2782957" y="4684267"/>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ADEDF"/>
            </a:solidFill>
            <a:ln w="9525" cap="rnd">
              <a:noFill/>
              <a:prstDash val="solid"/>
              <a:round/>
            </a:ln>
          </p:spPr>
          <p:txBody>
            <a:bodyPr/>
            <a:lstStyle/>
            <a:p>
              <a:pPr algn="ctr"/>
              <a:endParaRPr lang="en-US" sz="1701"/>
            </a:p>
          </p:txBody>
        </p:sp>
        <p:sp>
          <p:nvSpPr>
            <p:cNvPr id="6200" name="Freeform 4501">
              <a:extLst>
                <a:ext uri="{FF2B5EF4-FFF2-40B4-BE49-F238E27FC236}">
                  <a16:creationId xmlns:a16="http://schemas.microsoft.com/office/drawing/2014/main" id="{96821D80-61E6-4340-ED00-077787C5AC7E}"/>
                </a:ext>
              </a:extLst>
            </p:cNvPr>
            <p:cNvSpPr/>
            <p:nvPr/>
          </p:nvSpPr>
          <p:spPr>
            <a:xfrm>
              <a:off x="2782957" y="4673578"/>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9D9DA"/>
            </a:solidFill>
            <a:ln w="9525" cap="rnd">
              <a:noFill/>
              <a:prstDash val="solid"/>
              <a:round/>
            </a:ln>
          </p:spPr>
          <p:txBody>
            <a:bodyPr/>
            <a:lstStyle/>
            <a:p>
              <a:pPr algn="ctr"/>
              <a:endParaRPr lang="en-US" sz="1701"/>
            </a:p>
          </p:txBody>
        </p:sp>
        <p:sp>
          <p:nvSpPr>
            <p:cNvPr id="6201" name="Freeform 4502">
              <a:extLst>
                <a:ext uri="{FF2B5EF4-FFF2-40B4-BE49-F238E27FC236}">
                  <a16:creationId xmlns:a16="http://schemas.microsoft.com/office/drawing/2014/main" id="{7438A09B-94CD-602F-D748-DEAF289C3964}"/>
                </a:ext>
              </a:extLst>
            </p:cNvPr>
            <p:cNvSpPr/>
            <p:nvPr/>
          </p:nvSpPr>
          <p:spPr>
            <a:xfrm>
              <a:off x="2782957" y="4662888"/>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8D4D5"/>
            </a:solidFill>
            <a:ln w="9525" cap="rnd">
              <a:noFill/>
              <a:prstDash val="solid"/>
              <a:round/>
            </a:ln>
          </p:spPr>
          <p:txBody>
            <a:bodyPr/>
            <a:lstStyle/>
            <a:p>
              <a:pPr algn="ctr"/>
              <a:endParaRPr lang="en-US" sz="1701"/>
            </a:p>
          </p:txBody>
        </p:sp>
        <p:sp>
          <p:nvSpPr>
            <p:cNvPr id="6202" name="Freeform 4503">
              <a:extLst>
                <a:ext uri="{FF2B5EF4-FFF2-40B4-BE49-F238E27FC236}">
                  <a16:creationId xmlns:a16="http://schemas.microsoft.com/office/drawing/2014/main" id="{162C6BD4-CBF1-4970-FE01-7C33C718E470}"/>
                </a:ext>
              </a:extLst>
            </p:cNvPr>
            <p:cNvSpPr/>
            <p:nvPr/>
          </p:nvSpPr>
          <p:spPr>
            <a:xfrm>
              <a:off x="2782957" y="4652199"/>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8CFD0"/>
            </a:solidFill>
            <a:ln w="9525" cap="rnd">
              <a:noFill/>
              <a:prstDash val="solid"/>
              <a:round/>
            </a:ln>
          </p:spPr>
          <p:txBody>
            <a:bodyPr/>
            <a:lstStyle/>
            <a:p>
              <a:pPr algn="ctr"/>
              <a:endParaRPr lang="en-US" sz="1701"/>
            </a:p>
          </p:txBody>
        </p:sp>
        <p:sp>
          <p:nvSpPr>
            <p:cNvPr id="6203" name="Freeform 4504">
              <a:extLst>
                <a:ext uri="{FF2B5EF4-FFF2-40B4-BE49-F238E27FC236}">
                  <a16:creationId xmlns:a16="http://schemas.microsoft.com/office/drawing/2014/main" id="{7E41FBA9-27FA-33D5-4FA3-383F00E862BC}"/>
                </a:ext>
              </a:extLst>
            </p:cNvPr>
            <p:cNvSpPr/>
            <p:nvPr/>
          </p:nvSpPr>
          <p:spPr>
            <a:xfrm>
              <a:off x="2782957" y="4641509"/>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7C9CB"/>
            </a:solidFill>
            <a:ln w="9525" cap="rnd">
              <a:noFill/>
              <a:prstDash val="solid"/>
              <a:round/>
            </a:ln>
          </p:spPr>
          <p:txBody>
            <a:bodyPr/>
            <a:lstStyle/>
            <a:p>
              <a:pPr algn="ctr"/>
              <a:endParaRPr lang="en-US" sz="1701"/>
            </a:p>
          </p:txBody>
        </p:sp>
        <p:sp>
          <p:nvSpPr>
            <p:cNvPr id="6204" name="Freeform 4505">
              <a:extLst>
                <a:ext uri="{FF2B5EF4-FFF2-40B4-BE49-F238E27FC236}">
                  <a16:creationId xmlns:a16="http://schemas.microsoft.com/office/drawing/2014/main" id="{0C68D932-1B61-EB01-2E41-47D3971B1C2F}"/>
                </a:ext>
              </a:extLst>
            </p:cNvPr>
            <p:cNvSpPr/>
            <p:nvPr/>
          </p:nvSpPr>
          <p:spPr>
            <a:xfrm>
              <a:off x="2782957" y="4630820"/>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6C4C6"/>
            </a:solidFill>
            <a:ln w="9525" cap="rnd">
              <a:noFill/>
              <a:prstDash val="solid"/>
              <a:round/>
            </a:ln>
          </p:spPr>
          <p:txBody>
            <a:bodyPr/>
            <a:lstStyle/>
            <a:p>
              <a:pPr algn="ctr"/>
              <a:endParaRPr lang="en-US" sz="1701"/>
            </a:p>
          </p:txBody>
        </p:sp>
        <p:sp>
          <p:nvSpPr>
            <p:cNvPr id="6205" name="Freeform 4506">
              <a:extLst>
                <a:ext uri="{FF2B5EF4-FFF2-40B4-BE49-F238E27FC236}">
                  <a16:creationId xmlns:a16="http://schemas.microsoft.com/office/drawing/2014/main" id="{BBBCEA39-A10E-DA72-0C6E-BFCE86E82282}"/>
                </a:ext>
              </a:extLst>
            </p:cNvPr>
            <p:cNvSpPr/>
            <p:nvPr/>
          </p:nvSpPr>
          <p:spPr>
            <a:xfrm>
              <a:off x="2782957" y="4620131"/>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6BFC1"/>
            </a:solidFill>
            <a:ln w="9525" cap="rnd">
              <a:noFill/>
              <a:prstDash val="solid"/>
              <a:round/>
            </a:ln>
          </p:spPr>
          <p:txBody>
            <a:bodyPr/>
            <a:lstStyle/>
            <a:p>
              <a:pPr algn="ctr"/>
              <a:endParaRPr lang="en-US" sz="1701"/>
            </a:p>
          </p:txBody>
        </p:sp>
        <p:sp>
          <p:nvSpPr>
            <p:cNvPr id="6206" name="Freeform 4507">
              <a:extLst>
                <a:ext uri="{FF2B5EF4-FFF2-40B4-BE49-F238E27FC236}">
                  <a16:creationId xmlns:a16="http://schemas.microsoft.com/office/drawing/2014/main" id="{E80A6B21-FFB5-58A5-0867-EDC5B030AC1C}"/>
                </a:ext>
              </a:extLst>
            </p:cNvPr>
            <p:cNvSpPr/>
            <p:nvPr/>
          </p:nvSpPr>
          <p:spPr>
            <a:xfrm>
              <a:off x="2782957" y="4609442"/>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5BABC"/>
            </a:solidFill>
            <a:ln w="9525" cap="rnd">
              <a:noFill/>
              <a:prstDash val="solid"/>
              <a:round/>
            </a:ln>
          </p:spPr>
          <p:txBody>
            <a:bodyPr/>
            <a:lstStyle/>
            <a:p>
              <a:pPr algn="ctr"/>
              <a:endParaRPr lang="en-US" sz="1701"/>
            </a:p>
          </p:txBody>
        </p:sp>
        <p:sp>
          <p:nvSpPr>
            <p:cNvPr id="6207" name="Freeform 4508">
              <a:extLst>
                <a:ext uri="{FF2B5EF4-FFF2-40B4-BE49-F238E27FC236}">
                  <a16:creationId xmlns:a16="http://schemas.microsoft.com/office/drawing/2014/main" id="{EEC8013D-40BB-192B-07F1-89B4BB7B0E62}"/>
                </a:ext>
              </a:extLst>
            </p:cNvPr>
            <p:cNvSpPr/>
            <p:nvPr/>
          </p:nvSpPr>
          <p:spPr>
            <a:xfrm>
              <a:off x="2782957" y="4598752"/>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4B5B7"/>
            </a:solidFill>
            <a:ln w="9525" cap="rnd">
              <a:noFill/>
              <a:prstDash val="solid"/>
              <a:round/>
            </a:ln>
          </p:spPr>
          <p:txBody>
            <a:bodyPr/>
            <a:lstStyle/>
            <a:p>
              <a:pPr algn="ctr"/>
              <a:endParaRPr lang="en-US" sz="1701"/>
            </a:p>
          </p:txBody>
        </p:sp>
        <p:sp>
          <p:nvSpPr>
            <p:cNvPr id="6208" name="Freeform 4509">
              <a:extLst>
                <a:ext uri="{FF2B5EF4-FFF2-40B4-BE49-F238E27FC236}">
                  <a16:creationId xmlns:a16="http://schemas.microsoft.com/office/drawing/2014/main" id="{7A81B20B-AD47-E8DD-605A-8383DF20497F}"/>
                </a:ext>
              </a:extLst>
            </p:cNvPr>
            <p:cNvSpPr/>
            <p:nvPr/>
          </p:nvSpPr>
          <p:spPr>
            <a:xfrm>
              <a:off x="2782957" y="458806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4B0B2"/>
            </a:solidFill>
            <a:ln w="9525" cap="rnd">
              <a:noFill/>
              <a:prstDash val="solid"/>
              <a:round/>
            </a:ln>
          </p:spPr>
          <p:txBody>
            <a:bodyPr/>
            <a:lstStyle/>
            <a:p>
              <a:pPr algn="ctr"/>
              <a:endParaRPr lang="en-US" sz="1701"/>
            </a:p>
          </p:txBody>
        </p:sp>
        <p:sp>
          <p:nvSpPr>
            <p:cNvPr id="6209" name="Freeform 4510">
              <a:extLst>
                <a:ext uri="{FF2B5EF4-FFF2-40B4-BE49-F238E27FC236}">
                  <a16:creationId xmlns:a16="http://schemas.microsoft.com/office/drawing/2014/main" id="{221CC3E7-837B-7D39-F2AB-966470572EBE}"/>
                </a:ext>
              </a:extLst>
            </p:cNvPr>
            <p:cNvSpPr/>
            <p:nvPr/>
          </p:nvSpPr>
          <p:spPr>
            <a:xfrm>
              <a:off x="2782957" y="457737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3ABAD"/>
            </a:solidFill>
            <a:ln w="9525" cap="rnd">
              <a:noFill/>
              <a:prstDash val="solid"/>
              <a:round/>
            </a:ln>
          </p:spPr>
          <p:txBody>
            <a:bodyPr/>
            <a:lstStyle/>
            <a:p>
              <a:pPr algn="ctr"/>
              <a:endParaRPr lang="en-US" sz="1701"/>
            </a:p>
          </p:txBody>
        </p:sp>
        <p:sp>
          <p:nvSpPr>
            <p:cNvPr id="6210" name="Freeform 4511">
              <a:extLst>
                <a:ext uri="{FF2B5EF4-FFF2-40B4-BE49-F238E27FC236}">
                  <a16:creationId xmlns:a16="http://schemas.microsoft.com/office/drawing/2014/main" id="{E2DD0AA3-BF2D-C43A-E84A-7A1E133CC704}"/>
                </a:ext>
              </a:extLst>
            </p:cNvPr>
            <p:cNvSpPr/>
            <p:nvPr/>
          </p:nvSpPr>
          <p:spPr>
            <a:xfrm>
              <a:off x="2782957" y="4566685"/>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2A6A9"/>
            </a:solidFill>
            <a:ln w="9525" cap="rnd">
              <a:noFill/>
              <a:prstDash val="solid"/>
              <a:round/>
            </a:ln>
          </p:spPr>
          <p:txBody>
            <a:bodyPr/>
            <a:lstStyle/>
            <a:p>
              <a:pPr algn="ctr"/>
              <a:endParaRPr lang="en-US" sz="1701"/>
            </a:p>
          </p:txBody>
        </p:sp>
        <p:sp>
          <p:nvSpPr>
            <p:cNvPr id="6211" name="Freeform 4512">
              <a:extLst>
                <a:ext uri="{FF2B5EF4-FFF2-40B4-BE49-F238E27FC236}">
                  <a16:creationId xmlns:a16="http://schemas.microsoft.com/office/drawing/2014/main" id="{6E6FDA01-47B0-5D01-0263-26926E586CF1}"/>
                </a:ext>
              </a:extLst>
            </p:cNvPr>
            <p:cNvSpPr/>
            <p:nvPr/>
          </p:nvSpPr>
          <p:spPr>
            <a:xfrm>
              <a:off x="2782957" y="4555995"/>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1A1A4"/>
            </a:solidFill>
            <a:ln w="9525" cap="rnd">
              <a:noFill/>
              <a:prstDash val="solid"/>
              <a:round/>
            </a:ln>
          </p:spPr>
          <p:txBody>
            <a:bodyPr/>
            <a:lstStyle/>
            <a:p>
              <a:pPr algn="ctr"/>
              <a:endParaRPr lang="en-US" sz="1701"/>
            </a:p>
          </p:txBody>
        </p:sp>
        <p:sp>
          <p:nvSpPr>
            <p:cNvPr id="6212" name="Freeform 4513">
              <a:extLst>
                <a:ext uri="{FF2B5EF4-FFF2-40B4-BE49-F238E27FC236}">
                  <a16:creationId xmlns:a16="http://schemas.microsoft.com/office/drawing/2014/main" id="{ECD24A9B-17B9-D3C7-252C-97AAF31D2584}"/>
                </a:ext>
              </a:extLst>
            </p:cNvPr>
            <p:cNvSpPr/>
            <p:nvPr/>
          </p:nvSpPr>
          <p:spPr>
            <a:xfrm>
              <a:off x="2782957" y="4545305"/>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19C9F"/>
            </a:solidFill>
            <a:ln w="9525" cap="rnd">
              <a:noFill/>
              <a:prstDash val="solid"/>
              <a:round/>
            </a:ln>
          </p:spPr>
          <p:txBody>
            <a:bodyPr/>
            <a:lstStyle/>
            <a:p>
              <a:pPr algn="ctr"/>
              <a:endParaRPr lang="en-US" sz="1701"/>
            </a:p>
          </p:txBody>
        </p:sp>
        <p:sp>
          <p:nvSpPr>
            <p:cNvPr id="6213" name="Freeform 4514">
              <a:extLst>
                <a:ext uri="{FF2B5EF4-FFF2-40B4-BE49-F238E27FC236}">
                  <a16:creationId xmlns:a16="http://schemas.microsoft.com/office/drawing/2014/main" id="{93EA97B2-910D-F09B-7B1A-6D5D062F06BB}"/>
                </a:ext>
              </a:extLst>
            </p:cNvPr>
            <p:cNvSpPr/>
            <p:nvPr/>
          </p:nvSpPr>
          <p:spPr>
            <a:xfrm>
              <a:off x="2782957" y="4534616"/>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F0979A"/>
            </a:solidFill>
            <a:ln w="9525" cap="rnd">
              <a:noFill/>
              <a:prstDash val="solid"/>
              <a:round/>
            </a:ln>
          </p:spPr>
          <p:txBody>
            <a:bodyPr/>
            <a:lstStyle/>
            <a:p>
              <a:pPr algn="ctr"/>
              <a:endParaRPr lang="en-US" sz="1701"/>
            </a:p>
          </p:txBody>
        </p:sp>
        <p:sp>
          <p:nvSpPr>
            <p:cNvPr id="6214" name="Freeform 4515">
              <a:extLst>
                <a:ext uri="{FF2B5EF4-FFF2-40B4-BE49-F238E27FC236}">
                  <a16:creationId xmlns:a16="http://schemas.microsoft.com/office/drawing/2014/main" id="{77BF0589-B745-46FE-F842-60BC35E4E13C}"/>
                </a:ext>
              </a:extLst>
            </p:cNvPr>
            <p:cNvSpPr/>
            <p:nvPr/>
          </p:nvSpPr>
          <p:spPr>
            <a:xfrm>
              <a:off x="2782957" y="4523927"/>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F9295"/>
            </a:solidFill>
            <a:ln w="9525" cap="rnd">
              <a:noFill/>
              <a:prstDash val="solid"/>
              <a:round/>
            </a:ln>
          </p:spPr>
          <p:txBody>
            <a:bodyPr/>
            <a:lstStyle/>
            <a:p>
              <a:pPr algn="ctr"/>
              <a:endParaRPr lang="en-US" sz="1701"/>
            </a:p>
          </p:txBody>
        </p:sp>
        <p:sp>
          <p:nvSpPr>
            <p:cNvPr id="6215" name="Freeform 4516">
              <a:extLst>
                <a:ext uri="{FF2B5EF4-FFF2-40B4-BE49-F238E27FC236}">
                  <a16:creationId xmlns:a16="http://schemas.microsoft.com/office/drawing/2014/main" id="{9E239F7F-42F2-5186-EB59-2E6B21AA7B3D}"/>
                </a:ext>
              </a:extLst>
            </p:cNvPr>
            <p:cNvSpPr/>
            <p:nvPr/>
          </p:nvSpPr>
          <p:spPr>
            <a:xfrm>
              <a:off x="2782957" y="4513237"/>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F8D90"/>
            </a:solidFill>
            <a:ln w="9525" cap="rnd">
              <a:noFill/>
              <a:prstDash val="solid"/>
              <a:round/>
            </a:ln>
          </p:spPr>
          <p:txBody>
            <a:bodyPr/>
            <a:lstStyle/>
            <a:p>
              <a:pPr algn="ctr"/>
              <a:endParaRPr lang="en-US" sz="1701"/>
            </a:p>
          </p:txBody>
        </p:sp>
        <p:sp>
          <p:nvSpPr>
            <p:cNvPr id="6216" name="Freeform 4517">
              <a:extLst>
                <a:ext uri="{FF2B5EF4-FFF2-40B4-BE49-F238E27FC236}">
                  <a16:creationId xmlns:a16="http://schemas.microsoft.com/office/drawing/2014/main" id="{6B269E5D-2A4D-1892-9258-1C43E7D08C89}"/>
                </a:ext>
              </a:extLst>
            </p:cNvPr>
            <p:cNvSpPr/>
            <p:nvPr/>
          </p:nvSpPr>
          <p:spPr>
            <a:xfrm>
              <a:off x="2782957" y="4502548"/>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E888B"/>
            </a:solidFill>
            <a:ln w="9525" cap="rnd">
              <a:noFill/>
              <a:prstDash val="solid"/>
              <a:round/>
            </a:ln>
          </p:spPr>
          <p:txBody>
            <a:bodyPr/>
            <a:lstStyle/>
            <a:p>
              <a:pPr algn="ctr"/>
              <a:endParaRPr lang="en-US" sz="1701"/>
            </a:p>
          </p:txBody>
        </p:sp>
        <p:sp>
          <p:nvSpPr>
            <p:cNvPr id="6217" name="Freeform 4518">
              <a:extLst>
                <a:ext uri="{FF2B5EF4-FFF2-40B4-BE49-F238E27FC236}">
                  <a16:creationId xmlns:a16="http://schemas.microsoft.com/office/drawing/2014/main" id="{65BBC2F3-8CE5-8FC0-1931-153BD457A41A}"/>
                </a:ext>
              </a:extLst>
            </p:cNvPr>
            <p:cNvSpPr/>
            <p:nvPr/>
          </p:nvSpPr>
          <p:spPr>
            <a:xfrm>
              <a:off x="2782957" y="4491859"/>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D8386"/>
            </a:solidFill>
            <a:ln w="9525" cap="rnd">
              <a:noFill/>
              <a:prstDash val="solid"/>
              <a:round/>
            </a:ln>
          </p:spPr>
          <p:txBody>
            <a:bodyPr/>
            <a:lstStyle/>
            <a:p>
              <a:pPr algn="ctr"/>
              <a:endParaRPr lang="en-US" sz="1701"/>
            </a:p>
          </p:txBody>
        </p:sp>
        <p:sp>
          <p:nvSpPr>
            <p:cNvPr id="6218" name="Freeform 4519">
              <a:extLst>
                <a:ext uri="{FF2B5EF4-FFF2-40B4-BE49-F238E27FC236}">
                  <a16:creationId xmlns:a16="http://schemas.microsoft.com/office/drawing/2014/main" id="{D0F980A7-372A-637E-828E-5C61335E46D7}"/>
                </a:ext>
              </a:extLst>
            </p:cNvPr>
            <p:cNvSpPr/>
            <p:nvPr/>
          </p:nvSpPr>
          <p:spPr>
            <a:xfrm>
              <a:off x="2782957" y="4481170"/>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C7E81"/>
            </a:solidFill>
            <a:ln w="9525" cap="rnd">
              <a:noFill/>
              <a:prstDash val="solid"/>
              <a:round/>
            </a:ln>
          </p:spPr>
          <p:txBody>
            <a:bodyPr/>
            <a:lstStyle/>
            <a:p>
              <a:pPr algn="ctr"/>
              <a:endParaRPr lang="en-US" sz="1701"/>
            </a:p>
          </p:txBody>
        </p:sp>
        <p:sp>
          <p:nvSpPr>
            <p:cNvPr id="6219" name="Freeform 4520">
              <a:extLst>
                <a:ext uri="{FF2B5EF4-FFF2-40B4-BE49-F238E27FC236}">
                  <a16:creationId xmlns:a16="http://schemas.microsoft.com/office/drawing/2014/main" id="{B0627A3C-5F51-457C-2D1B-8EE96191F861}"/>
                </a:ext>
              </a:extLst>
            </p:cNvPr>
            <p:cNvSpPr/>
            <p:nvPr/>
          </p:nvSpPr>
          <p:spPr>
            <a:xfrm>
              <a:off x="2782957" y="4470480"/>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C797C"/>
            </a:solidFill>
            <a:ln w="9525" cap="rnd">
              <a:noFill/>
              <a:prstDash val="solid"/>
              <a:round/>
            </a:ln>
          </p:spPr>
          <p:txBody>
            <a:bodyPr/>
            <a:lstStyle/>
            <a:p>
              <a:pPr algn="ctr"/>
              <a:endParaRPr lang="en-US" sz="1701"/>
            </a:p>
          </p:txBody>
        </p:sp>
        <p:sp>
          <p:nvSpPr>
            <p:cNvPr id="6220" name="Freeform 4521">
              <a:extLst>
                <a:ext uri="{FF2B5EF4-FFF2-40B4-BE49-F238E27FC236}">
                  <a16:creationId xmlns:a16="http://schemas.microsoft.com/office/drawing/2014/main" id="{2D1B7E8A-8A16-774D-BAFF-5DEF2EEF513F}"/>
                </a:ext>
              </a:extLst>
            </p:cNvPr>
            <p:cNvSpPr/>
            <p:nvPr/>
          </p:nvSpPr>
          <p:spPr>
            <a:xfrm>
              <a:off x="2782957" y="4459790"/>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B7478"/>
            </a:solidFill>
            <a:ln w="9525" cap="rnd">
              <a:noFill/>
              <a:prstDash val="solid"/>
              <a:round/>
            </a:ln>
          </p:spPr>
          <p:txBody>
            <a:bodyPr/>
            <a:lstStyle/>
            <a:p>
              <a:pPr algn="ctr"/>
              <a:endParaRPr lang="en-US" sz="1701"/>
            </a:p>
          </p:txBody>
        </p:sp>
        <p:sp>
          <p:nvSpPr>
            <p:cNvPr id="6221" name="Freeform 4522">
              <a:extLst>
                <a:ext uri="{FF2B5EF4-FFF2-40B4-BE49-F238E27FC236}">
                  <a16:creationId xmlns:a16="http://schemas.microsoft.com/office/drawing/2014/main" id="{8012C95B-02D8-42AF-3AEB-FB671C179BA3}"/>
                </a:ext>
              </a:extLst>
            </p:cNvPr>
            <p:cNvSpPr/>
            <p:nvPr/>
          </p:nvSpPr>
          <p:spPr>
            <a:xfrm>
              <a:off x="2782957" y="4449102"/>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A6F73"/>
            </a:solidFill>
            <a:ln w="9525" cap="rnd">
              <a:noFill/>
              <a:prstDash val="solid"/>
              <a:round/>
            </a:ln>
          </p:spPr>
          <p:txBody>
            <a:bodyPr/>
            <a:lstStyle/>
            <a:p>
              <a:pPr algn="ctr"/>
              <a:endParaRPr lang="en-US" sz="1701"/>
            </a:p>
          </p:txBody>
        </p:sp>
        <p:sp>
          <p:nvSpPr>
            <p:cNvPr id="6222" name="Freeform 4523">
              <a:extLst>
                <a:ext uri="{FF2B5EF4-FFF2-40B4-BE49-F238E27FC236}">
                  <a16:creationId xmlns:a16="http://schemas.microsoft.com/office/drawing/2014/main" id="{93EFEDF7-B882-3AD0-A6BF-5843A55CB6BF}"/>
                </a:ext>
              </a:extLst>
            </p:cNvPr>
            <p:cNvSpPr/>
            <p:nvPr/>
          </p:nvSpPr>
          <p:spPr>
            <a:xfrm>
              <a:off x="2782957" y="4438412"/>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A6A6E"/>
            </a:solidFill>
            <a:ln w="9525" cap="rnd">
              <a:noFill/>
              <a:prstDash val="solid"/>
              <a:round/>
            </a:ln>
          </p:spPr>
          <p:txBody>
            <a:bodyPr/>
            <a:lstStyle/>
            <a:p>
              <a:pPr algn="ctr"/>
              <a:endParaRPr lang="en-US" sz="1701"/>
            </a:p>
          </p:txBody>
        </p:sp>
        <p:sp>
          <p:nvSpPr>
            <p:cNvPr id="6223" name="Freeform 4524">
              <a:extLst>
                <a:ext uri="{FF2B5EF4-FFF2-40B4-BE49-F238E27FC236}">
                  <a16:creationId xmlns:a16="http://schemas.microsoft.com/office/drawing/2014/main" id="{D81992B4-8286-3173-B2A6-0D1386F1108A}"/>
                </a:ext>
              </a:extLst>
            </p:cNvPr>
            <p:cNvSpPr/>
            <p:nvPr/>
          </p:nvSpPr>
          <p:spPr>
            <a:xfrm>
              <a:off x="2782957" y="442772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96469"/>
            </a:solidFill>
            <a:ln w="9525" cap="rnd">
              <a:noFill/>
              <a:prstDash val="solid"/>
              <a:round/>
            </a:ln>
          </p:spPr>
          <p:txBody>
            <a:bodyPr/>
            <a:lstStyle/>
            <a:p>
              <a:pPr algn="ctr"/>
              <a:endParaRPr lang="en-US" sz="1701"/>
            </a:p>
          </p:txBody>
        </p:sp>
        <p:sp>
          <p:nvSpPr>
            <p:cNvPr id="6224" name="Freeform 4525">
              <a:extLst>
                <a:ext uri="{FF2B5EF4-FFF2-40B4-BE49-F238E27FC236}">
                  <a16:creationId xmlns:a16="http://schemas.microsoft.com/office/drawing/2014/main" id="{1424D0DB-B776-E5A7-FC05-EBD8619FF9CC}"/>
                </a:ext>
              </a:extLst>
            </p:cNvPr>
            <p:cNvSpPr/>
            <p:nvPr/>
          </p:nvSpPr>
          <p:spPr>
            <a:xfrm>
              <a:off x="2782957" y="441703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85F64"/>
            </a:solidFill>
            <a:ln w="9525" cap="rnd">
              <a:noFill/>
              <a:prstDash val="solid"/>
              <a:round/>
            </a:ln>
          </p:spPr>
          <p:txBody>
            <a:bodyPr/>
            <a:lstStyle/>
            <a:p>
              <a:pPr algn="ctr"/>
              <a:endParaRPr lang="en-US" sz="1701"/>
            </a:p>
          </p:txBody>
        </p:sp>
        <p:sp>
          <p:nvSpPr>
            <p:cNvPr id="6225" name="Freeform 4526">
              <a:extLst>
                <a:ext uri="{FF2B5EF4-FFF2-40B4-BE49-F238E27FC236}">
                  <a16:creationId xmlns:a16="http://schemas.microsoft.com/office/drawing/2014/main" id="{22A9E5B7-7CC7-471C-B8FF-14B758B87D51}"/>
                </a:ext>
              </a:extLst>
            </p:cNvPr>
            <p:cNvSpPr/>
            <p:nvPr/>
          </p:nvSpPr>
          <p:spPr>
            <a:xfrm>
              <a:off x="2782957" y="4406344"/>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85A5F"/>
            </a:solidFill>
            <a:ln w="9525" cap="rnd">
              <a:noFill/>
              <a:prstDash val="solid"/>
              <a:round/>
            </a:ln>
          </p:spPr>
          <p:txBody>
            <a:bodyPr/>
            <a:lstStyle/>
            <a:p>
              <a:pPr algn="ctr"/>
              <a:endParaRPr lang="en-US" sz="1701"/>
            </a:p>
          </p:txBody>
        </p:sp>
        <p:sp>
          <p:nvSpPr>
            <p:cNvPr id="6226" name="Freeform 4527">
              <a:extLst>
                <a:ext uri="{FF2B5EF4-FFF2-40B4-BE49-F238E27FC236}">
                  <a16:creationId xmlns:a16="http://schemas.microsoft.com/office/drawing/2014/main" id="{2249323F-BAD8-6A58-7B0C-CEF6FD063902}"/>
                </a:ext>
              </a:extLst>
            </p:cNvPr>
            <p:cNvSpPr/>
            <p:nvPr/>
          </p:nvSpPr>
          <p:spPr>
            <a:xfrm>
              <a:off x="2782957" y="4395655"/>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7555A"/>
            </a:solidFill>
            <a:ln w="9525" cap="rnd">
              <a:noFill/>
              <a:prstDash val="solid"/>
              <a:round/>
            </a:ln>
          </p:spPr>
          <p:txBody>
            <a:bodyPr/>
            <a:lstStyle/>
            <a:p>
              <a:pPr algn="ctr"/>
              <a:endParaRPr lang="en-US" sz="1701"/>
            </a:p>
          </p:txBody>
        </p:sp>
        <p:sp>
          <p:nvSpPr>
            <p:cNvPr id="6227" name="Freeform 4528">
              <a:extLst>
                <a:ext uri="{FF2B5EF4-FFF2-40B4-BE49-F238E27FC236}">
                  <a16:creationId xmlns:a16="http://schemas.microsoft.com/office/drawing/2014/main" id="{F3BC2E15-2F37-2216-BBB2-76A7D0B7F99C}"/>
                </a:ext>
              </a:extLst>
            </p:cNvPr>
            <p:cNvSpPr/>
            <p:nvPr/>
          </p:nvSpPr>
          <p:spPr>
            <a:xfrm>
              <a:off x="2782957" y="4384965"/>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65055"/>
            </a:solidFill>
            <a:ln w="9525" cap="rnd">
              <a:noFill/>
              <a:prstDash val="solid"/>
              <a:round/>
            </a:ln>
          </p:spPr>
          <p:txBody>
            <a:bodyPr/>
            <a:lstStyle/>
            <a:p>
              <a:pPr algn="ctr"/>
              <a:endParaRPr lang="en-US" sz="1701"/>
            </a:p>
          </p:txBody>
        </p:sp>
        <p:sp>
          <p:nvSpPr>
            <p:cNvPr id="6228" name="Freeform 4529">
              <a:extLst>
                <a:ext uri="{FF2B5EF4-FFF2-40B4-BE49-F238E27FC236}">
                  <a16:creationId xmlns:a16="http://schemas.microsoft.com/office/drawing/2014/main" id="{26D41D55-FF77-3FDC-A3AD-C8260F46CCD5}"/>
                </a:ext>
              </a:extLst>
            </p:cNvPr>
            <p:cNvSpPr/>
            <p:nvPr/>
          </p:nvSpPr>
          <p:spPr>
            <a:xfrm>
              <a:off x="2782957" y="4374276"/>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54B50"/>
            </a:solidFill>
            <a:ln w="9525" cap="rnd">
              <a:noFill/>
              <a:prstDash val="solid"/>
              <a:round/>
            </a:ln>
          </p:spPr>
          <p:txBody>
            <a:bodyPr/>
            <a:lstStyle/>
            <a:p>
              <a:pPr algn="ctr"/>
              <a:endParaRPr lang="en-US" sz="1701"/>
            </a:p>
          </p:txBody>
        </p:sp>
        <p:sp>
          <p:nvSpPr>
            <p:cNvPr id="6229" name="Freeform 4530">
              <a:extLst>
                <a:ext uri="{FF2B5EF4-FFF2-40B4-BE49-F238E27FC236}">
                  <a16:creationId xmlns:a16="http://schemas.microsoft.com/office/drawing/2014/main" id="{542FBF03-AF0E-EDE5-99C6-70009948D421}"/>
                </a:ext>
              </a:extLst>
            </p:cNvPr>
            <p:cNvSpPr/>
            <p:nvPr/>
          </p:nvSpPr>
          <p:spPr>
            <a:xfrm>
              <a:off x="2782957" y="4363587"/>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5464B"/>
            </a:solidFill>
            <a:ln w="9525" cap="rnd">
              <a:noFill/>
              <a:prstDash val="solid"/>
              <a:round/>
            </a:ln>
          </p:spPr>
          <p:txBody>
            <a:bodyPr/>
            <a:lstStyle/>
            <a:p>
              <a:pPr algn="ctr"/>
              <a:endParaRPr lang="en-US" sz="1701"/>
            </a:p>
          </p:txBody>
        </p:sp>
        <p:sp>
          <p:nvSpPr>
            <p:cNvPr id="6230" name="Freeform 4531">
              <a:extLst>
                <a:ext uri="{FF2B5EF4-FFF2-40B4-BE49-F238E27FC236}">
                  <a16:creationId xmlns:a16="http://schemas.microsoft.com/office/drawing/2014/main" id="{920FDEC3-B18C-D189-9EB7-CB92625E7E78}"/>
                </a:ext>
              </a:extLst>
            </p:cNvPr>
            <p:cNvSpPr/>
            <p:nvPr/>
          </p:nvSpPr>
          <p:spPr>
            <a:xfrm>
              <a:off x="2782957" y="4352897"/>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44146"/>
            </a:solidFill>
            <a:ln w="9525" cap="rnd">
              <a:noFill/>
              <a:prstDash val="solid"/>
              <a:round/>
            </a:ln>
          </p:spPr>
          <p:txBody>
            <a:bodyPr/>
            <a:lstStyle/>
            <a:p>
              <a:pPr algn="ctr"/>
              <a:endParaRPr lang="en-US" sz="1701"/>
            </a:p>
          </p:txBody>
        </p:sp>
        <p:sp>
          <p:nvSpPr>
            <p:cNvPr id="6231" name="Freeform 4532">
              <a:extLst>
                <a:ext uri="{FF2B5EF4-FFF2-40B4-BE49-F238E27FC236}">
                  <a16:creationId xmlns:a16="http://schemas.microsoft.com/office/drawing/2014/main" id="{B179D8DF-6936-3F3B-45F1-1C27F282608F}"/>
                </a:ext>
              </a:extLst>
            </p:cNvPr>
            <p:cNvSpPr/>
            <p:nvPr/>
          </p:nvSpPr>
          <p:spPr>
            <a:xfrm>
              <a:off x="2782957" y="4342208"/>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33C41"/>
            </a:solidFill>
            <a:ln w="9525" cap="rnd">
              <a:noFill/>
              <a:prstDash val="solid"/>
              <a:round/>
            </a:ln>
          </p:spPr>
          <p:txBody>
            <a:bodyPr/>
            <a:lstStyle/>
            <a:p>
              <a:pPr algn="ctr"/>
              <a:endParaRPr lang="en-US" sz="1701"/>
            </a:p>
          </p:txBody>
        </p:sp>
        <p:sp>
          <p:nvSpPr>
            <p:cNvPr id="6232" name="Freeform 4533">
              <a:extLst>
                <a:ext uri="{FF2B5EF4-FFF2-40B4-BE49-F238E27FC236}">
                  <a16:creationId xmlns:a16="http://schemas.microsoft.com/office/drawing/2014/main" id="{3588AB10-E995-B44C-9772-2AD2978922D0}"/>
                </a:ext>
              </a:extLst>
            </p:cNvPr>
            <p:cNvSpPr/>
            <p:nvPr/>
          </p:nvSpPr>
          <p:spPr>
            <a:xfrm>
              <a:off x="2782957" y="4331518"/>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3373D"/>
            </a:solidFill>
            <a:ln w="9525" cap="rnd">
              <a:noFill/>
              <a:prstDash val="solid"/>
              <a:round/>
            </a:ln>
          </p:spPr>
          <p:txBody>
            <a:bodyPr/>
            <a:lstStyle/>
            <a:p>
              <a:pPr algn="ctr"/>
              <a:endParaRPr lang="en-US" sz="1701"/>
            </a:p>
          </p:txBody>
        </p:sp>
        <p:sp>
          <p:nvSpPr>
            <p:cNvPr id="6233" name="Freeform 4534">
              <a:extLst>
                <a:ext uri="{FF2B5EF4-FFF2-40B4-BE49-F238E27FC236}">
                  <a16:creationId xmlns:a16="http://schemas.microsoft.com/office/drawing/2014/main" id="{BF97A2AE-54F5-3162-1BCF-07FC08535225}"/>
                </a:ext>
              </a:extLst>
            </p:cNvPr>
            <p:cNvSpPr/>
            <p:nvPr/>
          </p:nvSpPr>
          <p:spPr>
            <a:xfrm>
              <a:off x="2782957" y="4320829"/>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23238"/>
            </a:solidFill>
            <a:ln w="9525" cap="rnd">
              <a:noFill/>
              <a:prstDash val="solid"/>
              <a:round/>
            </a:ln>
          </p:spPr>
          <p:txBody>
            <a:bodyPr/>
            <a:lstStyle/>
            <a:p>
              <a:pPr algn="ctr"/>
              <a:endParaRPr lang="en-US" sz="1701"/>
            </a:p>
          </p:txBody>
        </p:sp>
        <p:sp>
          <p:nvSpPr>
            <p:cNvPr id="6234" name="Freeform 4535">
              <a:extLst>
                <a:ext uri="{FF2B5EF4-FFF2-40B4-BE49-F238E27FC236}">
                  <a16:creationId xmlns:a16="http://schemas.microsoft.com/office/drawing/2014/main" id="{14FB99ED-E72A-BFDA-219B-18B4DB49D3E4}"/>
                </a:ext>
              </a:extLst>
            </p:cNvPr>
            <p:cNvSpPr/>
            <p:nvPr/>
          </p:nvSpPr>
          <p:spPr>
            <a:xfrm>
              <a:off x="2782957" y="4310140"/>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12D33"/>
            </a:solidFill>
            <a:ln w="9525" cap="rnd">
              <a:noFill/>
              <a:prstDash val="solid"/>
              <a:round/>
            </a:ln>
          </p:spPr>
          <p:txBody>
            <a:bodyPr/>
            <a:lstStyle/>
            <a:p>
              <a:pPr algn="ctr"/>
              <a:endParaRPr lang="en-US" sz="1701"/>
            </a:p>
          </p:txBody>
        </p:sp>
        <p:sp>
          <p:nvSpPr>
            <p:cNvPr id="6235" name="Freeform 4536">
              <a:extLst>
                <a:ext uri="{FF2B5EF4-FFF2-40B4-BE49-F238E27FC236}">
                  <a16:creationId xmlns:a16="http://schemas.microsoft.com/office/drawing/2014/main" id="{1AD1FB79-DCD2-583B-2D11-FCFF4D648951}"/>
                </a:ext>
              </a:extLst>
            </p:cNvPr>
            <p:cNvSpPr/>
            <p:nvPr/>
          </p:nvSpPr>
          <p:spPr>
            <a:xfrm>
              <a:off x="2782957" y="4299451"/>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0282E"/>
            </a:solidFill>
            <a:ln w="9525" cap="rnd">
              <a:noFill/>
              <a:prstDash val="solid"/>
              <a:round/>
            </a:ln>
          </p:spPr>
          <p:txBody>
            <a:bodyPr/>
            <a:lstStyle/>
            <a:p>
              <a:pPr algn="ctr"/>
              <a:endParaRPr lang="en-US" sz="1701"/>
            </a:p>
          </p:txBody>
        </p:sp>
        <p:sp>
          <p:nvSpPr>
            <p:cNvPr id="6236" name="Freeform 4537">
              <a:extLst>
                <a:ext uri="{FF2B5EF4-FFF2-40B4-BE49-F238E27FC236}">
                  <a16:creationId xmlns:a16="http://schemas.microsoft.com/office/drawing/2014/main" id="{ABEC1FB7-DC67-641A-C52B-61211A440C1E}"/>
                </a:ext>
              </a:extLst>
            </p:cNvPr>
            <p:cNvSpPr/>
            <p:nvPr/>
          </p:nvSpPr>
          <p:spPr>
            <a:xfrm>
              <a:off x="2782957" y="4288761"/>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E02329"/>
            </a:solidFill>
            <a:ln w="9525" cap="rnd">
              <a:noFill/>
              <a:prstDash val="solid"/>
              <a:round/>
            </a:ln>
          </p:spPr>
          <p:txBody>
            <a:bodyPr/>
            <a:lstStyle/>
            <a:p>
              <a:pPr algn="ctr"/>
              <a:endParaRPr lang="en-US" sz="1701"/>
            </a:p>
          </p:txBody>
        </p:sp>
        <p:sp>
          <p:nvSpPr>
            <p:cNvPr id="6237" name="Freeform 4538">
              <a:extLst>
                <a:ext uri="{FF2B5EF4-FFF2-40B4-BE49-F238E27FC236}">
                  <a16:creationId xmlns:a16="http://schemas.microsoft.com/office/drawing/2014/main" id="{DF135DB1-97BC-AA02-3A10-AE6B09F304D9}"/>
                </a:ext>
              </a:extLst>
            </p:cNvPr>
            <p:cNvSpPr/>
            <p:nvPr/>
          </p:nvSpPr>
          <p:spPr>
            <a:xfrm>
              <a:off x="2782957" y="4278072"/>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F1E24"/>
            </a:solidFill>
            <a:ln w="9525" cap="rnd">
              <a:noFill/>
              <a:prstDash val="solid"/>
              <a:round/>
            </a:ln>
          </p:spPr>
          <p:txBody>
            <a:bodyPr/>
            <a:lstStyle/>
            <a:p>
              <a:pPr algn="ctr"/>
              <a:endParaRPr lang="en-US" sz="1701"/>
            </a:p>
          </p:txBody>
        </p:sp>
        <p:sp>
          <p:nvSpPr>
            <p:cNvPr id="6238" name="Freeform 4539">
              <a:extLst>
                <a:ext uri="{FF2B5EF4-FFF2-40B4-BE49-F238E27FC236}">
                  <a16:creationId xmlns:a16="http://schemas.microsoft.com/office/drawing/2014/main" id="{972F2EC2-C0BC-0450-A480-64F8A85B55B9}"/>
                </a:ext>
              </a:extLst>
            </p:cNvPr>
            <p:cNvSpPr/>
            <p:nvPr/>
          </p:nvSpPr>
          <p:spPr>
            <a:xfrm>
              <a:off x="2782957" y="426738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E191F"/>
            </a:solidFill>
            <a:ln w="9525" cap="rnd">
              <a:noFill/>
              <a:prstDash val="solid"/>
              <a:round/>
            </a:ln>
          </p:spPr>
          <p:txBody>
            <a:bodyPr/>
            <a:lstStyle/>
            <a:p>
              <a:pPr algn="ctr"/>
              <a:endParaRPr lang="en-US" sz="1701"/>
            </a:p>
          </p:txBody>
        </p:sp>
        <p:sp>
          <p:nvSpPr>
            <p:cNvPr id="6239" name="Freeform 4540">
              <a:extLst>
                <a:ext uri="{FF2B5EF4-FFF2-40B4-BE49-F238E27FC236}">
                  <a16:creationId xmlns:a16="http://schemas.microsoft.com/office/drawing/2014/main" id="{2ADBF74B-B9A2-E4D9-0632-9359BE84B649}"/>
                </a:ext>
              </a:extLst>
            </p:cNvPr>
            <p:cNvSpPr/>
            <p:nvPr/>
          </p:nvSpPr>
          <p:spPr>
            <a:xfrm>
              <a:off x="2782957" y="4256693"/>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E141A"/>
            </a:solidFill>
            <a:ln w="9525" cap="rnd">
              <a:noFill/>
              <a:prstDash val="solid"/>
              <a:round/>
            </a:ln>
          </p:spPr>
          <p:txBody>
            <a:bodyPr/>
            <a:lstStyle/>
            <a:p>
              <a:pPr algn="ctr"/>
              <a:endParaRPr lang="en-US" sz="1701"/>
            </a:p>
          </p:txBody>
        </p:sp>
        <p:sp>
          <p:nvSpPr>
            <p:cNvPr id="6240" name="Freeform 4541">
              <a:extLst>
                <a:ext uri="{FF2B5EF4-FFF2-40B4-BE49-F238E27FC236}">
                  <a16:creationId xmlns:a16="http://schemas.microsoft.com/office/drawing/2014/main" id="{BF92A561-F6CE-4348-E9C7-AB1FC2E36B64}"/>
                </a:ext>
              </a:extLst>
            </p:cNvPr>
            <p:cNvSpPr/>
            <p:nvPr/>
          </p:nvSpPr>
          <p:spPr>
            <a:xfrm>
              <a:off x="2782957" y="4246004"/>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D0F15"/>
            </a:solidFill>
            <a:ln w="9525" cap="rnd">
              <a:noFill/>
              <a:prstDash val="solid"/>
              <a:round/>
            </a:ln>
          </p:spPr>
          <p:txBody>
            <a:bodyPr/>
            <a:lstStyle/>
            <a:p>
              <a:pPr algn="ctr"/>
              <a:endParaRPr lang="en-US" sz="1701"/>
            </a:p>
          </p:txBody>
        </p:sp>
        <p:sp>
          <p:nvSpPr>
            <p:cNvPr id="6241" name="Freeform 4542">
              <a:extLst>
                <a:ext uri="{FF2B5EF4-FFF2-40B4-BE49-F238E27FC236}">
                  <a16:creationId xmlns:a16="http://schemas.microsoft.com/office/drawing/2014/main" id="{AE5824FE-85E6-14C0-F853-BA7553EF058A}"/>
                </a:ext>
              </a:extLst>
            </p:cNvPr>
            <p:cNvSpPr/>
            <p:nvPr/>
          </p:nvSpPr>
          <p:spPr>
            <a:xfrm>
              <a:off x="2782957" y="4235314"/>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C0A10"/>
            </a:solidFill>
            <a:ln w="9525" cap="rnd">
              <a:noFill/>
              <a:prstDash val="solid"/>
              <a:round/>
            </a:ln>
          </p:spPr>
          <p:txBody>
            <a:bodyPr/>
            <a:lstStyle/>
            <a:p>
              <a:pPr algn="ctr"/>
              <a:endParaRPr lang="en-US" sz="1701"/>
            </a:p>
          </p:txBody>
        </p:sp>
        <p:sp>
          <p:nvSpPr>
            <p:cNvPr id="6242" name="Freeform 4543">
              <a:extLst>
                <a:ext uri="{FF2B5EF4-FFF2-40B4-BE49-F238E27FC236}">
                  <a16:creationId xmlns:a16="http://schemas.microsoft.com/office/drawing/2014/main" id="{A2B98924-3898-F701-C3DF-676CAEDAF68C}"/>
                </a:ext>
              </a:extLst>
            </p:cNvPr>
            <p:cNvSpPr/>
            <p:nvPr/>
          </p:nvSpPr>
          <p:spPr>
            <a:xfrm>
              <a:off x="2782957" y="4224626"/>
              <a:ext cx="127000" cy="10689"/>
            </a:xfrm>
            <a:custGeom>
              <a:avLst/>
              <a:gdLst>
                <a:gd name="csX0" fmla="*/ 0 w 127000"/>
                <a:gd name="csY0" fmla="*/ 0 h 18980"/>
                <a:gd name="csX1" fmla="*/ 127000 w 127000"/>
                <a:gd name="csY1" fmla="*/ 0 h 18980"/>
                <a:gd name="csX2" fmla="*/ 127000 w 127000"/>
                <a:gd name="csY2" fmla="*/ 18980 h 18980"/>
                <a:gd name="csX3" fmla="*/ 0 w 127000"/>
                <a:gd name="csY3" fmla="*/ 18980 h 18980"/>
              </a:gdLst>
              <a:ahLst/>
              <a:cxnLst>
                <a:cxn ang="0">
                  <a:pos x="csX0" y="csY0"/>
                </a:cxn>
                <a:cxn ang="0">
                  <a:pos x="csX1" y="csY1"/>
                </a:cxn>
                <a:cxn ang="0">
                  <a:pos x="csX2" y="csY2"/>
                </a:cxn>
                <a:cxn ang="0">
                  <a:pos x="csX3" y="csY3"/>
                </a:cxn>
              </a:cxnLst>
              <a:rect l="l" t="t" r="r" b="b"/>
              <a:pathLst>
                <a:path w="127000" h="18980">
                  <a:moveTo>
                    <a:pt x="0" y="0"/>
                  </a:moveTo>
                  <a:lnTo>
                    <a:pt x="127000" y="0"/>
                  </a:lnTo>
                  <a:lnTo>
                    <a:pt x="127000" y="18980"/>
                  </a:lnTo>
                  <a:lnTo>
                    <a:pt x="0" y="18980"/>
                  </a:lnTo>
                  <a:close/>
                </a:path>
              </a:pathLst>
            </a:custGeom>
            <a:solidFill>
              <a:srgbClr val="DC050C"/>
            </a:solidFill>
            <a:ln w="9525" cap="rnd">
              <a:noFill/>
              <a:prstDash val="solid"/>
              <a:round/>
            </a:ln>
          </p:spPr>
          <p:txBody>
            <a:bodyPr/>
            <a:lstStyle/>
            <a:p>
              <a:pPr algn="ctr"/>
              <a:endParaRPr lang="en-US" sz="1701"/>
            </a:p>
          </p:txBody>
        </p:sp>
        <p:sp>
          <p:nvSpPr>
            <p:cNvPr id="6243" name="TextBox 6242">
              <a:extLst>
                <a:ext uri="{FF2B5EF4-FFF2-40B4-BE49-F238E27FC236}">
                  <a16:creationId xmlns:a16="http://schemas.microsoft.com/office/drawing/2014/main" id="{69F7226D-5351-E95E-A6FE-BB1B7881FA36}"/>
                </a:ext>
              </a:extLst>
            </p:cNvPr>
            <p:cNvSpPr txBox="1"/>
            <p:nvPr/>
          </p:nvSpPr>
          <p:spPr>
            <a:xfrm rot="5400000">
              <a:off x="2891585" y="5138325"/>
              <a:ext cx="156719" cy="236148"/>
            </a:xfrm>
            <a:prstGeom prst="rect">
              <a:avLst/>
            </a:prstGeom>
            <a:noFill/>
          </p:spPr>
          <p:txBody>
            <a:bodyPr wrap="none" rtlCol="0">
              <a:spAutoFit/>
            </a:bodyPr>
            <a:lstStyle/>
            <a:p>
              <a:pPr algn="ctr"/>
              <a:r>
                <a:rPr lang="en-US" sz="850">
                  <a:latin typeface="Arial" panose="020B0604020202020204" pitchFamily="34" charset="0"/>
                  <a:cs typeface="Arial" panose="020B0604020202020204" pitchFamily="34" charset="0"/>
                  <a:sym typeface="Arial"/>
                </a:rPr>
                <a:t>-2</a:t>
              </a:r>
            </a:p>
          </p:txBody>
        </p:sp>
        <p:sp>
          <p:nvSpPr>
            <p:cNvPr id="6244" name="TextBox 6243">
              <a:extLst>
                <a:ext uri="{FF2B5EF4-FFF2-40B4-BE49-F238E27FC236}">
                  <a16:creationId xmlns:a16="http://schemas.microsoft.com/office/drawing/2014/main" id="{ED793617-4E8B-C58B-BDF6-414AA6F6C8FB}"/>
                </a:ext>
              </a:extLst>
            </p:cNvPr>
            <p:cNvSpPr txBox="1"/>
            <p:nvPr/>
          </p:nvSpPr>
          <p:spPr>
            <a:xfrm rot="5400000">
              <a:off x="2891585" y="4889835"/>
              <a:ext cx="156719" cy="236148"/>
            </a:xfrm>
            <a:prstGeom prst="rect">
              <a:avLst/>
            </a:prstGeom>
            <a:noFill/>
          </p:spPr>
          <p:txBody>
            <a:bodyPr wrap="none" rtlCol="0">
              <a:spAutoFit/>
            </a:bodyPr>
            <a:lstStyle/>
            <a:p>
              <a:pPr algn="ctr"/>
              <a:r>
                <a:rPr lang="en-US" sz="850" dirty="0">
                  <a:latin typeface="Arial" panose="020B0604020202020204" pitchFamily="34" charset="0"/>
                  <a:cs typeface="Arial" panose="020B0604020202020204" pitchFamily="34" charset="0"/>
                  <a:sym typeface="Arial"/>
                </a:rPr>
                <a:t>-1</a:t>
              </a:r>
            </a:p>
          </p:txBody>
        </p:sp>
        <p:sp>
          <p:nvSpPr>
            <p:cNvPr id="6245" name="TextBox 6244">
              <a:extLst>
                <a:ext uri="{FF2B5EF4-FFF2-40B4-BE49-F238E27FC236}">
                  <a16:creationId xmlns:a16="http://schemas.microsoft.com/office/drawing/2014/main" id="{3FB702C6-1EBA-0D19-39A6-E30F3FA70DA6}"/>
                </a:ext>
              </a:extLst>
            </p:cNvPr>
            <p:cNvSpPr txBox="1"/>
            <p:nvPr/>
          </p:nvSpPr>
          <p:spPr>
            <a:xfrm rot="5400000">
              <a:off x="2901820" y="4622602"/>
              <a:ext cx="136262" cy="236148"/>
            </a:xfrm>
            <a:prstGeom prst="rect">
              <a:avLst/>
            </a:prstGeom>
            <a:noFill/>
          </p:spPr>
          <p:txBody>
            <a:bodyPr wrap="none" rtlCol="0">
              <a:spAutoFit/>
            </a:bodyPr>
            <a:lstStyle/>
            <a:p>
              <a:pPr algn="ctr"/>
              <a:r>
                <a:rPr lang="en-US" sz="850">
                  <a:latin typeface="Arial" panose="020B0604020202020204" pitchFamily="34" charset="0"/>
                  <a:cs typeface="Arial" panose="020B0604020202020204" pitchFamily="34" charset="0"/>
                  <a:sym typeface="Arial"/>
                </a:rPr>
                <a:t>0</a:t>
              </a:r>
            </a:p>
          </p:txBody>
        </p:sp>
        <p:sp>
          <p:nvSpPr>
            <p:cNvPr id="6246" name="TextBox 6245">
              <a:extLst>
                <a:ext uri="{FF2B5EF4-FFF2-40B4-BE49-F238E27FC236}">
                  <a16:creationId xmlns:a16="http://schemas.microsoft.com/office/drawing/2014/main" id="{119CAAFD-7D36-6B19-D006-773DDE009E6C}"/>
                </a:ext>
              </a:extLst>
            </p:cNvPr>
            <p:cNvSpPr txBox="1"/>
            <p:nvPr/>
          </p:nvSpPr>
          <p:spPr>
            <a:xfrm rot="5400000">
              <a:off x="2901820" y="4355368"/>
              <a:ext cx="136262" cy="236148"/>
            </a:xfrm>
            <a:prstGeom prst="rect">
              <a:avLst/>
            </a:prstGeom>
            <a:noFill/>
          </p:spPr>
          <p:txBody>
            <a:bodyPr wrap="none" rtlCol="0">
              <a:spAutoFit/>
            </a:bodyPr>
            <a:lstStyle/>
            <a:p>
              <a:pPr algn="ctr"/>
              <a:r>
                <a:rPr lang="en-US" sz="850" dirty="0">
                  <a:latin typeface="Arial" panose="020B0604020202020204" pitchFamily="34" charset="0"/>
                  <a:cs typeface="Arial" panose="020B0604020202020204" pitchFamily="34" charset="0"/>
                  <a:sym typeface="Arial"/>
                </a:rPr>
                <a:t>1</a:t>
              </a:r>
            </a:p>
          </p:txBody>
        </p:sp>
        <p:sp>
          <p:nvSpPr>
            <p:cNvPr id="6247" name="TextBox 6246">
              <a:extLst>
                <a:ext uri="{FF2B5EF4-FFF2-40B4-BE49-F238E27FC236}">
                  <a16:creationId xmlns:a16="http://schemas.microsoft.com/office/drawing/2014/main" id="{1E3A5AA9-1FFF-3DDB-6DA8-9B803C078D4D}"/>
                </a:ext>
              </a:extLst>
            </p:cNvPr>
            <p:cNvSpPr txBox="1"/>
            <p:nvPr/>
          </p:nvSpPr>
          <p:spPr>
            <a:xfrm rot="5400000">
              <a:off x="2901819" y="4130312"/>
              <a:ext cx="136262" cy="236148"/>
            </a:xfrm>
            <a:prstGeom prst="rect">
              <a:avLst/>
            </a:prstGeom>
            <a:noFill/>
          </p:spPr>
          <p:txBody>
            <a:bodyPr wrap="none" rtlCol="0">
              <a:spAutoFit/>
            </a:bodyPr>
            <a:lstStyle/>
            <a:p>
              <a:pPr algn="ctr"/>
              <a:r>
                <a:rPr lang="en-US" sz="850" dirty="0">
                  <a:latin typeface="Arial" panose="020B0604020202020204" pitchFamily="34" charset="0"/>
                  <a:cs typeface="Arial" panose="020B0604020202020204" pitchFamily="34" charset="0"/>
                  <a:sym typeface="Arial"/>
                </a:rPr>
                <a:t>2</a:t>
              </a:r>
            </a:p>
          </p:txBody>
        </p:sp>
        <p:sp>
          <p:nvSpPr>
            <p:cNvPr id="6248" name="TextBox 6247">
              <a:extLst>
                <a:ext uri="{FF2B5EF4-FFF2-40B4-BE49-F238E27FC236}">
                  <a16:creationId xmlns:a16="http://schemas.microsoft.com/office/drawing/2014/main" id="{025CED67-C7F5-9BD5-4B3F-162F357820B2}"/>
                </a:ext>
              </a:extLst>
            </p:cNvPr>
            <p:cNvSpPr txBox="1"/>
            <p:nvPr/>
          </p:nvSpPr>
          <p:spPr>
            <a:xfrm rot="5400000">
              <a:off x="2922205" y="4611131"/>
              <a:ext cx="363959" cy="259288"/>
            </a:xfrm>
            <a:prstGeom prst="rect">
              <a:avLst/>
            </a:prstGeom>
            <a:noFill/>
          </p:spPr>
          <p:txBody>
            <a:bodyPr wrap="none" rtlCol="0">
              <a:spAutoFit/>
            </a:bodyPr>
            <a:lstStyle/>
            <a:p>
              <a:pPr algn="ctr"/>
              <a:r>
                <a:rPr lang="en-US" sz="992" b="1" dirty="0">
                  <a:ln/>
                  <a:solidFill>
                    <a:srgbClr val="000000"/>
                  </a:solidFill>
                  <a:latin typeface="Arial"/>
                  <a:cs typeface="Arial"/>
                  <a:sym typeface="Arial"/>
                  <a:rtl val="0"/>
                </a:rPr>
                <a:t>Z-Score</a:t>
              </a:r>
              <a:endParaRPr lang="en-US" sz="850" b="1" dirty="0">
                <a:ln/>
                <a:solidFill>
                  <a:srgbClr val="000000"/>
                </a:solidFill>
                <a:latin typeface="Arial"/>
                <a:cs typeface="Arial"/>
                <a:sym typeface="Arial"/>
                <a:rtl val="0"/>
              </a:endParaRPr>
            </a:p>
          </p:txBody>
        </p:sp>
      </p:grpSp>
      <p:grpSp>
        <p:nvGrpSpPr>
          <p:cNvPr id="4420" name="Group 4419">
            <a:extLst>
              <a:ext uri="{FF2B5EF4-FFF2-40B4-BE49-F238E27FC236}">
                <a16:creationId xmlns:a16="http://schemas.microsoft.com/office/drawing/2014/main" id="{33D6B64B-2C82-F6AA-C770-489D1E54A611}"/>
              </a:ext>
            </a:extLst>
          </p:cNvPr>
          <p:cNvGrpSpPr/>
          <p:nvPr/>
        </p:nvGrpSpPr>
        <p:grpSpPr>
          <a:xfrm>
            <a:off x="4005197" y="3799585"/>
            <a:ext cx="1467260" cy="830904"/>
            <a:chOff x="2714672" y="3562241"/>
            <a:chExt cx="1552808" cy="461034"/>
          </a:xfrm>
        </p:grpSpPr>
        <p:sp>
          <p:nvSpPr>
            <p:cNvPr id="6141" name="Rectangle 6140">
              <a:extLst>
                <a:ext uri="{FF2B5EF4-FFF2-40B4-BE49-F238E27FC236}">
                  <a16:creationId xmlns:a16="http://schemas.microsoft.com/office/drawing/2014/main" id="{FDC5B7E1-A58F-9AD6-BF6C-FB338B2A87C5}"/>
                </a:ext>
              </a:extLst>
            </p:cNvPr>
            <p:cNvSpPr/>
            <p:nvPr/>
          </p:nvSpPr>
          <p:spPr>
            <a:xfrm>
              <a:off x="2714672" y="3562241"/>
              <a:ext cx="1552808" cy="4610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8640" tIns="0" rIns="0" bIns="0" rtlCol="0" anchor="ctr"/>
            <a:lstStyle/>
            <a:p>
              <a:r>
                <a:rPr lang="en-US" sz="850" dirty="0">
                  <a:solidFill>
                    <a:srgbClr val="202122"/>
                  </a:solidFill>
                  <a:latin typeface="Arial" panose="020B0604020202020204" pitchFamily="34" charset="0"/>
                </a:rPr>
                <a:t>† </a:t>
              </a:r>
              <a:r>
                <a:rPr lang="en-US" sz="850" dirty="0">
                  <a:ln/>
                  <a:solidFill>
                    <a:srgbClr val="000000"/>
                  </a:solidFill>
                  <a:latin typeface="Arial"/>
                  <a:cs typeface="Arial"/>
                  <a:sym typeface="Arial"/>
                  <a:rtl val="0"/>
                </a:rPr>
                <a:t>ECM / Cell Adhesion</a:t>
              </a:r>
              <a:endParaRPr lang="en-US" sz="850" dirty="0">
                <a:solidFill>
                  <a:srgbClr val="202122"/>
                </a:solidFill>
                <a:latin typeface="Arial" panose="020B0604020202020204" pitchFamily="34" charset="0"/>
              </a:endParaRPr>
            </a:p>
            <a:p>
              <a:r>
                <a:rPr lang="en-US" sz="850" dirty="0">
                  <a:solidFill>
                    <a:srgbClr val="202122"/>
                  </a:solidFill>
                  <a:latin typeface="Arial" panose="020B0604020202020204" pitchFamily="34" charset="0"/>
                </a:rPr>
                <a:t>§</a:t>
              </a:r>
              <a:r>
                <a:rPr lang="en-US" sz="850" dirty="0"/>
                <a:t> </a:t>
              </a:r>
              <a:r>
                <a:rPr lang="en-US" sz="850" dirty="0">
                  <a:ln/>
                  <a:solidFill>
                    <a:srgbClr val="000000"/>
                  </a:solidFill>
                  <a:latin typeface="Arial"/>
                  <a:cs typeface="Arial"/>
                  <a:sym typeface="Arial"/>
                  <a:rtl val="0"/>
                </a:rPr>
                <a:t>Gonadotroph Associated</a:t>
              </a:r>
            </a:p>
          </p:txBody>
        </p:sp>
        <p:sp>
          <p:nvSpPr>
            <p:cNvPr id="6142" name="TextBox 6141">
              <a:extLst>
                <a:ext uri="{FF2B5EF4-FFF2-40B4-BE49-F238E27FC236}">
                  <a16:creationId xmlns:a16="http://schemas.microsoft.com/office/drawing/2014/main" id="{C653EB50-276C-4B6A-1F46-25FF5D140713}"/>
                </a:ext>
              </a:extLst>
            </p:cNvPr>
            <p:cNvSpPr txBox="1"/>
            <p:nvPr/>
          </p:nvSpPr>
          <p:spPr>
            <a:xfrm>
              <a:off x="2722292" y="3612747"/>
              <a:ext cx="1531620" cy="135942"/>
            </a:xfrm>
            <a:prstGeom prst="rect">
              <a:avLst/>
            </a:prstGeom>
            <a:noFill/>
          </p:spPr>
          <p:txBody>
            <a:bodyPr wrap="square" rtlCol="0">
              <a:spAutoFit/>
            </a:bodyPr>
            <a:lstStyle/>
            <a:p>
              <a:pPr algn="ctr"/>
              <a:r>
                <a:rPr lang="en-US" sz="992" b="1" dirty="0">
                  <a:ln/>
                  <a:solidFill>
                    <a:srgbClr val="000000"/>
                  </a:solidFill>
                  <a:latin typeface="Arial"/>
                  <a:cs typeface="Arial"/>
                  <a:sym typeface="Arial"/>
                  <a:rtl val="0"/>
                </a:rPr>
                <a:t>Type</a:t>
              </a:r>
              <a:endParaRPr lang="en-US" sz="756" b="1" dirty="0">
                <a:ln/>
                <a:solidFill>
                  <a:srgbClr val="000000"/>
                </a:solidFill>
                <a:latin typeface="Arial"/>
                <a:cs typeface="Arial"/>
                <a:sym typeface="Arial"/>
                <a:rtl val="0"/>
              </a:endParaRPr>
            </a:p>
          </p:txBody>
        </p:sp>
      </p:grpSp>
      <p:grpSp>
        <p:nvGrpSpPr>
          <p:cNvPr id="4421" name="Group 4420">
            <a:extLst>
              <a:ext uri="{FF2B5EF4-FFF2-40B4-BE49-F238E27FC236}">
                <a16:creationId xmlns:a16="http://schemas.microsoft.com/office/drawing/2014/main" id="{36545769-E048-8BBD-2865-0E7BDA632178}"/>
              </a:ext>
            </a:extLst>
          </p:cNvPr>
          <p:cNvGrpSpPr/>
          <p:nvPr/>
        </p:nvGrpSpPr>
        <p:grpSpPr>
          <a:xfrm rot="16200000">
            <a:off x="-156449" y="4815760"/>
            <a:ext cx="706778" cy="306494"/>
            <a:chOff x="175942" y="5203558"/>
            <a:chExt cx="3631755" cy="155040"/>
          </a:xfrm>
        </p:grpSpPr>
        <p:sp>
          <p:nvSpPr>
            <p:cNvPr id="6138" name="TextBox 6137">
              <a:extLst>
                <a:ext uri="{FF2B5EF4-FFF2-40B4-BE49-F238E27FC236}">
                  <a16:creationId xmlns:a16="http://schemas.microsoft.com/office/drawing/2014/main" id="{A64133BE-8051-768F-C6B0-37B40AF85B0F}"/>
                </a:ext>
              </a:extLst>
            </p:cNvPr>
            <p:cNvSpPr txBox="1"/>
            <p:nvPr/>
          </p:nvSpPr>
          <p:spPr>
            <a:xfrm rot="5400000">
              <a:off x="784068" y="4595432"/>
              <a:ext cx="155040" cy="1371292"/>
            </a:xfrm>
            <a:prstGeom prst="rect">
              <a:avLst/>
            </a:prstGeom>
            <a:noFill/>
          </p:spPr>
          <p:txBody>
            <a:bodyPr wrap="none" rtlCol="0">
              <a:spAutoFit/>
            </a:bodyPr>
            <a:lstStyle/>
            <a:p>
              <a:r>
                <a:rPr lang="en-US" sz="1134" dirty="0">
                  <a:ln/>
                  <a:solidFill>
                    <a:srgbClr val="000000"/>
                  </a:solidFill>
                  <a:latin typeface="Arial"/>
                  <a:cs typeface="Arial"/>
                  <a:sym typeface="Arial"/>
                  <a:rtl val="0"/>
                </a:rPr>
                <a:t>M</a:t>
              </a:r>
            </a:p>
          </p:txBody>
        </p:sp>
        <p:sp>
          <p:nvSpPr>
            <p:cNvPr id="6139" name="TextBox 6138">
              <a:extLst>
                <a:ext uri="{FF2B5EF4-FFF2-40B4-BE49-F238E27FC236}">
                  <a16:creationId xmlns:a16="http://schemas.microsoft.com/office/drawing/2014/main" id="{8005A34D-81A6-70BC-15F2-9FD5CAF63F83}"/>
                </a:ext>
              </a:extLst>
            </p:cNvPr>
            <p:cNvSpPr txBox="1"/>
            <p:nvPr/>
          </p:nvSpPr>
          <p:spPr>
            <a:xfrm rot="5400000">
              <a:off x="1934916" y="4595058"/>
              <a:ext cx="113686" cy="1371291"/>
            </a:xfrm>
            <a:prstGeom prst="rect">
              <a:avLst/>
            </a:prstGeom>
            <a:noFill/>
          </p:spPr>
          <p:txBody>
            <a:bodyPr wrap="none" rtlCol="0">
              <a:spAutoFit/>
            </a:bodyPr>
            <a:lstStyle/>
            <a:p>
              <a:r>
                <a:rPr lang="en-US" sz="1134" dirty="0">
                  <a:ln/>
                  <a:solidFill>
                    <a:srgbClr val="000000"/>
                  </a:solidFill>
                  <a:latin typeface="Arial"/>
                  <a:cs typeface="Arial"/>
                  <a:sym typeface="Arial"/>
                  <a:rtl val="0"/>
                </a:rPr>
                <a:t>I</a:t>
              </a:r>
            </a:p>
          </p:txBody>
        </p:sp>
        <p:sp>
          <p:nvSpPr>
            <p:cNvPr id="6140" name="TextBox 6139">
              <a:extLst>
                <a:ext uri="{FF2B5EF4-FFF2-40B4-BE49-F238E27FC236}">
                  <a16:creationId xmlns:a16="http://schemas.microsoft.com/office/drawing/2014/main" id="{7FB86D59-2222-88B6-2576-B866A1B5F1DD}"/>
                </a:ext>
              </a:extLst>
            </p:cNvPr>
            <p:cNvSpPr txBox="1"/>
            <p:nvPr/>
          </p:nvSpPr>
          <p:spPr>
            <a:xfrm rot="5400000">
              <a:off x="3053046" y="4594962"/>
              <a:ext cx="138012" cy="1371291"/>
            </a:xfrm>
            <a:prstGeom prst="rect">
              <a:avLst/>
            </a:prstGeom>
            <a:noFill/>
          </p:spPr>
          <p:txBody>
            <a:bodyPr wrap="none" rtlCol="0">
              <a:spAutoFit/>
            </a:bodyPr>
            <a:lstStyle/>
            <a:p>
              <a:r>
                <a:rPr lang="en-US" sz="1134" dirty="0">
                  <a:ln/>
                  <a:solidFill>
                    <a:srgbClr val="000000"/>
                  </a:solidFill>
                  <a:latin typeface="Arial"/>
                  <a:cs typeface="Arial"/>
                  <a:sym typeface="Arial"/>
                  <a:rtl val="0"/>
                </a:rPr>
                <a:t>F</a:t>
              </a:r>
            </a:p>
          </p:txBody>
        </p:sp>
      </p:grpSp>
      <p:grpSp>
        <p:nvGrpSpPr>
          <p:cNvPr id="4422" name="Group 4421">
            <a:extLst>
              <a:ext uri="{FF2B5EF4-FFF2-40B4-BE49-F238E27FC236}">
                <a16:creationId xmlns:a16="http://schemas.microsoft.com/office/drawing/2014/main" id="{2D23D7D0-FA1A-8A81-DC06-C01132B6CC66}"/>
              </a:ext>
            </a:extLst>
          </p:cNvPr>
          <p:cNvGrpSpPr/>
          <p:nvPr/>
        </p:nvGrpSpPr>
        <p:grpSpPr>
          <a:xfrm>
            <a:off x="274211" y="4497103"/>
            <a:ext cx="5202081" cy="120003"/>
            <a:chOff x="574665" y="6113606"/>
            <a:chExt cx="5505387" cy="127000"/>
          </a:xfrm>
        </p:grpSpPr>
        <p:sp>
          <p:nvSpPr>
            <p:cNvPr id="6086" name="Freeform 4366">
              <a:extLst>
                <a:ext uri="{FF2B5EF4-FFF2-40B4-BE49-F238E27FC236}">
                  <a16:creationId xmlns:a16="http://schemas.microsoft.com/office/drawing/2014/main" id="{5AE03E9B-CD7D-4DBA-29A0-A3FFFE400D1B}"/>
                </a:ext>
              </a:extLst>
            </p:cNvPr>
            <p:cNvSpPr/>
            <p:nvPr/>
          </p:nvSpPr>
          <p:spPr>
            <a:xfrm rot="16200000">
              <a:off x="564051"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087" name="Freeform 4367">
              <a:extLst>
                <a:ext uri="{FF2B5EF4-FFF2-40B4-BE49-F238E27FC236}">
                  <a16:creationId xmlns:a16="http://schemas.microsoft.com/office/drawing/2014/main" id="{DDD5CF72-0FA4-84F3-22C7-2B14E651B76A}"/>
                </a:ext>
              </a:extLst>
            </p:cNvPr>
            <p:cNvSpPr/>
            <p:nvPr/>
          </p:nvSpPr>
          <p:spPr>
            <a:xfrm rot="16200000">
              <a:off x="670072"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088" name="Freeform 4368">
              <a:extLst>
                <a:ext uri="{FF2B5EF4-FFF2-40B4-BE49-F238E27FC236}">
                  <a16:creationId xmlns:a16="http://schemas.microsoft.com/office/drawing/2014/main" id="{24DBD237-18B9-0EB3-BC5C-8B93886A62B4}"/>
                </a:ext>
              </a:extLst>
            </p:cNvPr>
            <p:cNvSpPr/>
            <p:nvPr/>
          </p:nvSpPr>
          <p:spPr>
            <a:xfrm rot="16200000">
              <a:off x="775845"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089" name="Freeform 4369">
              <a:extLst>
                <a:ext uri="{FF2B5EF4-FFF2-40B4-BE49-F238E27FC236}">
                  <a16:creationId xmlns:a16="http://schemas.microsoft.com/office/drawing/2014/main" id="{28D2A852-B1A0-98DF-A8E2-917FC1D8E785}"/>
                </a:ext>
              </a:extLst>
            </p:cNvPr>
            <p:cNvSpPr/>
            <p:nvPr/>
          </p:nvSpPr>
          <p:spPr>
            <a:xfrm rot="16200000">
              <a:off x="881866"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090" name="Freeform 4370">
              <a:extLst>
                <a:ext uri="{FF2B5EF4-FFF2-40B4-BE49-F238E27FC236}">
                  <a16:creationId xmlns:a16="http://schemas.microsoft.com/office/drawing/2014/main" id="{C0CBA24F-4CA8-BBDF-19E5-BA691D0C4289}"/>
                </a:ext>
              </a:extLst>
            </p:cNvPr>
            <p:cNvSpPr/>
            <p:nvPr/>
          </p:nvSpPr>
          <p:spPr>
            <a:xfrm rot="16200000">
              <a:off x="987639"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091" name="Freeform 4371">
              <a:extLst>
                <a:ext uri="{FF2B5EF4-FFF2-40B4-BE49-F238E27FC236}">
                  <a16:creationId xmlns:a16="http://schemas.microsoft.com/office/drawing/2014/main" id="{6CF7AADA-BE32-CE0A-F3F0-76B2404F06F8}"/>
                </a:ext>
              </a:extLst>
            </p:cNvPr>
            <p:cNvSpPr/>
            <p:nvPr/>
          </p:nvSpPr>
          <p:spPr>
            <a:xfrm rot="16200000">
              <a:off x="1093409"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092" name="Freeform 4372">
              <a:extLst>
                <a:ext uri="{FF2B5EF4-FFF2-40B4-BE49-F238E27FC236}">
                  <a16:creationId xmlns:a16="http://schemas.microsoft.com/office/drawing/2014/main" id="{DCF22E6F-4410-93B8-1E6B-C115D8C253B0}"/>
                </a:ext>
              </a:extLst>
            </p:cNvPr>
            <p:cNvSpPr/>
            <p:nvPr/>
          </p:nvSpPr>
          <p:spPr>
            <a:xfrm rot="16200000">
              <a:off x="1199432"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093" name="Freeform 4373">
              <a:extLst>
                <a:ext uri="{FF2B5EF4-FFF2-40B4-BE49-F238E27FC236}">
                  <a16:creationId xmlns:a16="http://schemas.microsoft.com/office/drawing/2014/main" id="{B0B6472F-E614-FFCA-7290-4A1609AEF317}"/>
                </a:ext>
              </a:extLst>
            </p:cNvPr>
            <p:cNvSpPr/>
            <p:nvPr/>
          </p:nvSpPr>
          <p:spPr>
            <a:xfrm rot="16200000">
              <a:off x="1305203"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094" name="Freeform 4374">
              <a:extLst>
                <a:ext uri="{FF2B5EF4-FFF2-40B4-BE49-F238E27FC236}">
                  <a16:creationId xmlns:a16="http://schemas.microsoft.com/office/drawing/2014/main" id="{657FED44-8DEF-619B-DF09-F3579D8834B5}"/>
                </a:ext>
              </a:extLst>
            </p:cNvPr>
            <p:cNvSpPr/>
            <p:nvPr/>
          </p:nvSpPr>
          <p:spPr>
            <a:xfrm rot="16200000">
              <a:off x="1411225"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095" name="Freeform 4375">
              <a:extLst>
                <a:ext uri="{FF2B5EF4-FFF2-40B4-BE49-F238E27FC236}">
                  <a16:creationId xmlns:a16="http://schemas.microsoft.com/office/drawing/2014/main" id="{4FF7D9E7-35EB-3D31-674E-CFC2AA145456}"/>
                </a:ext>
              </a:extLst>
            </p:cNvPr>
            <p:cNvSpPr/>
            <p:nvPr/>
          </p:nvSpPr>
          <p:spPr>
            <a:xfrm rot="16200000">
              <a:off x="1516997"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096" name="Freeform 4376">
              <a:extLst>
                <a:ext uri="{FF2B5EF4-FFF2-40B4-BE49-F238E27FC236}">
                  <a16:creationId xmlns:a16="http://schemas.microsoft.com/office/drawing/2014/main" id="{265F2ACA-5BD6-ABF3-C4B0-B26CC7C22D55}"/>
                </a:ext>
              </a:extLst>
            </p:cNvPr>
            <p:cNvSpPr/>
            <p:nvPr/>
          </p:nvSpPr>
          <p:spPr>
            <a:xfrm rot="16200000">
              <a:off x="1622768"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097" name="Freeform 4377">
              <a:extLst>
                <a:ext uri="{FF2B5EF4-FFF2-40B4-BE49-F238E27FC236}">
                  <a16:creationId xmlns:a16="http://schemas.microsoft.com/office/drawing/2014/main" id="{ED6C25BB-5342-4106-51F5-942C556C740E}"/>
                </a:ext>
              </a:extLst>
            </p:cNvPr>
            <p:cNvSpPr/>
            <p:nvPr/>
          </p:nvSpPr>
          <p:spPr>
            <a:xfrm rot="16200000">
              <a:off x="1728791"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098" name="Freeform 4378">
              <a:extLst>
                <a:ext uri="{FF2B5EF4-FFF2-40B4-BE49-F238E27FC236}">
                  <a16:creationId xmlns:a16="http://schemas.microsoft.com/office/drawing/2014/main" id="{4EA6448B-F164-9085-E051-E6D2654026A9}"/>
                </a:ext>
              </a:extLst>
            </p:cNvPr>
            <p:cNvSpPr/>
            <p:nvPr/>
          </p:nvSpPr>
          <p:spPr>
            <a:xfrm rot="16200000">
              <a:off x="1834564"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099" name="Freeform 4379">
              <a:extLst>
                <a:ext uri="{FF2B5EF4-FFF2-40B4-BE49-F238E27FC236}">
                  <a16:creationId xmlns:a16="http://schemas.microsoft.com/office/drawing/2014/main" id="{7A0360C6-8F0E-0975-B6CA-A1312C15A921}"/>
                </a:ext>
              </a:extLst>
            </p:cNvPr>
            <p:cNvSpPr/>
            <p:nvPr/>
          </p:nvSpPr>
          <p:spPr>
            <a:xfrm rot="16200000">
              <a:off x="1940585"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00" name="Freeform 4380">
              <a:extLst>
                <a:ext uri="{FF2B5EF4-FFF2-40B4-BE49-F238E27FC236}">
                  <a16:creationId xmlns:a16="http://schemas.microsoft.com/office/drawing/2014/main" id="{DBC652BF-BD44-E67A-864A-EB137FDAC783}"/>
                </a:ext>
              </a:extLst>
            </p:cNvPr>
            <p:cNvSpPr/>
            <p:nvPr/>
          </p:nvSpPr>
          <p:spPr>
            <a:xfrm rot="16200000">
              <a:off x="2046358"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01" name="Freeform 4381">
              <a:extLst>
                <a:ext uri="{FF2B5EF4-FFF2-40B4-BE49-F238E27FC236}">
                  <a16:creationId xmlns:a16="http://schemas.microsoft.com/office/drawing/2014/main" id="{396BF7E3-0CB2-5F3B-3F93-342AE8F401C5}"/>
                </a:ext>
              </a:extLst>
            </p:cNvPr>
            <p:cNvSpPr/>
            <p:nvPr/>
          </p:nvSpPr>
          <p:spPr>
            <a:xfrm rot="16200000">
              <a:off x="2152128"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1965B0"/>
            </a:solidFill>
            <a:ln w="9525" cap="rnd">
              <a:noFill/>
              <a:prstDash val="solid"/>
              <a:round/>
            </a:ln>
          </p:spPr>
          <p:txBody>
            <a:bodyPr/>
            <a:lstStyle/>
            <a:p>
              <a:pPr algn="ctr"/>
              <a:endParaRPr lang="en-US" sz="1701"/>
            </a:p>
          </p:txBody>
        </p:sp>
        <p:sp>
          <p:nvSpPr>
            <p:cNvPr id="6102" name="Freeform 4382">
              <a:extLst>
                <a:ext uri="{FF2B5EF4-FFF2-40B4-BE49-F238E27FC236}">
                  <a16:creationId xmlns:a16="http://schemas.microsoft.com/office/drawing/2014/main" id="{4DD87852-D96C-152A-ADD7-7C797E364FE5}"/>
                </a:ext>
              </a:extLst>
            </p:cNvPr>
            <p:cNvSpPr/>
            <p:nvPr/>
          </p:nvSpPr>
          <p:spPr>
            <a:xfrm rot="16200000">
              <a:off x="2258150"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1965B0"/>
            </a:solidFill>
            <a:ln w="9525" cap="rnd">
              <a:noFill/>
              <a:prstDash val="solid"/>
              <a:round/>
            </a:ln>
          </p:spPr>
          <p:txBody>
            <a:bodyPr/>
            <a:lstStyle/>
            <a:p>
              <a:pPr algn="ctr"/>
              <a:endParaRPr lang="en-US" sz="1701"/>
            </a:p>
          </p:txBody>
        </p:sp>
        <p:sp>
          <p:nvSpPr>
            <p:cNvPr id="6103" name="Freeform 4383">
              <a:extLst>
                <a:ext uri="{FF2B5EF4-FFF2-40B4-BE49-F238E27FC236}">
                  <a16:creationId xmlns:a16="http://schemas.microsoft.com/office/drawing/2014/main" id="{3DBFDD1A-0D77-076D-E3E2-472770810D37}"/>
                </a:ext>
              </a:extLst>
            </p:cNvPr>
            <p:cNvSpPr/>
            <p:nvPr/>
          </p:nvSpPr>
          <p:spPr>
            <a:xfrm rot="16200000">
              <a:off x="2363922"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04" name="Freeform 4384">
              <a:extLst>
                <a:ext uri="{FF2B5EF4-FFF2-40B4-BE49-F238E27FC236}">
                  <a16:creationId xmlns:a16="http://schemas.microsoft.com/office/drawing/2014/main" id="{155F7AA5-1B0B-14C6-E7E5-A338ABE3C54E}"/>
                </a:ext>
              </a:extLst>
            </p:cNvPr>
            <p:cNvSpPr/>
            <p:nvPr/>
          </p:nvSpPr>
          <p:spPr>
            <a:xfrm rot="16200000">
              <a:off x="2469945"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1965B0"/>
            </a:solidFill>
            <a:ln w="9525" cap="rnd">
              <a:noFill/>
              <a:prstDash val="solid"/>
              <a:round/>
            </a:ln>
          </p:spPr>
          <p:txBody>
            <a:bodyPr/>
            <a:lstStyle/>
            <a:p>
              <a:pPr algn="ctr"/>
              <a:endParaRPr lang="en-US" sz="1701"/>
            </a:p>
          </p:txBody>
        </p:sp>
        <p:sp>
          <p:nvSpPr>
            <p:cNvPr id="6105" name="Freeform 4385">
              <a:extLst>
                <a:ext uri="{FF2B5EF4-FFF2-40B4-BE49-F238E27FC236}">
                  <a16:creationId xmlns:a16="http://schemas.microsoft.com/office/drawing/2014/main" id="{2560E451-E094-D784-DA1F-A456F02277F1}"/>
                </a:ext>
              </a:extLst>
            </p:cNvPr>
            <p:cNvSpPr/>
            <p:nvPr/>
          </p:nvSpPr>
          <p:spPr>
            <a:xfrm rot="16200000">
              <a:off x="2575716"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06" name="Freeform 4386">
              <a:extLst>
                <a:ext uri="{FF2B5EF4-FFF2-40B4-BE49-F238E27FC236}">
                  <a16:creationId xmlns:a16="http://schemas.microsoft.com/office/drawing/2014/main" id="{34449F2F-03BA-FB30-4635-BDCE214488A9}"/>
                </a:ext>
              </a:extLst>
            </p:cNvPr>
            <p:cNvSpPr/>
            <p:nvPr/>
          </p:nvSpPr>
          <p:spPr>
            <a:xfrm rot="16200000">
              <a:off x="2681489"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07" name="Freeform 4387">
              <a:extLst>
                <a:ext uri="{FF2B5EF4-FFF2-40B4-BE49-F238E27FC236}">
                  <a16:creationId xmlns:a16="http://schemas.microsoft.com/office/drawing/2014/main" id="{F8861C24-09F3-82A4-43C1-80F6330D6666}"/>
                </a:ext>
              </a:extLst>
            </p:cNvPr>
            <p:cNvSpPr/>
            <p:nvPr/>
          </p:nvSpPr>
          <p:spPr>
            <a:xfrm rot="16200000">
              <a:off x="2787510"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08" name="Freeform 4388">
              <a:extLst>
                <a:ext uri="{FF2B5EF4-FFF2-40B4-BE49-F238E27FC236}">
                  <a16:creationId xmlns:a16="http://schemas.microsoft.com/office/drawing/2014/main" id="{5B9A8536-4D1A-159B-2B55-C83173184AFB}"/>
                </a:ext>
              </a:extLst>
            </p:cNvPr>
            <p:cNvSpPr/>
            <p:nvPr/>
          </p:nvSpPr>
          <p:spPr>
            <a:xfrm rot="16200000">
              <a:off x="2893283"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09" name="Freeform 4389">
              <a:extLst>
                <a:ext uri="{FF2B5EF4-FFF2-40B4-BE49-F238E27FC236}">
                  <a16:creationId xmlns:a16="http://schemas.microsoft.com/office/drawing/2014/main" id="{0BE5E8D6-595C-658D-B7FB-AD8C677B2E38}"/>
                </a:ext>
              </a:extLst>
            </p:cNvPr>
            <p:cNvSpPr/>
            <p:nvPr/>
          </p:nvSpPr>
          <p:spPr>
            <a:xfrm rot="16200000">
              <a:off x="2999304"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10" name="Freeform 4390">
              <a:extLst>
                <a:ext uri="{FF2B5EF4-FFF2-40B4-BE49-F238E27FC236}">
                  <a16:creationId xmlns:a16="http://schemas.microsoft.com/office/drawing/2014/main" id="{AF2B54F6-C621-D743-EA5E-30E3C95914F0}"/>
                </a:ext>
              </a:extLst>
            </p:cNvPr>
            <p:cNvSpPr/>
            <p:nvPr/>
          </p:nvSpPr>
          <p:spPr>
            <a:xfrm rot="16200000">
              <a:off x="3105077"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11" name="Freeform 4391">
              <a:extLst>
                <a:ext uri="{FF2B5EF4-FFF2-40B4-BE49-F238E27FC236}">
                  <a16:creationId xmlns:a16="http://schemas.microsoft.com/office/drawing/2014/main" id="{B69D70AD-66F0-64C4-2E92-1E5D7498A2F4}"/>
                </a:ext>
              </a:extLst>
            </p:cNvPr>
            <p:cNvSpPr/>
            <p:nvPr/>
          </p:nvSpPr>
          <p:spPr>
            <a:xfrm rot="16200000">
              <a:off x="3210849"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12" name="Freeform 4392">
              <a:extLst>
                <a:ext uri="{FF2B5EF4-FFF2-40B4-BE49-F238E27FC236}">
                  <a16:creationId xmlns:a16="http://schemas.microsoft.com/office/drawing/2014/main" id="{61B383BD-1CEB-FB0D-A988-F0AECD51D1F3}"/>
                </a:ext>
              </a:extLst>
            </p:cNvPr>
            <p:cNvSpPr/>
            <p:nvPr/>
          </p:nvSpPr>
          <p:spPr>
            <a:xfrm rot="16200000">
              <a:off x="3316871"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CAE0AB"/>
            </a:solidFill>
            <a:ln w="9525" cap="rnd">
              <a:noFill/>
              <a:prstDash val="solid"/>
              <a:round/>
            </a:ln>
          </p:spPr>
          <p:txBody>
            <a:bodyPr/>
            <a:lstStyle/>
            <a:p>
              <a:pPr algn="ctr"/>
              <a:endParaRPr lang="en-US" sz="1701"/>
            </a:p>
          </p:txBody>
        </p:sp>
        <p:sp>
          <p:nvSpPr>
            <p:cNvPr id="6113" name="Freeform 4393">
              <a:extLst>
                <a:ext uri="{FF2B5EF4-FFF2-40B4-BE49-F238E27FC236}">
                  <a16:creationId xmlns:a16="http://schemas.microsoft.com/office/drawing/2014/main" id="{4BE23CE5-ECF3-7A0C-052B-86A82CB15541}"/>
                </a:ext>
              </a:extLst>
            </p:cNvPr>
            <p:cNvSpPr/>
            <p:nvPr/>
          </p:nvSpPr>
          <p:spPr>
            <a:xfrm rot="16200000">
              <a:off x="3422640"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14" name="Freeform 4394">
              <a:extLst>
                <a:ext uri="{FF2B5EF4-FFF2-40B4-BE49-F238E27FC236}">
                  <a16:creationId xmlns:a16="http://schemas.microsoft.com/office/drawing/2014/main" id="{BB063C23-2E83-389C-65F0-6942043B0A5E}"/>
                </a:ext>
              </a:extLst>
            </p:cNvPr>
            <p:cNvSpPr/>
            <p:nvPr/>
          </p:nvSpPr>
          <p:spPr>
            <a:xfrm rot="16200000">
              <a:off x="3528661"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115" name="Freeform 4395">
              <a:extLst>
                <a:ext uri="{FF2B5EF4-FFF2-40B4-BE49-F238E27FC236}">
                  <a16:creationId xmlns:a16="http://schemas.microsoft.com/office/drawing/2014/main" id="{C0B51D54-641F-988F-7C4C-3DBE56879339}"/>
                </a:ext>
              </a:extLst>
            </p:cNvPr>
            <p:cNvSpPr/>
            <p:nvPr/>
          </p:nvSpPr>
          <p:spPr>
            <a:xfrm rot="16200000">
              <a:off x="3634434"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116" name="Freeform 4396">
              <a:extLst>
                <a:ext uri="{FF2B5EF4-FFF2-40B4-BE49-F238E27FC236}">
                  <a16:creationId xmlns:a16="http://schemas.microsoft.com/office/drawing/2014/main" id="{14801335-C7D4-212D-A845-A00E4B351557}"/>
                </a:ext>
              </a:extLst>
            </p:cNvPr>
            <p:cNvSpPr/>
            <p:nvPr/>
          </p:nvSpPr>
          <p:spPr>
            <a:xfrm rot="16200000">
              <a:off x="3740205"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17" name="Freeform 4397">
              <a:extLst>
                <a:ext uri="{FF2B5EF4-FFF2-40B4-BE49-F238E27FC236}">
                  <a16:creationId xmlns:a16="http://schemas.microsoft.com/office/drawing/2014/main" id="{D35E04D0-231F-57EB-D345-751987EE06C7}"/>
                </a:ext>
              </a:extLst>
            </p:cNvPr>
            <p:cNvSpPr/>
            <p:nvPr/>
          </p:nvSpPr>
          <p:spPr>
            <a:xfrm rot="16200000">
              <a:off x="3846228"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18" name="Freeform 4398">
              <a:extLst>
                <a:ext uri="{FF2B5EF4-FFF2-40B4-BE49-F238E27FC236}">
                  <a16:creationId xmlns:a16="http://schemas.microsoft.com/office/drawing/2014/main" id="{8AD1751B-3C24-B87E-76ED-0FE08C87A6E5}"/>
                </a:ext>
              </a:extLst>
            </p:cNvPr>
            <p:cNvSpPr/>
            <p:nvPr/>
          </p:nvSpPr>
          <p:spPr>
            <a:xfrm rot="16200000">
              <a:off x="3952000"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DC050C"/>
            </a:solidFill>
            <a:ln w="9525" cap="rnd">
              <a:noFill/>
              <a:prstDash val="solid"/>
              <a:round/>
            </a:ln>
          </p:spPr>
          <p:txBody>
            <a:bodyPr/>
            <a:lstStyle/>
            <a:p>
              <a:pPr algn="ctr"/>
              <a:endParaRPr lang="en-US" sz="1701"/>
            </a:p>
          </p:txBody>
        </p:sp>
        <p:sp>
          <p:nvSpPr>
            <p:cNvPr id="6119" name="Freeform 4399">
              <a:extLst>
                <a:ext uri="{FF2B5EF4-FFF2-40B4-BE49-F238E27FC236}">
                  <a16:creationId xmlns:a16="http://schemas.microsoft.com/office/drawing/2014/main" id="{6B87C24E-EA00-1BE2-192F-2A81A7F6F9B1}"/>
                </a:ext>
              </a:extLst>
            </p:cNvPr>
            <p:cNvSpPr/>
            <p:nvPr/>
          </p:nvSpPr>
          <p:spPr>
            <a:xfrm rot="16200000">
              <a:off x="4058022"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20" name="Freeform 4400">
              <a:extLst>
                <a:ext uri="{FF2B5EF4-FFF2-40B4-BE49-F238E27FC236}">
                  <a16:creationId xmlns:a16="http://schemas.microsoft.com/office/drawing/2014/main" id="{9B9D0A5C-FC8A-9D69-8DAD-0964B8CEBC69}"/>
                </a:ext>
              </a:extLst>
            </p:cNvPr>
            <p:cNvSpPr/>
            <p:nvPr/>
          </p:nvSpPr>
          <p:spPr>
            <a:xfrm rot="16200000">
              <a:off x="4163794"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4EB265"/>
            </a:solidFill>
            <a:ln w="9525" cap="rnd">
              <a:noFill/>
              <a:prstDash val="solid"/>
              <a:round/>
            </a:ln>
          </p:spPr>
          <p:txBody>
            <a:bodyPr/>
            <a:lstStyle/>
            <a:p>
              <a:pPr algn="ctr"/>
              <a:endParaRPr lang="en-US" sz="1701"/>
            </a:p>
          </p:txBody>
        </p:sp>
        <p:sp>
          <p:nvSpPr>
            <p:cNvPr id="6121" name="Freeform 4401">
              <a:extLst>
                <a:ext uri="{FF2B5EF4-FFF2-40B4-BE49-F238E27FC236}">
                  <a16:creationId xmlns:a16="http://schemas.microsoft.com/office/drawing/2014/main" id="{F3A8FAA2-3350-CDB8-4DF8-88A1ACDF4227}"/>
                </a:ext>
              </a:extLst>
            </p:cNvPr>
            <p:cNvSpPr/>
            <p:nvPr/>
          </p:nvSpPr>
          <p:spPr>
            <a:xfrm rot="16200000">
              <a:off x="4269565"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22" name="Freeform 4402">
              <a:extLst>
                <a:ext uri="{FF2B5EF4-FFF2-40B4-BE49-F238E27FC236}">
                  <a16:creationId xmlns:a16="http://schemas.microsoft.com/office/drawing/2014/main" id="{0E66218C-5D9E-097A-3D17-40BBFFA2B545}"/>
                </a:ext>
              </a:extLst>
            </p:cNvPr>
            <p:cNvSpPr/>
            <p:nvPr/>
          </p:nvSpPr>
          <p:spPr>
            <a:xfrm rot="16200000">
              <a:off x="4375588"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4EB265"/>
            </a:solidFill>
            <a:ln w="9525" cap="rnd">
              <a:noFill/>
              <a:prstDash val="solid"/>
              <a:round/>
            </a:ln>
          </p:spPr>
          <p:txBody>
            <a:bodyPr/>
            <a:lstStyle/>
            <a:p>
              <a:pPr algn="ctr"/>
              <a:endParaRPr lang="en-US" sz="1701"/>
            </a:p>
          </p:txBody>
        </p:sp>
        <p:sp>
          <p:nvSpPr>
            <p:cNvPr id="6123" name="Freeform 4403">
              <a:extLst>
                <a:ext uri="{FF2B5EF4-FFF2-40B4-BE49-F238E27FC236}">
                  <a16:creationId xmlns:a16="http://schemas.microsoft.com/office/drawing/2014/main" id="{4A553B0E-E8CA-AFE7-1BCB-2DEE33E043E1}"/>
                </a:ext>
              </a:extLst>
            </p:cNvPr>
            <p:cNvSpPr/>
            <p:nvPr/>
          </p:nvSpPr>
          <p:spPr>
            <a:xfrm rot="16200000">
              <a:off x="4481359"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24" name="Freeform 4404">
              <a:extLst>
                <a:ext uri="{FF2B5EF4-FFF2-40B4-BE49-F238E27FC236}">
                  <a16:creationId xmlns:a16="http://schemas.microsoft.com/office/drawing/2014/main" id="{6B1DBF24-1A98-E4A9-4709-903F0CBADF79}"/>
                </a:ext>
              </a:extLst>
            </p:cNvPr>
            <p:cNvSpPr/>
            <p:nvPr/>
          </p:nvSpPr>
          <p:spPr>
            <a:xfrm rot="16200000">
              <a:off x="4587382"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25" name="Freeform 4405">
              <a:extLst>
                <a:ext uri="{FF2B5EF4-FFF2-40B4-BE49-F238E27FC236}">
                  <a16:creationId xmlns:a16="http://schemas.microsoft.com/office/drawing/2014/main" id="{3D6B2469-4B41-2DBD-243C-DB36DE3472FA}"/>
                </a:ext>
              </a:extLst>
            </p:cNvPr>
            <p:cNvSpPr/>
            <p:nvPr/>
          </p:nvSpPr>
          <p:spPr>
            <a:xfrm rot="16200000">
              <a:off x="4693153"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26" name="Freeform 4406">
              <a:extLst>
                <a:ext uri="{FF2B5EF4-FFF2-40B4-BE49-F238E27FC236}">
                  <a16:creationId xmlns:a16="http://schemas.microsoft.com/office/drawing/2014/main" id="{D6A0E070-DF13-5FAB-A397-A7227792D8AB}"/>
                </a:ext>
              </a:extLst>
            </p:cNvPr>
            <p:cNvSpPr/>
            <p:nvPr/>
          </p:nvSpPr>
          <p:spPr>
            <a:xfrm rot="16200000">
              <a:off x="4798926"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27" name="Freeform 4407">
              <a:extLst>
                <a:ext uri="{FF2B5EF4-FFF2-40B4-BE49-F238E27FC236}">
                  <a16:creationId xmlns:a16="http://schemas.microsoft.com/office/drawing/2014/main" id="{8B704655-8B46-0063-4A20-E30A5776FA93}"/>
                </a:ext>
              </a:extLst>
            </p:cNvPr>
            <p:cNvSpPr/>
            <p:nvPr/>
          </p:nvSpPr>
          <p:spPr>
            <a:xfrm rot="16200000">
              <a:off x="4904947"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F7F056"/>
            </a:solidFill>
            <a:ln w="9525" cap="rnd">
              <a:noFill/>
              <a:prstDash val="solid"/>
              <a:round/>
            </a:ln>
          </p:spPr>
          <p:txBody>
            <a:bodyPr/>
            <a:lstStyle/>
            <a:p>
              <a:pPr algn="ctr"/>
              <a:endParaRPr lang="en-US" sz="1701"/>
            </a:p>
          </p:txBody>
        </p:sp>
        <p:sp>
          <p:nvSpPr>
            <p:cNvPr id="6128" name="Freeform 4408">
              <a:extLst>
                <a:ext uri="{FF2B5EF4-FFF2-40B4-BE49-F238E27FC236}">
                  <a16:creationId xmlns:a16="http://schemas.microsoft.com/office/drawing/2014/main" id="{B0A63EC3-4456-A667-2318-3F6C33D02B44}"/>
                </a:ext>
              </a:extLst>
            </p:cNvPr>
            <p:cNvSpPr/>
            <p:nvPr/>
          </p:nvSpPr>
          <p:spPr>
            <a:xfrm rot="16200000">
              <a:off x="5010720"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7BAFDE"/>
            </a:solidFill>
            <a:ln w="9525" cap="rnd">
              <a:noFill/>
              <a:prstDash val="solid"/>
              <a:round/>
            </a:ln>
          </p:spPr>
          <p:txBody>
            <a:bodyPr/>
            <a:lstStyle/>
            <a:p>
              <a:pPr algn="ctr"/>
              <a:endParaRPr lang="en-US" sz="1701"/>
            </a:p>
          </p:txBody>
        </p:sp>
        <p:sp>
          <p:nvSpPr>
            <p:cNvPr id="6129" name="Freeform 4409">
              <a:extLst>
                <a:ext uri="{FF2B5EF4-FFF2-40B4-BE49-F238E27FC236}">
                  <a16:creationId xmlns:a16="http://schemas.microsoft.com/office/drawing/2014/main" id="{4C27FEB2-1506-4DFD-1CD3-9A90E0E98D8B}"/>
                </a:ext>
              </a:extLst>
            </p:cNvPr>
            <p:cNvSpPr/>
            <p:nvPr/>
          </p:nvSpPr>
          <p:spPr>
            <a:xfrm rot="16200000">
              <a:off x="5116741"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4EB265"/>
            </a:solidFill>
            <a:ln w="9525" cap="rnd">
              <a:noFill/>
              <a:prstDash val="solid"/>
              <a:round/>
            </a:ln>
          </p:spPr>
          <p:txBody>
            <a:bodyPr/>
            <a:lstStyle/>
            <a:p>
              <a:pPr algn="ctr"/>
              <a:endParaRPr lang="en-US" sz="1701"/>
            </a:p>
          </p:txBody>
        </p:sp>
        <p:sp>
          <p:nvSpPr>
            <p:cNvPr id="6130" name="Freeform 4410">
              <a:extLst>
                <a:ext uri="{FF2B5EF4-FFF2-40B4-BE49-F238E27FC236}">
                  <a16:creationId xmlns:a16="http://schemas.microsoft.com/office/drawing/2014/main" id="{6CB48927-3F63-0405-51A4-F7A20F9D54A1}"/>
                </a:ext>
              </a:extLst>
            </p:cNvPr>
            <p:cNvSpPr/>
            <p:nvPr/>
          </p:nvSpPr>
          <p:spPr>
            <a:xfrm rot="16200000">
              <a:off x="5222514"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4EB265"/>
            </a:solidFill>
            <a:ln w="9525" cap="rnd">
              <a:noFill/>
              <a:prstDash val="solid"/>
              <a:round/>
            </a:ln>
          </p:spPr>
          <p:txBody>
            <a:bodyPr/>
            <a:lstStyle/>
            <a:p>
              <a:pPr algn="ctr"/>
              <a:endParaRPr lang="en-US" sz="1701"/>
            </a:p>
          </p:txBody>
        </p:sp>
        <p:sp>
          <p:nvSpPr>
            <p:cNvPr id="6131" name="Freeform 4411">
              <a:extLst>
                <a:ext uri="{FF2B5EF4-FFF2-40B4-BE49-F238E27FC236}">
                  <a16:creationId xmlns:a16="http://schemas.microsoft.com/office/drawing/2014/main" id="{595CFDB9-2ADF-442C-2B88-1BE4E6B5DFCB}"/>
                </a:ext>
              </a:extLst>
            </p:cNvPr>
            <p:cNvSpPr/>
            <p:nvPr/>
          </p:nvSpPr>
          <p:spPr>
            <a:xfrm rot="16200000">
              <a:off x="5328287"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4EB265"/>
            </a:solidFill>
            <a:ln w="9525" cap="rnd">
              <a:noFill/>
              <a:prstDash val="solid"/>
              <a:round/>
            </a:ln>
          </p:spPr>
          <p:txBody>
            <a:bodyPr/>
            <a:lstStyle/>
            <a:p>
              <a:pPr algn="ctr"/>
              <a:endParaRPr lang="en-US" sz="1701"/>
            </a:p>
          </p:txBody>
        </p:sp>
        <p:sp>
          <p:nvSpPr>
            <p:cNvPr id="6132" name="Freeform 4412">
              <a:extLst>
                <a:ext uri="{FF2B5EF4-FFF2-40B4-BE49-F238E27FC236}">
                  <a16:creationId xmlns:a16="http://schemas.microsoft.com/office/drawing/2014/main" id="{C026DF2D-0D18-4BFE-DAE2-A124001E28F3}"/>
                </a:ext>
              </a:extLst>
            </p:cNvPr>
            <p:cNvSpPr/>
            <p:nvPr/>
          </p:nvSpPr>
          <p:spPr>
            <a:xfrm rot="16200000">
              <a:off x="5434308"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4EB265"/>
            </a:solidFill>
            <a:ln w="9525" cap="rnd">
              <a:noFill/>
              <a:prstDash val="solid"/>
              <a:round/>
            </a:ln>
          </p:spPr>
          <p:txBody>
            <a:bodyPr/>
            <a:lstStyle/>
            <a:p>
              <a:pPr algn="ctr"/>
              <a:endParaRPr lang="en-US" sz="1701"/>
            </a:p>
          </p:txBody>
        </p:sp>
        <p:sp>
          <p:nvSpPr>
            <p:cNvPr id="6133" name="Freeform 4413">
              <a:extLst>
                <a:ext uri="{FF2B5EF4-FFF2-40B4-BE49-F238E27FC236}">
                  <a16:creationId xmlns:a16="http://schemas.microsoft.com/office/drawing/2014/main" id="{CFA81837-694B-9C09-269F-35E5699C2528}"/>
                </a:ext>
              </a:extLst>
            </p:cNvPr>
            <p:cNvSpPr/>
            <p:nvPr/>
          </p:nvSpPr>
          <p:spPr>
            <a:xfrm rot="16200000">
              <a:off x="5540079"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7BAFDE"/>
            </a:solidFill>
            <a:ln w="9525" cap="rnd">
              <a:noFill/>
              <a:prstDash val="solid"/>
              <a:round/>
            </a:ln>
          </p:spPr>
          <p:txBody>
            <a:bodyPr/>
            <a:lstStyle/>
            <a:p>
              <a:pPr algn="ctr"/>
              <a:endParaRPr lang="en-US" sz="1701"/>
            </a:p>
          </p:txBody>
        </p:sp>
        <p:sp>
          <p:nvSpPr>
            <p:cNvPr id="6134" name="Freeform 4414">
              <a:extLst>
                <a:ext uri="{FF2B5EF4-FFF2-40B4-BE49-F238E27FC236}">
                  <a16:creationId xmlns:a16="http://schemas.microsoft.com/office/drawing/2014/main" id="{5001052A-3844-B0FC-F754-07394E2E4896}"/>
                </a:ext>
              </a:extLst>
            </p:cNvPr>
            <p:cNvSpPr/>
            <p:nvPr/>
          </p:nvSpPr>
          <p:spPr>
            <a:xfrm rot="16200000">
              <a:off x="5646100"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7BAFDE"/>
            </a:solidFill>
            <a:ln w="9525" cap="rnd">
              <a:noFill/>
              <a:prstDash val="solid"/>
              <a:round/>
            </a:ln>
          </p:spPr>
          <p:txBody>
            <a:bodyPr/>
            <a:lstStyle/>
            <a:p>
              <a:pPr algn="ctr"/>
              <a:endParaRPr lang="en-US" sz="1701"/>
            </a:p>
          </p:txBody>
        </p:sp>
        <p:sp>
          <p:nvSpPr>
            <p:cNvPr id="6135" name="Freeform 4415">
              <a:extLst>
                <a:ext uri="{FF2B5EF4-FFF2-40B4-BE49-F238E27FC236}">
                  <a16:creationId xmlns:a16="http://schemas.microsoft.com/office/drawing/2014/main" id="{DD500C2E-C65E-2C2B-1965-28BCA703529C}"/>
                </a:ext>
              </a:extLst>
            </p:cNvPr>
            <p:cNvSpPr/>
            <p:nvPr/>
          </p:nvSpPr>
          <p:spPr>
            <a:xfrm rot="16200000">
              <a:off x="5751873"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7BAFDE"/>
            </a:solidFill>
            <a:ln w="9525" cap="rnd">
              <a:noFill/>
              <a:prstDash val="solid"/>
              <a:round/>
            </a:ln>
          </p:spPr>
          <p:txBody>
            <a:bodyPr/>
            <a:lstStyle/>
            <a:p>
              <a:pPr algn="ctr"/>
              <a:endParaRPr lang="en-US" sz="1701"/>
            </a:p>
          </p:txBody>
        </p:sp>
        <p:sp>
          <p:nvSpPr>
            <p:cNvPr id="6136" name="Freeform 4416">
              <a:extLst>
                <a:ext uri="{FF2B5EF4-FFF2-40B4-BE49-F238E27FC236}">
                  <a16:creationId xmlns:a16="http://schemas.microsoft.com/office/drawing/2014/main" id="{193C2299-0213-D072-4681-3346558236BE}"/>
                </a:ext>
              </a:extLst>
            </p:cNvPr>
            <p:cNvSpPr/>
            <p:nvPr/>
          </p:nvSpPr>
          <p:spPr>
            <a:xfrm rot="16200000">
              <a:off x="5857644"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7BAFDE"/>
            </a:solidFill>
            <a:ln w="9525" cap="rnd">
              <a:noFill/>
              <a:prstDash val="solid"/>
              <a:round/>
            </a:ln>
          </p:spPr>
          <p:txBody>
            <a:bodyPr/>
            <a:lstStyle/>
            <a:p>
              <a:pPr algn="ctr"/>
              <a:endParaRPr lang="en-US" sz="1701"/>
            </a:p>
          </p:txBody>
        </p:sp>
        <p:sp>
          <p:nvSpPr>
            <p:cNvPr id="6137" name="Freeform 4417">
              <a:extLst>
                <a:ext uri="{FF2B5EF4-FFF2-40B4-BE49-F238E27FC236}">
                  <a16:creationId xmlns:a16="http://schemas.microsoft.com/office/drawing/2014/main" id="{20648862-ACE3-83F4-E7C5-047570473A70}"/>
                </a:ext>
              </a:extLst>
            </p:cNvPr>
            <p:cNvSpPr/>
            <p:nvPr/>
          </p:nvSpPr>
          <p:spPr>
            <a:xfrm rot="16200000">
              <a:off x="5963667" y="6124220"/>
              <a:ext cx="127000" cy="105771"/>
            </a:xfrm>
            <a:custGeom>
              <a:avLst/>
              <a:gdLst>
                <a:gd name="csX0" fmla="*/ 0 w 127000"/>
                <a:gd name="csY0" fmla="*/ 0 h 53524"/>
                <a:gd name="csX1" fmla="*/ 127000 w 127000"/>
                <a:gd name="csY1" fmla="*/ 0 h 53524"/>
                <a:gd name="csX2" fmla="*/ 127000 w 127000"/>
                <a:gd name="csY2" fmla="*/ 53525 h 53524"/>
                <a:gd name="csX3" fmla="*/ 0 w 127000"/>
                <a:gd name="csY3" fmla="*/ 53525 h 53524"/>
              </a:gdLst>
              <a:ahLst/>
              <a:cxnLst>
                <a:cxn ang="0">
                  <a:pos x="csX0" y="csY0"/>
                </a:cxn>
                <a:cxn ang="0">
                  <a:pos x="csX1" y="csY1"/>
                </a:cxn>
                <a:cxn ang="0">
                  <a:pos x="csX2" y="csY2"/>
                </a:cxn>
                <a:cxn ang="0">
                  <a:pos x="csX3" y="csY3"/>
                </a:cxn>
              </a:cxnLst>
              <a:rect l="l" t="t" r="r" b="b"/>
              <a:pathLst>
                <a:path w="127000" h="53524">
                  <a:moveTo>
                    <a:pt x="0" y="0"/>
                  </a:moveTo>
                  <a:lnTo>
                    <a:pt x="127000" y="0"/>
                  </a:lnTo>
                  <a:lnTo>
                    <a:pt x="127000" y="53525"/>
                  </a:lnTo>
                  <a:lnTo>
                    <a:pt x="0" y="53525"/>
                  </a:lnTo>
                  <a:close/>
                </a:path>
              </a:pathLst>
            </a:custGeom>
            <a:solidFill>
              <a:srgbClr val="7BAFDE"/>
            </a:solidFill>
            <a:ln w="9525" cap="rnd">
              <a:noFill/>
              <a:prstDash val="solid"/>
              <a:round/>
            </a:ln>
          </p:spPr>
          <p:txBody>
            <a:bodyPr/>
            <a:lstStyle/>
            <a:p>
              <a:pPr algn="ctr"/>
              <a:endParaRPr lang="en-US" sz="1701"/>
            </a:p>
          </p:txBody>
        </p:sp>
      </p:grpSp>
      <p:grpSp>
        <p:nvGrpSpPr>
          <p:cNvPr id="4423" name="Group 4422">
            <a:extLst>
              <a:ext uri="{FF2B5EF4-FFF2-40B4-BE49-F238E27FC236}">
                <a16:creationId xmlns:a16="http://schemas.microsoft.com/office/drawing/2014/main" id="{E6AF1067-491B-E264-E1F8-0F722580DA10}"/>
              </a:ext>
            </a:extLst>
          </p:cNvPr>
          <p:cNvGrpSpPr/>
          <p:nvPr/>
        </p:nvGrpSpPr>
        <p:grpSpPr>
          <a:xfrm rot="16200000">
            <a:off x="2547225" y="2382105"/>
            <a:ext cx="659858" cy="5202081"/>
            <a:chOff x="311225" y="2440656"/>
            <a:chExt cx="3390646" cy="2785953"/>
          </a:xfrm>
        </p:grpSpPr>
        <p:sp>
          <p:nvSpPr>
            <p:cNvPr id="4754" name="Freeform 4620">
              <a:extLst>
                <a:ext uri="{FF2B5EF4-FFF2-40B4-BE49-F238E27FC236}">
                  <a16:creationId xmlns:a16="http://schemas.microsoft.com/office/drawing/2014/main" id="{6A5565AB-2043-C92D-3923-3C48D0A8D3BB}"/>
                </a:ext>
              </a:extLst>
            </p:cNvPr>
            <p:cNvSpPr/>
            <p:nvPr/>
          </p:nvSpPr>
          <p:spPr>
            <a:xfrm>
              <a:off x="311225" y="244065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9D9DA"/>
            </a:solidFill>
            <a:ln w="9525" cap="rnd">
              <a:noFill/>
              <a:prstDash val="solid"/>
              <a:round/>
            </a:ln>
          </p:spPr>
          <p:txBody>
            <a:bodyPr/>
            <a:lstStyle/>
            <a:p>
              <a:pPr algn="ctr"/>
              <a:endParaRPr lang="en-US" sz="1701"/>
            </a:p>
          </p:txBody>
        </p:sp>
        <p:sp>
          <p:nvSpPr>
            <p:cNvPr id="4755" name="Freeform 4621">
              <a:extLst>
                <a:ext uri="{FF2B5EF4-FFF2-40B4-BE49-F238E27FC236}">
                  <a16:creationId xmlns:a16="http://schemas.microsoft.com/office/drawing/2014/main" id="{A864643B-C0E1-38D5-B1B4-568A4CA9BAA8}"/>
                </a:ext>
              </a:extLst>
            </p:cNvPr>
            <p:cNvSpPr/>
            <p:nvPr/>
          </p:nvSpPr>
          <p:spPr>
            <a:xfrm>
              <a:off x="311225" y="249430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DF2F2"/>
            </a:solidFill>
            <a:ln w="9525" cap="rnd">
              <a:noFill/>
              <a:prstDash val="solid"/>
              <a:round/>
            </a:ln>
          </p:spPr>
          <p:txBody>
            <a:bodyPr/>
            <a:lstStyle/>
            <a:p>
              <a:pPr algn="ctr"/>
              <a:endParaRPr lang="en-US" sz="1701"/>
            </a:p>
          </p:txBody>
        </p:sp>
        <p:sp>
          <p:nvSpPr>
            <p:cNvPr id="4756" name="Freeform 4622">
              <a:extLst>
                <a:ext uri="{FF2B5EF4-FFF2-40B4-BE49-F238E27FC236}">
                  <a16:creationId xmlns:a16="http://schemas.microsoft.com/office/drawing/2014/main" id="{C5D1BA03-47D0-6110-3FF6-40B40477EA1F}"/>
                </a:ext>
              </a:extLst>
            </p:cNvPr>
            <p:cNvSpPr/>
            <p:nvPr/>
          </p:nvSpPr>
          <p:spPr>
            <a:xfrm>
              <a:off x="311225" y="254783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3F7FB"/>
            </a:solidFill>
            <a:ln w="9525" cap="rnd">
              <a:noFill/>
              <a:prstDash val="solid"/>
              <a:round/>
            </a:ln>
          </p:spPr>
          <p:txBody>
            <a:bodyPr/>
            <a:lstStyle/>
            <a:p>
              <a:pPr algn="ctr"/>
              <a:endParaRPr lang="en-US" sz="1701"/>
            </a:p>
          </p:txBody>
        </p:sp>
        <p:sp>
          <p:nvSpPr>
            <p:cNvPr id="4757" name="Freeform 4623">
              <a:extLst>
                <a:ext uri="{FF2B5EF4-FFF2-40B4-BE49-F238E27FC236}">
                  <a16:creationId xmlns:a16="http://schemas.microsoft.com/office/drawing/2014/main" id="{1D22540A-BDE7-F83A-1D67-FF9BD6796939}"/>
                </a:ext>
              </a:extLst>
            </p:cNvPr>
            <p:cNvSpPr/>
            <p:nvPr/>
          </p:nvSpPr>
          <p:spPr>
            <a:xfrm>
              <a:off x="311225" y="260148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3F7FB"/>
            </a:solidFill>
            <a:ln w="9525" cap="rnd">
              <a:noFill/>
              <a:prstDash val="solid"/>
              <a:round/>
            </a:ln>
          </p:spPr>
          <p:txBody>
            <a:bodyPr/>
            <a:lstStyle/>
            <a:p>
              <a:pPr algn="ctr"/>
              <a:endParaRPr lang="en-US" sz="1701"/>
            </a:p>
          </p:txBody>
        </p:sp>
        <p:sp>
          <p:nvSpPr>
            <p:cNvPr id="4758" name="Freeform 4624">
              <a:extLst>
                <a:ext uri="{FF2B5EF4-FFF2-40B4-BE49-F238E27FC236}">
                  <a16:creationId xmlns:a16="http://schemas.microsoft.com/office/drawing/2014/main" id="{0F493C86-2CE1-928E-EC7A-41CCADA7DF9E}"/>
                </a:ext>
              </a:extLst>
            </p:cNvPr>
            <p:cNvSpPr/>
            <p:nvPr/>
          </p:nvSpPr>
          <p:spPr>
            <a:xfrm>
              <a:off x="311225" y="265500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F1F7"/>
            </a:solidFill>
            <a:ln w="9525" cap="rnd">
              <a:noFill/>
              <a:prstDash val="solid"/>
              <a:round/>
            </a:ln>
          </p:spPr>
          <p:txBody>
            <a:bodyPr/>
            <a:lstStyle/>
            <a:p>
              <a:pPr algn="ctr"/>
              <a:endParaRPr lang="en-US" sz="1701"/>
            </a:p>
          </p:txBody>
        </p:sp>
        <p:sp>
          <p:nvSpPr>
            <p:cNvPr id="4759" name="Freeform 4625">
              <a:extLst>
                <a:ext uri="{FF2B5EF4-FFF2-40B4-BE49-F238E27FC236}">
                  <a16:creationId xmlns:a16="http://schemas.microsoft.com/office/drawing/2014/main" id="{E9D025C1-779E-8DB8-0A0C-5A250340A0DD}"/>
                </a:ext>
              </a:extLst>
            </p:cNvPr>
            <p:cNvSpPr/>
            <p:nvPr/>
          </p:nvSpPr>
          <p:spPr>
            <a:xfrm>
              <a:off x="311225" y="270853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F1F7"/>
            </a:solidFill>
            <a:ln w="9525" cap="rnd">
              <a:noFill/>
              <a:prstDash val="solid"/>
              <a:round/>
            </a:ln>
          </p:spPr>
          <p:txBody>
            <a:bodyPr/>
            <a:lstStyle/>
            <a:p>
              <a:pPr algn="ctr"/>
              <a:endParaRPr lang="en-US" sz="1701"/>
            </a:p>
          </p:txBody>
        </p:sp>
        <p:sp>
          <p:nvSpPr>
            <p:cNvPr id="4760" name="Freeform 4626">
              <a:extLst>
                <a:ext uri="{FF2B5EF4-FFF2-40B4-BE49-F238E27FC236}">
                  <a16:creationId xmlns:a16="http://schemas.microsoft.com/office/drawing/2014/main" id="{067F0FE9-4A38-6DFE-8DB7-31D7301D70DB}"/>
                </a:ext>
              </a:extLst>
            </p:cNvPr>
            <p:cNvSpPr/>
            <p:nvPr/>
          </p:nvSpPr>
          <p:spPr>
            <a:xfrm>
              <a:off x="311225" y="276218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F1F7"/>
            </a:solidFill>
            <a:ln w="9525" cap="rnd">
              <a:noFill/>
              <a:prstDash val="solid"/>
              <a:round/>
            </a:ln>
          </p:spPr>
          <p:txBody>
            <a:bodyPr/>
            <a:lstStyle/>
            <a:p>
              <a:pPr algn="ctr"/>
              <a:endParaRPr lang="en-US" sz="1701"/>
            </a:p>
          </p:txBody>
        </p:sp>
        <p:sp>
          <p:nvSpPr>
            <p:cNvPr id="4761" name="Freeform 4627">
              <a:extLst>
                <a:ext uri="{FF2B5EF4-FFF2-40B4-BE49-F238E27FC236}">
                  <a16:creationId xmlns:a16="http://schemas.microsoft.com/office/drawing/2014/main" id="{19CAF239-27BB-CBC5-AFC7-495712A5E43E}"/>
                </a:ext>
              </a:extLst>
            </p:cNvPr>
            <p:cNvSpPr/>
            <p:nvPr/>
          </p:nvSpPr>
          <p:spPr>
            <a:xfrm>
              <a:off x="311225" y="281571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9DBEC"/>
            </a:solidFill>
            <a:ln w="9525" cap="rnd">
              <a:noFill/>
              <a:prstDash val="solid"/>
              <a:round/>
            </a:ln>
          </p:spPr>
          <p:txBody>
            <a:bodyPr/>
            <a:lstStyle/>
            <a:p>
              <a:pPr algn="ctr"/>
              <a:endParaRPr lang="en-US" sz="1701"/>
            </a:p>
          </p:txBody>
        </p:sp>
        <p:sp>
          <p:nvSpPr>
            <p:cNvPr id="4762" name="Freeform 4628">
              <a:extLst>
                <a:ext uri="{FF2B5EF4-FFF2-40B4-BE49-F238E27FC236}">
                  <a16:creationId xmlns:a16="http://schemas.microsoft.com/office/drawing/2014/main" id="{54351DA3-868C-0C4B-827A-CE27DDCAC19B}"/>
                </a:ext>
              </a:extLst>
            </p:cNvPr>
            <p:cNvSpPr/>
            <p:nvPr/>
          </p:nvSpPr>
          <p:spPr>
            <a:xfrm>
              <a:off x="311225" y="286936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4D8EB"/>
            </a:solidFill>
            <a:ln w="9525" cap="rnd">
              <a:noFill/>
              <a:prstDash val="solid"/>
              <a:round/>
            </a:ln>
          </p:spPr>
          <p:txBody>
            <a:bodyPr/>
            <a:lstStyle/>
            <a:p>
              <a:pPr algn="ctr"/>
              <a:endParaRPr lang="en-US" sz="1701"/>
            </a:p>
          </p:txBody>
        </p:sp>
        <p:sp>
          <p:nvSpPr>
            <p:cNvPr id="4763" name="Freeform 4629">
              <a:extLst>
                <a:ext uri="{FF2B5EF4-FFF2-40B4-BE49-F238E27FC236}">
                  <a16:creationId xmlns:a16="http://schemas.microsoft.com/office/drawing/2014/main" id="{2CE68637-6661-EF83-75A0-A3D53699EB1F}"/>
                </a:ext>
              </a:extLst>
            </p:cNvPr>
            <p:cNvSpPr/>
            <p:nvPr/>
          </p:nvSpPr>
          <p:spPr>
            <a:xfrm>
              <a:off x="311225" y="292288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0D5E9"/>
            </a:solidFill>
            <a:ln w="9525" cap="rnd">
              <a:noFill/>
              <a:prstDash val="solid"/>
              <a:round/>
            </a:ln>
          </p:spPr>
          <p:txBody>
            <a:bodyPr/>
            <a:lstStyle/>
            <a:p>
              <a:pPr algn="ctr"/>
              <a:endParaRPr lang="en-US" sz="1701"/>
            </a:p>
          </p:txBody>
        </p:sp>
        <p:sp>
          <p:nvSpPr>
            <p:cNvPr id="4764" name="Freeform 4630">
              <a:extLst>
                <a:ext uri="{FF2B5EF4-FFF2-40B4-BE49-F238E27FC236}">
                  <a16:creationId xmlns:a16="http://schemas.microsoft.com/office/drawing/2014/main" id="{40C6C4BA-297E-2EC8-BEA1-0F70989908F7}"/>
                </a:ext>
              </a:extLst>
            </p:cNvPr>
            <p:cNvSpPr/>
            <p:nvPr/>
          </p:nvSpPr>
          <p:spPr>
            <a:xfrm>
              <a:off x="311225" y="297641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0D5E9"/>
            </a:solidFill>
            <a:ln w="9525" cap="rnd">
              <a:noFill/>
              <a:prstDash val="solid"/>
              <a:round/>
            </a:ln>
          </p:spPr>
          <p:txBody>
            <a:bodyPr/>
            <a:lstStyle/>
            <a:p>
              <a:pPr algn="ctr"/>
              <a:endParaRPr lang="en-US" sz="1701"/>
            </a:p>
          </p:txBody>
        </p:sp>
        <p:sp>
          <p:nvSpPr>
            <p:cNvPr id="4765" name="Freeform 4631">
              <a:extLst>
                <a:ext uri="{FF2B5EF4-FFF2-40B4-BE49-F238E27FC236}">
                  <a16:creationId xmlns:a16="http://schemas.microsoft.com/office/drawing/2014/main" id="{9241D0CE-5BBB-DD4F-92BF-BA7129F600C1}"/>
                </a:ext>
              </a:extLst>
            </p:cNvPr>
            <p:cNvSpPr/>
            <p:nvPr/>
          </p:nvSpPr>
          <p:spPr>
            <a:xfrm>
              <a:off x="311225" y="303006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CE7F3"/>
            </a:solidFill>
            <a:ln w="9525" cap="rnd">
              <a:noFill/>
              <a:prstDash val="solid"/>
              <a:round/>
            </a:ln>
          </p:spPr>
          <p:txBody>
            <a:bodyPr/>
            <a:lstStyle/>
            <a:p>
              <a:pPr algn="ctr"/>
              <a:endParaRPr lang="en-US" sz="1701"/>
            </a:p>
          </p:txBody>
        </p:sp>
        <p:sp>
          <p:nvSpPr>
            <p:cNvPr id="4766" name="Freeform 4632">
              <a:extLst>
                <a:ext uri="{FF2B5EF4-FFF2-40B4-BE49-F238E27FC236}">
                  <a16:creationId xmlns:a16="http://schemas.microsoft.com/office/drawing/2014/main" id="{897E962E-0BD4-1594-3644-22CB3B1E68BF}"/>
                </a:ext>
              </a:extLst>
            </p:cNvPr>
            <p:cNvSpPr/>
            <p:nvPr/>
          </p:nvSpPr>
          <p:spPr>
            <a:xfrm>
              <a:off x="311225" y="308358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CE7F3"/>
            </a:solidFill>
            <a:ln w="9525" cap="rnd">
              <a:noFill/>
              <a:prstDash val="solid"/>
              <a:round/>
            </a:ln>
          </p:spPr>
          <p:txBody>
            <a:bodyPr/>
            <a:lstStyle/>
            <a:p>
              <a:pPr algn="ctr"/>
              <a:endParaRPr lang="en-US" sz="1701"/>
            </a:p>
          </p:txBody>
        </p:sp>
        <p:sp>
          <p:nvSpPr>
            <p:cNvPr id="4767" name="Freeform 4633">
              <a:extLst>
                <a:ext uri="{FF2B5EF4-FFF2-40B4-BE49-F238E27FC236}">
                  <a16:creationId xmlns:a16="http://schemas.microsoft.com/office/drawing/2014/main" id="{CA8271AC-6C4A-B26F-6C5B-16C8E3FCB9F1}"/>
                </a:ext>
              </a:extLst>
            </p:cNvPr>
            <p:cNvSpPr/>
            <p:nvPr/>
          </p:nvSpPr>
          <p:spPr>
            <a:xfrm>
              <a:off x="311225" y="313723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2E1EF"/>
            </a:solidFill>
            <a:ln w="9525" cap="rnd">
              <a:noFill/>
              <a:prstDash val="solid"/>
              <a:round/>
            </a:ln>
          </p:spPr>
          <p:txBody>
            <a:bodyPr/>
            <a:lstStyle/>
            <a:p>
              <a:pPr algn="ctr"/>
              <a:endParaRPr lang="en-US" sz="1701"/>
            </a:p>
          </p:txBody>
        </p:sp>
        <p:sp>
          <p:nvSpPr>
            <p:cNvPr id="4768" name="Freeform 4634">
              <a:extLst>
                <a:ext uri="{FF2B5EF4-FFF2-40B4-BE49-F238E27FC236}">
                  <a16:creationId xmlns:a16="http://schemas.microsoft.com/office/drawing/2014/main" id="{B4D34A99-EDBB-40B7-9B69-6DA923BCCCFB}"/>
                </a:ext>
              </a:extLst>
            </p:cNvPr>
            <p:cNvSpPr/>
            <p:nvPr/>
          </p:nvSpPr>
          <p:spPr>
            <a:xfrm>
              <a:off x="311225" y="319076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7E4F1"/>
            </a:solidFill>
            <a:ln w="9525" cap="rnd">
              <a:noFill/>
              <a:prstDash val="solid"/>
              <a:round/>
            </a:ln>
          </p:spPr>
          <p:txBody>
            <a:bodyPr/>
            <a:lstStyle/>
            <a:p>
              <a:pPr algn="ctr"/>
              <a:endParaRPr lang="en-US" sz="1701"/>
            </a:p>
          </p:txBody>
        </p:sp>
        <p:sp>
          <p:nvSpPr>
            <p:cNvPr id="4769" name="Freeform 4635">
              <a:extLst>
                <a:ext uri="{FF2B5EF4-FFF2-40B4-BE49-F238E27FC236}">
                  <a16:creationId xmlns:a16="http://schemas.microsoft.com/office/drawing/2014/main" id="{00CD3823-7F77-CCBB-75D5-FDF5B0766DCB}"/>
                </a:ext>
              </a:extLst>
            </p:cNvPr>
            <p:cNvSpPr/>
            <p:nvPr/>
          </p:nvSpPr>
          <p:spPr>
            <a:xfrm>
              <a:off x="311225" y="324428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7AA6D1"/>
            </a:solidFill>
            <a:ln w="9525" cap="rnd">
              <a:noFill/>
              <a:prstDash val="solid"/>
              <a:round/>
            </a:ln>
          </p:spPr>
          <p:txBody>
            <a:bodyPr/>
            <a:lstStyle/>
            <a:p>
              <a:pPr algn="ctr"/>
              <a:endParaRPr lang="en-US" sz="1701"/>
            </a:p>
          </p:txBody>
        </p:sp>
        <p:sp>
          <p:nvSpPr>
            <p:cNvPr id="4770" name="Freeform 4636">
              <a:extLst>
                <a:ext uri="{FF2B5EF4-FFF2-40B4-BE49-F238E27FC236}">
                  <a16:creationId xmlns:a16="http://schemas.microsoft.com/office/drawing/2014/main" id="{2730E0D7-8B2B-A92A-18ED-3F5A2C4F6D1A}"/>
                </a:ext>
              </a:extLst>
            </p:cNvPr>
            <p:cNvSpPr/>
            <p:nvPr/>
          </p:nvSpPr>
          <p:spPr>
            <a:xfrm>
              <a:off x="311225" y="329794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7FA9D3"/>
            </a:solidFill>
            <a:ln w="9525" cap="rnd">
              <a:noFill/>
              <a:prstDash val="solid"/>
              <a:round/>
            </a:ln>
          </p:spPr>
          <p:txBody>
            <a:bodyPr/>
            <a:lstStyle/>
            <a:p>
              <a:pPr algn="ctr"/>
              <a:endParaRPr lang="en-US" sz="1701"/>
            </a:p>
          </p:txBody>
        </p:sp>
        <p:sp>
          <p:nvSpPr>
            <p:cNvPr id="4771" name="Freeform 4637">
              <a:extLst>
                <a:ext uri="{FF2B5EF4-FFF2-40B4-BE49-F238E27FC236}">
                  <a16:creationId xmlns:a16="http://schemas.microsoft.com/office/drawing/2014/main" id="{CC077717-B769-37EF-2D9A-535FFCF23A6C}"/>
                </a:ext>
              </a:extLst>
            </p:cNvPr>
            <p:cNvSpPr/>
            <p:nvPr/>
          </p:nvSpPr>
          <p:spPr>
            <a:xfrm>
              <a:off x="311225" y="335146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3ACD4"/>
            </a:solidFill>
            <a:ln w="9525" cap="rnd">
              <a:noFill/>
              <a:prstDash val="solid"/>
              <a:round/>
            </a:ln>
          </p:spPr>
          <p:txBody>
            <a:bodyPr/>
            <a:lstStyle/>
            <a:p>
              <a:pPr algn="ctr"/>
              <a:endParaRPr lang="en-US" sz="1701"/>
            </a:p>
          </p:txBody>
        </p:sp>
        <p:sp>
          <p:nvSpPr>
            <p:cNvPr id="4772" name="Freeform 4638">
              <a:extLst>
                <a:ext uri="{FF2B5EF4-FFF2-40B4-BE49-F238E27FC236}">
                  <a16:creationId xmlns:a16="http://schemas.microsoft.com/office/drawing/2014/main" id="{91823B0F-9A3C-BF3A-53B6-7963AB4FE1DF}"/>
                </a:ext>
              </a:extLst>
            </p:cNvPr>
            <p:cNvSpPr/>
            <p:nvPr/>
          </p:nvSpPr>
          <p:spPr>
            <a:xfrm>
              <a:off x="311225" y="340511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3ACD4"/>
            </a:solidFill>
            <a:ln w="9525" cap="rnd">
              <a:noFill/>
              <a:prstDash val="solid"/>
              <a:round/>
            </a:ln>
          </p:spPr>
          <p:txBody>
            <a:bodyPr/>
            <a:lstStyle/>
            <a:p>
              <a:pPr algn="ctr"/>
              <a:endParaRPr lang="en-US" sz="1701"/>
            </a:p>
          </p:txBody>
        </p:sp>
        <p:sp>
          <p:nvSpPr>
            <p:cNvPr id="4773" name="Freeform 4639">
              <a:extLst>
                <a:ext uri="{FF2B5EF4-FFF2-40B4-BE49-F238E27FC236}">
                  <a16:creationId xmlns:a16="http://schemas.microsoft.com/office/drawing/2014/main" id="{611A19B2-F15B-0A71-63C1-7BACE4B8B997}"/>
                </a:ext>
              </a:extLst>
            </p:cNvPr>
            <p:cNvSpPr/>
            <p:nvPr/>
          </p:nvSpPr>
          <p:spPr>
            <a:xfrm>
              <a:off x="311225" y="345864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DB2D7"/>
            </a:solidFill>
            <a:ln w="9525" cap="rnd">
              <a:noFill/>
              <a:prstDash val="solid"/>
              <a:round/>
            </a:ln>
          </p:spPr>
          <p:txBody>
            <a:bodyPr/>
            <a:lstStyle/>
            <a:p>
              <a:pPr algn="ctr"/>
              <a:endParaRPr lang="en-US" sz="1701"/>
            </a:p>
          </p:txBody>
        </p:sp>
        <p:sp>
          <p:nvSpPr>
            <p:cNvPr id="4774" name="Freeform 4640">
              <a:extLst>
                <a:ext uri="{FF2B5EF4-FFF2-40B4-BE49-F238E27FC236}">
                  <a16:creationId xmlns:a16="http://schemas.microsoft.com/office/drawing/2014/main" id="{A1B85241-C00D-3610-1314-1CC7C1F97197}"/>
                </a:ext>
              </a:extLst>
            </p:cNvPr>
            <p:cNvSpPr/>
            <p:nvPr/>
          </p:nvSpPr>
          <p:spPr>
            <a:xfrm>
              <a:off x="311225" y="351216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6B9DB"/>
            </a:solidFill>
            <a:ln w="9525" cap="rnd">
              <a:noFill/>
              <a:prstDash val="solid"/>
              <a:round/>
            </a:ln>
          </p:spPr>
          <p:txBody>
            <a:bodyPr/>
            <a:lstStyle/>
            <a:p>
              <a:pPr algn="ctr"/>
              <a:endParaRPr lang="en-US" sz="1701"/>
            </a:p>
          </p:txBody>
        </p:sp>
        <p:sp>
          <p:nvSpPr>
            <p:cNvPr id="4775" name="Freeform 4641">
              <a:extLst>
                <a:ext uri="{FF2B5EF4-FFF2-40B4-BE49-F238E27FC236}">
                  <a16:creationId xmlns:a16="http://schemas.microsoft.com/office/drawing/2014/main" id="{C3B557A4-2148-9D2B-93AE-29889EF2F1B0}"/>
                </a:ext>
              </a:extLst>
            </p:cNvPr>
            <p:cNvSpPr/>
            <p:nvPr/>
          </p:nvSpPr>
          <p:spPr>
            <a:xfrm>
              <a:off x="311225" y="356581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4C2DF"/>
            </a:solidFill>
            <a:ln w="9525" cap="rnd">
              <a:noFill/>
              <a:prstDash val="solid"/>
              <a:round/>
            </a:ln>
          </p:spPr>
          <p:txBody>
            <a:bodyPr/>
            <a:lstStyle/>
            <a:p>
              <a:pPr algn="ctr"/>
              <a:endParaRPr lang="en-US" sz="1701"/>
            </a:p>
          </p:txBody>
        </p:sp>
        <p:sp>
          <p:nvSpPr>
            <p:cNvPr id="4776" name="Freeform 4642">
              <a:extLst>
                <a:ext uri="{FF2B5EF4-FFF2-40B4-BE49-F238E27FC236}">
                  <a16:creationId xmlns:a16="http://schemas.microsoft.com/office/drawing/2014/main" id="{06067104-E5BA-3AFC-4666-0FD53B8E9DDB}"/>
                </a:ext>
              </a:extLst>
            </p:cNvPr>
            <p:cNvSpPr/>
            <p:nvPr/>
          </p:nvSpPr>
          <p:spPr>
            <a:xfrm>
              <a:off x="311225" y="361934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B6CEE6"/>
            </a:solidFill>
            <a:ln w="9525" cap="rnd">
              <a:noFill/>
              <a:prstDash val="solid"/>
              <a:round/>
            </a:ln>
          </p:spPr>
          <p:txBody>
            <a:bodyPr/>
            <a:lstStyle/>
            <a:p>
              <a:pPr algn="ctr"/>
              <a:endParaRPr lang="en-US" sz="1701"/>
            </a:p>
          </p:txBody>
        </p:sp>
        <p:sp>
          <p:nvSpPr>
            <p:cNvPr id="5184" name="Freeform 4643">
              <a:extLst>
                <a:ext uri="{FF2B5EF4-FFF2-40B4-BE49-F238E27FC236}">
                  <a16:creationId xmlns:a16="http://schemas.microsoft.com/office/drawing/2014/main" id="{4BDB1D0B-81B2-5517-6008-7C627914828B}"/>
                </a:ext>
              </a:extLst>
            </p:cNvPr>
            <p:cNvSpPr/>
            <p:nvPr/>
          </p:nvSpPr>
          <p:spPr>
            <a:xfrm>
              <a:off x="311225" y="367299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B2CBE4"/>
            </a:solidFill>
            <a:ln w="9525" cap="rnd">
              <a:noFill/>
              <a:prstDash val="solid"/>
              <a:round/>
            </a:ln>
          </p:spPr>
          <p:txBody>
            <a:bodyPr/>
            <a:lstStyle/>
            <a:p>
              <a:pPr algn="ctr"/>
              <a:endParaRPr lang="en-US" sz="1701"/>
            </a:p>
          </p:txBody>
        </p:sp>
        <p:sp>
          <p:nvSpPr>
            <p:cNvPr id="5185" name="Freeform 4644">
              <a:extLst>
                <a:ext uri="{FF2B5EF4-FFF2-40B4-BE49-F238E27FC236}">
                  <a16:creationId xmlns:a16="http://schemas.microsoft.com/office/drawing/2014/main" id="{585A9093-A36A-4794-7E63-15A71D8B8658}"/>
                </a:ext>
              </a:extLst>
            </p:cNvPr>
            <p:cNvSpPr/>
            <p:nvPr/>
          </p:nvSpPr>
          <p:spPr>
            <a:xfrm>
              <a:off x="311225" y="372652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DC8E3"/>
            </a:solidFill>
            <a:ln w="9525" cap="rnd">
              <a:noFill/>
              <a:prstDash val="solid"/>
              <a:round/>
            </a:ln>
          </p:spPr>
          <p:txBody>
            <a:bodyPr/>
            <a:lstStyle/>
            <a:p>
              <a:pPr algn="ctr"/>
              <a:endParaRPr lang="en-US" sz="1701"/>
            </a:p>
          </p:txBody>
        </p:sp>
        <p:sp>
          <p:nvSpPr>
            <p:cNvPr id="5186" name="Freeform 4645">
              <a:extLst>
                <a:ext uri="{FF2B5EF4-FFF2-40B4-BE49-F238E27FC236}">
                  <a16:creationId xmlns:a16="http://schemas.microsoft.com/office/drawing/2014/main" id="{A79E32EA-2A15-1434-40C3-9B68BE661AB9}"/>
                </a:ext>
              </a:extLst>
            </p:cNvPr>
            <p:cNvSpPr/>
            <p:nvPr/>
          </p:nvSpPr>
          <p:spPr>
            <a:xfrm>
              <a:off x="311225" y="378004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DC8E3"/>
            </a:solidFill>
            <a:ln w="9525" cap="rnd">
              <a:noFill/>
              <a:prstDash val="solid"/>
              <a:round/>
            </a:ln>
          </p:spPr>
          <p:txBody>
            <a:bodyPr/>
            <a:lstStyle/>
            <a:p>
              <a:pPr algn="ctr"/>
              <a:endParaRPr lang="en-US" sz="1701"/>
            </a:p>
          </p:txBody>
        </p:sp>
        <p:sp>
          <p:nvSpPr>
            <p:cNvPr id="5187" name="Freeform 4646">
              <a:extLst>
                <a:ext uri="{FF2B5EF4-FFF2-40B4-BE49-F238E27FC236}">
                  <a16:creationId xmlns:a16="http://schemas.microsoft.com/office/drawing/2014/main" id="{FBC27227-5FB8-58C9-6367-CE603E088DA0}"/>
                </a:ext>
              </a:extLst>
            </p:cNvPr>
            <p:cNvSpPr/>
            <p:nvPr/>
          </p:nvSpPr>
          <p:spPr>
            <a:xfrm>
              <a:off x="311225" y="383369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DC8E3"/>
            </a:solidFill>
            <a:ln w="9525" cap="rnd">
              <a:noFill/>
              <a:prstDash val="solid"/>
              <a:round/>
            </a:ln>
          </p:spPr>
          <p:txBody>
            <a:bodyPr/>
            <a:lstStyle/>
            <a:p>
              <a:pPr algn="ctr"/>
              <a:endParaRPr lang="en-US" sz="1701"/>
            </a:p>
          </p:txBody>
        </p:sp>
        <p:sp>
          <p:nvSpPr>
            <p:cNvPr id="5188" name="Freeform 4647">
              <a:extLst>
                <a:ext uri="{FF2B5EF4-FFF2-40B4-BE49-F238E27FC236}">
                  <a16:creationId xmlns:a16="http://schemas.microsoft.com/office/drawing/2014/main" id="{0F66A65C-C58B-2D85-210A-95FEAF10292A}"/>
                </a:ext>
              </a:extLst>
            </p:cNvPr>
            <p:cNvSpPr/>
            <p:nvPr/>
          </p:nvSpPr>
          <p:spPr>
            <a:xfrm>
              <a:off x="311225" y="388722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D8386"/>
            </a:solidFill>
            <a:ln w="9525" cap="rnd">
              <a:noFill/>
              <a:prstDash val="solid"/>
              <a:round/>
            </a:ln>
          </p:spPr>
          <p:txBody>
            <a:bodyPr/>
            <a:lstStyle/>
            <a:p>
              <a:pPr algn="ctr"/>
              <a:endParaRPr lang="en-US" sz="1701"/>
            </a:p>
          </p:txBody>
        </p:sp>
        <p:sp>
          <p:nvSpPr>
            <p:cNvPr id="5189" name="Freeform 4648">
              <a:extLst>
                <a:ext uri="{FF2B5EF4-FFF2-40B4-BE49-F238E27FC236}">
                  <a16:creationId xmlns:a16="http://schemas.microsoft.com/office/drawing/2014/main" id="{FA2F3BC4-D1F3-5FB4-D355-7279C8950126}"/>
                </a:ext>
              </a:extLst>
            </p:cNvPr>
            <p:cNvSpPr/>
            <p:nvPr/>
          </p:nvSpPr>
          <p:spPr>
            <a:xfrm>
              <a:off x="311225" y="394087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E81"/>
            </a:solidFill>
            <a:ln w="9525" cap="rnd">
              <a:noFill/>
              <a:prstDash val="solid"/>
              <a:round/>
            </a:ln>
          </p:spPr>
          <p:txBody>
            <a:bodyPr/>
            <a:lstStyle/>
            <a:p>
              <a:pPr algn="ctr"/>
              <a:endParaRPr lang="en-US" sz="1701"/>
            </a:p>
          </p:txBody>
        </p:sp>
        <p:sp>
          <p:nvSpPr>
            <p:cNvPr id="5190" name="Freeform 4649">
              <a:extLst>
                <a:ext uri="{FF2B5EF4-FFF2-40B4-BE49-F238E27FC236}">
                  <a16:creationId xmlns:a16="http://schemas.microsoft.com/office/drawing/2014/main" id="{65D02FE1-5F62-26F7-8493-82D85B96F0D9}"/>
                </a:ext>
              </a:extLst>
            </p:cNvPr>
            <p:cNvSpPr/>
            <p:nvPr/>
          </p:nvSpPr>
          <p:spPr>
            <a:xfrm>
              <a:off x="311225" y="399439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E81"/>
            </a:solidFill>
            <a:ln w="9525" cap="rnd">
              <a:noFill/>
              <a:prstDash val="solid"/>
              <a:round/>
            </a:ln>
          </p:spPr>
          <p:txBody>
            <a:bodyPr/>
            <a:lstStyle/>
            <a:p>
              <a:pPr algn="ctr"/>
              <a:endParaRPr lang="en-US" sz="1701"/>
            </a:p>
          </p:txBody>
        </p:sp>
        <p:sp>
          <p:nvSpPr>
            <p:cNvPr id="5191" name="Freeform 4650">
              <a:extLst>
                <a:ext uri="{FF2B5EF4-FFF2-40B4-BE49-F238E27FC236}">
                  <a16:creationId xmlns:a16="http://schemas.microsoft.com/office/drawing/2014/main" id="{F97683D1-0D70-9A8A-52D8-6E1C2391892C}"/>
                </a:ext>
              </a:extLst>
            </p:cNvPr>
            <p:cNvSpPr/>
            <p:nvPr/>
          </p:nvSpPr>
          <p:spPr>
            <a:xfrm>
              <a:off x="311225" y="404792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5192" name="Freeform 4651">
              <a:extLst>
                <a:ext uri="{FF2B5EF4-FFF2-40B4-BE49-F238E27FC236}">
                  <a16:creationId xmlns:a16="http://schemas.microsoft.com/office/drawing/2014/main" id="{8187801A-5969-B2FF-83A1-999E748C1093}"/>
                </a:ext>
              </a:extLst>
            </p:cNvPr>
            <p:cNvSpPr/>
            <p:nvPr/>
          </p:nvSpPr>
          <p:spPr>
            <a:xfrm>
              <a:off x="311225" y="410157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5193" name="Freeform 4652">
              <a:extLst>
                <a:ext uri="{FF2B5EF4-FFF2-40B4-BE49-F238E27FC236}">
                  <a16:creationId xmlns:a16="http://schemas.microsoft.com/office/drawing/2014/main" id="{E000C057-3107-8DD0-4638-14509563FDED}"/>
                </a:ext>
              </a:extLst>
            </p:cNvPr>
            <p:cNvSpPr/>
            <p:nvPr/>
          </p:nvSpPr>
          <p:spPr>
            <a:xfrm>
              <a:off x="311225" y="415509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5194" name="Freeform 4653">
              <a:extLst>
                <a:ext uri="{FF2B5EF4-FFF2-40B4-BE49-F238E27FC236}">
                  <a16:creationId xmlns:a16="http://schemas.microsoft.com/office/drawing/2014/main" id="{31F73AB7-9DA5-92ED-44AB-1DE3B2EE1CFE}"/>
                </a:ext>
              </a:extLst>
            </p:cNvPr>
            <p:cNvSpPr/>
            <p:nvPr/>
          </p:nvSpPr>
          <p:spPr>
            <a:xfrm>
              <a:off x="311225" y="420875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5195" name="Freeform 4654">
              <a:extLst>
                <a:ext uri="{FF2B5EF4-FFF2-40B4-BE49-F238E27FC236}">
                  <a16:creationId xmlns:a16="http://schemas.microsoft.com/office/drawing/2014/main" id="{FF122E0A-1DDF-0D3D-FB17-A997F0BBDCCA}"/>
                </a:ext>
              </a:extLst>
            </p:cNvPr>
            <p:cNvSpPr/>
            <p:nvPr/>
          </p:nvSpPr>
          <p:spPr>
            <a:xfrm>
              <a:off x="311225" y="426227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D8386"/>
            </a:solidFill>
            <a:ln w="9525" cap="rnd">
              <a:noFill/>
              <a:prstDash val="solid"/>
              <a:round/>
            </a:ln>
          </p:spPr>
          <p:txBody>
            <a:bodyPr/>
            <a:lstStyle/>
            <a:p>
              <a:pPr algn="ctr"/>
              <a:endParaRPr lang="en-US" sz="1701"/>
            </a:p>
          </p:txBody>
        </p:sp>
        <p:sp>
          <p:nvSpPr>
            <p:cNvPr id="5196" name="Freeform 4655">
              <a:extLst>
                <a:ext uri="{FF2B5EF4-FFF2-40B4-BE49-F238E27FC236}">
                  <a16:creationId xmlns:a16="http://schemas.microsoft.com/office/drawing/2014/main" id="{AF5C3099-A256-765E-0FCC-5D9B655377B0}"/>
                </a:ext>
              </a:extLst>
            </p:cNvPr>
            <p:cNvSpPr/>
            <p:nvPr/>
          </p:nvSpPr>
          <p:spPr>
            <a:xfrm>
              <a:off x="311225" y="431580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F8D90"/>
            </a:solidFill>
            <a:ln w="9525" cap="rnd">
              <a:noFill/>
              <a:prstDash val="solid"/>
              <a:round/>
            </a:ln>
          </p:spPr>
          <p:txBody>
            <a:bodyPr/>
            <a:lstStyle/>
            <a:p>
              <a:pPr algn="ctr"/>
              <a:endParaRPr lang="en-US" sz="1701"/>
            </a:p>
          </p:txBody>
        </p:sp>
        <p:sp>
          <p:nvSpPr>
            <p:cNvPr id="5197" name="Freeform 4656">
              <a:extLst>
                <a:ext uri="{FF2B5EF4-FFF2-40B4-BE49-F238E27FC236}">
                  <a16:creationId xmlns:a16="http://schemas.microsoft.com/office/drawing/2014/main" id="{2DCE24CB-039C-B964-C34A-534D15FF47B7}"/>
                </a:ext>
              </a:extLst>
            </p:cNvPr>
            <p:cNvSpPr/>
            <p:nvPr/>
          </p:nvSpPr>
          <p:spPr>
            <a:xfrm>
              <a:off x="311225" y="436945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F8D90"/>
            </a:solidFill>
            <a:ln w="9525" cap="rnd">
              <a:noFill/>
              <a:prstDash val="solid"/>
              <a:round/>
            </a:ln>
          </p:spPr>
          <p:txBody>
            <a:bodyPr/>
            <a:lstStyle/>
            <a:p>
              <a:pPr algn="ctr"/>
              <a:endParaRPr lang="en-US" sz="1701"/>
            </a:p>
          </p:txBody>
        </p:sp>
        <p:sp>
          <p:nvSpPr>
            <p:cNvPr id="5198" name="Freeform 4657">
              <a:extLst>
                <a:ext uri="{FF2B5EF4-FFF2-40B4-BE49-F238E27FC236}">
                  <a16:creationId xmlns:a16="http://schemas.microsoft.com/office/drawing/2014/main" id="{1D6B2B60-A084-BAB8-CD5B-6B631519DC57}"/>
                </a:ext>
              </a:extLst>
            </p:cNvPr>
            <p:cNvSpPr/>
            <p:nvPr/>
          </p:nvSpPr>
          <p:spPr>
            <a:xfrm>
              <a:off x="311225" y="442297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B7478"/>
            </a:solidFill>
            <a:ln w="9525" cap="rnd">
              <a:noFill/>
              <a:prstDash val="solid"/>
              <a:round/>
            </a:ln>
          </p:spPr>
          <p:txBody>
            <a:bodyPr/>
            <a:lstStyle/>
            <a:p>
              <a:pPr algn="ctr"/>
              <a:endParaRPr lang="en-US" sz="1701"/>
            </a:p>
          </p:txBody>
        </p:sp>
        <p:sp>
          <p:nvSpPr>
            <p:cNvPr id="5199" name="Freeform 4658">
              <a:extLst>
                <a:ext uri="{FF2B5EF4-FFF2-40B4-BE49-F238E27FC236}">
                  <a16:creationId xmlns:a16="http://schemas.microsoft.com/office/drawing/2014/main" id="{D0197A7D-5AD8-9FEE-0D9F-3D18A2719107}"/>
                </a:ext>
              </a:extLst>
            </p:cNvPr>
            <p:cNvSpPr/>
            <p:nvPr/>
          </p:nvSpPr>
          <p:spPr>
            <a:xfrm>
              <a:off x="311225" y="447662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B7478"/>
            </a:solidFill>
            <a:ln w="9525" cap="rnd">
              <a:noFill/>
              <a:prstDash val="solid"/>
              <a:round/>
            </a:ln>
          </p:spPr>
          <p:txBody>
            <a:bodyPr/>
            <a:lstStyle/>
            <a:p>
              <a:pPr algn="ctr"/>
              <a:endParaRPr lang="en-US" sz="1701"/>
            </a:p>
          </p:txBody>
        </p:sp>
        <p:sp>
          <p:nvSpPr>
            <p:cNvPr id="5200" name="Freeform 4659">
              <a:extLst>
                <a:ext uri="{FF2B5EF4-FFF2-40B4-BE49-F238E27FC236}">
                  <a16:creationId xmlns:a16="http://schemas.microsoft.com/office/drawing/2014/main" id="{8A3771E0-871A-A3BD-4E59-0C5B08EAA5DB}"/>
                </a:ext>
              </a:extLst>
            </p:cNvPr>
            <p:cNvSpPr/>
            <p:nvPr/>
          </p:nvSpPr>
          <p:spPr>
            <a:xfrm>
              <a:off x="311225" y="453015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5201" name="Freeform 4660">
              <a:extLst>
                <a:ext uri="{FF2B5EF4-FFF2-40B4-BE49-F238E27FC236}">
                  <a16:creationId xmlns:a16="http://schemas.microsoft.com/office/drawing/2014/main" id="{67C10DCC-0A41-26ED-7351-7C6A0988C291}"/>
                </a:ext>
              </a:extLst>
            </p:cNvPr>
            <p:cNvSpPr/>
            <p:nvPr/>
          </p:nvSpPr>
          <p:spPr>
            <a:xfrm>
              <a:off x="311225" y="458367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5202" name="Freeform 4661">
              <a:extLst>
                <a:ext uri="{FF2B5EF4-FFF2-40B4-BE49-F238E27FC236}">
                  <a16:creationId xmlns:a16="http://schemas.microsoft.com/office/drawing/2014/main" id="{9C6E4B3E-2188-D43A-A0F0-8C04E98AAA35}"/>
                </a:ext>
              </a:extLst>
            </p:cNvPr>
            <p:cNvSpPr/>
            <p:nvPr/>
          </p:nvSpPr>
          <p:spPr>
            <a:xfrm>
              <a:off x="311225" y="463732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5203" name="Freeform 4662">
              <a:extLst>
                <a:ext uri="{FF2B5EF4-FFF2-40B4-BE49-F238E27FC236}">
                  <a16:creationId xmlns:a16="http://schemas.microsoft.com/office/drawing/2014/main" id="{A05C5802-6A05-B1FA-E4F2-04C40D72C6E2}"/>
                </a:ext>
              </a:extLst>
            </p:cNvPr>
            <p:cNvSpPr/>
            <p:nvPr/>
          </p:nvSpPr>
          <p:spPr>
            <a:xfrm>
              <a:off x="311225" y="469085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1B5D9"/>
            </a:solidFill>
            <a:ln w="9525" cap="rnd">
              <a:noFill/>
              <a:prstDash val="solid"/>
              <a:round/>
            </a:ln>
          </p:spPr>
          <p:txBody>
            <a:bodyPr/>
            <a:lstStyle/>
            <a:p>
              <a:pPr algn="ctr"/>
              <a:endParaRPr lang="en-US" sz="1701"/>
            </a:p>
          </p:txBody>
        </p:sp>
        <p:sp>
          <p:nvSpPr>
            <p:cNvPr id="5204" name="Freeform 4663">
              <a:extLst>
                <a:ext uri="{FF2B5EF4-FFF2-40B4-BE49-F238E27FC236}">
                  <a16:creationId xmlns:a16="http://schemas.microsoft.com/office/drawing/2014/main" id="{D8FE7CB2-71ED-8C6F-5BB6-7684E64590E9}"/>
                </a:ext>
              </a:extLst>
            </p:cNvPr>
            <p:cNvSpPr/>
            <p:nvPr/>
          </p:nvSpPr>
          <p:spPr>
            <a:xfrm>
              <a:off x="311225" y="474450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CEDED"/>
            </a:solidFill>
            <a:ln w="9525" cap="rnd">
              <a:noFill/>
              <a:prstDash val="solid"/>
              <a:round/>
            </a:ln>
          </p:spPr>
          <p:txBody>
            <a:bodyPr/>
            <a:lstStyle/>
            <a:p>
              <a:pPr algn="ctr"/>
              <a:endParaRPr lang="en-US" sz="1701"/>
            </a:p>
          </p:txBody>
        </p:sp>
        <p:sp>
          <p:nvSpPr>
            <p:cNvPr id="5205" name="Freeform 4664">
              <a:extLst>
                <a:ext uri="{FF2B5EF4-FFF2-40B4-BE49-F238E27FC236}">
                  <a16:creationId xmlns:a16="http://schemas.microsoft.com/office/drawing/2014/main" id="{6E1F08AA-8CE3-DC6B-9ED5-6EF6E60A6185}"/>
                </a:ext>
              </a:extLst>
            </p:cNvPr>
            <p:cNvSpPr/>
            <p:nvPr/>
          </p:nvSpPr>
          <p:spPr>
            <a:xfrm>
              <a:off x="311225" y="479803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8CFD0"/>
            </a:solidFill>
            <a:ln w="9525" cap="rnd">
              <a:noFill/>
              <a:prstDash val="solid"/>
              <a:round/>
            </a:ln>
          </p:spPr>
          <p:txBody>
            <a:bodyPr/>
            <a:lstStyle/>
            <a:p>
              <a:pPr algn="ctr"/>
              <a:endParaRPr lang="en-US" sz="1701"/>
            </a:p>
          </p:txBody>
        </p:sp>
        <p:sp>
          <p:nvSpPr>
            <p:cNvPr id="5206" name="Freeform 4665">
              <a:extLst>
                <a:ext uri="{FF2B5EF4-FFF2-40B4-BE49-F238E27FC236}">
                  <a16:creationId xmlns:a16="http://schemas.microsoft.com/office/drawing/2014/main" id="{3CB7788C-A7AC-4839-B205-C5E4D6D486F5}"/>
                </a:ext>
              </a:extLst>
            </p:cNvPr>
            <p:cNvSpPr/>
            <p:nvPr/>
          </p:nvSpPr>
          <p:spPr>
            <a:xfrm>
              <a:off x="311225" y="485155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9D9DA"/>
            </a:solidFill>
            <a:ln w="9525" cap="rnd">
              <a:noFill/>
              <a:prstDash val="solid"/>
              <a:round/>
            </a:ln>
          </p:spPr>
          <p:txBody>
            <a:bodyPr/>
            <a:lstStyle/>
            <a:p>
              <a:pPr algn="ctr"/>
              <a:endParaRPr lang="en-US" sz="1701"/>
            </a:p>
          </p:txBody>
        </p:sp>
        <p:sp>
          <p:nvSpPr>
            <p:cNvPr id="5207" name="Freeform 4666">
              <a:extLst>
                <a:ext uri="{FF2B5EF4-FFF2-40B4-BE49-F238E27FC236}">
                  <a16:creationId xmlns:a16="http://schemas.microsoft.com/office/drawing/2014/main" id="{C6887BA4-6707-84EF-8F0F-047A653794A5}"/>
                </a:ext>
              </a:extLst>
            </p:cNvPr>
            <p:cNvSpPr/>
            <p:nvPr/>
          </p:nvSpPr>
          <p:spPr>
            <a:xfrm>
              <a:off x="311225" y="490520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8FAFC"/>
            </a:solidFill>
            <a:ln w="9525" cap="rnd">
              <a:noFill/>
              <a:prstDash val="solid"/>
              <a:round/>
            </a:ln>
          </p:spPr>
          <p:txBody>
            <a:bodyPr/>
            <a:lstStyle/>
            <a:p>
              <a:pPr algn="ctr"/>
              <a:endParaRPr lang="en-US" sz="1701"/>
            </a:p>
          </p:txBody>
        </p:sp>
        <p:sp>
          <p:nvSpPr>
            <p:cNvPr id="5208" name="Freeform 4667">
              <a:extLst>
                <a:ext uri="{FF2B5EF4-FFF2-40B4-BE49-F238E27FC236}">
                  <a16:creationId xmlns:a16="http://schemas.microsoft.com/office/drawing/2014/main" id="{FEC0DB7D-9E06-8E24-858B-C83F9E521150}"/>
                </a:ext>
              </a:extLst>
            </p:cNvPr>
            <p:cNvSpPr/>
            <p:nvPr/>
          </p:nvSpPr>
          <p:spPr>
            <a:xfrm>
              <a:off x="311225" y="495873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EF4F9"/>
            </a:solidFill>
            <a:ln w="9525" cap="rnd">
              <a:noFill/>
              <a:prstDash val="solid"/>
              <a:round/>
            </a:ln>
          </p:spPr>
          <p:txBody>
            <a:bodyPr/>
            <a:lstStyle/>
            <a:p>
              <a:pPr algn="ctr"/>
              <a:endParaRPr lang="en-US" sz="1701"/>
            </a:p>
          </p:txBody>
        </p:sp>
        <p:sp>
          <p:nvSpPr>
            <p:cNvPr id="5209" name="Freeform 4668">
              <a:extLst>
                <a:ext uri="{FF2B5EF4-FFF2-40B4-BE49-F238E27FC236}">
                  <a16:creationId xmlns:a16="http://schemas.microsoft.com/office/drawing/2014/main" id="{59C009A8-9F90-310C-0085-23EABC4218F5}"/>
                </a:ext>
              </a:extLst>
            </p:cNvPr>
            <p:cNvSpPr/>
            <p:nvPr/>
          </p:nvSpPr>
          <p:spPr>
            <a:xfrm>
              <a:off x="311225" y="501238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CE7F3"/>
            </a:solidFill>
            <a:ln w="9525" cap="rnd">
              <a:noFill/>
              <a:prstDash val="solid"/>
              <a:round/>
            </a:ln>
          </p:spPr>
          <p:txBody>
            <a:bodyPr/>
            <a:lstStyle/>
            <a:p>
              <a:pPr algn="ctr"/>
              <a:endParaRPr lang="en-US" sz="1701"/>
            </a:p>
          </p:txBody>
        </p:sp>
        <p:sp>
          <p:nvSpPr>
            <p:cNvPr id="5210" name="Freeform 4669">
              <a:extLst>
                <a:ext uri="{FF2B5EF4-FFF2-40B4-BE49-F238E27FC236}">
                  <a16:creationId xmlns:a16="http://schemas.microsoft.com/office/drawing/2014/main" id="{FE2DEA60-3022-E54E-2E83-61008DE34404}"/>
                </a:ext>
              </a:extLst>
            </p:cNvPr>
            <p:cNvSpPr/>
            <p:nvPr/>
          </p:nvSpPr>
          <p:spPr>
            <a:xfrm>
              <a:off x="311225" y="506590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9DBEC"/>
            </a:solidFill>
            <a:ln w="9525" cap="rnd">
              <a:noFill/>
              <a:prstDash val="solid"/>
              <a:round/>
            </a:ln>
          </p:spPr>
          <p:txBody>
            <a:bodyPr/>
            <a:lstStyle/>
            <a:p>
              <a:pPr algn="ctr"/>
              <a:endParaRPr lang="en-US" sz="1701"/>
            </a:p>
          </p:txBody>
        </p:sp>
        <p:sp>
          <p:nvSpPr>
            <p:cNvPr id="5211" name="Freeform 4670">
              <a:extLst>
                <a:ext uri="{FF2B5EF4-FFF2-40B4-BE49-F238E27FC236}">
                  <a16:creationId xmlns:a16="http://schemas.microsoft.com/office/drawing/2014/main" id="{237BCEDF-133E-1B85-F7EC-80014CDE521E}"/>
                </a:ext>
              </a:extLst>
            </p:cNvPr>
            <p:cNvSpPr/>
            <p:nvPr/>
          </p:nvSpPr>
          <p:spPr>
            <a:xfrm>
              <a:off x="311225" y="511943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9DBEC"/>
            </a:solidFill>
            <a:ln w="9525" cap="rnd">
              <a:noFill/>
              <a:prstDash val="solid"/>
              <a:round/>
            </a:ln>
          </p:spPr>
          <p:txBody>
            <a:bodyPr/>
            <a:lstStyle/>
            <a:p>
              <a:pPr algn="ctr"/>
              <a:endParaRPr lang="en-US" sz="1701"/>
            </a:p>
          </p:txBody>
        </p:sp>
        <p:sp>
          <p:nvSpPr>
            <p:cNvPr id="5213" name="Freeform 4671">
              <a:extLst>
                <a:ext uri="{FF2B5EF4-FFF2-40B4-BE49-F238E27FC236}">
                  <a16:creationId xmlns:a16="http://schemas.microsoft.com/office/drawing/2014/main" id="{1088B094-B2FD-D07D-8E81-ECA97879DE06}"/>
                </a:ext>
              </a:extLst>
            </p:cNvPr>
            <p:cNvSpPr/>
            <p:nvPr/>
          </p:nvSpPr>
          <p:spPr>
            <a:xfrm>
              <a:off x="311225" y="517308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4D8EB"/>
            </a:solidFill>
            <a:ln w="9525" cap="rnd">
              <a:noFill/>
              <a:prstDash val="solid"/>
              <a:round/>
            </a:ln>
          </p:spPr>
          <p:txBody>
            <a:bodyPr/>
            <a:lstStyle/>
            <a:p>
              <a:pPr algn="ctr"/>
              <a:endParaRPr lang="en-US" sz="1701"/>
            </a:p>
          </p:txBody>
        </p:sp>
        <p:sp>
          <p:nvSpPr>
            <p:cNvPr id="5352" name="Freeform 4672">
              <a:extLst>
                <a:ext uri="{FF2B5EF4-FFF2-40B4-BE49-F238E27FC236}">
                  <a16:creationId xmlns:a16="http://schemas.microsoft.com/office/drawing/2014/main" id="{AC61389C-107B-DF0A-137D-57338AFFED23}"/>
                </a:ext>
              </a:extLst>
            </p:cNvPr>
            <p:cNvSpPr/>
            <p:nvPr/>
          </p:nvSpPr>
          <p:spPr>
            <a:xfrm>
              <a:off x="1441398" y="244065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7FA9D3"/>
            </a:solidFill>
            <a:ln w="9525" cap="rnd">
              <a:noFill/>
              <a:prstDash val="solid"/>
              <a:round/>
            </a:ln>
          </p:spPr>
          <p:txBody>
            <a:bodyPr/>
            <a:lstStyle/>
            <a:p>
              <a:pPr algn="ctr"/>
              <a:endParaRPr lang="en-US" sz="1701"/>
            </a:p>
          </p:txBody>
        </p:sp>
        <p:sp>
          <p:nvSpPr>
            <p:cNvPr id="5353" name="Freeform 4673">
              <a:extLst>
                <a:ext uri="{FF2B5EF4-FFF2-40B4-BE49-F238E27FC236}">
                  <a16:creationId xmlns:a16="http://schemas.microsoft.com/office/drawing/2014/main" id="{7B9330CE-DD41-76D2-6E4D-AFD6EBFC66A5}"/>
                </a:ext>
              </a:extLst>
            </p:cNvPr>
            <p:cNvSpPr/>
            <p:nvPr/>
          </p:nvSpPr>
          <p:spPr>
            <a:xfrm>
              <a:off x="1441398" y="249430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3ACD4"/>
            </a:solidFill>
            <a:ln w="9525" cap="rnd">
              <a:noFill/>
              <a:prstDash val="solid"/>
              <a:round/>
            </a:ln>
          </p:spPr>
          <p:txBody>
            <a:bodyPr/>
            <a:lstStyle/>
            <a:p>
              <a:pPr algn="ctr"/>
              <a:endParaRPr lang="en-US" sz="1701"/>
            </a:p>
          </p:txBody>
        </p:sp>
        <p:sp>
          <p:nvSpPr>
            <p:cNvPr id="5354" name="Freeform 4674">
              <a:extLst>
                <a:ext uri="{FF2B5EF4-FFF2-40B4-BE49-F238E27FC236}">
                  <a16:creationId xmlns:a16="http://schemas.microsoft.com/office/drawing/2014/main" id="{C4768641-E339-8C7A-4E42-8781E8AE6BBD}"/>
                </a:ext>
              </a:extLst>
            </p:cNvPr>
            <p:cNvSpPr/>
            <p:nvPr/>
          </p:nvSpPr>
          <p:spPr>
            <a:xfrm>
              <a:off x="1441398" y="254783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1B5D9"/>
            </a:solidFill>
            <a:ln w="9525" cap="rnd">
              <a:noFill/>
              <a:prstDash val="solid"/>
              <a:round/>
            </a:ln>
          </p:spPr>
          <p:txBody>
            <a:bodyPr/>
            <a:lstStyle/>
            <a:p>
              <a:pPr algn="ctr"/>
              <a:endParaRPr lang="en-US" sz="1701"/>
            </a:p>
          </p:txBody>
        </p:sp>
        <p:sp>
          <p:nvSpPr>
            <p:cNvPr id="5355" name="Freeform 4675">
              <a:extLst>
                <a:ext uri="{FF2B5EF4-FFF2-40B4-BE49-F238E27FC236}">
                  <a16:creationId xmlns:a16="http://schemas.microsoft.com/office/drawing/2014/main" id="{641B1F8B-BE7B-E880-F7C6-F64D32122F04}"/>
                </a:ext>
              </a:extLst>
            </p:cNvPr>
            <p:cNvSpPr/>
            <p:nvPr/>
          </p:nvSpPr>
          <p:spPr>
            <a:xfrm>
              <a:off x="1441398" y="260148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1B5D9"/>
            </a:solidFill>
            <a:ln w="9525" cap="rnd">
              <a:noFill/>
              <a:prstDash val="solid"/>
              <a:round/>
            </a:ln>
          </p:spPr>
          <p:txBody>
            <a:bodyPr/>
            <a:lstStyle/>
            <a:p>
              <a:pPr algn="ctr"/>
              <a:endParaRPr lang="en-US" sz="1701"/>
            </a:p>
          </p:txBody>
        </p:sp>
        <p:sp>
          <p:nvSpPr>
            <p:cNvPr id="5356" name="Freeform 4676">
              <a:extLst>
                <a:ext uri="{FF2B5EF4-FFF2-40B4-BE49-F238E27FC236}">
                  <a16:creationId xmlns:a16="http://schemas.microsoft.com/office/drawing/2014/main" id="{EEEDED14-A913-A833-633C-CA8FD52EF392}"/>
                </a:ext>
              </a:extLst>
            </p:cNvPr>
            <p:cNvSpPr/>
            <p:nvPr/>
          </p:nvSpPr>
          <p:spPr>
            <a:xfrm>
              <a:off x="1441398" y="265500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6B9DB"/>
            </a:solidFill>
            <a:ln w="9525" cap="rnd">
              <a:noFill/>
              <a:prstDash val="solid"/>
              <a:round/>
            </a:ln>
          </p:spPr>
          <p:txBody>
            <a:bodyPr/>
            <a:lstStyle/>
            <a:p>
              <a:pPr algn="ctr"/>
              <a:endParaRPr lang="en-US" sz="1701"/>
            </a:p>
          </p:txBody>
        </p:sp>
        <p:sp>
          <p:nvSpPr>
            <p:cNvPr id="5357" name="Freeform 4677">
              <a:extLst>
                <a:ext uri="{FF2B5EF4-FFF2-40B4-BE49-F238E27FC236}">
                  <a16:creationId xmlns:a16="http://schemas.microsoft.com/office/drawing/2014/main" id="{278BCAE7-D2EB-78F0-F6F1-C9BD5812ADBC}"/>
                </a:ext>
              </a:extLst>
            </p:cNvPr>
            <p:cNvSpPr/>
            <p:nvPr/>
          </p:nvSpPr>
          <p:spPr>
            <a:xfrm>
              <a:off x="1441398" y="270853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6B9DB"/>
            </a:solidFill>
            <a:ln w="9525" cap="rnd">
              <a:noFill/>
              <a:prstDash val="solid"/>
              <a:round/>
            </a:ln>
          </p:spPr>
          <p:txBody>
            <a:bodyPr/>
            <a:lstStyle/>
            <a:p>
              <a:pPr algn="ctr"/>
              <a:endParaRPr lang="en-US" sz="1701"/>
            </a:p>
          </p:txBody>
        </p:sp>
        <p:sp>
          <p:nvSpPr>
            <p:cNvPr id="5358" name="Freeform 4678">
              <a:extLst>
                <a:ext uri="{FF2B5EF4-FFF2-40B4-BE49-F238E27FC236}">
                  <a16:creationId xmlns:a16="http://schemas.microsoft.com/office/drawing/2014/main" id="{5C1E40FF-F21B-474E-D416-3D9A6E610B4A}"/>
                </a:ext>
              </a:extLst>
            </p:cNvPr>
            <p:cNvSpPr/>
            <p:nvPr/>
          </p:nvSpPr>
          <p:spPr>
            <a:xfrm>
              <a:off x="1441398" y="276218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6B9DB"/>
            </a:solidFill>
            <a:ln w="9525" cap="rnd">
              <a:noFill/>
              <a:prstDash val="solid"/>
              <a:round/>
            </a:ln>
          </p:spPr>
          <p:txBody>
            <a:bodyPr/>
            <a:lstStyle/>
            <a:p>
              <a:pPr algn="ctr"/>
              <a:endParaRPr lang="en-US" sz="1701"/>
            </a:p>
          </p:txBody>
        </p:sp>
        <p:sp>
          <p:nvSpPr>
            <p:cNvPr id="5359" name="Freeform 4679">
              <a:extLst>
                <a:ext uri="{FF2B5EF4-FFF2-40B4-BE49-F238E27FC236}">
                  <a16:creationId xmlns:a16="http://schemas.microsoft.com/office/drawing/2014/main" id="{42032C3E-9619-4371-BD6D-0A2DD2DECDAE}"/>
                </a:ext>
              </a:extLst>
            </p:cNvPr>
            <p:cNvSpPr/>
            <p:nvPr/>
          </p:nvSpPr>
          <p:spPr>
            <a:xfrm>
              <a:off x="1441398" y="281571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DC8E3"/>
            </a:solidFill>
            <a:ln w="9525" cap="rnd">
              <a:noFill/>
              <a:prstDash val="solid"/>
              <a:round/>
            </a:ln>
          </p:spPr>
          <p:txBody>
            <a:bodyPr/>
            <a:lstStyle/>
            <a:p>
              <a:pPr algn="ctr"/>
              <a:endParaRPr lang="en-US" sz="1701"/>
            </a:p>
          </p:txBody>
        </p:sp>
        <p:sp>
          <p:nvSpPr>
            <p:cNvPr id="5360" name="Freeform 4680">
              <a:extLst>
                <a:ext uri="{FF2B5EF4-FFF2-40B4-BE49-F238E27FC236}">
                  <a16:creationId xmlns:a16="http://schemas.microsoft.com/office/drawing/2014/main" id="{0B2C6AB8-A633-B5F2-E921-CBC7EC48A316}"/>
                </a:ext>
              </a:extLst>
            </p:cNvPr>
            <p:cNvSpPr/>
            <p:nvPr/>
          </p:nvSpPr>
          <p:spPr>
            <a:xfrm>
              <a:off x="1441398" y="286936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B2CBE4"/>
            </a:solidFill>
            <a:ln w="9525" cap="rnd">
              <a:noFill/>
              <a:prstDash val="solid"/>
              <a:round/>
            </a:ln>
          </p:spPr>
          <p:txBody>
            <a:bodyPr/>
            <a:lstStyle/>
            <a:p>
              <a:pPr algn="ctr"/>
              <a:endParaRPr lang="en-US" sz="1701"/>
            </a:p>
          </p:txBody>
        </p:sp>
        <p:sp>
          <p:nvSpPr>
            <p:cNvPr id="5361" name="Freeform 4681">
              <a:extLst>
                <a:ext uri="{FF2B5EF4-FFF2-40B4-BE49-F238E27FC236}">
                  <a16:creationId xmlns:a16="http://schemas.microsoft.com/office/drawing/2014/main" id="{1F9C77FF-BBE4-F29C-C4EF-F4232F2B3B84}"/>
                </a:ext>
              </a:extLst>
            </p:cNvPr>
            <p:cNvSpPr/>
            <p:nvPr/>
          </p:nvSpPr>
          <p:spPr>
            <a:xfrm>
              <a:off x="1441398" y="292288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B6CEE6"/>
            </a:solidFill>
            <a:ln w="9525" cap="rnd">
              <a:noFill/>
              <a:prstDash val="solid"/>
              <a:round/>
            </a:ln>
          </p:spPr>
          <p:txBody>
            <a:bodyPr/>
            <a:lstStyle/>
            <a:p>
              <a:pPr algn="ctr"/>
              <a:endParaRPr lang="en-US" sz="1701"/>
            </a:p>
          </p:txBody>
        </p:sp>
        <p:sp>
          <p:nvSpPr>
            <p:cNvPr id="5362" name="Freeform 4682">
              <a:extLst>
                <a:ext uri="{FF2B5EF4-FFF2-40B4-BE49-F238E27FC236}">
                  <a16:creationId xmlns:a16="http://schemas.microsoft.com/office/drawing/2014/main" id="{15B0F43B-939C-BDBB-FD2A-11C3A5C79ED6}"/>
                </a:ext>
              </a:extLst>
            </p:cNvPr>
            <p:cNvSpPr/>
            <p:nvPr/>
          </p:nvSpPr>
          <p:spPr>
            <a:xfrm>
              <a:off x="1441398" y="297641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B6CEE6"/>
            </a:solidFill>
            <a:ln w="9525" cap="rnd">
              <a:noFill/>
              <a:prstDash val="solid"/>
              <a:round/>
            </a:ln>
          </p:spPr>
          <p:txBody>
            <a:bodyPr/>
            <a:lstStyle/>
            <a:p>
              <a:pPr algn="ctr"/>
              <a:endParaRPr lang="en-US" sz="1701"/>
            </a:p>
          </p:txBody>
        </p:sp>
        <p:sp>
          <p:nvSpPr>
            <p:cNvPr id="5363" name="Freeform 4683">
              <a:extLst>
                <a:ext uri="{FF2B5EF4-FFF2-40B4-BE49-F238E27FC236}">
                  <a16:creationId xmlns:a16="http://schemas.microsoft.com/office/drawing/2014/main" id="{9820F34B-9FCB-0DD4-AE1B-D993D21CB814}"/>
                </a:ext>
              </a:extLst>
            </p:cNvPr>
            <p:cNvSpPr/>
            <p:nvPr/>
          </p:nvSpPr>
          <p:spPr>
            <a:xfrm>
              <a:off x="1441398" y="303006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FBFDE"/>
            </a:solidFill>
            <a:ln w="9525" cap="rnd">
              <a:noFill/>
              <a:prstDash val="solid"/>
              <a:round/>
            </a:ln>
          </p:spPr>
          <p:txBody>
            <a:bodyPr/>
            <a:lstStyle/>
            <a:p>
              <a:pPr algn="ctr"/>
              <a:endParaRPr lang="en-US" sz="1701"/>
            </a:p>
          </p:txBody>
        </p:sp>
        <p:sp>
          <p:nvSpPr>
            <p:cNvPr id="5364" name="Freeform 4684">
              <a:extLst>
                <a:ext uri="{FF2B5EF4-FFF2-40B4-BE49-F238E27FC236}">
                  <a16:creationId xmlns:a16="http://schemas.microsoft.com/office/drawing/2014/main" id="{5D58C2F2-BA7A-EABE-0C38-46039E51B290}"/>
                </a:ext>
              </a:extLst>
            </p:cNvPr>
            <p:cNvSpPr/>
            <p:nvPr/>
          </p:nvSpPr>
          <p:spPr>
            <a:xfrm>
              <a:off x="1441398" y="308358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FBFDE"/>
            </a:solidFill>
            <a:ln w="9525" cap="rnd">
              <a:noFill/>
              <a:prstDash val="solid"/>
              <a:round/>
            </a:ln>
          </p:spPr>
          <p:txBody>
            <a:bodyPr/>
            <a:lstStyle/>
            <a:p>
              <a:pPr algn="ctr"/>
              <a:endParaRPr lang="en-US" sz="1701"/>
            </a:p>
          </p:txBody>
        </p:sp>
        <p:sp>
          <p:nvSpPr>
            <p:cNvPr id="5365" name="Freeform 4685">
              <a:extLst>
                <a:ext uri="{FF2B5EF4-FFF2-40B4-BE49-F238E27FC236}">
                  <a16:creationId xmlns:a16="http://schemas.microsoft.com/office/drawing/2014/main" id="{64115D30-5870-3B9E-52C6-B226A215E210}"/>
                </a:ext>
              </a:extLst>
            </p:cNvPr>
            <p:cNvSpPr/>
            <p:nvPr/>
          </p:nvSpPr>
          <p:spPr>
            <a:xfrm>
              <a:off x="1441398" y="313723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9C5E1"/>
            </a:solidFill>
            <a:ln w="9525" cap="rnd">
              <a:noFill/>
              <a:prstDash val="solid"/>
              <a:round/>
            </a:ln>
          </p:spPr>
          <p:txBody>
            <a:bodyPr/>
            <a:lstStyle/>
            <a:p>
              <a:pPr algn="ctr"/>
              <a:endParaRPr lang="en-US" sz="1701"/>
            </a:p>
          </p:txBody>
        </p:sp>
        <p:sp>
          <p:nvSpPr>
            <p:cNvPr id="5366" name="Freeform 4686">
              <a:extLst>
                <a:ext uri="{FF2B5EF4-FFF2-40B4-BE49-F238E27FC236}">
                  <a16:creationId xmlns:a16="http://schemas.microsoft.com/office/drawing/2014/main" id="{E9C0B608-26CF-0726-C117-1D528688AA6E}"/>
                </a:ext>
              </a:extLst>
            </p:cNvPr>
            <p:cNvSpPr/>
            <p:nvPr/>
          </p:nvSpPr>
          <p:spPr>
            <a:xfrm>
              <a:off x="1441398" y="319076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4C2DF"/>
            </a:solidFill>
            <a:ln w="9525" cap="rnd">
              <a:noFill/>
              <a:prstDash val="solid"/>
              <a:round/>
            </a:ln>
          </p:spPr>
          <p:txBody>
            <a:bodyPr/>
            <a:lstStyle/>
            <a:p>
              <a:pPr algn="ctr"/>
              <a:endParaRPr lang="en-US" sz="1701"/>
            </a:p>
          </p:txBody>
        </p:sp>
        <p:sp>
          <p:nvSpPr>
            <p:cNvPr id="5367" name="Freeform 4687">
              <a:extLst>
                <a:ext uri="{FF2B5EF4-FFF2-40B4-BE49-F238E27FC236}">
                  <a16:creationId xmlns:a16="http://schemas.microsoft.com/office/drawing/2014/main" id="{01EA2E23-4A88-FE88-F20A-B149C5733324}"/>
                </a:ext>
              </a:extLst>
            </p:cNvPr>
            <p:cNvSpPr/>
            <p:nvPr/>
          </p:nvSpPr>
          <p:spPr>
            <a:xfrm>
              <a:off x="1441398" y="324428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6BFC1"/>
            </a:solidFill>
            <a:ln w="9525" cap="rnd">
              <a:noFill/>
              <a:prstDash val="solid"/>
              <a:round/>
            </a:ln>
          </p:spPr>
          <p:txBody>
            <a:bodyPr/>
            <a:lstStyle/>
            <a:p>
              <a:pPr algn="ctr"/>
              <a:endParaRPr lang="en-US" sz="1701"/>
            </a:p>
          </p:txBody>
        </p:sp>
        <p:sp>
          <p:nvSpPr>
            <p:cNvPr id="5368" name="Freeform 4688">
              <a:extLst>
                <a:ext uri="{FF2B5EF4-FFF2-40B4-BE49-F238E27FC236}">
                  <a16:creationId xmlns:a16="http://schemas.microsoft.com/office/drawing/2014/main" id="{C15F7C5C-0835-AD27-072C-0F9B55DDB2A7}"/>
                </a:ext>
              </a:extLst>
            </p:cNvPr>
            <p:cNvSpPr/>
            <p:nvPr/>
          </p:nvSpPr>
          <p:spPr>
            <a:xfrm>
              <a:off x="1441398" y="329794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ADEDF"/>
            </a:solidFill>
            <a:ln w="9525" cap="rnd">
              <a:noFill/>
              <a:prstDash val="solid"/>
              <a:round/>
            </a:ln>
          </p:spPr>
          <p:txBody>
            <a:bodyPr/>
            <a:lstStyle/>
            <a:p>
              <a:pPr algn="ctr"/>
              <a:endParaRPr lang="en-US" sz="1701"/>
            </a:p>
          </p:txBody>
        </p:sp>
        <p:sp>
          <p:nvSpPr>
            <p:cNvPr id="5369" name="Freeform 4689">
              <a:extLst>
                <a:ext uri="{FF2B5EF4-FFF2-40B4-BE49-F238E27FC236}">
                  <a16:creationId xmlns:a16="http://schemas.microsoft.com/office/drawing/2014/main" id="{F606B56B-CD84-AF42-5D98-803DE0B2689B}"/>
                </a:ext>
              </a:extLst>
            </p:cNvPr>
            <p:cNvSpPr/>
            <p:nvPr/>
          </p:nvSpPr>
          <p:spPr>
            <a:xfrm>
              <a:off x="1441398" y="335146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CEDED"/>
            </a:solidFill>
            <a:ln w="9525" cap="rnd">
              <a:noFill/>
              <a:prstDash val="solid"/>
              <a:round/>
            </a:ln>
          </p:spPr>
          <p:txBody>
            <a:bodyPr/>
            <a:lstStyle/>
            <a:p>
              <a:pPr algn="ctr"/>
              <a:endParaRPr lang="en-US" sz="1701"/>
            </a:p>
          </p:txBody>
        </p:sp>
        <p:sp>
          <p:nvSpPr>
            <p:cNvPr id="5370" name="Freeform 4690">
              <a:extLst>
                <a:ext uri="{FF2B5EF4-FFF2-40B4-BE49-F238E27FC236}">
                  <a16:creationId xmlns:a16="http://schemas.microsoft.com/office/drawing/2014/main" id="{491BAF8B-3259-B54A-41DB-307F0A3BE519}"/>
                </a:ext>
              </a:extLst>
            </p:cNvPr>
            <p:cNvSpPr/>
            <p:nvPr/>
          </p:nvSpPr>
          <p:spPr>
            <a:xfrm>
              <a:off x="1441398" y="340511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BE8E8"/>
            </a:solidFill>
            <a:ln w="9525" cap="rnd">
              <a:noFill/>
              <a:prstDash val="solid"/>
              <a:round/>
            </a:ln>
          </p:spPr>
          <p:txBody>
            <a:bodyPr/>
            <a:lstStyle/>
            <a:p>
              <a:pPr algn="ctr"/>
              <a:endParaRPr lang="en-US" sz="1701"/>
            </a:p>
          </p:txBody>
        </p:sp>
        <p:sp>
          <p:nvSpPr>
            <p:cNvPr id="5371" name="Freeform 4691">
              <a:extLst>
                <a:ext uri="{FF2B5EF4-FFF2-40B4-BE49-F238E27FC236}">
                  <a16:creationId xmlns:a16="http://schemas.microsoft.com/office/drawing/2014/main" id="{E47387B2-6D40-D0F8-3C7F-4DC143624B1B}"/>
                </a:ext>
              </a:extLst>
            </p:cNvPr>
            <p:cNvSpPr/>
            <p:nvPr/>
          </p:nvSpPr>
          <p:spPr>
            <a:xfrm>
              <a:off x="1441398" y="345864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8FAFC"/>
            </a:solidFill>
            <a:ln w="9525" cap="rnd">
              <a:noFill/>
              <a:prstDash val="solid"/>
              <a:round/>
            </a:ln>
          </p:spPr>
          <p:txBody>
            <a:bodyPr/>
            <a:lstStyle/>
            <a:p>
              <a:pPr algn="ctr"/>
              <a:endParaRPr lang="en-US" sz="1701"/>
            </a:p>
          </p:txBody>
        </p:sp>
        <p:sp>
          <p:nvSpPr>
            <p:cNvPr id="5372" name="Freeform 4692">
              <a:extLst>
                <a:ext uri="{FF2B5EF4-FFF2-40B4-BE49-F238E27FC236}">
                  <a16:creationId xmlns:a16="http://schemas.microsoft.com/office/drawing/2014/main" id="{803E3268-29AC-BE7D-9F43-FFA73CF86E84}"/>
                </a:ext>
              </a:extLst>
            </p:cNvPr>
            <p:cNvSpPr/>
            <p:nvPr/>
          </p:nvSpPr>
          <p:spPr>
            <a:xfrm>
              <a:off x="1441398" y="351216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F1F7"/>
            </a:solidFill>
            <a:ln w="9525" cap="rnd">
              <a:noFill/>
              <a:prstDash val="solid"/>
              <a:round/>
            </a:ln>
          </p:spPr>
          <p:txBody>
            <a:bodyPr/>
            <a:lstStyle/>
            <a:p>
              <a:pPr algn="ctr"/>
              <a:endParaRPr lang="en-US" sz="1701"/>
            </a:p>
          </p:txBody>
        </p:sp>
        <p:sp>
          <p:nvSpPr>
            <p:cNvPr id="5373" name="Freeform 4693">
              <a:extLst>
                <a:ext uri="{FF2B5EF4-FFF2-40B4-BE49-F238E27FC236}">
                  <a16:creationId xmlns:a16="http://schemas.microsoft.com/office/drawing/2014/main" id="{4322438C-71B6-0BED-0126-46C973BF20D1}"/>
                </a:ext>
              </a:extLst>
            </p:cNvPr>
            <p:cNvSpPr/>
            <p:nvPr/>
          </p:nvSpPr>
          <p:spPr>
            <a:xfrm>
              <a:off x="1441398" y="356581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7E4F1"/>
            </a:solidFill>
            <a:ln w="9525" cap="rnd">
              <a:noFill/>
              <a:prstDash val="solid"/>
              <a:round/>
            </a:ln>
          </p:spPr>
          <p:txBody>
            <a:bodyPr/>
            <a:lstStyle/>
            <a:p>
              <a:pPr algn="ctr"/>
              <a:endParaRPr lang="en-US" sz="1701"/>
            </a:p>
          </p:txBody>
        </p:sp>
        <p:sp>
          <p:nvSpPr>
            <p:cNvPr id="5374" name="Freeform 4694">
              <a:extLst>
                <a:ext uri="{FF2B5EF4-FFF2-40B4-BE49-F238E27FC236}">
                  <a16:creationId xmlns:a16="http://schemas.microsoft.com/office/drawing/2014/main" id="{5F7B4A71-CA00-E9C8-8702-20DBBC32AD80}"/>
                </a:ext>
              </a:extLst>
            </p:cNvPr>
            <p:cNvSpPr/>
            <p:nvPr/>
          </p:nvSpPr>
          <p:spPr>
            <a:xfrm>
              <a:off x="1441398" y="361934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0D5E9"/>
            </a:solidFill>
            <a:ln w="9525" cap="rnd">
              <a:noFill/>
              <a:prstDash val="solid"/>
              <a:round/>
            </a:ln>
          </p:spPr>
          <p:txBody>
            <a:bodyPr/>
            <a:lstStyle/>
            <a:p>
              <a:pPr algn="ctr"/>
              <a:endParaRPr lang="en-US" sz="1701"/>
            </a:p>
          </p:txBody>
        </p:sp>
        <p:sp>
          <p:nvSpPr>
            <p:cNvPr id="5375" name="Freeform 4695">
              <a:extLst>
                <a:ext uri="{FF2B5EF4-FFF2-40B4-BE49-F238E27FC236}">
                  <a16:creationId xmlns:a16="http://schemas.microsoft.com/office/drawing/2014/main" id="{FC4C216B-45B6-75AF-8B93-472A19922481}"/>
                </a:ext>
              </a:extLst>
            </p:cNvPr>
            <p:cNvSpPr/>
            <p:nvPr/>
          </p:nvSpPr>
          <p:spPr>
            <a:xfrm>
              <a:off x="1441398" y="367299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9DBEC"/>
            </a:solidFill>
            <a:ln w="9525" cap="rnd">
              <a:noFill/>
              <a:prstDash val="solid"/>
              <a:round/>
            </a:ln>
          </p:spPr>
          <p:txBody>
            <a:bodyPr/>
            <a:lstStyle/>
            <a:p>
              <a:pPr algn="ctr"/>
              <a:endParaRPr lang="en-US" sz="1701"/>
            </a:p>
          </p:txBody>
        </p:sp>
        <p:sp>
          <p:nvSpPr>
            <p:cNvPr id="4406" name="Freeform 4696">
              <a:extLst>
                <a:ext uri="{FF2B5EF4-FFF2-40B4-BE49-F238E27FC236}">
                  <a16:creationId xmlns:a16="http://schemas.microsoft.com/office/drawing/2014/main" id="{A3A1EADB-3A9B-28FD-5E98-0D3C15ECBEEC}"/>
                </a:ext>
              </a:extLst>
            </p:cNvPr>
            <p:cNvSpPr/>
            <p:nvPr/>
          </p:nvSpPr>
          <p:spPr>
            <a:xfrm>
              <a:off x="1441398" y="372652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9DBEC"/>
            </a:solidFill>
            <a:ln w="9525" cap="rnd">
              <a:noFill/>
              <a:prstDash val="solid"/>
              <a:round/>
            </a:ln>
          </p:spPr>
          <p:txBody>
            <a:bodyPr/>
            <a:lstStyle/>
            <a:p>
              <a:pPr algn="ctr"/>
              <a:endParaRPr lang="en-US" sz="1701"/>
            </a:p>
          </p:txBody>
        </p:sp>
        <p:sp>
          <p:nvSpPr>
            <p:cNvPr id="4407" name="Freeform 4697">
              <a:extLst>
                <a:ext uri="{FF2B5EF4-FFF2-40B4-BE49-F238E27FC236}">
                  <a16:creationId xmlns:a16="http://schemas.microsoft.com/office/drawing/2014/main" id="{595B7956-F91A-C28E-42F6-9A4F663A82D6}"/>
                </a:ext>
              </a:extLst>
            </p:cNvPr>
            <p:cNvSpPr/>
            <p:nvPr/>
          </p:nvSpPr>
          <p:spPr>
            <a:xfrm>
              <a:off x="1441398" y="378004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9DBEC"/>
            </a:solidFill>
            <a:ln w="9525" cap="rnd">
              <a:noFill/>
              <a:prstDash val="solid"/>
              <a:round/>
            </a:ln>
          </p:spPr>
          <p:txBody>
            <a:bodyPr/>
            <a:lstStyle/>
            <a:p>
              <a:pPr algn="ctr"/>
              <a:endParaRPr lang="en-US" sz="1701"/>
            </a:p>
          </p:txBody>
        </p:sp>
        <p:sp>
          <p:nvSpPr>
            <p:cNvPr id="4408" name="Freeform 4698">
              <a:extLst>
                <a:ext uri="{FF2B5EF4-FFF2-40B4-BE49-F238E27FC236}">
                  <a16:creationId xmlns:a16="http://schemas.microsoft.com/office/drawing/2014/main" id="{8ACD4B01-8578-9A7A-6D26-E71C64601F5F}"/>
                </a:ext>
              </a:extLst>
            </p:cNvPr>
            <p:cNvSpPr/>
            <p:nvPr/>
          </p:nvSpPr>
          <p:spPr>
            <a:xfrm>
              <a:off x="1441398" y="383369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EDEEE"/>
            </a:solidFill>
            <a:ln w="9525" cap="rnd">
              <a:noFill/>
              <a:prstDash val="solid"/>
              <a:round/>
            </a:ln>
          </p:spPr>
          <p:txBody>
            <a:bodyPr/>
            <a:lstStyle/>
            <a:p>
              <a:pPr algn="ctr"/>
              <a:endParaRPr lang="en-US" sz="1701"/>
            </a:p>
          </p:txBody>
        </p:sp>
        <p:sp>
          <p:nvSpPr>
            <p:cNvPr id="4409" name="Freeform 4699">
              <a:extLst>
                <a:ext uri="{FF2B5EF4-FFF2-40B4-BE49-F238E27FC236}">
                  <a16:creationId xmlns:a16="http://schemas.microsoft.com/office/drawing/2014/main" id="{A812428C-11C1-6F51-2B36-EBC195D245C8}"/>
                </a:ext>
              </a:extLst>
            </p:cNvPr>
            <p:cNvSpPr/>
            <p:nvPr/>
          </p:nvSpPr>
          <p:spPr>
            <a:xfrm>
              <a:off x="1441398" y="388722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8AFD6"/>
            </a:solidFill>
            <a:ln w="9525" cap="rnd">
              <a:noFill/>
              <a:prstDash val="solid"/>
              <a:round/>
            </a:ln>
          </p:spPr>
          <p:txBody>
            <a:bodyPr/>
            <a:lstStyle/>
            <a:p>
              <a:pPr algn="ctr"/>
              <a:endParaRPr lang="en-US" sz="1701"/>
            </a:p>
          </p:txBody>
        </p:sp>
        <p:sp>
          <p:nvSpPr>
            <p:cNvPr id="4410" name="Freeform 4700">
              <a:extLst>
                <a:ext uri="{FF2B5EF4-FFF2-40B4-BE49-F238E27FC236}">
                  <a16:creationId xmlns:a16="http://schemas.microsoft.com/office/drawing/2014/main" id="{D6D41678-CBC3-4EE1-3367-A9FF81DD18BA}"/>
                </a:ext>
              </a:extLst>
            </p:cNvPr>
            <p:cNvSpPr/>
            <p:nvPr/>
          </p:nvSpPr>
          <p:spPr>
            <a:xfrm>
              <a:off x="1441398" y="394087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DB2D7"/>
            </a:solidFill>
            <a:ln w="9525" cap="rnd">
              <a:noFill/>
              <a:prstDash val="solid"/>
              <a:round/>
            </a:ln>
          </p:spPr>
          <p:txBody>
            <a:bodyPr/>
            <a:lstStyle/>
            <a:p>
              <a:pPr algn="ctr"/>
              <a:endParaRPr lang="en-US" sz="1701"/>
            </a:p>
          </p:txBody>
        </p:sp>
        <p:sp>
          <p:nvSpPr>
            <p:cNvPr id="4411" name="Freeform 4701">
              <a:extLst>
                <a:ext uri="{FF2B5EF4-FFF2-40B4-BE49-F238E27FC236}">
                  <a16:creationId xmlns:a16="http://schemas.microsoft.com/office/drawing/2014/main" id="{773D002D-9135-40D8-C49E-D01585196674}"/>
                </a:ext>
              </a:extLst>
            </p:cNvPr>
            <p:cNvSpPr/>
            <p:nvPr/>
          </p:nvSpPr>
          <p:spPr>
            <a:xfrm>
              <a:off x="1441398" y="399439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DB2D7"/>
            </a:solidFill>
            <a:ln w="9525" cap="rnd">
              <a:noFill/>
              <a:prstDash val="solid"/>
              <a:round/>
            </a:ln>
          </p:spPr>
          <p:txBody>
            <a:bodyPr/>
            <a:lstStyle/>
            <a:p>
              <a:pPr algn="ctr"/>
              <a:endParaRPr lang="en-US" sz="1701"/>
            </a:p>
          </p:txBody>
        </p:sp>
        <p:sp>
          <p:nvSpPr>
            <p:cNvPr id="4412" name="Freeform 4702">
              <a:extLst>
                <a:ext uri="{FF2B5EF4-FFF2-40B4-BE49-F238E27FC236}">
                  <a16:creationId xmlns:a16="http://schemas.microsoft.com/office/drawing/2014/main" id="{E8983283-A148-F1F2-5502-AE5BEF43A8F9}"/>
                </a:ext>
              </a:extLst>
            </p:cNvPr>
            <p:cNvSpPr/>
            <p:nvPr/>
          </p:nvSpPr>
          <p:spPr>
            <a:xfrm>
              <a:off x="1441398" y="404792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B2CBE4"/>
            </a:solidFill>
            <a:ln w="9525" cap="rnd">
              <a:noFill/>
              <a:prstDash val="solid"/>
              <a:round/>
            </a:ln>
          </p:spPr>
          <p:txBody>
            <a:bodyPr/>
            <a:lstStyle/>
            <a:p>
              <a:pPr algn="ctr"/>
              <a:endParaRPr lang="en-US" sz="1701"/>
            </a:p>
          </p:txBody>
        </p:sp>
        <p:sp>
          <p:nvSpPr>
            <p:cNvPr id="4413" name="Freeform 4703">
              <a:extLst>
                <a:ext uri="{FF2B5EF4-FFF2-40B4-BE49-F238E27FC236}">
                  <a16:creationId xmlns:a16="http://schemas.microsoft.com/office/drawing/2014/main" id="{93811EFB-1AAD-6CBC-881B-2C3A2FBD1CDD}"/>
                </a:ext>
              </a:extLst>
            </p:cNvPr>
            <p:cNvSpPr/>
            <p:nvPr/>
          </p:nvSpPr>
          <p:spPr>
            <a:xfrm>
              <a:off x="1441398" y="410157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DC8E3"/>
            </a:solidFill>
            <a:ln w="9525" cap="rnd">
              <a:noFill/>
              <a:prstDash val="solid"/>
              <a:round/>
            </a:ln>
          </p:spPr>
          <p:txBody>
            <a:bodyPr/>
            <a:lstStyle/>
            <a:p>
              <a:pPr algn="ctr"/>
              <a:endParaRPr lang="en-US" sz="1701"/>
            </a:p>
          </p:txBody>
        </p:sp>
        <p:sp>
          <p:nvSpPr>
            <p:cNvPr id="4414" name="Freeform 4704">
              <a:extLst>
                <a:ext uri="{FF2B5EF4-FFF2-40B4-BE49-F238E27FC236}">
                  <a16:creationId xmlns:a16="http://schemas.microsoft.com/office/drawing/2014/main" id="{7A6A55E8-421E-E054-400B-17540E674C53}"/>
                </a:ext>
              </a:extLst>
            </p:cNvPr>
            <p:cNvSpPr/>
            <p:nvPr/>
          </p:nvSpPr>
          <p:spPr>
            <a:xfrm>
              <a:off x="1441398" y="415509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4C2DF"/>
            </a:solidFill>
            <a:ln w="9525" cap="rnd">
              <a:noFill/>
              <a:prstDash val="solid"/>
              <a:round/>
            </a:ln>
          </p:spPr>
          <p:txBody>
            <a:bodyPr/>
            <a:lstStyle/>
            <a:p>
              <a:pPr algn="ctr"/>
              <a:endParaRPr lang="en-US" sz="1701"/>
            </a:p>
          </p:txBody>
        </p:sp>
        <p:sp>
          <p:nvSpPr>
            <p:cNvPr id="4415" name="Freeform 4705">
              <a:extLst>
                <a:ext uri="{FF2B5EF4-FFF2-40B4-BE49-F238E27FC236}">
                  <a16:creationId xmlns:a16="http://schemas.microsoft.com/office/drawing/2014/main" id="{28A2D463-72CB-E91A-48DF-448966EED288}"/>
                </a:ext>
              </a:extLst>
            </p:cNvPr>
            <p:cNvSpPr/>
            <p:nvPr/>
          </p:nvSpPr>
          <p:spPr>
            <a:xfrm>
              <a:off x="1441398" y="420875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FBFDE"/>
            </a:solidFill>
            <a:ln w="9525" cap="rnd">
              <a:noFill/>
              <a:prstDash val="solid"/>
              <a:round/>
            </a:ln>
          </p:spPr>
          <p:txBody>
            <a:bodyPr/>
            <a:lstStyle/>
            <a:p>
              <a:pPr algn="ctr"/>
              <a:endParaRPr lang="en-US" sz="1701"/>
            </a:p>
          </p:txBody>
        </p:sp>
        <p:sp>
          <p:nvSpPr>
            <p:cNvPr id="6016" name="Freeform 4706">
              <a:extLst>
                <a:ext uri="{FF2B5EF4-FFF2-40B4-BE49-F238E27FC236}">
                  <a16:creationId xmlns:a16="http://schemas.microsoft.com/office/drawing/2014/main" id="{37B7AFF2-731C-2B9A-D442-1A4AC7AEC989}"/>
                </a:ext>
              </a:extLst>
            </p:cNvPr>
            <p:cNvSpPr/>
            <p:nvPr/>
          </p:nvSpPr>
          <p:spPr>
            <a:xfrm>
              <a:off x="1441398" y="426227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EFCFC"/>
            </a:solidFill>
            <a:ln w="9525" cap="rnd">
              <a:noFill/>
              <a:prstDash val="solid"/>
              <a:round/>
            </a:ln>
          </p:spPr>
          <p:txBody>
            <a:bodyPr/>
            <a:lstStyle/>
            <a:p>
              <a:pPr algn="ctr"/>
              <a:endParaRPr lang="en-US" sz="1701"/>
            </a:p>
          </p:txBody>
        </p:sp>
        <p:sp>
          <p:nvSpPr>
            <p:cNvPr id="6017" name="Freeform 4707">
              <a:extLst>
                <a:ext uri="{FF2B5EF4-FFF2-40B4-BE49-F238E27FC236}">
                  <a16:creationId xmlns:a16="http://schemas.microsoft.com/office/drawing/2014/main" id="{1766194A-A36D-337A-6AD8-2F8F7DE8AE69}"/>
                </a:ext>
              </a:extLst>
            </p:cNvPr>
            <p:cNvSpPr/>
            <p:nvPr/>
          </p:nvSpPr>
          <p:spPr>
            <a:xfrm>
              <a:off x="1441398" y="431580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CEDED"/>
            </a:solidFill>
            <a:ln w="9525" cap="rnd">
              <a:noFill/>
              <a:prstDash val="solid"/>
              <a:round/>
            </a:ln>
          </p:spPr>
          <p:txBody>
            <a:bodyPr/>
            <a:lstStyle/>
            <a:p>
              <a:pPr algn="ctr"/>
              <a:endParaRPr lang="en-US" sz="1701"/>
            </a:p>
          </p:txBody>
        </p:sp>
        <p:sp>
          <p:nvSpPr>
            <p:cNvPr id="6018" name="Freeform 4708">
              <a:extLst>
                <a:ext uri="{FF2B5EF4-FFF2-40B4-BE49-F238E27FC236}">
                  <a16:creationId xmlns:a16="http://schemas.microsoft.com/office/drawing/2014/main" id="{027B6B7E-074A-21EB-2760-6D597698445E}"/>
                </a:ext>
              </a:extLst>
            </p:cNvPr>
            <p:cNvSpPr/>
            <p:nvPr/>
          </p:nvSpPr>
          <p:spPr>
            <a:xfrm>
              <a:off x="1441398" y="436945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BE3E3"/>
            </a:solidFill>
            <a:ln w="9525" cap="rnd">
              <a:noFill/>
              <a:prstDash val="solid"/>
              <a:round/>
            </a:ln>
          </p:spPr>
          <p:txBody>
            <a:bodyPr/>
            <a:lstStyle/>
            <a:p>
              <a:pPr algn="ctr"/>
              <a:endParaRPr lang="en-US" sz="1701"/>
            </a:p>
          </p:txBody>
        </p:sp>
        <p:sp>
          <p:nvSpPr>
            <p:cNvPr id="6019" name="Freeform 4709">
              <a:extLst>
                <a:ext uri="{FF2B5EF4-FFF2-40B4-BE49-F238E27FC236}">
                  <a16:creationId xmlns:a16="http://schemas.microsoft.com/office/drawing/2014/main" id="{FEE80200-4002-AAAB-CEF9-75CE10D6F81B}"/>
                </a:ext>
              </a:extLst>
            </p:cNvPr>
            <p:cNvSpPr/>
            <p:nvPr/>
          </p:nvSpPr>
          <p:spPr>
            <a:xfrm>
              <a:off x="1441398" y="442297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5EDF6"/>
            </a:solidFill>
            <a:ln w="9525" cap="rnd">
              <a:noFill/>
              <a:prstDash val="solid"/>
              <a:round/>
            </a:ln>
          </p:spPr>
          <p:txBody>
            <a:bodyPr/>
            <a:lstStyle/>
            <a:p>
              <a:pPr algn="ctr"/>
              <a:endParaRPr lang="en-US" sz="1701"/>
            </a:p>
          </p:txBody>
        </p:sp>
        <p:sp>
          <p:nvSpPr>
            <p:cNvPr id="6020" name="Freeform 4710">
              <a:extLst>
                <a:ext uri="{FF2B5EF4-FFF2-40B4-BE49-F238E27FC236}">
                  <a16:creationId xmlns:a16="http://schemas.microsoft.com/office/drawing/2014/main" id="{E9C47C15-4DB7-6DB8-CAA6-0CF729DEC0D9}"/>
                </a:ext>
              </a:extLst>
            </p:cNvPr>
            <p:cNvSpPr/>
            <p:nvPr/>
          </p:nvSpPr>
          <p:spPr>
            <a:xfrm>
              <a:off x="1441398" y="447662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0EAF4"/>
            </a:solidFill>
            <a:ln w="9525" cap="rnd">
              <a:noFill/>
              <a:prstDash val="solid"/>
              <a:round/>
            </a:ln>
          </p:spPr>
          <p:txBody>
            <a:bodyPr/>
            <a:lstStyle/>
            <a:p>
              <a:pPr algn="ctr"/>
              <a:endParaRPr lang="en-US" sz="1701"/>
            </a:p>
          </p:txBody>
        </p:sp>
        <p:sp>
          <p:nvSpPr>
            <p:cNvPr id="6021" name="Freeform 4711">
              <a:extLst>
                <a:ext uri="{FF2B5EF4-FFF2-40B4-BE49-F238E27FC236}">
                  <a16:creationId xmlns:a16="http://schemas.microsoft.com/office/drawing/2014/main" id="{D50EAC85-FC3E-CCD2-91A0-536ED2780E40}"/>
                </a:ext>
              </a:extLst>
            </p:cNvPr>
            <p:cNvSpPr/>
            <p:nvPr/>
          </p:nvSpPr>
          <p:spPr>
            <a:xfrm>
              <a:off x="1441398" y="453015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7E4F1"/>
            </a:solidFill>
            <a:ln w="9525" cap="rnd">
              <a:noFill/>
              <a:prstDash val="solid"/>
              <a:round/>
            </a:ln>
          </p:spPr>
          <p:txBody>
            <a:bodyPr/>
            <a:lstStyle/>
            <a:p>
              <a:pPr algn="ctr"/>
              <a:endParaRPr lang="en-US" sz="1701"/>
            </a:p>
          </p:txBody>
        </p:sp>
        <p:sp>
          <p:nvSpPr>
            <p:cNvPr id="6022" name="Freeform 4712">
              <a:extLst>
                <a:ext uri="{FF2B5EF4-FFF2-40B4-BE49-F238E27FC236}">
                  <a16:creationId xmlns:a16="http://schemas.microsoft.com/office/drawing/2014/main" id="{8814B635-7901-55B4-7667-7D9B51BA39F9}"/>
                </a:ext>
              </a:extLst>
            </p:cNvPr>
            <p:cNvSpPr/>
            <p:nvPr/>
          </p:nvSpPr>
          <p:spPr>
            <a:xfrm>
              <a:off x="1441398" y="458367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9DBEC"/>
            </a:solidFill>
            <a:ln w="9525" cap="rnd">
              <a:noFill/>
              <a:prstDash val="solid"/>
              <a:round/>
            </a:ln>
          </p:spPr>
          <p:txBody>
            <a:bodyPr/>
            <a:lstStyle/>
            <a:p>
              <a:pPr algn="ctr"/>
              <a:endParaRPr lang="en-US" sz="1701"/>
            </a:p>
          </p:txBody>
        </p:sp>
        <p:sp>
          <p:nvSpPr>
            <p:cNvPr id="6023" name="Freeform 4713">
              <a:extLst>
                <a:ext uri="{FF2B5EF4-FFF2-40B4-BE49-F238E27FC236}">
                  <a16:creationId xmlns:a16="http://schemas.microsoft.com/office/drawing/2014/main" id="{7081A30E-1BD7-922B-E01C-165887598FA4}"/>
                </a:ext>
              </a:extLst>
            </p:cNvPr>
            <p:cNvSpPr/>
            <p:nvPr/>
          </p:nvSpPr>
          <p:spPr>
            <a:xfrm>
              <a:off x="1441398" y="463732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2E1EF"/>
            </a:solidFill>
            <a:ln w="9525" cap="rnd">
              <a:noFill/>
              <a:prstDash val="solid"/>
              <a:round/>
            </a:ln>
          </p:spPr>
          <p:txBody>
            <a:bodyPr/>
            <a:lstStyle/>
            <a:p>
              <a:pPr algn="ctr"/>
              <a:endParaRPr lang="en-US" sz="1701"/>
            </a:p>
          </p:txBody>
        </p:sp>
        <p:sp>
          <p:nvSpPr>
            <p:cNvPr id="6024" name="Freeform 4714">
              <a:extLst>
                <a:ext uri="{FF2B5EF4-FFF2-40B4-BE49-F238E27FC236}">
                  <a16:creationId xmlns:a16="http://schemas.microsoft.com/office/drawing/2014/main" id="{33874888-95A0-A860-049D-68AFDA8FD40E}"/>
                </a:ext>
              </a:extLst>
            </p:cNvPr>
            <p:cNvSpPr/>
            <p:nvPr/>
          </p:nvSpPr>
          <p:spPr>
            <a:xfrm>
              <a:off x="1441398" y="469085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97C"/>
            </a:solidFill>
            <a:ln w="9525" cap="rnd">
              <a:noFill/>
              <a:prstDash val="solid"/>
              <a:round/>
            </a:ln>
          </p:spPr>
          <p:txBody>
            <a:bodyPr/>
            <a:lstStyle/>
            <a:p>
              <a:pPr algn="ctr"/>
              <a:endParaRPr lang="en-US" sz="1701"/>
            </a:p>
          </p:txBody>
        </p:sp>
        <p:sp>
          <p:nvSpPr>
            <p:cNvPr id="6025" name="Freeform 4715">
              <a:extLst>
                <a:ext uri="{FF2B5EF4-FFF2-40B4-BE49-F238E27FC236}">
                  <a16:creationId xmlns:a16="http://schemas.microsoft.com/office/drawing/2014/main" id="{94EDF843-A056-07A1-F37D-B62A7EFC2A96}"/>
                </a:ext>
              </a:extLst>
            </p:cNvPr>
            <p:cNvSpPr/>
            <p:nvPr/>
          </p:nvSpPr>
          <p:spPr>
            <a:xfrm>
              <a:off x="1441398" y="474450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F8D90"/>
            </a:solidFill>
            <a:ln w="9525" cap="rnd">
              <a:noFill/>
              <a:prstDash val="solid"/>
              <a:round/>
            </a:ln>
          </p:spPr>
          <p:txBody>
            <a:bodyPr/>
            <a:lstStyle/>
            <a:p>
              <a:pPr algn="ctr"/>
              <a:endParaRPr lang="en-US" sz="1701"/>
            </a:p>
          </p:txBody>
        </p:sp>
        <p:sp>
          <p:nvSpPr>
            <p:cNvPr id="6026" name="Freeform 4716">
              <a:extLst>
                <a:ext uri="{FF2B5EF4-FFF2-40B4-BE49-F238E27FC236}">
                  <a16:creationId xmlns:a16="http://schemas.microsoft.com/office/drawing/2014/main" id="{C7EDFF81-DC0E-6404-1598-7768E8B4161D}"/>
                </a:ext>
              </a:extLst>
            </p:cNvPr>
            <p:cNvSpPr/>
            <p:nvPr/>
          </p:nvSpPr>
          <p:spPr>
            <a:xfrm>
              <a:off x="1441398" y="479803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1A1A4"/>
            </a:solidFill>
            <a:ln w="9525" cap="rnd">
              <a:noFill/>
              <a:prstDash val="solid"/>
              <a:round/>
            </a:ln>
          </p:spPr>
          <p:txBody>
            <a:bodyPr/>
            <a:lstStyle/>
            <a:p>
              <a:pPr algn="ctr"/>
              <a:endParaRPr lang="en-US" sz="1701"/>
            </a:p>
          </p:txBody>
        </p:sp>
        <p:sp>
          <p:nvSpPr>
            <p:cNvPr id="6027" name="Freeform 4717">
              <a:extLst>
                <a:ext uri="{FF2B5EF4-FFF2-40B4-BE49-F238E27FC236}">
                  <a16:creationId xmlns:a16="http://schemas.microsoft.com/office/drawing/2014/main" id="{ADF79C36-2E55-AC8D-AD2B-073CE08D2576}"/>
                </a:ext>
              </a:extLst>
            </p:cNvPr>
            <p:cNvSpPr/>
            <p:nvPr/>
          </p:nvSpPr>
          <p:spPr>
            <a:xfrm>
              <a:off x="1441398" y="485155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0979A"/>
            </a:solidFill>
            <a:ln w="9525" cap="rnd">
              <a:noFill/>
              <a:prstDash val="solid"/>
              <a:round/>
            </a:ln>
          </p:spPr>
          <p:txBody>
            <a:bodyPr/>
            <a:lstStyle/>
            <a:p>
              <a:pPr algn="ctr"/>
              <a:endParaRPr lang="en-US" sz="1701"/>
            </a:p>
          </p:txBody>
        </p:sp>
        <p:sp>
          <p:nvSpPr>
            <p:cNvPr id="6028" name="Freeform 4718">
              <a:extLst>
                <a:ext uri="{FF2B5EF4-FFF2-40B4-BE49-F238E27FC236}">
                  <a16:creationId xmlns:a16="http://schemas.microsoft.com/office/drawing/2014/main" id="{695756CB-9686-AC3B-93E2-B4F0100B8A00}"/>
                </a:ext>
              </a:extLst>
            </p:cNvPr>
            <p:cNvSpPr/>
            <p:nvPr/>
          </p:nvSpPr>
          <p:spPr>
            <a:xfrm>
              <a:off x="1441398" y="490520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E81"/>
            </a:solidFill>
            <a:ln w="9525" cap="rnd">
              <a:noFill/>
              <a:prstDash val="solid"/>
              <a:round/>
            </a:ln>
          </p:spPr>
          <p:txBody>
            <a:bodyPr/>
            <a:lstStyle/>
            <a:p>
              <a:pPr algn="ctr"/>
              <a:endParaRPr lang="en-US" sz="1701"/>
            </a:p>
          </p:txBody>
        </p:sp>
        <p:sp>
          <p:nvSpPr>
            <p:cNvPr id="6029" name="Freeform 4719">
              <a:extLst>
                <a:ext uri="{FF2B5EF4-FFF2-40B4-BE49-F238E27FC236}">
                  <a16:creationId xmlns:a16="http://schemas.microsoft.com/office/drawing/2014/main" id="{C8152382-6459-DF3B-98C3-1107D28225BC}"/>
                </a:ext>
              </a:extLst>
            </p:cNvPr>
            <p:cNvSpPr/>
            <p:nvPr/>
          </p:nvSpPr>
          <p:spPr>
            <a:xfrm>
              <a:off x="1441398" y="495873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97C"/>
            </a:solidFill>
            <a:ln w="9525" cap="rnd">
              <a:noFill/>
              <a:prstDash val="solid"/>
              <a:round/>
            </a:ln>
          </p:spPr>
          <p:txBody>
            <a:bodyPr/>
            <a:lstStyle/>
            <a:p>
              <a:pPr algn="ctr"/>
              <a:endParaRPr lang="en-US" sz="1701"/>
            </a:p>
          </p:txBody>
        </p:sp>
        <p:sp>
          <p:nvSpPr>
            <p:cNvPr id="6030" name="Freeform 4720">
              <a:extLst>
                <a:ext uri="{FF2B5EF4-FFF2-40B4-BE49-F238E27FC236}">
                  <a16:creationId xmlns:a16="http://schemas.microsoft.com/office/drawing/2014/main" id="{9C3229FA-1E07-7233-2D63-0F462A2EB5DF}"/>
                </a:ext>
              </a:extLst>
            </p:cNvPr>
            <p:cNvSpPr/>
            <p:nvPr/>
          </p:nvSpPr>
          <p:spPr>
            <a:xfrm>
              <a:off x="1441398" y="501238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B7478"/>
            </a:solidFill>
            <a:ln w="9525" cap="rnd">
              <a:noFill/>
              <a:prstDash val="solid"/>
              <a:round/>
            </a:ln>
          </p:spPr>
          <p:txBody>
            <a:bodyPr/>
            <a:lstStyle/>
            <a:p>
              <a:pPr algn="ctr"/>
              <a:endParaRPr lang="en-US" sz="1701"/>
            </a:p>
          </p:txBody>
        </p:sp>
        <p:sp>
          <p:nvSpPr>
            <p:cNvPr id="6031" name="Freeform 4721">
              <a:extLst>
                <a:ext uri="{FF2B5EF4-FFF2-40B4-BE49-F238E27FC236}">
                  <a16:creationId xmlns:a16="http://schemas.microsoft.com/office/drawing/2014/main" id="{51F23EB0-516B-A02E-DB29-471D8A8E0CCC}"/>
                </a:ext>
              </a:extLst>
            </p:cNvPr>
            <p:cNvSpPr/>
            <p:nvPr/>
          </p:nvSpPr>
          <p:spPr>
            <a:xfrm>
              <a:off x="1441398" y="506590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32" name="Freeform 4722">
              <a:extLst>
                <a:ext uri="{FF2B5EF4-FFF2-40B4-BE49-F238E27FC236}">
                  <a16:creationId xmlns:a16="http://schemas.microsoft.com/office/drawing/2014/main" id="{C8C991CC-3763-03CD-FE04-23211479BEE3}"/>
                </a:ext>
              </a:extLst>
            </p:cNvPr>
            <p:cNvSpPr/>
            <p:nvPr/>
          </p:nvSpPr>
          <p:spPr>
            <a:xfrm>
              <a:off x="1441398" y="511943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33" name="Freeform 4723">
              <a:extLst>
                <a:ext uri="{FF2B5EF4-FFF2-40B4-BE49-F238E27FC236}">
                  <a16:creationId xmlns:a16="http://schemas.microsoft.com/office/drawing/2014/main" id="{D0F0E176-7E95-E4B8-4874-9E1248250DDC}"/>
                </a:ext>
              </a:extLst>
            </p:cNvPr>
            <p:cNvSpPr/>
            <p:nvPr/>
          </p:nvSpPr>
          <p:spPr>
            <a:xfrm>
              <a:off x="1441398" y="517308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34" name="Freeform 4724">
              <a:extLst>
                <a:ext uri="{FF2B5EF4-FFF2-40B4-BE49-F238E27FC236}">
                  <a16:creationId xmlns:a16="http://schemas.microsoft.com/office/drawing/2014/main" id="{71DF5D66-2D10-E3A5-72D2-BD662D051510}"/>
                </a:ext>
              </a:extLst>
            </p:cNvPr>
            <p:cNvSpPr/>
            <p:nvPr/>
          </p:nvSpPr>
          <p:spPr>
            <a:xfrm>
              <a:off x="2571698" y="244065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0979A"/>
            </a:solidFill>
            <a:ln w="9525" cap="rnd">
              <a:noFill/>
              <a:prstDash val="solid"/>
              <a:round/>
            </a:ln>
          </p:spPr>
          <p:txBody>
            <a:bodyPr/>
            <a:lstStyle/>
            <a:p>
              <a:pPr algn="ctr"/>
              <a:endParaRPr lang="en-US" sz="1701"/>
            </a:p>
          </p:txBody>
        </p:sp>
        <p:sp>
          <p:nvSpPr>
            <p:cNvPr id="6035" name="Freeform 4725">
              <a:extLst>
                <a:ext uri="{FF2B5EF4-FFF2-40B4-BE49-F238E27FC236}">
                  <a16:creationId xmlns:a16="http://schemas.microsoft.com/office/drawing/2014/main" id="{7C3AAD4F-2D2D-2E2A-3E2A-793C4D19E487}"/>
                </a:ext>
              </a:extLst>
            </p:cNvPr>
            <p:cNvSpPr/>
            <p:nvPr/>
          </p:nvSpPr>
          <p:spPr>
            <a:xfrm>
              <a:off x="2571698" y="249430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E888B"/>
            </a:solidFill>
            <a:ln w="9525" cap="rnd">
              <a:noFill/>
              <a:prstDash val="solid"/>
              <a:round/>
            </a:ln>
          </p:spPr>
          <p:txBody>
            <a:bodyPr/>
            <a:lstStyle/>
            <a:p>
              <a:pPr algn="ctr"/>
              <a:endParaRPr lang="en-US" sz="1701"/>
            </a:p>
          </p:txBody>
        </p:sp>
        <p:sp>
          <p:nvSpPr>
            <p:cNvPr id="6036" name="Freeform 4726">
              <a:extLst>
                <a:ext uri="{FF2B5EF4-FFF2-40B4-BE49-F238E27FC236}">
                  <a16:creationId xmlns:a16="http://schemas.microsoft.com/office/drawing/2014/main" id="{F5F7838B-9C0D-760B-2EBB-22B04A61A9CA}"/>
                </a:ext>
              </a:extLst>
            </p:cNvPr>
            <p:cNvSpPr/>
            <p:nvPr/>
          </p:nvSpPr>
          <p:spPr>
            <a:xfrm>
              <a:off x="2571698" y="254783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97C"/>
            </a:solidFill>
            <a:ln w="9525" cap="rnd">
              <a:noFill/>
              <a:prstDash val="solid"/>
              <a:round/>
            </a:ln>
          </p:spPr>
          <p:txBody>
            <a:bodyPr/>
            <a:lstStyle/>
            <a:p>
              <a:pPr algn="ctr"/>
              <a:endParaRPr lang="en-US" sz="1701"/>
            </a:p>
          </p:txBody>
        </p:sp>
        <p:sp>
          <p:nvSpPr>
            <p:cNvPr id="6037" name="Freeform 4727">
              <a:extLst>
                <a:ext uri="{FF2B5EF4-FFF2-40B4-BE49-F238E27FC236}">
                  <a16:creationId xmlns:a16="http://schemas.microsoft.com/office/drawing/2014/main" id="{47EADB5C-96E2-25EB-E9FB-1F6AAABFE88E}"/>
                </a:ext>
              </a:extLst>
            </p:cNvPr>
            <p:cNvSpPr/>
            <p:nvPr/>
          </p:nvSpPr>
          <p:spPr>
            <a:xfrm>
              <a:off x="2571698" y="260148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97C"/>
            </a:solidFill>
            <a:ln w="9525" cap="rnd">
              <a:noFill/>
              <a:prstDash val="solid"/>
              <a:round/>
            </a:ln>
          </p:spPr>
          <p:txBody>
            <a:bodyPr/>
            <a:lstStyle/>
            <a:p>
              <a:pPr algn="ctr"/>
              <a:endParaRPr lang="en-US" sz="1701"/>
            </a:p>
          </p:txBody>
        </p:sp>
        <p:sp>
          <p:nvSpPr>
            <p:cNvPr id="6038" name="Freeform 4728">
              <a:extLst>
                <a:ext uri="{FF2B5EF4-FFF2-40B4-BE49-F238E27FC236}">
                  <a16:creationId xmlns:a16="http://schemas.microsoft.com/office/drawing/2014/main" id="{13BDCCD8-B158-7EAF-E833-C95CEC3E2905}"/>
                </a:ext>
              </a:extLst>
            </p:cNvPr>
            <p:cNvSpPr/>
            <p:nvPr/>
          </p:nvSpPr>
          <p:spPr>
            <a:xfrm>
              <a:off x="2571698" y="265500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B7478"/>
            </a:solidFill>
            <a:ln w="9525" cap="rnd">
              <a:noFill/>
              <a:prstDash val="solid"/>
              <a:round/>
            </a:ln>
          </p:spPr>
          <p:txBody>
            <a:bodyPr/>
            <a:lstStyle/>
            <a:p>
              <a:pPr algn="ctr"/>
              <a:endParaRPr lang="en-US" sz="1701"/>
            </a:p>
          </p:txBody>
        </p:sp>
        <p:sp>
          <p:nvSpPr>
            <p:cNvPr id="6039" name="Freeform 4729">
              <a:extLst>
                <a:ext uri="{FF2B5EF4-FFF2-40B4-BE49-F238E27FC236}">
                  <a16:creationId xmlns:a16="http://schemas.microsoft.com/office/drawing/2014/main" id="{CCB25552-A96C-E60F-A359-DFB3E076EF1C}"/>
                </a:ext>
              </a:extLst>
            </p:cNvPr>
            <p:cNvSpPr/>
            <p:nvPr/>
          </p:nvSpPr>
          <p:spPr>
            <a:xfrm>
              <a:off x="2571698" y="270853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97C"/>
            </a:solidFill>
            <a:ln w="9525" cap="rnd">
              <a:noFill/>
              <a:prstDash val="solid"/>
              <a:round/>
            </a:ln>
          </p:spPr>
          <p:txBody>
            <a:bodyPr/>
            <a:lstStyle/>
            <a:p>
              <a:pPr algn="ctr"/>
              <a:endParaRPr lang="en-US" sz="1701"/>
            </a:p>
          </p:txBody>
        </p:sp>
        <p:sp>
          <p:nvSpPr>
            <p:cNvPr id="6040" name="Freeform 4730">
              <a:extLst>
                <a:ext uri="{FF2B5EF4-FFF2-40B4-BE49-F238E27FC236}">
                  <a16:creationId xmlns:a16="http://schemas.microsoft.com/office/drawing/2014/main" id="{B5DE0A57-30B9-DD74-A131-76167901E0A9}"/>
                </a:ext>
              </a:extLst>
            </p:cNvPr>
            <p:cNvSpPr/>
            <p:nvPr/>
          </p:nvSpPr>
          <p:spPr>
            <a:xfrm>
              <a:off x="2571698" y="276218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97C"/>
            </a:solidFill>
            <a:ln w="9525" cap="rnd">
              <a:noFill/>
              <a:prstDash val="solid"/>
              <a:round/>
            </a:ln>
          </p:spPr>
          <p:txBody>
            <a:bodyPr/>
            <a:lstStyle/>
            <a:p>
              <a:pPr algn="ctr"/>
              <a:endParaRPr lang="en-US" sz="1701"/>
            </a:p>
          </p:txBody>
        </p:sp>
        <p:sp>
          <p:nvSpPr>
            <p:cNvPr id="6041" name="Freeform 4731">
              <a:extLst>
                <a:ext uri="{FF2B5EF4-FFF2-40B4-BE49-F238E27FC236}">
                  <a16:creationId xmlns:a16="http://schemas.microsoft.com/office/drawing/2014/main" id="{21D64C85-8D69-A136-210A-DFDB4537967C}"/>
                </a:ext>
              </a:extLst>
            </p:cNvPr>
            <p:cNvSpPr/>
            <p:nvPr/>
          </p:nvSpPr>
          <p:spPr>
            <a:xfrm>
              <a:off x="2571698" y="281571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42" name="Freeform 4732">
              <a:extLst>
                <a:ext uri="{FF2B5EF4-FFF2-40B4-BE49-F238E27FC236}">
                  <a16:creationId xmlns:a16="http://schemas.microsoft.com/office/drawing/2014/main" id="{42AED0B6-6B2A-609C-FA66-85F2F8A29378}"/>
                </a:ext>
              </a:extLst>
            </p:cNvPr>
            <p:cNvSpPr/>
            <p:nvPr/>
          </p:nvSpPr>
          <p:spPr>
            <a:xfrm>
              <a:off x="2571698" y="286936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43" name="Freeform 4733">
              <a:extLst>
                <a:ext uri="{FF2B5EF4-FFF2-40B4-BE49-F238E27FC236}">
                  <a16:creationId xmlns:a16="http://schemas.microsoft.com/office/drawing/2014/main" id="{4DDAED23-5D01-B3F9-D548-971C64AF8EA7}"/>
                </a:ext>
              </a:extLst>
            </p:cNvPr>
            <p:cNvSpPr/>
            <p:nvPr/>
          </p:nvSpPr>
          <p:spPr>
            <a:xfrm>
              <a:off x="2571698" y="292288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44" name="Freeform 4734">
              <a:extLst>
                <a:ext uri="{FF2B5EF4-FFF2-40B4-BE49-F238E27FC236}">
                  <a16:creationId xmlns:a16="http://schemas.microsoft.com/office/drawing/2014/main" id="{B1FC675B-44B9-3173-CC60-5E677FD0E9DE}"/>
                </a:ext>
              </a:extLst>
            </p:cNvPr>
            <p:cNvSpPr/>
            <p:nvPr/>
          </p:nvSpPr>
          <p:spPr>
            <a:xfrm>
              <a:off x="2571698" y="297641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45" name="Freeform 4735">
              <a:extLst>
                <a:ext uri="{FF2B5EF4-FFF2-40B4-BE49-F238E27FC236}">
                  <a16:creationId xmlns:a16="http://schemas.microsoft.com/office/drawing/2014/main" id="{42761BCA-8300-ED22-37F7-ECB833B14AF0}"/>
                </a:ext>
              </a:extLst>
            </p:cNvPr>
            <p:cNvSpPr/>
            <p:nvPr/>
          </p:nvSpPr>
          <p:spPr>
            <a:xfrm>
              <a:off x="2571698" y="303006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B7478"/>
            </a:solidFill>
            <a:ln w="9525" cap="rnd">
              <a:noFill/>
              <a:prstDash val="solid"/>
              <a:round/>
            </a:ln>
          </p:spPr>
          <p:txBody>
            <a:bodyPr/>
            <a:lstStyle/>
            <a:p>
              <a:pPr algn="ctr"/>
              <a:endParaRPr lang="en-US" sz="1701"/>
            </a:p>
          </p:txBody>
        </p:sp>
        <p:sp>
          <p:nvSpPr>
            <p:cNvPr id="6046" name="Freeform 4736">
              <a:extLst>
                <a:ext uri="{FF2B5EF4-FFF2-40B4-BE49-F238E27FC236}">
                  <a16:creationId xmlns:a16="http://schemas.microsoft.com/office/drawing/2014/main" id="{008EA44A-2080-67EB-0C36-17385819A4F8}"/>
                </a:ext>
              </a:extLst>
            </p:cNvPr>
            <p:cNvSpPr/>
            <p:nvPr/>
          </p:nvSpPr>
          <p:spPr>
            <a:xfrm>
              <a:off x="2571698" y="308358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B7478"/>
            </a:solidFill>
            <a:ln w="9525" cap="rnd">
              <a:noFill/>
              <a:prstDash val="solid"/>
              <a:round/>
            </a:ln>
          </p:spPr>
          <p:txBody>
            <a:bodyPr/>
            <a:lstStyle/>
            <a:p>
              <a:pPr algn="ctr"/>
              <a:endParaRPr lang="en-US" sz="1701"/>
            </a:p>
          </p:txBody>
        </p:sp>
        <p:sp>
          <p:nvSpPr>
            <p:cNvPr id="6047" name="Freeform 4737">
              <a:extLst>
                <a:ext uri="{FF2B5EF4-FFF2-40B4-BE49-F238E27FC236}">
                  <a16:creationId xmlns:a16="http://schemas.microsoft.com/office/drawing/2014/main" id="{628D7A3C-DD75-9165-029B-1D8782A73D31}"/>
                </a:ext>
              </a:extLst>
            </p:cNvPr>
            <p:cNvSpPr/>
            <p:nvPr/>
          </p:nvSpPr>
          <p:spPr>
            <a:xfrm>
              <a:off x="2571698" y="313723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48" name="Freeform 4738">
              <a:extLst>
                <a:ext uri="{FF2B5EF4-FFF2-40B4-BE49-F238E27FC236}">
                  <a16:creationId xmlns:a16="http://schemas.microsoft.com/office/drawing/2014/main" id="{5527D434-86EC-39F1-D1D7-CA26C890AD8C}"/>
                </a:ext>
              </a:extLst>
            </p:cNvPr>
            <p:cNvSpPr/>
            <p:nvPr/>
          </p:nvSpPr>
          <p:spPr>
            <a:xfrm>
              <a:off x="2571698" y="319076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49" name="Freeform 4739">
              <a:extLst>
                <a:ext uri="{FF2B5EF4-FFF2-40B4-BE49-F238E27FC236}">
                  <a16:creationId xmlns:a16="http://schemas.microsoft.com/office/drawing/2014/main" id="{98272234-1189-671E-2310-DD9D57CDAC99}"/>
                </a:ext>
              </a:extLst>
            </p:cNvPr>
            <p:cNvSpPr/>
            <p:nvPr/>
          </p:nvSpPr>
          <p:spPr>
            <a:xfrm>
              <a:off x="2571698" y="324428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3ABAD"/>
            </a:solidFill>
            <a:ln w="9525" cap="rnd">
              <a:noFill/>
              <a:prstDash val="solid"/>
              <a:round/>
            </a:ln>
          </p:spPr>
          <p:txBody>
            <a:bodyPr/>
            <a:lstStyle/>
            <a:p>
              <a:pPr algn="ctr"/>
              <a:endParaRPr lang="en-US" sz="1701"/>
            </a:p>
          </p:txBody>
        </p:sp>
        <p:sp>
          <p:nvSpPr>
            <p:cNvPr id="6050" name="Freeform 4740">
              <a:extLst>
                <a:ext uri="{FF2B5EF4-FFF2-40B4-BE49-F238E27FC236}">
                  <a16:creationId xmlns:a16="http://schemas.microsoft.com/office/drawing/2014/main" id="{16F2432E-A54D-339C-44A1-ED696EE4273E}"/>
                </a:ext>
              </a:extLst>
            </p:cNvPr>
            <p:cNvSpPr/>
            <p:nvPr/>
          </p:nvSpPr>
          <p:spPr>
            <a:xfrm>
              <a:off x="2571698" y="329794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0979A"/>
            </a:solidFill>
            <a:ln w="9525" cap="rnd">
              <a:noFill/>
              <a:prstDash val="solid"/>
              <a:round/>
            </a:ln>
          </p:spPr>
          <p:txBody>
            <a:bodyPr/>
            <a:lstStyle/>
            <a:p>
              <a:pPr algn="ctr"/>
              <a:endParaRPr lang="en-US" sz="1701"/>
            </a:p>
          </p:txBody>
        </p:sp>
        <p:sp>
          <p:nvSpPr>
            <p:cNvPr id="6051" name="Freeform 4741">
              <a:extLst>
                <a:ext uri="{FF2B5EF4-FFF2-40B4-BE49-F238E27FC236}">
                  <a16:creationId xmlns:a16="http://schemas.microsoft.com/office/drawing/2014/main" id="{E143D733-604E-587A-EF6F-18243B9C13F6}"/>
                </a:ext>
              </a:extLst>
            </p:cNvPr>
            <p:cNvSpPr/>
            <p:nvPr/>
          </p:nvSpPr>
          <p:spPr>
            <a:xfrm>
              <a:off x="2571698" y="335146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E888B"/>
            </a:solidFill>
            <a:ln w="9525" cap="rnd">
              <a:noFill/>
              <a:prstDash val="solid"/>
              <a:round/>
            </a:ln>
          </p:spPr>
          <p:txBody>
            <a:bodyPr/>
            <a:lstStyle/>
            <a:p>
              <a:pPr algn="ctr"/>
              <a:endParaRPr lang="en-US" sz="1701"/>
            </a:p>
          </p:txBody>
        </p:sp>
        <p:sp>
          <p:nvSpPr>
            <p:cNvPr id="6052" name="Freeform 4742">
              <a:extLst>
                <a:ext uri="{FF2B5EF4-FFF2-40B4-BE49-F238E27FC236}">
                  <a16:creationId xmlns:a16="http://schemas.microsoft.com/office/drawing/2014/main" id="{07147872-7F93-F8B1-949C-714E51DEF334}"/>
                </a:ext>
              </a:extLst>
            </p:cNvPr>
            <p:cNvSpPr/>
            <p:nvPr/>
          </p:nvSpPr>
          <p:spPr>
            <a:xfrm>
              <a:off x="2571698" y="340511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F8D90"/>
            </a:solidFill>
            <a:ln w="9525" cap="rnd">
              <a:noFill/>
              <a:prstDash val="solid"/>
              <a:round/>
            </a:ln>
          </p:spPr>
          <p:txBody>
            <a:bodyPr/>
            <a:lstStyle/>
            <a:p>
              <a:pPr algn="ctr"/>
              <a:endParaRPr lang="en-US" sz="1701"/>
            </a:p>
          </p:txBody>
        </p:sp>
        <p:sp>
          <p:nvSpPr>
            <p:cNvPr id="6053" name="Freeform 4743">
              <a:extLst>
                <a:ext uri="{FF2B5EF4-FFF2-40B4-BE49-F238E27FC236}">
                  <a16:creationId xmlns:a16="http://schemas.microsoft.com/office/drawing/2014/main" id="{7F1F6AAB-CE43-5030-6051-BD6CF68F16D0}"/>
                </a:ext>
              </a:extLst>
            </p:cNvPr>
            <p:cNvSpPr/>
            <p:nvPr/>
          </p:nvSpPr>
          <p:spPr>
            <a:xfrm>
              <a:off x="2571698" y="345864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C7E81"/>
            </a:solidFill>
            <a:ln w="9525" cap="rnd">
              <a:noFill/>
              <a:prstDash val="solid"/>
              <a:round/>
            </a:ln>
          </p:spPr>
          <p:txBody>
            <a:bodyPr/>
            <a:lstStyle/>
            <a:p>
              <a:pPr algn="ctr"/>
              <a:endParaRPr lang="en-US" sz="1701"/>
            </a:p>
          </p:txBody>
        </p:sp>
        <p:sp>
          <p:nvSpPr>
            <p:cNvPr id="6054" name="Freeform 4744">
              <a:extLst>
                <a:ext uri="{FF2B5EF4-FFF2-40B4-BE49-F238E27FC236}">
                  <a16:creationId xmlns:a16="http://schemas.microsoft.com/office/drawing/2014/main" id="{D838C68B-5B22-BC82-041D-8443E62E094C}"/>
                </a:ext>
              </a:extLst>
            </p:cNvPr>
            <p:cNvSpPr/>
            <p:nvPr/>
          </p:nvSpPr>
          <p:spPr>
            <a:xfrm>
              <a:off x="2571698" y="351216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B7478"/>
            </a:solidFill>
            <a:ln w="9525" cap="rnd">
              <a:noFill/>
              <a:prstDash val="solid"/>
              <a:round/>
            </a:ln>
          </p:spPr>
          <p:txBody>
            <a:bodyPr/>
            <a:lstStyle/>
            <a:p>
              <a:pPr algn="ctr"/>
              <a:endParaRPr lang="en-US" sz="1701"/>
            </a:p>
          </p:txBody>
        </p:sp>
        <p:sp>
          <p:nvSpPr>
            <p:cNvPr id="6055" name="Freeform 4745">
              <a:extLst>
                <a:ext uri="{FF2B5EF4-FFF2-40B4-BE49-F238E27FC236}">
                  <a16:creationId xmlns:a16="http://schemas.microsoft.com/office/drawing/2014/main" id="{12636245-BDA2-3D13-AC03-2B2CF00FFF36}"/>
                </a:ext>
              </a:extLst>
            </p:cNvPr>
            <p:cNvSpPr/>
            <p:nvPr/>
          </p:nvSpPr>
          <p:spPr>
            <a:xfrm>
              <a:off x="2571698" y="356581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56" name="Freeform 4746">
              <a:extLst>
                <a:ext uri="{FF2B5EF4-FFF2-40B4-BE49-F238E27FC236}">
                  <a16:creationId xmlns:a16="http://schemas.microsoft.com/office/drawing/2014/main" id="{6375CB86-B96F-840B-C4E3-743A2F82B783}"/>
                </a:ext>
              </a:extLst>
            </p:cNvPr>
            <p:cNvSpPr/>
            <p:nvPr/>
          </p:nvSpPr>
          <p:spPr>
            <a:xfrm>
              <a:off x="2571698" y="361934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57" name="Freeform 4747">
              <a:extLst>
                <a:ext uri="{FF2B5EF4-FFF2-40B4-BE49-F238E27FC236}">
                  <a16:creationId xmlns:a16="http://schemas.microsoft.com/office/drawing/2014/main" id="{890B62CA-CD7D-8960-CF36-E195204EFE1E}"/>
                </a:ext>
              </a:extLst>
            </p:cNvPr>
            <p:cNvSpPr/>
            <p:nvPr/>
          </p:nvSpPr>
          <p:spPr>
            <a:xfrm>
              <a:off x="2571698" y="367299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58" name="Freeform 4748">
              <a:extLst>
                <a:ext uri="{FF2B5EF4-FFF2-40B4-BE49-F238E27FC236}">
                  <a16:creationId xmlns:a16="http://schemas.microsoft.com/office/drawing/2014/main" id="{112DA55B-AC8B-F4E1-80DC-B9C61BDB11F2}"/>
                </a:ext>
              </a:extLst>
            </p:cNvPr>
            <p:cNvSpPr/>
            <p:nvPr/>
          </p:nvSpPr>
          <p:spPr>
            <a:xfrm>
              <a:off x="2571698" y="372652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59" name="Freeform 4749">
              <a:extLst>
                <a:ext uri="{FF2B5EF4-FFF2-40B4-BE49-F238E27FC236}">
                  <a16:creationId xmlns:a16="http://schemas.microsoft.com/office/drawing/2014/main" id="{05F696B5-CEDC-E17D-405A-DC20EF2DA68A}"/>
                </a:ext>
              </a:extLst>
            </p:cNvPr>
            <p:cNvSpPr/>
            <p:nvPr/>
          </p:nvSpPr>
          <p:spPr>
            <a:xfrm>
              <a:off x="2571698" y="378004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60" name="Freeform 4750">
              <a:extLst>
                <a:ext uri="{FF2B5EF4-FFF2-40B4-BE49-F238E27FC236}">
                  <a16:creationId xmlns:a16="http://schemas.microsoft.com/office/drawing/2014/main" id="{05D8AF18-7F1D-8066-AC1B-1F0B591928F4}"/>
                </a:ext>
              </a:extLst>
            </p:cNvPr>
            <p:cNvSpPr/>
            <p:nvPr/>
          </p:nvSpPr>
          <p:spPr>
            <a:xfrm>
              <a:off x="2571698" y="383369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EA6F73"/>
            </a:solidFill>
            <a:ln w="9525" cap="rnd">
              <a:noFill/>
              <a:prstDash val="solid"/>
              <a:round/>
            </a:ln>
          </p:spPr>
          <p:txBody>
            <a:bodyPr/>
            <a:lstStyle/>
            <a:p>
              <a:pPr algn="ctr"/>
              <a:endParaRPr lang="en-US" sz="1701"/>
            </a:p>
          </p:txBody>
        </p:sp>
        <p:sp>
          <p:nvSpPr>
            <p:cNvPr id="6061" name="Freeform 4751">
              <a:extLst>
                <a:ext uri="{FF2B5EF4-FFF2-40B4-BE49-F238E27FC236}">
                  <a16:creationId xmlns:a16="http://schemas.microsoft.com/office/drawing/2014/main" id="{119BEE5D-7064-4C5C-D419-2F75089C95F3}"/>
                </a:ext>
              </a:extLst>
            </p:cNvPr>
            <p:cNvSpPr/>
            <p:nvPr/>
          </p:nvSpPr>
          <p:spPr>
            <a:xfrm>
              <a:off x="2571698" y="388722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EFCFC"/>
            </a:solidFill>
            <a:ln w="9525" cap="rnd">
              <a:noFill/>
              <a:prstDash val="solid"/>
              <a:round/>
            </a:ln>
          </p:spPr>
          <p:txBody>
            <a:bodyPr/>
            <a:lstStyle/>
            <a:p>
              <a:pPr algn="ctr"/>
              <a:endParaRPr lang="en-US" sz="1701"/>
            </a:p>
          </p:txBody>
        </p:sp>
        <p:sp>
          <p:nvSpPr>
            <p:cNvPr id="6062" name="Freeform 4752">
              <a:extLst>
                <a:ext uri="{FF2B5EF4-FFF2-40B4-BE49-F238E27FC236}">
                  <a16:creationId xmlns:a16="http://schemas.microsoft.com/office/drawing/2014/main" id="{C0062F59-8297-5FAE-5C5E-D130B5946E22}"/>
                </a:ext>
              </a:extLst>
            </p:cNvPr>
            <p:cNvSpPr/>
            <p:nvPr/>
          </p:nvSpPr>
          <p:spPr>
            <a:xfrm>
              <a:off x="2571698" y="394087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8FAFC"/>
            </a:solidFill>
            <a:ln w="9525" cap="rnd">
              <a:noFill/>
              <a:prstDash val="solid"/>
              <a:round/>
            </a:ln>
          </p:spPr>
          <p:txBody>
            <a:bodyPr/>
            <a:lstStyle/>
            <a:p>
              <a:pPr algn="ctr"/>
              <a:endParaRPr lang="en-US" sz="1701"/>
            </a:p>
          </p:txBody>
        </p:sp>
        <p:sp>
          <p:nvSpPr>
            <p:cNvPr id="6063" name="Freeform 4753">
              <a:extLst>
                <a:ext uri="{FF2B5EF4-FFF2-40B4-BE49-F238E27FC236}">
                  <a16:creationId xmlns:a16="http://schemas.microsoft.com/office/drawing/2014/main" id="{B38F854B-801E-1E18-EC40-322906D4C3E4}"/>
                </a:ext>
              </a:extLst>
            </p:cNvPr>
            <p:cNvSpPr/>
            <p:nvPr/>
          </p:nvSpPr>
          <p:spPr>
            <a:xfrm>
              <a:off x="2571698" y="399439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8FAFC"/>
            </a:solidFill>
            <a:ln w="9525" cap="rnd">
              <a:noFill/>
              <a:prstDash val="solid"/>
              <a:round/>
            </a:ln>
          </p:spPr>
          <p:txBody>
            <a:bodyPr/>
            <a:lstStyle/>
            <a:p>
              <a:pPr algn="ctr"/>
              <a:endParaRPr lang="en-US" sz="1701"/>
            </a:p>
          </p:txBody>
        </p:sp>
        <p:sp>
          <p:nvSpPr>
            <p:cNvPr id="6064" name="Freeform 4754">
              <a:extLst>
                <a:ext uri="{FF2B5EF4-FFF2-40B4-BE49-F238E27FC236}">
                  <a16:creationId xmlns:a16="http://schemas.microsoft.com/office/drawing/2014/main" id="{1F31D9A0-8D69-B741-9A91-81AC4AE49FA0}"/>
                </a:ext>
              </a:extLst>
            </p:cNvPr>
            <p:cNvSpPr/>
            <p:nvPr/>
          </p:nvSpPr>
          <p:spPr>
            <a:xfrm>
              <a:off x="2571698" y="404792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4D8EB"/>
            </a:solidFill>
            <a:ln w="9525" cap="rnd">
              <a:noFill/>
              <a:prstDash val="solid"/>
              <a:round/>
            </a:ln>
          </p:spPr>
          <p:txBody>
            <a:bodyPr/>
            <a:lstStyle/>
            <a:p>
              <a:pPr algn="ctr"/>
              <a:endParaRPr lang="en-US" sz="1701"/>
            </a:p>
          </p:txBody>
        </p:sp>
        <p:sp>
          <p:nvSpPr>
            <p:cNvPr id="6065" name="Freeform 4755">
              <a:extLst>
                <a:ext uri="{FF2B5EF4-FFF2-40B4-BE49-F238E27FC236}">
                  <a16:creationId xmlns:a16="http://schemas.microsoft.com/office/drawing/2014/main" id="{7FBD0272-DDEF-ED5A-245F-DBB1AAD71BD3}"/>
                </a:ext>
              </a:extLst>
            </p:cNvPr>
            <p:cNvSpPr/>
            <p:nvPr/>
          </p:nvSpPr>
          <p:spPr>
            <a:xfrm>
              <a:off x="2571698" y="410157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C9DBEC"/>
            </a:solidFill>
            <a:ln w="9525" cap="rnd">
              <a:noFill/>
              <a:prstDash val="solid"/>
              <a:round/>
            </a:ln>
          </p:spPr>
          <p:txBody>
            <a:bodyPr/>
            <a:lstStyle/>
            <a:p>
              <a:pPr algn="ctr"/>
              <a:endParaRPr lang="en-US" sz="1701"/>
            </a:p>
          </p:txBody>
        </p:sp>
        <p:sp>
          <p:nvSpPr>
            <p:cNvPr id="6066" name="Freeform 4756">
              <a:extLst>
                <a:ext uri="{FF2B5EF4-FFF2-40B4-BE49-F238E27FC236}">
                  <a16:creationId xmlns:a16="http://schemas.microsoft.com/office/drawing/2014/main" id="{21A31291-416E-5D83-5EB1-9053CAF19D77}"/>
                </a:ext>
              </a:extLst>
            </p:cNvPr>
            <p:cNvSpPr/>
            <p:nvPr/>
          </p:nvSpPr>
          <p:spPr>
            <a:xfrm>
              <a:off x="2571698" y="415509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2E1EF"/>
            </a:solidFill>
            <a:ln w="9525" cap="rnd">
              <a:noFill/>
              <a:prstDash val="solid"/>
              <a:round/>
            </a:ln>
          </p:spPr>
          <p:txBody>
            <a:bodyPr/>
            <a:lstStyle/>
            <a:p>
              <a:pPr algn="ctr"/>
              <a:endParaRPr lang="en-US" sz="1701"/>
            </a:p>
          </p:txBody>
        </p:sp>
        <p:sp>
          <p:nvSpPr>
            <p:cNvPr id="6067" name="Freeform 4757">
              <a:extLst>
                <a:ext uri="{FF2B5EF4-FFF2-40B4-BE49-F238E27FC236}">
                  <a16:creationId xmlns:a16="http://schemas.microsoft.com/office/drawing/2014/main" id="{EBFE89B4-C5FE-DB73-E754-31165563E0BE}"/>
                </a:ext>
              </a:extLst>
            </p:cNvPr>
            <p:cNvSpPr/>
            <p:nvPr/>
          </p:nvSpPr>
          <p:spPr>
            <a:xfrm>
              <a:off x="2571698" y="420875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DCE7F3"/>
            </a:solidFill>
            <a:ln w="9525" cap="rnd">
              <a:noFill/>
              <a:prstDash val="solid"/>
              <a:round/>
            </a:ln>
          </p:spPr>
          <p:txBody>
            <a:bodyPr/>
            <a:lstStyle/>
            <a:p>
              <a:pPr algn="ctr"/>
              <a:endParaRPr lang="en-US" sz="1701"/>
            </a:p>
          </p:txBody>
        </p:sp>
        <p:sp>
          <p:nvSpPr>
            <p:cNvPr id="6068" name="Freeform 4758">
              <a:extLst>
                <a:ext uri="{FF2B5EF4-FFF2-40B4-BE49-F238E27FC236}">
                  <a16:creationId xmlns:a16="http://schemas.microsoft.com/office/drawing/2014/main" id="{BA985172-B5A9-BF78-6308-C6F5FB55F105}"/>
                </a:ext>
              </a:extLst>
            </p:cNvPr>
            <p:cNvSpPr/>
            <p:nvPr/>
          </p:nvSpPr>
          <p:spPr>
            <a:xfrm>
              <a:off x="2571698" y="426227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8AFD6"/>
            </a:solidFill>
            <a:ln w="9525" cap="rnd">
              <a:noFill/>
              <a:prstDash val="solid"/>
              <a:round/>
            </a:ln>
          </p:spPr>
          <p:txBody>
            <a:bodyPr/>
            <a:lstStyle/>
            <a:p>
              <a:pPr algn="ctr"/>
              <a:endParaRPr lang="en-US" sz="1701"/>
            </a:p>
          </p:txBody>
        </p:sp>
        <p:sp>
          <p:nvSpPr>
            <p:cNvPr id="6069" name="Freeform 4759">
              <a:extLst>
                <a:ext uri="{FF2B5EF4-FFF2-40B4-BE49-F238E27FC236}">
                  <a16:creationId xmlns:a16="http://schemas.microsoft.com/office/drawing/2014/main" id="{2B64B35B-2470-E58C-1648-FDFCBFE69E05}"/>
                </a:ext>
              </a:extLst>
            </p:cNvPr>
            <p:cNvSpPr/>
            <p:nvPr/>
          </p:nvSpPr>
          <p:spPr>
            <a:xfrm>
              <a:off x="2571698" y="4315800"/>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3ACD4"/>
            </a:solidFill>
            <a:ln w="9525" cap="rnd">
              <a:noFill/>
              <a:prstDash val="solid"/>
              <a:round/>
            </a:ln>
          </p:spPr>
          <p:txBody>
            <a:bodyPr/>
            <a:lstStyle/>
            <a:p>
              <a:pPr algn="ctr"/>
              <a:endParaRPr lang="en-US" sz="1701"/>
            </a:p>
          </p:txBody>
        </p:sp>
        <p:sp>
          <p:nvSpPr>
            <p:cNvPr id="6070" name="Freeform 4760">
              <a:extLst>
                <a:ext uri="{FF2B5EF4-FFF2-40B4-BE49-F238E27FC236}">
                  <a16:creationId xmlns:a16="http://schemas.microsoft.com/office/drawing/2014/main" id="{07462326-DC73-93F5-AEDA-9B30D161741F}"/>
                </a:ext>
              </a:extLst>
            </p:cNvPr>
            <p:cNvSpPr/>
            <p:nvPr/>
          </p:nvSpPr>
          <p:spPr>
            <a:xfrm>
              <a:off x="2571698" y="436945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7FA9D3"/>
            </a:solidFill>
            <a:ln w="9525" cap="rnd">
              <a:noFill/>
              <a:prstDash val="solid"/>
              <a:round/>
            </a:ln>
          </p:spPr>
          <p:txBody>
            <a:bodyPr/>
            <a:lstStyle/>
            <a:p>
              <a:pPr algn="ctr"/>
              <a:endParaRPr lang="en-US" sz="1701"/>
            </a:p>
          </p:txBody>
        </p:sp>
        <p:sp>
          <p:nvSpPr>
            <p:cNvPr id="6071" name="Freeform 4761">
              <a:extLst>
                <a:ext uri="{FF2B5EF4-FFF2-40B4-BE49-F238E27FC236}">
                  <a16:creationId xmlns:a16="http://schemas.microsoft.com/office/drawing/2014/main" id="{D49FE8B7-F3A1-0F51-20C0-03895AFEF420}"/>
                </a:ext>
              </a:extLst>
            </p:cNvPr>
            <p:cNvSpPr/>
            <p:nvPr/>
          </p:nvSpPr>
          <p:spPr>
            <a:xfrm>
              <a:off x="2571698" y="442297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6B9DB"/>
            </a:solidFill>
            <a:ln w="9525" cap="rnd">
              <a:noFill/>
              <a:prstDash val="solid"/>
              <a:round/>
            </a:ln>
          </p:spPr>
          <p:txBody>
            <a:bodyPr/>
            <a:lstStyle/>
            <a:p>
              <a:pPr algn="ctr"/>
              <a:endParaRPr lang="en-US" sz="1701"/>
            </a:p>
          </p:txBody>
        </p:sp>
        <p:sp>
          <p:nvSpPr>
            <p:cNvPr id="6072" name="Freeform 4762">
              <a:extLst>
                <a:ext uri="{FF2B5EF4-FFF2-40B4-BE49-F238E27FC236}">
                  <a16:creationId xmlns:a16="http://schemas.microsoft.com/office/drawing/2014/main" id="{AD8AA35E-1CC2-00E5-BA2D-F8303197268A}"/>
                </a:ext>
              </a:extLst>
            </p:cNvPr>
            <p:cNvSpPr/>
            <p:nvPr/>
          </p:nvSpPr>
          <p:spPr>
            <a:xfrm>
              <a:off x="2571698" y="447662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BBCDC"/>
            </a:solidFill>
            <a:ln w="9525" cap="rnd">
              <a:noFill/>
              <a:prstDash val="solid"/>
              <a:round/>
            </a:ln>
          </p:spPr>
          <p:txBody>
            <a:bodyPr/>
            <a:lstStyle/>
            <a:p>
              <a:pPr algn="ctr"/>
              <a:endParaRPr lang="en-US" sz="1701"/>
            </a:p>
          </p:txBody>
        </p:sp>
        <p:sp>
          <p:nvSpPr>
            <p:cNvPr id="6073" name="Freeform 4763">
              <a:extLst>
                <a:ext uri="{FF2B5EF4-FFF2-40B4-BE49-F238E27FC236}">
                  <a16:creationId xmlns:a16="http://schemas.microsoft.com/office/drawing/2014/main" id="{08577C10-D17A-84DB-0F2B-F2DE5AF20593}"/>
                </a:ext>
              </a:extLst>
            </p:cNvPr>
            <p:cNvSpPr/>
            <p:nvPr/>
          </p:nvSpPr>
          <p:spPr>
            <a:xfrm>
              <a:off x="2571698" y="453015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4C2DF"/>
            </a:solidFill>
            <a:ln w="9525" cap="rnd">
              <a:noFill/>
              <a:prstDash val="solid"/>
              <a:round/>
            </a:ln>
          </p:spPr>
          <p:txBody>
            <a:bodyPr/>
            <a:lstStyle/>
            <a:p>
              <a:pPr algn="ctr"/>
              <a:endParaRPr lang="en-US" sz="1701"/>
            </a:p>
          </p:txBody>
        </p:sp>
        <p:sp>
          <p:nvSpPr>
            <p:cNvPr id="6074" name="Freeform 4764">
              <a:extLst>
                <a:ext uri="{FF2B5EF4-FFF2-40B4-BE49-F238E27FC236}">
                  <a16:creationId xmlns:a16="http://schemas.microsoft.com/office/drawing/2014/main" id="{8A4188B5-2042-F80F-37FF-1F163F58477A}"/>
                </a:ext>
              </a:extLst>
            </p:cNvPr>
            <p:cNvSpPr/>
            <p:nvPr/>
          </p:nvSpPr>
          <p:spPr>
            <a:xfrm>
              <a:off x="2571698" y="458367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DC8E3"/>
            </a:solidFill>
            <a:ln w="9525" cap="rnd">
              <a:noFill/>
              <a:prstDash val="solid"/>
              <a:round/>
            </a:ln>
          </p:spPr>
          <p:txBody>
            <a:bodyPr/>
            <a:lstStyle/>
            <a:p>
              <a:pPr algn="ctr"/>
              <a:endParaRPr lang="en-US" sz="1701"/>
            </a:p>
          </p:txBody>
        </p:sp>
        <p:sp>
          <p:nvSpPr>
            <p:cNvPr id="6075" name="Freeform 4765">
              <a:extLst>
                <a:ext uri="{FF2B5EF4-FFF2-40B4-BE49-F238E27FC236}">
                  <a16:creationId xmlns:a16="http://schemas.microsoft.com/office/drawing/2014/main" id="{3D42F43B-EBA9-14DA-7144-577AEB5E922B}"/>
                </a:ext>
              </a:extLst>
            </p:cNvPr>
            <p:cNvSpPr/>
            <p:nvPr/>
          </p:nvSpPr>
          <p:spPr>
            <a:xfrm>
              <a:off x="2571698" y="4637329"/>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9C5E1"/>
            </a:solidFill>
            <a:ln w="9525" cap="rnd">
              <a:noFill/>
              <a:prstDash val="solid"/>
              <a:round/>
            </a:ln>
          </p:spPr>
          <p:txBody>
            <a:bodyPr/>
            <a:lstStyle/>
            <a:p>
              <a:pPr algn="ctr"/>
              <a:endParaRPr lang="en-US" sz="1701"/>
            </a:p>
          </p:txBody>
        </p:sp>
        <p:sp>
          <p:nvSpPr>
            <p:cNvPr id="6076" name="Freeform 4766">
              <a:extLst>
                <a:ext uri="{FF2B5EF4-FFF2-40B4-BE49-F238E27FC236}">
                  <a16:creationId xmlns:a16="http://schemas.microsoft.com/office/drawing/2014/main" id="{4DF1F86E-54BA-E035-4BE7-1BDCB2A5E6A6}"/>
                </a:ext>
              </a:extLst>
            </p:cNvPr>
            <p:cNvSpPr/>
            <p:nvPr/>
          </p:nvSpPr>
          <p:spPr>
            <a:xfrm>
              <a:off x="2571698" y="4690854"/>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F3F7FB"/>
            </a:solidFill>
            <a:ln w="9525" cap="rnd">
              <a:noFill/>
              <a:prstDash val="solid"/>
              <a:round/>
            </a:ln>
          </p:spPr>
          <p:txBody>
            <a:bodyPr/>
            <a:lstStyle/>
            <a:p>
              <a:pPr algn="ctr"/>
              <a:endParaRPr lang="en-US" sz="1701"/>
            </a:p>
          </p:txBody>
        </p:sp>
        <p:sp>
          <p:nvSpPr>
            <p:cNvPr id="6077" name="Freeform 4767">
              <a:extLst>
                <a:ext uri="{FF2B5EF4-FFF2-40B4-BE49-F238E27FC236}">
                  <a16:creationId xmlns:a16="http://schemas.microsoft.com/office/drawing/2014/main" id="{D710B28B-851F-7078-8BE2-2A1407964DBB}"/>
                </a:ext>
              </a:extLst>
            </p:cNvPr>
            <p:cNvSpPr/>
            <p:nvPr/>
          </p:nvSpPr>
          <p:spPr>
            <a:xfrm>
              <a:off x="2571698" y="474450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3ACD4"/>
            </a:solidFill>
            <a:ln w="9525" cap="rnd">
              <a:noFill/>
              <a:prstDash val="solid"/>
              <a:round/>
            </a:ln>
          </p:spPr>
          <p:txBody>
            <a:bodyPr/>
            <a:lstStyle/>
            <a:p>
              <a:pPr algn="ctr"/>
              <a:endParaRPr lang="en-US" sz="1701"/>
            </a:p>
          </p:txBody>
        </p:sp>
        <p:sp>
          <p:nvSpPr>
            <p:cNvPr id="6078" name="Freeform 4768">
              <a:extLst>
                <a:ext uri="{FF2B5EF4-FFF2-40B4-BE49-F238E27FC236}">
                  <a16:creationId xmlns:a16="http://schemas.microsoft.com/office/drawing/2014/main" id="{3FF78776-F122-B6B3-9A3C-68657BA9C962}"/>
                </a:ext>
              </a:extLst>
            </p:cNvPr>
            <p:cNvSpPr/>
            <p:nvPr/>
          </p:nvSpPr>
          <p:spPr>
            <a:xfrm>
              <a:off x="2571698" y="4798031"/>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7AA6D1"/>
            </a:solidFill>
            <a:ln w="9525" cap="rnd">
              <a:noFill/>
              <a:prstDash val="solid"/>
              <a:round/>
            </a:ln>
          </p:spPr>
          <p:txBody>
            <a:bodyPr/>
            <a:lstStyle/>
            <a:p>
              <a:pPr algn="ctr"/>
              <a:endParaRPr lang="en-US" sz="1701"/>
            </a:p>
          </p:txBody>
        </p:sp>
        <p:sp>
          <p:nvSpPr>
            <p:cNvPr id="6079" name="Freeform 4769">
              <a:extLst>
                <a:ext uri="{FF2B5EF4-FFF2-40B4-BE49-F238E27FC236}">
                  <a16:creationId xmlns:a16="http://schemas.microsoft.com/office/drawing/2014/main" id="{ED758F11-E9CC-7677-B7D3-1CD7B4E7FF90}"/>
                </a:ext>
              </a:extLst>
            </p:cNvPr>
            <p:cNvSpPr/>
            <p:nvPr/>
          </p:nvSpPr>
          <p:spPr>
            <a:xfrm>
              <a:off x="2571698" y="4851556"/>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7FA9D3"/>
            </a:solidFill>
            <a:ln w="9525" cap="rnd">
              <a:noFill/>
              <a:prstDash val="solid"/>
              <a:round/>
            </a:ln>
          </p:spPr>
          <p:txBody>
            <a:bodyPr/>
            <a:lstStyle/>
            <a:p>
              <a:pPr algn="ctr"/>
              <a:endParaRPr lang="en-US" sz="1701"/>
            </a:p>
          </p:txBody>
        </p:sp>
        <p:sp>
          <p:nvSpPr>
            <p:cNvPr id="6080" name="Freeform 4770">
              <a:extLst>
                <a:ext uri="{FF2B5EF4-FFF2-40B4-BE49-F238E27FC236}">
                  <a16:creationId xmlns:a16="http://schemas.microsoft.com/office/drawing/2014/main" id="{9AFB213D-DC1C-BFA3-ED81-4675064F310F}"/>
                </a:ext>
              </a:extLst>
            </p:cNvPr>
            <p:cNvSpPr/>
            <p:nvPr/>
          </p:nvSpPr>
          <p:spPr>
            <a:xfrm>
              <a:off x="2571698" y="4905207"/>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8DB2D7"/>
            </a:solidFill>
            <a:ln w="9525" cap="rnd">
              <a:noFill/>
              <a:prstDash val="solid"/>
              <a:round/>
            </a:ln>
          </p:spPr>
          <p:txBody>
            <a:bodyPr/>
            <a:lstStyle/>
            <a:p>
              <a:pPr algn="ctr"/>
              <a:endParaRPr lang="en-US" sz="1701"/>
            </a:p>
          </p:txBody>
        </p:sp>
        <p:sp>
          <p:nvSpPr>
            <p:cNvPr id="6081" name="Freeform 4771">
              <a:extLst>
                <a:ext uri="{FF2B5EF4-FFF2-40B4-BE49-F238E27FC236}">
                  <a16:creationId xmlns:a16="http://schemas.microsoft.com/office/drawing/2014/main" id="{25DA9F37-DC53-4592-2736-A819A58FDF11}"/>
                </a:ext>
              </a:extLst>
            </p:cNvPr>
            <p:cNvSpPr/>
            <p:nvPr/>
          </p:nvSpPr>
          <p:spPr>
            <a:xfrm>
              <a:off x="2571698" y="4958732"/>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6B9DB"/>
            </a:solidFill>
            <a:ln w="9525" cap="rnd">
              <a:noFill/>
              <a:prstDash val="solid"/>
              <a:round/>
            </a:ln>
          </p:spPr>
          <p:txBody>
            <a:bodyPr/>
            <a:lstStyle/>
            <a:p>
              <a:pPr algn="ctr"/>
              <a:endParaRPr lang="en-US" sz="1701"/>
            </a:p>
          </p:txBody>
        </p:sp>
        <p:sp>
          <p:nvSpPr>
            <p:cNvPr id="6082" name="Freeform 4772">
              <a:extLst>
                <a:ext uri="{FF2B5EF4-FFF2-40B4-BE49-F238E27FC236}">
                  <a16:creationId xmlns:a16="http://schemas.microsoft.com/office/drawing/2014/main" id="{97A43404-1531-C901-EEC5-FB67699EFD59}"/>
                </a:ext>
              </a:extLst>
            </p:cNvPr>
            <p:cNvSpPr/>
            <p:nvPr/>
          </p:nvSpPr>
          <p:spPr>
            <a:xfrm>
              <a:off x="2571698" y="501238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9FBFDE"/>
            </a:solidFill>
            <a:ln w="9525" cap="rnd">
              <a:noFill/>
              <a:prstDash val="solid"/>
              <a:round/>
            </a:ln>
          </p:spPr>
          <p:txBody>
            <a:bodyPr/>
            <a:lstStyle/>
            <a:p>
              <a:pPr algn="ctr"/>
              <a:endParaRPr lang="en-US" sz="1701"/>
            </a:p>
          </p:txBody>
        </p:sp>
        <p:sp>
          <p:nvSpPr>
            <p:cNvPr id="6083" name="Freeform 4773">
              <a:extLst>
                <a:ext uri="{FF2B5EF4-FFF2-40B4-BE49-F238E27FC236}">
                  <a16:creationId xmlns:a16="http://schemas.microsoft.com/office/drawing/2014/main" id="{3ACAE38A-3900-009C-762A-B052E9FCD3CD}"/>
                </a:ext>
              </a:extLst>
            </p:cNvPr>
            <p:cNvSpPr/>
            <p:nvPr/>
          </p:nvSpPr>
          <p:spPr>
            <a:xfrm>
              <a:off x="2571698" y="5065908"/>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ADC8E3"/>
            </a:solidFill>
            <a:ln w="9525" cap="rnd">
              <a:noFill/>
              <a:prstDash val="solid"/>
              <a:round/>
            </a:ln>
          </p:spPr>
          <p:txBody>
            <a:bodyPr/>
            <a:lstStyle/>
            <a:p>
              <a:pPr algn="ctr"/>
              <a:endParaRPr lang="en-US" sz="1701"/>
            </a:p>
          </p:txBody>
        </p:sp>
        <p:sp>
          <p:nvSpPr>
            <p:cNvPr id="6084" name="Freeform 4774">
              <a:extLst>
                <a:ext uri="{FF2B5EF4-FFF2-40B4-BE49-F238E27FC236}">
                  <a16:creationId xmlns:a16="http://schemas.microsoft.com/office/drawing/2014/main" id="{57837408-B148-2F9E-96D5-C51DC7EDB2EB}"/>
                </a:ext>
              </a:extLst>
            </p:cNvPr>
            <p:cNvSpPr/>
            <p:nvPr/>
          </p:nvSpPr>
          <p:spPr>
            <a:xfrm>
              <a:off x="2571698" y="5119433"/>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B2CBE4"/>
            </a:solidFill>
            <a:ln w="9525" cap="rnd">
              <a:noFill/>
              <a:prstDash val="solid"/>
              <a:round/>
            </a:ln>
          </p:spPr>
          <p:txBody>
            <a:bodyPr/>
            <a:lstStyle/>
            <a:p>
              <a:pPr algn="ctr"/>
              <a:endParaRPr lang="en-US" sz="1701"/>
            </a:p>
          </p:txBody>
        </p:sp>
        <p:sp>
          <p:nvSpPr>
            <p:cNvPr id="6085" name="Freeform 4775">
              <a:extLst>
                <a:ext uri="{FF2B5EF4-FFF2-40B4-BE49-F238E27FC236}">
                  <a16:creationId xmlns:a16="http://schemas.microsoft.com/office/drawing/2014/main" id="{ABC66EA8-CDB6-7AC5-7939-6D0AF0E02881}"/>
                </a:ext>
              </a:extLst>
            </p:cNvPr>
            <p:cNvSpPr/>
            <p:nvPr/>
          </p:nvSpPr>
          <p:spPr>
            <a:xfrm>
              <a:off x="2571698" y="5173085"/>
              <a:ext cx="1130173" cy="53524"/>
            </a:xfrm>
            <a:custGeom>
              <a:avLst/>
              <a:gdLst>
                <a:gd name="csX0" fmla="*/ 0 w 1130173"/>
                <a:gd name="csY0" fmla="*/ 0 h 53524"/>
                <a:gd name="csX1" fmla="*/ 1130173 w 1130173"/>
                <a:gd name="csY1" fmla="*/ 0 h 53524"/>
                <a:gd name="csX2" fmla="*/ 1130173 w 1130173"/>
                <a:gd name="csY2" fmla="*/ 53525 h 53524"/>
                <a:gd name="csX3" fmla="*/ 0 w 1130173"/>
                <a:gd name="csY3" fmla="*/ 53525 h 53524"/>
              </a:gdLst>
              <a:ahLst/>
              <a:cxnLst>
                <a:cxn ang="0">
                  <a:pos x="csX0" y="csY0"/>
                </a:cxn>
                <a:cxn ang="0">
                  <a:pos x="csX1" y="csY1"/>
                </a:cxn>
                <a:cxn ang="0">
                  <a:pos x="csX2" y="csY2"/>
                </a:cxn>
                <a:cxn ang="0">
                  <a:pos x="csX3" y="csY3"/>
                </a:cxn>
              </a:cxnLst>
              <a:rect l="l" t="t" r="r" b="b"/>
              <a:pathLst>
                <a:path w="1130173" h="53524">
                  <a:moveTo>
                    <a:pt x="0" y="0"/>
                  </a:moveTo>
                  <a:lnTo>
                    <a:pt x="1130173" y="0"/>
                  </a:lnTo>
                  <a:lnTo>
                    <a:pt x="1130173" y="53525"/>
                  </a:lnTo>
                  <a:lnTo>
                    <a:pt x="0" y="53525"/>
                  </a:lnTo>
                  <a:close/>
                </a:path>
              </a:pathLst>
            </a:custGeom>
            <a:solidFill>
              <a:srgbClr val="B2CBE4"/>
            </a:solidFill>
            <a:ln w="9525" cap="rnd">
              <a:noFill/>
              <a:prstDash val="solid"/>
              <a:round/>
            </a:ln>
          </p:spPr>
          <p:txBody>
            <a:bodyPr/>
            <a:lstStyle/>
            <a:p>
              <a:pPr algn="ctr"/>
              <a:endParaRPr lang="en-US" sz="1701"/>
            </a:p>
          </p:txBody>
        </p:sp>
      </p:grpSp>
      <p:grpSp>
        <p:nvGrpSpPr>
          <p:cNvPr id="4424" name="Group 4423">
            <a:extLst>
              <a:ext uri="{FF2B5EF4-FFF2-40B4-BE49-F238E27FC236}">
                <a16:creationId xmlns:a16="http://schemas.microsoft.com/office/drawing/2014/main" id="{D6016652-BDEA-8F79-8146-DCD659C0F807}"/>
              </a:ext>
            </a:extLst>
          </p:cNvPr>
          <p:cNvGrpSpPr/>
          <p:nvPr/>
        </p:nvGrpSpPr>
        <p:grpSpPr>
          <a:xfrm>
            <a:off x="206245" y="5379871"/>
            <a:ext cx="5325042" cy="957314"/>
            <a:chOff x="-50428" y="5377547"/>
            <a:chExt cx="5635516" cy="1013131"/>
          </a:xfrm>
        </p:grpSpPr>
        <p:sp>
          <p:nvSpPr>
            <p:cNvPr id="4446" name="TextBox 4445">
              <a:extLst>
                <a:ext uri="{FF2B5EF4-FFF2-40B4-BE49-F238E27FC236}">
                  <a16:creationId xmlns:a16="http://schemas.microsoft.com/office/drawing/2014/main" id="{3DD3AB82-FE27-F59E-F288-1751EC965EA0}"/>
                </a:ext>
              </a:extLst>
            </p:cNvPr>
            <p:cNvSpPr txBox="1"/>
            <p:nvPr/>
          </p:nvSpPr>
          <p:spPr>
            <a:xfrm rot="16200000">
              <a:off x="-277755" y="5605738"/>
              <a:ext cx="690801"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ldlrp8-like</a:t>
              </a:r>
            </a:p>
          </p:txBody>
        </p:sp>
        <p:sp>
          <p:nvSpPr>
            <p:cNvPr id="4447" name="TextBox 4446">
              <a:extLst>
                <a:ext uri="{FF2B5EF4-FFF2-40B4-BE49-F238E27FC236}">
                  <a16:creationId xmlns:a16="http://schemas.microsoft.com/office/drawing/2014/main" id="{EB6B646E-CEC2-7F33-0FD1-CA8B5E98495F}"/>
                </a:ext>
              </a:extLst>
            </p:cNvPr>
            <p:cNvSpPr txBox="1"/>
            <p:nvPr/>
          </p:nvSpPr>
          <p:spPr>
            <a:xfrm rot="16200000">
              <a:off x="-49838" y="5491675"/>
              <a:ext cx="446510" cy="236148"/>
            </a:xfrm>
            <a:prstGeom prst="rect">
              <a:avLst/>
            </a:prstGeom>
            <a:noFill/>
          </p:spPr>
          <p:txBody>
            <a:bodyPr wrap="none" rtlCol="0">
              <a:spAutoFit/>
            </a:bodyPr>
            <a:lstStyle/>
            <a:p>
              <a:pPr algn="r"/>
              <a:r>
                <a:rPr lang="en-US" sz="850" dirty="0" err="1">
                  <a:ln/>
                  <a:solidFill>
                    <a:srgbClr val="000000"/>
                  </a:solidFill>
                  <a:latin typeface="Arial"/>
                  <a:cs typeface="Arial"/>
                  <a:sym typeface="Arial"/>
                  <a:rtl val="0"/>
                </a:rPr>
                <a:t>chgb</a:t>
              </a:r>
              <a:endParaRPr lang="en-US" sz="850" dirty="0">
                <a:ln/>
                <a:solidFill>
                  <a:srgbClr val="000000"/>
                </a:solidFill>
                <a:latin typeface="Arial"/>
                <a:cs typeface="Arial"/>
                <a:sym typeface="Arial"/>
                <a:rtl val="0"/>
              </a:endParaRPr>
            </a:p>
          </p:txBody>
        </p:sp>
        <p:sp>
          <p:nvSpPr>
            <p:cNvPr id="4448" name="TextBox 4447">
              <a:extLst>
                <a:ext uri="{FF2B5EF4-FFF2-40B4-BE49-F238E27FC236}">
                  <a16:creationId xmlns:a16="http://schemas.microsoft.com/office/drawing/2014/main" id="{F15F2879-2DDD-6932-D4B8-D9786E483C55}"/>
                </a:ext>
              </a:extLst>
            </p:cNvPr>
            <p:cNvSpPr txBox="1"/>
            <p:nvPr/>
          </p:nvSpPr>
          <p:spPr>
            <a:xfrm rot="16200000">
              <a:off x="-50098" y="5589709"/>
              <a:ext cx="658568"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cd87-like</a:t>
              </a:r>
            </a:p>
          </p:txBody>
        </p:sp>
        <p:sp>
          <p:nvSpPr>
            <p:cNvPr id="4449" name="TextBox 4448">
              <a:extLst>
                <a:ext uri="{FF2B5EF4-FFF2-40B4-BE49-F238E27FC236}">
                  <a16:creationId xmlns:a16="http://schemas.microsoft.com/office/drawing/2014/main" id="{C9AC9232-CAF4-6F44-6367-C27AC02B8A3F}"/>
                </a:ext>
              </a:extLst>
            </p:cNvPr>
            <p:cNvSpPr txBox="1"/>
            <p:nvPr/>
          </p:nvSpPr>
          <p:spPr>
            <a:xfrm rot="16200000">
              <a:off x="120392" y="5525588"/>
              <a:ext cx="529637" cy="236148"/>
            </a:xfrm>
            <a:prstGeom prst="rect">
              <a:avLst/>
            </a:prstGeom>
            <a:noFill/>
          </p:spPr>
          <p:txBody>
            <a:bodyPr wrap="none" rtlCol="0">
              <a:spAutoFit/>
            </a:bodyPr>
            <a:lstStyle/>
            <a:p>
              <a:pPr algn="r"/>
              <a:r>
                <a:rPr lang="en-US" sz="850" err="1">
                  <a:ln/>
                  <a:solidFill>
                    <a:srgbClr val="000000"/>
                  </a:solidFill>
                  <a:latin typeface="Arial"/>
                  <a:cs typeface="Arial"/>
                  <a:sym typeface="Arial"/>
                  <a:rtl val="0"/>
                </a:rPr>
                <a:t>picalm</a:t>
              </a:r>
              <a:endParaRPr lang="en-US" sz="850">
                <a:ln/>
                <a:solidFill>
                  <a:srgbClr val="000000"/>
                </a:solidFill>
                <a:latin typeface="Arial"/>
                <a:cs typeface="Arial"/>
                <a:sym typeface="Arial"/>
                <a:rtl val="0"/>
              </a:endParaRPr>
            </a:p>
          </p:txBody>
        </p:sp>
        <p:sp>
          <p:nvSpPr>
            <p:cNvPr id="4450" name="TextBox 4449">
              <a:extLst>
                <a:ext uri="{FF2B5EF4-FFF2-40B4-BE49-F238E27FC236}">
                  <a16:creationId xmlns:a16="http://schemas.microsoft.com/office/drawing/2014/main" id="{1FE8CC44-861E-F15A-BC6A-7EAE7807B8C3}"/>
                </a:ext>
              </a:extLst>
            </p:cNvPr>
            <p:cNvSpPr txBox="1"/>
            <p:nvPr/>
          </p:nvSpPr>
          <p:spPr>
            <a:xfrm rot="16200000">
              <a:off x="228710" y="5522383"/>
              <a:ext cx="524549"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grm5a</a:t>
              </a:r>
            </a:p>
          </p:txBody>
        </p:sp>
        <p:sp>
          <p:nvSpPr>
            <p:cNvPr id="4451" name="TextBox 4450">
              <a:extLst>
                <a:ext uri="{FF2B5EF4-FFF2-40B4-BE49-F238E27FC236}">
                  <a16:creationId xmlns:a16="http://schemas.microsoft.com/office/drawing/2014/main" id="{46704607-14C2-4B94-6DFD-90EE4F3BAB60}"/>
                </a:ext>
              </a:extLst>
            </p:cNvPr>
            <p:cNvSpPr txBox="1"/>
            <p:nvPr/>
          </p:nvSpPr>
          <p:spPr>
            <a:xfrm rot="16200000">
              <a:off x="415313" y="5442232"/>
              <a:ext cx="363384"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pgr</a:t>
              </a:r>
            </a:p>
          </p:txBody>
        </p:sp>
        <p:sp>
          <p:nvSpPr>
            <p:cNvPr id="4452" name="TextBox 4451">
              <a:extLst>
                <a:ext uri="{FF2B5EF4-FFF2-40B4-BE49-F238E27FC236}">
                  <a16:creationId xmlns:a16="http://schemas.microsoft.com/office/drawing/2014/main" id="{BC497ED2-19C0-40C7-2E52-0873A4174506}"/>
                </a:ext>
              </a:extLst>
            </p:cNvPr>
            <p:cNvSpPr txBox="1"/>
            <p:nvPr/>
          </p:nvSpPr>
          <p:spPr>
            <a:xfrm rot="16200000">
              <a:off x="411658" y="5551236"/>
              <a:ext cx="582229"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ptprz1a</a:t>
              </a:r>
            </a:p>
          </p:txBody>
        </p:sp>
        <p:sp>
          <p:nvSpPr>
            <p:cNvPr id="4453" name="TextBox 4452">
              <a:extLst>
                <a:ext uri="{FF2B5EF4-FFF2-40B4-BE49-F238E27FC236}">
                  <a16:creationId xmlns:a16="http://schemas.microsoft.com/office/drawing/2014/main" id="{645002A9-140E-FFDD-B736-6ACAF5716DE0}"/>
                </a:ext>
              </a:extLst>
            </p:cNvPr>
            <p:cNvSpPr txBox="1"/>
            <p:nvPr/>
          </p:nvSpPr>
          <p:spPr>
            <a:xfrm rot="16200000">
              <a:off x="588687" y="5480703"/>
              <a:ext cx="439725"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sdc2</a:t>
              </a:r>
            </a:p>
          </p:txBody>
        </p:sp>
        <p:sp>
          <p:nvSpPr>
            <p:cNvPr id="4454" name="TextBox 4453">
              <a:extLst>
                <a:ext uri="{FF2B5EF4-FFF2-40B4-BE49-F238E27FC236}">
                  <a16:creationId xmlns:a16="http://schemas.microsoft.com/office/drawing/2014/main" id="{DAC155B0-625A-F84D-AF7D-EDB5F0B35DBE}"/>
                </a:ext>
              </a:extLst>
            </p:cNvPr>
            <p:cNvSpPr txBox="1"/>
            <p:nvPr/>
          </p:nvSpPr>
          <p:spPr>
            <a:xfrm rot="16200000">
              <a:off x="598007" y="5576884"/>
              <a:ext cx="633122"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rgs9-like</a:t>
              </a:r>
            </a:p>
          </p:txBody>
        </p:sp>
        <p:sp>
          <p:nvSpPr>
            <p:cNvPr id="4455" name="TextBox 4454">
              <a:extLst>
                <a:ext uri="{FF2B5EF4-FFF2-40B4-BE49-F238E27FC236}">
                  <a16:creationId xmlns:a16="http://schemas.microsoft.com/office/drawing/2014/main" id="{210FDEC2-78DA-FA3C-8BCD-8970CA353BBC}"/>
                </a:ext>
              </a:extLst>
            </p:cNvPr>
            <p:cNvSpPr txBox="1"/>
            <p:nvPr/>
          </p:nvSpPr>
          <p:spPr>
            <a:xfrm rot="16200000">
              <a:off x="635921" y="5644210"/>
              <a:ext cx="768839"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frmpd4-like</a:t>
              </a:r>
            </a:p>
          </p:txBody>
        </p:sp>
        <p:sp>
          <p:nvSpPr>
            <p:cNvPr id="4456" name="TextBox 4455">
              <a:extLst>
                <a:ext uri="{FF2B5EF4-FFF2-40B4-BE49-F238E27FC236}">
                  <a16:creationId xmlns:a16="http://schemas.microsoft.com/office/drawing/2014/main" id="{0B4BA80D-06EA-E36D-A49F-4352ED9EE9E4}"/>
                </a:ext>
              </a:extLst>
            </p:cNvPr>
            <p:cNvSpPr txBox="1"/>
            <p:nvPr/>
          </p:nvSpPr>
          <p:spPr>
            <a:xfrm rot="16200000">
              <a:off x="710561" y="5676270"/>
              <a:ext cx="831609"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shisal2a-like</a:t>
              </a:r>
            </a:p>
          </p:txBody>
        </p:sp>
        <p:sp>
          <p:nvSpPr>
            <p:cNvPr id="4457" name="TextBox 4456">
              <a:extLst>
                <a:ext uri="{FF2B5EF4-FFF2-40B4-BE49-F238E27FC236}">
                  <a16:creationId xmlns:a16="http://schemas.microsoft.com/office/drawing/2014/main" id="{CDD5C88F-BA1D-2C1D-59A8-DAB0EA475492}"/>
                </a:ext>
              </a:extLst>
            </p:cNvPr>
            <p:cNvSpPr txBox="1"/>
            <p:nvPr/>
          </p:nvSpPr>
          <p:spPr>
            <a:xfrm rot="16200000">
              <a:off x="983435" y="5509558"/>
              <a:ext cx="497404"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wdfy2</a:t>
              </a:r>
            </a:p>
          </p:txBody>
        </p:sp>
        <p:sp>
          <p:nvSpPr>
            <p:cNvPr id="4458" name="TextBox 4457">
              <a:extLst>
                <a:ext uri="{FF2B5EF4-FFF2-40B4-BE49-F238E27FC236}">
                  <a16:creationId xmlns:a16="http://schemas.microsoft.com/office/drawing/2014/main" id="{C1739835-3D4D-CE42-4393-92EEBC5A81E6}"/>
                </a:ext>
              </a:extLst>
            </p:cNvPr>
            <p:cNvSpPr txBox="1"/>
            <p:nvPr/>
          </p:nvSpPr>
          <p:spPr>
            <a:xfrm rot="16200000">
              <a:off x="1040857" y="5557648"/>
              <a:ext cx="594103" cy="236148"/>
            </a:xfrm>
            <a:prstGeom prst="rect">
              <a:avLst/>
            </a:prstGeom>
            <a:noFill/>
          </p:spPr>
          <p:txBody>
            <a:bodyPr wrap="none" rtlCol="0">
              <a:spAutoFit/>
            </a:bodyPr>
            <a:lstStyle/>
            <a:p>
              <a:pPr algn="r"/>
              <a:r>
                <a:rPr lang="en-US" sz="850" dirty="0" err="1">
                  <a:ln/>
                  <a:solidFill>
                    <a:srgbClr val="000000"/>
                  </a:solidFill>
                  <a:latin typeface="Arial"/>
                  <a:cs typeface="Arial"/>
                  <a:sym typeface="Arial"/>
                  <a:rtl val="0"/>
                </a:rPr>
                <a:t>dse</a:t>
              </a:r>
              <a:r>
                <a:rPr lang="en-US" sz="850" dirty="0">
                  <a:ln/>
                  <a:solidFill>
                    <a:srgbClr val="000000"/>
                  </a:solidFill>
                  <a:latin typeface="Arial"/>
                  <a:cs typeface="Arial"/>
                  <a:sym typeface="Arial"/>
                  <a:rtl val="0"/>
                </a:rPr>
                <a:t>-like</a:t>
              </a:r>
            </a:p>
          </p:txBody>
        </p:sp>
        <p:sp>
          <p:nvSpPr>
            <p:cNvPr id="4459" name="TextBox 4458">
              <a:extLst>
                <a:ext uri="{FF2B5EF4-FFF2-40B4-BE49-F238E27FC236}">
                  <a16:creationId xmlns:a16="http://schemas.microsoft.com/office/drawing/2014/main" id="{1479F778-C878-33B8-C084-ECF4D4B6627C}"/>
                </a:ext>
              </a:extLst>
            </p:cNvPr>
            <p:cNvSpPr txBox="1"/>
            <p:nvPr/>
          </p:nvSpPr>
          <p:spPr>
            <a:xfrm rot="16200000">
              <a:off x="961115" y="5745200"/>
              <a:ext cx="965629"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	gpcr22-like</a:t>
              </a:r>
            </a:p>
          </p:txBody>
        </p:sp>
        <p:sp>
          <p:nvSpPr>
            <p:cNvPr id="4460" name="TextBox 4459">
              <a:extLst>
                <a:ext uri="{FF2B5EF4-FFF2-40B4-BE49-F238E27FC236}">
                  <a16:creationId xmlns:a16="http://schemas.microsoft.com/office/drawing/2014/main" id="{207886FA-4296-146E-C3D9-FDAB67537188}"/>
                </a:ext>
              </a:extLst>
            </p:cNvPr>
            <p:cNvSpPr txBox="1"/>
            <p:nvPr/>
          </p:nvSpPr>
          <p:spPr>
            <a:xfrm rot="16200000">
              <a:off x="1310331" y="5499940"/>
              <a:ext cx="478744"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cntn4</a:t>
              </a:r>
            </a:p>
          </p:txBody>
        </p:sp>
        <p:sp>
          <p:nvSpPr>
            <p:cNvPr id="4461" name="TextBox 4460">
              <a:extLst>
                <a:ext uri="{FF2B5EF4-FFF2-40B4-BE49-F238E27FC236}">
                  <a16:creationId xmlns:a16="http://schemas.microsoft.com/office/drawing/2014/main" id="{96272535-69EE-E9CB-5264-3BDE359E0DC6}"/>
                </a:ext>
              </a:extLst>
            </p:cNvPr>
            <p:cNvSpPr txBox="1"/>
            <p:nvPr/>
          </p:nvSpPr>
          <p:spPr>
            <a:xfrm rot="16200000">
              <a:off x="1409566" y="5506352"/>
              <a:ext cx="492315"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ptprfa</a:t>
              </a:r>
            </a:p>
          </p:txBody>
        </p:sp>
        <p:sp>
          <p:nvSpPr>
            <p:cNvPr id="4462" name="TextBox 4461">
              <a:extLst>
                <a:ext uri="{FF2B5EF4-FFF2-40B4-BE49-F238E27FC236}">
                  <a16:creationId xmlns:a16="http://schemas.microsoft.com/office/drawing/2014/main" id="{F63D9E8C-C303-DBFB-5A0B-06818F4CB863}"/>
                </a:ext>
              </a:extLst>
            </p:cNvPr>
            <p:cNvSpPr txBox="1"/>
            <p:nvPr/>
          </p:nvSpPr>
          <p:spPr>
            <a:xfrm rot="16200000">
              <a:off x="1506009" y="5515971"/>
              <a:ext cx="510977"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ca16b</a:t>
              </a:r>
            </a:p>
          </p:txBody>
        </p:sp>
        <p:sp>
          <p:nvSpPr>
            <p:cNvPr id="4463" name="TextBox 4462">
              <a:extLst>
                <a:ext uri="{FF2B5EF4-FFF2-40B4-BE49-F238E27FC236}">
                  <a16:creationId xmlns:a16="http://schemas.microsoft.com/office/drawing/2014/main" id="{D8B18180-4EE0-3B14-1F95-475FFDF0DC9E}"/>
                </a:ext>
              </a:extLst>
            </p:cNvPr>
            <p:cNvSpPr txBox="1"/>
            <p:nvPr/>
          </p:nvSpPr>
          <p:spPr>
            <a:xfrm rot="16200000">
              <a:off x="1505749" y="5621769"/>
              <a:ext cx="723035"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nxph1-like</a:t>
              </a:r>
            </a:p>
          </p:txBody>
        </p:sp>
        <p:sp>
          <p:nvSpPr>
            <p:cNvPr id="4464" name="TextBox 4463">
              <a:extLst>
                <a:ext uri="{FF2B5EF4-FFF2-40B4-BE49-F238E27FC236}">
                  <a16:creationId xmlns:a16="http://schemas.microsoft.com/office/drawing/2014/main" id="{B90B278E-B5FC-69B8-8137-B11155E9FEE3}"/>
                </a:ext>
              </a:extLst>
            </p:cNvPr>
            <p:cNvSpPr txBox="1"/>
            <p:nvPr/>
          </p:nvSpPr>
          <p:spPr>
            <a:xfrm rot="16200000">
              <a:off x="1730525" y="5503145"/>
              <a:ext cx="485530"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rgs5b</a:t>
              </a:r>
            </a:p>
          </p:txBody>
        </p:sp>
        <p:sp>
          <p:nvSpPr>
            <p:cNvPr id="4465" name="TextBox 4464">
              <a:extLst>
                <a:ext uri="{FF2B5EF4-FFF2-40B4-BE49-F238E27FC236}">
                  <a16:creationId xmlns:a16="http://schemas.microsoft.com/office/drawing/2014/main" id="{F1D4B82B-4824-7316-22D9-AF4D1B307586}"/>
                </a:ext>
              </a:extLst>
            </p:cNvPr>
            <p:cNvSpPr txBox="1"/>
            <p:nvPr/>
          </p:nvSpPr>
          <p:spPr>
            <a:xfrm rot="16200000">
              <a:off x="1717543" y="5621769"/>
              <a:ext cx="723035"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capn1-like</a:t>
              </a:r>
            </a:p>
          </p:txBody>
        </p:sp>
        <p:sp>
          <p:nvSpPr>
            <p:cNvPr id="4466" name="TextBox 4465">
              <a:extLst>
                <a:ext uri="{FF2B5EF4-FFF2-40B4-BE49-F238E27FC236}">
                  <a16:creationId xmlns:a16="http://schemas.microsoft.com/office/drawing/2014/main" id="{C9FE9214-0B16-4689-A10B-E2697ACFE30E}"/>
                </a:ext>
              </a:extLst>
            </p:cNvPr>
            <p:cNvSpPr txBox="1"/>
            <p:nvPr/>
          </p:nvSpPr>
          <p:spPr>
            <a:xfrm rot="16200000">
              <a:off x="1765883" y="5679477"/>
              <a:ext cx="838395"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znf385C-like</a:t>
              </a:r>
            </a:p>
          </p:txBody>
        </p:sp>
        <p:sp>
          <p:nvSpPr>
            <p:cNvPr id="4467" name="TextBox 4466">
              <a:extLst>
                <a:ext uri="{FF2B5EF4-FFF2-40B4-BE49-F238E27FC236}">
                  <a16:creationId xmlns:a16="http://schemas.microsoft.com/office/drawing/2014/main" id="{4AAFAECC-129F-D5E8-D9C3-81C85A0C43F2}"/>
                </a:ext>
              </a:extLst>
            </p:cNvPr>
            <p:cNvSpPr txBox="1"/>
            <p:nvPr/>
          </p:nvSpPr>
          <p:spPr>
            <a:xfrm rot="16200000">
              <a:off x="1925942" y="5624974"/>
              <a:ext cx="729821"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tenm3-like</a:t>
              </a:r>
            </a:p>
          </p:txBody>
        </p:sp>
        <p:sp>
          <p:nvSpPr>
            <p:cNvPr id="4468" name="TextBox 4467">
              <a:extLst>
                <a:ext uri="{FF2B5EF4-FFF2-40B4-BE49-F238E27FC236}">
                  <a16:creationId xmlns:a16="http://schemas.microsoft.com/office/drawing/2014/main" id="{EB7D4D2C-4BB6-10D6-FA2C-476095F64B0F}"/>
                </a:ext>
              </a:extLst>
            </p:cNvPr>
            <p:cNvSpPr txBox="1"/>
            <p:nvPr/>
          </p:nvSpPr>
          <p:spPr>
            <a:xfrm rot="16200000">
              <a:off x="2051225" y="5605739"/>
              <a:ext cx="690802"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gsta1-like</a:t>
              </a:r>
            </a:p>
          </p:txBody>
        </p:sp>
        <p:sp>
          <p:nvSpPr>
            <p:cNvPr id="4469" name="TextBox 4468">
              <a:extLst>
                <a:ext uri="{FF2B5EF4-FFF2-40B4-BE49-F238E27FC236}">
                  <a16:creationId xmlns:a16="http://schemas.microsoft.com/office/drawing/2014/main" id="{CA4AA7AD-4C6D-5FC9-2A75-351664BD4EB3}"/>
                </a:ext>
              </a:extLst>
            </p:cNvPr>
            <p:cNvSpPr txBox="1"/>
            <p:nvPr/>
          </p:nvSpPr>
          <p:spPr>
            <a:xfrm rot="16200000">
              <a:off x="2247162" y="5548030"/>
              <a:ext cx="510977" cy="236148"/>
            </a:xfrm>
            <a:prstGeom prst="rect">
              <a:avLst/>
            </a:prstGeom>
            <a:noFill/>
          </p:spPr>
          <p:txBody>
            <a:bodyPr wrap="none" rtlCol="0">
              <a:spAutoFit/>
            </a:bodyPr>
            <a:lstStyle/>
            <a:p>
              <a:pPr algn="r"/>
              <a:r>
                <a:rPr lang="en-US" sz="850" dirty="0" err="1">
                  <a:ln/>
                  <a:solidFill>
                    <a:srgbClr val="000000"/>
                  </a:solidFill>
                  <a:latin typeface="Arial"/>
                  <a:cs typeface="Arial"/>
                  <a:sym typeface="Arial"/>
                  <a:rtl val="0"/>
                </a:rPr>
                <a:t>ar</a:t>
              </a:r>
              <a:r>
                <a:rPr lang="en-US" sz="850" dirty="0">
                  <a:ln/>
                  <a:solidFill>
                    <a:srgbClr val="000000"/>
                  </a:solidFill>
                  <a:latin typeface="Arial"/>
                  <a:cs typeface="Arial"/>
                  <a:sym typeface="Arial"/>
                  <a:rtl val="0"/>
                </a:rPr>
                <a:t>-like</a:t>
              </a:r>
            </a:p>
          </p:txBody>
        </p:sp>
        <p:sp>
          <p:nvSpPr>
            <p:cNvPr id="4470" name="TextBox 4469">
              <a:extLst>
                <a:ext uri="{FF2B5EF4-FFF2-40B4-BE49-F238E27FC236}">
                  <a16:creationId xmlns:a16="http://schemas.microsoft.com/office/drawing/2014/main" id="{AC6CD19F-2273-9941-ED9E-6C9B457E9850}"/>
                </a:ext>
              </a:extLst>
            </p:cNvPr>
            <p:cNvSpPr txBox="1"/>
            <p:nvPr/>
          </p:nvSpPr>
          <p:spPr>
            <a:xfrm rot="16200000">
              <a:off x="2282530" y="5586503"/>
              <a:ext cx="651783"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kcn4-like</a:t>
              </a:r>
            </a:p>
          </p:txBody>
        </p:sp>
        <p:sp>
          <p:nvSpPr>
            <p:cNvPr id="4471" name="TextBox 4470">
              <a:extLst>
                <a:ext uri="{FF2B5EF4-FFF2-40B4-BE49-F238E27FC236}">
                  <a16:creationId xmlns:a16="http://schemas.microsoft.com/office/drawing/2014/main" id="{1B49B0AE-15C0-C8D0-B676-5AC93F7983D6}"/>
                </a:ext>
              </a:extLst>
            </p:cNvPr>
            <p:cNvSpPr txBox="1"/>
            <p:nvPr/>
          </p:nvSpPr>
          <p:spPr>
            <a:xfrm rot="16200000">
              <a:off x="2500518" y="5474292"/>
              <a:ext cx="427850"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drd3</a:t>
              </a:r>
            </a:p>
          </p:txBody>
        </p:sp>
        <p:sp>
          <p:nvSpPr>
            <p:cNvPr id="4472" name="TextBox 4471">
              <a:extLst>
                <a:ext uri="{FF2B5EF4-FFF2-40B4-BE49-F238E27FC236}">
                  <a16:creationId xmlns:a16="http://schemas.microsoft.com/office/drawing/2014/main" id="{97BEF39B-2BB0-E5F6-14CD-DEE0F0F11548}"/>
                </a:ext>
              </a:extLst>
            </p:cNvPr>
            <p:cNvSpPr txBox="1"/>
            <p:nvPr/>
          </p:nvSpPr>
          <p:spPr>
            <a:xfrm rot="16200000">
              <a:off x="2313648" y="5766039"/>
              <a:ext cx="1013130"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LOC111575683</a:t>
              </a:r>
            </a:p>
          </p:txBody>
        </p:sp>
        <p:sp>
          <p:nvSpPr>
            <p:cNvPr id="4473" name="TextBox 4472">
              <a:extLst>
                <a:ext uri="{FF2B5EF4-FFF2-40B4-BE49-F238E27FC236}">
                  <a16:creationId xmlns:a16="http://schemas.microsoft.com/office/drawing/2014/main" id="{5A465BE0-2BD4-C2F4-5DAF-C2C0E6C31863}"/>
                </a:ext>
              </a:extLst>
            </p:cNvPr>
            <p:cNvSpPr txBox="1"/>
            <p:nvPr/>
          </p:nvSpPr>
          <p:spPr>
            <a:xfrm rot="16200000">
              <a:off x="2465229" y="5723559"/>
              <a:ext cx="921521"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	neurl1-like</a:t>
              </a:r>
            </a:p>
          </p:txBody>
        </p:sp>
        <p:sp>
          <p:nvSpPr>
            <p:cNvPr id="4474" name="TextBox 4473">
              <a:extLst>
                <a:ext uri="{FF2B5EF4-FFF2-40B4-BE49-F238E27FC236}">
                  <a16:creationId xmlns:a16="http://schemas.microsoft.com/office/drawing/2014/main" id="{EF97AE84-4D7D-27DF-B3F4-5415B851A46A}"/>
                </a:ext>
              </a:extLst>
            </p:cNvPr>
            <p:cNvSpPr txBox="1"/>
            <p:nvPr/>
          </p:nvSpPr>
          <p:spPr>
            <a:xfrm rot="16200000">
              <a:off x="2808753" y="5483911"/>
              <a:ext cx="446511"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pim3</a:t>
              </a:r>
            </a:p>
          </p:txBody>
        </p:sp>
        <p:sp>
          <p:nvSpPr>
            <p:cNvPr id="4475" name="TextBox 4474">
              <a:extLst>
                <a:ext uri="{FF2B5EF4-FFF2-40B4-BE49-F238E27FC236}">
                  <a16:creationId xmlns:a16="http://schemas.microsoft.com/office/drawing/2014/main" id="{25930B96-CE5E-2462-9180-B07C4F073687}"/>
                </a:ext>
              </a:extLst>
            </p:cNvPr>
            <p:cNvSpPr txBox="1"/>
            <p:nvPr/>
          </p:nvSpPr>
          <p:spPr>
            <a:xfrm rot="16200000">
              <a:off x="2917918" y="5480704"/>
              <a:ext cx="439725"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mxi1</a:t>
              </a:r>
            </a:p>
          </p:txBody>
        </p:sp>
        <p:sp>
          <p:nvSpPr>
            <p:cNvPr id="4476" name="TextBox 4475">
              <a:extLst>
                <a:ext uri="{FF2B5EF4-FFF2-40B4-BE49-F238E27FC236}">
                  <a16:creationId xmlns:a16="http://schemas.microsoft.com/office/drawing/2014/main" id="{592C30C8-DEC1-C80D-CE9B-0BFBE19F4E0E}"/>
                </a:ext>
              </a:extLst>
            </p:cNvPr>
            <p:cNvSpPr txBox="1"/>
            <p:nvPr/>
          </p:nvSpPr>
          <p:spPr>
            <a:xfrm rot="16200000">
              <a:off x="2830542" y="5673064"/>
              <a:ext cx="826520"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lmbrd2b-like</a:t>
              </a:r>
            </a:p>
          </p:txBody>
        </p:sp>
        <p:sp>
          <p:nvSpPr>
            <p:cNvPr id="4477" name="TextBox 4476">
              <a:extLst>
                <a:ext uri="{FF2B5EF4-FFF2-40B4-BE49-F238E27FC236}">
                  <a16:creationId xmlns:a16="http://schemas.microsoft.com/office/drawing/2014/main" id="{4B92790C-29BE-65DE-2588-E33E86819EF2}"/>
                </a:ext>
              </a:extLst>
            </p:cNvPr>
            <p:cNvSpPr txBox="1"/>
            <p:nvPr/>
          </p:nvSpPr>
          <p:spPr>
            <a:xfrm rot="16200000">
              <a:off x="2962611" y="5647416"/>
              <a:ext cx="773929" cy="236148"/>
            </a:xfrm>
            <a:prstGeom prst="rect">
              <a:avLst/>
            </a:prstGeom>
            <a:noFill/>
          </p:spPr>
          <p:txBody>
            <a:bodyPr wrap="none" rtlCol="0">
              <a:spAutoFit/>
            </a:bodyPr>
            <a:lstStyle/>
            <a:p>
              <a:pPr algn="r"/>
              <a:r>
                <a:rPr lang="en-US" sz="850" err="1">
                  <a:ln/>
                  <a:solidFill>
                    <a:srgbClr val="000000"/>
                  </a:solidFill>
                  <a:latin typeface="Arial"/>
                  <a:cs typeface="Arial"/>
                  <a:sym typeface="Arial"/>
                  <a:rtl val="0"/>
                </a:rPr>
                <a:t>sinhcaf</a:t>
              </a:r>
              <a:r>
                <a:rPr lang="en-US" sz="850">
                  <a:ln/>
                  <a:solidFill>
                    <a:srgbClr val="000000"/>
                  </a:solidFill>
                  <a:latin typeface="Arial"/>
                  <a:cs typeface="Arial"/>
                  <a:sym typeface="Arial"/>
                  <a:rtl val="0"/>
                </a:rPr>
                <a:t>-like</a:t>
              </a:r>
            </a:p>
          </p:txBody>
        </p:sp>
        <p:sp>
          <p:nvSpPr>
            <p:cNvPr id="4478" name="TextBox 4477">
              <a:extLst>
                <a:ext uri="{FF2B5EF4-FFF2-40B4-BE49-F238E27FC236}">
                  <a16:creationId xmlns:a16="http://schemas.microsoft.com/office/drawing/2014/main" id="{6554359E-EBD8-5E68-1C42-DA84024158EE}"/>
                </a:ext>
              </a:extLst>
            </p:cNvPr>
            <p:cNvSpPr txBox="1"/>
            <p:nvPr/>
          </p:nvSpPr>
          <p:spPr>
            <a:xfrm rot="16200000">
              <a:off x="3122666" y="5592914"/>
              <a:ext cx="665355"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camk2g2</a:t>
              </a:r>
            </a:p>
          </p:txBody>
        </p:sp>
        <p:sp>
          <p:nvSpPr>
            <p:cNvPr id="4479" name="TextBox 4478">
              <a:extLst>
                <a:ext uri="{FF2B5EF4-FFF2-40B4-BE49-F238E27FC236}">
                  <a16:creationId xmlns:a16="http://schemas.microsoft.com/office/drawing/2014/main" id="{44861A89-DFC8-5594-611E-B8B2EFCAC09F}"/>
                </a:ext>
              </a:extLst>
            </p:cNvPr>
            <p:cNvSpPr txBox="1"/>
            <p:nvPr/>
          </p:nvSpPr>
          <p:spPr>
            <a:xfrm rot="16200000">
              <a:off x="3054800" y="5766038"/>
              <a:ext cx="1013130"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LOC111565841</a:t>
              </a:r>
            </a:p>
          </p:txBody>
        </p:sp>
        <p:sp>
          <p:nvSpPr>
            <p:cNvPr id="4736" name="TextBox 4735">
              <a:extLst>
                <a:ext uri="{FF2B5EF4-FFF2-40B4-BE49-F238E27FC236}">
                  <a16:creationId xmlns:a16="http://schemas.microsoft.com/office/drawing/2014/main" id="{86C51A94-B598-B089-ABF3-B70C9A36DE82}"/>
                </a:ext>
              </a:extLst>
            </p:cNvPr>
            <p:cNvSpPr txBox="1"/>
            <p:nvPr/>
          </p:nvSpPr>
          <p:spPr>
            <a:xfrm rot="16200000">
              <a:off x="3379418" y="5548031"/>
              <a:ext cx="575443"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pde1cb</a:t>
              </a:r>
            </a:p>
          </p:txBody>
        </p:sp>
        <p:sp>
          <p:nvSpPr>
            <p:cNvPr id="4737" name="TextBox 4736">
              <a:extLst>
                <a:ext uri="{FF2B5EF4-FFF2-40B4-BE49-F238E27FC236}">
                  <a16:creationId xmlns:a16="http://schemas.microsoft.com/office/drawing/2014/main" id="{4420F75F-E216-18E5-3426-9B9C09F28D8E}"/>
                </a:ext>
              </a:extLst>
            </p:cNvPr>
            <p:cNvSpPr txBox="1"/>
            <p:nvPr/>
          </p:nvSpPr>
          <p:spPr>
            <a:xfrm rot="16200000">
              <a:off x="3494771" y="5538413"/>
              <a:ext cx="556781"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gabra3</a:t>
              </a:r>
            </a:p>
          </p:txBody>
        </p:sp>
        <p:sp>
          <p:nvSpPr>
            <p:cNvPr id="4738" name="TextBox 4737">
              <a:extLst>
                <a:ext uri="{FF2B5EF4-FFF2-40B4-BE49-F238E27FC236}">
                  <a16:creationId xmlns:a16="http://schemas.microsoft.com/office/drawing/2014/main" id="{0B82517A-0670-7B2B-68F8-D4A882002E16}"/>
                </a:ext>
              </a:extLst>
            </p:cNvPr>
            <p:cNvSpPr txBox="1"/>
            <p:nvPr/>
          </p:nvSpPr>
          <p:spPr>
            <a:xfrm rot="16200000">
              <a:off x="3610721" y="5528795"/>
              <a:ext cx="536423"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stxbp6</a:t>
              </a:r>
            </a:p>
          </p:txBody>
        </p:sp>
        <p:sp>
          <p:nvSpPr>
            <p:cNvPr id="4739" name="TextBox 4738">
              <a:extLst>
                <a:ext uri="{FF2B5EF4-FFF2-40B4-BE49-F238E27FC236}">
                  <a16:creationId xmlns:a16="http://schemas.microsoft.com/office/drawing/2014/main" id="{FF8D79B4-155C-F29F-B9F6-2AF49716C4CB}"/>
                </a:ext>
              </a:extLst>
            </p:cNvPr>
            <p:cNvSpPr txBox="1"/>
            <p:nvPr/>
          </p:nvSpPr>
          <p:spPr>
            <a:xfrm rot="16200000">
              <a:off x="3829311" y="5416585"/>
              <a:ext cx="310794"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ell</a:t>
              </a:r>
            </a:p>
          </p:txBody>
        </p:sp>
        <p:sp>
          <p:nvSpPr>
            <p:cNvPr id="4740" name="TextBox 4739">
              <a:extLst>
                <a:ext uri="{FF2B5EF4-FFF2-40B4-BE49-F238E27FC236}">
                  <a16:creationId xmlns:a16="http://schemas.microsoft.com/office/drawing/2014/main" id="{06C8E862-FD2E-395A-0874-1BA9B144C93D}"/>
                </a:ext>
              </a:extLst>
            </p:cNvPr>
            <p:cNvSpPr txBox="1"/>
            <p:nvPr/>
          </p:nvSpPr>
          <p:spPr>
            <a:xfrm rot="16200000">
              <a:off x="3860682" y="5490322"/>
              <a:ext cx="460083"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nmbr</a:t>
              </a:r>
            </a:p>
          </p:txBody>
        </p:sp>
        <p:sp>
          <p:nvSpPr>
            <p:cNvPr id="4741" name="TextBox 4740">
              <a:extLst>
                <a:ext uri="{FF2B5EF4-FFF2-40B4-BE49-F238E27FC236}">
                  <a16:creationId xmlns:a16="http://schemas.microsoft.com/office/drawing/2014/main" id="{32F745F6-9E78-43B3-DEA2-56CA58A3DA93}"/>
                </a:ext>
              </a:extLst>
            </p:cNvPr>
            <p:cNvSpPr txBox="1"/>
            <p:nvPr/>
          </p:nvSpPr>
          <p:spPr>
            <a:xfrm rot="16200000">
              <a:off x="3953738" y="5503147"/>
              <a:ext cx="485530"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npy7r</a:t>
              </a:r>
            </a:p>
          </p:txBody>
        </p:sp>
        <p:sp>
          <p:nvSpPr>
            <p:cNvPr id="4742" name="TextBox 4741">
              <a:extLst>
                <a:ext uri="{FF2B5EF4-FFF2-40B4-BE49-F238E27FC236}">
                  <a16:creationId xmlns:a16="http://schemas.microsoft.com/office/drawing/2014/main" id="{533AE768-F3BE-CC9D-E22A-455C3E5E27F6}"/>
                </a:ext>
              </a:extLst>
            </p:cNvPr>
            <p:cNvSpPr txBox="1"/>
            <p:nvPr/>
          </p:nvSpPr>
          <p:spPr>
            <a:xfrm rot="16200000">
              <a:off x="3899438" y="5663446"/>
              <a:ext cx="806161"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slc25a1-like</a:t>
              </a:r>
            </a:p>
          </p:txBody>
        </p:sp>
        <p:sp>
          <p:nvSpPr>
            <p:cNvPr id="4743" name="TextBox 4742">
              <a:extLst>
                <a:ext uri="{FF2B5EF4-FFF2-40B4-BE49-F238E27FC236}">
                  <a16:creationId xmlns:a16="http://schemas.microsoft.com/office/drawing/2014/main" id="{8A0F214E-DA03-6DB9-352C-C566C78C65FA}"/>
                </a:ext>
              </a:extLst>
            </p:cNvPr>
            <p:cNvSpPr txBox="1"/>
            <p:nvPr/>
          </p:nvSpPr>
          <p:spPr>
            <a:xfrm rot="16200000">
              <a:off x="4034047" y="5634593"/>
              <a:ext cx="748483"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myo1c-like</a:t>
              </a:r>
            </a:p>
          </p:txBody>
        </p:sp>
        <p:sp>
          <p:nvSpPr>
            <p:cNvPr id="4744" name="TextBox 4743">
              <a:extLst>
                <a:ext uri="{FF2B5EF4-FFF2-40B4-BE49-F238E27FC236}">
                  <a16:creationId xmlns:a16="http://schemas.microsoft.com/office/drawing/2014/main" id="{9725ADF3-2455-5C34-60CC-E63C4C5FB69B}"/>
                </a:ext>
              </a:extLst>
            </p:cNvPr>
            <p:cNvSpPr txBox="1"/>
            <p:nvPr/>
          </p:nvSpPr>
          <p:spPr>
            <a:xfrm rot="16200000">
              <a:off x="4239068" y="5535206"/>
              <a:ext cx="549995"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nudt4a</a:t>
              </a:r>
            </a:p>
          </p:txBody>
        </p:sp>
        <p:sp>
          <p:nvSpPr>
            <p:cNvPr id="4745" name="TextBox 4744">
              <a:extLst>
                <a:ext uri="{FF2B5EF4-FFF2-40B4-BE49-F238E27FC236}">
                  <a16:creationId xmlns:a16="http://schemas.microsoft.com/office/drawing/2014/main" id="{039B67BE-AB52-0BD7-53E4-F133E92A2A66}"/>
                </a:ext>
              </a:extLst>
            </p:cNvPr>
            <p:cNvSpPr txBox="1"/>
            <p:nvPr/>
          </p:nvSpPr>
          <p:spPr>
            <a:xfrm rot="16200000">
              <a:off x="4261965" y="5618563"/>
              <a:ext cx="716249"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kcnd3-like</a:t>
              </a:r>
            </a:p>
          </p:txBody>
        </p:sp>
        <p:sp>
          <p:nvSpPr>
            <p:cNvPr id="4746" name="TextBox 4745">
              <a:extLst>
                <a:ext uri="{FF2B5EF4-FFF2-40B4-BE49-F238E27FC236}">
                  <a16:creationId xmlns:a16="http://schemas.microsoft.com/office/drawing/2014/main" id="{971CC038-CB13-F78D-5EF0-B47AD5007F67}"/>
                </a:ext>
              </a:extLst>
            </p:cNvPr>
            <p:cNvSpPr txBox="1"/>
            <p:nvPr/>
          </p:nvSpPr>
          <p:spPr>
            <a:xfrm rot="16200000">
              <a:off x="4502605" y="5483911"/>
              <a:ext cx="446511"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bcan</a:t>
              </a:r>
            </a:p>
          </p:txBody>
        </p:sp>
        <p:sp>
          <p:nvSpPr>
            <p:cNvPr id="4747" name="TextBox 4746">
              <a:extLst>
                <a:ext uri="{FF2B5EF4-FFF2-40B4-BE49-F238E27FC236}">
                  <a16:creationId xmlns:a16="http://schemas.microsoft.com/office/drawing/2014/main" id="{EA629DB5-C1BA-5FAB-AD66-7DEDD0C9E1F9}"/>
                </a:ext>
              </a:extLst>
            </p:cNvPr>
            <p:cNvSpPr txBox="1"/>
            <p:nvPr/>
          </p:nvSpPr>
          <p:spPr>
            <a:xfrm rot="16200000">
              <a:off x="4502596" y="5589709"/>
              <a:ext cx="658569" cy="236148"/>
            </a:xfrm>
            <a:prstGeom prst="rect">
              <a:avLst/>
            </a:prstGeom>
            <a:noFill/>
          </p:spPr>
          <p:txBody>
            <a:bodyPr wrap="none" rtlCol="0">
              <a:spAutoFit/>
            </a:bodyPr>
            <a:lstStyle/>
            <a:p>
              <a:pPr algn="r"/>
              <a:r>
                <a:rPr lang="en-US" sz="850" dirty="0">
                  <a:ln/>
                  <a:solidFill>
                    <a:srgbClr val="000000"/>
                  </a:solidFill>
                  <a:latin typeface="Arial"/>
                  <a:cs typeface="Arial"/>
                  <a:sym typeface="Arial"/>
                  <a:rtl val="0"/>
                </a:rPr>
                <a:t>ca10-like</a:t>
              </a:r>
            </a:p>
          </p:txBody>
        </p:sp>
        <p:sp>
          <p:nvSpPr>
            <p:cNvPr id="4748" name="TextBox 4747">
              <a:extLst>
                <a:ext uri="{FF2B5EF4-FFF2-40B4-BE49-F238E27FC236}">
                  <a16:creationId xmlns:a16="http://schemas.microsoft.com/office/drawing/2014/main" id="{C88B8D79-F34E-4CF5-ED9B-911582B498F3}"/>
                </a:ext>
              </a:extLst>
            </p:cNvPr>
            <p:cNvSpPr txBox="1"/>
            <p:nvPr/>
          </p:nvSpPr>
          <p:spPr>
            <a:xfrm rot="16200000">
              <a:off x="4678770" y="5519177"/>
              <a:ext cx="517763"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tacr3a</a:t>
              </a:r>
            </a:p>
          </p:txBody>
        </p:sp>
        <p:sp>
          <p:nvSpPr>
            <p:cNvPr id="4749" name="TextBox 4748">
              <a:extLst>
                <a:ext uri="{FF2B5EF4-FFF2-40B4-BE49-F238E27FC236}">
                  <a16:creationId xmlns:a16="http://schemas.microsoft.com/office/drawing/2014/main" id="{74D9A268-3373-5A46-BAB1-98F54827ABC8}"/>
                </a:ext>
              </a:extLst>
            </p:cNvPr>
            <p:cNvSpPr txBox="1"/>
            <p:nvPr/>
          </p:nvSpPr>
          <p:spPr>
            <a:xfrm rot="16200000">
              <a:off x="4617442" y="5685889"/>
              <a:ext cx="851967"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cntnap4-like </a:t>
              </a:r>
            </a:p>
          </p:txBody>
        </p:sp>
        <p:sp>
          <p:nvSpPr>
            <p:cNvPr id="4750" name="TextBox 4749">
              <a:extLst>
                <a:ext uri="{FF2B5EF4-FFF2-40B4-BE49-F238E27FC236}">
                  <a16:creationId xmlns:a16="http://schemas.microsoft.com/office/drawing/2014/main" id="{90667E9D-37DF-31C4-6335-23F81EFBC2C6}"/>
                </a:ext>
              </a:extLst>
            </p:cNvPr>
            <p:cNvSpPr txBox="1"/>
            <p:nvPr/>
          </p:nvSpPr>
          <p:spPr>
            <a:xfrm rot="16200000">
              <a:off x="4893957" y="5515970"/>
              <a:ext cx="510977"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nova2</a:t>
              </a:r>
            </a:p>
          </p:txBody>
        </p:sp>
        <p:sp>
          <p:nvSpPr>
            <p:cNvPr id="4751" name="TextBox 4750">
              <a:extLst>
                <a:ext uri="{FF2B5EF4-FFF2-40B4-BE49-F238E27FC236}">
                  <a16:creationId xmlns:a16="http://schemas.microsoft.com/office/drawing/2014/main" id="{2ED2CD06-444D-17B6-CFB5-B17B44EC250C}"/>
                </a:ext>
              </a:extLst>
            </p:cNvPr>
            <p:cNvSpPr txBox="1"/>
            <p:nvPr/>
          </p:nvSpPr>
          <p:spPr>
            <a:xfrm rot="16200000">
              <a:off x="4935266" y="5580091"/>
              <a:ext cx="639908"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pcdh10b</a:t>
              </a:r>
            </a:p>
          </p:txBody>
        </p:sp>
        <p:sp>
          <p:nvSpPr>
            <p:cNvPr id="4752" name="TextBox 4751">
              <a:extLst>
                <a:ext uri="{FF2B5EF4-FFF2-40B4-BE49-F238E27FC236}">
                  <a16:creationId xmlns:a16="http://schemas.microsoft.com/office/drawing/2014/main" id="{282306EA-83F1-2499-91F1-AFAF7963154C}"/>
                </a:ext>
              </a:extLst>
            </p:cNvPr>
            <p:cNvSpPr txBox="1"/>
            <p:nvPr/>
          </p:nvSpPr>
          <p:spPr>
            <a:xfrm rot="16200000">
              <a:off x="4854674" y="5766039"/>
              <a:ext cx="1013130"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LOC118470193</a:t>
              </a:r>
            </a:p>
          </p:txBody>
        </p:sp>
        <p:sp>
          <p:nvSpPr>
            <p:cNvPr id="4753" name="TextBox 4752">
              <a:extLst>
                <a:ext uri="{FF2B5EF4-FFF2-40B4-BE49-F238E27FC236}">
                  <a16:creationId xmlns:a16="http://schemas.microsoft.com/office/drawing/2014/main" id="{9AD606EE-B131-DDF1-A05E-5E4588223A1D}"/>
                </a:ext>
              </a:extLst>
            </p:cNvPr>
            <p:cNvSpPr txBox="1"/>
            <p:nvPr/>
          </p:nvSpPr>
          <p:spPr>
            <a:xfrm rot="16200000">
              <a:off x="5236972" y="5490322"/>
              <a:ext cx="460083"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gfra3</a:t>
              </a:r>
            </a:p>
          </p:txBody>
        </p:sp>
      </p:grpSp>
      <p:grpSp>
        <p:nvGrpSpPr>
          <p:cNvPr id="4427" name="Group 4426">
            <a:extLst>
              <a:ext uri="{FF2B5EF4-FFF2-40B4-BE49-F238E27FC236}">
                <a16:creationId xmlns:a16="http://schemas.microsoft.com/office/drawing/2014/main" id="{AF243B83-8CFF-5DCA-D707-E81C2EA95AA6}"/>
              </a:ext>
            </a:extLst>
          </p:cNvPr>
          <p:cNvGrpSpPr/>
          <p:nvPr/>
        </p:nvGrpSpPr>
        <p:grpSpPr>
          <a:xfrm>
            <a:off x="743582" y="5252646"/>
            <a:ext cx="4592091" cy="266868"/>
            <a:chOff x="1084657" y="5860116"/>
            <a:chExt cx="4859832" cy="282428"/>
          </a:xfrm>
        </p:grpSpPr>
        <p:sp>
          <p:nvSpPr>
            <p:cNvPr id="4428" name="TextBox 4427">
              <a:extLst>
                <a:ext uri="{FF2B5EF4-FFF2-40B4-BE49-F238E27FC236}">
                  <a16:creationId xmlns:a16="http://schemas.microsoft.com/office/drawing/2014/main" id="{CEA2A4A4-8371-9400-6641-4A1BE4BF9916}"/>
                </a:ext>
              </a:extLst>
            </p:cNvPr>
            <p:cNvSpPr txBox="1"/>
            <p:nvPr/>
          </p:nvSpPr>
          <p:spPr>
            <a:xfrm>
              <a:off x="5706049" y="5860116"/>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29" name="TextBox 4428">
              <a:extLst>
                <a:ext uri="{FF2B5EF4-FFF2-40B4-BE49-F238E27FC236}">
                  <a16:creationId xmlns:a16="http://schemas.microsoft.com/office/drawing/2014/main" id="{DEB2A337-2E4E-7F20-7FBC-1E10B8F2C95C}"/>
                </a:ext>
              </a:extLst>
            </p:cNvPr>
            <p:cNvSpPr txBox="1"/>
            <p:nvPr/>
          </p:nvSpPr>
          <p:spPr>
            <a:xfrm>
              <a:off x="5180986" y="5860116"/>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30" name="TextBox 4429">
              <a:extLst>
                <a:ext uri="{FF2B5EF4-FFF2-40B4-BE49-F238E27FC236}">
                  <a16:creationId xmlns:a16="http://schemas.microsoft.com/office/drawing/2014/main" id="{30D11E51-6C29-D2AB-B33E-396BBACFEDB2}"/>
                </a:ext>
              </a:extLst>
            </p:cNvPr>
            <p:cNvSpPr txBox="1"/>
            <p:nvPr/>
          </p:nvSpPr>
          <p:spPr>
            <a:xfrm>
              <a:off x="2003586" y="5860116"/>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31" name="TextBox 4430">
              <a:extLst>
                <a:ext uri="{FF2B5EF4-FFF2-40B4-BE49-F238E27FC236}">
                  <a16:creationId xmlns:a16="http://schemas.microsoft.com/office/drawing/2014/main" id="{102ABC88-B31E-26A3-885C-D1D2ACE6E7DF}"/>
                </a:ext>
              </a:extLst>
            </p:cNvPr>
            <p:cNvSpPr txBox="1"/>
            <p:nvPr/>
          </p:nvSpPr>
          <p:spPr>
            <a:xfrm>
              <a:off x="1256883" y="5860116"/>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32" name="TextBox 4431">
              <a:extLst>
                <a:ext uri="{FF2B5EF4-FFF2-40B4-BE49-F238E27FC236}">
                  <a16:creationId xmlns:a16="http://schemas.microsoft.com/office/drawing/2014/main" id="{20FDE9D1-D6DA-D316-76F2-AB28E4A1CAF0}"/>
                </a:ext>
              </a:extLst>
            </p:cNvPr>
            <p:cNvSpPr txBox="1"/>
            <p:nvPr/>
          </p:nvSpPr>
          <p:spPr>
            <a:xfrm>
              <a:off x="2318859" y="5860116"/>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33" name="TextBox 4432">
              <a:extLst>
                <a:ext uri="{FF2B5EF4-FFF2-40B4-BE49-F238E27FC236}">
                  <a16:creationId xmlns:a16="http://schemas.microsoft.com/office/drawing/2014/main" id="{BFBB15F3-28C4-863A-179E-AAC3AD17FA2E}"/>
                </a:ext>
              </a:extLst>
            </p:cNvPr>
            <p:cNvSpPr txBox="1"/>
            <p:nvPr/>
          </p:nvSpPr>
          <p:spPr>
            <a:xfrm>
              <a:off x="5494217" y="5860116"/>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34" name="TextBox 4433">
              <a:extLst>
                <a:ext uri="{FF2B5EF4-FFF2-40B4-BE49-F238E27FC236}">
                  <a16:creationId xmlns:a16="http://schemas.microsoft.com/office/drawing/2014/main" id="{DF8B3699-7A75-CC50-19E5-716340E11B4B}"/>
                </a:ext>
              </a:extLst>
            </p:cNvPr>
            <p:cNvSpPr txBox="1"/>
            <p:nvPr/>
          </p:nvSpPr>
          <p:spPr>
            <a:xfrm>
              <a:off x="1790311" y="5860116"/>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35" name="TextBox 4434">
              <a:extLst>
                <a:ext uri="{FF2B5EF4-FFF2-40B4-BE49-F238E27FC236}">
                  <a16:creationId xmlns:a16="http://schemas.microsoft.com/office/drawing/2014/main" id="{204A1BD6-08FC-1567-58A8-501FAF9B454D}"/>
                </a:ext>
              </a:extLst>
            </p:cNvPr>
            <p:cNvSpPr txBox="1"/>
            <p:nvPr/>
          </p:nvSpPr>
          <p:spPr>
            <a:xfrm>
              <a:off x="5419225" y="5860116"/>
              <a:ext cx="177719"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36" name="TextBox 4435">
              <a:extLst>
                <a:ext uri="{FF2B5EF4-FFF2-40B4-BE49-F238E27FC236}">
                  <a16:creationId xmlns:a16="http://schemas.microsoft.com/office/drawing/2014/main" id="{3EB0B8BF-223B-2D3D-8164-25990AE6C1E8}"/>
                </a:ext>
              </a:extLst>
            </p:cNvPr>
            <p:cNvSpPr txBox="1"/>
            <p:nvPr/>
          </p:nvSpPr>
          <p:spPr>
            <a:xfrm>
              <a:off x="4676511" y="5860116"/>
              <a:ext cx="177719" cy="282428"/>
            </a:xfrm>
            <a:prstGeom prst="rect">
              <a:avLst/>
            </a:prstGeom>
            <a:noFill/>
          </p:spPr>
          <p:txBody>
            <a:bodyPr wrap="square">
              <a:spAutoFit/>
            </a:bodyPr>
            <a:lstStyle/>
            <a:p>
              <a:pPr algn="ctr"/>
              <a:r>
                <a:rPr lang="en-US" sz="1134">
                  <a:solidFill>
                    <a:srgbClr val="202122"/>
                  </a:solidFill>
                  <a:latin typeface="Arial" panose="020B0604020202020204" pitchFamily="34" charset="0"/>
                </a:rPr>
                <a:t>§</a:t>
              </a:r>
              <a:endParaRPr lang="en-US" sz="1134"/>
            </a:p>
          </p:txBody>
        </p:sp>
        <p:sp>
          <p:nvSpPr>
            <p:cNvPr id="4437" name="TextBox 4436">
              <a:extLst>
                <a:ext uri="{FF2B5EF4-FFF2-40B4-BE49-F238E27FC236}">
                  <a16:creationId xmlns:a16="http://schemas.microsoft.com/office/drawing/2014/main" id="{0DE9D261-54CF-E162-7895-523FC349718E}"/>
                </a:ext>
              </a:extLst>
            </p:cNvPr>
            <p:cNvSpPr txBox="1"/>
            <p:nvPr/>
          </p:nvSpPr>
          <p:spPr>
            <a:xfrm>
              <a:off x="3191216" y="5860116"/>
              <a:ext cx="177719" cy="282428"/>
            </a:xfrm>
            <a:prstGeom prst="rect">
              <a:avLst/>
            </a:prstGeom>
            <a:noFill/>
          </p:spPr>
          <p:txBody>
            <a:bodyPr wrap="square">
              <a:spAutoFit/>
            </a:bodyPr>
            <a:lstStyle/>
            <a:p>
              <a:pPr algn="ctr"/>
              <a:r>
                <a:rPr lang="en-US" sz="1134">
                  <a:solidFill>
                    <a:srgbClr val="202122"/>
                  </a:solidFill>
                  <a:latin typeface="Arial" panose="020B0604020202020204" pitchFamily="34" charset="0"/>
                </a:rPr>
                <a:t>§</a:t>
              </a:r>
              <a:endParaRPr lang="en-US" sz="1134"/>
            </a:p>
          </p:txBody>
        </p:sp>
        <p:sp>
          <p:nvSpPr>
            <p:cNvPr id="4438" name="TextBox 4437">
              <a:extLst>
                <a:ext uri="{FF2B5EF4-FFF2-40B4-BE49-F238E27FC236}">
                  <a16:creationId xmlns:a16="http://schemas.microsoft.com/office/drawing/2014/main" id="{1F749345-0C44-91DE-12EA-A4E8470488F6}"/>
                </a:ext>
              </a:extLst>
            </p:cNvPr>
            <p:cNvSpPr txBox="1"/>
            <p:nvPr/>
          </p:nvSpPr>
          <p:spPr>
            <a:xfrm>
              <a:off x="1084657" y="5860116"/>
              <a:ext cx="177719"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39" name="TextBox 4438">
              <a:extLst>
                <a:ext uri="{FF2B5EF4-FFF2-40B4-BE49-F238E27FC236}">
                  <a16:creationId xmlns:a16="http://schemas.microsoft.com/office/drawing/2014/main" id="{3B1CB0B2-F612-609F-AE58-E8869626D594}"/>
                </a:ext>
              </a:extLst>
            </p:cNvPr>
            <p:cNvSpPr txBox="1"/>
            <p:nvPr/>
          </p:nvSpPr>
          <p:spPr>
            <a:xfrm>
              <a:off x="2986477" y="5860116"/>
              <a:ext cx="177719"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sp>
          <p:nvSpPr>
            <p:cNvPr id="4445" name="TextBox 4444">
              <a:extLst>
                <a:ext uri="{FF2B5EF4-FFF2-40B4-BE49-F238E27FC236}">
                  <a16:creationId xmlns:a16="http://schemas.microsoft.com/office/drawing/2014/main" id="{6D9B9D33-2143-A2DF-C3DA-BA332D62E641}"/>
                </a:ext>
              </a:extLst>
            </p:cNvPr>
            <p:cNvSpPr txBox="1"/>
            <p:nvPr/>
          </p:nvSpPr>
          <p:spPr>
            <a:xfrm>
              <a:off x="4541187" y="5860116"/>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grpSp>
      <p:grpSp>
        <p:nvGrpSpPr>
          <p:cNvPr id="132" name="Group 131">
            <a:extLst>
              <a:ext uri="{FF2B5EF4-FFF2-40B4-BE49-F238E27FC236}">
                <a16:creationId xmlns:a16="http://schemas.microsoft.com/office/drawing/2014/main" id="{2C3DCA2E-CF4C-5790-75DD-2D32FA2776D2}"/>
              </a:ext>
            </a:extLst>
          </p:cNvPr>
          <p:cNvGrpSpPr/>
          <p:nvPr/>
        </p:nvGrpSpPr>
        <p:grpSpPr>
          <a:xfrm>
            <a:off x="5370158" y="3902376"/>
            <a:ext cx="1442313" cy="2222706"/>
            <a:chOff x="5658404" y="4405630"/>
            <a:chExt cx="1526407" cy="2352300"/>
          </a:xfrm>
        </p:grpSpPr>
        <p:sp>
          <p:nvSpPr>
            <p:cNvPr id="6249" name="TextBox 6248">
              <a:extLst>
                <a:ext uri="{FF2B5EF4-FFF2-40B4-BE49-F238E27FC236}">
                  <a16:creationId xmlns:a16="http://schemas.microsoft.com/office/drawing/2014/main" id="{200F8DC3-EFDC-FF4E-27E8-7E8BD12E47FF}"/>
                </a:ext>
              </a:extLst>
            </p:cNvPr>
            <p:cNvSpPr txBox="1"/>
            <p:nvPr/>
          </p:nvSpPr>
          <p:spPr>
            <a:xfrm>
              <a:off x="5985216" y="4588728"/>
              <a:ext cx="1199595" cy="374579"/>
            </a:xfrm>
            <a:prstGeom prst="rect">
              <a:avLst/>
            </a:prstGeom>
            <a:noFill/>
          </p:spPr>
          <p:txBody>
            <a:bodyPr wrap="square" rtlCol="0">
              <a:spAutoFit/>
            </a:bodyPr>
            <a:lstStyle/>
            <a:p>
              <a:r>
                <a:rPr lang="en-US" sz="850" dirty="0">
                  <a:ln/>
                  <a:solidFill>
                    <a:srgbClr val="000000"/>
                  </a:solidFill>
                  <a:latin typeface="Arial"/>
                  <a:cs typeface="Arial"/>
                  <a:sym typeface="Arial"/>
                  <a:rtl val="0"/>
                </a:rPr>
                <a:t>Early </a:t>
              </a:r>
            </a:p>
            <a:p>
              <a:r>
                <a:rPr lang="en-US" sz="850" dirty="0">
                  <a:ln/>
                  <a:solidFill>
                    <a:srgbClr val="000000"/>
                  </a:solidFill>
                  <a:latin typeface="Arial"/>
                  <a:cs typeface="Arial"/>
                  <a:sym typeface="Arial"/>
                  <a:rtl val="0"/>
                </a:rPr>
                <a:t>Up</a:t>
              </a:r>
            </a:p>
          </p:txBody>
        </p:sp>
        <p:sp>
          <p:nvSpPr>
            <p:cNvPr id="6251" name="Freeform 4552">
              <a:extLst>
                <a:ext uri="{FF2B5EF4-FFF2-40B4-BE49-F238E27FC236}">
                  <a16:creationId xmlns:a16="http://schemas.microsoft.com/office/drawing/2014/main" id="{67FBE20D-4B64-1B40-8993-76D2B4094CA7}"/>
                </a:ext>
              </a:extLst>
            </p:cNvPr>
            <p:cNvSpPr/>
            <p:nvPr/>
          </p:nvSpPr>
          <p:spPr>
            <a:xfrm>
              <a:off x="5867521" y="4673548"/>
              <a:ext cx="181990" cy="179282"/>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1965B0"/>
            </a:solidFill>
            <a:ln w="9525" cap="rnd">
              <a:noFill/>
              <a:prstDash val="solid"/>
              <a:round/>
            </a:ln>
          </p:spPr>
          <p:txBody>
            <a:bodyPr/>
            <a:lstStyle/>
            <a:p>
              <a:pPr algn="ctr"/>
              <a:endParaRPr lang="en-US" sz="1701"/>
            </a:p>
          </p:txBody>
        </p:sp>
        <p:sp>
          <p:nvSpPr>
            <p:cNvPr id="6252" name="Freeform 4553">
              <a:extLst>
                <a:ext uri="{FF2B5EF4-FFF2-40B4-BE49-F238E27FC236}">
                  <a16:creationId xmlns:a16="http://schemas.microsoft.com/office/drawing/2014/main" id="{65DAD099-E8D0-14D5-14FC-8E2E1EA892CA}"/>
                </a:ext>
              </a:extLst>
            </p:cNvPr>
            <p:cNvSpPr/>
            <p:nvPr/>
          </p:nvSpPr>
          <p:spPr>
            <a:xfrm>
              <a:off x="5867521" y="4972154"/>
              <a:ext cx="181990" cy="179282"/>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7BAFDE"/>
            </a:solidFill>
            <a:ln w="9525" cap="rnd">
              <a:noFill/>
              <a:prstDash val="solid"/>
              <a:round/>
            </a:ln>
          </p:spPr>
          <p:txBody>
            <a:bodyPr/>
            <a:lstStyle/>
            <a:p>
              <a:pPr algn="ctr"/>
              <a:endParaRPr lang="en-US" sz="1701"/>
            </a:p>
          </p:txBody>
        </p:sp>
        <p:sp>
          <p:nvSpPr>
            <p:cNvPr id="6253" name="Freeform 4554">
              <a:extLst>
                <a:ext uri="{FF2B5EF4-FFF2-40B4-BE49-F238E27FC236}">
                  <a16:creationId xmlns:a16="http://schemas.microsoft.com/office/drawing/2014/main" id="{57239C8C-1B7D-4E6B-C8E9-4E4DEDE5F1E2}"/>
                </a:ext>
              </a:extLst>
            </p:cNvPr>
            <p:cNvSpPr/>
            <p:nvPr/>
          </p:nvSpPr>
          <p:spPr>
            <a:xfrm>
              <a:off x="5867521" y="5270760"/>
              <a:ext cx="181990" cy="179282"/>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4EB265"/>
            </a:solidFill>
            <a:ln w="9525" cap="rnd">
              <a:noFill/>
              <a:prstDash val="solid"/>
              <a:round/>
            </a:ln>
          </p:spPr>
          <p:txBody>
            <a:bodyPr/>
            <a:lstStyle/>
            <a:p>
              <a:pPr algn="ctr"/>
              <a:endParaRPr lang="en-US" sz="1701"/>
            </a:p>
          </p:txBody>
        </p:sp>
        <p:sp>
          <p:nvSpPr>
            <p:cNvPr id="6254" name="Freeform 4555">
              <a:extLst>
                <a:ext uri="{FF2B5EF4-FFF2-40B4-BE49-F238E27FC236}">
                  <a16:creationId xmlns:a16="http://schemas.microsoft.com/office/drawing/2014/main" id="{A54EE060-8599-C5FC-90EB-E38E75EB7D2F}"/>
                </a:ext>
              </a:extLst>
            </p:cNvPr>
            <p:cNvSpPr/>
            <p:nvPr/>
          </p:nvSpPr>
          <p:spPr>
            <a:xfrm>
              <a:off x="5867521" y="5569366"/>
              <a:ext cx="181990" cy="179282"/>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CAE0AB"/>
            </a:solidFill>
            <a:ln w="9525" cap="rnd">
              <a:noFill/>
              <a:prstDash val="solid"/>
              <a:round/>
            </a:ln>
          </p:spPr>
          <p:txBody>
            <a:bodyPr/>
            <a:lstStyle/>
            <a:p>
              <a:pPr algn="ctr"/>
              <a:endParaRPr lang="en-US" sz="1701"/>
            </a:p>
          </p:txBody>
        </p:sp>
        <p:sp>
          <p:nvSpPr>
            <p:cNvPr id="6255" name="Freeform 4556">
              <a:extLst>
                <a:ext uri="{FF2B5EF4-FFF2-40B4-BE49-F238E27FC236}">
                  <a16:creationId xmlns:a16="http://schemas.microsoft.com/office/drawing/2014/main" id="{30844383-644A-3FD8-4E33-F5CF61FE4D2C}"/>
                </a:ext>
              </a:extLst>
            </p:cNvPr>
            <p:cNvSpPr/>
            <p:nvPr/>
          </p:nvSpPr>
          <p:spPr>
            <a:xfrm>
              <a:off x="5867521" y="5867972"/>
              <a:ext cx="181990" cy="179282"/>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F7F056"/>
            </a:solidFill>
            <a:ln w="9525" cap="rnd">
              <a:noFill/>
              <a:prstDash val="solid"/>
              <a:round/>
            </a:ln>
          </p:spPr>
          <p:txBody>
            <a:bodyPr/>
            <a:lstStyle/>
            <a:p>
              <a:pPr algn="ctr"/>
              <a:endParaRPr lang="en-US" sz="1701"/>
            </a:p>
          </p:txBody>
        </p:sp>
        <p:sp>
          <p:nvSpPr>
            <p:cNvPr id="6256" name="Freeform 4557">
              <a:extLst>
                <a:ext uri="{FF2B5EF4-FFF2-40B4-BE49-F238E27FC236}">
                  <a16:creationId xmlns:a16="http://schemas.microsoft.com/office/drawing/2014/main" id="{27E1C5CD-E17B-0D42-522C-B357B36F99C2}"/>
                </a:ext>
              </a:extLst>
            </p:cNvPr>
            <p:cNvSpPr/>
            <p:nvPr/>
          </p:nvSpPr>
          <p:spPr>
            <a:xfrm>
              <a:off x="5867521" y="6166579"/>
              <a:ext cx="181990" cy="179282"/>
            </a:xfrm>
            <a:custGeom>
              <a:avLst/>
              <a:gdLst>
                <a:gd name="csX0" fmla="*/ 0 w 181990"/>
                <a:gd name="csY0" fmla="*/ 0 h 181326"/>
                <a:gd name="csX1" fmla="*/ 181991 w 181990"/>
                <a:gd name="csY1" fmla="*/ 0 h 181326"/>
                <a:gd name="csX2" fmla="*/ 181991 w 181990"/>
                <a:gd name="csY2" fmla="*/ 181327 h 181326"/>
                <a:gd name="csX3" fmla="*/ 0 w 181990"/>
                <a:gd name="csY3" fmla="*/ 181327 h 181326"/>
              </a:gdLst>
              <a:ahLst/>
              <a:cxnLst>
                <a:cxn ang="0">
                  <a:pos x="csX0" y="csY0"/>
                </a:cxn>
                <a:cxn ang="0">
                  <a:pos x="csX1" y="csY1"/>
                </a:cxn>
                <a:cxn ang="0">
                  <a:pos x="csX2" y="csY2"/>
                </a:cxn>
                <a:cxn ang="0">
                  <a:pos x="csX3" y="csY3"/>
                </a:cxn>
              </a:cxnLst>
              <a:rect l="l" t="t" r="r" b="b"/>
              <a:pathLst>
                <a:path w="181990" h="181326">
                  <a:moveTo>
                    <a:pt x="0" y="0"/>
                  </a:moveTo>
                  <a:lnTo>
                    <a:pt x="181991" y="0"/>
                  </a:lnTo>
                  <a:lnTo>
                    <a:pt x="181991" y="181327"/>
                  </a:lnTo>
                  <a:lnTo>
                    <a:pt x="0" y="181327"/>
                  </a:lnTo>
                  <a:close/>
                </a:path>
              </a:pathLst>
            </a:custGeom>
            <a:solidFill>
              <a:srgbClr val="DC050C"/>
            </a:solidFill>
            <a:ln w="9525" cap="rnd">
              <a:noFill/>
              <a:prstDash val="solid"/>
              <a:round/>
            </a:ln>
          </p:spPr>
          <p:txBody>
            <a:bodyPr/>
            <a:lstStyle/>
            <a:p>
              <a:pPr algn="ctr"/>
              <a:endParaRPr lang="en-US" sz="1701"/>
            </a:p>
          </p:txBody>
        </p:sp>
        <p:sp>
          <p:nvSpPr>
            <p:cNvPr id="6257" name="TextBox 6256">
              <a:extLst>
                <a:ext uri="{FF2B5EF4-FFF2-40B4-BE49-F238E27FC236}">
                  <a16:creationId xmlns:a16="http://schemas.microsoft.com/office/drawing/2014/main" id="{FE170741-B20F-1B8E-80DB-F258FAA34420}"/>
                </a:ext>
              </a:extLst>
            </p:cNvPr>
            <p:cNvSpPr txBox="1"/>
            <p:nvPr/>
          </p:nvSpPr>
          <p:spPr>
            <a:xfrm>
              <a:off x="5985216" y="4895234"/>
              <a:ext cx="831739" cy="374579"/>
            </a:xfrm>
            <a:prstGeom prst="rect">
              <a:avLst/>
            </a:prstGeom>
            <a:noFill/>
          </p:spPr>
          <p:txBody>
            <a:bodyPr wrap="square" rtlCol="0">
              <a:spAutoFit/>
            </a:bodyPr>
            <a:lstStyle/>
            <a:p>
              <a:r>
                <a:rPr lang="en-US" sz="850" dirty="0">
                  <a:ln/>
                  <a:solidFill>
                    <a:srgbClr val="000000"/>
                  </a:solidFill>
                  <a:latin typeface="Arial"/>
                  <a:cs typeface="Arial"/>
                  <a:sym typeface="Arial"/>
                  <a:rtl val="0"/>
                </a:rPr>
                <a:t>Transiently</a:t>
              </a:r>
            </a:p>
            <a:p>
              <a:r>
                <a:rPr lang="en-US" sz="850" dirty="0">
                  <a:ln/>
                  <a:solidFill>
                    <a:srgbClr val="000000"/>
                  </a:solidFill>
                  <a:latin typeface="Arial"/>
                  <a:cs typeface="Arial"/>
                  <a:sym typeface="Arial"/>
                  <a:rtl val="0"/>
                </a:rPr>
                <a:t>Up</a:t>
              </a:r>
            </a:p>
          </p:txBody>
        </p:sp>
        <p:sp>
          <p:nvSpPr>
            <p:cNvPr id="6258" name="TextBox 6257">
              <a:extLst>
                <a:ext uri="{FF2B5EF4-FFF2-40B4-BE49-F238E27FC236}">
                  <a16:creationId xmlns:a16="http://schemas.microsoft.com/office/drawing/2014/main" id="{2C22CF28-23B9-B9D5-0719-E6195A0FDF3D}"/>
                </a:ext>
              </a:extLst>
            </p:cNvPr>
            <p:cNvSpPr txBox="1"/>
            <p:nvPr/>
          </p:nvSpPr>
          <p:spPr>
            <a:xfrm>
              <a:off x="5985216" y="5209259"/>
              <a:ext cx="490617" cy="374579"/>
            </a:xfrm>
            <a:prstGeom prst="rect">
              <a:avLst/>
            </a:prstGeom>
            <a:noFill/>
          </p:spPr>
          <p:txBody>
            <a:bodyPr wrap="none" rtlCol="0">
              <a:spAutoFit/>
            </a:bodyPr>
            <a:lstStyle/>
            <a:p>
              <a:r>
                <a:rPr lang="en-US" sz="850" dirty="0">
                  <a:ln/>
                  <a:solidFill>
                    <a:srgbClr val="000000"/>
                  </a:solidFill>
                  <a:latin typeface="Arial"/>
                  <a:cs typeface="Arial"/>
                  <a:sym typeface="Arial"/>
                  <a:rtl val="0"/>
                </a:rPr>
                <a:t>Late </a:t>
              </a:r>
            </a:p>
            <a:p>
              <a:r>
                <a:rPr lang="en-US" sz="850" dirty="0">
                  <a:ln/>
                  <a:solidFill>
                    <a:srgbClr val="000000"/>
                  </a:solidFill>
                  <a:latin typeface="Arial"/>
                  <a:cs typeface="Arial"/>
                  <a:sym typeface="Arial"/>
                  <a:rtl val="0"/>
                </a:rPr>
                <a:t>Down</a:t>
              </a:r>
            </a:p>
          </p:txBody>
        </p:sp>
        <p:sp>
          <p:nvSpPr>
            <p:cNvPr id="6259" name="TextBox 6258">
              <a:extLst>
                <a:ext uri="{FF2B5EF4-FFF2-40B4-BE49-F238E27FC236}">
                  <a16:creationId xmlns:a16="http://schemas.microsoft.com/office/drawing/2014/main" id="{1D451D78-6A69-AA67-5849-66C25FDE96EC}"/>
                </a:ext>
              </a:extLst>
            </p:cNvPr>
            <p:cNvSpPr txBox="1"/>
            <p:nvPr/>
          </p:nvSpPr>
          <p:spPr>
            <a:xfrm>
              <a:off x="5985216" y="5470836"/>
              <a:ext cx="453295" cy="374579"/>
            </a:xfrm>
            <a:prstGeom prst="rect">
              <a:avLst/>
            </a:prstGeom>
            <a:noFill/>
          </p:spPr>
          <p:txBody>
            <a:bodyPr wrap="none" rtlCol="0">
              <a:spAutoFit/>
            </a:bodyPr>
            <a:lstStyle/>
            <a:p>
              <a:r>
                <a:rPr lang="en-US" sz="850" dirty="0">
                  <a:ln/>
                  <a:solidFill>
                    <a:srgbClr val="000000"/>
                  </a:solidFill>
                  <a:latin typeface="Arial"/>
                  <a:cs typeface="Arial"/>
                  <a:sym typeface="Arial"/>
                  <a:rtl val="0"/>
                </a:rPr>
                <a:t>Late </a:t>
              </a:r>
            </a:p>
            <a:p>
              <a:r>
                <a:rPr lang="en-US" sz="850" dirty="0">
                  <a:ln/>
                  <a:solidFill>
                    <a:srgbClr val="000000"/>
                  </a:solidFill>
                  <a:latin typeface="Arial"/>
                  <a:cs typeface="Arial"/>
                  <a:sym typeface="Arial"/>
                  <a:rtl val="0"/>
                </a:rPr>
                <a:t>Up</a:t>
              </a:r>
            </a:p>
          </p:txBody>
        </p:sp>
        <p:sp>
          <p:nvSpPr>
            <p:cNvPr id="6260" name="TextBox 6259">
              <a:extLst>
                <a:ext uri="{FF2B5EF4-FFF2-40B4-BE49-F238E27FC236}">
                  <a16:creationId xmlns:a16="http://schemas.microsoft.com/office/drawing/2014/main" id="{0BDCD9D7-AB52-DE1A-ABAB-6801B9E66E6C}"/>
                </a:ext>
              </a:extLst>
            </p:cNvPr>
            <p:cNvSpPr txBox="1"/>
            <p:nvPr/>
          </p:nvSpPr>
          <p:spPr>
            <a:xfrm>
              <a:off x="5985216" y="5761131"/>
              <a:ext cx="490617" cy="374579"/>
            </a:xfrm>
            <a:prstGeom prst="rect">
              <a:avLst/>
            </a:prstGeom>
            <a:noFill/>
          </p:spPr>
          <p:txBody>
            <a:bodyPr wrap="none" rtlCol="0">
              <a:spAutoFit/>
            </a:bodyPr>
            <a:lstStyle/>
            <a:p>
              <a:r>
                <a:rPr lang="en-US" sz="850" dirty="0">
                  <a:ln/>
                  <a:solidFill>
                    <a:srgbClr val="000000"/>
                  </a:solidFill>
                  <a:latin typeface="Arial"/>
                  <a:cs typeface="Arial"/>
                  <a:sym typeface="Arial"/>
                  <a:rtl val="0"/>
                </a:rPr>
                <a:t>Early </a:t>
              </a:r>
            </a:p>
            <a:p>
              <a:r>
                <a:rPr lang="en-US" sz="850" dirty="0">
                  <a:ln/>
                  <a:solidFill>
                    <a:srgbClr val="000000"/>
                  </a:solidFill>
                  <a:latin typeface="Arial"/>
                  <a:cs typeface="Arial"/>
                  <a:sym typeface="Arial"/>
                  <a:rtl val="0"/>
                </a:rPr>
                <a:t>Down</a:t>
              </a:r>
            </a:p>
          </p:txBody>
        </p:sp>
        <p:sp>
          <p:nvSpPr>
            <p:cNvPr id="6261" name="TextBox 6260">
              <a:extLst>
                <a:ext uri="{FF2B5EF4-FFF2-40B4-BE49-F238E27FC236}">
                  <a16:creationId xmlns:a16="http://schemas.microsoft.com/office/drawing/2014/main" id="{4199F3A6-E105-89AC-2FF2-82F8EBCC438F}"/>
                </a:ext>
              </a:extLst>
            </p:cNvPr>
            <p:cNvSpPr txBox="1"/>
            <p:nvPr/>
          </p:nvSpPr>
          <p:spPr>
            <a:xfrm>
              <a:off x="5985216" y="6071554"/>
              <a:ext cx="794285" cy="374579"/>
            </a:xfrm>
            <a:prstGeom prst="rect">
              <a:avLst/>
            </a:prstGeom>
            <a:noFill/>
          </p:spPr>
          <p:txBody>
            <a:bodyPr wrap="none" rtlCol="0">
              <a:spAutoFit/>
            </a:bodyPr>
            <a:lstStyle/>
            <a:p>
              <a:r>
                <a:rPr lang="en-US" sz="850" dirty="0">
                  <a:ln/>
                  <a:solidFill>
                    <a:srgbClr val="000000"/>
                  </a:solidFill>
                  <a:latin typeface="Arial"/>
                  <a:cs typeface="Arial"/>
                  <a:sym typeface="Arial"/>
                  <a:rtl val="0"/>
                </a:rPr>
                <a:t>Transiently </a:t>
              </a:r>
            </a:p>
            <a:p>
              <a:r>
                <a:rPr lang="en-US" sz="850" dirty="0">
                  <a:ln/>
                  <a:solidFill>
                    <a:srgbClr val="000000"/>
                  </a:solidFill>
                  <a:latin typeface="Arial"/>
                  <a:cs typeface="Arial"/>
                  <a:sym typeface="Arial"/>
                  <a:rtl val="0"/>
                </a:rPr>
                <a:t>Down</a:t>
              </a:r>
            </a:p>
          </p:txBody>
        </p:sp>
        <p:sp>
          <p:nvSpPr>
            <p:cNvPr id="6263" name="TextBox 6262">
              <a:extLst>
                <a:ext uri="{FF2B5EF4-FFF2-40B4-BE49-F238E27FC236}">
                  <a16:creationId xmlns:a16="http://schemas.microsoft.com/office/drawing/2014/main" id="{FFF4F67D-640B-4098-06D8-45B7A2B82766}"/>
                </a:ext>
              </a:extLst>
            </p:cNvPr>
            <p:cNvSpPr txBox="1"/>
            <p:nvPr/>
          </p:nvSpPr>
          <p:spPr>
            <a:xfrm>
              <a:off x="5658404" y="4405630"/>
              <a:ext cx="1199596" cy="259288"/>
            </a:xfrm>
            <a:prstGeom prst="rect">
              <a:avLst/>
            </a:prstGeom>
            <a:noFill/>
          </p:spPr>
          <p:txBody>
            <a:bodyPr wrap="square" rtlCol="0">
              <a:spAutoFit/>
            </a:bodyPr>
            <a:lstStyle/>
            <a:p>
              <a:pPr algn="ctr"/>
              <a:r>
                <a:rPr lang="en-US" sz="992" b="1" dirty="0">
                  <a:ln/>
                  <a:solidFill>
                    <a:srgbClr val="000000"/>
                  </a:solidFill>
                  <a:latin typeface="Arial"/>
                  <a:cs typeface="Arial"/>
                  <a:sym typeface="Arial"/>
                  <a:rtl val="0"/>
                </a:rPr>
                <a:t>Classification</a:t>
              </a:r>
              <a:endParaRPr lang="en-US" sz="756" b="1" dirty="0">
                <a:ln/>
                <a:solidFill>
                  <a:srgbClr val="000000"/>
                </a:solidFill>
                <a:latin typeface="Arial"/>
                <a:cs typeface="Arial"/>
                <a:sym typeface="Arial"/>
                <a:rtl val="0"/>
              </a:endParaRPr>
            </a:p>
          </p:txBody>
        </p:sp>
        <p:sp>
          <p:nvSpPr>
            <p:cNvPr id="6760" name="Rectangle 6759">
              <a:extLst>
                <a:ext uri="{FF2B5EF4-FFF2-40B4-BE49-F238E27FC236}">
                  <a16:creationId xmlns:a16="http://schemas.microsoft.com/office/drawing/2014/main" id="{0B855B54-EA51-E240-255C-3A5BC63B83A7}"/>
                </a:ext>
              </a:extLst>
            </p:cNvPr>
            <p:cNvSpPr/>
            <p:nvPr/>
          </p:nvSpPr>
          <p:spPr>
            <a:xfrm>
              <a:off x="5870032" y="6477022"/>
              <a:ext cx="181648" cy="181991"/>
            </a:xfrm>
            <a:prstGeom prst="rect">
              <a:avLst/>
            </a:prstGeom>
            <a:solidFill>
              <a:srgbClr val="42150A"/>
            </a:solidFill>
            <a:ln w="9507" cap="rnd">
              <a:noFill/>
              <a:prstDash val="solid"/>
              <a:round/>
            </a:ln>
          </p:spPr>
          <p:txBody>
            <a:bodyPr/>
            <a:lstStyle/>
            <a:p>
              <a:endParaRPr lang="en-US" sz="1701"/>
            </a:p>
          </p:txBody>
        </p:sp>
        <p:sp>
          <p:nvSpPr>
            <p:cNvPr id="6762" name="TextBox 6761">
              <a:extLst>
                <a:ext uri="{FF2B5EF4-FFF2-40B4-BE49-F238E27FC236}">
                  <a16:creationId xmlns:a16="http://schemas.microsoft.com/office/drawing/2014/main" id="{D340970A-4043-AF5C-6954-4A6763B460AA}"/>
                </a:ext>
              </a:extLst>
            </p:cNvPr>
            <p:cNvSpPr txBox="1"/>
            <p:nvPr/>
          </p:nvSpPr>
          <p:spPr>
            <a:xfrm>
              <a:off x="5985216" y="6383351"/>
              <a:ext cx="889288" cy="374579"/>
            </a:xfrm>
            <a:prstGeom prst="rect">
              <a:avLst/>
            </a:prstGeom>
            <a:noFill/>
          </p:spPr>
          <p:txBody>
            <a:bodyPr wrap="none" rtlCol="0">
              <a:spAutoFit/>
            </a:bodyPr>
            <a:lstStyle/>
            <a:p>
              <a:pPr algn="l"/>
              <a:r>
                <a:rPr lang="en-US" sz="850" dirty="0">
                  <a:ln/>
                  <a:solidFill>
                    <a:srgbClr val="000000"/>
                  </a:solidFill>
                  <a:latin typeface="Arial"/>
                  <a:cs typeface="Arial"/>
                  <a:sym typeface="Arial"/>
                  <a:rtl val="0"/>
                </a:rPr>
                <a:t>Progressively</a:t>
              </a:r>
            </a:p>
            <a:p>
              <a:pPr algn="l"/>
              <a:r>
                <a:rPr lang="en-US" sz="850" dirty="0">
                  <a:ln/>
                  <a:solidFill>
                    <a:srgbClr val="000000"/>
                  </a:solidFill>
                  <a:latin typeface="Arial"/>
                  <a:cs typeface="Arial"/>
                  <a:sym typeface="Arial"/>
                  <a:rtl val="0"/>
                </a:rPr>
                <a:t>Up</a:t>
              </a:r>
            </a:p>
          </p:txBody>
        </p:sp>
      </p:grpSp>
      <p:grpSp>
        <p:nvGrpSpPr>
          <p:cNvPr id="6864" name="Group 6863">
            <a:extLst>
              <a:ext uri="{FF2B5EF4-FFF2-40B4-BE49-F238E27FC236}">
                <a16:creationId xmlns:a16="http://schemas.microsoft.com/office/drawing/2014/main" id="{46B1AE4D-C506-CFCC-BD91-3378BCBDA853}"/>
              </a:ext>
            </a:extLst>
          </p:cNvPr>
          <p:cNvGrpSpPr/>
          <p:nvPr/>
        </p:nvGrpSpPr>
        <p:grpSpPr>
          <a:xfrm>
            <a:off x="43702" y="1989346"/>
            <a:ext cx="2949869" cy="2073253"/>
            <a:chOff x="21391" y="2164218"/>
            <a:chExt cx="3121860" cy="2194133"/>
          </a:xfrm>
        </p:grpSpPr>
        <p:sp>
          <p:nvSpPr>
            <p:cNvPr id="6764" name="Rectangle 6763">
              <a:extLst>
                <a:ext uri="{FF2B5EF4-FFF2-40B4-BE49-F238E27FC236}">
                  <a16:creationId xmlns:a16="http://schemas.microsoft.com/office/drawing/2014/main" id="{82031357-72B4-472F-E97C-E56DE36D867C}"/>
                </a:ext>
              </a:extLst>
            </p:cNvPr>
            <p:cNvSpPr/>
            <p:nvPr/>
          </p:nvSpPr>
          <p:spPr>
            <a:xfrm rot="5400000">
              <a:off x="2517754" y="2891929"/>
              <a:ext cx="291677" cy="958379"/>
            </a:xfrm>
            <a:prstGeom prst="rect">
              <a:avLst/>
            </a:prstGeom>
            <a:solidFill>
              <a:srgbClr val="8DB2D7"/>
            </a:solidFill>
            <a:ln w="9507" cap="rnd">
              <a:noFill/>
              <a:prstDash val="solid"/>
              <a:round/>
            </a:ln>
          </p:spPr>
          <p:txBody>
            <a:bodyPr/>
            <a:lstStyle/>
            <a:p>
              <a:endParaRPr lang="en-US" sz="1701"/>
            </a:p>
          </p:txBody>
        </p:sp>
        <p:sp>
          <p:nvSpPr>
            <p:cNvPr id="6765" name="Rectangle 6764">
              <a:extLst>
                <a:ext uri="{FF2B5EF4-FFF2-40B4-BE49-F238E27FC236}">
                  <a16:creationId xmlns:a16="http://schemas.microsoft.com/office/drawing/2014/main" id="{AA72AA8B-B34E-EB6E-22D0-DD92267D464E}"/>
                </a:ext>
              </a:extLst>
            </p:cNvPr>
            <p:cNvSpPr/>
            <p:nvPr/>
          </p:nvSpPr>
          <p:spPr>
            <a:xfrm rot="5400000">
              <a:off x="1559085" y="2891929"/>
              <a:ext cx="291677" cy="958379"/>
            </a:xfrm>
            <a:prstGeom prst="rect">
              <a:avLst/>
            </a:prstGeom>
            <a:solidFill>
              <a:srgbClr val="B6CEE6"/>
            </a:solidFill>
            <a:ln w="9507" cap="rnd">
              <a:noFill/>
              <a:prstDash val="solid"/>
              <a:round/>
            </a:ln>
          </p:spPr>
          <p:txBody>
            <a:bodyPr/>
            <a:lstStyle/>
            <a:p>
              <a:endParaRPr lang="en-US" sz="1701" dirty="0"/>
            </a:p>
          </p:txBody>
        </p:sp>
        <p:sp>
          <p:nvSpPr>
            <p:cNvPr id="6766" name="Rectangle 6765">
              <a:extLst>
                <a:ext uri="{FF2B5EF4-FFF2-40B4-BE49-F238E27FC236}">
                  <a16:creationId xmlns:a16="http://schemas.microsoft.com/office/drawing/2014/main" id="{3FF06BB9-1E3C-3858-57C4-53733E723380}"/>
                </a:ext>
              </a:extLst>
            </p:cNvPr>
            <p:cNvSpPr/>
            <p:nvPr/>
          </p:nvSpPr>
          <p:spPr>
            <a:xfrm rot="5400000">
              <a:off x="600704" y="2891929"/>
              <a:ext cx="291677" cy="958379"/>
            </a:xfrm>
            <a:prstGeom prst="rect">
              <a:avLst/>
            </a:prstGeom>
            <a:solidFill>
              <a:srgbClr val="A9C5E1"/>
            </a:solidFill>
            <a:ln w="9507" cap="rnd">
              <a:noFill/>
              <a:prstDash val="solid"/>
              <a:round/>
            </a:ln>
          </p:spPr>
          <p:txBody>
            <a:bodyPr/>
            <a:lstStyle/>
            <a:p>
              <a:endParaRPr lang="en-US" sz="1701"/>
            </a:p>
          </p:txBody>
        </p:sp>
        <p:sp>
          <p:nvSpPr>
            <p:cNvPr id="6767" name="Rectangle 6766">
              <a:extLst>
                <a:ext uri="{FF2B5EF4-FFF2-40B4-BE49-F238E27FC236}">
                  <a16:creationId xmlns:a16="http://schemas.microsoft.com/office/drawing/2014/main" id="{D9352BFF-711E-C282-A315-8CAF420AF2C2}"/>
                </a:ext>
              </a:extLst>
            </p:cNvPr>
            <p:cNvSpPr/>
            <p:nvPr/>
          </p:nvSpPr>
          <p:spPr>
            <a:xfrm rot="5400000">
              <a:off x="2517754" y="2600378"/>
              <a:ext cx="291677" cy="958379"/>
            </a:xfrm>
            <a:prstGeom prst="rect">
              <a:avLst/>
            </a:prstGeom>
            <a:solidFill>
              <a:srgbClr val="EC7E81"/>
            </a:solidFill>
            <a:ln w="9507" cap="rnd">
              <a:noFill/>
              <a:prstDash val="solid"/>
              <a:round/>
            </a:ln>
          </p:spPr>
          <p:txBody>
            <a:bodyPr/>
            <a:lstStyle/>
            <a:p>
              <a:endParaRPr lang="en-US" sz="1701"/>
            </a:p>
          </p:txBody>
        </p:sp>
        <p:sp>
          <p:nvSpPr>
            <p:cNvPr id="6768" name="Rectangle 6767">
              <a:extLst>
                <a:ext uri="{FF2B5EF4-FFF2-40B4-BE49-F238E27FC236}">
                  <a16:creationId xmlns:a16="http://schemas.microsoft.com/office/drawing/2014/main" id="{44C6606E-B17E-5847-4999-A10DD89B160B}"/>
                </a:ext>
              </a:extLst>
            </p:cNvPr>
            <p:cNvSpPr/>
            <p:nvPr/>
          </p:nvSpPr>
          <p:spPr>
            <a:xfrm rot="5400000">
              <a:off x="1559085" y="2600378"/>
              <a:ext cx="291677" cy="958379"/>
            </a:xfrm>
            <a:prstGeom prst="rect">
              <a:avLst/>
            </a:prstGeom>
            <a:solidFill>
              <a:srgbClr val="C0D5E9"/>
            </a:solidFill>
            <a:ln w="9507" cap="rnd">
              <a:noFill/>
              <a:prstDash val="solid"/>
              <a:round/>
            </a:ln>
          </p:spPr>
          <p:txBody>
            <a:bodyPr/>
            <a:lstStyle/>
            <a:p>
              <a:endParaRPr lang="en-US" sz="1701"/>
            </a:p>
          </p:txBody>
        </p:sp>
        <p:sp>
          <p:nvSpPr>
            <p:cNvPr id="6769" name="Rectangle 6768">
              <a:extLst>
                <a:ext uri="{FF2B5EF4-FFF2-40B4-BE49-F238E27FC236}">
                  <a16:creationId xmlns:a16="http://schemas.microsoft.com/office/drawing/2014/main" id="{DB23544F-1F28-692A-6CF8-17DF18B45166}"/>
                </a:ext>
              </a:extLst>
            </p:cNvPr>
            <p:cNvSpPr/>
            <p:nvPr/>
          </p:nvSpPr>
          <p:spPr>
            <a:xfrm rot="5400000">
              <a:off x="600704" y="2600378"/>
              <a:ext cx="291677" cy="958379"/>
            </a:xfrm>
            <a:prstGeom prst="rect">
              <a:avLst/>
            </a:prstGeom>
            <a:solidFill>
              <a:srgbClr val="D2E1EF"/>
            </a:solidFill>
            <a:ln w="9507" cap="rnd">
              <a:noFill/>
              <a:prstDash val="solid"/>
              <a:round/>
            </a:ln>
          </p:spPr>
          <p:txBody>
            <a:bodyPr/>
            <a:lstStyle/>
            <a:p>
              <a:endParaRPr lang="en-US" sz="1701"/>
            </a:p>
          </p:txBody>
        </p:sp>
        <p:sp>
          <p:nvSpPr>
            <p:cNvPr id="6770" name="Rectangle 6769">
              <a:extLst>
                <a:ext uri="{FF2B5EF4-FFF2-40B4-BE49-F238E27FC236}">
                  <a16:creationId xmlns:a16="http://schemas.microsoft.com/office/drawing/2014/main" id="{EAF405B1-4EF8-5536-3909-44052FDA7E4A}"/>
                </a:ext>
              </a:extLst>
            </p:cNvPr>
            <p:cNvSpPr/>
            <p:nvPr/>
          </p:nvSpPr>
          <p:spPr>
            <a:xfrm rot="5400000">
              <a:off x="2517754" y="2308701"/>
              <a:ext cx="291677" cy="958379"/>
            </a:xfrm>
            <a:prstGeom prst="rect">
              <a:avLst/>
            </a:prstGeom>
            <a:solidFill>
              <a:srgbClr val="FCFDFE"/>
            </a:solidFill>
            <a:ln w="9507" cap="rnd">
              <a:noFill/>
              <a:prstDash val="solid"/>
              <a:round/>
            </a:ln>
          </p:spPr>
          <p:txBody>
            <a:bodyPr/>
            <a:lstStyle/>
            <a:p>
              <a:endParaRPr lang="en-US" sz="1701"/>
            </a:p>
          </p:txBody>
        </p:sp>
        <p:sp>
          <p:nvSpPr>
            <p:cNvPr id="6771" name="Rectangle 6770">
              <a:extLst>
                <a:ext uri="{FF2B5EF4-FFF2-40B4-BE49-F238E27FC236}">
                  <a16:creationId xmlns:a16="http://schemas.microsoft.com/office/drawing/2014/main" id="{609E6CC6-A969-6DF0-07DF-DF16942FB78C}"/>
                </a:ext>
              </a:extLst>
            </p:cNvPr>
            <p:cNvSpPr/>
            <p:nvPr/>
          </p:nvSpPr>
          <p:spPr>
            <a:xfrm rot="5400000">
              <a:off x="1559085" y="2308701"/>
              <a:ext cx="291677" cy="958379"/>
            </a:xfrm>
            <a:prstGeom prst="rect">
              <a:avLst/>
            </a:prstGeom>
            <a:solidFill>
              <a:srgbClr val="EA6F73"/>
            </a:solidFill>
            <a:ln w="9507" cap="rnd">
              <a:noFill/>
              <a:prstDash val="solid"/>
              <a:round/>
            </a:ln>
          </p:spPr>
          <p:txBody>
            <a:bodyPr/>
            <a:lstStyle/>
            <a:p>
              <a:endParaRPr lang="en-US" sz="1701"/>
            </a:p>
          </p:txBody>
        </p:sp>
        <p:sp>
          <p:nvSpPr>
            <p:cNvPr id="6772" name="Rectangle 6771">
              <a:extLst>
                <a:ext uri="{FF2B5EF4-FFF2-40B4-BE49-F238E27FC236}">
                  <a16:creationId xmlns:a16="http://schemas.microsoft.com/office/drawing/2014/main" id="{DFA8BA42-82B9-CC6D-E7ED-3DAF436C8091}"/>
                </a:ext>
              </a:extLst>
            </p:cNvPr>
            <p:cNvSpPr/>
            <p:nvPr/>
          </p:nvSpPr>
          <p:spPr>
            <a:xfrm rot="5400000">
              <a:off x="600704" y="2308701"/>
              <a:ext cx="291677" cy="958379"/>
            </a:xfrm>
            <a:prstGeom prst="rect">
              <a:avLst/>
            </a:prstGeom>
            <a:solidFill>
              <a:srgbClr val="EA6F73"/>
            </a:solidFill>
            <a:ln w="9507" cap="rnd">
              <a:noFill/>
              <a:prstDash val="solid"/>
              <a:round/>
            </a:ln>
          </p:spPr>
          <p:txBody>
            <a:bodyPr/>
            <a:lstStyle/>
            <a:p>
              <a:endParaRPr lang="en-US" sz="1701"/>
            </a:p>
          </p:txBody>
        </p:sp>
        <p:grpSp>
          <p:nvGrpSpPr>
            <p:cNvPr id="6781" name="Group 6780">
              <a:extLst>
                <a:ext uri="{FF2B5EF4-FFF2-40B4-BE49-F238E27FC236}">
                  <a16:creationId xmlns:a16="http://schemas.microsoft.com/office/drawing/2014/main" id="{D19F05D0-3F4E-14E2-6D28-54CA9C9354B2}"/>
                </a:ext>
              </a:extLst>
            </p:cNvPr>
            <p:cNvGrpSpPr/>
            <p:nvPr/>
          </p:nvGrpSpPr>
          <p:grpSpPr>
            <a:xfrm>
              <a:off x="21391" y="2652770"/>
              <a:ext cx="312906" cy="860227"/>
              <a:chOff x="201963" y="2652770"/>
              <a:chExt cx="312906" cy="860227"/>
            </a:xfrm>
          </p:grpSpPr>
          <p:sp>
            <p:nvSpPr>
              <p:cNvPr id="6773" name="TextBox 6772">
                <a:extLst>
                  <a:ext uri="{FF2B5EF4-FFF2-40B4-BE49-F238E27FC236}">
                    <a16:creationId xmlns:a16="http://schemas.microsoft.com/office/drawing/2014/main" id="{F1C9DB4F-15ED-D7D0-3EF5-8DA1FD859FF7}"/>
                  </a:ext>
                </a:extLst>
              </p:cNvPr>
              <p:cNvSpPr txBox="1"/>
              <p:nvPr/>
            </p:nvSpPr>
            <p:spPr>
              <a:xfrm>
                <a:off x="201963" y="3235998"/>
                <a:ext cx="312906" cy="276999"/>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r>
                  <a:rPr lang="en-US" sz="1134" dirty="0">
                    <a:ln/>
                    <a:solidFill>
                      <a:srgbClr val="000000"/>
                    </a:solidFill>
                    <a:latin typeface="Arial"/>
                    <a:cs typeface="Arial"/>
                    <a:sym typeface="Arial"/>
                    <a:rtl val="0"/>
                  </a:rPr>
                  <a:t>M</a:t>
                </a:r>
              </a:p>
            </p:txBody>
          </p:sp>
          <p:sp>
            <p:nvSpPr>
              <p:cNvPr id="6774" name="TextBox 6773">
                <a:extLst>
                  <a:ext uri="{FF2B5EF4-FFF2-40B4-BE49-F238E27FC236}">
                    <a16:creationId xmlns:a16="http://schemas.microsoft.com/office/drawing/2014/main" id="{B45C15B0-8B8B-8101-C135-3F15F7AB6171}"/>
                  </a:ext>
                </a:extLst>
              </p:cNvPr>
              <p:cNvSpPr txBox="1"/>
              <p:nvPr/>
            </p:nvSpPr>
            <p:spPr>
              <a:xfrm>
                <a:off x="240669" y="2944320"/>
                <a:ext cx="227948" cy="276999"/>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r>
                  <a:rPr lang="en-US" sz="1134">
                    <a:ln/>
                    <a:solidFill>
                      <a:srgbClr val="000000"/>
                    </a:solidFill>
                    <a:latin typeface="Arial"/>
                    <a:cs typeface="Arial"/>
                    <a:sym typeface="Arial"/>
                    <a:rtl val="0"/>
                  </a:rPr>
                  <a:t>I</a:t>
                </a:r>
              </a:p>
            </p:txBody>
          </p:sp>
          <p:sp>
            <p:nvSpPr>
              <p:cNvPr id="6775" name="TextBox 6774">
                <a:extLst>
                  <a:ext uri="{FF2B5EF4-FFF2-40B4-BE49-F238E27FC236}">
                    <a16:creationId xmlns:a16="http://schemas.microsoft.com/office/drawing/2014/main" id="{6B6F3AA5-5EE4-A46B-9657-3934E2826917}"/>
                  </a:ext>
                </a:extLst>
              </p:cNvPr>
              <p:cNvSpPr txBox="1"/>
              <p:nvPr/>
            </p:nvSpPr>
            <p:spPr>
              <a:xfrm>
                <a:off x="217453" y="2652770"/>
                <a:ext cx="279244" cy="276999"/>
              </a:xfrm>
              <a:prstGeom prst="rect">
                <a:avLst/>
              </a:prstGeom>
              <a:noFill/>
            </p:spPr>
            <p:txBody>
              <a:bodyPr rot="0" spcFirstLastPara="0" vertOverflow="overflow" horzOverflow="overflow" vert="horz" wrap="none" lIns="86402" tIns="43201" rIns="86402" bIns="43201" numCol="1" spcCol="0" rtlCol="0" fromWordArt="0" anchor="t" anchorCtr="0" forceAA="0" compatLnSpc="1">
                <a:prstTxWarp prst="textNoShape">
                  <a:avLst/>
                </a:prstTxWarp>
                <a:spAutoFit/>
              </a:bodyPr>
              <a:lstStyle/>
              <a:p>
                <a:r>
                  <a:rPr lang="en-US" sz="1134" dirty="0">
                    <a:ln/>
                    <a:solidFill>
                      <a:srgbClr val="000000"/>
                    </a:solidFill>
                    <a:latin typeface="Arial"/>
                    <a:cs typeface="Arial"/>
                    <a:sym typeface="Arial"/>
                    <a:rtl val="0"/>
                  </a:rPr>
                  <a:t>F</a:t>
                </a:r>
              </a:p>
            </p:txBody>
          </p:sp>
        </p:grpSp>
        <p:grpSp>
          <p:nvGrpSpPr>
            <p:cNvPr id="141" name="Group 140">
              <a:extLst>
                <a:ext uri="{FF2B5EF4-FFF2-40B4-BE49-F238E27FC236}">
                  <a16:creationId xmlns:a16="http://schemas.microsoft.com/office/drawing/2014/main" id="{03DF6A24-AA3D-6252-7DBD-EC0B45429A57}"/>
                </a:ext>
              </a:extLst>
            </p:cNvPr>
            <p:cNvGrpSpPr/>
            <p:nvPr/>
          </p:nvGrpSpPr>
          <p:grpSpPr>
            <a:xfrm rot="5400000">
              <a:off x="1643389" y="1110520"/>
              <a:ext cx="121406" cy="2878319"/>
              <a:chOff x="3022764" y="2736582"/>
              <a:chExt cx="126761" cy="1268856"/>
            </a:xfrm>
          </p:grpSpPr>
          <p:sp>
            <p:nvSpPr>
              <p:cNvPr id="6776" name="Rectangle 6775">
                <a:extLst>
                  <a:ext uri="{FF2B5EF4-FFF2-40B4-BE49-F238E27FC236}">
                    <a16:creationId xmlns:a16="http://schemas.microsoft.com/office/drawing/2014/main" id="{D9345D5E-A58E-9C80-F968-F3F875613542}"/>
                  </a:ext>
                </a:extLst>
              </p:cNvPr>
              <p:cNvSpPr/>
              <p:nvPr/>
            </p:nvSpPr>
            <p:spPr>
              <a:xfrm>
                <a:off x="3022764" y="2736582"/>
                <a:ext cx="126761" cy="422909"/>
              </a:xfrm>
              <a:prstGeom prst="rect">
                <a:avLst/>
              </a:prstGeom>
              <a:solidFill>
                <a:srgbClr val="1965B0"/>
              </a:solidFill>
              <a:ln w="9507" cap="rnd">
                <a:noFill/>
                <a:prstDash val="solid"/>
                <a:round/>
              </a:ln>
            </p:spPr>
            <p:txBody>
              <a:bodyPr/>
              <a:lstStyle/>
              <a:p>
                <a:endParaRPr lang="en-US" sz="1701"/>
              </a:p>
            </p:txBody>
          </p:sp>
          <p:sp>
            <p:nvSpPr>
              <p:cNvPr id="6777" name="Rectangle 6776">
                <a:extLst>
                  <a:ext uri="{FF2B5EF4-FFF2-40B4-BE49-F238E27FC236}">
                    <a16:creationId xmlns:a16="http://schemas.microsoft.com/office/drawing/2014/main" id="{E764A317-8B30-4D55-7FA3-CFC64799A282}"/>
                  </a:ext>
                </a:extLst>
              </p:cNvPr>
              <p:cNvSpPr/>
              <p:nvPr/>
            </p:nvSpPr>
            <p:spPr>
              <a:xfrm>
                <a:off x="3022764" y="3159619"/>
                <a:ext cx="126761" cy="422909"/>
              </a:xfrm>
              <a:prstGeom prst="rect">
                <a:avLst/>
              </a:prstGeom>
              <a:solidFill>
                <a:srgbClr val="CAE0AB"/>
              </a:solidFill>
              <a:ln w="9507" cap="rnd">
                <a:noFill/>
                <a:prstDash val="solid"/>
                <a:round/>
              </a:ln>
            </p:spPr>
            <p:txBody>
              <a:bodyPr/>
              <a:lstStyle/>
              <a:p>
                <a:endParaRPr lang="en-US" sz="1701"/>
              </a:p>
            </p:txBody>
          </p:sp>
          <p:sp>
            <p:nvSpPr>
              <p:cNvPr id="6778" name="Rectangle 6777">
                <a:extLst>
                  <a:ext uri="{FF2B5EF4-FFF2-40B4-BE49-F238E27FC236}">
                    <a16:creationId xmlns:a16="http://schemas.microsoft.com/office/drawing/2014/main" id="{9CCA6B6C-DF2F-0542-3D4F-CB54FD891AAF}"/>
                  </a:ext>
                </a:extLst>
              </p:cNvPr>
              <p:cNvSpPr/>
              <p:nvPr/>
            </p:nvSpPr>
            <p:spPr>
              <a:xfrm>
                <a:off x="3022764" y="3582529"/>
                <a:ext cx="126761" cy="422909"/>
              </a:xfrm>
              <a:prstGeom prst="rect">
                <a:avLst/>
              </a:prstGeom>
              <a:solidFill>
                <a:srgbClr val="42150A"/>
              </a:solidFill>
              <a:ln w="9507" cap="rnd">
                <a:noFill/>
                <a:prstDash val="solid"/>
                <a:round/>
              </a:ln>
            </p:spPr>
            <p:txBody>
              <a:bodyPr/>
              <a:lstStyle/>
              <a:p>
                <a:endParaRPr lang="en-US" sz="1701"/>
              </a:p>
            </p:txBody>
          </p:sp>
        </p:grpSp>
        <p:grpSp>
          <p:nvGrpSpPr>
            <p:cNvPr id="6779" name="Group 6778">
              <a:extLst>
                <a:ext uri="{FF2B5EF4-FFF2-40B4-BE49-F238E27FC236}">
                  <a16:creationId xmlns:a16="http://schemas.microsoft.com/office/drawing/2014/main" id="{A76260F8-404D-D402-657A-4AABF2C22B71}"/>
                </a:ext>
              </a:extLst>
            </p:cNvPr>
            <p:cNvGrpSpPr/>
            <p:nvPr/>
          </p:nvGrpSpPr>
          <p:grpSpPr>
            <a:xfrm>
              <a:off x="628938" y="3611535"/>
              <a:ext cx="2153197" cy="746816"/>
              <a:chOff x="914688" y="3466755"/>
              <a:chExt cx="2153197" cy="746816"/>
            </a:xfrm>
          </p:grpSpPr>
          <p:sp>
            <p:nvSpPr>
              <p:cNvPr id="145" name="TextBox 144">
                <a:extLst>
                  <a:ext uri="{FF2B5EF4-FFF2-40B4-BE49-F238E27FC236}">
                    <a16:creationId xmlns:a16="http://schemas.microsoft.com/office/drawing/2014/main" id="{CCFE6088-0A43-232D-49A9-0A541730385C}"/>
                  </a:ext>
                </a:extLst>
              </p:cNvPr>
              <p:cNvSpPr txBox="1"/>
              <p:nvPr/>
            </p:nvSpPr>
            <p:spPr>
              <a:xfrm rot="16200000">
                <a:off x="2640076" y="3658416"/>
                <a:ext cx="619469" cy="236148"/>
              </a:xfrm>
              <a:prstGeom prst="rect">
                <a:avLst/>
              </a:prstGeom>
              <a:noFill/>
            </p:spPr>
            <p:txBody>
              <a:bodyPr wrap="square">
                <a:spAutoFit/>
              </a:bodyPr>
              <a:lstStyle/>
              <a:p>
                <a:pPr algn="r"/>
                <a:r>
                  <a:rPr lang="en-US" sz="850" dirty="0">
                    <a:latin typeface="Arial" panose="020B0604020202020204" pitchFamily="34" charset="0"/>
                    <a:cs typeface="Arial" panose="020B0604020202020204" pitchFamily="34" charset="0"/>
                  </a:rPr>
                  <a:t>psme4a</a:t>
                </a:r>
              </a:p>
            </p:txBody>
          </p:sp>
          <p:sp>
            <p:nvSpPr>
              <p:cNvPr id="147" name="TextBox 146">
                <a:extLst>
                  <a:ext uri="{FF2B5EF4-FFF2-40B4-BE49-F238E27FC236}">
                    <a16:creationId xmlns:a16="http://schemas.microsoft.com/office/drawing/2014/main" id="{8C1DF36C-017F-E091-ED9B-DFB5DFC8EDF4}"/>
                  </a:ext>
                </a:extLst>
              </p:cNvPr>
              <p:cNvSpPr txBox="1"/>
              <p:nvPr/>
            </p:nvSpPr>
            <p:spPr>
              <a:xfrm rot="16200000">
                <a:off x="1617735" y="3722090"/>
                <a:ext cx="746815" cy="236148"/>
              </a:xfrm>
              <a:prstGeom prst="rect">
                <a:avLst/>
              </a:prstGeom>
              <a:noFill/>
            </p:spPr>
            <p:txBody>
              <a:bodyPr wrap="square">
                <a:spAutoFit/>
              </a:bodyPr>
              <a:lstStyle/>
              <a:p>
                <a:pPr algn="r"/>
                <a:r>
                  <a:rPr lang="en-US" sz="850" dirty="0">
                    <a:latin typeface="Arial" panose="020B0604020202020204" pitchFamily="34" charset="0"/>
                    <a:cs typeface="Arial" panose="020B0604020202020204" pitchFamily="34" charset="0"/>
                  </a:rPr>
                  <a:t>capn2-like</a:t>
                </a:r>
              </a:p>
            </p:txBody>
          </p:sp>
          <p:sp>
            <p:nvSpPr>
              <p:cNvPr id="149" name="TextBox 148">
                <a:extLst>
                  <a:ext uri="{FF2B5EF4-FFF2-40B4-BE49-F238E27FC236}">
                    <a16:creationId xmlns:a16="http://schemas.microsoft.com/office/drawing/2014/main" id="{9AEA27EE-AC99-5621-9705-6676E6293E1C}"/>
                  </a:ext>
                </a:extLst>
              </p:cNvPr>
              <p:cNvSpPr txBox="1"/>
              <p:nvPr/>
            </p:nvSpPr>
            <p:spPr>
              <a:xfrm rot="16200000">
                <a:off x="853500" y="3527943"/>
                <a:ext cx="358524" cy="236148"/>
              </a:xfrm>
              <a:prstGeom prst="rect">
                <a:avLst/>
              </a:prstGeom>
              <a:noFill/>
            </p:spPr>
            <p:txBody>
              <a:bodyPr wrap="square">
                <a:spAutoFit/>
              </a:bodyPr>
              <a:lstStyle/>
              <a:p>
                <a:pPr algn="r"/>
                <a:r>
                  <a:rPr lang="en-US" sz="850" dirty="0">
                    <a:latin typeface="Arial" panose="020B0604020202020204" pitchFamily="34" charset="0"/>
                    <a:cs typeface="Arial" panose="020B0604020202020204" pitchFamily="34" charset="0"/>
                  </a:rPr>
                  <a:t>h4</a:t>
                </a:r>
              </a:p>
            </p:txBody>
          </p:sp>
        </p:grpSp>
        <p:sp>
          <p:nvSpPr>
            <p:cNvPr id="6783" name="TextBox 6782">
              <a:extLst>
                <a:ext uri="{FF2B5EF4-FFF2-40B4-BE49-F238E27FC236}">
                  <a16:creationId xmlns:a16="http://schemas.microsoft.com/office/drawing/2014/main" id="{402747CA-151E-5FF3-C6F4-3B8D10B421EA}"/>
                </a:ext>
              </a:extLst>
            </p:cNvPr>
            <p:cNvSpPr txBox="1"/>
            <p:nvPr/>
          </p:nvSpPr>
          <p:spPr>
            <a:xfrm>
              <a:off x="266700" y="2164218"/>
              <a:ext cx="2876549" cy="282428"/>
            </a:xfrm>
            <a:prstGeom prst="rect">
              <a:avLst/>
            </a:prstGeom>
            <a:noFill/>
          </p:spPr>
          <p:txBody>
            <a:bodyPr wrap="square" rtlCol="0">
              <a:spAutoFit/>
            </a:bodyPr>
            <a:lstStyle/>
            <a:p>
              <a:pPr algn="ctr"/>
              <a:r>
                <a:rPr lang="en-US" sz="1134" b="1" dirty="0">
                  <a:ln/>
                  <a:solidFill>
                    <a:srgbClr val="000000"/>
                  </a:solidFill>
                  <a:latin typeface="Arial"/>
                  <a:cs typeface="Arial"/>
                  <a:sym typeface="Arial"/>
                  <a:rtl val="0"/>
                </a:rPr>
                <a:t>DARs</a:t>
              </a:r>
            </a:p>
          </p:txBody>
        </p:sp>
        <p:sp>
          <p:nvSpPr>
            <p:cNvPr id="129" name="TextBox 128">
              <a:extLst>
                <a:ext uri="{FF2B5EF4-FFF2-40B4-BE49-F238E27FC236}">
                  <a16:creationId xmlns:a16="http://schemas.microsoft.com/office/drawing/2014/main" id="{125255D0-9FFE-B79A-B8FC-0F58CE167F5A}"/>
                </a:ext>
              </a:extLst>
            </p:cNvPr>
            <p:cNvSpPr txBox="1"/>
            <p:nvPr/>
          </p:nvSpPr>
          <p:spPr>
            <a:xfrm>
              <a:off x="1585703" y="3448677"/>
              <a:ext cx="238440" cy="28242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grpSp>
      <p:sp>
        <p:nvSpPr>
          <p:cNvPr id="131" name="TextBox 130">
            <a:extLst>
              <a:ext uri="{FF2B5EF4-FFF2-40B4-BE49-F238E27FC236}">
                <a16:creationId xmlns:a16="http://schemas.microsoft.com/office/drawing/2014/main" id="{F4E8CBC1-1187-CF0E-8349-84383BD3FF05}"/>
              </a:ext>
            </a:extLst>
          </p:cNvPr>
          <p:cNvSpPr txBox="1"/>
          <p:nvPr/>
        </p:nvSpPr>
        <p:spPr>
          <a:xfrm>
            <a:off x="2125794" y="5252644"/>
            <a:ext cx="225304" cy="266868"/>
          </a:xfrm>
          <a:prstGeom prst="rect">
            <a:avLst/>
          </a:prstGeom>
          <a:noFill/>
        </p:spPr>
        <p:txBody>
          <a:bodyPr wrap="square">
            <a:spAutoFit/>
          </a:bodyPr>
          <a:lstStyle/>
          <a:p>
            <a:pPr algn="ctr"/>
            <a:r>
              <a:rPr lang="en-US" sz="1134" dirty="0">
                <a:solidFill>
                  <a:srgbClr val="202122"/>
                </a:solidFill>
                <a:latin typeface="Arial" panose="020B0604020202020204" pitchFamily="34" charset="0"/>
              </a:rPr>
              <a:t>†</a:t>
            </a:r>
            <a:endParaRPr lang="en-US" sz="1134" dirty="0"/>
          </a:p>
        </p:txBody>
      </p:sp>
      <p:grpSp>
        <p:nvGrpSpPr>
          <p:cNvPr id="498" name="Group 497">
            <a:extLst>
              <a:ext uri="{FF2B5EF4-FFF2-40B4-BE49-F238E27FC236}">
                <a16:creationId xmlns:a16="http://schemas.microsoft.com/office/drawing/2014/main" id="{5CEC6EB7-388B-0965-E7BF-E1ED9CCAAD47}"/>
              </a:ext>
            </a:extLst>
          </p:cNvPr>
          <p:cNvGrpSpPr/>
          <p:nvPr/>
        </p:nvGrpSpPr>
        <p:grpSpPr>
          <a:xfrm>
            <a:off x="1775247" y="3261"/>
            <a:ext cx="4721217" cy="1893160"/>
            <a:chOff x="703273" y="997324"/>
            <a:chExt cx="4996487" cy="2003541"/>
          </a:xfrm>
        </p:grpSpPr>
        <p:sp>
          <p:nvSpPr>
            <p:cNvPr id="133" name="TextBox 132">
              <a:extLst>
                <a:ext uri="{FF2B5EF4-FFF2-40B4-BE49-F238E27FC236}">
                  <a16:creationId xmlns:a16="http://schemas.microsoft.com/office/drawing/2014/main" id="{4FE4C2F8-1681-CDF5-626A-B612AA923997}"/>
                </a:ext>
              </a:extLst>
            </p:cNvPr>
            <p:cNvSpPr txBox="1"/>
            <p:nvPr/>
          </p:nvSpPr>
          <p:spPr>
            <a:xfrm rot="16200000">
              <a:off x="372202" y="1818454"/>
              <a:ext cx="915840" cy="253698"/>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91" err="1">
                  <a:ln/>
                  <a:solidFill>
                    <a:srgbClr val="000000"/>
                  </a:solidFill>
                  <a:latin typeface="Arial"/>
                  <a:cs typeface="Arial"/>
                  <a:sym typeface="Arial"/>
                  <a:rtl val="0"/>
                </a:rPr>
                <a:t>CytoTRACE</a:t>
              </a:r>
              <a:endParaRPr lang="en-US" sz="991">
                <a:ln/>
                <a:solidFill>
                  <a:srgbClr val="000000"/>
                </a:solidFill>
                <a:latin typeface="Arial"/>
                <a:cs typeface="Arial"/>
                <a:sym typeface="Arial"/>
                <a:rtl val="0"/>
              </a:endParaRPr>
            </a:p>
          </p:txBody>
        </p:sp>
        <p:sp>
          <p:nvSpPr>
            <p:cNvPr id="134" name="TextBox 133">
              <a:extLst>
                <a:ext uri="{FF2B5EF4-FFF2-40B4-BE49-F238E27FC236}">
                  <a16:creationId xmlns:a16="http://schemas.microsoft.com/office/drawing/2014/main" id="{23990487-10E2-7B69-89BB-DA8090962044}"/>
                </a:ext>
              </a:extLst>
            </p:cNvPr>
            <p:cNvSpPr txBox="1"/>
            <p:nvPr/>
          </p:nvSpPr>
          <p:spPr>
            <a:xfrm>
              <a:off x="1128395" y="1625111"/>
              <a:ext cx="570352"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p = 0.771</a:t>
              </a:r>
            </a:p>
          </p:txBody>
        </p:sp>
        <p:sp>
          <p:nvSpPr>
            <p:cNvPr id="135" name="Freeform 2069">
              <a:extLst>
                <a:ext uri="{FF2B5EF4-FFF2-40B4-BE49-F238E27FC236}">
                  <a16:creationId xmlns:a16="http://schemas.microsoft.com/office/drawing/2014/main" id="{64060AFB-B09D-4AE6-D86B-F4623B84A42D}"/>
                </a:ext>
              </a:extLst>
            </p:cNvPr>
            <p:cNvSpPr/>
            <p:nvPr/>
          </p:nvSpPr>
          <p:spPr>
            <a:xfrm>
              <a:off x="1304510" y="1772192"/>
              <a:ext cx="247269" cy="12700"/>
            </a:xfrm>
            <a:custGeom>
              <a:avLst/>
              <a:gdLst>
                <a:gd name="csX0" fmla="*/ 0 w 247269"/>
                <a:gd name="csY0" fmla="*/ 0 h 12700"/>
                <a:gd name="csX1" fmla="*/ 247269 w 247269"/>
                <a:gd name="csY1" fmla="*/ 0 h 12700"/>
              </a:gdLst>
              <a:ahLst/>
              <a:cxnLst>
                <a:cxn ang="0">
                  <a:pos x="csX0" y="csY0"/>
                </a:cxn>
                <a:cxn ang="0">
                  <a:pos x="csX1" y="csY1"/>
                </a:cxn>
              </a:cxnLst>
              <a:rect l="l" t="t" r="r" b="b"/>
              <a:pathLst>
                <a:path w="247269" h="12700">
                  <a:moveTo>
                    <a:pt x="0" y="0"/>
                  </a:moveTo>
                  <a:lnTo>
                    <a:pt x="247269" y="0"/>
                  </a:lnTo>
                </a:path>
              </a:pathLst>
            </a:custGeom>
            <a:ln w="13589" cap="rnd">
              <a:solidFill>
                <a:srgbClr val="000000"/>
              </a:solidFill>
              <a:prstDash val="solid"/>
              <a:round/>
            </a:ln>
          </p:spPr>
          <p:txBody>
            <a:bodyPr/>
            <a:lstStyle/>
            <a:p>
              <a:pPr algn="ctr"/>
              <a:endParaRPr lang="en-US" sz="2646"/>
            </a:p>
          </p:txBody>
        </p:sp>
        <p:sp>
          <p:nvSpPr>
            <p:cNvPr id="136" name="TextBox 135">
              <a:extLst>
                <a:ext uri="{FF2B5EF4-FFF2-40B4-BE49-F238E27FC236}">
                  <a16:creationId xmlns:a16="http://schemas.microsoft.com/office/drawing/2014/main" id="{7DAD7274-4227-776C-B805-D6AE970756C4}"/>
                </a:ext>
              </a:extLst>
            </p:cNvPr>
            <p:cNvSpPr txBox="1"/>
            <p:nvPr/>
          </p:nvSpPr>
          <p:spPr>
            <a:xfrm>
              <a:off x="1869186" y="1549085"/>
              <a:ext cx="295525"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37" name="Freeform 2071">
              <a:extLst>
                <a:ext uri="{FF2B5EF4-FFF2-40B4-BE49-F238E27FC236}">
                  <a16:creationId xmlns:a16="http://schemas.microsoft.com/office/drawing/2014/main" id="{F925EBC4-C48F-0548-1CA6-4A9E7398BD47}"/>
                </a:ext>
              </a:extLst>
            </p:cNvPr>
            <p:cNvSpPr/>
            <p:nvPr/>
          </p:nvSpPr>
          <p:spPr>
            <a:xfrm>
              <a:off x="1606770" y="1772192"/>
              <a:ext cx="796925" cy="12700"/>
            </a:xfrm>
            <a:custGeom>
              <a:avLst/>
              <a:gdLst>
                <a:gd name="csX0" fmla="*/ 0 w 796925"/>
                <a:gd name="csY0" fmla="*/ 0 h 12700"/>
                <a:gd name="csX1" fmla="*/ 796925 w 796925"/>
                <a:gd name="csY1" fmla="*/ 0 h 12700"/>
              </a:gdLst>
              <a:ahLst/>
              <a:cxnLst>
                <a:cxn ang="0">
                  <a:pos x="csX0" y="csY0"/>
                </a:cxn>
                <a:cxn ang="0">
                  <a:pos x="csX1" y="csY1"/>
                </a:cxn>
              </a:cxnLst>
              <a:rect l="l" t="t" r="r" b="b"/>
              <a:pathLst>
                <a:path w="796925" h="12700">
                  <a:moveTo>
                    <a:pt x="0" y="0"/>
                  </a:moveTo>
                  <a:lnTo>
                    <a:pt x="796925" y="0"/>
                  </a:lnTo>
                </a:path>
              </a:pathLst>
            </a:custGeom>
            <a:ln w="13589" cap="rnd">
              <a:solidFill>
                <a:srgbClr val="000000"/>
              </a:solidFill>
              <a:prstDash val="solid"/>
              <a:round/>
            </a:ln>
          </p:spPr>
          <p:txBody>
            <a:bodyPr/>
            <a:lstStyle/>
            <a:p>
              <a:pPr algn="ctr"/>
              <a:endParaRPr lang="en-US" sz="2646"/>
            </a:p>
          </p:txBody>
        </p:sp>
        <p:sp>
          <p:nvSpPr>
            <p:cNvPr id="138" name="TextBox 137">
              <a:extLst>
                <a:ext uri="{FF2B5EF4-FFF2-40B4-BE49-F238E27FC236}">
                  <a16:creationId xmlns:a16="http://schemas.microsoft.com/office/drawing/2014/main" id="{D88A9E50-6943-0E31-3875-25C5289C74DC}"/>
                </a:ext>
              </a:extLst>
            </p:cNvPr>
            <p:cNvSpPr txBox="1"/>
            <p:nvPr/>
          </p:nvSpPr>
          <p:spPr>
            <a:xfrm>
              <a:off x="1718056" y="1305753"/>
              <a:ext cx="295525"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39" name="Freeform 2073">
              <a:extLst>
                <a:ext uri="{FF2B5EF4-FFF2-40B4-BE49-F238E27FC236}">
                  <a16:creationId xmlns:a16="http://schemas.microsoft.com/office/drawing/2014/main" id="{6ED91662-4908-4B7E-797E-0D68827879AB}"/>
                </a:ext>
              </a:extLst>
            </p:cNvPr>
            <p:cNvSpPr/>
            <p:nvPr/>
          </p:nvSpPr>
          <p:spPr>
            <a:xfrm>
              <a:off x="1304510" y="1528860"/>
              <a:ext cx="1099185" cy="12700"/>
            </a:xfrm>
            <a:custGeom>
              <a:avLst/>
              <a:gdLst>
                <a:gd name="csX0" fmla="*/ 0 w 1099185"/>
                <a:gd name="csY0" fmla="*/ 0 h 12700"/>
                <a:gd name="csX1" fmla="*/ 1099185 w 1099185"/>
                <a:gd name="csY1" fmla="*/ 0 h 12700"/>
              </a:gdLst>
              <a:ahLst/>
              <a:cxnLst>
                <a:cxn ang="0">
                  <a:pos x="csX0" y="csY0"/>
                </a:cxn>
                <a:cxn ang="0">
                  <a:pos x="csX1" y="csY1"/>
                </a:cxn>
              </a:cxnLst>
              <a:rect l="l" t="t" r="r" b="b"/>
              <a:pathLst>
                <a:path w="1099185" h="12700">
                  <a:moveTo>
                    <a:pt x="0" y="0"/>
                  </a:moveTo>
                  <a:lnTo>
                    <a:pt x="1099185" y="0"/>
                  </a:lnTo>
                </a:path>
              </a:pathLst>
            </a:custGeom>
            <a:ln w="13589" cap="rnd">
              <a:solidFill>
                <a:srgbClr val="000000"/>
              </a:solidFill>
              <a:prstDash val="solid"/>
              <a:round/>
            </a:ln>
          </p:spPr>
          <p:txBody>
            <a:bodyPr/>
            <a:lstStyle/>
            <a:p>
              <a:pPr algn="ctr"/>
              <a:endParaRPr lang="en-US" sz="2646"/>
            </a:p>
          </p:txBody>
        </p:sp>
        <p:sp>
          <p:nvSpPr>
            <p:cNvPr id="140" name="Freeform 2075">
              <a:extLst>
                <a:ext uri="{FF2B5EF4-FFF2-40B4-BE49-F238E27FC236}">
                  <a16:creationId xmlns:a16="http://schemas.microsoft.com/office/drawing/2014/main" id="{C3669DD9-395E-8F15-D888-074DB39D1DD0}"/>
                </a:ext>
              </a:extLst>
            </p:cNvPr>
            <p:cNvSpPr/>
            <p:nvPr/>
          </p:nvSpPr>
          <p:spPr>
            <a:xfrm>
              <a:off x="1139537" y="1325914"/>
              <a:ext cx="12700" cy="1253363"/>
            </a:xfrm>
            <a:custGeom>
              <a:avLst/>
              <a:gdLst>
                <a:gd name="csX0" fmla="*/ 0 w 12700"/>
                <a:gd name="csY0" fmla="*/ 1253363 h 1253363"/>
                <a:gd name="csX1" fmla="*/ 0 w 12700"/>
                <a:gd name="csY1" fmla="*/ 0 h 1253363"/>
              </a:gdLst>
              <a:ahLst/>
              <a:cxnLst>
                <a:cxn ang="0">
                  <a:pos x="csX0" y="csY0"/>
                </a:cxn>
                <a:cxn ang="0">
                  <a:pos x="csX1" y="csY1"/>
                </a:cxn>
              </a:cxnLst>
              <a:rect l="l" t="t" r="r" b="b"/>
              <a:pathLst>
                <a:path w="12700" h="1253363">
                  <a:moveTo>
                    <a:pt x="0" y="1253363"/>
                  </a:moveTo>
                  <a:lnTo>
                    <a:pt x="0" y="0"/>
                  </a:lnTo>
                </a:path>
              </a:pathLst>
            </a:custGeom>
            <a:noFill/>
            <a:ln w="13589" cap="sq">
              <a:solidFill>
                <a:srgbClr val="000000"/>
              </a:solidFill>
              <a:prstDash val="solid"/>
              <a:round/>
            </a:ln>
          </p:spPr>
          <p:txBody>
            <a:bodyPr/>
            <a:lstStyle/>
            <a:p>
              <a:pPr algn="ctr"/>
              <a:endParaRPr lang="en-US" sz="2646"/>
            </a:p>
          </p:txBody>
        </p:sp>
        <p:sp>
          <p:nvSpPr>
            <p:cNvPr id="144" name="TextBox 143">
              <a:extLst>
                <a:ext uri="{FF2B5EF4-FFF2-40B4-BE49-F238E27FC236}">
                  <a16:creationId xmlns:a16="http://schemas.microsoft.com/office/drawing/2014/main" id="{2F452D9F-31C1-DE65-BA86-4818036B8377}"/>
                </a:ext>
              </a:extLst>
            </p:cNvPr>
            <p:cNvSpPr txBox="1"/>
            <p:nvPr/>
          </p:nvSpPr>
          <p:spPr>
            <a:xfrm>
              <a:off x="829452" y="2411789"/>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0.2</a:t>
              </a:r>
            </a:p>
          </p:txBody>
        </p:sp>
        <p:sp>
          <p:nvSpPr>
            <p:cNvPr id="146" name="TextBox 145">
              <a:extLst>
                <a:ext uri="{FF2B5EF4-FFF2-40B4-BE49-F238E27FC236}">
                  <a16:creationId xmlns:a16="http://schemas.microsoft.com/office/drawing/2014/main" id="{3DCEA92C-4391-F27F-7456-C1F8A2783F0A}"/>
                </a:ext>
              </a:extLst>
            </p:cNvPr>
            <p:cNvSpPr txBox="1"/>
            <p:nvPr/>
          </p:nvSpPr>
          <p:spPr>
            <a:xfrm>
              <a:off x="829452" y="2125961"/>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0.4</a:t>
              </a:r>
            </a:p>
          </p:txBody>
        </p:sp>
        <p:sp>
          <p:nvSpPr>
            <p:cNvPr id="148" name="TextBox 147">
              <a:extLst>
                <a:ext uri="{FF2B5EF4-FFF2-40B4-BE49-F238E27FC236}">
                  <a16:creationId xmlns:a16="http://schemas.microsoft.com/office/drawing/2014/main" id="{03FA4A0E-37D0-A8DF-CBAB-1C2D746D9EAD}"/>
                </a:ext>
              </a:extLst>
            </p:cNvPr>
            <p:cNvSpPr txBox="1"/>
            <p:nvPr/>
          </p:nvSpPr>
          <p:spPr>
            <a:xfrm>
              <a:off x="829452" y="1825772"/>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0.6</a:t>
              </a:r>
            </a:p>
          </p:txBody>
        </p:sp>
        <p:sp>
          <p:nvSpPr>
            <p:cNvPr id="150" name="TextBox 149">
              <a:extLst>
                <a:ext uri="{FF2B5EF4-FFF2-40B4-BE49-F238E27FC236}">
                  <a16:creationId xmlns:a16="http://schemas.microsoft.com/office/drawing/2014/main" id="{0CC662A3-9B33-F7C7-E663-494CD1722867}"/>
                </a:ext>
              </a:extLst>
            </p:cNvPr>
            <p:cNvSpPr txBox="1"/>
            <p:nvPr/>
          </p:nvSpPr>
          <p:spPr>
            <a:xfrm>
              <a:off x="829452" y="1535284"/>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0.8</a:t>
              </a:r>
            </a:p>
          </p:txBody>
        </p:sp>
        <p:sp>
          <p:nvSpPr>
            <p:cNvPr id="151" name="TextBox 150">
              <a:extLst>
                <a:ext uri="{FF2B5EF4-FFF2-40B4-BE49-F238E27FC236}">
                  <a16:creationId xmlns:a16="http://schemas.microsoft.com/office/drawing/2014/main" id="{519097F6-CBB2-4D20-CB10-F9657D571E09}"/>
                </a:ext>
              </a:extLst>
            </p:cNvPr>
            <p:cNvSpPr txBox="1"/>
            <p:nvPr/>
          </p:nvSpPr>
          <p:spPr>
            <a:xfrm>
              <a:off x="829452" y="1244669"/>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1.0</a:t>
              </a:r>
            </a:p>
          </p:txBody>
        </p:sp>
        <p:sp>
          <p:nvSpPr>
            <p:cNvPr id="152" name="Freeform 2081">
              <a:extLst>
                <a:ext uri="{FF2B5EF4-FFF2-40B4-BE49-F238E27FC236}">
                  <a16:creationId xmlns:a16="http://schemas.microsoft.com/office/drawing/2014/main" id="{A311832E-0F12-E946-ED9A-3F9D91519021}"/>
                </a:ext>
              </a:extLst>
            </p:cNvPr>
            <p:cNvSpPr/>
            <p:nvPr/>
          </p:nvSpPr>
          <p:spPr>
            <a:xfrm>
              <a:off x="1104738" y="254739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53" name="Freeform 2082">
              <a:extLst>
                <a:ext uri="{FF2B5EF4-FFF2-40B4-BE49-F238E27FC236}">
                  <a16:creationId xmlns:a16="http://schemas.microsoft.com/office/drawing/2014/main" id="{C3AF82F8-797E-F015-1C82-DDBBA77ACA99}"/>
                </a:ext>
              </a:extLst>
            </p:cNvPr>
            <p:cNvSpPr/>
            <p:nvPr/>
          </p:nvSpPr>
          <p:spPr>
            <a:xfrm>
              <a:off x="1104738" y="225199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54" name="Freeform 2083">
              <a:extLst>
                <a:ext uri="{FF2B5EF4-FFF2-40B4-BE49-F238E27FC236}">
                  <a16:creationId xmlns:a16="http://schemas.microsoft.com/office/drawing/2014/main" id="{9A5C5D12-09B9-86DF-2BEF-38C5E6BDD3BA}"/>
                </a:ext>
              </a:extLst>
            </p:cNvPr>
            <p:cNvSpPr/>
            <p:nvPr/>
          </p:nvSpPr>
          <p:spPr>
            <a:xfrm>
              <a:off x="1104738" y="195659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55" name="Freeform 2084">
              <a:extLst>
                <a:ext uri="{FF2B5EF4-FFF2-40B4-BE49-F238E27FC236}">
                  <a16:creationId xmlns:a16="http://schemas.microsoft.com/office/drawing/2014/main" id="{8A9DF905-F2EB-630F-1583-5C607E7403C3}"/>
                </a:ext>
              </a:extLst>
            </p:cNvPr>
            <p:cNvSpPr/>
            <p:nvPr/>
          </p:nvSpPr>
          <p:spPr>
            <a:xfrm>
              <a:off x="1104738" y="166132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56" name="Freeform 2085">
              <a:extLst>
                <a:ext uri="{FF2B5EF4-FFF2-40B4-BE49-F238E27FC236}">
                  <a16:creationId xmlns:a16="http://schemas.microsoft.com/office/drawing/2014/main" id="{D912BCDB-8E1C-8A20-561B-836C80067D25}"/>
                </a:ext>
              </a:extLst>
            </p:cNvPr>
            <p:cNvSpPr/>
            <p:nvPr/>
          </p:nvSpPr>
          <p:spPr>
            <a:xfrm>
              <a:off x="1104738" y="136591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57" name="Freeform 2086">
              <a:extLst>
                <a:ext uri="{FF2B5EF4-FFF2-40B4-BE49-F238E27FC236}">
                  <a16:creationId xmlns:a16="http://schemas.microsoft.com/office/drawing/2014/main" id="{36FD7AFD-E903-914B-70EB-17D5A305E60B}"/>
                </a:ext>
              </a:extLst>
            </p:cNvPr>
            <p:cNvSpPr/>
            <p:nvPr/>
          </p:nvSpPr>
          <p:spPr>
            <a:xfrm>
              <a:off x="1139537" y="2579277"/>
              <a:ext cx="1429003" cy="12700"/>
            </a:xfrm>
            <a:custGeom>
              <a:avLst/>
              <a:gdLst>
                <a:gd name="csX0" fmla="*/ 0 w 1429003"/>
                <a:gd name="csY0" fmla="*/ 0 h 12700"/>
                <a:gd name="csX1" fmla="*/ 1429004 w 1429003"/>
                <a:gd name="csY1" fmla="*/ 0 h 12700"/>
              </a:gdLst>
              <a:ahLst/>
              <a:cxnLst>
                <a:cxn ang="0">
                  <a:pos x="csX0" y="csY0"/>
                </a:cxn>
                <a:cxn ang="0">
                  <a:pos x="csX1" y="csY1"/>
                </a:cxn>
              </a:cxnLst>
              <a:rect l="l" t="t" r="r" b="b"/>
              <a:pathLst>
                <a:path w="1429003" h="12700">
                  <a:moveTo>
                    <a:pt x="0" y="0"/>
                  </a:moveTo>
                  <a:lnTo>
                    <a:pt x="1429004" y="0"/>
                  </a:lnTo>
                </a:path>
              </a:pathLst>
            </a:custGeom>
            <a:noFill/>
            <a:ln w="13589" cap="sq">
              <a:solidFill>
                <a:srgbClr val="000000"/>
              </a:solidFill>
              <a:prstDash val="solid"/>
              <a:round/>
            </a:ln>
          </p:spPr>
          <p:txBody>
            <a:bodyPr/>
            <a:lstStyle/>
            <a:p>
              <a:pPr algn="ctr"/>
              <a:endParaRPr lang="en-US" sz="2646"/>
            </a:p>
          </p:txBody>
        </p:sp>
        <p:sp>
          <p:nvSpPr>
            <p:cNvPr id="158" name="Freeform 2087">
              <a:extLst>
                <a:ext uri="{FF2B5EF4-FFF2-40B4-BE49-F238E27FC236}">
                  <a16:creationId xmlns:a16="http://schemas.microsoft.com/office/drawing/2014/main" id="{4C91337E-E84A-A7B7-2D46-AA7FD1A71CB2}"/>
                </a:ext>
              </a:extLst>
            </p:cNvPr>
            <p:cNvSpPr/>
            <p:nvPr/>
          </p:nvSpPr>
          <p:spPr>
            <a:xfrm>
              <a:off x="1304509"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59" name="Freeform 2088">
              <a:extLst>
                <a:ext uri="{FF2B5EF4-FFF2-40B4-BE49-F238E27FC236}">
                  <a16:creationId xmlns:a16="http://schemas.microsoft.com/office/drawing/2014/main" id="{85B16DC2-A030-54B7-E514-E1AF30334E0B}"/>
                </a:ext>
              </a:extLst>
            </p:cNvPr>
            <p:cNvSpPr/>
            <p:nvPr/>
          </p:nvSpPr>
          <p:spPr>
            <a:xfrm>
              <a:off x="1579337"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60" name="Freeform 2089">
              <a:extLst>
                <a:ext uri="{FF2B5EF4-FFF2-40B4-BE49-F238E27FC236}">
                  <a16:creationId xmlns:a16="http://schemas.microsoft.com/office/drawing/2014/main" id="{5683CE78-81D3-0F4C-F9F4-2983DF0AEFBE}"/>
                </a:ext>
              </a:extLst>
            </p:cNvPr>
            <p:cNvSpPr/>
            <p:nvPr/>
          </p:nvSpPr>
          <p:spPr>
            <a:xfrm>
              <a:off x="1854039"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61" name="Freeform 2090">
              <a:extLst>
                <a:ext uri="{FF2B5EF4-FFF2-40B4-BE49-F238E27FC236}">
                  <a16:creationId xmlns:a16="http://schemas.microsoft.com/office/drawing/2014/main" id="{0EA9E6B2-2811-47F4-7C8A-EFD3667A6675}"/>
                </a:ext>
              </a:extLst>
            </p:cNvPr>
            <p:cNvSpPr/>
            <p:nvPr/>
          </p:nvSpPr>
          <p:spPr>
            <a:xfrm>
              <a:off x="2128867"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62" name="Freeform 2091">
              <a:extLst>
                <a:ext uri="{FF2B5EF4-FFF2-40B4-BE49-F238E27FC236}">
                  <a16:creationId xmlns:a16="http://schemas.microsoft.com/office/drawing/2014/main" id="{D486EA0E-2791-3363-2105-C95CA8DB8740}"/>
                </a:ext>
              </a:extLst>
            </p:cNvPr>
            <p:cNvSpPr/>
            <p:nvPr/>
          </p:nvSpPr>
          <p:spPr>
            <a:xfrm>
              <a:off x="2403695"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63" name="TextBox 162">
              <a:extLst>
                <a:ext uri="{FF2B5EF4-FFF2-40B4-BE49-F238E27FC236}">
                  <a16:creationId xmlns:a16="http://schemas.microsoft.com/office/drawing/2014/main" id="{B61FF21C-23EF-595D-5A2A-508989DED4DB}"/>
                </a:ext>
              </a:extLst>
            </p:cNvPr>
            <p:cNvSpPr txBox="1"/>
            <p:nvPr/>
          </p:nvSpPr>
          <p:spPr>
            <a:xfrm>
              <a:off x="1163803" y="2575131"/>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164" name="TextBox 163">
              <a:extLst>
                <a:ext uri="{FF2B5EF4-FFF2-40B4-BE49-F238E27FC236}">
                  <a16:creationId xmlns:a16="http://schemas.microsoft.com/office/drawing/2014/main" id="{FE8C7FE8-775E-377A-ED07-930ACF82E712}"/>
                </a:ext>
              </a:extLst>
            </p:cNvPr>
            <p:cNvSpPr txBox="1"/>
            <p:nvPr/>
          </p:nvSpPr>
          <p:spPr>
            <a:xfrm>
              <a:off x="1467610" y="2575131"/>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65" name="TextBox 164">
              <a:extLst>
                <a:ext uri="{FF2B5EF4-FFF2-40B4-BE49-F238E27FC236}">
                  <a16:creationId xmlns:a16="http://schemas.microsoft.com/office/drawing/2014/main" id="{DEB5D068-5FBD-97E3-7F60-38BE4D79CD19}"/>
                </a:ext>
              </a:extLst>
            </p:cNvPr>
            <p:cNvSpPr txBox="1"/>
            <p:nvPr/>
          </p:nvSpPr>
          <p:spPr>
            <a:xfrm>
              <a:off x="1713277" y="2575131"/>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66" name="TextBox 165">
              <a:extLst>
                <a:ext uri="{FF2B5EF4-FFF2-40B4-BE49-F238E27FC236}">
                  <a16:creationId xmlns:a16="http://schemas.microsoft.com/office/drawing/2014/main" id="{BF576271-ECAC-1F59-9819-E2605CCE4044}"/>
                </a:ext>
              </a:extLst>
            </p:cNvPr>
            <p:cNvSpPr txBox="1"/>
            <p:nvPr/>
          </p:nvSpPr>
          <p:spPr>
            <a:xfrm>
              <a:off x="1961651" y="2575131"/>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167" name="TextBox 166">
              <a:extLst>
                <a:ext uri="{FF2B5EF4-FFF2-40B4-BE49-F238E27FC236}">
                  <a16:creationId xmlns:a16="http://schemas.microsoft.com/office/drawing/2014/main" id="{D15DE5B2-9236-2926-80B9-73119C15A743}"/>
                </a:ext>
              </a:extLst>
            </p:cNvPr>
            <p:cNvSpPr txBox="1"/>
            <p:nvPr/>
          </p:nvSpPr>
          <p:spPr>
            <a:xfrm>
              <a:off x="2274596" y="2575131"/>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68" name="TextBox 167">
              <a:extLst>
                <a:ext uri="{FF2B5EF4-FFF2-40B4-BE49-F238E27FC236}">
                  <a16:creationId xmlns:a16="http://schemas.microsoft.com/office/drawing/2014/main" id="{AE7D89A4-29AA-4816-D40C-EB9942EB2E72}"/>
                </a:ext>
              </a:extLst>
            </p:cNvPr>
            <p:cNvSpPr txBox="1"/>
            <p:nvPr/>
          </p:nvSpPr>
          <p:spPr>
            <a:xfrm>
              <a:off x="2396849" y="1124646"/>
              <a:ext cx="495708"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69" name="TextBox 168">
              <a:extLst>
                <a:ext uri="{FF2B5EF4-FFF2-40B4-BE49-F238E27FC236}">
                  <a16:creationId xmlns:a16="http://schemas.microsoft.com/office/drawing/2014/main" id="{7D2DCC44-9246-3825-39A1-43D357DEE722}"/>
                </a:ext>
              </a:extLst>
            </p:cNvPr>
            <p:cNvSpPr txBox="1"/>
            <p:nvPr/>
          </p:nvSpPr>
          <p:spPr>
            <a:xfrm>
              <a:off x="1164103" y="997324"/>
              <a:ext cx="1474033" cy="266956"/>
            </a:xfrm>
            <a:prstGeom prst="rect">
              <a:avLst/>
            </a:prstGeom>
            <a:noFill/>
          </p:spPr>
          <p:txBody>
            <a:bodyPr wrap="square" rtlCol="0">
              <a:spAutoFit/>
            </a:bodyPr>
            <a:lstStyle/>
            <a:p>
              <a:pPr algn="ctr"/>
              <a:r>
                <a:rPr lang="en-US" sz="1039">
                  <a:ln/>
                  <a:solidFill>
                    <a:srgbClr val="000000"/>
                  </a:solidFill>
                  <a:latin typeface="Arial"/>
                  <a:cs typeface="Arial"/>
                  <a:sym typeface="Arial"/>
                  <a:rtl val="0"/>
                </a:rPr>
                <a:t>ECM DEG+</a:t>
              </a:r>
            </a:p>
          </p:txBody>
        </p:sp>
        <p:sp>
          <p:nvSpPr>
            <p:cNvPr id="170" name="TextBox 169">
              <a:extLst>
                <a:ext uri="{FF2B5EF4-FFF2-40B4-BE49-F238E27FC236}">
                  <a16:creationId xmlns:a16="http://schemas.microsoft.com/office/drawing/2014/main" id="{E779EF31-CC64-68BE-1562-B9B5DDE5FA0A}"/>
                </a:ext>
              </a:extLst>
            </p:cNvPr>
            <p:cNvSpPr txBox="1"/>
            <p:nvPr/>
          </p:nvSpPr>
          <p:spPr>
            <a:xfrm>
              <a:off x="2700637" y="1613386"/>
              <a:ext cx="570352"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p = 0.960</a:t>
              </a:r>
            </a:p>
          </p:txBody>
        </p:sp>
        <p:sp>
          <p:nvSpPr>
            <p:cNvPr id="171" name="Freeform 2141">
              <a:extLst>
                <a:ext uri="{FF2B5EF4-FFF2-40B4-BE49-F238E27FC236}">
                  <a16:creationId xmlns:a16="http://schemas.microsoft.com/office/drawing/2014/main" id="{2BD48D22-0658-9887-E85F-75FB28E6AA69}"/>
                </a:ext>
              </a:extLst>
            </p:cNvPr>
            <p:cNvSpPr/>
            <p:nvPr/>
          </p:nvSpPr>
          <p:spPr>
            <a:xfrm>
              <a:off x="2872706" y="1772192"/>
              <a:ext cx="247269" cy="12700"/>
            </a:xfrm>
            <a:custGeom>
              <a:avLst/>
              <a:gdLst>
                <a:gd name="csX0" fmla="*/ 0 w 247269"/>
                <a:gd name="csY0" fmla="*/ 0 h 12700"/>
                <a:gd name="csX1" fmla="*/ 247269 w 247269"/>
                <a:gd name="csY1" fmla="*/ 0 h 12700"/>
              </a:gdLst>
              <a:ahLst/>
              <a:cxnLst>
                <a:cxn ang="0">
                  <a:pos x="csX0" y="csY0"/>
                </a:cxn>
                <a:cxn ang="0">
                  <a:pos x="csX1" y="csY1"/>
                </a:cxn>
              </a:cxnLst>
              <a:rect l="l" t="t" r="r" b="b"/>
              <a:pathLst>
                <a:path w="247269" h="12700">
                  <a:moveTo>
                    <a:pt x="0" y="0"/>
                  </a:moveTo>
                  <a:lnTo>
                    <a:pt x="247269" y="0"/>
                  </a:lnTo>
                </a:path>
              </a:pathLst>
            </a:custGeom>
            <a:ln w="13589" cap="rnd">
              <a:solidFill>
                <a:srgbClr val="000000"/>
              </a:solidFill>
              <a:prstDash val="solid"/>
              <a:round/>
            </a:ln>
          </p:spPr>
          <p:txBody>
            <a:bodyPr/>
            <a:lstStyle/>
            <a:p>
              <a:pPr algn="ctr"/>
              <a:endParaRPr lang="en-US" sz="2646"/>
            </a:p>
          </p:txBody>
        </p:sp>
        <p:sp>
          <p:nvSpPr>
            <p:cNvPr id="172" name="TextBox 171">
              <a:extLst>
                <a:ext uri="{FF2B5EF4-FFF2-40B4-BE49-F238E27FC236}">
                  <a16:creationId xmlns:a16="http://schemas.microsoft.com/office/drawing/2014/main" id="{90E82CBC-6409-9DE6-4EB2-175F173BF0EB}"/>
                </a:ext>
              </a:extLst>
            </p:cNvPr>
            <p:cNvSpPr txBox="1"/>
            <p:nvPr/>
          </p:nvSpPr>
          <p:spPr>
            <a:xfrm>
              <a:off x="3181684" y="1613386"/>
              <a:ext cx="797065" cy="205340"/>
            </a:xfrm>
            <a:prstGeom prst="rect">
              <a:avLst/>
            </a:prstGeom>
            <a:noFill/>
          </p:spPr>
          <p:txBody>
            <a:bodyPr wrap="square" rtlCol="0">
              <a:spAutoFit/>
            </a:bodyPr>
            <a:lstStyle/>
            <a:p>
              <a:pPr algn="ctr"/>
              <a:r>
                <a:rPr lang="en-US" sz="661" dirty="0">
                  <a:ln/>
                  <a:solidFill>
                    <a:srgbClr val="000000"/>
                  </a:solidFill>
                  <a:latin typeface="Arial"/>
                  <a:cs typeface="Arial"/>
                  <a:sym typeface="Arial"/>
                  <a:rtl val="0"/>
                </a:rPr>
                <a:t>p = 0.108</a:t>
              </a:r>
            </a:p>
          </p:txBody>
        </p:sp>
        <p:sp>
          <p:nvSpPr>
            <p:cNvPr id="173" name="Freeform 2143">
              <a:extLst>
                <a:ext uri="{FF2B5EF4-FFF2-40B4-BE49-F238E27FC236}">
                  <a16:creationId xmlns:a16="http://schemas.microsoft.com/office/drawing/2014/main" id="{3E894977-7466-C020-3639-B7D76E032025}"/>
                </a:ext>
              </a:extLst>
            </p:cNvPr>
            <p:cNvSpPr/>
            <p:nvPr/>
          </p:nvSpPr>
          <p:spPr>
            <a:xfrm>
              <a:off x="3174966" y="1772192"/>
              <a:ext cx="796925" cy="12700"/>
            </a:xfrm>
            <a:custGeom>
              <a:avLst/>
              <a:gdLst>
                <a:gd name="csX0" fmla="*/ 0 w 796925"/>
                <a:gd name="csY0" fmla="*/ 0 h 12700"/>
                <a:gd name="csX1" fmla="*/ 796925 w 796925"/>
                <a:gd name="csY1" fmla="*/ 0 h 12700"/>
              </a:gdLst>
              <a:ahLst/>
              <a:cxnLst>
                <a:cxn ang="0">
                  <a:pos x="csX0" y="csY0"/>
                </a:cxn>
                <a:cxn ang="0">
                  <a:pos x="csX1" y="csY1"/>
                </a:cxn>
              </a:cxnLst>
              <a:rect l="l" t="t" r="r" b="b"/>
              <a:pathLst>
                <a:path w="796925" h="12700">
                  <a:moveTo>
                    <a:pt x="0" y="0"/>
                  </a:moveTo>
                  <a:lnTo>
                    <a:pt x="796925" y="0"/>
                  </a:lnTo>
                </a:path>
              </a:pathLst>
            </a:custGeom>
            <a:ln w="13589" cap="rnd">
              <a:solidFill>
                <a:srgbClr val="000000"/>
              </a:solidFill>
              <a:prstDash val="solid"/>
              <a:round/>
            </a:ln>
          </p:spPr>
          <p:txBody>
            <a:bodyPr/>
            <a:lstStyle/>
            <a:p>
              <a:pPr algn="ctr"/>
              <a:endParaRPr lang="en-US" sz="2646"/>
            </a:p>
          </p:txBody>
        </p:sp>
        <p:sp>
          <p:nvSpPr>
            <p:cNvPr id="174" name="TextBox 173">
              <a:extLst>
                <a:ext uri="{FF2B5EF4-FFF2-40B4-BE49-F238E27FC236}">
                  <a16:creationId xmlns:a16="http://schemas.microsoft.com/office/drawing/2014/main" id="{BE51B65D-F0CC-9720-1C12-8635A5DD498E}"/>
                </a:ext>
              </a:extLst>
            </p:cNvPr>
            <p:cNvSpPr txBox="1"/>
            <p:nvPr/>
          </p:nvSpPr>
          <p:spPr>
            <a:xfrm>
              <a:off x="2870141" y="1360643"/>
              <a:ext cx="1116701" cy="205340"/>
            </a:xfrm>
            <a:prstGeom prst="rect">
              <a:avLst/>
            </a:prstGeom>
            <a:noFill/>
          </p:spPr>
          <p:txBody>
            <a:bodyPr wrap="square" rtlCol="0">
              <a:spAutoFit/>
            </a:bodyPr>
            <a:lstStyle/>
            <a:p>
              <a:pPr algn="ctr"/>
              <a:r>
                <a:rPr lang="en-US" sz="661" dirty="0">
                  <a:ln/>
                  <a:solidFill>
                    <a:srgbClr val="000000"/>
                  </a:solidFill>
                  <a:latin typeface="Arial"/>
                  <a:cs typeface="Arial"/>
                  <a:sym typeface="Arial"/>
                  <a:rtl val="0"/>
                </a:rPr>
                <a:t>p = 0.103</a:t>
              </a:r>
            </a:p>
          </p:txBody>
        </p:sp>
        <p:sp>
          <p:nvSpPr>
            <p:cNvPr id="175" name="Freeform 2145">
              <a:extLst>
                <a:ext uri="{FF2B5EF4-FFF2-40B4-BE49-F238E27FC236}">
                  <a16:creationId xmlns:a16="http://schemas.microsoft.com/office/drawing/2014/main" id="{E16495AB-47A0-1D8A-63B1-0C781401D666}"/>
                </a:ext>
              </a:extLst>
            </p:cNvPr>
            <p:cNvSpPr/>
            <p:nvPr/>
          </p:nvSpPr>
          <p:spPr>
            <a:xfrm>
              <a:off x="2872706" y="1528860"/>
              <a:ext cx="1099185" cy="12700"/>
            </a:xfrm>
            <a:custGeom>
              <a:avLst/>
              <a:gdLst>
                <a:gd name="csX0" fmla="*/ 0 w 1099185"/>
                <a:gd name="csY0" fmla="*/ 0 h 12700"/>
                <a:gd name="csX1" fmla="*/ 1099185 w 1099185"/>
                <a:gd name="csY1" fmla="*/ 0 h 12700"/>
              </a:gdLst>
              <a:ahLst/>
              <a:cxnLst>
                <a:cxn ang="0">
                  <a:pos x="csX0" y="csY0"/>
                </a:cxn>
                <a:cxn ang="0">
                  <a:pos x="csX1" y="csY1"/>
                </a:cxn>
              </a:cxnLst>
              <a:rect l="l" t="t" r="r" b="b"/>
              <a:pathLst>
                <a:path w="1099185" h="12700">
                  <a:moveTo>
                    <a:pt x="0" y="0"/>
                  </a:moveTo>
                  <a:lnTo>
                    <a:pt x="1099185" y="0"/>
                  </a:lnTo>
                </a:path>
              </a:pathLst>
            </a:custGeom>
            <a:ln w="13589" cap="rnd">
              <a:solidFill>
                <a:srgbClr val="000000"/>
              </a:solidFill>
              <a:prstDash val="solid"/>
              <a:round/>
            </a:ln>
          </p:spPr>
          <p:txBody>
            <a:bodyPr/>
            <a:lstStyle/>
            <a:p>
              <a:pPr algn="ctr"/>
              <a:endParaRPr lang="en-US" sz="2646"/>
            </a:p>
          </p:txBody>
        </p:sp>
        <p:sp>
          <p:nvSpPr>
            <p:cNvPr id="176" name="Freeform 2147">
              <a:extLst>
                <a:ext uri="{FF2B5EF4-FFF2-40B4-BE49-F238E27FC236}">
                  <a16:creationId xmlns:a16="http://schemas.microsoft.com/office/drawing/2014/main" id="{B2DCC9D7-8340-83B4-81BA-E08AE38101BC}"/>
                </a:ext>
              </a:extLst>
            </p:cNvPr>
            <p:cNvSpPr/>
            <p:nvPr/>
          </p:nvSpPr>
          <p:spPr>
            <a:xfrm>
              <a:off x="2707733" y="2579277"/>
              <a:ext cx="1429004" cy="12700"/>
            </a:xfrm>
            <a:custGeom>
              <a:avLst/>
              <a:gdLst>
                <a:gd name="csX0" fmla="*/ 0 w 1429004"/>
                <a:gd name="csY0" fmla="*/ 0 h 12700"/>
                <a:gd name="csX1" fmla="*/ 1429004 w 1429004"/>
                <a:gd name="csY1" fmla="*/ 0 h 12700"/>
              </a:gdLst>
              <a:ahLst/>
              <a:cxnLst>
                <a:cxn ang="0">
                  <a:pos x="csX0" y="csY0"/>
                </a:cxn>
                <a:cxn ang="0">
                  <a:pos x="csX1" y="csY1"/>
                </a:cxn>
              </a:cxnLst>
              <a:rect l="l" t="t" r="r" b="b"/>
              <a:pathLst>
                <a:path w="1429004" h="12700">
                  <a:moveTo>
                    <a:pt x="0" y="0"/>
                  </a:moveTo>
                  <a:lnTo>
                    <a:pt x="1429004" y="0"/>
                  </a:lnTo>
                </a:path>
              </a:pathLst>
            </a:custGeom>
            <a:noFill/>
            <a:ln w="13589" cap="sq">
              <a:solidFill>
                <a:srgbClr val="000000"/>
              </a:solidFill>
              <a:prstDash val="solid"/>
              <a:round/>
            </a:ln>
          </p:spPr>
          <p:txBody>
            <a:bodyPr/>
            <a:lstStyle/>
            <a:p>
              <a:pPr algn="ctr"/>
              <a:endParaRPr lang="en-US" sz="2646"/>
            </a:p>
          </p:txBody>
        </p:sp>
        <p:sp>
          <p:nvSpPr>
            <p:cNvPr id="177" name="Freeform 2148">
              <a:extLst>
                <a:ext uri="{FF2B5EF4-FFF2-40B4-BE49-F238E27FC236}">
                  <a16:creationId xmlns:a16="http://schemas.microsoft.com/office/drawing/2014/main" id="{09255214-9470-4298-98A4-6C0814114086}"/>
                </a:ext>
              </a:extLst>
            </p:cNvPr>
            <p:cNvSpPr/>
            <p:nvPr/>
          </p:nvSpPr>
          <p:spPr>
            <a:xfrm>
              <a:off x="2872705"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78" name="Freeform 2149">
              <a:extLst>
                <a:ext uri="{FF2B5EF4-FFF2-40B4-BE49-F238E27FC236}">
                  <a16:creationId xmlns:a16="http://schemas.microsoft.com/office/drawing/2014/main" id="{D7CBBFFA-4054-5B34-AE5B-D0E3B55866BE}"/>
                </a:ext>
              </a:extLst>
            </p:cNvPr>
            <p:cNvSpPr/>
            <p:nvPr/>
          </p:nvSpPr>
          <p:spPr>
            <a:xfrm>
              <a:off x="3147406"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79" name="Freeform 2150">
              <a:extLst>
                <a:ext uri="{FF2B5EF4-FFF2-40B4-BE49-F238E27FC236}">
                  <a16:creationId xmlns:a16="http://schemas.microsoft.com/office/drawing/2014/main" id="{2B7DB967-FE43-31D9-DC62-84E6832B0C70}"/>
                </a:ext>
              </a:extLst>
            </p:cNvPr>
            <p:cNvSpPr/>
            <p:nvPr/>
          </p:nvSpPr>
          <p:spPr>
            <a:xfrm>
              <a:off x="3422234"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80" name="Freeform 2151">
              <a:extLst>
                <a:ext uri="{FF2B5EF4-FFF2-40B4-BE49-F238E27FC236}">
                  <a16:creationId xmlns:a16="http://schemas.microsoft.com/office/drawing/2014/main" id="{D4EA66AC-A42E-F105-A22A-A34120F3E542}"/>
                </a:ext>
              </a:extLst>
            </p:cNvPr>
            <p:cNvSpPr/>
            <p:nvPr/>
          </p:nvSpPr>
          <p:spPr>
            <a:xfrm>
              <a:off x="3697062"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81" name="Freeform 2152">
              <a:extLst>
                <a:ext uri="{FF2B5EF4-FFF2-40B4-BE49-F238E27FC236}">
                  <a16:creationId xmlns:a16="http://schemas.microsoft.com/office/drawing/2014/main" id="{09C5B54F-DB4D-606E-E809-F5E9E76402A5}"/>
                </a:ext>
              </a:extLst>
            </p:cNvPr>
            <p:cNvSpPr/>
            <p:nvPr/>
          </p:nvSpPr>
          <p:spPr>
            <a:xfrm>
              <a:off x="3971890" y="257927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82" name="TextBox 181">
              <a:extLst>
                <a:ext uri="{FF2B5EF4-FFF2-40B4-BE49-F238E27FC236}">
                  <a16:creationId xmlns:a16="http://schemas.microsoft.com/office/drawing/2014/main" id="{ADED266F-C1F0-D05D-ACD0-DD67EC8BBEF3}"/>
                </a:ext>
              </a:extLst>
            </p:cNvPr>
            <p:cNvSpPr txBox="1"/>
            <p:nvPr/>
          </p:nvSpPr>
          <p:spPr>
            <a:xfrm>
              <a:off x="2731999" y="2575131"/>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183" name="TextBox 182">
              <a:extLst>
                <a:ext uri="{FF2B5EF4-FFF2-40B4-BE49-F238E27FC236}">
                  <a16:creationId xmlns:a16="http://schemas.microsoft.com/office/drawing/2014/main" id="{7908B094-2188-6FA8-0440-6B625986FC61}"/>
                </a:ext>
              </a:extLst>
            </p:cNvPr>
            <p:cNvSpPr txBox="1"/>
            <p:nvPr/>
          </p:nvSpPr>
          <p:spPr>
            <a:xfrm>
              <a:off x="3035680" y="2575131"/>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84" name="TextBox 183">
              <a:extLst>
                <a:ext uri="{FF2B5EF4-FFF2-40B4-BE49-F238E27FC236}">
                  <a16:creationId xmlns:a16="http://schemas.microsoft.com/office/drawing/2014/main" id="{04D1B59C-3CCA-0AA9-B9B1-238DFA3C182C}"/>
                </a:ext>
              </a:extLst>
            </p:cNvPr>
            <p:cNvSpPr txBox="1"/>
            <p:nvPr/>
          </p:nvSpPr>
          <p:spPr>
            <a:xfrm>
              <a:off x="3281474" y="2575131"/>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85" name="TextBox 184">
              <a:extLst>
                <a:ext uri="{FF2B5EF4-FFF2-40B4-BE49-F238E27FC236}">
                  <a16:creationId xmlns:a16="http://schemas.microsoft.com/office/drawing/2014/main" id="{D3E00FD1-72CD-9C96-F7E7-0127F86F5B5A}"/>
                </a:ext>
              </a:extLst>
            </p:cNvPr>
            <p:cNvSpPr txBox="1"/>
            <p:nvPr/>
          </p:nvSpPr>
          <p:spPr>
            <a:xfrm>
              <a:off x="3529848" y="2575131"/>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186" name="TextBox 185">
              <a:extLst>
                <a:ext uri="{FF2B5EF4-FFF2-40B4-BE49-F238E27FC236}">
                  <a16:creationId xmlns:a16="http://schemas.microsoft.com/office/drawing/2014/main" id="{5A94AB28-9CDE-8E2E-440D-F133A15AB911}"/>
                </a:ext>
              </a:extLst>
            </p:cNvPr>
            <p:cNvSpPr txBox="1"/>
            <p:nvPr/>
          </p:nvSpPr>
          <p:spPr>
            <a:xfrm>
              <a:off x="3842792" y="2575131"/>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87" name="TextBox 186">
              <a:extLst>
                <a:ext uri="{FF2B5EF4-FFF2-40B4-BE49-F238E27FC236}">
                  <a16:creationId xmlns:a16="http://schemas.microsoft.com/office/drawing/2014/main" id="{82AC8CEB-CF2F-B259-3D98-C1CE4AE1EEE3}"/>
                </a:ext>
              </a:extLst>
            </p:cNvPr>
            <p:cNvSpPr txBox="1"/>
            <p:nvPr/>
          </p:nvSpPr>
          <p:spPr>
            <a:xfrm>
              <a:off x="2616293" y="997324"/>
              <a:ext cx="1453596" cy="266956"/>
            </a:xfrm>
            <a:prstGeom prst="rect">
              <a:avLst/>
            </a:prstGeom>
            <a:noFill/>
          </p:spPr>
          <p:txBody>
            <a:bodyPr wrap="square" rtlCol="0">
              <a:spAutoFit/>
            </a:bodyPr>
            <a:lstStyle/>
            <a:p>
              <a:pPr algn="ctr"/>
              <a:r>
                <a:rPr lang="en-US" sz="1039">
                  <a:ln/>
                  <a:solidFill>
                    <a:srgbClr val="000000"/>
                  </a:solidFill>
                  <a:latin typeface="Arial"/>
                  <a:cs typeface="Arial"/>
                  <a:sym typeface="Arial"/>
                  <a:rtl val="0"/>
                </a:rPr>
                <a:t>ECM DEG-</a:t>
              </a:r>
            </a:p>
          </p:txBody>
        </p:sp>
        <p:sp>
          <p:nvSpPr>
            <p:cNvPr id="188" name="Freeform 2160">
              <a:extLst>
                <a:ext uri="{FF2B5EF4-FFF2-40B4-BE49-F238E27FC236}">
                  <a16:creationId xmlns:a16="http://schemas.microsoft.com/office/drawing/2014/main" id="{CB9EC6EB-CE9E-09A1-5B01-0D1935D82B56}"/>
                </a:ext>
              </a:extLst>
            </p:cNvPr>
            <p:cNvSpPr/>
            <p:nvPr/>
          </p:nvSpPr>
          <p:spPr>
            <a:xfrm>
              <a:off x="1841369" y="1348752"/>
              <a:ext cx="1568196" cy="104894"/>
            </a:xfrm>
            <a:custGeom>
              <a:avLst/>
              <a:gdLst>
                <a:gd name="csX0" fmla="*/ 0 w 1099185"/>
                <a:gd name="csY0" fmla="*/ 0 h 12700"/>
                <a:gd name="csX1" fmla="*/ 1099185 w 1099185"/>
                <a:gd name="csY1" fmla="*/ 0 h 12700"/>
              </a:gdLst>
              <a:ahLst/>
              <a:cxnLst>
                <a:cxn ang="0">
                  <a:pos x="csX0" y="csY0"/>
                </a:cxn>
                <a:cxn ang="0">
                  <a:pos x="csX1" y="csY1"/>
                </a:cxn>
              </a:cxnLst>
              <a:rect l="l" t="t" r="r" b="b"/>
              <a:pathLst>
                <a:path w="1099185" h="12700">
                  <a:moveTo>
                    <a:pt x="0" y="0"/>
                  </a:moveTo>
                  <a:lnTo>
                    <a:pt x="1099185" y="0"/>
                  </a:lnTo>
                </a:path>
              </a:pathLst>
            </a:custGeom>
            <a:ln w="13589" cap="rnd">
              <a:solidFill>
                <a:srgbClr val="000000"/>
              </a:solidFill>
              <a:prstDash val="solid"/>
              <a:round/>
            </a:ln>
          </p:spPr>
          <p:txBody>
            <a:bodyPr/>
            <a:lstStyle/>
            <a:p>
              <a:endParaRPr lang="en-US" sz="1512"/>
            </a:p>
          </p:txBody>
        </p:sp>
        <p:sp>
          <p:nvSpPr>
            <p:cNvPr id="189" name="TextBox 188">
              <a:extLst>
                <a:ext uri="{FF2B5EF4-FFF2-40B4-BE49-F238E27FC236}">
                  <a16:creationId xmlns:a16="http://schemas.microsoft.com/office/drawing/2014/main" id="{CA8DFD6A-CBBC-8734-C1BC-0B5E36178C0E}"/>
                </a:ext>
              </a:extLst>
            </p:cNvPr>
            <p:cNvSpPr txBox="1"/>
            <p:nvPr/>
          </p:nvSpPr>
          <p:spPr>
            <a:xfrm>
              <a:off x="1540140" y="2747167"/>
              <a:ext cx="566369" cy="253698"/>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91">
                  <a:ln/>
                  <a:solidFill>
                    <a:srgbClr val="000000"/>
                  </a:solidFill>
                  <a:latin typeface="Arial"/>
                  <a:cs typeface="Arial"/>
                  <a:sym typeface="Arial"/>
                  <a:rtl val="0"/>
                </a:rPr>
                <a:t>Phase</a:t>
              </a:r>
            </a:p>
          </p:txBody>
        </p:sp>
        <p:sp>
          <p:nvSpPr>
            <p:cNvPr id="190" name="Freeform 112">
              <a:extLst>
                <a:ext uri="{FF2B5EF4-FFF2-40B4-BE49-F238E27FC236}">
                  <a16:creationId xmlns:a16="http://schemas.microsoft.com/office/drawing/2014/main" id="{1A012F13-AE52-AA2B-255E-49E7E1CE89F6}"/>
                </a:ext>
              </a:extLst>
            </p:cNvPr>
            <p:cNvSpPr/>
            <p:nvPr/>
          </p:nvSpPr>
          <p:spPr>
            <a:xfrm>
              <a:off x="4392169" y="1221025"/>
              <a:ext cx="1307590" cy="1385479"/>
            </a:xfrm>
            <a:custGeom>
              <a:avLst/>
              <a:gdLst>
                <a:gd name="csX0" fmla="*/ 0 w 1307591"/>
                <a:gd name="csY0" fmla="*/ 0 h 1134490"/>
                <a:gd name="csX1" fmla="*/ 1307592 w 1307591"/>
                <a:gd name="csY1" fmla="*/ 0 h 1134490"/>
                <a:gd name="csX2" fmla="*/ 1307592 w 1307591"/>
                <a:gd name="csY2" fmla="*/ 1134491 h 1134490"/>
                <a:gd name="csX3" fmla="*/ 0 w 1307591"/>
                <a:gd name="csY3" fmla="*/ 1134491 h 1134490"/>
              </a:gdLst>
              <a:ahLst/>
              <a:cxnLst>
                <a:cxn ang="0">
                  <a:pos x="csX0" y="csY0"/>
                </a:cxn>
                <a:cxn ang="0">
                  <a:pos x="csX1" y="csY1"/>
                </a:cxn>
                <a:cxn ang="0">
                  <a:pos x="csX2" y="csY2"/>
                </a:cxn>
                <a:cxn ang="0">
                  <a:pos x="csX3" y="csY3"/>
                </a:cxn>
              </a:cxnLst>
              <a:rect l="l" t="t" r="r" b="b"/>
              <a:pathLst>
                <a:path w="1307591" h="1134490">
                  <a:moveTo>
                    <a:pt x="0" y="0"/>
                  </a:moveTo>
                  <a:lnTo>
                    <a:pt x="1307592" y="0"/>
                  </a:lnTo>
                  <a:lnTo>
                    <a:pt x="1307592"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191" name="Freeform 113">
              <a:extLst>
                <a:ext uri="{FF2B5EF4-FFF2-40B4-BE49-F238E27FC236}">
                  <a16:creationId xmlns:a16="http://schemas.microsoft.com/office/drawing/2014/main" id="{5AC38759-9C26-4BCB-A957-99727490A9B0}"/>
                </a:ext>
              </a:extLst>
            </p:cNvPr>
            <p:cNvSpPr/>
            <p:nvPr/>
          </p:nvSpPr>
          <p:spPr>
            <a:xfrm>
              <a:off x="4543045" y="1925320"/>
              <a:ext cx="12700" cy="41720"/>
            </a:xfrm>
            <a:custGeom>
              <a:avLst/>
              <a:gdLst>
                <a:gd name="csX0" fmla="*/ 0 w 12700"/>
                <a:gd name="csY0" fmla="*/ 34163 h 34162"/>
                <a:gd name="csX1" fmla="*/ 0 w 12700"/>
                <a:gd name="csY1" fmla="*/ 0 h 34162"/>
              </a:gdLst>
              <a:ahLst/>
              <a:cxnLst>
                <a:cxn ang="0">
                  <a:pos x="csX0" y="csY0"/>
                </a:cxn>
                <a:cxn ang="0">
                  <a:pos x="csX1" y="csY1"/>
                </a:cxn>
              </a:cxnLst>
              <a:rect l="l" t="t" r="r" b="b"/>
              <a:pathLst>
                <a:path w="12700" h="34162">
                  <a:moveTo>
                    <a:pt x="0" y="34163"/>
                  </a:moveTo>
                  <a:lnTo>
                    <a:pt x="0" y="0"/>
                  </a:lnTo>
                </a:path>
              </a:pathLst>
            </a:custGeom>
            <a:ln w="13589" cap="flat">
              <a:solidFill>
                <a:srgbClr val="333333"/>
              </a:solidFill>
              <a:prstDash val="solid"/>
              <a:round/>
            </a:ln>
          </p:spPr>
          <p:txBody>
            <a:bodyPr/>
            <a:lstStyle/>
            <a:p>
              <a:pPr algn="ctr"/>
              <a:endParaRPr lang="en-US" sz="2646"/>
            </a:p>
          </p:txBody>
        </p:sp>
        <p:sp>
          <p:nvSpPr>
            <p:cNvPr id="448" name="Freeform 114">
              <a:extLst>
                <a:ext uri="{FF2B5EF4-FFF2-40B4-BE49-F238E27FC236}">
                  <a16:creationId xmlns:a16="http://schemas.microsoft.com/office/drawing/2014/main" id="{B42C71C5-2FBC-A3AE-838E-F4038175AF20}"/>
                </a:ext>
              </a:extLst>
            </p:cNvPr>
            <p:cNvSpPr/>
            <p:nvPr/>
          </p:nvSpPr>
          <p:spPr>
            <a:xfrm>
              <a:off x="4543045" y="2166030"/>
              <a:ext cx="12700" cy="297786"/>
            </a:xfrm>
            <a:custGeom>
              <a:avLst/>
              <a:gdLst>
                <a:gd name="csX0" fmla="*/ 0 w 12700"/>
                <a:gd name="csY0" fmla="*/ 0 h 243840"/>
                <a:gd name="csX1" fmla="*/ 0 w 12700"/>
                <a:gd name="csY1" fmla="*/ 243840 h 243840"/>
              </a:gdLst>
              <a:ahLst/>
              <a:cxnLst>
                <a:cxn ang="0">
                  <a:pos x="csX0" y="csY0"/>
                </a:cxn>
                <a:cxn ang="0">
                  <a:pos x="csX1" y="csY1"/>
                </a:cxn>
              </a:cxnLst>
              <a:rect l="l" t="t" r="r" b="b"/>
              <a:pathLst>
                <a:path w="12700" h="243840">
                  <a:moveTo>
                    <a:pt x="0" y="0"/>
                  </a:moveTo>
                  <a:lnTo>
                    <a:pt x="0" y="243840"/>
                  </a:lnTo>
                </a:path>
              </a:pathLst>
            </a:custGeom>
            <a:ln w="13589" cap="flat">
              <a:solidFill>
                <a:srgbClr val="333333"/>
              </a:solidFill>
              <a:prstDash val="solid"/>
              <a:round/>
            </a:ln>
          </p:spPr>
          <p:txBody>
            <a:bodyPr/>
            <a:lstStyle/>
            <a:p>
              <a:pPr algn="ctr"/>
              <a:endParaRPr lang="en-US" sz="2646"/>
            </a:p>
          </p:txBody>
        </p:sp>
        <p:sp>
          <p:nvSpPr>
            <p:cNvPr id="449" name="Freeform 115">
              <a:extLst>
                <a:ext uri="{FF2B5EF4-FFF2-40B4-BE49-F238E27FC236}">
                  <a16:creationId xmlns:a16="http://schemas.microsoft.com/office/drawing/2014/main" id="{16BD4062-DB7C-1E47-4029-8AAA8D53A748}"/>
                </a:ext>
              </a:extLst>
            </p:cNvPr>
            <p:cNvSpPr/>
            <p:nvPr/>
          </p:nvSpPr>
          <p:spPr>
            <a:xfrm>
              <a:off x="4467607" y="1967040"/>
              <a:ext cx="150876" cy="198989"/>
            </a:xfrm>
            <a:custGeom>
              <a:avLst/>
              <a:gdLst>
                <a:gd name="csX0" fmla="*/ 0 w 150876"/>
                <a:gd name="csY0" fmla="*/ 0 h 162941"/>
                <a:gd name="csX1" fmla="*/ 0 w 150876"/>
                <a:gd name="csY1" fmla="*/ 162941 h 162941"/>
                <a:gd name="csX2" fmla="*/ 150876 w 150876"/>
                <a:gd name="csY2" fmla="*/ 162941 h 162941"/>
                <a:gd name="csX3" fmla="*/ 150876 w 150876"/>
                <a:gd name="csY3" fmla="*/ 0 h 162941"/>
                <a:gd name="csX4" fmla="*/ 0 w 150876"/>
                <a:gd name="csY4" fmla="*/ 0 h 162941"/>
              </a:gdLst>
              <a:ahLst/>
              <a:cxnLst>
                <a:cxn ang="0">
                  <a:pos x="csX0" y="csY0"/>
                </a:cxn>
                <a:cxn ang="0">
                  <a:pos x="csX1" y="csY1"/>
                </a:cxn>
                <a:cxn ang="0">
                  <a:pos x="csX2" y="csY2"/>
                </a:cxn>
                <a:cxn ang="0">
                  <a:pos x="csX3" y="csY3"/>
                </a:cxn>
                <a:cxn ang="0">
                  <a:pos x="csX4" y="csY4"/>
                </a:cxn>
              </a:cxnLst>
              <a:rect l="l" t="t" r="r" b="b"/>
              <a:pathLst>
                <a:path w="150876" h="162941">
                  <a:moveTo>
                    <a:pt x="0" y="0"/>
                  </a:moveTo>
                  <a:lnTo>
                    <a:pt x="0" y="162941"/>
                  </a:lnTo>
                  <a:lnTo>
                    <a:pt x="150876" y="162941"/>
                  </a:lnTo>
                  <a:lnTo>
                    <a:pt x="150876"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450" name="Freeform 116">
              <a:extLst>
                <a:ext uri="{FF2B5EF4-FFF2-40B4-BE49-F238E27FC236}">
                  <a16:creationId xmlns:a16="http://schemas.microsoft.com/office/drawing/2014/main" id="{A495C6ED-9679-CF87-91D9-FB0D3205F45C}"/>
                </a:ext>
              </a:extLst>
            </p:cNvPr>
            <p:cNvSpPr/>
            <p:nvPr/>
          </p:nvSpPr>
          <p:spPr>
            <a:xfrm>
              <a:off x="4467607" y="2063201"/>
              <a:ext cx="150876" cy="1551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451" name="Freeform 117">
              <a:extLst>
                <a:ext uri="{FF2B5EF4-FFF2-40B4-BE49-F238E27FC236}">
                  <a16:creationId xmlns:a16="http://schemas.microsoft.com/office/drawing/2014/main" id="{5F430ED6-897F-012E-6355-DF10619A9916}"/>
                </a:ext>
              </a:extLst>
            </p:cNvPr>
            <p:cNvSpPr/>
            <p:nvPr/>
          </p:nvSpPr>
          <p:spPr>
            <a:xfrm>
              <a:off x="4794505" y="1897092"/>
              <a:ext cx="12700" cy="53352"/>
            </a:xfrm>
            <a:custGeom>
              <a:avLst/>
              <a:gdLst>
                <a:gd name="csX0" fmla="*/ 0 w 12700"/>
                <a:gd name="csY0" fmla="*/ 43688 h 43687"/>
                <a:gd name="csX1" fmla="*/ 0 w 12700"/>
                <a:gd name="csY1" fmla="*/ 0 h 43687"/>
              </a:gdLst>
              <a:ahLst/>
              <a:cxnLst>
                <a:cxn ang="0">
                  <a:pos x="csX0" y="csY0"/>
                </a:cxn>
                <a:cxn ang="0">
                  <a:pos x="csX1" y="csY1"/>
                </a:cxn>
              </a:cxnLst>
              <a:rect l="l" t="t" r="r" b="b"/>
              <a:pathLst>
                <a:path w="12700" h="43687">
                  <a:moveTo>
                    <a:pt x="0" y="43688"/>
                  </a:moveTo>
                  <a:lnTo>
                    <a:pt x="0" y="0"/>
                  </a:lnTo>
                </a:path>
              </a:pathLst>
            </a:custGeom>
            <a:ln w="13589" cap="flat">
              <a:solidFill>
                <a:srgbClr val="333333"/>
              </a:solidFill>
              <a:prstDash val="solid"/>
              <a:round/>
            </a:ln>
          </p:spPr>
          <p:txBody>
            <a:bodyPr/>
            <a:lstStyle/>
            <a:p>
              <a:pPr algn="ctr"/>
              <a:endParaRPr lang="en-US" sz="2646"/>
            </a:p>
          </p:txBody>
        </p:sp>
        <p:sp>
          <p:nvSpPr>
            <p:cNvPr id="452" name="Freeform 118">
              <a:extLst>
                <a:ext uri="{FF2B5EF4-FFF2-40B4-BE49-F238E27FC236}">
                  <a16:creationId xmlns:a16="http://schemas.microsoft.com/office/drawing/2014/main" id="{AA49027D-4379-7952-48D0-DBC48EDCCA72}"/>
                </a:ext>
              </a:extLst>
            </p:cNvPr>
            <p:cNvSpPr/>
            <p:nvPr/>
          </p:nvSpPr>
          <p:spPr>
            <a:xfrm>
              <a:off x="4794505" y="2016051"/>
              <a:ext cx="12700" cy="2171"/>
            </a:xfrm>
            <a:custGeom>
              <a:avLst/>
              <a:gdLst>
                <a:gd name="csX0" fmla="*/ 0 w 12700"/>
                <a:gd name="csY0" fmla="*/ 0 h 1778"/>
                <a:gd name="csX1" fmla="*/ 0 w 12700"/>
                <a:gd name="csY1" fmla="*/ 1778 h 1778"/>
              </a:gdLst>
              <a:ahLst/>
              <a:cxnLst>
                <a:cxn ang="0">
                  <a:pos x="csX0" y="csY0"/>
                </a:cxn>
                <a:cxn ang="0">
                  <a:pos x="csX1" y="csY1"/>
                </a:cxn>
              </a:cxnLst>
              <a:rect l="l" t="t" r="r" b="b"/>
              <a:pathLst>
                <a:path w="12700" h="1778">
                  <a:moveTo>
                    <a:pt x="0" y="0"/>
                  </a:moveTo>
                  <a:lnTo>
                    <a:pt x="0" y="1778"/>
                  </a:lnTo>
                </a:path>
              </a:pathLst>
            </a:custGeom>
            <a:ln w="13589" cap="flat">
              <a:solidFill>
                <a:srgbClr val="333333"/>
              </a:solidFill>
              <a:prstDash val="solid"/>
              <a:round/>
            </a:ln>
          </p:spPr>
          <p:txBody>
            <a:bodyPr/>
            <a:lstStyle/>
            <a:p>
              <a:pPr algn="ctr"/>
              <a:endParaRPr lang="en-US" sz="2646"/>
            </a:p>
          </p:txBody>
        </p:sp>
        <p:sp>
          <p:nvSpPr>
            <p:cNvPr id="453" name="Freeform 119">
              <a:extLst>
                <a:ext uri="{FF2B5EF4-FFF2-40B4-BE49-F238E27FC236}">
                  <a16:creationId xmlns:a16="http://schemas.microsoft.com/office/drawing/2014/main" id="{4F4815A5-77EF-B398-586D-2907B8FFEA3C}"/>
                </a:ext>
              </a:extLst>
            </p:cNvPr>
            <p:cNvSpPr/>
            <p:nvPr/>
          </p:nvSpPr>
          <p:spPr>
            <a:xfrm>
              <a:off x="4719066" y="1950444"/>
              <a:ext cx="150876" cy="65606"/>
            </a:xfrm>
            <a:custGeom>
              <a:avLst/>
              <a:gdLst>
                <a:gd name="csX0" fmla="*/ 0 w 150876"/>
                <a:gd name="csY0" fmla="*/ 0 h 53721"/>
                <a:gd name="csX1" fmla="*/ 0 w 150876"/>
                <a:gd name="csY1" fmla="*/ 53721 h 53721"/>
                <a:gd name="csX2" fmla="*/ 150876 w 150876"/>
                <a:gd name="csY2" fmla="*/ 53721 h 53721"/>
                <a:gd name="csX3" fmla="*/ 150876 w 150876"/>
                <a:gd name="csY3" fmla="*/ 0 h 53721"/>
                <a:gd name="csX4" fmla="*/ 0 w 150876"/>
                <a:gd name="csY4" fmla="*/ 0 h 53721"/>
              </a:gdLst>
              <a:ahLst/>
              <a:cxnLst>
                <a:cxn ang="0">
                  <a:pos x="csX0" y="csY0"/>
                </a:cxn>
                <a:cxn ang="0">
                  <a:pos x="csX1" y="csY1"/>
                </a:cxn>
                <a:cxn ang="0">
                  <a:pos x="csX2" y="csY2"/>
                </a:cxn>
                <a:cxn ang="0">
                  <a:pos x="csX3" y="csY3"/>
                </a:cxn>
                <a:cxn ang="0">
                  <a:pos x="csX4" y="csY4"/>
                </a:cxn>
              </a:cxnLst>
              <a:rect l="l" t="t" r="r" b="b"/>
              <a:pathLst>
                <a:path w="150876" h="53721">
                  <a:moveTo>
                    <a:pt x="0" y="0"/>
                  </a:moveTo>
                  <a:lnTo>
                    <a:pt x="0" y="53721"/>
                  </a:lnTo>
                  <a:lnTo>
                    <a:pt x="150876" y="53721"/>
                  </a:lnTo>
                  <a:lnTo>
                    <a:pt x="150876"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454" name="Freeform 120">
              <a:extLst>
                <a:ext uri="{FF2B5EF4-FFF2-40B4-BE49-F238E27FC236}">
                  <a16:creationId xmlns:a16="http://schemas.microsoft.com/office/drawing/2014/main" id="{D1B6C069-43B2-C3DD-259D-06CC89107C47}"/>
                </a:ext>
              </a:extLst>
            </p:cNvPr>
            <p:cNvSpPr/>
            <p:nvPr/>
          </p:nvSpPr>
          <p:spPr>
            <a:xfrm>
              <a:off x="4719067" y="2003799"/>
              <a:ext cx="150876" cy="1551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455" name="Freeform 121">
              <a:extLst>
                <a:ext uri="{FF2B5EF4-FFF2-40B4-BE49-F238E27FC236}">
                  <a16:creationId xmlns:a16="http://schemas.microsoft.com/office/drawing/2014/main" id="{EA7DCEE9-1268-9E75-2397-5B7020FBFB38}"/>
                </a:ext>
              </a:extLst>
            </p:cNvPr>
            <p:cNvSpPr/>
            <p:nvPr/>
          </p:nvSpPr>
          <p:spPr>
            <a:xfrm>
              <a:off x="5045964" y="2023651"/>
              <a:ext cx="12700" cy="103759"/>
            </a:xfrm>
            <a:custGeom>
              <a:avLst/>
              <a:gdLst>
                <a:gd name="csX0" fmla="*/ 0 w 12700"/>
                <a:gd name="csY0" fmla="*/ 84963 h 84962"/>
                <a:gd name="csX1" fmla="*/ 0 w 12700"/>
                <a:gd name="csY1" fmla="*/ 0 h 84962"/>
              </a:gdLst>
              <a:ahLst/>
              <a:cxnLst>
                <a:cxn ang="0">
                  <a:pos x="csX0" y="csY0"/>
                </a:cxn>
                <a:cxn ang="0">
                  <a:pos x="csX1" y="csY1"/>
                </a:cxn>
              </a:cxnLst>
              <a:rect l="l" t="t" r="r" b="b"/>
              <a:pathLst>
                <a:path w="12700" h="84962">
                  <a:moveTo>
                    <a:pt x="0" y="84963"/>
                  </a:moveTo>
                  <a:lnTo>
                    <a:pt x="0" y="0"/>
                  </a:lnTo>
                </a:path>
              </a:pathLst>
            </a:custGeom>
            <a:ln w="13589" cap="flat">
              <a:solidFill>
                <a:srgbClr val="333333"/>
              </a:solidFill>
              <a:prstDash val="solid"/>
              <a:round/>
            </a:ln>
          </p:spPr>
          <p:txBody>
            <a:bodyPr/>
            <a:lstStyle/>
            <a:p>
              <a:pPr algn="ctr"/>
              <a:endParaRPr lang="en-US" sz="2646"/>
            </a:p>
          </p:txBody>
        </p:sp>
        <p:sp>
          <p:nvSpPr>
            <p:cNvPr id="456" name="Freeform 122">
              <a:extLst>
                <a:ext uri="{FF2B5EF4-FFF2-40B4-BE49-F238E27FC236}">
                  <a16:creationId xmlns:a16="http://schemas.microsoft.com/office/drawing/2014/main" id="{60545E9D-0AD7-B713-A3CF-30DF66B720F8}"/>
                </a:ext>
              </a:extLst>
            </p:cNvPr>
            <p:cNvSpPr/>
            <p:nvPr/>
          </p:nvSpPr>
          <p:spPr>
            <a:xfrm>
              <a:off x="5045964" y="2335086"/>
              <a:ext cx="12700" cy="103914"/>
            </a:xfrm>
            <a:custGeom>
              <a:avLst/>
              <a:gdLst>
                <a:gd name="csX0" fmla="*/ 0 w 12700"/>
                <a:gd name="csY0" fmla="*/ 0 h 85089"/>
                <a:gd name="csX1" fmla="*/ 0 w 12700"/>
                <a:gd name="csY1" fmla="*/ 85090 h 85089"/>
              </a:gdLst>
              <a:ahLst/>
              <a:cxnLst>
                <a:cxn ang="0">
                  <a:pos x="csX0" y="csY0"/>
                </a:cxn>
                <a:cxn ang="0">
                  <a:pos x="csX1" y="csY1"/>
                </a:cxn>
              </a:cxnLst>
              <a:rect l="l" t="t" r="r" b="b"/>
              <a:pathLst>
                <a:path w="12700" h="85089">
                  <a:moveTo>
                    <a:pt x="0" y="0"/>
                  </a:moveTo>
                  <a:lnTo>
                    <a:pt x="0" y="85090"/>
                  </a:lnTo>
                </a:path>
              </a:pathLst>
            </a:custGeom>
            <a:ln w="13589" cap="flat">
              <a:solidFill>
                <a:srgbClr val="333333"/>
              </a:solidFill>
              <a:prstDash val="solid"/>
              <a:round/>
            </a:ln>
          </p:spPr>
          <p:txBody>
            <a:bodyPr/>
            <a:lstStyle/>
            <a:p>
              <a:pPr algn="ctr"/>
              <a:endParaRPr lang="en-US" sz="2646"/>
            </a:p>
          </p:txBody>
        </p:sp>
        <p:sp>
          <p:nvSpPr>
            <p:cNvPr id="457" name="Freeform 123">
              <a:extLst>
                <a:ext uri="{FF2B5EF4-FFF2-40B4-BE49-F238E27FC236}">
                  <a16:creationId xmlns:a16="http://schemas.microsoft.com/office/drawing/2014/main" id="{98C70626-680D-F3D3-05C7-155586946C57}"/>
                </a:ext>
              </a:extLst>
            </p:cNvPr>
            <p:cNvSpPr/>
            <p:nvPr/>
          </p:nvSpPr>
          <p:spPr>
            <a:xfrm>
              <a:off x="4970526" y="2127411"/>
              <a:ext cx="150876" cy="207673"/>
            </a:xfrm>
            <a:custGeom>
              <a:avLst/>
              <a:gdLst>
                <a:gd name="csX0" fmla="*/ 0 w 150876"/>
                <a:gd name="csY0" fmla="*/ 0 h 170052"/>
                <a:gd name="csX1" fmla="*/ 0 w 150876"/>
                <a:gd name="csY1" fmla="*/ 170053 h 170052"/>
                <a:gd name="csX2" fmla="*/ 150876 w 150876"/>
                <a:gd name="csY2" fmla="*/ 170053 h 170052"/>
                <a:gd name="csX3" fmla="*/ 150876 w 150876"/>
                <a:gd name="csY3" fmla="*/ 0 h 170052"/>
                <a:gd name="csX4" fmla="*/ 0 w 150876"/>
                <a:gd name="csY4" fmla="*/ 0 h 170052"/>
              </a:gdLst>
              <a:ahLst/>
              <a:cxnLst>
                <a:cxn ang="0">
                  <a:pos x="csX0" y="csY0"/>
                </a:cxn>
                <a:cxn ang="0">
                  <a:pos x="csX1" y="csY1"/>
                </a:cxn>
                <a:cxn ang="0">
                  <a:pos x="csX2" y="csY2"/>
                </a:cxn>
                <a:cxn ang="0">
                  <a:pos x="csX3" y="csY3"/>
                </a:cxn>
                <a:cxn ang="0">
                  <a:pos x="csX4" y="csY4"/>
                </a:cxn>
              </a:cxnLst>
              <a:rect l="l" t="t" r="r" b="b"/>
              <a:pathLst>
                <a:path w="150876" h="170052">
                  <a:moveTo>
                    <a:pt x="0" y="0"/>
                  </a:moveTo>
                  <a:lnTo>
                    <a:pt x="0" y="170053"/>
                  </a:lnTo>
                  <a:lnTo>
                    <a:pt x="150876" y="170053"/>
                  </a:lnTo>
                  <a:lnTo>
                    <a:pt x="150876"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458" name="Freeform 124">
              <a:extLst>
                <a:ext uri="{FF2B5EF4-FFF2-40B4-BE49-F238E27FC236}">
                  <a16:creationId xmlns:a16="http://schemas.microsoft.com/office/drawing/2014/main" id="{6F484009-F13E-F373-8A6C-9C24FEF7519E}"/>
                </a:ext>
              </a:extLst>
            </p:cNvPr>
            <p:cNvSpPr/>
            <p:nvPr/>
          </p:nvSpPr>
          <p:spPr>
            <a:xfrm>
              <a:off x="4970527" y="2231326"/>
              <a:ext cx="150876" cy="1551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459" name="Freeform 125">
              <a:extLst>
                <a:ext uri="{FF2B5EF4-FFF2-40B4-BE49-F238E27FC236}">
                  <a16:creationId xmlns:a16="http://schemas.microsoft.com/office/drawing/2014/main" id="{4090C498-8F54-463E-F5E2-CE77D7922FAE}"/>
                </a:ext>
              </a:extLst>
            </p:cNvPr>
            <p:cNvSpPr/>
            <p:nvPr/>
          </p:nvSpPr>
          <p:spPr>
            <a:xfrm>
              <a:off x="5548884" y="2106938"/>
              <a:ext cx="12700" cy="41101"/>
            </a:xfrm>
            <a:custGeom>
              <a:avLst/>
              <a:gdLst>
                <a:gd name="csX0" fmla="*/ 0 w 12700"/>
                <a:gd name="csY0" fmla="*/ 33655 h 33655"/>
                <a:gd name="csX1" fmla="*/ 0 w 12700"/>
                <a:gd name="csY1" fmla="*/ 0 h 33655"/>
              </a:gdLst>
              <a:ahLst/>
              <a:cxnLst>
                <a:cxn ang="0">
                  <a:pos x="csX0" y="csY0"/>
                </a:cxn>
                <a:cxn ang="0">
                  <a:pos x="csX1" y="csY1"/>
                </a:cxn>
              </a:cxnLst>
              <a:rect l="l" t="t" r="r" b="b"/>
              <a:pathLst>
                <a:path w="12700" h="33655">
                  <a:moveTo>
                    <a:pt x="0" y="33655"/>
                  </a:moveTo>
                  <a:lnTo>
                    <a:pt x="0" y="0"/>
                  </a:lnTo>
                </a:path>
              </a:pathLst>
            </a:custGeom>
            <a:ln w="13589" cap="flat">
              <a:solidFill>
                <a:srgbClr val="333333"/>
              </a:solidFill>
              <a:prstDash val="solid"/>
              <a:round/>
            </a:ln>
          </p:spPr>
          <p:txBody>
            <a:bodyPr/>
            <a:lstStyle/>
            <a:p>
              <a:pPr algn="ctr"/>
              <a:endParaRPr lang="en-US" sz="2646"/>
            </a:p>
          </p:txBody>
        </p:sp>
        <p:sp>
          <p:nvSpPr>
            <p:cNvPr id="460" name="Freeform 126">
              <a:extLst>
                <a:ext uri="{FF2B5EF4-FFF2-40B4-BE49-F238E27FC236}">
                  <a16:creationId xmlns:a16="http://schemas.microsoft.com/office/drawing/2014/main" id="{C69A9933-791B-BF3A-9BFB-8F4408715E05}"/>
                </a:ext>
              </a:extLst>
            </p:cNvPr>
            <p:cNvSpPr/>
            <p:nvPr/>
          </p:nvSpPr>
          <p:spPr>
            <a:xfrm>
              <a:off x="5548884" y="2399296"/>
              <a:ext cx="12700" cy="97401"/>
            </a:xfrm>
            <a:custGeom>
              <a:avLst/>
              <a:gdLst>
                <a:gd name="csX0" fmla="*/ 0 w 12700"/>
                <a:gd name="csY0" fmla="*/ 0 h 79756"/>
                <a:gd name="csX1" fmla="*/ 0 w 12700"/>
                <a:gd name="csY1" fmla="*/ 79756 h 79756"/>
              </a:gdLst>
              <a:ahLst/>
              <a:cxnLst>
                <a:cxn ang="0">
                  <a:pos x="csX0" y="csY0"/>
                </a:cxn>
                <a:cxn ang="0">
                  <a:pos x="csX1" y="csY1"/>
                </a:cxn>
              </a:cxnLst>
              <a:rect l="l" t="t" r="r" b="b"/>
              <a:pathLst>
                <a:path w="12700" h="79756">
                  <a:moveTo>
                    <a:pt x="0" y="0"/>
                  </a:moveTo>
                  <a:lnTo>
                    <a:pt x="0" y="79756"/>
                  </a:lnTo>
                </a:path>
              </a:pathLst>
            </a:custGeom>
            <a:ln w="13589" cap="flat">
              <a:solidFill>
                <a:srgbClr val="333333"/>
              </a:solidFill>
              <a:prstDash val="solid"/>
              <a:round/>
            </a:ln>
          </p:spPr>
          <p:txBody>
            <a:bodyPr/>
            <a:lstStyle/>
            <a:p>
              <a:pPr algn="ctr"/>
              <a:endParaRPr lang="en-US" sz="2646"/>
            </a:p>
          </p:txBody>
        </p:sp>
        <p:sp>
          <p:nvSpPr>
            <p:cNvPr id="461" name="Freeform 127">
              <a:extLst>
                <a:ext uri="{FF2B5EF4-FFF2-40B4-BE49-F238E27FC236}">
                  <a16:creationId xmlns:a16="http://schemas.microsoft.com/office/drawing/2014/main" id="{1DC52BC3-F64A-81D7-9E4F-F6AC1C34FBDA}"/>
                </a:ext>
              </a:extLst>
            </p:cNvPr>
            <p:cNvSpPr/>
            <p:nvPr/>
          </p:nvSpPr>
          <p:spPr>
            <a:xfrm>
              <a:off x="5473445" y="2148038"/>
              <a:ext cx="150876" cy="251257"/>
            </a:xfrm>
            <a:custGeom>
              <a:avLst/>
              <a:gdLst>
                <a:gd name="csX0" fmla="*/ 0 w 150876"/>
                <a:gd name="csY0" fmla="*/ 0 h 205740"/>
                <a:gd name="csX1" fmla="*/ 0 w 150876"/>
                <a:gd name="csY1" fmla="*/ 205740 h 205740"/>
                <a:gd name="csX2" fmla="*/ 150876 w 150876"/>
                <a:gd name="csY2" fmla="*/ 205740 h 205740"/>
                <a:gd name="csX3" fmla="*/ 150876 w 150876"/>
                <a:gd name="csY3" fmla="*/ 0 h 205740"/>
                <a:gd name="csX4" fmla="*/ 0 w 150876"/>
                <a:gd name="csY4" fmla="*/ 0 h 205740"/>
              </a:gdLst>
              <a:ahLst/>
              <a:cxnLst>
                <a:cxn ang="0">
                  <a:pos x="csX0" y="csY0"/>
                </a:cxn>
                <a:cxn ang="0">
                  <a:pos x="csX1" y="csY1"/>
                </a:cxn>
                <a:cxn ang="0">
                  <a:pos x="csX2" y="csY2"/>
                </a:cxn>
                <a:cxn ang="0">
                  <a:pos x="csX3" y="csY3"/>
                </a:cxn>
                <a:cxn ang="0">
                  <a:pos x="csX4" y="csY4"/>
                </a:cxn>
              </a:cxnLst>
              <a:rect l="l" t="t" r="r" b="b"/>
              <a:pathLst>
                <a:path w="150876" h="205740">
                  <a:moveTo>
                    <a:pt x="0" y="0"/>
                  </a:moveTo>
                  <a:lnTo>
                    <a:pt x="0" y="205740"/>
                  </a:lnTo>
                  <a:lnTo>
                    <a:pt x="150876" y="205740"/>
                  </a:lnTo>
                  <a:lnTo>
                    <a:pt x="150876" y="0"/>
                  </a:lnTo>
                  <a:lnTo>
                    <a:pt x="0" y="0"/>
                  </a:lnTo>
                  <a:close/>
                </a:path>
              </a:pathLst>
            </a:custGeom>
            <a:solidFill>
              <a:srgbClr val="DD040C"/>
            </a:solidFill>
            <a:ln w="13589" cap="flat">
              <a:solidFill>
                <a:srgbClr val="333333"/>
              </a:solidFill>
              <a:prstDash val="solid"/>
              <a:miter/>
            </a:ln>
          </p:spPr>
          <p:txBody>
            <a:bodyPr/>
            <a:lstStyle/>
            <a:p>
              <a:pPr algn="ctr"/>
              <a:endParaRPr lang="en-US" sz="2646"/>
            </a:p>
          </p:txBody>
        </p:sp>
        <p:sp>
          <p:nvSpPr>
            <p:cNvPr id="462" name="Freeform 128">
              <a:extLst>
                <a:ext uri="{FF2B5EF4-FFF2-40B4-BE49-F238E27FC236}">
                  <a16:creationId xmlns:a16="http://schemas.microsoft.com/office/drawing/2014/main" id="{907C3E7D-B73C-CA0B-73E2-995A5856C9F0}"/>
                </a:ext>
              </a:extLst>
            </p:cNvPr>
            <p:cNvSpPr/>
            <p:nvPr/>
          </p:nvSpPr>
          <p:spPr>
            <a:xfrm>
              <a:off x="5473446" y="2219383"/>
              <a:ext cx="150876" cy="1551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463" name="Freeform 129">
              <a:extLst>
                <a:ext uri="{FF2B5EF4-FFF2-40B4-BE49-F238E27FC236}">
                  <a16:creationId xmlns:a16="http://schemas.microsoft.com/office/drawing/2014/main" id="{69E08C61-9B4C-0EDE-BC08-AC4164BE4B74}"/>
                </a:ext>
              </a:extLst>
            </p:cNvPr>
            <p:cNvSpPr/>
            <p:nvPr/>
          </p:nvSpPr>
          <p:spPr>
            <a:xfrm>
              <a:off x="5048885" y="2415736"/>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4" name="Freeform 130">
              <a:extLst>
                <a:ext uri="{FF2B5EF4-FFF2-40B4-BE49-F238E27FC236}">
                  <a16:creationId xmlns:a16="http://schemas.microsoft.com/office/drawing/2014/main" id="{EB3D0B56-1B3E-22EB-E3FE-7FE680197179}"/>
                </a:ext>
              </a:extLst>
            </p:cNvPr>
            <p:cNvSpPr/>
            <p:nvPr/>
          </p:nvSpPr>
          <p:spPr>
            <a:xfrm>
              <a:off x="4798442" y="1994958"/>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5" name="Freeform 131">
              <a:extLst>
                <a:ext uri="{FF2B5EF4-FFF2-40B4-BE49-F238E27FC236}">
                  <a16:creationId xmlns:a16="http://schemas.microsoft.com/office/drawing/2014/main" id="{6D18A4E5-F12A-FA67-D599-20986A6E89EB}"/>
                </a:ext>
              </a:extLst>
            </p:cNvPr>
            <p:cNvSpPr/>
            <p:nvPr/>
          </p:nvSpPr>
          <p:spPr>
            <a:xfrm>
              <a:off x="4765803" y="1937572"/>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6" name="Freeform 132">
              <a:extLst>
                <a:ext uri="{FF2B5EF4-FFF2-40B4-BE49-F238E27FC236}">
                  <a16:creationId xmlns:a16="http://schemas.microsoft.com/office/drawing/2014/main" id="{56C255A4-71E5-B878-D701-1FC2D17495F7}"/>
                </a:ext>
              </a:extLst>
            </p:cNvPr>
            <p:cNvSpPr/>
            <p:nvPr/>
          </p:nvSpPr>
          <p:spPr>
            <a:xfrm>
              <a:off x="5547487" y="2104767"/>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7" name="Freeform 133">
              <a:extLst>
                <a:ext uri="{FF2B5EF4-FFF2-40B4-BE49-F238E27FC236}">
                  <a16:creationId xmlns:a16="http://schemas.microsoft.com/office/drawing/2014/main" id="{D267A9C8-D4D8-FF37-2541-4ADCD7FA2D3B}"/>
                </a:ext>
              </a:extLst>
            </p:cNvPr>
            <p:cNvSpPr/>
            <p:nvPr/>
          </p:nvSpPr>
          <p:spPr>
            <a:xfrm>
              <a:off x="4532250" y="1924079"/>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8" name="Freeform 134">
              <a:extLst>
                <a:ext uri="{FF2B5EF4-FFF2-40B4-BE49-F238E27FC236}">
                  <a16:creationId xmlns:a16="http://schemas.microsoft.com/office/drawing/2014/main" id="{F17747CA-3B35-5304-4DB7-6BFA9BADB0DB}"/>
                </a:ext>
              </a:extLst>
            </p:cNvPr>
            <p:cNvSpPr/>
            <p:nvPr/>
          </p:nvSpPr>
          <p:spPr>
            <a:xfrm>
              <a:off x="5531866" y="2433727"/>
              <a:ext cx="36067" cy="4404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69" name="Freeform 135">
              <a:extLst>
                <a:ext uri="{FF2B5EF4-FFF2-40B4-BE49-F238E27FC236}">
                  <a16:creationId xmlns:a16="http://schemas.microsoft.com/office/drawing/2014/main" id="{D9EF5D48-E76A-2704-DE41-2BC2A560DF4A}"/>
                </a:ext>
              </a:extLst>
            </p:cNvPr>
            <p:cNvSpPr/>
            <p:nvPr/>
          </p:nvSpPr>
          <p:spPr>
            <a:xfrm>
              <a:off x="4536949" y="1903450"/>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0" name="Freeform 136">
              <a:extLst>
                <a:ext uri="{FF2B5EF4-FFF2-40B4-BE49-F238E27FC236}">
                  <a16:creationId xmlns:a16="http://schemas.microsoft.com/office/drawing/2014/main" id="{EEEC7CF0-0C78-E12F-5171-C8D856306348}"/>
                </a:ext>
              </a:extLst>
            </p:cNvPr>
            <p:cNvSpPr/>
            <p:nvPr/>
          </p:nvSpPr>
          <p:spPr>
            <a:xfrm>
              <a:off x="5512435" y="2473897"/>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1" name="Freeform 137">
              <a:extLst>
                <a:ext uri="{FF2B5EF4-FFF2-40B4-BE49-F238E27FC236}">
                  <a16:creationId xmlns:a16="http://schemas.microsoft.com/office/drawing/2014/main" id="{00228E29-52FE-2605-B2FF-61A4D973CA00}"/>
                </a:ext>
              </a:extLst>
            </p:cNvPr>
            <p:cNvSpPr/>
            <p:nvPr/>
          </p:nvSpPr>
          <p:spPr>
            <a:xfrm>
              <a:off x="4533012" y="2166806"/>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2" name="Freeform 138">
              <a:extLst>
                <a:ext uri="{FF2B5EF4-FFF2-40B4-BE49-F238E27FC236}">
                  <a16:creationId xmlns:a16="http://schemas.microsoft.com/office/drawing/2014/main" id="{022170F4-7883-BFBB-53FB-6DDE97205DDE}"/>
                </a:ext>
              </a:extLst>
            </p:cNvPr>
            <p:cNvSpPr/>
            <p:nvPr/>
          </p:nvSpPr>
          <p:spPr>
            <a:xfrm>
              <a:off x="5541137" y="2203874"/>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3" name="Freeform 139">
              <a:extLst>
                <a:ext uri="{FF2B5EF4-FFF2-40B4-BE49-F238E27FC236}">
                  <a16:creationId xmlns:a16="http://schemas.microsoft.com/office/drawing/2014/main" id="{2C3A3D31-22A0-F8E5-E0F5-9E197B897B02}"/>
                </a:ext>
              </a:extLst>
            </p:cNvPr>
            <p:cNvSpPr/>
            <p:nvPr/>
          </p:nvSpPr>
          <p:spPr>
            <a:xfrm>
              <a:off x="4522979" y="2074058"/>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4" name="Freeform 140">
              <a:extLst>
                <a:ext uri="{FF2B5EF4-FFF2-40B4-BE49-F238E27FC236}">
                  <a16:creationId xmlns:a16="http://schemas.microsoft.com/office/drawing/2014/main" id="{945CAF76-6205-3062-5B64-AF160D0C9157}"/>
                </a:ext>
              </a:extLst>
            </p:cNvPr>
            <p:cNvSpPr/>
            <p:nvPr/>
          </p:nvSpPr>
          <p:spPr>
            <a:xfrm>
              <a:off x="5541899" y="2189605"/>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5" name="Freeform 141">
              <a:extLst>
                <a:ext uri="{FF2B5EF4-FFF2-40B4-BE49-F238E27FC236}">
                  <a16:creationId xmlns:a16="http://schemas.microsoft.com/office/drawing/2014/main" id="{1662E9FA-7409-EB4F-8807-ED190B198857}"/>
                </a:ext>
              </a:extLst>
            </p:cNvPr>
            <p:cNvSpPr/>
            <p:nvPr/>
          </p:nvSpPr>
          <p:spPr>
            <a:xfrm>
              <a:off x="4546982" y="2443033"/>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6" name="Freeform 142">
              <a:extLst>
                <a:ext uri="{FF2B5EF4-FFF2-40B4-BE49-F238E27FC236}">
                  <a16:creationId xmlns:a16="http://schemas.microsoft.com/office/drawing/2014/main" id="{AC3D30DD-C106-DB94-3E75-EF706D22AC0D}"/>
                </a:ext>
              </a:extLst>
            </p:cNvPr>
            <p:cNvSpPr/>
            <p:nvPr/>
          </p:nvSpPr>
          <p:spPr>
            <a:xfrm>
              <a:off x="4764152" y="1980845"/>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7" name="Freeform 143">
              <a:extLst>
                <a:ext uri="{FF2B5EF4-FFF2-40B4-BE49-F238E27FC236}">
                  <a16:creationId xmlns:a16="http://schemas.microsoft.com/office/drawing/2014/main" id="{80AEB14C-65E1-6987-C28F-42C6A82F544F}"/>
                </a:ext>
              </a:extLst>
            </p:cNvPr>
            <p:cNvSpPr/>
            <p:nvPr/>
          </p:nvSpPr>
          <p:spPr>
            <a:xfrm>
              <a:off x="5528945" y="2086310"/>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8" name="Freeform 144">
              <a:extLst>
                <a:ext uri="{FF2B5EF4-FFF2-40B4-BE49-F238E27FC236}">
                  <a16:creationId xmlns:a16="http://schemas.microsoft.com/office/drawing/2014/main" id="{BC6B1706-F719-C24F-D56D-70884876CD97}"/>
                </a:ext>
              </a:extLst>
            </p:cNvPr>
            <p:cNvSpPr/>
            <p:nvPr/>
          </p:nvSpPr>
          <p:spPr>
            <a:xfrm>
              <a:off x="4547236" y="2009382"/>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79" name="Freeform 145">
              <a:extLst>
                <a:ext uri="{FF2B5EF4-FFF2-40B4-BE49-F238E27FC236}">
                  <a16:creationId xmlns:a16="http://schemas.microsoft.com/office/drawing/2014/main" id="{81C867FE-3D5B-44DE-E682-B6353E72408B}"/>
                </a:ext>
              </a:extLst>
            </p:cNvPr>
            <p:cNvSpPr/>
            <p:nvPr/>
          </p:nvSpPr>
          <p:spPr>
            <a:xfrm>
              <a:off x="5052060" y="2000542"/>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80" name="Freeform 146">
              <a:extLst>
                <a:ext uri="{FF2B5EF4-FFF2-40B4-BE49-F238E27FC236}">
                  <a16:creationId xmlns:a16="http://schemas.microsoft.com/office/drawing/2014/main" id="{801DAF33-C0F3-6711-D79D-25C23C4D325E}"/>
                </a:ext>
              </a:extLst>
            </p:cNvPr>
            <p:cNvSpPr/>
            <p:nvPr/>
          </p:nvSpPr>
          <p:spPr>
            <a:xfrm>
              <a:off x="4757294" y="1991701"/>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81" name="Freeform 147">
              <a:extLst>
                <a:ext uri="{FF2B5EF4-FFF2-40B4-BE49-F238E27FC236}">
                  <a16:creationId xmlns:a16="http://schemas.microsoft.com/office/drawing/2014/main" id="{D8325A6B-7085-F625-5E0C-3E7D31FEFE89}"/>
                </a:ext>
              </a:extLst>
            </p:cNvPr>
            <p:cNvSpPr/>
            <p:nvPr/>
          </p:nvSpPr>
          <p:spPr>
            <a:xfrm>
              <a:off x="4775201" y="1875379"/>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82" name="Freeform 148">
              <a:extLst>
                <a:ext uri="{FF2B5EF4-FFF2-40B4-BE49-F238E27FC236}">
                  <a16:creationId xmlns:a16="http://schemas.microsoft.com/office/drawing/2014/main" id="{55CC1B2A-4FA5-AC1A-35B9-3D5A33546762}"/>
                </a:ext>
              </a:extLst>
            </p:cNvPr>
            <p:cNvSpPr/>
            <p:nvPr/>
          </p:nvSpPr>
          <p:spPr>
            <a:xfrm>
              <a:off x="5282438" y="1898178"/>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83" name="Freeform 149">
              <a:extLst>
                <a:ext uri="{FF2B5EF4-FFF2-40B4-BE49-F238E27FC236}">
                  <a16:creationId xmlns:a16="http://schemas.microsoft.com/office/drawing/2014/main" id="{BE2C7D2C-7CF9-30EF-73A5-2FD1891F3827}"/>
                </a:ext>
              </a:extLst>
            </p:cNvPr>
            <p:cNvSpPr/>
            <p:nvPr/>
          </p:nvSpPr>
          <p:spPr>
            <a:xfrm>
              <a:off x="4796791" y="2160292"/>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84" name="Freeform 150">
              <a:extLst>
                <a:ext uri="{FF2B5EF4-FFF2-40B4-BE49-F238E27FC236}">
                  <a16:creationId xmlns:a16="http://schemas.microsoft.com/office/drawing/2014/main" id="{243009F1-2FBD-6DBA-8F83-5A3A653B5A87}"/>
                </a:ext>
              </a:extLst>
            </p:cNvPr>
            <p:cNvSpPr/>
            <p:nvPr/>
          </p:nvSpPr>
          <p:spPr>
            <a:xfrm>
              <a:off x="4758310" y="1919271"/>
              <a:ext cx="36068" cy="4404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85" name="TextBox 484">
              <a:extLst>
                <a:ext uri="{FF2B5EF4-FFF2-40B4-BE49-F238E27FC236}">
                  <a16:creationId xmlns:a16="http://schemas.microsoft.com/office/drawing/2014/main" id="{445463EF-AD1C-92D4-5A15-B85DA9297F0B}"/>
                </a:ext>
              </a:extLst>
            </p:cNvPr>
            <p:cNvSpPr txBox="1"/>
            <p:nvPr/>
          </p:nvSpPr>
          <p:spPr>
            <a:xfrm>
              <a:off x="4401007" y="1570567"/>
              <a:ext cx="510384" cy="19981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660">
                  <a:ln/>
                  <a:solidFill>
                    <a:srgbClr val="000000"/>
                  </a:solidFill>
                  <a:latin typeface="Arial"/>
                  <a:cs typeface="Arial"/>
                  <a:sym typeface="Arial"/>
                  <a:rtl val="0"/>
                </a:rPr>
                <a:t>p = 0.25</a:t>
              </a:r>
            </a:p>
          </p:txBody>
        </p:sp>
        <p:sp>
          <p:nvSpPr>
            <p:cNvPr id="486" name="Freeform 152">
              <a:extLst>
                <a:ext uri="{FF2B5EF4-FFF2-40B4-BE49-F238E27FC236}">
                  <a16:creationId xmlns:a16="http://schemas.microsoft.com/office/drawing/2014/main" id="{016FAE67-B943-C931-E8B3-728A1E696FDF}"/>
                </a:ext>
              </a:extLst>
            </p:cNvPr>
            <p:cNvSpPr/>
            <p:nvPr/>
          </p:nvSpPr>
          <p:spPr>
            <a:xfrm>
              <a:off x="4543045" y="1743857"/>
              <a:ext cx="226314" cy="15510"/>
            </a:xfrm>
            <a:custGeom>
              <a:avLst/>
              <a:gdLst>
                <a:gd name="csX0" fmla="*/ 0 w 226314"/>
                <a:gd name="csY0" fmla="*/ 0 h 12700"/>
                <a:gd name="csX1" fmla="*/ 226314 w 226314"/>
                <a:gd name="csY1" fmla="*/ 0 h 12700"/>
              </a:gdLst>
              <a:ahLst/>
              <a:cxnLst>
                <a:cxn ang="0">
                  <a:pos x="csX0" y="csY0"/>
                </a:cxn>
                <a:cxn ang="0">
                  <a:pos x="csX1" y="csY1"/>
                </a:cxn>
              </a:cxnLst>
              <a:rect l="l" t="t" r="r" b="b"/>
              <a:pathLst>
                <a:path w="226314" h="12700">
                  <a:moveTo>
                    <a:pt x="0" y="0"/>
                  </a:moveTo>
                  <a:lnTo>
                    <a:pt x="226314" y="0"/>
                  </a:lnTo>
                </a:path>
              </a:pathLst>
            </a:custGeom>
            <a:ln w="13589" cap="rnd">
              <a:solidFill>
                <a:srgbClr val="000000"/>
              </a:solidFill>
              <a:prstDash val="solid"/>
              <a:round/>
            </a:ln>
          </p:spPr>
          <p:txBody>
            <a:bodyPr/>
            <a:lstStyle/>
            <a:p>
              <a:pPr algn="ctr"/>
              <a:endParaRPr lang="en-US" sz="2646"/>
            </a:p>
          </p:txBody>
        </p:sp>
        <p:sp>
          <p:nvSpPr>
            <p:cNvPr id="487" name="TextBox 486">
              <a:extLst>
                <a:ext uri="{FF2B5EF4-FFF2-40B4-BE49-F238E27FC236}">
                  <a16:creationId xmlns:a16="http://schemas.microsoft.com/office/drawing/2014/main" id="{B9255309-AC89-10F9-A892-DBBF3561FB6A}"/>
                </a:ext>
              </a:extLst>
            </p:cNvPr>
            <p:cNvSpPr txBox="1"/>
            <p:nvPr/>
          </p:nvSpPr>
          <p:spPr>
            <a:xfrm>
              <a:off x="4991847" y="1548434"/>
              <a:ext cx="384846" cy="400273"/>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1891">
                  <a:ln/>
                  <a:solidFill>
                    <a:srgbClr val="000000"/>
                  </a:solidFill>
                  <a:latin typeface="Arial"/>
                  <a:cs typeface="Arial"/>
                  <a:sym typeface="Arial"/>
                  <a:rtl val="0"/>
                </a:rPr>
                <a:t>**</a:t>
              </a:r>
            </a:p>
          </p:txBody>
        </p:sp>
        <p:sp>
          <p:nvSpPr>
            <p:cNvPr id="488" name="Freeform 154">
              <a:extLst>
                <a:ext uri="{FF2B5EF4-FFF2-40B4-BE49-F238E27FC236}">
                  <a16:creationId xmlns:a16="http://schemas.microsoft.com/office/drawing/2014/main" id="{D5845E63-1B4C-F15A-F012-3F0259E863ED}"/>
                </a:ext>
              </a:extLst>
            </p:cNvPr>
            <p:cNvSpPr/>
            <p:nvPr/>
          </p:nvSpPr>
          <p:spPr>
            <a:xfrm>
              <a:off x="4819651" y="1743857"/>
              <a:ext cx="729233" cy="15510"/>
            </a:xfrm>
            <a:custGeom>
              <a:avLst/>
              <a:gdLst>
                <a:gd name="csX0" fmla="*/ 0 w 729234"/>
                <a:gd name="csY0" fmla="*/ 0 h 12700"/>
                <a:gd name="csX1" fmla="*/ 729234 w 729234"/>
                <a:gd name="csY1" fmla="*/ 0 h 12700"/>
              </a:gdLst>
              <a:ahLst/>
              <a:cxnLst>
                <a:cxn ang="0">
                  <a:pos x="csX0" y="csY0"/>
                </a:cxn>
                <a:cxn ang="0">
                  <a:pos x="csX1" y="csY1"/>
                </a:cxn>
              </a:cxnLst>
              <a:rect l="l" t="t" r="r" b="b"/>
              <a:pathLst>
                <a:path w="729234" h="12700">
                  <a:moveTo>
                    <a:pt x="0" y="0"/>
                  </a:moveTo>
                  <a:lnTo>
                    <a:pt x="729234" y="0"/>
                  </a:lnTo>
                </a:path>
              </a:pathLst>
            </a:custGeom>
            <a:ln w="13589" cap="rnd">
              <a:solidFill>
                <a:srgbClr val="000000"/>
              </a:solidFill>
              <a:prstDash val="solid"/>
              <a:round/>
            </a:ln>
          </p:spPr>
          <p:txBody>
            <a:bodyPr/>
            <a:lstStyle/>
            <a:p>
              <a:pPr algn="ctr"/>
              <a:endParaRPr lang="en-US" sz="2646"/>
            </a:p>
          </p:txBody>
        </p:sp>
        <p:sp>
          <p:nvSpPr>
            <p:cNvPr id="489" name="TextBox 488">
              <a:extLst>
                <a:ext uri="{FF2B5EF4-FFF2-40B4-BE49-F238E27FC236}">
                  <a16:creationId xmlns:a16="http://schemas.microsoft.com/office/drawing/2014/main" id="{942396A8-DFE3-671D-48FC-2FE5EC90BD75}"/>
                </a:ext>
              </a:extLst>
            </p:cNvPr>
            <p:cNvSpPr txBox="1"/>
            <p:nvPr/>
          </p:nvSpPr>
          <p:spPr>
            <a:xfrm>
              <a:off x="4766173" y="1349293"/>
              <a:ext cx="559583" cy="19981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660">
                  <a:ln/>
                  <a:solidFill>
                    <a:srgbClr val="000000"/>
                  </a:solidFill>
                  <a:latin typeface="Arial"/>
                  <a:cs typeface="Arial"/>
                  <a:sym typeface="Arial"/>
                  <a:rtl val="0"/>
                </a:rPr>
                <a:t>p = 0.123</a:t>
              </a:r>
            </a:p>
          </p:txBody>
        </p:sp>
        <p:sp>
          <p:nvSpPr>
            <p:cNvPr id="490" name="Freeform 156">
              <a:extLst>
                <a:ext uri="{FF2B5EF4-FFF2-40B4-BE49-F238E27FC236}">
                  <a16:creationId xmlns:a16="http://schemas.microsoft.com/office/drawing/2014/main" id="{2CFE510D-CAB3-B2D8-D0E3-69BBA0DD361D}"/>
                </a:ext>
              </a:extLst>
            </p:cNvPr>
            <p:cNvSpPr/>
            <p:nvPr/>
          </p:nvSpPr>
          <p:spPr>
            <a:xfrm>
              <a:off x="4543045" y="1513848"/>
              <a:ext cx="1005839" cy="15510"/>
            </a:xfrm>
            <a:custGeom>
              <a:avLst/>
              <a:gdLst>
                <a:gd name="csX0" fmla="*/ 0 w 1005840"/>
                <a:gd name="csY0" fmla="*/ 0 h 12700"/>
                <a:gd name="csX1" fmla="*/ 1005840 w 1005840"/>
                <a:gd name="csY1" fmla="*/ 0 h 12700"/>
              </a:gdLst>
              <a:ahLst/>
              <a:cxnLst>
                <a:cxn ang="0">
                  <a:pos x="csX0" y="csY0"/>
                </a:cxn>
                <a:cxn ang="0">
                  <a:pos x="csX1" y="csY1"/>
                </a:cxn>
              </a:cxnLst>
              <a:rect l="l" t="t" r="r" b="b"/>
              <a:pathLst>
                <a:path w="1005840" h="12700">
                  <a:moveTo>
                    <a:pt x="0" y="0"/>
                  </a:moveTo>
                  <a:lnTo>
                    <a:pt x="1005840" y="0"/>
                  </a:lnTo>
                </a:path>
              </a:pathLst>
            </a:custGeom>
            <a:ln w="13589" cap="rnd">
              <a:solidFill>
                <a:srgbClr val="000000"/>
              </a:solidFill>
              <a:prstDash val="solid"/>
              <a:round/>
            </a:ln>
          </p:spPr>
          <p:txBody>
            <a:bodyPr/>
            <a:lstStyle/>
            <a:p>
              <a:pPr algn="ctr"/>
              <a:endParaRPr lang="en-US" sz="2646"/>
            </a:p>
          </p:txBody>
        </p:sp>
        <p:sp>
          <p:nvSpPr>
            <p:cNvPr id="491" name="Freeform 88">
              <a:extLst>
                <a:ext uri="{FF2B5EF4-FFF2-40B4-BE49-F238E27FC236}">
                  <a16:creationId xmlns:a16="http://schemas.microsoft.com/office/drawing/2014/main" id="{032FEF1F-722B-92FF-88FB-20FF01A72F68}"/>
                </a:ext>
              </a:extLst>
            </p:cNvPr>
            <p:cNvSpPr/>
            <p:nvPr/>
          </p:nvSpPr>
          <p:spPr>
            <a:xfrm>
              <a:off x="4392169" y="1221025"/>
              <a:ext cx="12700" cy="1385324"/>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492" name="TextBox 491">
              <a:extLst>
                <a:ext uri="{FF2B5EF4-FFF2-40B4-BE49-F238E27FC236}">
                  <a16:creationId xmlns:a16="http://schemas.microsoft.com/office/drawing/2014/main" id="{48260250-5187-9288-B4A7-40EF5AA23704}"/>
                </a:ext>
              </a:extLst>
            </p:cNvPr>
            <p:cNvSpPr txBox="1"/>
            <p:nvPr/>
          </p:nvSpPr>
          <p:spPr>
            <a:xfrm>
              <a:off x="4070478" y="2280699"/>
              <a:ext cx="362792"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0.4</a:t>
              </a:r>
            </a:p>
          </p:txBody>
        </p:sp>
        <p:sp>
          <p:nvSpPr>
            <p:cNvPr id="493" name="TextBox 492">
              <a:extLst>
                <a:ext uri="{FF2B5EF4-FFF2-40B4-BE49-F238E27FC236}">
                  <a16:creationId xmlns:a16="http://schemas.microsoft.com/office/drawing/2014/main" id="{132835A2-D9AF-8E34-0327-5D83C6A8628E}"/>
                </a:ext>
              </a:extLst>
            </p:cNvPr>
            <p:cNvSpPr txBox="1"/>
            <p:nvPr/>
          </p:nvSpPr>
          <p:spPr>
            <a:xfrm>
              <a:off x="4070478" y="2026033"/>
              <a:ext cx="362792"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dirty="0">
                  <a:ln/>
                  <a:solidFill>
                    <a:srgbClr val="000000"/>
                  </a:solidFill>
                  <a:latin typeface="Arial"/>
                  <a:cs typeface="Arial"/>
                  <a:sym typeface="Arial"/>
                  <a:rtl val="0"/>
                </a:rPr>
                <a:t>0.5</a:t>
              </a:r>
            </a:p>
          </p:txBody>
        </p:sp>
        <p:sp>
          <p:nvSpPr>
            <p:cNvPr id="494" name="TextBox 493">
              <a:extLst>
                <a:ext uri="{FF2B5EF4-FFF2-40B4-BE49-F238E27FC236}">
                  <a16:creationId xmlns:a16="http://schemas.microsoft.com/office/drawing/2014/main" id="{BA63EA93-A357-50E1-6D85-8BA88E176BA4}"/>
                </a:ext>
              </a:extLst>
            </p:cNvPr>
            <p:cNvSpPr txBox="1"/>
            <p:nvPr/>
          </p:nvSpPr>
          <p:spPr>
            <a:xfrm>
              <a:off x="4070478" y="1771362"/>
              <a:ext cx="362792"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0.6</a:t>
              </a:r>
            </a:p>
          </p:txBody>
        </p:sp>
        <p:sp>
          <p:nvSpPr>
            <p:cNvPr id="495" name="TextBox 494">
              <a:extLst>
                <a:ext uri="{FF2B5EF4-FFF2-40B4-BE49-F238E27FC236}">
                  <a16:creationId xmlns:a16="http://schemas.microsoft.com/office/drawing/2014/main" id="{F0D64D16-413E-1B27-68F9-7EC6BD0B8B87}"/>
                </a:ext>
              </a:extLst>
            </p:cNvPr>
            <p:cNvSpPr txBox="1"/>
            <p:nvPr/>
          </p:nvSpPr>
          <p:spPr>
            <a:xfrm>
              <a:off x="4070478" y="1516693"/>
              <a:ext cx="362792"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0.7</a:t>
              </a:r>
            </a:p>
          </p:txBody>
        </p:sp>
        <p:sp>
          <p:nvSpPr>
            <p:cNvPr id="496" name="TextBox 495">
              <a:extLst>
                <a:ext uri="{FF2B5EF4-FFF2-40B4-BE49-F238E27FC236}">
                  <a16:creationId xmlns:a16="http://schemas.microsoft.com/office/drawing/2014/main" id="{E3CA9FDE-025E-4DB9-E5F9-C3B23008F047}"/>
                </a:ext>
              </a:extLst>
            </p:cNvPr>
            <p:cNvSpPr txBox="1"/>
            <p:nvPr/>
          </p:nvSpPr>
          <p:spPr>
            <a:xfrm>
              <a:off x="4070478" y="1262023"/>
              <a:ext cx="362792"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0.8</a:t>
              </a:r>
            </a:p>
          </p:txBody>
        </p:sp>
        <p:sp>
          <p:nvSpPr>
            <p:cNvPr id="497" name="Freeform 94">
              <a:extLst>
                <a:ext uri="{FF2B5EF4-FFF2-40B4-BE49-F238E27FC236}">
                  <a16:creationId xmlns:a16="http://schemas.microsoft.com/office/drawing/2014/main" id="{BBD981B0-09B9-8CEB-0BF9-8A5A18D00B96}"/>
                </a:ext>
              </a:extLst>
            </p:cNvPr>
            <p:cNvSpPr/>
            <p:nvPr/>
          </p:nvSpPr>
          <p:spPr>
            <a:xfrm>
              <a:off x="4357370" y="2411237"/>
              <a:ext cx="34798" cy="1551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99" name="Freeform 95">
              <a:extLst>
                <a:ext uri="{FF2B5EF4-FFF2-40B4-BE49-F238E27FC236}">
                  <a16:creationId xmlns:a16="http://schemas.microsoft.com/office/drawing/2014/main" id="{53A2ED35-AC9E-7117-F134-1023D1482B29}"/>
                </a:ext>
              </a:extLst>
            </p:cNvPr>
            <p:cNvSpPr/>
            <p:nvPr/>
          </p:nvSpPr>
          <p:spPr>
            <a:xfrm>
              <a:off x="4357370" y="2156569"/>
              <a:ext cx="34798" cy="1551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00" name="Freeform 96">
              <a:extLst>
                <a:ext uri="{FF2B5EF4-FFF2-40B4-BE49-F238E27FC236}">
                  <a16:creationId xmlns:a16="http://schemas.microsoft.com/office/drawing/2014/main" id="{2E17427D-CE00-38BA-CA51-24947E08DEF2}"/>
                </a:ext>
              </a:extLst>
            </p:cNvPr>
            <p:cNvSpPr/>
            <p:nvPr/>
          </p:nvSpPr>
          <p:spPr>
            <a:xfrm>
              <a:off x="4357370" y="1901900"/>
              <a:ext cx="34798" cy="1551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01" name="Freeform 97">
              <a:extLst>
                <a:ext uri="{FF2B5EF4-FFF2-40B4-BE49-F238E27FC236}">
                  <a16:creationId xmlns:a16="http://schemas.microsoft.com/office/drawing/2014/main" id="{5C38A548-7998-C284-D4F4-E76E2440DD73}"/>
                </a:ext>
              </a:extLst>
            </p:cNvPr>
            <p:cNvSpPr/>
            <p:nvPr/>
          </p:nvSpPr>
          <p:spPr>
            <a:xfrm>
              <a:off x="4357370" y="1647230"/>
              <a:ext cx="34798" cy="1551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02" name="Freeform 98">
              <a:extLst>
                <a:ext uri="{FF2B5EF4-FFF2-40B4-BE49-F238E27FC236}">
                  <a16:creationId xmlns:a16="http://schemas.microsoft.com/office/drawing/2014/main" id="{E4075BB0-5B67-152B-6163-AB4D0816D127}"/>
                </a:ext>
              </a:extLst>
            </p:cNvPr>
            <p:cNvSpPr/>
            <p:nvPr/>
          </p:nvSpPr>
          <p:spPr>
            <a:xfrm>
              <a:off x="4357370" y="1392562"/>
              <a:ext cx="34798" cy="1551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03" name="Freeform 99">
              <a:extLst>
                <a:ext uri="{FF2B5EF4-FFF2-40B4-BE49-F238E27FC236}">
                  <a16:creationId xmlns:a16="http://schemas.microsoft.com/office/drawing/2014/main" id="{57C2ADDF-0B72-04E5-2E03-D344AAE94285}"/>
                </a:ext>
              </a:extLst>
            </p:cNvPr>
            <p:cNvSpPr/>
            <p:nvPr/>
          </p:nvSpPr>
          <p:spPr>
            <a:xfrm>
              <a:off x="4392169" y="2606350"/>
              <a:ext cx="1307591" cy="15510"/>
            </a:xfrm>
            <a:custGeom>
              <a:avLst/>
              <a:gdLst>
                <a:gd name="csX0" fmla="*/ 0 w 1307592"/>
                <a:gd name="csY0" fmla="*/ 0 h 12700"/>
                <a:gd name="csX1" fmla="*/ 1307592 w 1307592"/>
                <a:gd name="csY1" fmla="*/ 0 h 12700"/>
              </a:gdLst>
              <a:ahLst/>
              <a:cxnLst>
                <a:cxn ang="0">
                  <a:pos x="csX0" y="csY0"/>
                </a:cxn>
                <a:cxn ang="0">
                  <a:pos x="csX1" y="csY1"/>
                </a:cxn>
              </a:cxnLst>
              <a:rect l="l" t="t" r="r" b="b"/>
              <a:pathLst>
                <a:path w="1307592" h="12700">
                  <a:moveTo>
                    <a:pt x="0" y="0"/>
                  </a:moveTo>
                  <a:lnTo>
                    <a:pt x="1307592" y="0"/>
                  </a:lnTo>
                </a:path>
              </a:pathLst>
            </a:custGeom>
            <a:noFill/>
            <a:ln w="13589" cap="sq">
              <a:solidFill>
                <a:srgbClr val="000000"/>
              </a:solidFill>
              <a:prstDash val="solid"/>
              <a:round/>
            </a:ln>
          </p:spPr>
          <p:txBody>
            <a:bodyPr/>
            <a:lstStyle/>
            <a:p>
              <a:pPr algn="ctr"/>
              <a:endParaRPr lang="en-US" sz="2646"/>
            </a:p>
          </p:txBody>
        </p:sp>
        <p:sp>
          <p:nvSpPr>
            <p:cNvPr id="504" name="Freeform 100">
              <a:extLst>
                <a:ext uri="{FF2B5EF4-FFF2-40B4-BE49-F238E27FC236}">
                  <a16:creationId xmlns:a16="http://schemas.microsoft.com/office/drawing/2014/main" id="{C4B9AD7A-7A14-B54C-E436-CDABD2D6F164}"/>
                </a:ext>
              </a:extLst>
            </p:cNvPr>
            <p:cNvSpPr/>
            <p:nvPr/>
          </p:nvSpPr>
          <p:spPr>
            <a:xfrm>
              <a:off x="4543044" y="2606350"/>
              <a:ext cx="12700" cy="42495"/>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05" name="Freeform 101">
              <a:extLst>
                <a:ext uri="{FF2B5EF4-FFF2-40B4-BE49-F238E27FC236}">
                  <a16:creationId xmlns:a16="http://schemas.microsoft.com/office/drawing/2014/main" id="{2E473A16-F4B5-AA82-1C94-B57CAA89B5C1}"/>
                </a:ext>
              </a:extLst>
            </p:cNvPr>
            <p:cNvSpPr/>
            <p:nvPr/>
          </p:nvSpPr>
          <p:spPr>
            <a:xfrm>
              <a:off x="4794504" y="2606350"/>
              <a:ext cx="12700" cy="42495"/>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06" name="Freeform 102">
              <a:extLst>
                <a:ext uri="{FF2B5EF4-FFF2-40B4-BE49-F238E27FC236}">
                  <a16:creationId xmlns:a16="http://schemas.microsoft.com/office/drawing/2014/main" id="{2644143D-9BD7-8759-324B-5E7C8CC971B7}"/>
                </a:ext>
              </a:extLst>
            </p:cNvPr>
            <p:cNvSpPr/>
            <p:nvPr/>
          </p:nvSpPr>
          <p:spPr>
            <a:xfrm>
              <a:off x="5045964" y="2606350"/>
              <a:ext cx="12700" cy="42495"/>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07" name="Freeform 103">
              <a:extLst>
                <a:ext uri="{FF2B5EF4-FFF2-40B4-BE49-F238E27FC236}">
                  <a16:creationId xmlns:a16="http://schemas.microsoft.com/office/drawing/2014/main" id="{92A00941-05C1-3B65-B603-3905BA1D04FF}"/>
                </a:ext>
              </a:extLst>
            </p:cNvPr>
            <p:cNvSpPr/>
            <p:nvPr/>
          </p:nvSpPr>
          <p:spPr>
            <a:xfrm>
              <a:off x="5297423" y="2606350"/>
              <a:ext cx="12700" cy="42495"/>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08" name="Freeform 104">
              <a:extLst>
                <a:ext uri="{FF2B5EF4-FFF2-40B4-BE49-F238E27FC236}">
                  <a16:creationId xmlns:a16="http://schemas.microsoft.com/office/drawing/2014/main" id="{FC7CEE62-1404-5480-764D-73F1AD110A58}"/>
                </a:ext>
              </a:extLst>
            </p:cNvPr>
            <p:cNvSpPr/>
            <p:nvPr/>
          </p:nvSpPr>
          <p:spPr>
            <a:xfrm>
              <a:off x="5548883" y="2606350"/>
              <a:ext cx="12700" cy="42495"/>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09" name="TextBox 508">
              <a:extLst>
                <a:ext uri="{FF2B5EF4-FFF2-40B4-BE49-F238E27FC236}">
                  <a16:creationId xmlns:a16="http://schemas.microsoft.com/office/drawing/2014/main" id="{7CF9E69D-D8E9-0B0D-8E33-69F39B9EBFB8}"/>
                </a:ext>
              </a:extLst>
            </p:cNvPr>
            <p:cNvSpPr txBox="1"/>
            <p:nvPr/>
          </p:nvSpPr>
          <p:spPr>
            <a:xfrm>
              <a:off x="4397273" y="2601285"/>
              <a:ext cx="291541"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M</a:t>
              </a:r>
            </a:p>
          </p:txBody>
        </p:sp>
        <p:sp>
          <p:nvSpPr>
            <p:cNvPr id="510" name="TextBox 509">
              <a:extLst>
                <a:ext uri="{FF2B5EF4-FFF2-40B4-BE49-F238E27FC236}">
                  <a16:creationId xmlns:a16="http://schemas.microsoft.com/office/drawing/2014/main" id="{8F914400-6D4D-F5B4-4320-514665D6B59D}"/>
                </a:ext>
              </a:extLst>
            </p:cNvPr>
            <p:cNvSpPr txBox="1"/>
            <p:nvPr/>
          </p:nvSpPr>
          <p:spPr>
            <a:xfrm>
              <a:off x="4684359" y="2601285"/>
              <a:ext cx="220289"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I</a:t>
              </a:r>
            </a:p>
          </p:txBody>
        </p:sp>
        <p:sp>
          <p:nvSpPr>
            <p:cNvPr id="511" name="TextBox 510">
              <a:extLst>
                <a:ext uri="{FF2B5EF4-FFF2-40B4-BE49-F238E27FC236}">
                  <a16:creationId xmlns:a16="http://schemas.microsoft.com/office/drawing/2014/main" id="{29F25B9C-FB6A-5084-F73D-A38B8DD640DE}"/>
                </a:ext>
              </a:extLst>
            </p:cNvPr>
            <p:cNvSpPr txBox="1"/>
            <p:nvPr/>
          </p:nvSpPr>
          <p:spPr>
            <a:xfrm>
              <a:off x="4900195" y="2601285"/>
              <a:ext cx="291541"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LI</a:t>
              </a:r>
            </a:p>
          </p:txBody>
        </p:sp>
        <p:sp>
          <p:nvSpPr>
            <p:cNvPr id="6784" name="TextBox 6783">
              <a:extLst>
                <a:ext uri="{FF2B5EF4-FFF2-40B4-BE49-F238E27FC236}">
                  <a16:creationId xmlns:a16="http://schemas.microsoft.com/office/drawing/2014/main" id="{4DF8DBA4-AC4F-9CF7-F95A-F243903C3A45}"/>
                </a:ext>
              </a:extLst>
            </p:cNvPr>
            <p:cNvSpPr txBox="1"/>
            <p:nvPr/>
          </p:nvSpPr>
          <p:spPr>
            <a:xfrm>
              <a:off x="5119419" y="2601285"/>
              <a:ext cx="356006"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NF</a:t>
              </a:r>
            </a:p>
          </p:txBody>
        </p:sp>
        <p:sp>
          <p:nvSpPr>
            <p:cNvPr id="6785" name="TextBox 6784">
              <a:extLst>
                <a:ext uri="{FF2B5EF4-FFF2-40B4-BE49-F238E27FC236}">
                  <a16:creationId xmlns:a16="http://schemas.microsoft.com/office/drawing/2014/main" id="{88DF1B9C-92BE-8BE8-7214-009CC703CFDA}"/>
                </a:ext>
              </a:extLst>
            </p:cNvPr>
            <p:cNvSpPr txBox="1"/>
            <p:nvPr/>
          </p:nvSpPr>
          <p:spPr>
            <a:xfrm>
              <a:off x="5417531" y="2601285"/>
              <a:ext cx="262702" cy="246369"/>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F</a:t>
              </a:r>
            </a:p>
          </p:txBody>
        </p:sp>
        <p:sp>
          <p:nvSpPr>
            <p:cNvPr id="6786" name="TextBox 6785">
              <a:extLst>
                <a:ext uri="{FF2B5EF4-FFF2-40B4-BE49-F238E27FC236}">
                  <a16:creationId xmlns:a16="http://schemas.microsoft.com/office/drawing/2014/main" id="{486BE234-44EE-1062-EF60-B8EF34E1D965}"/>
                </a:ext>
              </a:extLst>
            </p:cNvPr>
            <p:cNvSpPr txBox="1"/>
            <p:nvPr/>
          </p:nvSpPr>
          <p:spPr>
            <a:xfrm>
              <a:off x="4410877" y="1013807"/>
              <a:ext cx="1252305" cy="266956"/>
            </a:xfrm>
            <a:prstGeom prst="rect">
              <a:avLst/>
            </a:prstGeom>
            <a:noFill/>
          </p:spPr>
          <p:txBody>
            <a:bodyPr wrap="square" rtlCol="0">
              <a:spAutoFit/>
            </a:bodyPr>
            <a:lstStyle/>
            <a:p>
              <a:pPr algn="ctr"/>
              <a:r>
                <a:rPr lang="en-US" sz="1039">
                  <a:ln/>
                  <a:solidFill>
                    <a:srgbClr val="000000"/>
                  </a:solidFill>
                  <a:latin typeface="Arial"/>
                  <a:cs typeface="Arial"/>
                  <a:sym typeface="Arial"/>
                  <a:rtl val="0"/>
                </a:rPr>
                <a:t>6_POA_Mixed</a:t>
              </a:r>
            </a:p>
          </p:txBody>
        </p:sp>
        <p:grpSp>
          <p:nvGrpSpPr>
            <p:cNvPr id="6787" name="Group 6786">
              <a:extLst>
                <a:ext uri="{FF2B5EF4-FFF2-40B4-BE49-F238E27FC236}">
                  <a16:creationId xmlns:a16="http://schemas.microsoft.com/office/drawing/2014/main" id="{C8AE0A47-B8C8-1802-B6DA-D2E62342EBDE}"/>
                </a:ext>
              </a:extLst>
            </p:cNvPr>
            <p:cNvGrpSpPr/>
            <p:nvPr/>
          </p:nvGrpSpPr>
          <p:grpSpPr>
            <a:xfrm>
              <a:off x="1216499" y="1820537"/>
              <a:ext cx="2831973" cy="683132"/>
              <a:chOff x="904079" y="4518017"/>
              <a:chExt cx="2831973" cy="683132"/>
            </a:xfrm>
          </p:grpSpPr>
          <p:sp>
            <p:nvSpPr>
              <p:cNvPr id="6788" name="Freeform: Shape 6787">
                <a:extLst>
                  <a:ext uri="{FF2B5EF4-FFF2-40B4-BE49-F238E27FC236}">
                    <a16:creationId xmlns:a16="http://schemas.microsoft.com/office/drawing/2014/main" id="{FB108343-2A95-DB6E-00C1-355DDB1270C9}"/>
                  </a:ext>
                </a:extLst>
              </p:cNvPr>
              <p:cNvSpPr/>
              <p:nvPr/>
            </p:nvSpPr>
            <p:spPr>
              <a:xfrm>
                <a:off x="986502" y="4536051"/>
                <a:ext cx="12700" cy="80137"/>
              </a:xfrm>
              <a:custGeom>
                <a:avLst/>
                <a:gdLst>
                  <a:gd name="csX0" fmla="*/ 0 w 12700"/>
                  <a:gd name="csY0" fmla="*/ 80137 h 80137"/>
                  <a:gd name="csX1" fmla="*/ 0 w 12700"/>
                  <a:gd name="csY1" fmla="*/ 0 h 80137"/>
                </a:gdLst>
                <a:ahLst/>
                <a:cxnLst>
                  <a:cxn ang="0">
                    <a:pos x="csX0" y="csY0"/>
                  </a:cxn>
                  <a:cxn ang="0">
                    <a:pos x="csX1" y="csY1"/>
                  </a:cxn>
                </a:cxnLst>
                <a:rect l="l" t="t" r="r" b="b"/>
                <a:pathLst>
                  <a:path w="12700" h="80137">
                    <a:moveTo>
                      <a:pt x="0" y="80137"/>
                    </a:moveTo>
                    <a:lnTo>
                      <a:pt x="0" y="0"/>
                    </a:lnTo>
                  </a:path>
                </a:pathLst>
              </a:custGeom>
              <a:ln w="13589" cap="flat">
                <a:solidFill>
                  <a:srgbClr val="333333"/>
                </a:solidFill>
                <a:prstDash val="solid"/>
                <a:round/>
              </a:ln>
            </p:spPr>
            <p:txBody>
              <a:bodyPr/>
              <a:lstStyle/>
              <a:p>
                <a:endParaRPr lang="en-US" sz="1701"/>
              </a:p>
            </p:txBody>
          </p:sp>
          <p:sp>
            <p:nvSpPr>
              <p:cNvPr id="6789" name="Freeform: Shape 6788">
                <a:extLst>
                  <a:ext uri="{FF2B5EF4-FFF2-40B4-BE49-F238E27FC236}">
                    <a16:creationId xmlns:a16="http://schemas.microsoft.com/office/drawing/2014/main" id="{3D65F7C3-3823-EB18-A818-5C90275794FD}"/>
                  </a:ext>
                </a:extLst>
              </p:cNvPr>
              <p:cNvSpPr/>
              <p:nvPr/>
            </p:nvSpPr>
            <p:spPr>
              <a:xfrm>
                <a:off x="986502" y="4699246"/>
                <a:ext cx="12700" cy="10668"/>
              </a:xfrm>
              <a:custGeom>
                <a:avLst/>
                <a:gdLst>
                  <a:gd name="csX0" fmla="*/ 0 w 12700"/>
                  <a:gd name="csY0" fmla="*/ 0 h 10668"/>
                  <a:gd name="csX1" fmla="*/ 0 w 12700"/>
                  <a:gd name="csY1" fmla="*/ 10668 h 10668"/>
                </a:gdLst>
                <a:ahLst/>
                <a:cxnLst>
                  <a:cxn ang="0">
                    <a:pos x="csX0" y="csY0"/>
                  </a:cxn>
                  <a:cxn ang="0">
                    <a:pos x="csX1" y="csY1"/>
                  </a:cxn>
                </a:cxnLst>
                <a:rect l="l" t="t" r="r" b="b"/>
                <a:pathLst>
                  <a:path w="12700" h="10668">
                    <a:moveTo>
                      <a:pt x="0" y="0"/>
                    </a:moveTo>
                    <a:lnTo>
                      <a:pt x="0" y="10668"/>
                    </a:lnTo>
                  </a:path>
                </a:pathLst>
              </a:custGeom>
              <a:ln w="13589" cap="flat">
                <a:solidFill>
                  <a:srgbClr val="333333"/>
                </a:solidFill>
                <a:prstDash val="solid"/>
                <a:round/>
              </a:ln>
            </p:spPr>
            <p:txBody>
              <a:bodyPr/>
              <a:lstStyle/>
              <a:p>
                <a:endParaRPr lang="en-US" sz="1701"/>
              </a:p>
            </p:txBody>
          </p:sp>
          <p:sp>
            <p:nvSpPr>
              <p:cNvPr id="6790" name="Freeform: Shape 6789">
                <a:extLst>
                  <a:ext uri="{FF2B5EF4-FFF2-40B4-BE49-F238E27FC236}">
                    <a16:creationId xmlns:a16="http://schemas.microsoft.com/office/drawing/2014/main" id="{60FBDEA6-C911-2B87-050A-9A7042169250}"/>
                  </a:ext>
                </a:extLst>
              </p:cNvPr>
              <p:cNvSpPr/>
              <p:nvPr/>
            </p:nvSpPr>
            <p:spPr>
              <a:xfrm>
                <a:off x="904079" y="4616188"/>
                <a:ext cx="164845" cy="83057"/>
              </a:xfrm>
              <a:custGeom>
                <a:avLst/>
                <a:gdLst>
                  <a:gd name="csX0" fmla="*/ 0 w 164845"/>
                  <a:gd name="csY0" fmla="*/ 0 h 83057"/>
                  <a:gd name="csX1" fmla="*/ 0 w 164845"/>
                  <a:gd name="csY1" fmla="*/ 83058 h 83057"/>
                  <a:gd name="csX2" fmla="*/ 164846 w 164845"/>
                  <a:gd name="csY2" fmla="*/ 83058 h 83057"/>
                  <a:gd name="csX3" fmla="*/ 164846 w 164845"/>
                  <a:gd name="csY3" fmla="*/ 0 h 83057"/>
                  <a:gd name="csX4" fmla="*/ 0 w 164845"/>
                  <a:gd name="csY4" fmla="*/ 0 h 83057"/>
                </a:gdLst>
                <a:ahLst/>
                <a:cxnLst>
                  <a:cxn ang="0">
                    <a:pos x="csX0" y="csY0"/>
                  </a:cxn>
                  <a:cxn ang="0">
                    <a:pos x="csX1" y="csY1"/>
                  </a:cxn>
                  <a:cxn ang="0">
                    <a:pos x="csX2" y="csY2"/>
                  </a:cxn>
                  <a:cxn ang="0">
                    <a:pos x="csX3" y="csY3"/>
                  </a:cxn>
                  <a:cxn ang="0">
                    <a:pos x="csX4" y="csY4"/>
                  </a:cxn>
                </a:cxnLst>
                <a:rect l="l" t="t" r="r" b="b"/>
                <a:pathLst>
                  <a:path w="164845" h="83057">
                    <a:moveTo>
                      <a:pt x="0" y="0"/>
                    </a:moveTo>
                    <a:lnTo>
                      <a:pt x="0" y="83058"/>
                    </a:lnTo>
                    <a:lnTo>
                      <a:pt x="164846" y="83058"/>
                    </a:lnTo>
                    <a:lnTo>
                      <a:pt x="164846" y="0"/>
                    </a:lnTo>
                    <a:lnTo>
                      <a:pt x="0" y="0"/>
                    </a:lnTo>
                    <a:close/>
                  </a:path>
                </a:pathLst>
              </a:custGeom>
              <a:solidFill>
                <a:srgbClr val="1965B0"/>
              </a:solidFill>
              <a:ln w="13589" cap="flat">
                <a:solidFill>
                  <a:srgbClr val="333333"/>
                </a:solidFill>
                <a:prstDash val="solid"/>
                <a:miter/>
              </a:ln>
            </p:spPr>
            <p:txBody>
              <a:bodyPr/>
              <a:lstStyle/>
              <a:p>
                <a:endParaRPr lang="en-US" sz="1701"/>
              </a:p>
            </p:txBody>
          </p:sp>
          <p:sp>
            <p:nvSpPr>
              <p:cNvPr id="6791" name="Freeform: Shape 6790">
                <a:extLst>
                  <a:ext uri="{FF2B5EF4-FFF2-40B4-BE49-F238E27FC236}">
                    <a16:creationId xmlns:a16="http://schemas.microsoft.com/office/drawing/2014/main" id="{43E0BEAB-29D3-F65C-5056-872E4C35FCA3}"/>
                  </a:ext>
                </a:extLst>
              </p:cNvPr>
              <p:cNvSpPr/>
              <p:nvPr/>
            </p:nvSpPr>
            <p:spPr>
              <a:xfrm>
                <a:off x="904079" y="4651621"/>
                <a:ext cx="164845" cy="12700"/>
              </a:xfrm>
              <a:custGeom>
                <a:avLst/>
                <a:gdLst>
                  <a:gd name="csX0" fmla="*/ 0 w 164845"/>
                  <a:gd name="csY0" fmla="*/ 0 h 12700"/>
                  <a:gd name="csX1" fmla="*/ 164846 w 164845"/>
                  <a:gd name="csY1" fmla="*/ 0 h 12700"/>
                </a:gdLst>
                <a:ahLst/>
                <a:cxnLst>
                  <a:cxn ang="0">
                    <a:pos x="csX0" y="csY0"/>
                  </a:cxn>
                  <a:cxn ang="0">
                    <a:pos x="csX1" y="csY1"/>
                  </a:cxn>
                </a:cxnLst>
                <a:rect l="l" t="t" r="r" b="b"/>
                <a:pathLst>
                  <a:path w="164845" h="12700">
                    <a:moveTo>
                      <a:pt x="0" y="0"/>
                    </a:moveTo>
                    <a:lnTo>
                      <a:pt x="164846" y="0"/>
                    </a:lnTo>
                  </a:path>
                </a:pathLst>
              </a:custGeom>
              <a:ln w="27051" cap="flat">
                <a:solidFill>
                  <a:srgbClr val="333333"/>
                </a:solidFill>
                <a:prstDash val="solid"/>
                <a:miter/>
              </a:ln>
            </p:spPr>
            <p:txBody>
              <a:bodyPr/>
              <a:lstStyle/>
              <a:p>
                <a:endParaRPr lang="en-US" sz="1701"/>
              </a:p>
            </p:txBody>
          </p:sp>
          <p:sp>
            <p:nvSpPr>
              <p:cNvPr id="6792" name="Freeform: Shape 6791">
                <a:extLst>
                  <a:ext uri="{FF2B5EF4-FFF2-40B4-BE49-F238E27FC236}">
                    <a16:creationId xmlns:a16="http://schemas.microsoft.com/office/drawing/2014/main" id="{0D919FD3-90A9-867B-5666-CA6B4D4D2D10}"/>
                  </a:ext>
                </a:extLst>
              </p:cNvPr>
              <p:cNvSpPr/>
              <p:nvPr/>
            </p:nvSpPr>
            <p:spPr>
              <a:xfrm>
                <a:off x="1261203" y="4537448"/>
                <a:ext cx="12700" cy="69215"/>
              </a:xfrm>
              <a:custGeom>
                <a:avLst/>
                <a:gdLst>
                  <a:gd name="csX0" fmla="*/ 0 w 12700"/>
                  <a:gd name="csY0" fmla="*/ 69215 h 69215"/>
                  <a:gd name="csX1" fmla="*/ 0 w 12700"/>
                  <a:gd name="csY1" fmla="*/ 0 h 69215"/>
                </a:gdLst>
                <a:ahLst/>
                <a:cxnLst>
                  <a:cxn ang="0">
                    <a:pos x="csX0" y="csY0"/>
                  </a:cxn>
                  <a:cxn ang="0">
                    <a:pos x="csX1" y="csY1"/>
                  </a:cxn>
                </a:cxnLst>
                <a:rect l="l" t="t" r="r" b="b"/>
                <a:pathLst>
                  <a:path w="12700" h="69215">
                    <a:moveTo>
                      <a:pt x="0" y="69215"/>
                    </a:moveTo>
                    <a:lnTo>
                      <a:pt x="0" y="0"/>
                    </a:lnTo>
                  </a:path>
                </a:pathLst>
              </a:custGeom>
              <a:ln w="13589" cap="flat">
                <a:solidFill>
                  <a:srgbClr val="333333"/>
                </a:solidFill>
                <a:prstDash val="solid"/>
                <a:round/>
              </a:ln>
            </p:spPr>
            <p:txBody>
              <a:bodyPr/>
              <a:lstStyle/>
              <a:p>
                <a:endParaRPr lang="en-US" sz="1701"/>
              </a:p>
            </p:txBody>
          </p:sp>
          <p:sp>
            <p:nvSpPr>
              <p:cNvPr id="6793" name="Freeform: Shape 6792">
                <a:extLst>
                  <a:ext uri="{FF2B5EF4-FFF2-40B4-BE49-F238E27FC236}">
                    <a16:creationId xmlns:a16="http://schemas.microsoft.com/office/drawing/2014/main" id="{73B6244E-EAB6-1A00-F4EC-82C5C964918D}"/>
                  </a:ext>
                </a:extLst>
              </p:cNvPr>
              <p:cNvSpPr/>
              <p:nvPr/>
            </p:nvSpPr>
            <p:spPr>
              <a:xfrm>
                <a:off x="1261203" y="4654288"/>
                <a:ext cx="12700" cy="60071"/>
              </a:xfrm>
              <a:custGeom>
                <a:avLst/>
                <a:gdLst>
                  <a:gd name="csX0" fmla="*/ 0 w 12700"/>
                  <a:gd name="csY0" fmla="*/ 0 h 60071"/>
                  <a:gd name="csX1" fmla="*/ 0 w 12700"/>
                  <a:gd name="csY1" fmla="*/ 60071 h 60071"/>
                </a:gdLst>
                <a:ahLst/>
                <a:cxnLst>
                  <a:cxn ang="0">
                    <a:pos x="csX0" y="csY0"/>
                  </a:cxn>
                  <a:cxn ang="0">
                    <a:pos x="csX1" y="csY1"/>
                  </a:cxn>
                </a:cxnLst>
                <a:rect l="l" t="t" r="r" b="b"/>
                <a:pathLst>
                  <a:path w="12700" h="60071">
                    <a:moveTo>
                      <a:pt x="0" y="0"/>
                    </a:moveTo>
                    <a:lnTo>
                      <a:pt x="0" y="60071"/>
                    </a:lnTo>
                  </a:path>
                </a:pathLst>
              </a:custGeom>
              <a:ln w="13589" cap="flat">
                <a:solidFill>
                  <a:srgbClr val="333333"/>
                </a:solidFill>
                <a:prstDash val="solid"/>
                <a:round/>
              </a:ln>
            </p:spPr>
            <p:txBody>
              <a:bodyPr/>
              <a:lstStyle/>
              <a:p>
                <a:endParaRPr lang="en-US" sz="1701"/>
              </a:p>
            </p:txBody>
          </p:sp>
          <p:sp>
            <p:nvSpPr>
              <p:cNvPr id="6794" name="Freeform: Shape 6793">
                <a:extLst>
                  <a:ext uri="{FF2B5EF4-FFF2-40B4-BE49-F238E27FC236}">
                    <a16:creationId xmlns:a16="http://schemas.microsoft.com/office/drawing/2014/main" id="{62B1A13A-50F7-1724-0415-7EB873B7D59A}"/>
                  </a:ext>
                </a:extLst>
              </p:cNvPr>
              <p:cNvSpPr/>
              <p:nvPr/>
            </p:nvSpPr>
            <p:spPr>
              <a:xfrm>
                <a:off x="1178780" y="4606663"/>
                <a:ext cx="164845" cy="47625"/>
              </a:xfrm>
              <a:custGeom>
                <a:avLst/>
                <a:gdLst>
                  <a:gd name="csX0" fmla="*/ 0 w 164845"/>
                  <a:gd name="csY0" fmla="*/ 0 h 47625"/>
                  <a:gd name="csX1" fmla="*/ 0 w 164845"/>
                  <a:gd name="csY1" fmla="*/ 47625 h 47625"/>
                  <a:gd name="csX2" fmla="*/ 164846 w 164845"/>
                  <a:gd name="csY2" fmla="*/ 47625 h 47625"/>
                  <a:gd name="csX3" fmla="*/ 164846 w 164845"/>
                  <a:gd name="csY3" fmla="*/ 0 h 47625"/>
                  <a:gd name="csX4" fmla="*/ 0 w 164845"/>
                  <a:gd name="csY4" fmla="*/ 0 h 47625"/>
                </a:gdLst>
                <a:ahLst/>
                <a:cxnLst>
                  <a:cxn ang="0">
                    <a:pos x="csX0" y="csY0"/>
                  </a:cxn>
                  <a:cxn ang="0">
                    <a:pos x="csX1" y="csY1"/>
                  </a:cxn>
                  <a:cxn ang="0">
                    <a:pos x="csX2" y="csY2"/>
                  </a:cxn>
                  <a:cxn ang="0">
                    <a:pos x="csX3" y="csY3"/>
                  </a:cxn>
                  <a:cxn ang="0">
                    <a:pos x="csX4" y="csY4"/>
                  </a:cxn>
                </a:cxnLst>
                <a:rect l="l" t="t" r="r" b="b"/>
                <a:pathLst>
                  <a:path w="164845" h="47625">
                    <a:moveTo>
                      <a:pt x="0" y="0"/>
                    </a:moveTo>
                    <a:lnTo>
                      <a:pt x="0" y="47625"/>
                    </a:lnTo>
                    <a:lnTo>
                      <a:pt x="164846" y="47625"/>
                    </a:lnTo>
                    <a:lnTo>
                      <a:pt x="164846" y="0"/>
                    </a:lnTo>
                    <a:lnTo>
                      <a:pt x="0" y="0"/>
                    </a:lnTo>
                    <a:close/>
                  </a:path>
                </a:pathLst>
              </a:custGeom>
              <a:solidFill>
                <a:srgbClr val="4EB265"/>
              </a:solidFill>
              <a:ln w="13589" cap="flat">
                <a:solidFill>
                  <a:srgbClr val="333333"/>
                </a:solidFill>
                <a:prstDash val="solid"/>
                <a:miter/>
              </a:ln>
            </p:spPr>
            <p:txBody>
              <a:bodyPr/>
              <a:lstStyle/>
              <a:p>
                <a:endParaRPr lang="en-US" sz="1701"/>
              </a:p>
            </p:txBody>
          </p:sp>
          <p:sp>
            <p:nvSpPr>
              <p:cNvPr id="6795" name="Freeform: Shape 6794">
                <a:extLst>
                  <a:ext uri="{FF2B5EF4-FFF2-40B4-BE49-F238E27FC236}">
                    <a16:creationId xmlns:a16="http://schemas.microsoft.com/office/drawing/2014/main" id="{363ABF53-6C74-2C5F-0370-8D73A2965AEB}"/>
                  </a:ext>
                </a:extLst>
              </p:cNvPr>
              <p:cNvSpPr/>
              <p:nvPr/>
            </p:nvSpPr>
            <p:spPr>
              <a:xfrm>
                <a:off x="1178780" y="4626221"/>
                <a:ext cx="164846" cy="12700"/>
              </a:xfrm>
              <a:custGeom>
                <a:avLst/>
                <a:gdLst>
                  <a:gd name="csX0" fmla="*/ 0 w 164846"/>
                  <a:gd name="csY0" fmla="*/ 0 h 12700"/>
                  <a:gd name="csX1" fmla="*/ 164846 w 164846"/>
                  <a:gd name="csY1" fmla="*/ 0 h 12700"/>
                </a:gdLst>
                <a:ahLst/>
                <a:cxnLst>
                  <a:cxn ang="0">
                    <a:pos x="csX0" y="csY0"/>
                  </a:cxn>
                  <a:cxn ang="0">
                    <a:pos x="csX1" y="csY1"/>
                  </a:cxn>
                </a:cxnLst>
                <a:rect l="l" t="t" r="r" b="b"/>
                <a:pathLst>
                  <a:path w="164846" h="12700">
                    <a:moveTo>
                      <a:pt x="0" y="0"/>
                    </a:moveTo>
                    <a:lnTo>
                      <a:pt x="164846" y="0"/>
                    </a:lnTo>
                  </a:path>
                </a:pathLst>
              </a:custGeom>
              <a:ln w="27051" cap="flat">
                <a:solidFill>
                  <a:srgbClr val="333333"/>
                </a:solidFill>
                <a:prstDash val="solid"/>
                <a:miter/>
              </a:ln>
            </p:spPr>
            <p:txBody>
              <a:bodyPr/>
              <a:lstStyle/>
              <a:p>
                <a:endParaRPr lang="en-US" sz="1701"/>
              </a:p>
            </p:txBody>
          </p:sp>
          <p:sp>
            <p:nvSpPr>
              <p:cNvPr id="6796" name="Freeform: Shape 6795">
                <a:extLst>
                  <a:ext uri="{FF2B5EF4-FFF2-40B4-BE49-F238E27FC236}">
                    <a16:creationId xmlns:a16="http://schemas.microsoft.com/office/drawing/2014/main" id="{3B8F80F4-416F-C4F6-4D5D-D331B7FF4E4C}"/>
                  </a:ext>
                </a:extLst>
              </p:cNvPr>
              <p:cNvSpPr/>
              <p:nvPr/>
            </p:nvSpPr>
            <p:spPr>
              <a:xfrm>
                <a:off x="1536031" y="4663813"/>
                <a:ext cx="12700" cy="49911"/>
              </a:xfrm>
              <a:custGeom>
                <a:avLst/>
                <a:gdLst>
                  <a:gd name="csX0" fmla="*/ 0 w 12700"/>
                  <a:gd name="csY0" fmla="*/ 49911 h 49911"/>
                  <a:gd name="csX1" fmla="*/ 0 w 12700"/>
                  <a:gd name="csY1" fmla="*/ 0 h 49911"/>
                </a:gdLst>
                <a:ahLst/>
                <a:cxnLst>
                  <a:cxn ang="0">
                    <a:pos x="csX0" y="csY0"/>
                  </a:cxn>
                  <a:cxn ang="0">
                    <a:pos x="csX1" y="csY1"/>
                  </a:cxn>
                </a:cxnLst>
                <a:rect l="l" t="t" r="r" b="b"/>
                <a:pathLst>
                  <a:path w="12700" h="49911">
                    <a:moveTo>
                      <a:pt x="0" y="49911"/>
                    </a:moveTo>
                    <a:lnTo>
                      <a:pt x="0" y="0"/>
                    </a:lnTo>
                  </a:path>
                </a:pathLst>
              </a:custGeom>
              <a:ln w="13589" cap="flat">
                <a:solidFill>
                  <a:srgbClr val="333333"/>
                </a:solidFill>
                <a:prstDash val="solid"/>
                <a:round/>
              </a:ln>
            </p:spPr>
            <p:txBody>
              <a:bodyPr/>
              <a:lstStyle/>
              <a:p>
                <a:endParaRPr lang="en-US" sz="1701"/>
              </a:p>
            </p:txBody>
          </p:sp>
          <p:sp>
            <p:nvSpPr>
              <p:cNvPr id="6797" name="Freeform: Shape 6796">
                <a:extLst>
                  <a:ext uri="{FF2B5EF4-FFF2-40B4-BE49-F238E27FC236}">
                    <a16:creationId xmlns:a16="http://schemas.microsoft.com/office/drawing/2014/main" id="{EB041D4B-7FEF-5701-D982-9EAF0A59B7C1}"/>
                  </a:ext>
                </a:extLst>
              </p:cNvPr>
              <p:cNvSpPr/>
              <p:nvPr/>
            </p:nvSpPr>
            <p:spPr>
              <a:xfrm>
                <a:off x="1536031" y="4813673"/>
                <a:ext cx="12700" cy="50038"/>
              </a:xfrm>
              <a:custGeom>
                <a:avLst/>
                <a:gdLst>
                  <a:gd name="csX0" fmla="*/ 0 w 12700"/>
                  <a:gd name="csY0" fmla="*/ 0 h 50038"/>
                  <a:gd name="csX1" fmla="*/ 0 w 12700"/>
                  <a:gd name="csY1" fmla="*/ 50038 h 50038"/>
                </a:gdLst>
                <a:ahLst/>
                <a:cxnLst>
                  <a:cxn ang="0">
                    <a:pos x="csX0" y="csY0"/>
                  </a:cxn>
                  <a:cxn ang="0">
                    <a:pos x="csX1" y="csY1"/>
                  </a:cxn>
                </a:cxnLst>
                <a:rect l="l" t="t" r="r" b="b"/>
                <a:pathLst>
                  <a:path w="12700" h="50038">
                    <a:moveTo>
                      <a:pt x="0" y="0"/>
                    </a:moveTo>
                    <a:lnTo>
                      <a:pt x="0" y="50038"/>
                    </a:lnTo>
                  </a:path>
                </a:pathLst>
              </a:custGeom>
              <a:ln w="13589" cap="flat">
                <a:solidFill>
                  <a:srgbClr val="333333"/>
                </a:solidFill>
                <a:prstDash val="solid"/>
                <a:round/>
              </a:ln>
            </p:spPr>
            <p:txBody>
              <a:bodyPr/>
              <a:lstStyle/>
              <a:p>
                <a:endParaRPr lang="en-US" sz="1701"/>
              </a:p>
            </p:txBody>
          </p:sp>
          <p:sp>
            <p:nvSpPr>
              <p:cNvPr id="6798" name="Freeform: Shape 6797">
                <a:extLst>
                  <a:ext uri="{FF2B5EF4-FFF2-40B4-BE49-F238E27FC236}">
                    <a16:creationId xmlns:a16="http://schemas.microsoft.com/office/drawing/2014/main" id="{CCAFC916-43D4-B1F0-F1FB-6B36EFDFBECE}"/>
                  </a:ext>
                </a:extLst>
              </p:cNvPr>
              <p:cNvSpPr/>
              <p:nvPr/>
            </p:nvSpPr>
            <p:spPr>
              <a:xfrm>
                <a:off x="1453608" y="4713723"/>
                <a:ext cx="164845" cy="99949"/>
              </a:xfrm>
              <a:custGeom>
                <a:avLst/>
                <a:gdLst>
                  <a:gd name="csX0" fmla="*/ 0 w 164845"/>
                  <a:gd name="csY0" fmla="*/ 0 h 99949"/>
                  <a:gd name="csX1" fmla="*/ 0 w 164845"/>
                  <a:gd name="csY1" fmla="*/ 99949 h 99949"/>
                  <a:gd name="csX2" fmla="*/ 164846 w 164845"/>
                  <a:gd name="csY2" fmla="*/ 99949 h 99949"/>
                  <a:gd name="csX3" fmla="*/ 164846 w 164845"/>
                  <a:gd name="csY3" fmla="*/ 0 h 99949"/>
                  <a:gd name="csX4" fmla="*/ 0 w 164845"/>
                  <a:gd name="csY4" fmla="*/ 0 h 99949"/>
                </a:gdLst>
                <a:ahLst/>
                <a:cxnLst>
                  <a:cxn ang="0">
                    <a:pos x="csX0" y="csY0"/>
                  </a:cxn>
                  <a:cxn ang="0">
                    <a:pos x="csX1" y="csY1"/>
                  </a:cxn>
                  <a:cxn ang="0">
                    <a:pos x="csX2" y="csY2"/>
                  </a:cxn>
                  <a:cxn ang="0">
                    <a:pos x="csX3" y="csY3"/>
                  </a:cxn>
                  <a:cxn ang="0">
                    <a:pos x="csX4" y="csY4"/>
                  </a:cxn>
                </a:cxnLst>
                <a:rect l="l" t="t" r="r" b="b"/>
                <a:pathLst>
                  <a:path w="164845" h="99949">
                    <a:moveTo>
                      <a:pt x="0" y="0"/>
                    </a:moveTo>
                    <a:lnTo>
                      <a:pt x="0" y="99949"/>
                    </a:lnTo>
                    <a:lnTo>
                      <a:pt x="164846" y="99949"/>
                    </a:lnTo>
                    <a:lnTo>
                      <a:pt x="164846" y="0"/>
                    </a:lnTo>
                    <a:lnTo>
                      <a:pt x="0" y="0"/>
                    </a:lnTo>
                    <a:close/>
                  </a:path>
                </a:pathLst>
              </a:custGeom>
              <a:solidFill>
                <a:srgbClr val="F7F056"/>
              </a:solidFill>
              <a:ln w="13589" cap="flat">
                <a:solidFill>
                  <a:srgbClr val="333333"/>
                </a:solidFill>
                <a:prstDash val="solid"/>
                <a:miter/>
              </a:ln>
            </p:spPr>
            <p:txBody>
              <a:bodyPr/>
              <a:lstStyle/>
              <a:p>
                <a:endParaRPr lang="en-US" sz="1701"/>
              </a:p>
            </p:txBody>
          </p:sp>
          <p:sp>
            <p:nvSpPr>
              <p:cNvPr id="6799" name="Freeform: Shape 6798">
                <a:extLst>
                  <a:ext uri="{FF2B5EF4-FFF2-40B4-BE49-F238E27FC236}">
                    <a16:creationId xmlns:a16="http://schemas.microsoft.com/office/drawing/2014/main" id="{86F7F0BC-C67D-5666-6021-CBFE395851D1}"/>
                  </a:ext>
                </a:extLst>
              </p:cNvPr>
              <p:cNvSpPr/>
              <p:nvPr/>
            </p:nvSpPr>
            <p:spPr>
              <a:xfrm>
                <a:off x="1453608" y="4763762"/>
                <a:ext cx="164846" cy="12700"/>
              </a:xfrm>
              <a:custGeom>
                <a:avLst/>
                <a:gdLst>
                  <a:gd name="csX0" fmla="*/ 0 w 164846"/>
                  <a:gd name="csY0" fmla="*/ 0 h 12700"/>
                  <a:gd name="csX1" fmla="*/ 164846 w 164846"/>
                  <a:gd name="csY1" fmla="*/ 0 h 12700"/>
                </a:gdLst>
                <a:ahLst/>
                <a:cxnLst>
                  <a:cxn ang="0">
                    <a:pos x="csX0" y="csY0"/>
                  </a:cxn>
                  <a:cxn ang="0">
                    <a:pos x="csX1" y="csY1"/>
                  </a:cxn>
                </a:cxnLst>
                <a:rect l="l" t="t" r="r" b="b"/>
                <a:pathLst>
                  <a:path w="164846" h="12700">
                    <a:moveTo>
                      <a:pt x="0" y="0"/>
                    </a:moveTo>
                    <a:lnTo>
                      <a:pt x="164846" y="0"/>
                    </a:lnTo>
                  </a:path>
                </a:pathLst>
              </a:custGeom>
              <a:ln w="27051" cap="flat">
                <a:solidFill>
                  <a:srgbClr val="333333"/>
                </a:solidFill>
                <a:prstDash val="solid"/>
                <a:miter/>
              </a:ln>
            </p:spPr>
            <p:txBody>
              <a:bodyPr/>
              <a:lstStyle/>
              <a:p>
                <a:endParaRPr lang="en-US" sz="1701"/>
              </a:p>
            </p:txBody>
          </p:sp>
          <p:sp>
            <p:nvSpPr>
              <p:cNvPr id="6800" name="Freeform: Shape 6799">
                <a:extLst>
                  <a:ext uri="{FF2B5EF4-FFF2-40B4-BE49-F238E27FC236}">
                    <a16:creationId xmlns:a16="http://schemas.microsoft.com/office/drawing/2014/main" id="{5E09B93D-26EE-A467-B755-565176B9EC78}"/>
                  </a:ext>
                </a:extLst>
              </p:cNvPr>
              <p:cNvSpPr/>
              <p:nvPr/>
            </p:nvSpPr>
            <p:spPr>
              <a:xfrm>
                <a:off x="2085560" y="4682990"/>
                <a:ext cx="12700" cy="12572"/>
              </a:xfrm>
              <a:custGeom>
                <a:avLst/>
                <a:gdLst>
                  <a:gd name="csX0" fmla="*/ 0 w 12700"/>
                  <a:gd name="csY0" fmla="*/ 12573 h 12572"/>
                  <a:gd name="csX1" fmla="*/ 0 w 12700"/>
                  <a:gd name="csY1" fmla="*/ 0 h 12572"/>
                </a:gdLst>
                <a:ahLst/>
                <a:cxnLst>
                  <a:cxn ang="0">
                    <a:pos x="csX0" y="csY0"/>
                  </a:cxn>
                  <a:cxn ang="0">
                    <a:pos x="csX1" y="csY1"/>
                  </a:cxn>
                </a:cxnLst>
                <a:rect l="l" t="t" r="r" b="b"/>
                <a:pathLst>
                  <a:path w="12700" h="12572">
                    <a:moveTo>
                      <a:pt x="0" y="12573"/>
                    </a:moveTo>
                    <a:lnTo>
                      <a:pt x="0" y="0"/>
                    </a:lnTo>
                  </a:path>
                </a:pathLst>
              </a:custGeom>
              <a:ln w="13589" cap="flat">
                <a:solidFill>
                  <a:srgbClr val="333333"/>
                </a:solidFill>
                <a:prstDash val="solid"/>
                <a:round/>
              </a:ln>
            </p:spPr>
            <p:txBody>
              <a:bodyPr/>
              <a:lstStyle/>
              <a:p>
                <a:endParaRPr lang="en-US" sz="1701"/>
              </a:p>
            </p:txBody>
          </p:sp>
          <p:sp>
            <p:nvSpPr>
              <p:cNvPr id="6801" name="Freeform: Shape 6800">
                <a:extLst>
                  <a:ext uri="{FF2B5EF4-FFF2-40B4-BE49-F238E27FC236}">
                    <a16:creationId xmlns:a16="http://schemas.microsoft.com/office/drawing/2014/main" id="{2F27679F-0B79-B3E4-0DE2-3EB5D3E47D37}"/>
                  </a:ext>
                </a:extLst>
              </p:cNvPr>
              <p:cNvSpPr/>
              <p:nvPr/>
            </p:nvSpPr>
            <p:spPr>
              <a:xfrm>
                <a:off x="2085560" y="4847074"/>
                <a:ext cx="12700" cy="35051"/>
              </a:xfrm>
              <a:custGeom>
                <a:avLst/>
                <a:gdLst>
                  <a:gd name="csX0" fmla="*/ 0 w 12700"/>
                  <a:gd name="csY0" fmla="*/ 0 h 35051"/>
                  <a:gd name="csX1" fmla="*/ 0 w 12700"/>
                  <a:gd name="csY1" fmla="*/ 35052 h 35051"/>
                </a:gdLst>
                <a:ahLst/>
                <a:cxnLst>
                  <a:cxn ang="0">
                    <a:pos x="csX0" y="csY0"/>
                  </a:cxn>
                  <a:cxn ang="0">
                    <a:pos x="csX1" y="csY1"/>
                  </a:cxn>
                </a:cxnLst>
                <a:rect l="l" t="t" r="r" b="b"/>
                <a:pathLst>
                  <a:path w="12700" h="35051">
                    <a:moveTo>
                      <a:pt x="0" y="0"/>
                    </a:moveTo>
                    <a:lnTo>
                      <a:pt x="0" y="35052"/>
                    </a:lnTo>
                  </a:path>
                </a:pathLst>
              </a:custGeom>
              <a:ln w="13589" cap="flat">
                <a:solidFill>
                  <a:srgbClr val="333333"/>
                </a:solidFill>
                <a:prstDash val="solid"/>
                <a:round/>
              </a:ln>
            </p:spPr>
            <p:txBody>
              <a:bodyPr/>
              <a:lstStyle/>
              <a:p>
                <a:endParaRPr lang="en-US" sz="1701"/>
              </a:p>
            </p:txBody>
          </p:sp>
          <p:sp>
            <p:nvSpPr>
              <p:cNvPr id="6802" name="Freeform: Shape 6801">
                <a:extLst>
                  <a:ext uri="{FF2B5EF4-FFF2-40B4-BE49-F238E27FC236}">
                    <a16:creationId xmlns:a16="http://schemas.microsoft.com/office/drawing/2014/main" id="{48438B1A-7C6A-F789-A1ED-8CE2F41EC8BE}"/>
                  </a:ext>
                </a:extLst>
              </p:cNvPr>
              <p:cNvSpPr/>
              <p:nvPr/>
            </p:nvSpPr>
            <p:spPr>
              <a:xfrm>
                <a:off x="2003137" y="4695563"/>
                <a:ext cx="164845" cy="151510"/>
              </a:xfrm>
              <a:custGeom>
                <a:avLst/>
                <a:gdLst>
                  <a:gd name="csX0" fmla="*/ 0 w 164845"/>
                  <a:gd name="csY0" fmla="*/ 0 h 151510"/>
                  <a:gd name="csX1" fmla="*/ 0 w 164845"/>
                  <a:gd name="csY1" fmla="*/ 151511 h 151510"/>
                  <a:gd name="csX2" fmla="*/ 164846 w 164845"/>
                  <a:gd name="csY2" fmla="*/ 151511 h 151510"/>
                  <a:gd name="csX3" fmla="*/ 164846 w 164845"/>
                  <a:gd name="csY3" fmla="*/ 0 h 151510"/>
                  <a:gd name="csX4" fmla="*/ 0 w 164845"/>
                  <a:gd name="csY4" fmla="*/ 0 h 151510"/>
                </a:gdLst>
                <a:ahLst/>
                <a:cxnLst>
                  <a:cxn ang="0">
                    <a:pos x="csX0" y="csY0"/>
                  </a:cxn>
                  <a:cxn ang="0">
                    <a:pos x="csX1" y="csY1"/>
                  </a:cxn>
                  <a:cxn ang="0">
                    <a:pos x="csX2" y="csY2"/>
                  </a:cxn>
                  <a:cxn ang="0">
                    <a:pos x="csX3" y="csY3"/>
                  </a:cxn>
                  <a:cxn ang="0">
                    <a:pos x="csX4" y="csY4"/>
                  </a:cxn>
                </a:cxnLst>
                <a:rect l="l" t="t" r="r" b="b"/>
                <a:pathLst>
                  <a:path w="164845" h="151510">
                    <a:moveTo>
                      <a:pt x="0" y="0"/>
                    </a:moveTo>
                    <a:lnTo>
                      <a:pt x="0" y="151511"/>
                    </a:lnTo>
                    <a:lnTo>
                      <a:pt x="164846" y="151511"/>
                    </a:lnTo>
                    <a:lnTo>
                      <a:pt x="164846" y="0"/>
                    </a:lnTo>
                    <a:lnTo>
                      <a:pt x="0" y="0"/>
                    </a:lnTo>
                    <a:close/>
                  </a:path>
                </a:pathLst>
              </a:custGeom>
              <a:solidFill>
                <a:srgbClr val="DC050C"/>
              </a:solidFill>
              <a:ln w="13589" cap="flat">
                <a:solidFill>
                  <a:srgbClr val="333333"/>
                </a:solidFill>
                <a:prstDash val="solid"/>
                <a:miter/>
              </a:ln>
            </p:spPr>
            <p:txBody>
              <a:bodyPr/>
              <a:lstStyle/>
              <a:p>
                <a:endParaRPr lang="en-US" sz="1701"/>
              </a:p>
            </p:txBody>
          </p:sp>
          <p:sp>
            <p:nvSpPr>
              <p:cNvPr id="6803" name="Freeform: Shape 6802">
                <a:extLst>
                  <a:ext uri="{FF2B5EF4-FFF2-40B4-BE49-F238E27FC236}">
                    <a16:creationId xmlns:a16="http://schemas.microsoft.com/office/drawing/2014/main" id="{AF48FBC4-3D8B-663F-16C4-EE5313620463}"/>
                  </a:ext>
                </a:extLst>
              </p:cNvPr>
              <p:cNvSpPr/>
              <p:nvPr/>
            </p:nvSpPr>
            <p:spPr>
              <a:xfrm>
                <a:off x="2003137" y="4745220"/>
                <a:ext cx="164846" cy="12700"/>
              </a:xfrm>
              <a:custGeom>
                <a:avLst/>
                <a:gdLst>
                  <a:gd name="csX0" fmla="*/ 0 w 164846"/>
                  <a:gd name="csY0" fmla="*/ 0 h 12700"/>
                  <a:gd name="csX1" fmla="*/ 164846 w 164846"/>
                  <a:gd name="csY1" fmla="*/ 0 h 12700"/>
                </a:gdLst>
                <a:ahLst/>
                <a:cxnLst>
                  <a:cxn ang="0">
                    <a:pos x="csX0" y="csY0"/>
                  </a:cxn>
                  <a:cxn ang="0">
                    <a:pos x="csX1" y="csY1"/>
                  </a:cxn>
                </a:cxnLst>
                <a:rect l="l" t="t" r="r" b="b"/>
                <a:pathLst>
                  <a:path w="164846" h="12700">
                    <a:moveTo>
                      <a:pt x="0" y="0"/>
                    </a:moveTo>
                    <a:lnTo>
                      <a:pt x="164846" y="0"/>
                    </a:lnTo>
                  </a:path>
                </a:pathLst>
              </a:custGeom>
              <a:ln w="27051" cap="flat">
                <a:solidFill>
                  <a:srgbClr val="333333"/>
                </a:solidFill>
                <a:prstDash val="solid"/>
                <a:miter/>
              </a:ln>
            </p:spPr>
            <p:txBody>
              <a:bodyPr/>
              <a:lstStyle/>
              <a:p>
                <a:endParaRPr lang="en-US" sz="1701"/>
              </a:p>
            </p:txBody>
          </p:sp>
          <p:sp>
            <p:nvSpPr>
              <p:cNvPr id="6804" name="Oval 6803">
                <a:extLst>
                  <a:ext uri="{FF2B5EF4-FFF2-40B4-BE49-F238E27FC236}">
                    <a16:creationId xmlns:a16="http://schemas.microsoft.com/office/drawing/2014/main" id="{BFC4AAFD-6A6D-CCDE-4287-04DF6F1F4125}"/>
                  </a:ext>
                </a:extLst>
              </p:cNvPr>
              <p:cNvSpPr/>
              <p:nvPr/>
            </p:nvSpPr>
            <p:spPr>
              <a:xfrm>
                <a:off x="1540730" y="484504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05" name="Oval 6804">
                <a:extLst>
                  <a:ext uri="{FF2B5EF4-FFF2-40B4-BE49-F238E27FC236}">
                    <a16:creationId xmlns:a16="http://schemas.microsoft.com/office/drawing/2014/main" id="{701CFFB9-FE55-FB86-0A3E-FB3A9A51575F}"/>
                  </a:ext>
                </a:extLst>
              </p:cNvPr>
              <p:cNvSpPr/>
              <p:nvPr/>
            </p:nvSpPr>
            <p:spPr>
              <a:xfrm>
                <a:off x="1267172" y="464184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06" name="Oval 6805">
                <a:extLst>
                  <a:ext uri="{FF2B5EF4-FFF2-40B4-BE49-F238E27FC236}">
                    <a16:creationId xmlns:a16="http://schemas.microsoft.com/office/drawing/2014/main" id="{8F95F836-AAB7-B96C-8A70-B9E64C035A0B}"/>
                  </a:ext>
                </a:extLst>
              </p:cNvPr>
              <p:cNvSpPr/>
              <p:nvPr/>
            </p:nvSpPr>
            <p:spPr>
              <a:xfrm>
                <a:off x="1231485" y="459993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07" name="Oval 6806">
                <a:extLst>
                  <a:ext uri="{FF2B5EF4-FFF2-40B4-BE49-F238E27FC236}">
                    <a16:creationId xmlns:a16="http://schemas.microsoft.com/office/drawing/2014/main" id="{DB7F7379-D3B0-4869-063A-29EF512CA830}"/>
                  </a:ext>
                </a:extLst>
              </p:cNvPr>
              <p:cNvSpPr/>
              <p:nvPr/>
            </p:nvSpPr>
            <p:spPr>
              <a:xfrm>
                <a:off x="2085687" y="4664956"/>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08" name="Oval 6807">
                <a:extLst>
                  <a:ext uri="{FF2B5EF4-FFF2-40B4-BE49-F238E27FC236}">
                    <a16:creationId xmlns:a16="http://schemas.microsoft.com/office/drawing/2014/main" id="{5E37722F-6EA9-10F3-372D-25AF2514ABB0}"/>
                  </a:ext>
                </a:extLst>
              </p:cNvPr>
              <p:cNvSpPr/>
              <p:nvPr/>
            </p:nvSpPr>
            <p:spPr>
              <a:xfrm>
                <a:off x="976214" y="461834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09" name="Oval 6808">
                <a:extLst>
                  <a:ext uri="{FF2B5EF4-FFF2-40B4-BE49-F238E27FC236}">
                    <a16:creationId xmlns:a16="http://schemas.microsoft.com/office/drawing/2014/main" id="{8CA966A7-FE46-83BA-E3C0-A25434DC6324}"/>
                  </a:ext>
                </a:extLst>
              </p:cNvPr>
              <p:cNvSpPr/>
              <p:nvPr/>
            </p:nvSpPr>
            <p:spPr>
              <a:xfrm>
                <a:off x="2068542" y="4855202"/>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0" name="Oval 6809">
                <a:extLst>
                  <a:ext uri="{FF2B5EF4-FFF2-40B4-BE49-F238E27FC236}">
                    <a16:creationId xmlns:a16="http://schemas.microsoft.com/office/drawing/2014/main" id="{125106E1-124D-3FDD-F6BB-BE38EC9A4429}"/>
                  </a:ext>
                </a:extLst>
              </p:cNvPr>
              <p:cNvSpPr/>
              <p:nvPr/>
            </p:nvSpPr>
            <p:spPr>
              <a:xfrm>
                <a:off x="981422" y="451801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1" name="Oval 6810">
                <a:extLst>
                  <a:ext uri="{FF2B5EF4-FFF2-40B4-BE49-F238E27FC236}">
                    <a16:creationId xmlns:a16="http://schemas.microsoft.com/office/drawing/2014/main" id="{BAE8A998-4D71-FAB3-0A14-9FB6A5B20175}"/>
                  </a:ext>
                </a:extLst>
              </p:cNvPr>
              <p:cNvSpPr/>
              <p:nvPr/>
            </p:nvSpPr>
            <p:spPr>
              <a:xfrm>
                <a:off x="2047460" y="4863711"/>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2" name="Oval 6811">
                <a:extLst>
                  <a:ext uri="{FF2B5EF4-FFF2-40B4-BE49-F238E27FC236}">
                    <a16:creationId xmlns:a16="http://schemas.microsoft.com/office/drawing/2014/main" id="{EAD1B974-1B28-13B0-42AD-34A735C0C695}"/>
                  </a:ext>
                </a:extLst>
              </p:cNvPr>
              <p:cNvSpPr/>
              <p:nvPr/>
            </p:nvSpPr>
            <p:spPr>
              <a:xfrm>
                <a:off x="977103" y="469162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3" name="Oval 6812">
                <a:extLst>
                  <a:ext uri="{FF2B5EF4-FFF2-40B4-BE49-F238E27FC236}">
                    <a16:creationId xmlns:a16="http://schemas.microsoft.com/office/drawing/2014/main" id="{E65A616D-A154-AA90-E1C2-F72FA006A00C}"/>
                  </a:ext>
                </a:extLst>
              </p:cNvPr>
              <p:cNvSpPr/>
              <p:nvPr/>
            </p:nvSpPr>
            <p:spPr>
              <a:xfrm>
                <a:off x="2078829" y="4748776"/>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4" name="Oval 6813">
                <a:extLst>
                  <a:ext uri="{FF2B5EF4-FFF2-40B4-BE49-F238E27FC236}">
                    <a16:creationId xmlns:a16="http://schemas.microsoft.com/office/drawing/2014/main" id="{22AAEFDF-A7AD-1C86-19B6-F8C48A13C86C}"/>
                  </a:ext>
                </a:extLst>
              </p:cNvPr>
              <p:cNvSpPr/>
              <p:nvPr/>
            </p:nvSpPr>
            <p:spPr>
              <a:xfrm>
                <a:off x="966055" y="459167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5" name="Oval 6814">
                <a:extLst>
                  <a:ext uri="{FF2B5EF4-FFF2-40B4-BE49-F238E27FC236}">
                    <a16:creationId xmlns:a16="http://schemas.microsoft.com/office/drawing/2014/main" id="{6F09ED0E-88B6-028D-611F-0D23AAA25AB6}"/>
                  </a:ext>
                </a:extLst>
              </p:cNvPr>
              <p:cNvSpPr/>
              <p:nvPr/>
            </p:nvSpPr>
            <p:spPr>
              <a:xfrm>
                <a:off x="2079591" y="4704961"/>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6" name="Oval 6815">
                <a:extLst>
                  <a:ext uri="{FF2B5EF4-FFF2-40B4-BE49-F238E27FC236}">
                    <a16:creationId xmlns:a16="http://schemas.microsoft.com/office/drawing/2014/main" id="{2CC878F8-F54B-332F-794C-55851296D49E}"/>
                  </a:ext>
                </a:extLst>
              </p:cNvPr>
              <p:cNvSpPr/>
              <p:nvPr/>
            </p:nvSpPr>
            <p:spPr>
              <a:xfrm>
                <a:off x="992344" y="4878951"/>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7" name="Oval 6816">
                <a:extLst>
                  <a:ext uri="{FF2B5EF4-FFF2-40B4-BE49-F238E27FC236}">
                    <a16:creationId xmlns:a16="http://schemas.microsoft.com/office/drawing/2014/main" id="{B1AF676C-C975-7D9D-CAEF-45391E62BCD2}"/>
                  </a:ext>
                </a:extLst>
              </p:cNvPr>
              <p:cNvSpPr/>
              <p:nvPr/>
            </p:nvSpPr>
            <p:spPr>
              <a:xfrm>
                <a:off x="1229707" y="460780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8" name="Oval 6817">
                <a:extLst>
                  <a:ext uri="{FF2B5EF4-FFF2-40B4-BE49-F238E27FC236}">
                    <a16:creationId xmlns:a16="http://schemas.microsoft.com/office/drawing/2014/main" id="{E7A877A1-5D04-CE46-8263-A0706AA1D51C}"/>
                  </a:ext>
                </a:extLst>
              </p:cNvPr>
              <p:cNvSpPr/>
              <p:nvPr/>
            </p:nvSpPr>
            <p:spPr>
              <a:xfrm>
                <a:off x="2065494" y="4668893"/>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19" name="Oval 6818">
                <a:extLst>
                  <a:ext uri="{FF2B5EF4-FFF2-40B4-BE49-F238E27FC236}">
                    <a16:creationId xmlns:a16="http://schemas.microsoft.com/office/drawing/2014/main" id="{A397D5CE-C1C1-D088-0C2D-930CAD15AA43}"/>
                  </a:ext>
                </a:extLst>
              </p:cNvPr>
              <p:cNvSpPr/>
              <p:nvPr/>
            </p:nvSpPr>
            <p:spPr>
              <a:xfrm>
                <a:off x="992598" y="464933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20" name="Oval 6819">
                <a:extLst>
                  <a:ext uri="{FF2B5EF4-FFF2-40B4-BE49-F238E27FC236}">
                    <a16:creationId xmlns:a16="http://schemas.microsoft.com/office/drawing/2014/main" id="{E1761D1C-AA44-16D7-A109-D6B4ABC71167}"/>
                  </a:ext>
                </a:extLst>
              </p:cNvPr>
              <p:cNvSpPr/>
              <p:nvPr/>
            </p:nvSpPr>
            <p:spPr>
              <a:xfrm>
                <a:off x="1544286" y="4645271"/>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21" name="Oval 6820">
                <a:extLst>
                  <a:ext uri="{FF2B5EF4-FFF2-40B4-BE49-F238E27FC236}">
                    <a16:creationId xmlns:a16="http://schemas.microsoft.com/office/drawing/2014/main" id="{DDE3E324-1D86-71B4-64E7-8E82043D5BE2}"/>
                  </a:ext>
                </a:extLst>
              </p:cNvPr>
              <p:cNvSpPr/>
              <p:nvPr/>
            </p:nvSpPr>
            <p:spPr>
              <a:xfrm>
                <a:off x="1222214" y="462990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22" name="Oval 6821">
                <a:extLst>
                  <a:ext uri="{FF2B5EF4-FFF2-40B4-BE49-F238E27FC236}">
                    <a16:creationId xmlns:a16="http://schemas.microsoft.com/office/drawing/2014/main" id="{8AFBF75E-8355-A908-B0FA-5C0ABAEE4BBF}"/>
                  </a:ext>
                </a:extLst>
              </p:cNvPr>
              <p:cNvSpPr/>
              <p:nvPr/>
            </p:nvSpPr>
            <p:spPr>
              <a:xfrm>
                <a:off x="1241899" y="451966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23" name="Oval 6822">
                <a:extLst>
                  <a:ext uri="{FF2B5EF4-FFF2-40B4-BE49-F238E27FC236}">
                    <a16:creationId xmlns:a16="http://schemas.microsoft.com/office/drawing/2014/main" id="{B9CC3554-AA9A-395C-33B8-67528BE2BFB3}"/>
                  </a:ext>
                </a:extLst>
              </p:cNvPr>
              <p:cNvSpPr/>
              <p:nvPr/>
            </p:nvSpPr>
            <p:spPr>
              <a:xfrm>
                <a:off x="1796127" y="453325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24" name="Oval 6823">
                <a:extLst>
                  <a:ext uri="{FF2B5EF4-FFF2-40B4-BE49-F238E27FC236}">
                    <a16:creationId xmlns:a16="http://schemas.microsoft.com/office/drawing/2014/main" id="{0F5C2BB6-C676-4633-18B0-612B3D8737C6}"/>
                  </a:ext>
                </a:extLst>
              </p:cNvPr>
              <p:cNvSpPr/>
              <p:nvPr/>
            </p:nvSpPr>
            <p:spPr>
              <a:xfrm>
                <a:off x="1265394" y="469683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25" name="Oval 6824">
                <a:extLst>
                  <a:ext uri="{FF2B5EF4-FFF2-40B4-BE49-F238E27FC236}">
                    <a16:creationId xmlns:a16="http://schemas.microsoft.com/office/drawing/2014/main" id="{C461E160-303F-2282-DCCC-190CDC128A7F}"/>
                  </a:ext>
                </a:extLst>
              </p:cNvPr>
              <p:cNvSpPr/>
              <p:nvPr/>
            </p:nvSpPr>
            <p:spPr>
              <a:xfrm>
                <a:off x="1223357" y="457719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26" name="Freeform: Shape 6825">
                <a:extLst>
                  <a:ext uri="{FF2B5EF4-FFF2-40B4-BE49-F238E27FC236}">
                    <a16:creationId xmlns:a16="http://schemas.microsoft.com/office/drawing/2014/main" id="{898F0803-31E9-6C8C-0F0B-2E571F5B43E4}"/>
                  </a:ext>
                </a:extLst>
              </p:cNvPr>
              <p:cNvSpPr/>
              <p:nvPr/>
            </p:nvSpPr>
            <p:spPr>
              <a:xfrm>
                <a:off x="2554444" y="4696833"/>
                <a:ext cx="12700" cy="136906"/>
              </a:xfrm>
              <a:custGeom>
                <a:avLst/>
                <a:gdLst>
                  <a:gd name="csX0" fmla="*/ 0 w 12700"/>
                  <a:gd name="csY0" fmla="*/ 136906 h 136906"/>
                  <a:gd name="csX1" fmla="*/ 0 w 12700"/>
                  <a:gd name="csY1" fmla="*/ 0 h 136906"/>
                </a:gdLst>
                <a:ahLst/>
                <a:cxnLst>
                  <a:cxn ang="0">
                    <a:pos x="csX0" y="csY0"/>
                  </a:cxn>
                  <a:cxn ang="0">
                    <a:pos x="csX1" y="csY1"/>
                  </a:cxn>
                </a:cxnLst>
                <a:rect l="l" t="t" r="r" b="b"/>
                <a:pathLst>
                  <a:path w="12700" h="136906">
                    <a:moveTo>
                      <a:pt x="0" y="136906"/>
                    </a:moveTo>
                    <a:lnTo>
                      <a:pt x="0" y="0"/>
                    </a:lnTo>
                  </a:path>
                </a:pathLst>
              </a:custGeom>
              <a:ln w="13589" cap="flat">
                <a:solidFill>
                  <a:srgbClr val="333333"/>
                </a:solidFill>
                <a:prstDash val="solid"/>
                <a:round/>
              </a:ln>
            </p:spPr>
            <p:txBody>
              <a:bodyPr/>
              <a:lstStyle/>
              <a:p>
                <a:endParaRPr lang="en-US" sz="1701"/>
              </a:p>
            </p:txBody>
          </p:sp>
          <p:sp>
            <p:nvSpPr>
              <p:cNvPr id="6827" name="Freeform: Shape 6826">
                <a:extLst>
                  <a:ext uri="{FF2B5EF4-FFF2-40B4-BE49-F238E27FC236}">
                    <a16:creationId xmlns:a16="http://schemas.microsoft.com/office/drawing/2014/main" id="{CF2E89F6-3405-CEBD-52F7-48E66153375A}"/>
                  </a:ext>
                </a:extLst>
              </p:cNvPr>
              <p:cNvSpPr/>
              <p:nvPr/>
            </p:nvSpPr>
            <p:spPr>
              <a:xfrm>
                <a:off x="2554444" y="5036431"/>
                <a:ext cx="12700" cy="72262"/>
              </a:xfrm>
              <a:custGeom>
                <a:avLst/>
                <a:gdLst>
                  <a:gd name="csX0" fmla="*/ 0 w 12700"/>
                  <a:gd name="csY0" fmla="*/ 0 h 72262"/>
                  <a:gd name="csX1" fmla="*/ 0 w 12700"/>
                  <a:gd name="csY1" fmla="*/ 72263 h 72262"/>
                </a:gdLst>
                <a:ahLst/>
                <a:cxnLst>
                  <a:cxn ang="0">
                    <a:pos x="csX0" y="csY0"/>
                  </a:cxn>
                  <a:cxn ang="0">
                    <a:pos x="csX1" y="csY1"/>
                  </a:cxn>
                </a:cxnLst>
                <a:rect l="l" t="t" r="r" b="b"/>
                <a:pathLst>
                  <a:path w="12700" h="72262">
                    <a:moveTo>
                      <a:pt x="0" y="0"/>
                    </a:moveTo>
                    <a:lnTo>
                      <a:pt x="0" y="72263"/>
                    </a:lnTo>
                  </a:path>
                </a:pathLst>
              </a:custGeom>
              <a:ln w="13589" cap="flat">
                <a:solidFill>
                  <a:srgbClr val="333333"/>
                </a:solidFill>
                <a:prstDash val="solid"/>
                <a:round/>
              </a:ln>
            </p:spPr>
            <p:txBody>
              <a:bodyPr/>
              <a:lstStyle/>
              <a:p>
                <a:endParaRPr lang="en-US" sz="1701"/>
              </a:p>
            </p:txBody>
          </p:sp>
          <p:sp>
            <p:nvSpPr>
              <p:cNvPr id="6828" name="Freeform: Shape 6827">
                <a:extLst>
                  <a:ext uri="{FF2B5EF4-FFF2-40B4-BE49-F238E27FC236}">
                    <a16:creationId xmlns:a16="http://schemas.microsoft.com/office/drawing/2014/main" id="{A6AAED23-C854-5D80-BA2A-BF0EA03F59E6}"/>
                  </a:ext>
                </a:extLst>
              </p:cNvPr>
              <p:cNvSpPr/>
              <p:nvPr/>
            </p:nvSpPr>
            <p:spPr>
              <a:xfrm>
                <a:off x="2472021" y="4833739"/>
                <a:ext cx="164972" cy="202691"/>
              </a:xfrm>
              <a:custGeom>
                <a:avLst/>
                <a:gdLst>
                  <a:gd name="csX0" fmla="*/ 0 w 164972"/>
                  <a:gd name="csY0" fmla="*/ 0 h 202691"/>
                  <a:gd name="csX1" fmla="*/ 0 w 164972"/>
                  <a:gd name="csY1" fmla="*/ 202692 h 202691"/>
                  <a:gd name="csX2" fmla="*/ 164973 w 164972"/>
                  <a:gd name="csY2" fmla="*/ 202692 h 202691"/>
                  <a:gd name="csX3" fmla="*/ 164973 w 164972"/>
                  <a:gd name="csY3" fmla="*/ 0 h 202691"/>
                  <a:gd name="csX4" fmla="*/ 0 w 164972"/>
                  <a:gd name="csY4" fmla="*/ 0 h 202691"/>
                </a:gdLst>
                <a:ahLst/>
                <a:cxnLst>
                  <a:cxn ang="0">
                    <a:pos x="csX0" y="csY0"/>
                  </a:cxn>
                  <a:cxn ang="0">
                    <a:pos x="csX1" y="csY1"/>
                  </a:cxn>
                  <a:cxn ang="0">
                    <a:pos x="csX2" y="csY2"/>
                  </a:cxn>
                  <a:cxn ang="0">
                    <a:pos x="csX3" y="csY3"/>
                  </a:cxn>
                  <a:cxn ang="0">
                    <a:pos x="csX4" y="csY4"/>
                  </a:cxn>
                </a:cxnLst>
                <a:rect l="l" t="t" r="r" b="b"/>
                <a:pathLst>
                  <a:path w="164972" h="202691">
                    <a:moveTo>
                      <a:pt x="0" y="0"/>
                    </a:moveTo>
                    <a:lnTo>
                      <a:pt x="0" y="202692"/>
                    </a:lnTo>
                    <a:lnTo>
                      <a:pt x="164973" y="202692"/>
                    </a:lnTo>
                    <a:lnTo>
                      <a:pt x="164973" y="0"/>
                    </a:lnTo>
                    <a:lnTo>
                      <a:pt x="0" y="0"/>
                    </a:lnTo>
                    <a:close/>
                  </a:path>
                </a:pathLst>
              </a:custGeom>
              <a:solidFill>
                <a:srgbClr val="1965B0"/>
              </a:solidFill>
              <a:ln w="13589" cap="flat">
                <a:solidFill>
                  <a:srgbClr val="333333"/>
                </a:solidFill>
                <a:prstDash val="solid"/>
                <a:miter/>
              </a:ln>
            </p:spPr>
            <p:txBody>
              <a:bodyPr/>
              <a:lstStyle/>
              <a:p>
                <a:endParaRPr lang="en-US" sz="1701"/>
              </a:p>
            </p:txBody>
          </p:sp>
          <p:sp>
            <p:nvSpPr>
              <p:cNvPr id="6829" name="Freeform: Shape 6828">
                <a:extLst>
                  <a:ext uri="{FF2B5EF4-FFF2-40B4-BE49-F238E27FC236}">
                    <a16:creationId xmlns:a16="http://schemas.microsoft.com/office/drawing/2014/main" id="{BA181537-50F0-A4EA-686F-2BF57343BA1D}"/>
                  </a:ext>
                </a:extLst>
              </p:cNvPr>
              <p:cNvSpPr/>
              <p:nvPr/>
            </p:nvSpPr>
            <p:spPr>
              <a:xfrm>
                <a:off x="2472021" y="4988298"/>
                <a:ext cx="164972" cy="12700"/>
              </a:xfrm>
              <a:custGeom>
                <a:avLst/>
                <a:gdLst>
                  <a:gd name="csX0" fmla="*/ 0 w 164972"/>
                  <a:gd name="csY0" fmla="*/ 0 h 12700"/>
                  <a:gd name="csX1" fmla="*/ 164973 w 164972"/>
                  <a:gd name="csY1" fmla="*/ 0 h 12700"/>
                </a:gdLst>
                <a:ahLst/>
                <a:cxnLst>
                  <a:cxn ang="0">
                    <a:pos x="csX0" y="csY0"/>
                  </a:cxn>
                  <a:cxn ang="0">
                    <a:pos x="csX1" y="csY1"/>
                  </a:cxn>
                </a:cxnLst>
                <a:rect l="l" t="t" r="r" b="b"/>
                <a:pathLst>
                  <a:path w="164972" h="12700">
                    <a:moveTo>
                      <a:pt x="0" y="0"/>
                    </a:moveTo>
                    <a:lnTo>
                      <a:pt x="164973" y="0"/>
                    </a:lnTo>
                  </a:path>
                </a:pathLst>
              </a:custGeom>
              <a:ln w="27051" cap="flat">
                <a:solidFill>
                  <a:srgbClr val="333333"/>
                </a:solidFill>
                <a:prstDash val="solid"/>
                <a:miter/>
              </a:ln>
            </p:spPr>
            <p:txBody>
              <a:bodyPr/>
              <a:lstStyle/>
              <a:p>
                <a:endParaRPr lang="en-US" sz="1701"/>
              </a:p>
            </p:txBody>
          </p:sp>
          <p:sp>
            <p:nvSpPr>
              <p:cNvPr id="6830" name="Freeform: Shape 6829">
                <a:extLst>
                  <a:ext uri="{FF2B5EF4-FFF2-40B4-BE49-F238E27FC236}">
                    <a16:creationId xmlns:a16="http://schemas.microsoft.com/office/drawing/2014/main" id="{D28EB2AE-EBCE-77B5-C68C-A70B8EBB4CAE}"/>
                  </a:ext>
                </a:extLst>
              </p:cNvPr>
              <p:cNvSpPr/>
              <p:nvPr/>
            </p:nvSpPr>
            <p:spPr>
              <a:xfrm>
                <a:off x="2829272" y="4802878"/>
                <a:ext cx="12700" cy="33655"/>
              </a:xfrm>
              <a:custGeom>
                <a:avLst/>
                <a:gdLst>
                  <a:gd name="csX0" fmla="*/ 0 w 12700"/>
                  <a:gd name="csY0" fmla="*/ 33655 h 33655"/>
                  <a:gd name="csX1" fmla="*/ 0 w 12700"/>
                  <a:gd name="csY1" fmla="*/ 0 h 33655"/>
                </a:gdLst>
                <a:ahLst/>
                <a:cxnLst>
                  <a:cxn ang="0">
                    <a:pos x="csX0" y="csY0"/>
                  </a:cxn>
                  <a:cxn ang="0">
                    <a:pos x="csX1" y="csY1"/>
                  </a:cxn>
                </a:cxnLst>
                <a:rect l="l" t="t" r="r" b="b"/>
                <a:pathLst>
                  <a:path w="12700" h="33655">
                    <a:moveTo>
                      <a:pt x="0" y="33655"/>
                    </a:moveTo>
                    <a:lnTo>
                      <a:pt x="0" y="0"/>
                    </a:lnTo>
                  </a:path>
                </a:pathLst>
              </a:custGeom>
              <a:ln w="13589" cap="flat">
                <a:solidFill>
                  <a:srgbClr val="333333"/>
                </a:solidFill>
                <a:prstDash val="solid"/>
                <a:round/>
              </a:ln>
            </p:spPr>
            <p:txBody>
              <a:bodyPr/>
              <a:lstStyle/>
              <a:p>
                <a:endParaRPr lang="en-US" sz="1701"/>
              </a:p>
            </p:txBody>
          </p:sp>
          <p:sp>
            <p:nvSpPr>
              <p:cNvPr id="6831" name="Freeform: Shape 6830">
                <a:extLst>
                  <a:ext uri="{FF2B5EF4-FFF2-40B4-BE49-F238E27FC236}">
                    <a16:creationId xmlns:a16="http://schemas.microsoft.com/office/drawing/2014/main" id="{F8012189-D31A-C6D7-B050-469D0B63C49D}"/>
                  </a:ext>
                </a:extLst>
              </p:cNvPr>
              <p:cNvSpPr/>
              <p:nvPr/>
            </p:nvSpPr>
            <p:spPr>
              <a:xfrm>
                <a:off x="2829272" y="4966835"/>
                <a:ext cx="12700" cy="118872"/>
              </a:xfrm>
              <a:custGeom>
                <a:avLst/>
                <a:gdLst>
                  <a:gd name="csX0" fmla="*/ 0 w 12700"/>
                  <a:gd name="csY0" fmla="*/ 0 h 118872"/>
                  <a:gd name="csX1" fmla="*/ 0 w 12700"/>
                  <a:gd name="csY1" fmla="*/ 118872 h 118872"/>
                </a:gdLst>
                <a:ahLst/>
                <a:cxnLst>
                  <a:cxn ang="0">
                    <a:pos x="csX0" y="csY0"/>
                  </a:cxn>
                  <a:cxn ang="0">
                    <a:pos x="csX1" y="csY1"/>
                  </a:cxn>
                </a:cxnLst>
                <a:rect l="l" t="t" r="r" b="b"/>
                <a:pathLst>
                  <a:path w="12700" h="118872">
                    <a:moveTo>
                      <a:pt x="0" y="0"/>
                    </a:moveTo>
                    <a:lnTo>
                      <a:pt x="0" y="118872"/>
                    </a:lnTo>
                  </a:path>
                </a:pathLst>
              </a:custGeom>
              <a:ln w="13589" cap="flat">
                <a:solidFill>
                  <a:srgbClr val="333333"/>
                </a:solidFill>
                <a:prstDash val="solid"/>
                <a:round/>
              </a:ln>
            </p:spPr>
            <p:txBody>
              <a:bodyPr/>
              <a:lstStyle/>
              <a:p>
                <a:endParaRPr lang="en-US" sz="1701"/>
              </a:p>
            </p:txBody>
          </p:sp>
          <p:sp>
            <p:nvSpPr>
              <p:cNvPr id="6832" name="Freeform: Shape 6831">
                <a:extLst>
                  <a:ext uri="{FF2B5EF4-FFF2-40B4-BE49-F238E27FC236}">
                    <a16:creationId xmlns:a16="http://schemas.microsoft.com/office/drawing/2014/main" id="{2569AEEA-8D78-2C19-1E39-0405B4A320F9}"/>
                  </a:ext>
                </a:extLst>
              </p:cNvPr>
              <p:cNvSpPr/>
              <p:nvPr/>
            </p:nvSpPr>
            <p:spPr>
              <a:xfrm>
                <a:off x="2746849" y="4836533"/>
                <a:ext cx="164845" cy="130301"/>
              </a:xfrm>
              <a:custGeom>
                <a:avLst/>
                <a:gdLst>
                  <a:gd name="csX0" fmla="*/ 0 w 164845"/>
                  <a:gd name="csY0" fmla="*/ 0 h 130301"/>
                  <a:gd name="csX1" fmla="*/ 0 w 164845"/>
                  <a:gd name="csY1" fmla="*/ 130302 h 130301"/>
                  <a:gd name="csX2" fmla="*/ 164846 w 164845"/>
                  <a:gd name="csY2" fmla="*/ 130302 h 130301"/>
                  <a:gd name="csX3" fmla="*/ 164846 w 164845"/>
                  <a:gd name="csY3" fmla="*/ 0 h 130301"/>
                  <a:gd name="csX4" fmla="*/ 0 w 164845"/>
                  <a:gd name="csY4" fmla="*/ 0 h 130301"/>
                </a:gdLst>
                <a:ahLst/>
                <a:cxnLst>
                  <a:cxn ang="0">
                    <a:pos x="csX0" y="csY0"/>
                  </a:cxn>
                  <a:cxn ang="0">
                    <a:pos x="csX1" y="csY1"/>
                  </a:cxn>
                  <a:cxn ang="0">
                    <a:pos x="csX2" y="csY2"/>
                  </a:cxn>
                  <a:cxn ang="0">
                    <a:pos x="csX3" y="csY3"/>
                  </a:cxn>
                  <a:cxn ang="0">
                    <a:pos x="csX4" y="csY4"/>
                  </a:cxn>
                </a:cxnLst>
                <a:rect l="l" t="t" r="r" b="b"/>
                <a:pathLst>
                  <a:path w="164845" h="130301">
                    <a:moveTo>
                      <a:pt x="0" y="0"/>
                    </a:moveTo>
                    <a:lnTo>
                      <a:pt x="0" y="130302"/>
                    </a:lnTo>
                    <a:lnTo>
                      <a:pt x="164846" y="130302"/>
                    </a:lnTo>
                    <a:lnTo>
                      <a:pt x="164846" y="0"/>
                    </a:lnTo>
                    <a:lnTo>
                      <a:pt x="0" y="0"/>
                    </a:lnTo>
                    <a:close/>
                  </a:path>
                </a:pathLst>
              </a:custGeom>
              <a:solidFill>
                <a:srgbClr val="4EB265"/>
              </a:solidFill>
              <a:ln w="13589" cap="flat">
                <a:solidFill>
                  <a:srgbClr val="333333"/>
                </a:solidFill>
                <a:prstDash val="solid"/>
                <a:miter/>
              </a:ln>
            </p:spPr>
            <p:txBody>
              <a:bodyPr/>
              <a:lstStyle/>
              <a:p>
                <a:endParaRPr lang="en-US" sz="1701"/>
              </a:p>
            </p:txBody>
          </p:sp>
          <p:sp>
            <p:nvSpPr>
              <p:cNvPr id="6833" name="Freeform: Shape 6832">
                <a:extLst>
                  <a:ext uri="{FF2B5EF4-FFF2-40B4-BE49-F238E27FC236}">
                    <a16:creationId xmlns:a16="http://schemas.microsoft.com/office/drawing/2014/main" id="{AF9324EC-B4E4-2F89-7AA9-ED8DDFC77C10}"/>
                  </a:ext>
                </a:extLst>
              </p:cNvPr>
              <p:cNvSpPr/>
              <p:nvPr/>
            </p:nvSpPr>
            <p:spPr>
              <a:xfrm>
                <a:off x="2746849" y="4869680"/>
                <a:ext cx="164845" cy="12700"/>
              </a:xfrm>
              <a:custGeom>
                <a:avLst/>
                <a:gdLst>
                  <a:gd name="csX0" fmla="*/ 0 w 164845"/>
                  <a:gd name="csY0" fmla="*/ 0 h 12700"/>
                  <a:gd name="csX1" fmla="*/ 164846 w 164845"/>
                  <a:gd name="csY1" fmla="*/ 0 h 12700"/>
                </a:gdLst>
                <a:ahLst/>
                <a:cxnLst>
                  <a:cxn ang="0">
                    <a:pos x="csX0" y="csY0"/>
                  </a:cxn>
                  <a:cxn ang="0">
                    <a:pos x="csX1" y="csY1"/>
                  </a:cxn>
                </a:cxnLst>
                <a:rect l="l" t="t" r="r" b="b"/>
                <a:pathLst>
                  <a:path w="164845" h="12700">
                    <a:moveTo>
                      <a:pt x="0" y="0"/>
                    </a:moveTo>
                    <a:lnTo>
                      <a:pt x="164846" y="0"/>
                    </a:lnTo>
                  </a:path>
                </a:pathLst>
              </a:custGeom>
              <a:ln w="27051" cap="flat">
                <a:solidFill>
                  <a:srgbClr val="333333"/>
                </a:solidFill>
                <a:prstDash val="solid"/>
                <a:miter/>
              </a:ln>
            </p:spPr>
            <p:txBody>
              <a:bodyPr/>
              <a:lstStyle/>
              <a:p>
                <a:endParaRPr lang="en-US" sz="1701"/>
              </a:p>
            </p:txBody>
          </p:sp>
          <p:sp>
            <p:nvSpPr>
              <p:cNvPr id="6834" name="Freeform: Shape 6833">
                <a:extLst>
                  <a:ext uri="{FF2B5EF4-FFF2-40B4-BE49-F238E27FC236}">
                    <a16:creationId xmlns:a16="http://schemas.microsoft.com/office/drawing/2014/main" id="{315532F6-DFBC-9D66-4DD9-B58B3460EEAA}"/>
                  </a:ext>
                </a:extLst>
              </p:cNvPr>
              <p:cNvSpPr/>
              <p:nvPr/>
            </p:nvSpPr>
            <p:spPr>
              <a:xfrm>
                <a:off x="3104100" y="4868410"/>
                <a:ext cx="12700" cy="69468"/>
              </a:xfrm>
              <a:custGeom>
                <a:avLst/>
                <a:gdLst>
                  <a:gd name="csX0" fmla="*/ 0 w 12700"/>
                  <a:gd name="csY0" fmla="*/ 69469 h 69468"/>
                  <a:gd name="csX1" fmla="*/ 0 w 12700"/>
                  <a:gd name="csY1" fmla="*/ 0 h 69468"/>
                </a:gdLst>
                <a:ahLst/>
                <a:cxnLst>
                  <a:cxn ang="0">
                    <a:pos x="csX0" y="csY0"/>
                  </a:cxn>
                  <a:cxn ang="0">
                    <a:pos x="csX1" y="csY1"/>
                  </a:cxn>
                </a:cxnLst>
                <a:rect l="l" t="t" r="r" b="b"/>
                <a:pathLst>
                  <a:path w="12700" h="69468">
                    <a:moveTo>
                      <a:pt x="0" y="69469"/>
                    </a:moveTo>
                    <a:lnTo>
                      <a:pt x="0" y="0"/>
                    </a:lnTo>
                  </a:path>
                </a:pathLst>
              </a:custGeom>
              <a:ln w="13589" cap="flat">
                <a:solidFill>
                  <a:srgbClr val="333333"/>
                </a:solidFill>
                <a:prstDash val="solid"/>
                <a:round/>
              </a:ln>
            </p:spPr>
            <p:txBody>
              <a:bodyPr/>
              <a:lstStyle/>
              <a:p>
                <a:endParaRPr lang="en-US" sz="1701"/>
              </a:p>
            </p:txBody>
          </p:sp>
          <p:sp>
            <p:nvSpPr>
              <p:cNvPr id="6835" name="Freeform: Shape 6834">
                <a:extLst>
                  <a:ext uri="{FF2B5EF4-FFF2-40B4-BE49-F238E27FC236}">
                    <a16:creationId xmlns:a16="http://schemas.microsoft.com/office/drawing/2014/main" id="{87CA16D6-914E-6898-C881-A233873618DF}"/>
                  </a:ext>
                </a:extLst>
              </p:cNvPr>
              <p:cNvSpPr/>
              <p:nvPr/>
            </p:nvSpPr>
            <p:spPr>
              <a:xfrm>
                <a:off x="3104100" y="5076690"/>
                <a:ext cx="12700" cy="69468"/>
              </a:xfrm>
              <a:custGeom>
                <a:avLst/>
                <a:gdLst>
                  <a:gd name="csX0" fmla="*/ 0 w 12700"/>
                  <a:gd name="csY0" fmla="*/ 0 h 69468"/>
                  <a:gd name="csX1" fmla="*/ 0 w 12700"/>
                  <a:gd name="csY1" fmla="*/ 69469 h 69468"/>
                </a:gdLst>
                <a:ahLst/>
                <a:cxnLst>
                  <a:cxn ang="0">
                    <a:pos x="csX0" y="csY0"/>
                  </a:cxn>
                  <a:cxn ang="0">
                    <a:pos x="csX1" y="csY1"/>
                  </a:cxn>
                </a:cxnLst>
                <a:rect l="l" t="t" r="r" b="b"/>
                <a:pathLst>
                  <a:path w="12700" h="69468">
                    <a:moveTo>
                      <a:pt x="0" y="0"/>
                    </a:moveTo>
                    <a:lnTo>
                      <a:pt x="0" y="69469"/>
                    </a:lnTo>
                  </a:path>
                </a:pathLst>
              </a:custGeom>
              <a:ln w="13589" cap="flat">
                <a:solidFill>
                  <a:srgbClr val="333333"/>
                </a:solidFill>
                <a:prstDash val="solid"/>
                <a:round/>
              </a:ln>
            </p:spPr>
            <p:txBody>
              <a:bodyPr/>
              <a:lstStyle/>
              <a:p>
                <a:endParaRPr lang="en-US" sz="1701"/>
              </a:p>
            </p:txBody>
          </p:sp>
          <p:sp>
            <p:nvSpPr>
              <p:cNvPr id="6836" name="Freeform: Shape 6835">
                <a:extLst>
                  <a:ext uri="{FF2B5EF4-FFF2-40B4-BE49-F238E27FC236}">
                    <a16:creationId xmlns:a16="http://schemas.microsoft.com/office/drawing/2014/main" id="{C5E57CD7-BC65-2ED2-FA98-0CAD97ED3161}"/>
                  </a:ext>
                </a:extLst>
              </p:cNvPr>
              <p:cNvSpPr/>
              <p:nvPr/>
            </p:nvSpPr>
            <p:spPr>
              <a:xfrm>
                <a:off x="3021677" y="4937878"/>
                <a:ext cx="164845" cy="138811"/>
              </a:xfrm>
              <a:custGeom>
                <a:avLst/>
                <a:gdLst>
                  <a:gd name="csX0" fmla="*/ 0 w 164845"/>
                  <a:gd name="csY0" fmla="*/ 0 h 138811"/>
                  <a:gd name="csX1" fmla="*/ 0 w 164845"/>
                  <a:gd name="csY1" fmla="*/ 138811 h 138811"/>
                  <a:gd name="csX2" fmla="*/ 164846 w 164845"/>
                  <a:gd name="csY2" fmla="*/ 138811 h 138811"/>
                  <a:gd name="csX3" fmla="*/ 164846 w 164845"/>
                  <a:gd name="csY3" fmla="*/ 0 h 138811"/>
                  <a:gd name="csX4" fmla="*/ 0 w 164845"/>
                  <a:gd name="csY4" fmla="*/ 0 h 138811"/>
                </a:gdLst>
                <a:ahLst/>
                <a:cxnLst>
                  <a:cxn ang="0">
                    <a:pos x="csX0" y="csY0"/>
                  </a:cxn>
                  <a:cxn ang="0">
                    <a:pos x="csX1" y="csY1"/>
                  </a:cxn>
                  <a:cxn ang="0">
                    <a:pos x="csX2" y="csY2"/>
                  </a:cxn>
                  <a:cxn ang="0">
                    <a:pos x="csX3" y="csY3"/>
                  </a:cxn>
                  <a:cxn ang="0">
                    <a:pos x="csX4" y="csY4"/>
                  </a:cxn>
                </a:cxnLst>
                <a:rect l="l" t="t" r="r" b="b"/>
                <a:pathLst>
                  <a:path w="164845" h="138811">
                    <a:moveTo>
                      <a:pt x="0" y="0"/>
                    </a:moveTo>
                    <a:lnTo>
                      <a:pt x="0" y="138811"/>
                    </a:lnTo>
                    <a:lnTo>
                      <a:pt x="164846" y="138811"/>
                    </a:lnTo>
                    <a:lnTo>
                      <a:pt x="164846" y="0"/>
                    </a:lnTo>
                    <a:lnTo>
                      <a:pt x="0" y="0"/>
                    </a:lnTo>
                    <a:close/>
                  </a:path>
                </a:pathLst>
              </a:custGeom>
              <a:solidFill>
                <a:srgbClr val="F7F056"/>
              </a:solidFill>
              <a:ln w="13589" cap="flat">
                <a:solidFill>
                  <a:srgbClr val="333333"/>
                </a:solidFill>
                <a:prstDash val="solid"/>
                <a:miter/>
              </a:ln>
            </p:spPr>
            <p:txBody>
              <a:bodyPr/>
              <a:lstStyle/>
              <a:p>
                <a:endParaRPr lang="en-US" sz="1701"/>
              </a:p>
            </p:txBody>
          </p:sp>
          <p:sp>
            <p:nvSpPr>
              <p:cNvPr id="6837" name="Freeform: Shape 6836">
                <a:extLst>
                  <a:ext uri="{FF2B5EF4-FFF2-40B4-BE49-F238E27FC236}">
                    <a16:creationId xmlns:a16="http://schemas.microsoft.com/office/drawing/2014/main" id="{B0083CA7-FF5E-BC1E-E8F6-977659AED259}"/>
                  </a:ext>
                </a:extLst>
              </p:cNvPr>
              <p:cNvSpPr/>
              <p:nvPr/>
            </p:nvSpPr>
            <p:spPr>
              <a:xfrm>
                <a:off x="3021677" y="5007348"/>
                <a:ext cx="164845" cy="12700"/>
              </a:xfrm>
              <a:custGeom>
                <a:avLst/>
                <a:gdLst>
                  <a:gd name="csX0" fmla="*/ 0 w 164845"/>
                  <a:gd name="csY0" fmla="*/ 0 h 12700"/>
                  <a:gd name="csX1" fmla="*/ 164846 w 164845"/>
                  <a:gd name="csY1" fmla="*/ 0 h 12700"/>
                </a:gdLst>
                <a:ahLst/>
                <a:cxnLst>
                  <a:cxn ang="0">
                    <a:pos x="csX0" y="csY0"/>
                  </a:cxn>
                  <a:cxn ang="0">
                    <a:pos x="csX1" y="csY1"/>
                  </a:cxn>
                </a:cxnLst>
                <a:rect l="l" t="t" r="r" b="b"/>
                <a:pathLst>
                  <a:path w="164845" h="12700">
                    <a:moveTo>
                      <a:pt x="0" y="0"/>
                    </a:moveTo>
                    <a:lnTo>
                      <a:pt x="164846" y="0"/>
                    </a:lnTo>
                  </a:path>
                </a:pathLst>
              </a:custGeom>
              <a:ln w="27051" cap="flat">
                <a:solidFill>
                  <a:srgbClr val="333333"/>
                </a:solidFill>
                <a:prstDash val="solid"/>
                <a:miter/>
              </a:ln>
            </p:spPr>
            <p:txBody>
              <a:bodyPr/>
              <a:lstStyle/>
              <a:p>
                <a:endParaRPr lang="en-US" sz="1701"/>
              </a:p>
            </p:txBody>
          </p:sp>
          <p:sp>
            <p:nvSpPr>
              <p:cNvPr id="6838" name="Freeform: Shape 6837">
                <a:extLst>
                  <a:ext uri="{FF2B5EF4-FFF2-40B4-BE49-F238E27FC236}">
                    <a16:creationId xmlns:a16="http://schemas.microsoft.com/office/drawing/2014/main" id="{BF8075B6-E7D6-E79A-92E9-48A48FD9C506}"/>
                  </a:ext>
                </a:extLst>
              </p:cNvPr>
              <p:cNvSpPr/>
              <p:nvPr/>
            </p:nvSpPr>
            <p:spPr>
              <a:xfrm>
                <a:off x="3653629" y="4931656"/>
                <a:ext cx="12700" cy="39369"/>
              </a:xfrm>
              <a:custGeom>
                <a:avLst/>
                <a:gdLst>
                  <a:gd name="csX0" fmla="*/ 0 w 12700"/>
                  <a:gd name="csY0" fmla="*/ 39370 h 39369"/>
                  <a:gd name="csX1" fmla="*/ 0 w 12700"/>
                  <a:gd name="csY1" fmla="*/ 0 h 39369"/>
                </a:gdLst>
                <a:ahLst/>
                <a:cxnLst>
                  <a:cxn ang="0">
                    <a:pos x="csX0" y="csY0"/>
                  </a:cxn>
                  <a:cxn ang="0">
                    <a:pos x="csX1" y="csY1"/>
                  </a:cxn>
                </a:cxnLst>
                <a:rect l="l" t="t" r="r" b="b"/>
                <a:pathLst>
                  <a:path w="12700" h="39369">
                    <a:moveTo>
                      <a:pt x="0" y="39370"/>
                    </a:moveTo>
                    <a:lnTo>
                      <a:pt x="0" y="0"/>
                    </a:lnTo>
                  </a:path>
                </a:pathLst>
              </a:custGeom>
              <a:ln w="13589" cap="flat">
                <a:solidFill>
                  <a:srgbClr val="333333"/>
                </a:solidFill>
                <a:prstDash val="solid"/>
                <a:round/>
              </a:ln>
            </p:spPr>
            <p:txBody>
              <a:bodyPr/>
              <a:lstStyle/>
              <a:p>
                <a:endParaRPr lang="en-US" sz="1701"/>
              </a:p>
            </p:txBody>
          </p:sp>
          <p:sp>
            <p:nvSpPr>
              <p:cNvPr id="6839" name="Freeform: Shape 6838">
                <a:extLst>
                  <a:ext uri="{FF2B5EF4-FFF2-40B4-BE49-F238E27FC236}">
                    <a16:creationId xmlns:a16="http://schemas.microsoft.com/office/drawing/2014/main" id="{7BDAC597-83CF-C824-D9A4-E9B85F521F6C}"/>
                  </a:ext>
                </a:extLst>
              </p:cNvPr>
              <p:cNvSpPr/>
              <p:nvPr/>
            </p:nvSpPr>
            <p:spPr>
              <a:xfrm>
                <a:off x="3653629" y="5111996"/>
                <a:ext cx="12700" cy="71501"/>
              </a:xfrm>
              <a:custGeom>
                <a:avLst/>
                <a:gdLst>
                  <a:gd name="csX0" fmla="*/ 0 w 12700"/>
                  <a:gd name="csY0" fmla="*/ 0 h 71501"/>
                  <a:gd name="csX1" fmla="*/ 0 w 12700"/>
                  <a:gd name="csY1" fmla="*/ 71501 h 71501"/>
                </a:gdLst>
                <a:ahLst/>
                <a:cxnLst>
                  <a:cxn ang="0">
                    <a:pos x="csX0" y="csY0"/>
                  </a:cxn>
                  <a:cxn ang="0">
                    <a:pos x="csX1" y="csY1"/>
                  </a:cxn>
                </a:cxnLst>
                <a:rect l="l" t="t" r="r" b="b"/>
                <a:pathLst>
                  <a:path w="12700" h="71501">
                    <a:moveTo>
                      <a:pt x="0" y="0"/>
                    </a:moveTo>
                    <a:lnTo>
                      <a:pt x="0" y="71501"/>
                    </a:lnTo>
                  </a:path>
                </a:pathLst>
              </a:custGeom>
              <a:ln w="13589" cap="flat">
                <a:solidFill>
                  <a:srgbClr val="333333"/>
                </a:solidFill>
                <a:prstDash val="solid"/>
                <a:round/>
              </a:ln>
            </p:spPr>
            <p:txBody>
              <a:bodyPr/>
              <a:lstStyle/>
              <a:p>
                <a:endParaRPr lang="en-US" sz="1701"/>
              </a:p>
            </p:txBody>
          </p:sp>
          <p:sp>
            <p:nvSpPr>
              <p:cNvPr id="6840" name="Freeform: Shape 6839">
                <a:extLst>
                  <a:ext uri="{FF2B5EF4-FFF2-40B4-BE49-F238E27FC236}">
                    <a16:creationId xmlns:a16="http://schemas.microsoft.com/office/drawing/2014/main" id="{C6F9670A-C59E-B14C-04F1-0BDF97DAF0AB}"/>
                  </a:ext>
                </a:extLst>
              </p:cNvPr>
              <p:cNvSpPr/>
              <p:nvPr/>
            </p:nvSpPr>
            <p:spPr>
              <a:xfrm>
                <a:off x="3571206" y="4971025"/>
                <a:ext cx="164845" cy="140969"/>
              </a:xfrm>
              <a:custGeom>
                <a:avLst/>
                <a:gdLst>
                  <a:gd name="csX0" fmla="*/ 0 w 164845"/>
                  <a:gd name="csY0" fmla="*/ 0 h 140969"/>
                  <a:gd name="csX1" fmla="*/ 0 w 164845"/>
                  <a:gd name="csY1" fmla="*/ 140970 h 140969"/>
                  <a:gd name="csX2" fmla="*/ 164846 w 164845"/>
                  <a:gd name="csY2" fmla="*/ 140970 h 140969"/>
                  <a:gd name="csX3" fmla="*/ 164846 w 164845"/>
                  <a:gd name="csY3" fmla="*/ 0 h 140969"/>
                  <a:gd name="csX4" fmla="*/ 0 w 164845"/>
                  <a:gd name="csY4" fmla="*/ 0 h 140969"/>
                </a:gdLst>
                <a:ahLst/>
                <a:cxnLst>
                  <a:cxn ang="0">
                    <a:pos x="csX0" y="csY0"/>
                  </a:cxn>
                  <a:cxn ang="0">
                    <a:pos x="csX1" y="csY1"/>
                  </a:cxn>
                  <a:cxn ang="0">
                    <a:pos x="csX2" y="csY2"/>
                  </a:cxn>
                  <a:cxn ang="0">
                    <a:pos x="csX3" y="csY3"/>
                  </a:cxn>
                  <a:cxn ang="0">
                    <a:pos x="csX4" y="csY4"/>
                  </a:cxn>
                </a:cxnLst>
                <a:rect l="l" t="t" r="r" b="b"/>
                <a:pathLst>
                  <a:path w="164845" h="140969">
                    <a:moveTo>
                      <a:pt x="0" y="0"/>
                    </a:moveTo>
                    <a:lnTo>
                      <a:pt x="0" y="140970"/>
                    </a:lnTo>
                    <a:lnTo>
                      <a:pt x="164846" y="140970"/>
                    </a:lnTo>
                    <a:lnTo>
                      <a:pt x="164846" y="0"/>
                    </a:lnTo>
                    <a:lnTo>
                      <a:pt x="0" y="0"/>
                    </a:lnTo>
                    <a:close/>
                  </a:path>
                </a:pathLst>
              </a:custGeom>
              <a:solidFill>
                <a:srgbClr val="DC050C"/>
              </a:solidFill>
              <a:ln w="13589" cap="flat">
                <a:solidFill>
                  <a:srgbClr val="333333"/>
                </a:solidFill>
                <a:prstDash val="solid"/>
                <a:miter/>
              </a:ln>
            </p:spPr>
            <p:txBody>
              <a:bodyPr/>
              <a:lstStyle/>
              <a:p>
                <a:endParaRPr lang="en-US" sz="1701"/>
              </a:p>
            </p:txBody>
          </p:sp>
          <p:sp>
            <p:nvSpPr>
              <p:cNvPr id="6841" name="Freeform: Shape 6840">
                <a:extLst>
                  <a:ext uri="{FF2B5EF4-FFF2-40B4-BE49-F238E27FC236}">
                    <a16:creationId xmlns:a16="http://schemas.microsoft.com/office/drawing/2014/main" id="{72312236-B9B2-CE3C-420F-E2155EBD9A37}"/>
                  </a:ext>
                </a:extLst>
              </p:cNvPr>
              <p:cNvSpPr/>
              <p:nvPr/>
            </p:nvSpPr>
            <p:spPr>
              <a:xfrm>
                <a:off x="3571206" y="5046210"/>
                <a:ext cx="164846" cy="12700"/>
              </a:xfrm>
              <a:custGeom>
                <a:avLst/>
                <a:gdLst>
                  <a:gd name="csX0" fmla="*/ 0 w 164846"/>
                  <a:gd name="csY0" fmla="*/ 0 h 12700"/>
                  <a:gd name="csX1" fmla="*/ 164846 w 164846"/>
                  <a:gd name="csY1" fmla="*/ 0 h 12700"/>
                </a:gdLst>
                <a:ahLst/>
                <a:cxnLst>
                  <a:cxn ang="0">
                    <a:pos x="csX0" y="csY0"/>
                  </a:cxn>
                  <a:cxn ang="0">
                    <a:pos x="csX1" y="csY1"/>
                  </a:cxn>
                </a:cxnLst>
                <a:rect l="l" t="t" r="r" b="b"/>
                <a:pathLst>
                  <a:path w="164846" h="12700">
                    <a:moveTo>
                      <a:pt x="0" y="0"/>
                    </a:moveTo>
                    <a:lnTo>
                      <a:pt x="164846" y="0"/>
                    </a:lnTo>
                  </a:path>
                </a:pathLst>
              </a:custGeom>
              <a:ln w="27051" cap="flat">
                <a:solidFill>
                  <a:srgbClr val="333333"/>
                </a:solidFill>
                <a:prstDash val="solid"/>
                <a:miter/>
              </a:ln>
            </p:spPr>
            <p:txBody>
              <a:bodyPr/>
              <a:lstStyle/>
              <a:p>
                <a:endParaRPr lang="en-US" sz="1701"/>
              </a:p>
            </p:txBody>
          </p:sp>
          <p:sp>
            <p:nvSpPr>
              <p:cNvPr id="6842" name="Oval 6841">
                <a:extLst>
                  <a:ext uri="{FF2B5EF4-FFF2-40B4-BE49-F238E27FC236}">
                    <a16:creationId xmlns:a16="http://schemas.microsoft.com/office/drawing/2014/main" id="{8D1C1715-3B02-4035-EFBF-F2BEDFC61926}"/>
                  </a:ext>
                </a:extLst>
              </p:cNvPr>
              <p:cNvSpPr/>
              <p:nvPr/>
            </p:nvSpPr>
            <p:spPr>
              <a:xfrm>
                <a:off x="3108799" y="5127617"/>
                <a:ext cx="36067" cy="36067"/>
              </a:xfrm>
              <a:prstGeom prst="ellipse">
                <a:avLst/>
              </a:prstGeom>
              <a:solidFill>
                <a:srgbClr val="000000"/>
              </a:solidFill>
              <a:ln w="9017" cap="rnd">
                <a:solidFill>
                  <a:srgbClr val="000000"/>
                </a:solidFill>
                <a:prstDash val="solid"/>
                <a:round/>
              </a:ln>
            </p:spPr>
            <p:txBody>
              <a:bodyPr/>
              <a:lstStyle/>
              <a:p>
                <a:endParaRPr lang="en-US" sz="1701"/>
              </a:p>
            </p:txBody>
          </p:sp>
          <p:sp>
            <p:nvSpPr>
              <p:cNvPr id="6843" name="Oval 6842">
                <a:extLst>
                  <a:ext uri="{FF2B5EF4-FFF2-40B4-BE49-F238E27FC236}">
                    <a16:creationId xmlns:a16="http://schemas.microsoft.com/office/drawing/2014/main" id="{2FBC2B33-1FE2-ACFD-AC2E-5D9681AD2A3E}"/>
                  </a:ext>
                </a:extLst>
              </p:cNvPr>
              <p:cNvSpPr/>
              <p:nvPr/>
            </p:nvSpPr>
            <p:spPr>
              <a:xfrm>
                <a:off x="2835241" y="4784463"/>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44" name="Oval 6843">
                <a:extLst>
                  <a:ext uri="{FF2B5EF4-FFF2-40B4-BE49-F238E27FC236}">
                    <a16:creationId xmlns:a16="http://schemas.microsoft.com/office/drawing/2014/main" id="{8A9AA399-48D5-B34B-8EDE-ECEC78A5039F}"/>
                  </a:ext>
                </a:extLst>
              </p:cNvPr>
              <p:cNvSpPr/>
              <p:nvPr/>
            </p:nvSpPr>
            <p:spPr>
              <a:xfrm>
                <a:off x="2799554" y="4836533"/>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45" name="Oval 6844">
                <a:extLst>
                  <a:ext uri="{FF2B5EF4-FFF2-40B4-BE49-F238E27FC236}">
                    <a16:creationId xmlns:a16="http://schemas.microsoft.com/office/drawing/2014/main" id="{0B0D321D-FD90-ABCE-C8FF-31935CE8DE30}"/>
                  </a:ext>
                </a:extLst>
              </p:cNvPr>
              <p:cNvSpPr/>
              <p:nvPr/>
            </p:nvSpPr>
            <p:spPr>
              <a:xfrm>
                <a:off x="3653756" y="4995410"/>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46" name="Oval 6845">
                <a:extLst>
                  <a:ext uri="{FF2B5EF4-FFF2-40B4-BE49-F238E27FC236}">
                    <a16:creationId xmlns:a16="http://schemas.microsoft.com/office/drawing/2014/main" id="{BE51A551-E8DD-CF87-9AF2-402A3E30CB5F}"/>
                  </a:ext>
                </a:extLst>
              </p:cNvPr>
              <p:cNvSpPr/>
              <p:nvPr/>
            </p:nvSpPr>
            <p:spPr>
              <a:xfrm>
                <a:off x="2544284" y="4678926"/>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47" name="Oval 6846">
                <a:extLst>
                  <a:ext uri="{FF2B5EF4-FFF2-40B4-BE49-F238E27FC236}">
                    <a16:creationId xmlns:a16="http://schemas.microsoft.com/office/drawing/2014/main" id="{436241C1-975D-7854-0054-97938F7E31D2}"/>
                  </a:ext>
                </a:extLst>
              </p:cNvPr>
              <p:cNvSpPr/>
              <p:nvPr/>
            </p:nvSpPr>
            <p:spPr>
              <a:xfrm>
                <a:off x="3636610" y="5165082"/>
                <a:ext cx="36068" cy="36067"/>
              </a:xfrm>
              <a:prstGeom prst="ellipse">
                <a:avLst/>
              </a:prstGeom>
              <a:solidFill>
                <a:srgbClr val="000000"/>
              </a:solidFill>
              <a:ln w="9017" cap="rnd">
                <a:solidFill>
                  <a:srgbClr val="000000"/>
                </a:solidFill>
                <a:prstDash val="solid"/>
                <a:round/>
              </a:ln>
            </p:spPr>
            <p:txBody>
              <a:bodyPr/>
              <a:lstStyle/>
              <a:p>
                <a:endParaRPr lang="en-US" sz="1701"/>
              </a:p>
            </p:txBody>
          </p:sp>
          <p:sp>
            <p:nvSpPr>
              <p:cNvPr id="6848" name="Oval 6847">
                <a:extLst>
                  <a:ext uri="{FF2B5EF4-FFF2-40B4-BE49-F238E27FC236}">
                    <a16:creationId xmlns:a16="http://schemas.microsoft.com/office/drawing/2014/main" id="{530494A6-1CE4-FC5C-CBEE-127B2A1C9891}"/>
                  </a:ext>
                </a:extLst>
              </p:cNvPr>
              <p:cNvSpPr/>
              <p:nvPr/>
            </p:nvSpPr>
            <p:spPr>
              <a:xfrm>
                <a:off x="2549491" y="5022461"/>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49" name="Oval 6848">
                <a:extLst>
                  <a:ext uri="{FF2B5EF4-FFF2-40B4-BE49-F238E27FC236}">
                    <a16:creationId xmlns:a16="http://schemas.microsoft.com/office/drawing/2014/main" id="{534D08B4-2A5C-4E2C-2928-E027B8ACBD0F}"/>
                  </a:ext>
                </a:extLst>
              </p:cNvPr>
              <p:cNvSpPr/>
              <p:nvPr/>
            </p:nvSpPr>
            <p:spPr>
              <a:xfrm>
                <a:off x="3615529" y="5104630"/>
                <a:ext cx="36068" cy="36067"/>
              </a:xfrm>
              <a:prstGeom prst="ellipse">
                <a:avLst/>
              </a:prstGeom>
              <a:solidFill>
                <a:srgbClr val="000000"/>
              </a:solidFill>
              <a:ln w="9017" cap="rnd">
                <a:solidFill>
                  <a:srgbClr val="000000"/>
                </a:solidFill>
                <a:prstDash val="solid"/>
                <a:round/>
              </a:ln>
            </p:spPr>
            <p:txBody>
              <a:bodyPr/>
              <a:lstStyle/>
              <a:p>
                <a:endParaRPr lang="en-US" sz="1701"/>
              </a:p>
            </p:txBody>
          </p:sp>
          <p:sp>
            <p:nvSpPr>
              <p:cNvPr id="6850" name="Oval 6849">
                <a:extLst>
                  <a:ext uri="{FF2B5EF4-FFF2-40B4-BE49-F238E27FC236}">
                    <a16:creationId xmlns:a16="http://schemas.microsoft.com/office/drawing/2014/main" id="{7F63D722-1127-1133-D8FB-D8E48A6BC93A}"/>
                  </a:ext>
                </a:extLst>
              </p:cNvPr>
              <p:cNvSpPr/>
              <p:nvPr/>
            </p:nvSpPr>
            <p:spPr>
              <a:xfrm>
                <a:off x="2545046" y="4933815"/>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51" name="Oval 6850">
                <a:extLst>
                  <a:ext uri="{FF2B5EF4-FFF2-40B4-BE49-F238E27FC236}">
                    <a16:creationId xmlns:a16="http://schemas.microsoft.com/office/drawing/2014/main" id="{01B09AE8-DD00-FC29-8B38-EFD00BC11D01}"/>
                  </a:ext>
                </a:extLst>
              </p:cNvPr>
              <p:cNvSpPr/>
              <p:nvPr/>
            </p:nvSpPr>
            <p:spPr>
              <a:xfrm>
                <a:off x="3646897" y="4913241"/>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52" name="Oval 6851">
                <a:extLst>
                  <a:ext uri="{FF2B5EF4-FFF2-40B4-BE49-F238E27FC236}">
                    <a16:creationId xmlns:a16="http://schemas.microsoft.com/office/drawing/2014/main" id="{7879D3A2-1D05-344D-2A82-E8021C09EFF7}"/>
                  </a:ext>
                </a:extLst>
              </p:cNvPr>
              <p:cNvSpPr/>
              <p:nvPr/>
            </p:nvSpPr>
            <p:spPr>
              <a:xfrm>
                <a:off x="2534124" y="5006459"/>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53" name="Oval 6852">
                <a:extLst>
                  <a:ext uri="{FF2B5EF4-FFF2-40B4-BE49-F238E27FC236}">
                    <a16:creationId xmlns:a16="http://schemas.microsoft.com/office/drawing/2014/main" id="{EF7599A5-4435-9290-184F-FFD9F31B1B2F}"/>
                  </a:ext>
                </a:extLst>
              </p:cNvPr>
              <p:cNvSpPr/>
              <p:nvPr/>
            </p:nvSpPr>
            <p:spPr>
              <a:xfrm>
                <a:off x="3647659" y="5060688"/>
                <a:ext cx="36068" cy="36067"/>
              </a:xfrm>
              <a:prstGeom prst="ellipse">
                <a:avLst/>
              </a:prstGeom>
              <a:solidFill>
                <a:srgbClr val="000000"/>
              </a:solidFill>
              <a:ln w="9017" cap="rnd">
                <a:solidFill>
                  <a:srgbClr val="000000"/>
                </a:solidFill>
                <a:prstDash val="solid"/>
                <a:round/>
              </a:ln>
            </p:spPr>
            <p:txBody>
              <a:bodyPr/>
              <a:lstStyle/>
              <a:p>
                <a:endParaRPr lang="en-US" sz="1701"/>
              </a:p>
            </p:txBody>
          </p:sp>
          <p:sp>
            <p:nvSpPr>
              <p:cNvPr id="6854" name="Oval 6853">
                <a:extLst>
                  <a:ext uri="{FF2B5EF4-FFF2-40B4-BE49-F238E27FC236}">
                    <a16:creationId xmlns:a16="http://schemas.microsoft.com/office/drawing/2014/main" id="{78042BB8-9C53-A4BF-D749-12A4FFC38337}"/>
                  </a:ext>
                </a:extLst>
              </p:cNvPr>
              <p:cNvSpPr/>
              <p:nvPr/>
            </p:nvSpPr>
            <p:spPr>
              <a:xfrm>
                <a:off x="2560413" y="5091168"/>
                <a:ext cx="36067" cy="36067"/>
              </a:xfrm>
              <a:prstGeom prst="ellipse">
                <a:avLst/>
              </a:prstGeom>
              <a:solidFill>
                <a:srgbClr val="000000"/>
              </a:solidFill>
              <a:ln w="9017" cap="rnd">
                <a:solidFill>
                  <a:srgbClr val="000000"/>
                </a:solidFill>
                <a:prstDash val="solid"/>
                <a:round/>
              </a:ln>
            </p:spPr>
            <p:txBody>
              <a:bodyPr/>
              <a:lstStyle/>
              <a:p>
                <a:endParaRPr lang="en-US" sz="1701"/>
              </a:p>
            </p:txBody>
          </p:sp>
          <p:sp>
            <p:nvSpPr>
              <p:cNvPr id="6855" name="Oval 6854">
                <a:extLst>
                  <a:ext uri="{FF2B5EF4-FFF2-40B4-BE49-F238E27FC236}">
                    <a16:creationId xmlns:a16="http://schemas.microsoft.com/office/drawing/2014/main" id="{7070E040-F9E8-3757-4A8A-FAF95A002A16}"/>
                  </a:ext>
                </a:extLst>
              </p:cNvPr>
              <p:cNvSpPr/>
              <p:nvPr/>
            </p:nvSpPr>
            <p:spPr>
              <a:xfrm>
                <a:off x="2797776" y="5067419"/>
                <a:ext cx="36067" cy="36067"/>
              </a:xfrm>
              <a:prstGeom prst="ellipse">
                <a:avLst/>
              </a:prstGeom>
              <a:solidFill>
                <a:srgbClr val="000000"/>
              </a:solidFill>
              <a:ln w="9017" cap="rnd">
                <a:solidFill>
                  <a:srgbClr val="000000"/>
                </a:solidFill>
                <a:prstDash val="solid"/>
                <a:round/>
              </a:ln>
            </p:spPr>
            <p:txBody>
              <a:bodyPr/>
              <a:lstStyle/>
              <a:p>
                <a:endParaRPr lang="en-US" sz="1701"/>
              </a:p>
            </p:txBody>
          </p:sp>
          <p:sp>
            <p:nvSpPr>
              <p:cNvPr id="6856" name="Oval 6855">
                <a:extLst>
                  <a:ext uri="{FF2B5EF4-FFF2-40B4-BE49-F238E27FC236}">
                    <a16:creationId xmlns:a16="http://schemas.microsoft.com/office/drawing/2014/main" id="{10A9AD64-5EDE-B5CB-47C5-DF146C090B7B}"/>
                  </a:ext>
                </a:extLst>
              </p:cNvPr>
              <p:cNvSpPr/>
              <p:nvPr/>
            </p:nvSpPr>
            <p:spPr>
              <a:xfrm>
                <a:off x="3633562" y="493927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57" name="Oval 6856">
                <a:extLst>
                  <a:ext uri="{FF2B5EF4-FFF2-40B4-BE49-F238E27FC236}">
                    <a16:creationId xmlns:a16="http://schemas.microsoft.com/office/drawing/2014/main" id="{21704AD8-2A9C-70FF-66DA-8D4240E27783}"/>
                  </a:ext>
                </a:extLst>
              </p:cNvPr>
              <p:cNvSpPr/>
              <p:nvPr/>
            </p:nvSpPr>
            <p:spPr>
              <a:xfrm>
                <a:off x="2560667" y="4776589"/>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58" name="Oval 6857">
                <a:extLst>
                  <a:ext uri="{FF2B5EF4-FFF2-40B4-BE49-F238E27FC236}">
                    <a16:creationId xmlns:a16="http://schemas.microsoft.com/office/drawing/2014/main" id="{DFC65E93-678D-490D-C47D-8E1C4492BF36}"/>
                  </a:ext>
                </a:extLst>
              </p:cNvPr>
              <p:cNvSpPr/>
              <p:nvPr/>
            </p:nvSpPr>
            <p:spPr>
              <a:xfrm>
                <a:off x="3112355" y="4849995"/>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59" name="Oval 6858">
                <a:extLst>
                  <a:ext uri="{FF2B5EF4-FFF2-40B4-BE49-F238E27FC236}">
                    <a16:creationId xmlns:a16="http://schemas.microsoft.com/office/drawing/2014/main" id="{82275256-BFE3-7EEB-3982-F55D394FC01C}"/>
                  </a:ext>
                </a:extLst>
              </p:cNvPr>
              <p:cNvSpPr/>
              <p:nvPr/>
            </p:nvSpPr>
            <p:spPr>
              <a:xfrm>
                <a:off x="2790283" y="4918321"/>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60" name="Oval 6859">
                <a:extLst>
                  <a:ext uri="{FF2B5EF4-FFF2-40B4-BE49-F238E27FC236}">
                    <a16:creationId xmlns:a16="http://schemas.microsoft.com/office/drawing/2014/main" id="{001C6FD9-66B3-BD7A-E95A-4A0D31672740}"/>
                  </a:ext>
                </a:extLst>
              </p:cNvPr>
              <p:cNvSpPr/>
              <p:nvPr/>
            </p:nvSpPr>
            <p:spPr>
              <a:xfrm>
                <a:off x="2809841" y="4800973"/>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61" name="Oval 6860">
                <a:extLst>
                  <a:ext uri="{FF2B5EF4-FFF2-40B4-BE49-F238E27FC236}">
                    <a16:creationId xmlns:a16="http://schemas.microsoft.com/office/drawing/2014/main" id="{210935D2-3B64-E772-82C2-78DAF5F389F6}"/>
                  </a:ext>
                </a:extLst>
              </p:cNvPr>
              <p:cNvSpPr/>
              <p:nvPr/>
            </p:nvSpPr>
            <p:spPr>
              <a:xfrm>
                <a:off x="3364069" y="4817864"/>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62" name="Oval 6861">
                <a:extLst>
                  <a:ext uri="{FF2B5EF4-FFF2-40B4-BE49-F238E27FC236}">
                    <a16:creationId xmlns:a16="http://schemas.microsoft.com/office/drawing/2014/main" id="{51847753-9482-9388-1DC6-BCFB92C04373}"/>
                  </a:ext>
                </a:extLst>
              </p:cNvPr>
              <p:cNvSpPr/>
              <p:nvPr/>
            </p:nvSpPr>
            <p:spPr>
              <a:xfrm>
                <a:off x="2833463" y="4979535"/>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6863" name="Oval 6862">
                <a:extLst>
                  <a:ext uri="{FF2B5EF4-FFF2-40B4-BE49-F238E27FC236}">
                    <a16:creationId xmlns:a16="http://schemas.microsoft.com/office/drawing/2014/main" id="{FE849B27-ED26-9157-CF43-4F738BBD56CF}"/>
                  </a:ext>
                </a:extLst>
              </p:cNvPr>
              <p:cNvSpPr/>
              <p:nvPr/>
            </p:nvSpPr>
            <p:spPr>
              <a:xfrm>
                <a:off x="2791426" y="4851138"/>
                <a:ext cx="36067" cy="36068"/>
              </a:xfrm>
              <a:prstGeom prst="ellipse">
                <a:avLst/>
              </a:prstGeom>
              <a:solidFill>
                <a:srgbClr val="000000"/>
              </a:solidFill>
              <a:ln w="9017" cap="rnd">
                <a:solidFill>
                  <a:srgbClr val="000000"/>
                </a:solidFill>
                <a:prstDash val="solid"/>
                <a:round/>
              </a:ln>
            </p:spPr>
            <p:txBody>
              <a:bodyPr/>
              <a:lstStyle/>
              <a:p>
                <a:endParaRPr lang="en-US" sz="1701"/>
              </a:p>
            </p:txBody>
          </p:sp>
        </p:grpSp>
      </p:grpSp>
      <p:sp>
        <p:nvSpPr>
          <p:cNvPr id="6866" name="TextBox 6865">
            <a:extLst>
              <a:ext uri="{FF2B5EF4-FFF2-40B4-BE49-F238E27FC236}">
                <a16:creationId xmlns:a16="http://schemas.microsoft.com/office/drawing/2014/main" id="{29DD107C-8670-823B-EB41-06ACBAD9C7CD}"/>
              </a:ext>
            </a:extLst>
          </p:cNvPr>
          <p:cNvSpPr txBox="1"/>
          <p:nvPr/>
        </p:nvSpPr>
        <p:spPr>
          <a:xfrm>
            <a:off x="7253" y="2032267"/>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B</a:t>
            </a:r>
          </a:p>
        </p:txBody>
      </p:sp>
      <p:sp>
        <p:nvSpPr>
          <p:cNvPr id="6868" name="TextBox 6867">
            <a:extLst>
              <a:ext uri="{FF2B5EF4-FFF2-40B4-BE49-F238E27FC236}">
                <a16:creationId xmlns:a16="http://schemas.microsoft.com/office/drawing/2014/main" id="{A93B3B87-ECE7-51D9-D5E6-FB88DFD03451}"/>
              </a:ext>
            </a:extLst>
          </p:cNvPr>
          <p:cNvSpPr txBox="1"/>
          <p:nvPr/>
        </p:nvSpPr>
        <p:spPr>
          <a:xfrm>
            <a:off x="-16030" y="3786143"/>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C</a:t>
            </a:r>
          </a:p>
        </p:txBody>
      </p:sp>
      <p:cxnSp>
        <p:nvCxnSpPr>
          <p:cNvPr id="7005" name="Straight Connector 7004">
            <a:extLst>
              <a:ext uri="{FF2B5EF4-FFF2-40B4-BE49-F238E27FC236}">
                <a16:creationId xmlns:a16="http://schemas.microsoft.com/office/drawing/2014/main" id="{D3F7ABB3-2648-8FF9-B3D6-41F69C7E8A2E}"/>
              </a:ext>
            </a:extLst>
          </p:cNvPr>
          <p:cNvCxnSpPr>
            <a:cxnSpLocks/>
          </p:cNvCxnSpPr>
          <p:nvPr/>
        </p:nvCxnSpPr>
        <p:spPr>
          <a:xfrm>
            <a:off x="3078480" y="1985224"/>
            <a:ext cx="0" cy="1708571"/>
          </a:xfrm>
          <a:prstGeom prst="line">
            <a:avLst/>
          </a:prstGeom>
        </p:spPr>
        <p:style>
          <a:lnRef idx="2">
            <a:schemeClr val="dk1"/>
          </a:lnRef>
          <a:fillRef idx="0">
            <a:schemeClr val="dk1"/>
          </a:fillRef>
          <a:effectRef idx="1">
            <a:schemeClr val="dk1"/>
          </a:effectRef>
          <a:fontRef idx="minor">
            <a:schemeClr val="tx1"/>
          </a:fontRef>
        </p:style>
      </p:cxnSp>
      <p:cxnSp>
        <p:nvCxnSpPr>
          <p:cNvPr id="7024" name="Straight Connector 7023">
            <a:extLst>
              <a:ext uri="{FF2B5EF4-FFF2-40B4-BE49-F238E27FC236}">
                <a16:creationId xmlns:a16="http://schemas.microsoft.com/office/drawing/2014/main" id="{C8EB91F5-2CCE-5515-6B80-8427DFB03149}"/>
              </a:ext>
            </a:extLst>
          </p:cNvPr>
          <p:cNvCxnSpPr>
            <a:cxnSpLocks/>
          </p:cNvCxnSpPr>
          <p:nvPr/>
        </p:nvCxnSpPr>
        <p:spPr>
          <a:xfrm flipH="1">
            <a:off x="3078480" y="3693795"/>
            <a:ext cx="3401695" cy="0"/>
          </a:xfrm>
          <a:prstGeom prst="line">
            <a:avLst/>
          </a:prstGeom>
        </p:spPr>
        <p:style>
          <a:lnRef idx="2">
            <a:schemeClr val="dk1"/>
          </a:lnRef>
          <a:fillRef idx="0">
            <a:schemeClr val="dk1"/>
          </a:fillRef>
          <a:effectRef idx="1">
            <a:schemeClr val="dk1"/>
          </a:effectRef>
          <a:fontRef idx="minor">
            <a:schemeClr val="tx1"/>
          </a:fontRef>
        </p:style>
      </p:cxnSp>
      <p:cxnSp>
        <p:nvCxnSpPr>
          <p:cNvPr id="7027" name="Straight Connector 7026">
            <a:extLst>
              <a:ext uri="{FF2B5EF4-FFF2-40B4-BE49-F238E27FC236}">
                <a16:creationId xmlns:a16="http://schemas.microsoft.com/office/drawing/2014/main" id="{20AB26A2-2C65-7820-707F-9285683D84D5}"/>
              </a:ext>
            </a:extLst>
          </p:cNvPr>
          <p:cNvCxnSpPr>
            <a:cxnSpLocks/>
          </p:cNvCxnSpPr>
          <p:nvPr/>
        </p:nvCxnSpPr>
        <p:spPr>
          <a:xfrm flipH="1">
            <a:off x="0" y="1985224"/>
            <a:ext cx="3078480" cy="0"/>
          </a:xfrm>
          <a:prstGeom prst="line">
            <a:avLst/>
          </a:prstGeom>
        </p:spPr>
        <p:style>
          <a:lnRef idx="2">
            <a:schemeClr val="dk1"/>
          </a:lnRef>
          <a:fillRef idx="0">
            <a:schemeClr val="dk1"/>
          </a:fillRef>
          <a:effectRef idx="1">
            <a:schemeClr val="dk1"/>
          </a:effectRef>
          <a:fontRef idx="minor">
            <a:schemeClr val="tx1"/>
          </a:fontRef>
        </p:style>
      </p:cxnSp>
      <p:sp>
        <p:nvSpPr>
          <p:cNvPr id="7030" name="TextBox 7029">
            <a:extLst>
              <a:ext uri="{FF2B5EF4-FFF2-40B4-BE49-F238E27FC236}">
                <a16:creationId xmlns:a16="http://schemas.microsoft.com/office/drawing/2014/main" id="{D9B733C1-3CB4-D252-19EE-2A4DA9E776AF}"/>
              </a:ext>
            </a:extLst>
          </p:cNvPr>
          <p:cNvSpPr txBox="1"/>
          <p:nvPr/>
        </p:nvSpPr>
        <p:spPr>
          <a:xfrm>
            <a:off x="4904658" y="-1"/>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E</a:t>
            </a:r>
          </a:p>
        </p:txBody>
      </p:sp>
      <p:sp>
        <p:nvSpPr>
          <p:cNvPr id="7032" name="TextBox 7031">
            <a:extLst>
              <a:ext uri="{FF2B5EF4-FFF2-40B4-BE49-F238E27FC236}">
                <a16:creationId xmlns:a16="http://schemas.microsoft.com/office/drawing/2014/main" id="{16B767EF-6162-9D49-6AAB-2661B8227832}"/>
              </a:ext>
            </a:extLst>
          </p:cNvPr>
          <p:cNvSpPr txBox="1"/>
          <p:nvPr/>
        </p:nvSpPr>
        <p:spPr>
          <a:xfrm>
            <a:off x="4915880" y="1869754"/>
            <a:ext cx="335349"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G</a:t>
            </a:r>
          </a:p>
        </p:txBody>
      </p:sp>
    </p:spTree>
    <p:extLst>
      <p:ext uri="{BB962C8B-B14F-4D97-AF65-F5344CB8AC3E}">
        <p14:creationId xmlns:p14="http://schemas.microsoft.com/office/powerpoint/2010/main" val="4271432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157FD1-D96B-7B2E-8B72-6392CB02B6DE}"/>
              </a:ext>
            </a:extLst>
          </p:cNvPr>
          <p:cNvSpPr txBox="1"/>
          <p:nvPr/>
        </p:nvSpPr>
        <p:spPr>
          <a:xfrm>
            <a:off x="0" y="304800"/>
            <a:ext cx="6480175" cy="2677656"/>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Fig.5. 6_POA_Mixed undergoes changes in transcriptome and epigenome consistent with neurogenesis. (A) UMAP projection with 6_POA_Mixed highlighted. (B) DARs in 6_POA_mixed. (C) DEGs in 6_POA_Mixed. In B, C, cells are colored by z-score of the mean accessibility or expression for each phase. The top bar indicates the classification for how each gene or region changes sex, and the symbols below the matrix indicate what kind of gene is differentially accessible or differentially expressed. (D) </a:t>
            </a:r>
            <a:r>
              <a:rPr lang="en-US" sz="1200" dirty="0" err="1">
                <a:latin typeface="Arial" panose="020B0604020202020204" pitchFamily="34" charset="0"/>
                <a:cs typeface="Arial" panose="020B0604020202020204" pitchFamily="34" charset="0"/>
              </a:rPr>
              <a:t>CytoTRACE</a:t>
            </a:r>
            <a:r>
              <a:rPr lang="en-US" sz="1200" dirty="0">
                <a:latin typeface="Arial" panose="020B0604020202020204" pitchFamily="34" charset="0"/>
                <a:cs typeface="Arial" panose="020B0604020202020204" pitchFamily="34" charset="0"/>
              </a:rPr>
              <a:t> score by phase split by whether the cell expresses a DEG associated with the extracellular matrix (ECM-DEG) or not. (E) </a:t>
            </a:r>
            <a:r>
              <a:rPr lang="en-US" sz="1200" dirty="0" err="1">
                <a:latin typeface="Arial" panose="020B0604020202020204" pitchFamily="34" charset="0"/>
                <a:cs typeface="Arial" panose="020B0604020202020204" pitchFamily="34" charset="0"/>
              </a:rPr>
              <a:t>CytoTRACE</a:t>
            </a:r>
            <a:r>
              <a:rPr lang="en-US" sz="1200" dirty="0">
                <a:latin typeface="Arial" panose="020B0604020202020204" pitchFamily="34" charset="0"/>
                <a:cs typeface="Arial" panose="020B0604020202020204" pitchFamily="34" charset="0"/>
              </a:rPr>
              <a:t> score for 6_POA_Mixed as a whole. (F) </a:t>
            </a:r>
            <a:r>
              <a:rPr lang="en-US" sz="1200" dirty="0" err="1">
                <a:latin typeface="Arial" panose="020B0604020202020204" pitchFamily="34" charset="0"/>
                <a:cs typeface="Arial" panose="020B0604020202020204" pitchFamily="34" charset="0"/>
              </a:rPr>
              <a:t>AUCell</a:t>
            </a:r>
            <a:r>
              <a:rPr lang="en-US" sz="1200" dirty="0">
                <a:latin typeface="Arial" panose="020B0604020202020204" pitchFamily="34" charset="0"/>
                <a:cs typeface="Arial" panose="020B0604020202020204" pitchFamily="34" charset="0"/>
              </a:rPr>
              <a:t> score for a gene expression module made of genes annotated with the GO term “brain development”. (G) </a:t>
            </a:r>
            <a:r>
              <a:rPr lang="en-US" sz="1200" dirty="0" err="1">
                <a:latin typeface="Arial" panose="020B0604020202020204" pitchFamily="34" charset="0"/>
                <a:cs typeface="Arial" panose="020B0604020202020204" pitchFamily="34" charset="0"/>
              </a:rPr>
              <a:t>AUCell</a:t>
            </a:r>
            <a:r>
              <a:rPr lang="en-US" sz="1200" dirty="0">
                <a:latin typeface="Arial" panose="020B0604020202020204" pitchFamily="34" charset="0"/>
                <a:cs typeface="Arial" panose="020B0604020202020204" pitchFamily="34" charset="0"/>
              </a:rPr>
              <a:t> score for a gene expression module made of genes annotated with the GO term “</a:t>
            </a:r>
            <a:r>
              <a:rPr lang="en-US" sz="1200" dirty="0">
                <a:ln/>
                <a:solidFill>
                  <a:srgbClr val="000000"/>
                </a:solidFill>
                <a:latin typeface="Arial"/>
                <a:cs typeface="Arial"/>
                <a:sym typeface="Arial"/>
                <a:rtl val="0"/>
              </a:rPr>
              <a:t>axon guidance receptor activity</a:t>
            </a:r>
            <a:r>
              <a:rPr lang="en-US" sz="1200" dirty="0">
                <a:latin typeface="Arial" panose="020B0604020202020204" pitchFamily="34" charset="0"/>
                <a:cs typeface="Arial" panose="020B0604020202020204" pitchFamily="34" charset="0"/>
              </a:rPr>
              <a:t>”. In D-G, points indicate the mean for each individual. Asterisks: “*”: p &lt; 0.05, “**”: p &lt; 0.01, “***”: p &lt; 0.001.</a:t>
            </a:r>
            <a:endParaRPr lang="en-US" sz="1200" dirty="0"/>
          </a:p>
          <a:p>
            <a:endParaRPr lang="en-US" sz="1200" dirty="0"/>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936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66" name="Group 1965">
            <a:extLst>
              <a:ext uri="{FF2B5EF4-FFF2-40B4-BE49-F238E27FC236}">
                <a16:creationId xmlns:a16="http://schemas.microsoft.com/office/drawing/2014/main" id="{94C7CED5-1F49-5B06-ADE4-8586F4EDCAA8}"/>
              </a:ext>
            </a:extLst>
          </p:cNvPr>
          <p:cNvGrpSpPr/>
          <p:nvPr/>
        </p:nvGrpSpPr>
        <p:grpSpPr>
          <a:xfrm>
            <a:off x="1845569" y="3699275"/>
            <a:ext cx="1670225" cy="1518871"/>
            <a:chOff x="2172974" y="3793537"/>
            <a:chExt cx="1767607" cy="1607428"/>
          </a:xfrm>
        </p:grpSpPr>
        <p:grpSp>
          <p:nvGrpSpPr>
            <p:cNvPr id="1894" name="Graphic 5">
              <a:extLst>
                <a:ext uri="{FF2B5EF4-FFF2-40B4-BE49-F238E27FC236}">
                  <a16:creationId xmlns:a16="http://schemas.microsoft.com/office/drawing/2014/main" id="{1D3F10C8-579E-12F8-ED37-0F592C6945BB}"/>
                </a:ext>
              </a:extLst>
            </p:cNvPr>
            <p:cNvGrpSpPr/>
            <p:nvPr/>
          </p:nvGrpSpPr>
          <p:grpSpPr>
            <a:xfrm>
              <a:off x="2701569" y="3793537"/>
              <a:ext cx="1239012" cy="1359955"/>
              <a:chOff x="2701569" y="3793537"/>
              <a:chExt cx="1239012" cy="1359955"/>
            </a:xfrm>
          </p:grpSpPr>
          <p:sp>
            <p:nvSpPr>
              <p:cNvPr id="1895" name="Rectangle 1894">
                <a:extLst>
                  <a:ext uri="{FF2B5EF4-FFF2-40B4-BE49-F238E27FC236}">
                    <a16:creationId xmlns:a16="http://schemas.microsoft.com/office/drawing/2014/main" id="{7A2C8040-D2DC-B4D7-2A4B-FEE01963B979}"/>
                  </a:ext>
                </a:extLst>
              </p:cNvPr>
              <p:cNvSpPr/>
              <p:nvPr/>
            </p:nvSpPr>
            <p:spPr>
              <a:xfrm>
                <a:off x="2701569" y="3794338"/>
                <a:ext cx="1239012" cy="1359154"/>
              </a:xfrm>
              <a:prstGeom prst="rect">
                <a:avLst/>
              </a:prstGeom>
              <a:solidFill>
                <a:srgbClr val="FFFFFF"/>
              </a:solidFill>
              <a:ln w="13589" cap="rnd">
                <a:noFill/>
                <a:prstDash val="solid"/>
                <a:round/>
              </a:ln>
            </p:spPr>
            <p:txBody>
              <a:bodyPr/>
              <a:lstStyle/>
              <a:p>
                <a:endParaRPr lang="en-US" sz="1701"/>
              </a:p>
            </p:txBody>
          </p:sp>
          <p:sp>
            <p:nvSpPr>
              <p:cNvPr id="1896" name="Rectangle 1895">
                <a:extLst>
                  <a:ext uri="{FF2B5EF4-FFF2-40B4-BE49-F238E27FC236}">
                    <a16:creationId xmlns:a16="http://schemas.microsoft.com/office/drawing/2014/main" id="{6762C2C0-02B7-B086-EC6E-8B680F369CF7}"/>
                  </a:ext>
                </a:extLst>
              </p:cNvPr>
              <p:cNvSpPr/>
              <p:nvPr/>
            </p:nvSpPr>
            <p:spPr>
              <a:xfrm>
                <a:off x="2737383" y="4702388"/>
                <a:ext cx="214375" cy="389381"/>
              </a:xfrm>
              <a:prstGeom prst="rect">
                <a:avLst/>
              </a:prstGeom>
              <a:solidFill>
                <a:srgbClr val="1965B0"/>
              </a:solidFill>
              <a:ln w="13589" cap="flat">
                <a:noFill/>
                <a:prstDash val="solid"/>
                <a:miter/>
              </a:ln>
            </p:spPr>
            <p:txBody>
              <a:bodyPr/>
              <a:lstStyle/>
              <a:p>
                <a:endParaRPr lang="en-US" sz="1701"/>
              </a:p>
            </p:txBody>
          </p:sp>
          <p:sp>
            <p:nvSpPr>
              <p:cNvPr id="1897" name="Rectangle 1896">
                <a:extLst>
                  <a:ext uri="{FF2B5EF4-FFF2-40B4-BE49-F238E27FC236}">
                    <a16:creationId xmlns:a16="http://schemas.microsoft.com/office/drawing/2014/main" id="{BA2698A9-4D61-03A0-5300-0B6B666D41E7}"/>
                  </a:ext>
                </a:extLst>
              </p:cNvPr>
              <p:cNvSpPr/>
              <p:nvPr/>
            </p:nvSpPr>
            <p:spPr>
              <a:xfrm>
                <a:off x="2975635" y="4705436"/>
                <a:ext cx="214376" cy="386334"/>
              </a:xfrm>
              <a:prstGeom prst="rect">
                <a:avLst/>
              </a:prstGeom>
              <a:solidFill>
                <a:srgbClr val="4EB265"/>
              </a:solidFill>
              <a:ln w="13589" cap="flat">
                <a:noFill/>
                <a:prstDash val="solid"/>
                <a:miter/>
              </a:ln>
            </p:spPr>
            <p:txBody>
              <a:bodyPr/>
              <a:lstStyle/>
              <a:p>
                <a:endParaRPr lang="en-US" sz="1701"/>
              </a:p>
            </p:txBody>
          </p:sp>
          <p:sp>
            <p:nvSpPr>
              <p:cNvPr id="1898" name="Rectangle 1897">
                <a:extLst>
                  <a:ext uri="{FF2B5EF4-FFF2-40B4-BE49-F238E27FC236}">
                    <a16:creationId xmlns:a16="http://schemas.microsoft.com/office/drawing/2014/main" id="{F41E046C-717F-296A-39BE-F93A4CF897B4}"/>
                  </a:ext>
                </a:extLst>
              </p:cNvPr>
              <p:cNvSpPr/>
              <p:nvPr/>
            </p:nvSpPr>
            <p:spPr>
              <a:xfrm>
                <a:off x="3213887" y="4359107"/>
                <a:ext cx="214375" cy="732663"/>
              </a:xfrm>
              <a:prstGeom prst="rect">
                <a:avLst/>
              </a:prstGeom>
              <a:solidFill>
                <a:srgbClr val="F7F056"/>
              </a:solidFill>
              <a:ln w="13589" cap="flat">
                <a:noFill/>
                <a:prstDash val="solid"/>
                <a:miter/>
              </a:ln>
            </p:spPr>
            <p:txBody>
              <a:bodyPr/>
              <a:lstStyle/>
              <a:p>
                <a:endParaRPr lang="en-US" sz="1701"/>
              </a:p>
            </p:txBody>
          </p:sp>
          <p:sp>
            <p:nvSpPr>
              <p:cNvPr id="1899" name="Rectangle 1898">
                <a:extLst>
                  <a:ext uri="{FF2B5EF4-FFF2-40B4-BE49-F238E27FC236}">
                    <a16:creationId xmlns:a16="http://schemas.microsoft.com/office/drawing/2014/main" id="{FC3C5F91-1089-6CD5-2C8C-89332E745231}"/>
                  </a:ext>
                </a:extLst>
              </p:cNvPr>
              <p:cNvSpPr/>
              <p:nvPr/>
            </p:nvSpPr>
            <p:spPr>
              <a:xfrm>
                <a:off x="3452139" y="4591771"/>
                <a:ext cx="214375" cy="499872"/>
              </a:xfrm>
              <a:prstGeom prst="rect">
                <a:avLst/>
              </a:prstGeom>
              <a:solidFill>
                <a:srgbClr val="7BAFDE"/>
              </a:solidFill>
              <a:ln w="13589" cap="flat">
                <a:noFill/>
                <a:prstDash val="solid"/>
                <a:miter/>
              </a:ln>
            </p:spPr>
            <p:txBody>
              <a:bodyPr/>
              <a:lstStyle/>
              <a:p>
                <a:endParaRPr lang="en-US" sz="1701"/>
              </a:p>
            </p:txBody>
          </p:sp>
          <p:sp>
            <p:nvSpPr>
              <p:cNvPr id="1900" name="Rectangle 1899">
                <a:extLst>
                  <a:ext uri="{FF2B5EF4-FFF2-40B4-BE49-F238E27FC236}">
                    <a16:creationId xmlns:a16="http://schemas.microsoft.com/office/drawing/2014/main" id="{3D96045E-FC1C-DFE2-27EE-0159C34055B5}"/>
                  </a:ext>
                </a:extLst>
              </p:cNvPr>
              <p:cNvSpPr/>
              <p:nvPr/>
            </p:nvSpPr>
            <p:spPr>
              <a:xfrm>
                <a:off x="3690391" y="4540844"/>
                <a:ext cx="214375" cy="550926"/>
              </a:xfrm>
              <a:prstGeom prst="rect">
                <a:avLst/>
              </a:prstGeom>
              <a:solidFill>
                <a:srgbClr val="DC050C"/>
              </a:solidFill>
              <a:ln w="13589" cap="flat">
                <a:noFill/>
                <a:prstDash val="solid"/>
                <a:miter/>
              </a:ln>
            </p:spPr>
            <p:txBody>
              <a:bodyPr/>
              <a:lstStyle/>
              <a:p>
                <a:endParaRPr lang="en-US" sz="1701"/>
              </a:p>
            </p:txBody>
          </p:sp>
          <p:sp>
            <p:nvSpPr>
              <p:cNvPr id="1901" name="Freeform: Shape 1900">
                <a:extLst>
                  <a:ext uri="{FF2B5EF4-FFF2-40B4-BE49-F238E27FC236}">
                    <a16:creationId xmlns:a16="http://schemas.microsoft.com/office/drawing/2014/main" id="{1A4854B8-EBA3-B19D-3FDD-71F7B8DB30B2}"/>
                  </a:ext>
                </a:extLst>
              </p:cNvPr>
              <p:cNvSpPr/>
              <p:nvPr/>
            </p:nvSpPr>
            <p:spPr>
              <a:xfrm>
                <a:off x="2796946" y="4592405"/>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902" name="Freeform: Shape 1901">
                <a:extLst>
                  <a:ext uri="{FF2B5EF4-FFF2-40B4-BE49-F238E27FC236}">
                    <a16:creationId xmlns:a16="http://schemas.microsoft.com/office/drawing/2014/main" id="{0612BACB-F4D8-D75E-E6A8-8E2AEDEBBB3C}"/>
                  </a:ext>
                </a:extLst>
              </p:cNvPr>
              <p:cNvSpPr/>
              <p:nvPr/>
            </p:nvSpPr>
            <p:spPr>
              <a:xfrm>
                <a:off x="2844571" y="4592405"/>
                <a:ext cx="12700" cy="220091"/>
              </a:xfrm>
              <a:custGeom>
                <a:avLst/>
                <a:gdLst>
                  <a:gd name="csX0" fmla="*/ 0 w 12700"/>
                  <a:gd name="csY0" fmla="*/ 0 h 220091"/>
                  <a:gd name="csX1" fmla="*/ 0 w 12700"/>
                  <a:gd name="csY1" fmla="*/ 220091 h 220091"/>
                </a:gdLst>
                <a:ahLst/>
                <a:cxnLst>
                  <a:cxn ang="0">
                    <a:pos x="csX0" y="csY0"/>
                  </a:cxn>
                  <a:cxn ang="0">
                    <a:pos x="csX1" y="csY1"/>
                  </a:cxn>
                </a:cxnLst>
                <a:rect l="l" t="t" r="r" b="b"/>
                <a:pathLst>
                  <a:path w="12700" h="220091">
                    <a:moveTo>
                      <a:pt x="0" y="0"/>
                    </a:moveTo>
                    <a:lnTo>
                      <a:pt x="0" y="220091"/>
                    </a:lnTo>
                  </a:path>
                </a:pathLst>
              </a:custGeom>
              <a:noFill/>
              <a:ln w="13589" cap="flat">
                <a:solidFill>
                  <a:srgbClr val="000000"/>
                </a:solidFill>
                <a:prstDash val="solid"/>
                <a:round/>
              </a:ln>
            </p:spPr>
            <p:txBody>
              <a:bodyPr/>
              <a:lstStyle/>
              <a:p>
                <a:endParaRPr lang="en-US" sz="1701"/>
              </a:p>
            </p:txBody>
          </p:sp>
          <p:sp>
            <p:nvSpPr>
              <p:cNvPr id="1903" name="Freeform: Shape 1902">
                <a:extLst>
                  <a:ext uri="{FF2B5EF4-FFF2-40B4-BE49-F238E27FC236}">
                    <a16:creationId xmlns:a16="http://schemas.microsoft.com/office/drawing/2014/main" id="{2410FB2E-DC5A-8EA8-AD36-CB29192E7DEC}"/>
                  </a:ext>
                </a:extLst>
              </p:cNvPr>
              <p:cNvSpPr/>
              <p:nvPr/>
            </p:nvSpPr>
            <p:spPr>
              <a:xfrm>
                <a:off x="2796946" y="4812497"/>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904" name="Freeform: Shape 1903">
                <a:extLst>
                  <a:ext uri="{FF2B5EF4-FFF2-40B4-BE49-F238E27FC236}">
                    <a16:creationId xmlns:a16="http://schemas.microsoft.com/office/drawing/2014/main" id="{E07B8F7B-046E-CB42-40CB-44443B96F113}"/>
                  </a:ext>
                </a:extLst>
              </p:cNvPr>
              <p:cNvSpPr/>
              <p:nvPr/>
            </p:nvSpPr>
            <p:spPr>
              <a:xfrm>
                <a:off x="3035198" y="4644730"/>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905" name="Freeform: Shape 1904">
                <a:extLst>
                  <a:ext uri="{FF2B5EF4-FFF2-40B4-BE49-F238E27FC236}">
                    <a16:creationId xmlns:a16="http://schemas.microsoft.com/office/drawing/2014/main" id="{353F9917-337E-598B-A997-5D2BE77BBFB9}"/>
                  </a:ext>
                </a:extLst>
              </p:cNvPr>
              <p:cNvSpPr/>
              <p:nvPr/>
            </p:nvSpPr>
            <p:spPr>
              <a:xfrm>
                <a:off x="3082823" y="4644730"/>
                <a:ext cx="12700" cy="121411"/>
              </a:xfrm>
              <a:custGeom>
                <a:avLst/>
                <a:gdLst>
                  <a:gd name="csX0" fmla="*/ 0 w 12700"/>
                  <a:gd name="csY0" fmla="*/ 0 h 121411"/>
                  <a:gd name="csX1" fmla="*/ 0 w 12700"/>
                  <a:gd name="csY1" fmla="*/ 121412 h 121411"/>
                </a:gdLst>
                <a:ahLst/>
                <a:cxnLst>
                  <a:cxn ang="0">
                    <a:pos x="csX0" y="csY0"/>
                  </a:cxn>
                  <a:cxn ang="0">
                    <a:pos x="csX1" y="csY1"/>
                  </a:cxn>
                </a:cxnLst>
                <a:rect l="l" t="t" r="r" b="b"/>
                <a:pathLst>
                  <a:path w="12700" h="121411">
                    <a:moveTo>
                      <a:pt x="0" y="0"/>
                    </a:moveTo>
                    <a:lnTo>
                      <a:pt x="0" y="121412"/>
                    </a:lnTo>
                  </a:path>
                </a:pathLst>
              </a:custGeom>
              <a:noFill/>
              <a:ln w="13589" cap="flat">
                <a:solidFill>
                  <a:srgbClr val="000000"/>
                </a:solidFill>
                <a:prstDash val="solid"/>
                <a:round/>
              </a:ln>
            </p:spPr>
            <p:txBody>
              <a:bodyPr/>
              <a:lstStyle/>
              <a:p>
                <a:endParaRPr lang="en-US" sz="1701"/>
              </a:p>
            </p:txBody>
          </p:sp>
          <p:sp>
            <p:nvSpPr>
              <p:cNvPr id="1906" name="Freeform: Shape 1905">
                <a:extLst>
                  <a:ext uri="{FF2B5EF4-FFF2-40B4-BE49-F238E27FC236}">
                    <a16:creationId xmlns:a16="http://schemas.microsoft.com/office/drawing/2014/main" id="{4D21FDD7-2467-B4E6-64C2-56386F3F363D}"/>
                  </a:ext>
                </a:extLst>
              </p:cNvPr>
              <p:cNvSpPr/>
              <p:nvPr/>
            </p:nvSpPr>
            <p:spPr>
              <a:xfrm>
                <a:off x="3035198" y="4766142"/>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907" name="Freeform: Shape 1906">
                <a:extLst>
                  <a:ext uri="{FF2B5EF4-FFF2-40B4-BE49-F238E27FC236}">
                    <a16:creationId xmlns:a16="http://schemas.microsoft.com/office/drawing/2014/main" id="{C6E25418-1EC5-3E0C-844D-FBE67DE32BFD}"/>
                  </a:ext>
                </a:extLst>
              </p:cNvPr>
              <p:cNvSpPr/>
              <p:nvPr/>
            </p:nvSpPr>
            <p:spPr>
              <a:xfrm>
                <a:off x="3273449" y="4234773"/>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908" name="Freeform: Shape 1907">
                <a:extLst>
                  <a:ext uri="{FF2B5EF4-FFF2-40B4-BE49-F238E27FC236}">
                    <a16:creationId xmlns:a16="http://schemas.microsoft.com/office/drawing/2014/main" id="{5245125F-8C68-403D-7C9A-4E6529F28E0E}"/>
                  </a:ext>
                </a:extLst>
              </p:cNvPr>
              <p:cNvSpPr/>
              <p:nvPr/>
            </p:nvSpPr>
            <p:spPr>
              <a:xfrm>
                <a:off x="3321074" y="4234773"/>
                <a:ext cx="12700" cy="248666"/>
              </a:xfrm>
              <a:custGeom>
                <a:avLst/>
                <a:gdLst>
                  <a:gd name="csX0" fmla="*/ 0 w 12700"/>
                  <a:gd name="csY0" fmla="*/ 0 h 248666"/>
                  <a:gd name="csX1" fmla="*/ 0 w 12700"/>
                  <a:gd name="csY1" fmla="*/ 248666 h 248666"/>
                </a:gdLst>
                <a:ahLst/>
                <a:cxnLst>
                  <a:cxn ang="0">
                    <a:pos x="csX0" y="csY0"/>
                  </a:cxn>
                  <a:cxn ang="0">
                    <a:pos x="csX1" y="csY1"/>
                  </a:cxn>
                </a:cxnLst>
                <a:rect l="l" t="t" r="r" b="b"/>
                <a:pathLst>
                  <a:path w="12700" h="248666">
                    <a:moveTo>
                      <a:pt x="0" y="0"/>
                    </a:moveTo>
                    <a:lnTo>
                      <a:pt x="0" y="248666"/>
                    </a:lnTo>
                  </a:path>
                </a:pathLst>
              </a:custGeom>
              <a:noFill/>
              <a:ln w="13589" cap="flat">
                <a:solidFill>
                  <a:srgbClr val="000000"/>
                </a:solidFill>
                <a:prstDash val="solid"/>
                <a:round/>
              </a:ln>
            </p:spPr>
            <p:txBody>
              <a:bodyPr/>
              <a:lstStyle/>
              <a:p>
                <a:endParaRPr lang="en-US" sz="1701"/>
              </a:p>
            </p:txBody>
          </p:sp>
          <p:sp>
            <p:nvSpPr>
              <p:cNvPr id="1909" name="Freeform: Shape 1908">
                <a:extLst>
                  <a:ext uri="{FF2B5EF4-FFF2-40B4-BE49-F238E27FC236}">
                    <a16:creationId xmlns:a16="http://schemas.microsoft.com/office/drawing/2014/main" id="{D952A121-912D-74E1-4833-9D4E45096708}"/>
                  </a:ext>
                </a:extLst>
              </p:cNvPr>
              <p:cNvSpPr/>
              <p:nvPr/>
            </p:nvSpPr>
            <p:spPr>
              <a:xfrm>
                <a:off x="3273449" y="4483440"/>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910" name="Freeform: Shape 1909">
                <a:extLst>
                  <a:ext uri="{FF2B5EF4-FFF2-40B4-BE49-F238E27FC236}">
                    <a16:creationId xmlns:a16="http://schemas.microsoft.com/office/drawing/2014/main" id="{7FBE812D-FD28-B554-0FDE-C7124339D188}"/>
                  </a:ext>
                </a:extLst>
              </p:cNvPr>
              <p:cNvSpPr/>
              <p:nvPr/>
            </p:nvSpPr>
            <p:spPr>
              <a:xfrm>
                <a:off x="3749954" y="4442165"/>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1701"/>
              </a:p>
            </p:txBody>
          </p:sp>
          <p:sp>
            <p:nvSpPr>
              <p:cNvPr id="1911" name="Freeform: Shape 1910">
                <a:extLst>
                  <a:ext uri="{FF2B5EF4-FFF2-40B4-BE49-F238E27FC236}">
                    <a16:creationId xmlns:a16="http://schemas.microsoft.com/office/drawing/2014/main" id="{D686761E-BAE5-B436-893B-031DC297AC66}"/>
                  </a:ext>
                </a:extLst>
              </p:cNvPr>
              <p:cNvSpPr/>
              <p:nvPr/>
            </p:nvSpPr>
            <p:spPr>
              <a:xfrm>
                <a:off x="3797579" y="4442165"/>
                <a:ext cx="12700" cy="197357"/>
              </a:xfrm>
              <a:custGeom>
                <a:avLst/>
                <a:gdLst>
                  <a:gd name="csX0" fmla="*/ 0 w 12700"/>
                  <a:gd name="csY0" fmla="*/ 0 h 197357"/>
                  <a:gd name="csX1" fmla="*/ 0 w 12700"/>
                  <a:gd name="csY1" fmla="*/ 197358 h 197357"/>
                </a:gdLst>
                <a:ahLst/>
                <a:cxnLst>
                  <a:cxn ang="0">
                    <a:pos x="csX0" y="csY0"/>
                  </a:cxn>
                  <a:cxn ang="0">
                    <a:pos x="csX1" y="csY1"/>
                  </a:cxn>
                </a:cxnLst>
                <a:rect l="l" t="t" r="r" b="b"/>
                <a:pathLst>
                  <a:path w="12700" h="197357">
                    <a:moveTo>
                      <a:pt x="0" y="0"/>
                    </a:moveTo>
                    <a:lnTo>
                      <a:pt x="0" y="197358"/>
                    </a:lnTo>
                  </a:path>
                </a:pathLst>
              </a:custGeom>
              <a:noFill/>
              <a:ln w="13589" cap="flat">
                <a:solidFill>
                  <a:srgbClr val="000000"/>
                </a:solidFill>
                <a:prstDash val="solid"/>
                <a:round/>
              </a:ln>
            </p:spPr>
            <p:txBody>
              <a:bodyPr/>
              <a:lstStyle/>
              <a:p>
                <a:endParaRPr lang="en-US" sz="1701"/>
              </a:p>
            </p:txBody>
          </p:sp>
          <p:sp>
            <p:nvSpPr>
              <p:cNvPr id="1912" name="Freeform: Shape 1911">
                <a:extLst>
                  <a:ext uri="{FF2B5EF4-FFF2-40B4-BE49-F238E27FC236}">
                    <a16:creationId xmlns:a16="http://schemas.microsoft.com/office/drawing/2014/main" id="{FCB15C73-854F-D725-2B98-6843E2667B40}"/>
                  </a:ext>
                </a:extLst>
              </p:cNvPr>
              <p:cNvSpPr/>
              <p:nvPr/>
            </p:nvSpPr>
            <p:spPr>
              <a:xfrm>
                <a:off x="3749954" y="4639522"/>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1701"/>
              </a:p>
            </p:txBody>
          </p:sp>
          <p:sp>
            <p:nvSpPr>
              <p:cNvPr id="1913" name="Oval 1912">
                <a:extLst>
                  <a:ext uri="{FF2B5EF4-FFF2-40B4-BE49-F238E27FC236}">
                    <a16:creationId xmlns:a16="http://schemas.microsoft.com/office/drawing/2014/main" id="{8EE8B311-2604-EF65-14AC-546035371881}"/>
                  </a:ext>
                </a:extLst>
              </p:cNvPr>
              <p:cNvSpPr/>
              <p:nvPr/>
            </p:nvSpPr>
            <p:spPr>
              <a:xfrm>
                <a:off x="3303041" y="446540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14" name="Oval 1913">
                <a:extLst>
                  <a:ext uri="{FF2B5EF4-FFF2-40B4-BE49-F238E27FC236}">
                    <a16:creationId xmlns:a16="http://schemas.microsoft.com/office/drawing/2014/main" id="{D88E3E3C-0AD7-8C9A-0239-DBDDA6D5D03D}"/>
                  </a:ext>
                </a:extLst>
              </p:cNvPr>
              <p:cNvSpPr/>
              <p:nvPr/>
            </p:nvSpPr>
            <p:spPr>
              <a:xfrm>
                <a:off x="3064789" y="479052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15" name="Oval 1914">
                <a:extLst>
                  <a:ext uri="{FF2B5EF4-FFF2-40B4-BE49-F238E27FC236}">
                    <a16:creationId xmlns:a16="http://schemas.microsoft.com/office/drawing/2014/main" id="{6D13B03E-5ECB-0A73-CDD2-8567B02ED2AB}"/>
                  </a:ext>
                </a:extLst>
              </p:cNvPr>
              <p:cNvSpPr/>
              <p:nvPr/>
            </p:nvSpPr>
            <p:spPr>
              <a:xfrm>
                <a:off x="3064789" y="443098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16" name="Oval 1915">
                <a:extLst>
                  <a:ext uri="{FF2B5EF4-FFF2-40B4-BE49-F238E27FC236}">
                    <a16:creationId xmlns:a16="http://schemas.microsoft.com/office/drawing/2014/main" id="{21C6962F-983F-40DC-97DA-26FDC0A14FB1}"/>
                  </a:ext>
                </a:extLst>
              </p:cNvPr>
              <p:cNvSpPr/>
              <p:nvPr/>
            </p:nvSpPr>
            <p:spPr>
              <a:xfrm>
                <a:off x="3779545" y="426207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17" name="Oval 1916">
                <a:extLst>
                  <a:ext uri="{FF2B5EF4-FFF2-40B4-BE49-F238E27FC236}">
                    <a16:creationId xmlns:a16="http://schemas.microsoft.com/office/drawing/2014/main" id="{BAFCB31C-317E-2500-3C22-42DE6D4D5A54}"/>
                  </a:ext>
                </a:extLst>
              </p:cNvPr>
              <p:cNvSpPr/>
              <p:nvPr/>
            </p:nvSpPr>
            <p:spPr>
              <a:xfrm>
                <a:off x="2826537" y="441663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18" name="Oval 1917">
                <a:extLst>
                  <a:ext uri="{FF2B5EF4-FFF2-40B4-BE49-F238E27FC236}">
                    <a16:creationId xmlns:a16="http://schemas.microsoft.com/office/drawing/2014/main" id="{E88BD45A-DDF7-E632-F778-7F8EF19FB816}"/>
                  </a:ext>
                </a:extLst>
              </p:cNvPr>
              <p:cNvSpPr/>
              <p:nvPr/>
            </p:nvSpPr>
            <p:spPr>
              <a:xfrm>
                <a:off x="3779545" y="459761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19" name="Oval 1918">
                <a:extLst>
                  <a:ext uri="{FF2B5EF4-FFF2-40B4-BE49-F238E27FC236}">
                    <a16:creationId xmlns:a16="http://schemas.microsoft.com/office/drawing/2014/main" id="{8611A600-FAA5-2FCB-E321-0BA359E987DF}"/>
                  </a:ext>
                </a:extLst>
              </p:cNvPr>
              <p:cNvSpPr/>
              <p:nvPr/>
            </p:nvSpPr>
            <p:spPr>
              <a:xfrm>
                <a:off x="2826537" y="435948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0" name="Oval 1919">
                <a:extLst>
                  <a:ext uri="{FF2B5EF4-FFF2-40B4-BE49-F238E27FC236}">
                    <a16:creationId xmlns:a16="http://schemas.microsoft.com/office/drawing/2014/main" id="{DDD5C01C-7540-DFEA-9D7F-8AABF43B805C}"/>
                  </a:ext>
                </a:extLst>
              </p:cNvPr>
              <p:cNvSpPr/>
              <p:nvPr/>
            </p:nvSpPr>
            <p:spPr>
              <a:xfrm>
                <a:off x="3779545" y="478671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1" name="Oval 1920">
                <a:extLst>
                  <a:ext uri="{FF2B5EF4-FFF2-40B4-BE49-F238E27FC236}">
                    <a16:creationId xmlns:a16="http://schemas.microsoft.com/office/drawing/2014/main" id="{B3FD920C-BC3D-828B-943F-34D59E469DBD}"/>
                  </a:ext>
                </a:extLst>
              </p:cNvPr>
              <p:cNvSpPr/>
              <p:nvPr/>
            </p:nvSpPr>
            <p:spPr>
              <a:xfrm>
                <a:off x="2826537" y="483040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2" name="Oval 1921">
                <a:extLst>
                  <a:ext uri="{FF2B5EF4-FFF2-40B4-BE49-F238E27FC236}">
                    <a16:creationId xmlns:a16="http://schemas.microsoft.com/office/drawing/2014/main" id="{071D901C-9F40-75C0-A366-D118A1098672}"/>
                  </a:ext>
                </a:extLst>
              </p:cNvPr>
              <p:cNvSpPr/>
              <p:nvPr/>
            </p:nvSpPr>
            <p:spPr>
              <a:xfrm>
                <a:off x="3779545" y="459062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3" name="Oval 1922">
                <a:extLst>
                  <a:ext uri="{FF2B5EF4-FFF2-40B4-BE49-F238E27FC236}">
                    <a16:creationId xmlns:a16="http://schemas.microsoft.com/office/drawing/2014/main" id="{B5D6200B-150B-6200-42A3-279A87E92D56}"/>
                  </a:ext>
                </a:extLst>
              </p:cNvPr>
              <p:cNvSpPr/>
              <p:nvPr/>
            </p:nvSpPr>
            <p:spPr>
              <a:xfrm>
                <a:off x="2826537" y="497708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4" name="Oval 1923">
                <a:extLst>
                  <a:ext uri="{FF2B5EF4-FFF2-40B4-BE49-F238E27FC236}">
                    <a16:creationId xmlns:a16="http://schemas.microsoft.com/office/drawing/2014/main" id="{DC4C7945-2958-E9FD-1897-E3773A70A32E}"/>
                  </a:ext>
                </a:extLst>
              </p:cNvPr>
              <p:cNvSpPr/>
              <p:nvPr/>
            </p:nvSpPr>
            <p:spPr>
              <a:xfrm>
                <a:off x="3779545" y="419108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5" name="Oval 1924">
                <a:extLst>
                  <a:ext uri="{FF2B5EF4-FFF2-40B4-BE49-F238E27FC236}">
                    <a16:creationId xmlns:a16="http://schemas.microsoft.com/office/drawing/2014/main" id="{448C5898-98E5-6555-0BE4-600EAB7BE1BF}"/>
                  </a:ext>
                </a:extLst>
              </p:cNvPr>
              <p:cNvSpPr/>
              <p:nvPr/>
            </p:nvSpPr>
            <p:spPr>
              <a:xfrm>
                <a:off x="2826537" y="4577801"/>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6" name="Oval 1925">
                <a:extLst>
                  <a:ext uri="{FF2B5EF4-FFF2-40B4-BE49-F238E27FC236}">
                    <a16:creationId xmlns:a16="http://schemas.microsoft.com/office/drawing/2014/main" id="{811264AA-FBFC-1A7A-D194-5D29FC3F3948}"/>
                  </a:ext>
                </a:extLst>
              </p:cNvPr>
              <p:cNvSpPr/>
              <p:nvPr/>
            </p:nvSpPr>
            <p:spPr>
              <a:xfrm>
                <a:off x="3064789" y="482100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7" name="Oval 1926">
                <a:extLst>
                  <a:ext uri="{FF2B5EF4-FFF2-40B4-BE49-F238E27FC236}">
                    <a16:creationId xmlns:a16="http://schemas.microsoft.com/office/drawing/2014/main" id="{92802CF1-BFBD-EFA3-9780-2B6660073882}"/>
                  </a:ext>
                </a:extLst>
              </p:cNvPr>
              <p:cNvSpPr/>
              <p:nvPr/>
            </p:nvSpPr>
            <p:spPr>
              <a:xfrm>
                <a:off x="3779545" y="470873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8" name="Oval 1927">
                <a:extLst>
                  <a:ext uri="{FF2B5EF4-FFF2-40B4-BE49-F238E27FC236}">
                    <a16:creationId xmlns:a16="http://schemas.microsoft.com/office/drawing/2014/main" id="{E5DE64E8-265B-F225-1EA9-6C147EA3D3FE}"/>
                  </a:ext>
                </a:extLst>
              </p:cNvPr>
              <p:cNvSpPr/>
              <p:nvPr/>
            </p:nvSpPr>
            <p:spPr>
              <a:xfrm>
                <a:off x="2826537" y="4944831"/>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29" name="Oval 1928">
                <a:extLst>
                  <a:ext uri="{FF2B5EF4-FFF2-40B4-BE49-F238E27FC236}">
                    <a16:creationId xmlns:a16="http://schemas.microsoft.com/office/drawing/2014/main" id="{1A8E453F-C515-0B33-ACA0-45A4597BF8B9}"/>
                  </a:ext>
                </a:extLst>
              </p:cNvPr>
              <p:cNvSpPr/>
              <p:nvPr/>
            </p:nvSpPr>
            <p:spPr>
              <a:xfrm>
                <a:off x="3303041" y="4216740"/>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30" name="Oval 1929">
                <a:extLst>
                  <a:ext uri="{FF2B5EF4-FFF2-40B4-BE49-F238E27FC236}">
                    <a16:creationId xmlns:a16="http://schemas.microsoft.com/office/drawing/2014/main" id="{136C1318-5039-30B0-7446-707756B28613}"/>
                  </a:ext>
                </a:extLst>
              </p:cNvPr>
              <p:cNvSpPr/>
              <p:nvPr/>
            </p:nvSpPr>
            <p:spPr>
              <a:xfrm>
                <a:off x="3064789" y="473680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31" name="Oval 1930">
                <a:extLst>
                  <a:ext uri="{FF2B5EF4-FFF2-40B4-BE49-F238E27FC236}">
                    <a16:creationId xmlns:a16="http://schemas.microsoft.com/office/drawing/2014/main" id="{A64D51ED-3C79-0788-182E-3AB987778F03}"/>
                  </a:ext>
                </a:extLst>
              </p:cNvPr>
              <p:cNvSpPr/>
              <p:nvPr/>
            </p:nvSpPr>
            <p:spPr>
              <a:xfrm>
                <a:off x="3064789" y="482100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32" name="Oval 1931">
                <a:extLst>
                  <a:ext uri="{FF2B5EF4-FFF2-40B4-BE49-F238E27FC236}">
                    <a16:creationId xmlns:a16="http://schemas.microsoft.com/office/drawing/2014/main" id="{B0389968-53A8-C2BB-0F67-835023C7F8E7}"/>
                  </a:ext>
                </a:extLst>
              </p:cNvPr>
              <p:cNvSpPr/>
              <p:nvPr/>
            </p:nvSpPr>
            <p:spPr>
              <a:xfrm>
                <a:off x="3541293" y="457373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33" name="Oval 1932">
                <a:extLst>
                  <a:ext uri="{FF2B5EF4-FFF2-40B4-BE49-F238E27FC236}">
                    <a16:creationId xmlns:a16="http://schemas.microsoft.com/office/drawing/2014/main" id="{3AE374FE-C913-85F4-9FEF-22EECBB1E6E2}"/>
                  </a:ext>
                </a:extLst>
              </p:cNvPr>
              <p:cNvSpPr/>
              <p:nvPr/>
            </p:nvSpPr>
            <p:spPr>
              <a:xfrm>
                <a:off x="3064789" y="472169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34" name="Oval 1933">
                <a:extLst>
                  <a:ext uri="{FF2B5EF4-FFF2-40B4-BE49-F238E27FC236}">
                    <a16:creationId xmlns:a16="http://schemas.microsoft.com/office/drawing/2014/main" id="{5678D445-B565-1A19-D782-D4126635A9F1}"/>
                  </a:ext>
                </a:extLst>
              </p:cNvPr>
              <p:cNvSpPr/>
              <p:nvPr/>
            </p:nvSpPr>
            <p:spPr>
              <a:xfrm>
                <a:off x="3064789" y="448966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35" name="TextBox 1934">
                <a:extLst>
                  <a:ext uri="{FF2B5EF4-FFF2-40B4-BE49-F238E27FC236}">
                    <a16:creationId xmlns:a16="http://schemas.microsoft.com/office/drawing/2014/main" id="{429C4D51-398B-95C2-6A03-945C5F751CF6}"/>
                  </a:ext>
                </a:extLst>
              </p:cNvPr>
              <p:cNvSpPr txBox="1"/>
              <p:nvPr/>
            </p:nvSpPr>
            <p:spPr>
              <a:xfrm>
                <a:off x="2704942" y="3964378"/>
                <a:ext cx="57035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0.629</a:t>
                </a:r>
              </a:p>
            </p:txBody>
          </p:sp>
          <p:sp>
            <p:nvSpPr>
              <p:cNvPr id="1936" name="Freeform: Shape 1935">
                <a:extLst>
                  <a:ext uri="{FF2B5EF4-FFF2-40B4-BE49-F238E27FC236}">
                    <a16:creationId xmlns:a16="http://schemas.microsoft.com/office/drawing/2014/main" id="{243E5EAD-6D8F-4763-BC03-5C4BD836330B}"/>
                  </a:ext>
                </a:extLst>
              </p:cNvPr>
              <p:cNvSpPr/>
              <p:nvPr/>
            </p:nvSpPr>
            <p:spPr>
              <a:xfrm>
                <a:off x="2844571" y="4120855"/>
                <a:ext cx="214503" cy="12700"/>
              </a:xfrm>
              <a:custGeom>
                <a:avLst/>
                <a:gdLst>
                  <a:gd name="csX0" fmla="*/ 0 w 214503"/>
                  <a:gd name="csY0" fmla="*/ 0 h 12700"/>
                  <a:gd name="csX1" fmla="*/ 214503 w 214503"/>
                  <a:gd name="csY1" fmla="*/ 0 h 12700"/>
                </a:gdLst>
                <a:ahLst/>
                <a:cxnLst>
                  <a:cxn ang="0">
                    <a:pos x="csX0" y="csY0"/>
                  </a:cxn>
                  <a:cxn ang="0">
                    <a:pos x="csX1" y="csY1"/>
                  </a:cxn>
                </a:cxnLst>
                <a:rect l="l" t="t" r="r" b="b"/>
                <a:pathLst>
                  <a:path w="214503" h="12700">
                    <a:moveTo>
                      <a:pt x="0" y="0"/>
                    </a:moveTo>
                    <a:lnTo>
                      <a:pt x="214503" y="0"/>
                    </a:lnTo>
                  </a:path>
                </a:pathLst>
              </a:custGeom>
              <a:ln w="13589" cap="rnd">
                <a:solidFill>
                  <a:srgbClr val="000000"/>
                </a:solidFill>
                <a:prstDash val="solid"/>
                <a:round/>
              </a:ln>
            </p:spPr>
            <p:txBody>
              <a:bodyPr/>
              <a:lstStyle/>
              <a:p>
                <a:endParaRPr lang="en-US" sz="1701"/>
              </a:p>
            </p:txBody>
          </p:sp>
          <p:sp>
            <p:nvSpPr>
              <p:cNvPr id="1937" name="TextBox 1936">
                <a:extLst>
                  <a:ext uri="{FF2B5EF4-FFF2-40B4-BE49-F238E27FC236}">
                    <a16:creationId xmlns:a16="http://schemas.microsoft.com/office/drawing/2014/main" id="{89767E69-29E2-4F7B-EA92-40E4E4112AAE}"/>
                  </a:ext>
                </a:extLst>
              </p:cNvPr>
              <p:cNvSpPr txBox="1"/>
              <p:nvPr/>
            </p:nvSpPr>
            <p:spPr>
              <a:xfrm>
                <a:off x="3304375" y="3925998"/>
                <a:ext cx="295525"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938" name="Freeform: Shape 1937">
                <a:extLst>
                  <a:ext uri="{FF2B5EF4-FFF2-40B4-BE49-F238E27FC236}">
                    <a16:creationId xmlns:a16="http://schemas.microsoft.com/office/drawing/2014/main" id="{D48F539A-590B-25CF-A4E7-79CD1A8ECDA9}"/>
                  </a:ext>
                </a:extLst>
              </p:cNvPr>
              <p:cNvSpPr/>
              <p:nvPr/>
            </p:nvSpPr>
            <p:spPr>
              <a:xfrm>
                <a:off x="3106699" y="4120855"/>
                <a:ext cx="690880" cy="12700"/>
              </a:xfrm>
              <a:custGeom>
                <a:avLst/>
                <a:gdLst>
                  <a:gd name="csX0" fmla="*/ 0 w 690880"/>
                  <a:gd name="csY0" fmla="*/ 0 h 12700"/>
                  <a:gd name="csX1" fmla="*/ 690880 w 690880"/>
                  <a:gd name="csY1" fmla="*/ 0 h 12700"/>
                </a:gdLst>
                <a:ahLst/>
                <a:cxnLst>
                  <a:cxn ang="0">
                    <a:pos x="csX0" y="csY0"/>
                  </a:cxn>
                  <a:cxn ang="0">
                    <a:pos x="csX1" y="csY1"/>
                  </a:cxn>
                </a:cxnLst>
                <a:rect l="l" t="t" r="r" b="b"/>
                <a:pathLst>
                  <a:path w="690880" h="12700">
                    <a:moveTo>
                      <a:pt x="0" y="0"/>
                    </a:moveTo>
                    <a:lnTo>
                      <a:pt x="690880" y="0"/>
                    </a:lnTo>
                  </a:path>
                </a:pathLst>
              </a:custGeom>
              <a:ln w="13589" cap="rnd">
                <a:solidFill>
                  <a:srgbClr val="000000"/>
                </a:solidFill>
                <a:prstDash val="solid"/>
                <a:round/>
              </a:ln>
            </p:spPr>
            <p:txBody>
              <a:bodyPr/>
              <a:lstStyle/>
              <a:p>
                <a:endParaRPr lang="en-US" sz="1701"/>
              </a:p>
            </p:txBody>
          </p:sp>
          <p:sp>
            <p:nvSpPr>
              <p:cNvPr id="1939" name="TextBox 1938">
                <a:extLst>
                  <a:ext uri="{FF2B5EF4-FFF2-40B4-BE49-F238E27FC236}">
                    <a16:creationId xmlns:a16="http://schemas.microsoft.com/office/drawing/2014/main" id="{E28953F0-A172-5676-0433-B1440880AD98}"/>
                  </a:ext>
                </a:extLst>
              </p:cNvPr>
              <p:cNvSpPr txBox="1"/>
              <p:nvPr/>
            </p:nvSpPr>
            <p:spPr>
              <a:xfrm>
                <a:off x="3173312" y="3793537"/>
                <a:ext cx="295525"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1940" name="Freeform: Shape 1939">
                <a:extLst>
                  <a:ext uri="{FF2B5EF4-FFF2-40B4-BE49-F238E27FC236}">
                    <a16:creationId xmlns:a16="http://schemas.microsoft.com/office/drawing/2014/main" id="{8790518A-0ACE-0C9F-0BAE-5BD15DEEB93C}"/>
                  </a:ext>
                </a:extLst>
              </p:cNvPr>
              <p:cNvSpPr/>
              <p:nvPr/>
            </p:nvSpPr>
            <p:spPr>
              <a:xfrm>
                <a:off x="2844571" y="3988521"/>
                <a:ext cx="953008" cy="12700"/>
              </a:xfrm>
              <a:custGeom>
                <a:avLst/>
                <a:gdLst>
                  <a:gd name="csX0" fmla="*/ 0 w 953008"/>
                  <a:gd name="csY0" fmla="*/ 0 h 12700"/>
                  <a:gd name="csX1" fmla="*/ 953008 w 953008"/>
                  <a:gd name="csY1" fmla="*/ 0 h 12700"/>
                </a:gdLst>
                <a:ahLst/>
                <a:cxnLst>
                  <a:cxn ang="0">
                    <a:pos x="csX0" y="csY0"/>
                  </a:cxn>
                  <a:cxn ang="0">
                    <a:pos x="csX1" y="csY1"/>
                  </a:cxn>
                </a:cxnLst>
                <a:rect l="l" t="t" r="r" b="b"/>
                <a:pathLst>
                  <a:path w="953008" h="12700">
                    <a:moveTo>
                      <a:pt x="0" y="0"/>
                    </a:moveTo>
                    <a:lnTo>
                      <a:pt x="953008" y="0"/>
                    </a:lnTo>
                  </a:path>
                </a:pathLst>
              </a:custGeom>
              <a:ln w="13589" cap="rnd">
                <a:solidFill>
                  <a:srgbClr val="000000"/>
                </a:solidFill>
                <a:prstDash val="solid"/>
                <a:round/>
              </a:ln>
            </p:spPr>
            <p:txBody>
              <a:bodyPr/>
              <a:lstStyle/>
              <a:p>
                <a:endParaRPr lang="en-US" sz="1701"/>
              </a:p>
            </p:txBody>
          </p:sp>
        </p:grpSp>
        <p:grpSp>
          <p:nvGrpSpPr>
            <p:cNvPr id="1941" name="Graphic 5">
              <a:extLst>
                <a:ext uri="{FF2B5EF4-FFF2-40B4-BE49-F238E27FC236}">
                  <a16:creationId xmlns:a16="http://schemas.microsoft.com/office/drawing/2014/main" id="{CF2BD279-1E15-EAF3-E56D-EAE00BE84A37}"/>
                </a:ext>
              </a:extLst>
            </p:cNvPr>
            <p:cNvGrpSpPr/>
            <p:nvPr/>
          </p:nvGrpSpPr>
          <p:grpSpPr>
            <a:xfrm>
              <a:off x="2172974" y="3794338"/>
              <a:ext cx="1767606" cy="1606627"/>
              <a:chOff x="2172974" y="3794338"/>
              <a:chExt cx="1767606" cy="1606627"/>
            </a:xfrm>
          </p:grpSpPr>
          <p:sp>
            <p:nvSpPr>
              <p:cNvPr id="1942" name="Freeform: Shape 1941">
                <a:extLst>
                  <a:ext uri="{FF2B5EF4-FFF2-40B4-BE49-F238E27FC236}">
                    <a16:creationId xmlns:a16="http://schemas.microsoft.com/office/drawing/2014/main" id="{BEC2FE18-5507-7255-B99D-D9F75478CAA7}"/>
                  </a:ext>
                </a:extLst>
              </p:cNvPr>
              <p:cNvSpPr/>
              <p:nvPr/>
            </p:nvSpPr>
            <p:spPr>
              <a:xfrm>
                <a:off x="2701568" y="3794338"/>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endParaRPr lang="en-US" sz="1701"/>
              </a:p>
            </p:txBody>
          </p:sp>
          <p:sp>
            <p:nvSpPr>
              <p:cNvPr id="1943" name="TextBox 1942">
                <a:extLst>
                  <a:ext uri="{FF2B5EF4-FFF2-40B4-BE49-F238E27FC236}">
                    <a16:creationId xmlns:a16="http://schemas.microsoft.com/office/drawing/2014/main" id="{1B46CB2A-E3D4-FEA0-9701-BBD3E564D1CF}"/>
                  </a:ext>
                </a:extLst>
              </p:cNvPr>
              <p:cNvSpPr txBox="1"/>
              <p:nvPr/>
            </p:nvSpPr>
            <p:spPr>
              <a:xfrm>
                <a:off x="2385989" y="4984881"/>
                <a:ext cx="380348"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0%</a:t>
                </a:r>
              </a:p>
            </p:txBody>
          </p:sp>
          <p:sp>
            <p:nvSpPr>
              <p:cNvPr id="1944" name="TextBox 1943">
                <a:extLst>
                  <a:ext uri="{FF2B5EF4-FFF2-40B4-BE49-F238E27FC236}">
                    <a16:creationId xmlns:a16="http://schemas.microsoft.com/office/drawing/2014/main" id="{31DD7CE2-918A-F2CA-0BC2-6721251CFB8D}"/>
                  </a:ext>
                </a:extLst>
              </p:cNvPr>
              <p:cNvSpPr txBox="1"/>
              <p:nvPr/>
            </p:nvSpPr>
            <p:spPr>
              <a:xfrm>
                <a:off x="2323834" y="4656332"/>
                <a:ext cx="451600"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10%</a:t>
                </a:r>
              </a:p>
            </p:txBody>
          </p:sp>
          <p:sp>
            <p:nvSpPr>
              <p:cNvPr id="1945" name="TextBox 1944">
                <a:extLst>
                  <a:ext uri="{FF2B5EF4-FFF2-40B4-BE49-F238E27FC236}">
                    <a16:creationId xmlns:a16="http://schemas.microsoft.com/office/drawing/2014/main" id="{469D37B5-CE9F-E232-08C3-6C68DE9182C0}"/>
                  </a:ext>
                </a:extLst>
              </p:cNvPr>
              <p:cNvSpPr txBox="1"/>
              <p:nvPr/>
            </p:nvSpPr>
            <p:spPr>
              <a:xfrm>
                <a:off x="2323834" y="4327783"/>
                <a:ext cx="451600"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20%</a:t>
                </a:r>
              </a:p>
            </p:txBody>
          </p:sp>
          <p:sp>
            <p:nvSpPr>
              <p:cNvPr id="1946" name="TextBox 1945">
                <a:extLst>
                  <a:ext uri="{FF2B5EF4-FFF2-40B4-BE49-F238E27FC236}">
                    <a16:creationId xmlns:a16="http://schemas.microsoft.com/office/drawing/2014/main" id="{2D4763D0-7738-079E-3F41-94C6F33DD88F}"/>
                  </a:ext>
                </a:extLst>
              </p:cNvPr>
              <p:cNvSpPr txBox="1"/>
              <p:nvPr/>
            </p:nvSpPr>
            <p:spPr>
              <a:xfrm>
                <a:off x="2323834" y="3999234"/>
                <a:ext cx="451600"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30%</a:t>
                </a:r>
              </a:p>
            </p:txBody>
          </p:sp>
          <p:sp>
            <p:nvSpPr>
              <p:cNvPr id="1947" name="Freeform: Shape 1946">
                <a:extLst>
                  <a:ext uri="{FF2B5EF4-FFF2-40B4-BE49-F238E27FC236}">
                    <a16:creationId xmlns:a16="http://schemas.microsoft.com/office/drawing/2014/main" id="{876F52B1-3626-D475-0BAE-F6F705C0AF3F}"/>
                  </a:ext>
                </a:extLst>
              </p:cNvPr>
              <p:cNvSpPr/>
              <p:nvPr/>
            </p:nvSpPr>
            <p:spPr>
              <a:xfrm>
                <a:off x="2666771" y="509176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948" name="Freeform: Shape 1947">
                <a:extLst>
                  <a:ext uri="{FF2B5EF4-FFF2-40B4-BE49-F238E27FC236}">
                    <a16:creationId xmlns:a16="http://schemas.microsoft.com/office/drawing/2014/main" id="{602A7F48-EA18-FF1F-2114-D528FD6140F2}"/>
                  </a:ext>
                </a:extLst>
              </p:cNvPr>
              <p:cNvSpPr/>
              <p:nvPr/>
            </p:nvSpPr>
            <p:spPr>
              <a:xfrm>
                <a:off x="2666771" y="476322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949" name="Freeform: Shape 1948">
                <a:extLst>
                  <a:ext uri="{FF2B5EF4-FFF2-40B4-BE49-F238E27FC236}">
                    <a16:creationId xmlns:a16="http://schemas.microsoft.com/office/drawing/2014/main" id="{A1B6AD6E-D430-A95B-6550-E64177EDDDD7}"/>
                  </a:ext>
                </a:extLst>
              </p:cNvPr>
              <p:cNvSpPr/>
              <p:nvPr/>
            </p:nvSpPr>
            <p:spPr>
              <a:xfrm>
                <a:off x="2666771" y="443467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950" name="Freeform: Shape 1949">
                <a:extLst>
                  <a:ext uri="{FF2B5EF4-FFF2-40B4-BE49-F238E27FC236}">
                    <a16:creationId xmlns:a16="http://schemas.microsoft.com/office/drawing/2014/main" id="{7776B6D4-86F5-4EA4-7C93-06790036F8AC}"/>
                  </a:ext>
                </a:extLst>
              </p:cNvPr>
              <p:cNvSpPr/>
              <p:nvPr/>
            </p:nvSpPr>
            <p:spPr>
              <a:xfrm>
                <a:off x="2666771" y="410612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951" name="Freeform: Shape 1950">
                <a:extLst>
                  <a:ext uri="{FF2B5EF4-FFF2-40B4-BE49-F238E27FC236}">
                    <a16:creationId xmlns:a16="http://schemas.microsoft.com/office/drawing/2014/main" id="{F2BFC466-2B85-E5FD-C3C3-4DD8E071C1E5}"/>
                  </a:ext>
                </a:extLst>
              </p:cNvPr>
              <p:cNvSpPr/>
              <p:nvPr/>
            </p:nvSpPr>
            <p:spPr>
              <a:xfrm>
                <a:off x="2701568" y="5153492"/>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endParaRPr lang="en-US" sz="1701"/>
              </a:p>
            </p:txBody>
          </p:sp>
          <p:sp>
            <p:nvSpPr>
              <p:cNvPr id="1952" name="Freeform: Shape 1951">
                <a:extLst>
                  <a:ext uri="{FF2B5EF4-FFF2-40B4-BE49-F238E27FC236}">
                    <a16:creationId xmlns:a16="http://schemas.microsoft.com/office/drawing/2014/main" id="{F78B7CFF-3E7F-BB82-7CD0-3C19486F237F}"/>
                  </a:ext>
                </a:extLst>
              </p:cNvPr>
              <p:cNvSpPr/>
              <p:nvPr/>
            </p:nvSpPr>
            <p:spPr>
              <a:xfrm>
                <a:off x="2844571"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953" name="Freeform: Shape 1952">
                <a:extLst>
                  <a:ext uri="{FF2B5EF4-FFF2-40B4-BE49-F238E27FC236}">
                    <a16:creationId xmlns:a16="http://schemas.microsoft.com/office/drawing/2014/main" id="{655E2E01-5898-507C-06F1-E3B4E6086311}"/>
                  </a:ext>
                </a:extLst>
              </p:cNvPr>
              <p:cNvSpPr/>
              <p:nvPr/>
            </p:nvSpPr>
            <p:spPr>
              <a:xfrm>
                <a:off x="3082823"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954" name="Freeform: Shape 1953">
                <a:extLst>
                  <a:ext uri="{FF2B5EF4-FFF2-40B4-BE49-F238E27FC236}">
                    <a16:creationId xmlns:a16="http://schemas.microsoft.com/office/drawing/2014/main" id="{DF596E30-18CE-130E-F496-E7250C537C8D}"/>
                  </a:ext>
                </a:extLst>
              </p:cNvPr>
              <p:cNvSpPr/>
              <p:nvPr/>
            </p:nvSpPr>
            <p:spPr>
              <a:xfrm>
                <a:off x="3321074"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955" name="Freeform: Shape 1954">
                <a:extLst>
                  <a:ext uri="{FF2B5EF4-FFF2-40B4-BE49-F238E27FC236}">
                    <a16:creationId xmlns:a16="http://schemas.microsoft.com/office/drawing/2014/main" id="{DE23D92B-25F6-15E4-589F-35951277660D}"/>
                  </a:ext>
                </a:extLst>
              </p:cNvPr>
              <p:cNvSpPr/>
              <p:nvPr/>
            </p:nvSpPr>
            <p:spPr>
              <a:xfrm>
                <a:off x="3559327"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956" name="Freeform: Shape 1955">
                <a:extLst>
                  <a:ext uri="{FF2B5EF4-FFF2-40B4-BE49-F238E27FC236}">
                    <a16:creationId xmlns:a16="http://schemas.microsoft.com/office/drawing/2014/main" id="{F3876B10-829A-3AD4-3A17-DF9C86339BCA}"/>
                  </a:ext>
                </a:extLst>
              </p:cNvPr>
              <p:cNvSpPr/>
              <p:nvPr/>
            </p:nvSpPr>
            <p:spPr>
              <a:xfrm>
                <a:off x="3797579"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957" name="TextBox 1956">
                <a:extLst>
                  <a:ext uri="{FF2B5EF4-FFF2-40B4-BE49-F238E27FC236}">
                    <a16:creationId xmlns:a16="http://schemas.microsoft.com/office/drawing/2014/main" id="{3725C1EC-9141-2D99-CCCA-784131B77AFA}"/>
                  </a:ext>
                </a:extLst>
              </p:cNvPr>
              <p:cNvSpPr txBox="1"/>
              <p:nvPr/>
            </p:nvSpPr>
            <p:spPr>
              <a:xfrm>
                <a:off x="2701460" y="5149346"/>
                <a:ext cx="302311"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M</a:t>
                </a:r>
              </a:p>
            </p:txBody>
          </p:sp>
          <p:sp>
            <p:nvSpPr>
              <p:cNvPr id="1958" name="TextBox 1957">
                <a:extLst>
                  <a:ext uri="{FF2B5EF4-FFF2-40B4-BE49-F238E27FC236}">
                    <a16:creationId xmlns:a16="http://schemas.microsoft.com/office/drawing/2014/main" id="{58B29237-EB53-6B1F-71C5-AE7BDE253837}"/>
                  </a:ext>
                </a:extLst>
              </p:cNvPr>
              <p:cNvSpPr txBox="1"/>
              <p:nvPr/>
            </p:nvSpPr>
            <p:spPr>
              <a:xfrm>
                <a:off x="2970293" y="5149346"/>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959" name="TextBox 1958">
                <a:extLst>
                  <a:ext uri="{FF2B5EF4-FFF2-40B4-BE49-F238E27FC236}">
                    <a16:creationId xmlns:a16="http://schemas.microsoft.com/office/drawing/2014/main" id="{00CF57B1-1464-2DC7-A21A-31DFBCCBEEB9}"/>
                  </a:ext>
                </a:extLst>
              </p:cNvPr>
              <p:cNvSpPr txBox="1"/>
              <p:nvPr/>
            </p:nvSpPr>
            <p:spPr>
              <a:xfrm>
                <a:off x="3177108" y="5149346"/>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960" name="TextBox 1959">
                <a:extLst>
                  <a:ext uri="{FF2B5EF4-FFF2-40B4-BE49-F238E27FC236}">
                    <a16:creationId xmlns:a16="http://schemas.microsoft.com/office/drawing/2014/main" id="{D12C5E64-0BD9-B3E9-F780-8E85D4A35767}"/>
                  </a:ext>
                </a:extLst>
              </p:cNvPr>
              <p:cNvSpPr txBox="1"/>
              <p:nvPr/>
            </p:nvSpPr>
            <p:spPr>
              <a:xfrm>
                <a:off x="3388105" y="5149346"/>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1961" name="TextBox 1960">
                <a:extLst>
                  <a:ext uri="{FF2B5EF4-FFF2-40B4-BE49-F238E27FC236}">
                    <a16:creationId xmlns:a16="http://schemas.microsoft.com/office/drawing/2014/main" id="{0368843D-31C6-0CD9-9C7F-4C86F24EB658}"/>
                  </a:ext>
                </a:extLst>
              </p:cNvPr>
              <p:cNvSpPr txBox="1"/>
              <p:nvPr/>
            </p:nvSpPr>
            <p:spPr>
              <a:xfrm>
                <a:off x="3666878" y="5149346"/>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963" name="TextBox 1962">
                <a:extLst>
                  <a:ext uri="{FF2B5EF4-FFF2-40B4-BE49-F238E27FC236}">
                    <a16:creationId xmlns:a16="http://schemas.microsoft.com/office/drawing/2014/main" id="{A6159289-3E30-D084-654B-4540D0703B31}"/>
                  </a:ext>
                </a:extLst>
              </p:cNvPr>
              <p:cNvSpPr txBox="1"/>
              <p:nvPr/>
            </p:nvSpPr>
            <p:spPr>
              <a:xfrm rot="16200000">
                <a:off x="1757882" y="4344270"/>
                <a:ext cx="1089471" cy="259288"/>
              </a:xfrm>
              <a:prstGeom prst="rect">
                <a:avLst/>
              </a:prstGeom>
              <a:noFill/>
            </p:spPr>
            <p:txBody>
              <a:bodyPr wrap="none" rtlCol="0">
                <a:spAutoFit/>
              </a:bodyPr>
              <a:lstStyle/>
              <a:p>
                <a:pPr algn="ctr"/>
                <a:r>
                  <a:rPr lang="en-US" sz="992" dirty="0">
                    <a:ln/>
                    <a:solidFill>
                      <a:srgbClr val="000000"/>
                    </a:solidFill>
                    <a:latin typeface="Arial"/>
                    <a:cs typeface="Arial"/>
                    <a:sym typeface="Arial"/>
                    <a:rtl val="0"/>
                  </a:rPr>
                  <a:t>Percent </a:t>
                </a:r>
                <a:r>
                  <a:rPr lang="en-US" sz="992" i="1" dirty="0" err="1">
                    <a:ln/>
                    <a:solidFill>
                      <a:srgbClr val="000000"/>
                    </a:solidFill>
                    <a:latin typeface="Arial"/>
                    <a:cs typeface="Arial"/>
                    <a:sym typeface="Arial"/>
                    <a:rtl val="0"/>
                  </a:rPr>
                  <a:t>cckb</a:t>
                </a:r>
                <a:r>
                  <a:rPr lang="en-US" sz="992" dirty="0">
                    <a:ln/>
                    <a:solidFill>
                      <a:srgbClr val="000000"/>
                    </a:solidFill>
                    <a:latin typeface="Arial"/>
                    <a:cs typeface="Arial"/>
                    <a:sym typeface="Arial"/>
                    <a:rtl val="0"/>
                  </a:rPr>
                  <a:t>+ </a:t>
                </a:r>
              </a:p>
            </p:txBody>
          </p:sp>
        </p:grpSp>
      </p:grpSp>
      <p:grpSp>
        <p:nvGrpSpPr>
          <p:cNvPr id="1964" name="Group 1963">
            <a:extLst>
              <a:ext uri="{FF2B5EF4-FFF2-40B4-BE49-F238E27FC236}">
                <a16:creationId xmlns:a16="http://schemas.microsoft.com/office/drawing/2014/main" id="{FAC57274-3E05-5883-FDD0-3894881129FE}"/>
              </a:ext>
            </a:extLst>
          </p:cNvPr>
          <p:cNvGrpSpPr/>
          <p:nvPr/>
        </p:nvGrpSpPr>
        <p:grpSpPr>
          <a:xfrm>
            <a:off x="1845568" y="1969980"/>
            <a:ext cx="1670224" cy="1532498"/>
            <a:chOff x="2341958" y="1894191"/>
            <a:chExt cx="1767606" cy="1621850"/>
          </a:xfrm>
        </p:grpSpPr>
        <p:grpSp>
          <p:nvGrpSpPr>
            <p:cNvPr id="1679" name="Graphic 144">
              <a:extLst>
                <a:ext uri="{FF2B5EF4-FFF2-40B4-BE49-F238E27FC236}">
                  <a16:creationId xmlns:a16="http://schemas.microsoft.com/office/drawing/2014/main" id="{21553680-E957-3599-3F8F-A826D1FF375B}"/>
                </a:ext>
              </a:extLst>
            </p:cNvPr>
            <p:cNvGrpSpPr/>
            <p:nvPr/>
          </p:nvGrpSpPr>
          <p:grpSpPr>
            <a:xfrm>
              <a:off x="2870552" y="1904803"/>
              <a:ext cx="1239012" cy="1363765"/>
              <a:chOff x="2870552" y="1904803"/>
              <a:chExt cx="1239012" cy="1363765"/>
            </a:xfrm>
          </p:grpSpPr>
          <p:sp>
            <p:nvSpPr>
              <p:cNvPr id="1680" name="Rectangle 1679">
                <a:extLst>
                  <a:ext uri="{FF2B5EF4-FFF2-40B4-BE49-F238E27FC236}">
                    <a16:creationId xmlns:a16="http://schemas.microsoft.com/office/drawing/2014/main" id="{A9109693-CA91-C8F3-5C09-2B8AB0AD96D5}"/>
                  </a:ext>
                </a:extLst>
              </p:cNvPr>
              <p:cNvSpPr/>
              <p:nvPr/>
            </p:nvSpPr>
            <p:spPr>
              <a:xfrm>
                <a:off x="2870552" y="1909414"/>
                <a:ext cx="1239012" cy="1359154"/>
              </a:xfrm>
              <a:prstGeom prst="rect">
                <a:avLst/>
              </a:prstGeom>
              <a:solidFill>
                <a:srgbClr val="FFFFFF"/>
              </a:solidFill>
              <a:ln w="13589" cap="rnd">
                <a:noFill/>
                <a:prstDash val="solid"/>
                <a:round/>
              </a:ln>
            </p:spPr>
            <p:txBody>
              <a:bodyPr/>
              <a:lstStyle/>
              <a:p>
                <a:endParaRPr lang="en-US" sz="1701"/>
              </a:p>
            </p:txBody>
          </p:sp>
          <p:sp>
            <p:nvSpPr>
              <p:cNvPr id="1681" name="Rectangle 1680">
                <a:extLst>
                  <a:ext uri="{FF2B5EF4-FFF2-40B4-BE49-F238E27FC236}">
                    <a16:creationId xmlns:a16="http://schemas.microsoft.com/office/drawing/2014/main" id="{932848CB-F0E5-4B44-539F-29C1F7BFF1B6}"/>
                  </a:ext>
                </a:extLst>
              </p:cNvPr>
              <p:cNvSpPr/>
              <p:nvPr/>
            </p:nvSpPr>
            <p:spPr>
              <a:xfrm>
                <a:off x="2906366" y="2854040"/>
                <a:ext cx="214375" cy="352806"/>
              </a:xfrm>
              <a:prstGeom prst="rect">
                <a:avLst/>
              </a:prstGeom>
              <a:solidFill>
                <a:srgbClr val="1965B0"/>
              </a:solidFill>
              <a:ln w="13589" cap="flat">
                <a:noFill/>
                <a:prstDash val="solid"/>
                <a:miter/>
              </a:ln>
            </p:spPr>
            <p:txBody>
              <a:bodyPr/>
              <a:lstStyle/>
              <a:p>
                <a:endParaRPr lang="en-US" sz="1701"/>
              </a:p>
            </p:txBody>
          </p:sp>
          <p:sp>
            <p:nvSpPr>
              <p:cNvPr id="1682" name="Rectangle 1681">
                <a:extLst>
                  <a:ext uri="{FF2B5EF4-FFF2-40B4-BE49-F238E27FC236}">
                    <a16:creationId xmlns:a16="http://schemas.microsoft.com/office/drawing/2014/main" id="{A228E173-D03E-D05B-E603-B55F6969A90C}"/>
                  </a:ext>
                </a:extLst>
              </p:cNvPr>
              <p:cNvSpPr/>
              <p:nvPr/>
            </p:nvSpPr>
            <p:spPr>
              <a:xfrm>
                <a:off x="3144618" y="2669255"/>
                <a:ext cx="214376" cy="537591"/>
              </a:xfrm>
              <a:prstGeom prst="rect">
                <a:avLst/>
              </a:prstGeom>
              <a:solidFill>
                <a:srgbClr val="4EB265"/>
              </a:solidFill>
              <a:ln w="13589" cap="flat">
                <a:noFill/>
                <a:prstDash val="solid"/>
                <a:miter/>
              </a:ln>
            </p:spPr>
            <p:txBody>
              <a:bodyPr/>
              <a:lstStyle/>
              <a:p>
                <a:endParaRPr lang="en-US" sz="1701"/>
              </a:p>
            </p:txBody>
          </p:sp>
          <p:sp>
            <p:nvSpPr>
              <p:cNvPr id="1683" name="Rectangle 1682">
                <a:extLst>
                  <a:ext uri="{FF2B5EF4-FFF2-40B4-BE49-F238E27FC236}">
                    <a16:creationId xmlns:a16="http://schemas.microsoft.com/office/drawing/2014/main" id="{3F86C77F-DD6B-9F99-580B-B89ED18730A7}"/>
                  </a:ext>
                </a:extLst>
              </p:cNvPr>
              <p:cNvSpPr/>
              <p:nvPr/>
            </p:nvSpPr>
            <p:spPr>
              <a:xfrm>
                <a:off x="3382870" y="3093562"/>
                <a:ext cx="214375" cy="113284"/>
              </a:xfrm>
              <a:prstGeom prst="rect">
                <a:avLst/>
              </a:prstGeom>
              <a:solidFill>
                <a:srgbClr val="F7F056"/>
              </a:solidFill>
              <a:ln w="13589" cap="flat">
                <a:noFill/>
                <a:prstDash val="solid"/>
                <a:miter/>
              </a:ln>
            </p:spPr>
            <p:txBody>
              <a:bodyPr/>
              <a:lstStyle/>
              <a:p>
                <a:endParaRPr lang="en-US" sz="1701"/>
              </a:p>
            </p:txBody>
          </p:sp>
          <p:sp>
            <p:nvSpPr>
              <p:cNvPr id="1684" name="Rectangle 1683">
                <a:extLst>
                  <a:ext uri="{FF2B5EF4-FFF2-40B4-BE49-F238E27FC236}">
                    <a16:creationId xmlns:a16="http://schemas.microsoft.com/office/drawing/2014/main" id="{39C524BD-A730-1C36-7A94-1469341BD058}"/>
                  </a:ext>
                </a:extLst>
              </p:cNvPr>
              <p:cNvSpPr/>
              <p:nvPr/>
            </p:nvSpPr>
            <p:spPr>
              <a:xfrm>
                <a:off x="3859374" y="3055462"/>
                <a:ext cx="214375" cy="151384"/>
              </a:xfrm>
              <a:prstGeom prst="rect">
                <a:avLst/>
              </a:prstGeom>
              <a:solidFill>
                <a:srgbClr val="DC050C"/>
              </a:solidFill>
              <a:ln w="13589" cap="flat">
                <a:noFill/>
                <a:prstDash val="solid"/>
                <a:miter/>
              </a:ln>
            </p:spPr>
            <p:txBody>
              <a:bodyPr/>
              <a:lstStyle/>
              <a:p>
                <a:endParaRPr lang="en-US" sz="1701"/>
              </a:p>
            </p:txBody>
          </p:sp>
          <p:sp>
            <p:nvSpPr>
              <p:cNvPr id="1685" name="Freeform: Shape 1684">
                <a:extLst>
                  <a:ext uri="{FF2B5EF4-FFF2-40B4-BE49-F238E27FC236}">
                    <a16:creationId xmlns:a16="http://schemas.microsoft.com/office/drawing/2014/main" id="{2B82025A-C22B-5261-82D9-E5D6B0C164F2}"/>
                  </a:ext>
                </a:extLst>
              </p:cNvPr>
              <p:cNvSpPr/>
              <p:nvPr/>
            </p:nvSpPr>
            <p:spPr>
              <a:xfrm>
                <a:off x="2965929" y="2742660"/>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686" name="Freeform: Shape 1685">
                <a:extLst>
                  <a:ext uri="{FF2B5EF4-FFF2-40B4-BE49-F238E27FC236}">
                    <a16:creationId xmlns:a16="http://schemas.microsoft.com/office/drawing/2014/main" id="{B4B3095B-2D4E-C2F8-E3F4-D64A945BB484}"/>
                  </a:ext>
                </a:extLst>
              </p:cNvPr>
              <p:cNvSpPr/>
              <p:nvPr/>
            </p:nvSpPr>
            <p:spPr>
              <a:xfrm>
                <a:off x="3013554" y="2742660"/>
                <a:ext cx="12700" cy="222758"/>
              </a:xfrm>
              <a:custGeom>
                <a:avLst/>
                <a:gdLst>
                  <a:gd name="csX0" fmla="*/ 0 w 12700"/>
                  <a:gd name="csY0" fmla="*/ 0 h 222758"/>
                  <a:gd name="csX1" fmla="*/ 0 w 12700"/>
                  <a:gd name="csY1" fmla="*/ 222758 h 222758"/>
                </a:gdLst>
                <a:ahLst/>
                <a:cxnLst>
                  <a:cxn ang="0">
                    <a:pos x="csX0" y="csY0"/>
                  </a:cxn>
                  <a:cxn ang="0">
                    <a:pos x="csX1" y="csY1"/>
                  </a:cxn>
                </a:cxnLst>
                <a:rect l="l" t="t" r="r" b="b"/>
                <a:pathLst>
                  <a:path w="12700" h="222758">
                    <a:moveTo>
                      <a:pt x="0" y="0"/>
                    </a:moveTo>
                    <a:lnTo>
                      <a:pt x="0" y="222758"/>
                    </a:lnTo>
                  </a:path>
                </a:pathLst>
              </a:custGeom>
              <a:noFill/>
              <a:ln w="13589" cap="flat">
                <a:solidFill>
                  <a:srgbClr val="000000"/>
                </a:solidFill>
                <a:prstDash val="solid"/>
                <a:round/>
              </a:ln>
            </p:spPr>
            <p:txBody>
              <a:bodyPr/>
              <a:lstStyle/>
              <a:p>
                <a:endParaRPr lang="en-US" sz="1701"/>
              </a:p>
            </p:txBody>
          </p:sp>
          <p:sp>
            <p:nvSpPr>
              <p:cNvPr id="1687" name="Freeform: Shape 1686">
                <a:extLst>
                  <a:ext uri="{FF2B5EF4-FFF2-40B4-BE49-F238E27FC236}">
                    <a16:creationId xmlns:a16="http://schemas.microsoft.com/office/drawing/2014/main" id="{4BF7D24A-6739-CE37-CF50-DD233B987FC2}"/>
                  </a:ext>
                </a:extLst>
              </p:cNvPr>
              <p:cNvSpPr/>
              <p:nvPr/>
            </p:nvSpPr>
            <p:spPr>
              <a:xfrm>
                <a:off x="2965929" y="2965418"/>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688" name="Freeform: Shape 1687">
                <a:extLst>
                  <a:ext uri="{FF2B5EF4-FFF2-40B4-BE49-F238E27FC236}">
                    <a16:creationId xmlns:a16="http://schemas.microsoft.com/office/drawing/2014/main" id="{9ED10A70-802C-5D6F-13F1-AEEEBA14CFCE}"/>
                  </a:ext>
                </a:extLst>
              </p:cNvPr>
              <p:cNvSpPr/>
              <p:nvPr/>
            </p:nvSpPr>
            <p:spPr>
              <a:xfrm>
                <a:off x="3204181" y="2614518"/>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689" name="Freeform: Shape 1688">
                <a:extLst>
                  <a:ext uri="{FF2B5EF4-FFF2-40B4-BE49-F238E27FC236}">
                    <a16:creationId xmlns:a16="http://schemas.microsoft.com/office/drawing/2014/main" id="{B07C4686-A7DA-A462-330A-ED4CA4BDFE0C}"/>
                  </a:ext>
                </a:extLst>
              </p:cNvPr>
              <p:cNvSpPr/>
              <p:nvPr/>
            </p:nvSpPr>
            <p:spPr>
              <a:xfrm>
                <a:off x="3251806" y="2614518"/>
                <a:ext cx="12700" cy="109474"/>
              </a:xfrm>
              <a:custGeom>
                <a:avLst/>
                <a:gdLst>
                  <a:gd name="csX0" fmla="*/ 0 w 12700"/>
                  <a:gd name="csY0" fmla="*/ 0 h 109474"/>
                  <a:gd name="csX1" fmla="*/ 0 w 12700"/>
                  <a:gd name="csY1" fmla="*/ 109474 h 109474"/>
                </a:gdLst>
                <a:ahLst/>
                <a:cxnLst>
                  <a:cxn ang="0">
                    <a:pos x="csX0" y="csY0"/>
                  </a:cxn>
                  <a:cxn ang="0">
                    <a:pos x="csX1" y="csY1"/>
                  </a:cxn>
                </a:cxnLst>
                <a:rect l="l" t="t" r="r" b="b"/>
                <a:pathLst>
                  <a:path w="12700" h="109474">
                    <a:moveTo>
                      <a:pt x="0" y="0"/>
                    </a:moveTo>
                    <a:lnTo>
                      <a:pt x="0" y="109474"/>
                    </a:lnTo>
                  </a:path>
                </a:pathLst>
              </a:custGeom>
              <a:noFill/>
              <a:ln w="13589" cap="flat">
                <a:solidFill>
                  <a:srgbClr val="000000"/>
                </a:solidFill>
                <a:prstDash val="solid"/>
                <a:round/>
              </a:ln>
            </p:spPr>
            <p:txBody>
              <a:bodyPr/>
              <a:lstStyle/>
              <a:p>
                <a:endParaRPr lang="en-US" sz="1701"/>
              </a:p>
            </p:txBody>
          </p:sp>
          <p:sp>
            <p:nvSpPr>
              <p:cNvPr id="1690" name="Freeform: Shape 1689">
                <a:extLst>
                  <a:ext uri="{FF2B5EF4-FFF2-40B4-BE49-F238E27FC236}">
                    <a16:creationId xmlns:a16="http://schemas.microsoft.com/office/drawing/2014/main" id="{F874F48D-75C6-B87F-DF36-65947592D8C0}"/>
                  </a:ext>
                </a:extLst>
              </p:cNvPr>
              <p:cNvSpPr/>
              <p:nvPr/>
            </p:nvSpPr>
            <p:spPr>
              <a:xfrm>
                <a:off x="3204181" y="2723992"/>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691" name="Freeform: Shape 1690">
                <a:extLst>
                  <a:ext uri="{FF2B5EF4-FFF2-40B4-BE49-F238E27FC236}">
                    <a16:creationId xmlns:a16="http://schemas.microsoft.com/office/drawing/2014/main" id="{CA22610A-9BED-3842-DA32-BF85EAA9C9B8}"/>
                  </a:ext>
                </a:extLst>
              </p:cNvPr>
              <p:cNvSpPr/>
              <p:nvPr/>
            </p:nvSpPr>
            <p:spPr>
              <a:xfrm>
                <a:off x="3442432" y="3030315"/>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692" name="Freeform: Shape 1691">
                <a:extLst>
                  <a:ext uri="{FF2B5EF4-FFF2-40B4-BE49-F238E27FC236}">
                    <a16:creationId xmlns:a16="http://schemas.microsoft.com/office/drawing/2014/main" id="{D4AC22A4-BA0D-7F17-66DB-16ED07AD4FF6}"/>
                  </a:ext>
                </a:extLst>
              </p:cNvPr>
              <p:cNvSpPr/>
              <p:nvPr/>
            </p:nvSpPr>
            <p:spPr>
              <a:xfrm>
                <a:off x="3490057" y="3030315"/>
                <a:ext cx="12700" cy="126365"/>
              </a:xfrm>
              <a:custGeom>
                <a:avLst/>
                <a:gdLst>
                  <a:gd name="csX0" fmla="*/ 0 w 12700"/>
                  <a:gd name="csY0" fmla="*/ 0 h 126365"/>
                  <a:gd name="csX1" fmla="*/ 0 w 12700"/>
                  <a:gd name="csY1" fmla="*/ 126365 h 126365"/>
                </a:gdLst>
                <a:ahLst/>
                <a:cxnLst>
                  <a:cxn ang="0">
                    <a:pos x="csX0" y="csY0"/>
                  </a:cxn>
                  <a:cxn ang="0">
                    <a:pos x="csX1" y="csY1"/>
                  </a:cxn>
                </a:cxnLst>
                <a:rect l="l" t="t" r="r" b="b"/>
                <a:pathLst>
                  <a:path w="12700" h="126365">
                    <a:moveTo>
                      <a:pt x="0" y="0"/>
                    </a:moveTo>
                    <a:lnTo>
                      <a:pt x="0" y="126365"/>
                    </a:lnTo>
                  </a:path>
                </a:pathLst>
              </a:custGeom>
              <a:noFill/>
              <a:ln w="13589" cap="flat">
                <a:solidFill>
                  <a:srgbClr val="000000"/>
                </a:solidFill>
                <a:prstDash val="solid"/>
                <a:round/>
              </a:ln>
            </p:spPr>
            <p:txBody>
              <a:bodyPr/>
              <a:lstStyle/>
              <a:p>
                <a:endParaRPr lang="en-US" sz="1701"/>
              </a:p>
            </p:txBody>
          </p:sp>
          <p:sp>
            <p:nvSpPr>
              <p:cNvPr id="1693" name="Freeform: Shape 1692">
                <a:extLst>
                  <a:ext uri="{FF2B5EF4-FFF2-40B4-BE49-F238E27FC236}">
                    <a16:creationId xmlns:a16="http://schemas.microsoft.com/office/drawing/2014/main" id="{E6AD32FA-ED5C-7439-4477-00D0EC0D28CE}"/>
                  </a:ext>
                </a:extLst>
              </p:cNvPr>
              <p:cNvSpPr/>
              <p:nvPr/>
            </p:nvSpPr>
            <p:spPr>
              <a:xfrm>
                <a:off x="3442432" y="3156681"/>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endParaRPr lang="en-US" sz="1701"/>
              </a:p>
            </p:txBody>
          </p:sp>
          <p:sp>
            <p:nvSpPr>
              <p:cNvPr id="1694" name="Freeform: Shape 1693">
                <a:extLst>
                  <a:ext uri="{FF2B5EF4-FFF2-40B4-BE49-F238E27FC236}">
                    <a16:creationId xmlns:a16="http://schemas.microsoft.com/office/drawing/2014/main" id="{644E8B60-4321-CD28-D63E-C5B86F8E4615}"/>
                  </a:ext>
                </a:extLst>
              </p:cNvPr>
              <p:cNvSpPr/>
              <p:nvPr/>
            </p:nvSpPr>
            <p:spPr>
              <a:xfrm>
                <a:off x="3918937" y="3020790"/>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1701"/>
              </a:p>
            </p:txBody>
          </p:sp>
          <p:sp>
            <p:nvSpPr>
              <p:cNvPr id="1695" name="Freeform: Shape 1694">
                <a:extLst>
                  <a:ext uri="{FF2B5EF4-FFF2-40B4-BE49-F238E27FC236}">
                    <a16:creationId xmlns:a16="http://schemas.microsoft.com/office/drawing/2014/main" id="{07ED911D-5256-A9A2-52C0-1381BB199F7B}"/>
                  </a:ext>
                </a:extLst>
              </p:cNvPr>
              <p:cNvSpPr/>
              <p:nvPr/>
            </p:nvSpPr>
            <p:spPr>
              <a:xfrm>
                <a:off x="3966562" y="3020790"/>
                <a:ext cx="12700" cy="69469"/>
              </a:xfrm>
              <a:custGeom>
                <a:avLst/>
                <a:gdLst>
                  <a:gd name="csX0" fmla="*/ 0 w 12700"/>
                  <a:gd name="csY0" fmla="*/ 0 h 69469"/>
                  <a:gd name="csX1" fmla="*/ 0 w 12700"/>
                  <a:gd name="csY1" fmla="*/ 69469 h 69469"/>
                </a:gdLst>
                <a:ahLst/>
                <a:cxnLst>
                  <a:cxn ang="0">
                    <a:pos x="csX0" y="csY0"/>
                  </a:cxn>
                  <a:cxn ang="0">
                    <a:pos x="csX1" y="csY1"/>
                  </a:cxn>
                </a:cxnLst>
                <a:rect l="l" t="t" r="r" b="b"/>
                <a:pathLst>
                  <a:path w="12700" h="69469">
                    <a:moveTo>
                      <a:pt x="0" y="0"/>
                    </a:moveTo>
                    <a:lnTo>
                      <a:pt x="0" y="69469"/>
                    </a:lnTo>
                  </a:path>
                </a:pathLst>
              </a:custGeom>
              <a:noFill/>
              <a:ln w="13589" cap="flat">
                <a:solidFill>
                  <a:srgbClr val="000000"/>
                </a:solidFill>
                <a:prstDash val="solid"/>
                <a:round/>
              </a:ln>
            </p:spPr>
            <p:txBody>
              <a:bodyPr/>
              <a:lstStyle/>
              <a:p>
                <a:endParaRPr lang="en-US" sz="1701"/>
              </a:p>
            </p:txBody>
          </p:sp>
          <p:sp>
            <p:nvSpPr>
              <p:cNvPr id="1696" name="Freeform: Shape 1695">
                <a:extLst>
                  <a:ext uri="{FF2B5EF4-FFF2-40B4-BE49-F238E27FC236}">
                    <a16:creationId xmlns:a16="http://schemas.microsoft.com/office/drawing/2014/main" id="{808213F8-2B69-F17A-A17D-C3EBBF319910}"/>
                  </a:ext>
                </a:extLst>
              </p:cNvPr>
              <p:cNvSpPr/>
              <p:nvPr/>
            </p:nvSpPr>
            <p:spPr>
              <a:xfrm>
                <a:off x="3918937" y="3090259"/>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endParaRPr lang="en-US" sz="1701"/>
              </a:p>
            </p:txBody>
          </p:sp>
          <p:sp>
            <p:nvSpPr>
              <p:cNvPr id="1697" name="Oval 1696">
                <a:extLst>
                  <a:ext uri="{FF2B5EF4-FFF2-40B4-BE49-F238E27FC236}">
                    <a16:creationId xmlns:a16="http://schemas.microsoft.com/office/drawing/2014/main" id="{99B5453C-624F-E675-325D-19620A6DD62F}"/>
                  </a:ext>
                </a:extLst>
              </p:cNvPr>
              <p:cNvSpPr/>
              <p:nvPr/>
            </p:nvSpPr>
            <p:spPr>
              <a:xfrm>
                <a:off x="3472024" y="313864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98" name="Oval 1697">
                <a:extLst>
                  <a:ext uri="{FF2B5EF4-FFF2-40B4-BE49-F238E27FC236}">
                    <a16:creationId xmlns:a16="http://schemas.microsoft.com/office/drawing/2014/main" id="{CBD27C7F-9487-8188-3794-C900AAA7317C}"/>
                  </a:ext>
                </a:extLst>
              </p:cNvPr>
              <p:cNvSpPr/>
              <p:nvPr/>
            </p:nvSpPr>
            <p:spPr>
              <a:xfrm>
                <a:off x="3233772" y="248878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99" name="Oval 1698">
                <a:extLst>
                  <a:ext uri="{FF2B5EF4-FFF2-40B4-BE49-F238E27FC236}">
                    <a16:creationId xmlns:a16="http://schemas.microsoft.com/office/drawing/2014/main" id="{C0D445C6-15D3-B35C-8821-4A5D35835038}"/>
                  </a:ext>
                </a:extLst>
              </p:cNvPr>
              <p:cNvSpPr/>
              <p:nvPr/>
            </p:nvSpPr>
            <p:spPr>
              <a:xfrm>
                <a:off x="3233772" y="248269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0" name="Oval 1699">
                <a:extLst>
                  <a:ext uri="{FF2B5EF4-FFF2-40B4-BE49-F238E27FC236}">
                    <a16:creationId xmlns:a16="http://schemas.microsoft.com/office/drawing/2014/main" id="{76AF88A2-428B-5832-A6E0-FAA066F7423A}"/>
                  </a:ext>
                </a:extLst>
              </p:cNvPr>
              <p:cNvSpPr/>
              <p:nvPr/>
            </p:nvSpPr>
            <p:spPr>
              <a:xfrm>
                <a:off x="3948528" y="309330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1" name="Oval 1700">
                <a:extLst>
                  <a:ext uri="{FF2B5EF4-FFF2-40B4-BE49-F238E27FC236}">
                    <a16:creationId xmlns:a16="http://schemas.microsoft.com/office/drawing/2014/main" id="{9717412F-D716-F9D3-407B-AE22ADA02170}"/>
                  </a:ext>
                </a:extLst>
              </p:cNvPr>
              <p:cNvSpPr/>
              <p:nvPr/>
            </p:nvSpPr>
            <p:spPr>
              <a:xfrm>
                <a:off x="2995520" y="278279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2" name="Oval 1701">
                <a:extLst>
                  <a:ext uri="{FF2B5EF4-FFF2-40B4-BE49-F238E27FC236}">
                    <a16:creationId xmlns:a16="http://schemas.microsoft.com/office/drawing/2014/main" id="{855AE5B7-461C-B6FD-9470-9BD58E667169}"/>
                  </a:ext>
                </a:extLst>
              </p:cNvPr>
              <p:cNvSpPr/>
              <p:nvPr/>
            </p:nvSpPr>
            <p:spPr>
              <a:xfrm>
                <a:off x="3948528" y="301228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3" name="Oval 1702">
                <a:extLst>
                  <a:ext uri="{FF2B5EF4-FFF2-40B4-BE49-F238E27FC236}">
                    <a16:creationId xmlns:a16="http://schemas.microsoft.com/office/drawing/2014/main" id="{6255CFE4-63B1-A5C3-7454-00F2B635F19B}"/>
                  </a:ext>
                </a:extLst>
              </p:cNvPr>
              <p:cNvSpPr/>
              <p:nvPr/>
            </p:nvSpPr>
            <p:spPr>
              <a:xfrm>
                <a:off x="2995520" y="230616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4" name="Oval 1703">
                <a:extLst>
                  <a:ext uri="{FF2B5EF4-FFF2-40B4-BE49-F238E27FC236}">
                    <a16:creationId xmlns:a16="http://schemas.microsoft.com/office/drawing/2014/main" id="{587EAB62-DAA9-C77C-15F5-7347860DC34C}"/>
                  </a:ext>
                </a:extLst>
              </p:cNvPr>
              <p:cNvSpPr/>
              <p:nvPr/>
            </p:nvSpPr>
            <p:spPr>
              <a:xfrm>
                <a:off x="3948528" y="310994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5" name="Oval 1704">
                <a:extLst>
                  <a:ext uri="{FF2B5EF4-FFF2-40B4-BE49-F238E27FC236}">
                    <a16:creationId xmlns:a16="http://schemas.microsoft.com/office/drawing/2014/main" id="{EFC5C901-19E4-2568-DB04-B5A7EE08B625}"/>
                  </a:ext>
                </a:extLst>
              </p:cNvPr>
              <p:cNvSpPr/>
              <p:nvPr/>
            </p:nvSpPr>
            <p:spPr>
              <a:xfrm>
                <a:off x="2995520" y="298827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6" name="Oval 1705">
                <a:extLst>
                  <a:ext uri="{FF2B5EF4-FFF2-40B4-BE49-F238E27FC236}">
                    <a16:creationId xmlns:a16="http://schemas.microsoft.com/office/drawing/2014/main" id="{61AA1E38-BC70-D013-04D6-C23BDC114C40}"/>
                  </a:ext>
                </a:extLst>
              </p:cNvPr>
              <p:cNvSpPr/>
              <p:nvPr/>
            </p:nvSpPr>
            <p:spPr>
              <a:xfrm>
                <a:off x="3948528" y="294992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7" name="Oval 1706">
                <a:extLst>
                  <a:ext uri="{FF2B5EF4-FFF2-40B4-BE49-F238E27FC236}">
                    <a16:creationId xmlns:a16="http://schemas.microsoft.com/office/drawing/2014/main" id="{A08033E3-D04F-7FFD-AD7A-FD51062C9C70}"/>
                  </a:ext>
                </a:extLst>
              </p:cNvPr>
              <p:cNvSpPr/>
              <p:nvPr/>
            </p:nvSpPr>
            <p:spPr>
              <a:xfrm>
                <a:off x="2995520" y="294992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8" name="Oval 1707">
                <a:extLst>
                  <a:ext uri="{FF2B5EF4-FFF2-40B4-BE49-F238E27FC236}">
                    <a16:creationId xmlns:a16="http://schemas.microsoft.com/office/drawing/2014/main" id="{F1B8EE2D-1AA9-1484-AA5F-18FCE80B9F90}"/>
                  </a:ext>
                </a:extLst>
              </p:cNvPr>
              <p:cNvSpPr/>
              <p:nvPr/>
            </p:nvSpPr>
            <p:spPr>
              <a:xfrm>
                <a:off x="3948528" y="312823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09" name="Oval 1708">
                <a:extLst>
                  <a:ext uri="{FF2B5EF4-FFF2-40B4-BE49-F238E27FC236}">
                    <a16:creationId xmlns:a16="http://schemas.microsoft.com/office/drawing/2014/main" id="{879931B5-9125-35CE-53F5-0B9B6C3D8668}"/>
                  </a:ext>
                </a:extLst>
              </p:cNvPr>
              <p:cNvSpPr/>
              <p:nvPr/>
            </p:nvSpPr>
            <p:spPr>
              <a:xfrm>
                <a:off x="2995520" y="295894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0" name="Oval 1709">
                <a:extLst>
                  <a:ext uri="{FF2B5EF4-FFF2-40B4-BE49-F238E27FC236}">
                    <a16:creationId xmlns:a16="http://schemas.microsoft.com/office/drawing/2014/main" id="{B1F0C3C9-F22E-9E3A-C1DE-1ECCC45CE0AD}"/>
                  </a:ext>
                </a:extLst>
              </p:cNvPr>
              <p:cNvSpPr/>
              <p:nvPr/>
            </p:nvSpPr>
            <p:spPr>
              <a:xfrm>
                <a:off x="3233772" y="264220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1" name="Oval 1710">
                <a:extLst>
                  <a:ext uri="{FF2B5EF4-FFF2-40B4-BE49-F238E27FC236}">
                    <a16:creationId xmlns:a16="http://schemas.microsoft.com/office/drawing/2014/main" id="{F7D37195-7174-B9B9-AAC0-C7E4C30EC686}"/>
                  </a:ext>
                </a:extLst>
              </p:cNvPr>
              <p:cNvSpPr/>
              <p:nvPr/>
            </p:nvSpPr>
            <p:spPr>
              <a:xfrm>
                <a:off x="3948528" y="293100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2" name="Oval 1711">
                <a:extLst>
                  <a:ext uri="{FF2B5EF4-FFF2-40B4-BE49-F238E27FC236}">
                    <a16:creationId xmlns:a16="http://schemas.microsoft.com/office/drawing/2014/main" id="{72332099-5B64-5D23-69B2-C53094F5C574}"/>
                  </a:ext>
                </a:extLst>
              </p:cNvPr>
              <p:cNvSpPr/>
              <p:nvPr/>
            </p:nvSpPr>
            <p:spPr>
              <a:xfrm>
                <a:off x="2995520" y="302955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3" name="Oval 1712">
                <a:extLst>
                  <a:ext uri="{FF2B5EF4-FFF2-40B4-BE49-F238E27FC236}">
                    <a16:creationId xmlns:a16="http://schemas.microsoft.com/office/drawing/2014/main" id="{3D870B03-78D0-B56E-EEFF-B919484EAC5D}"/>
                  </a:ext>
                </a:extLst>
              </p:cNvPr>
              <p:cNvSpPr/>
              <p:nvPr/>
            </p:nvSpPr>
            <p:spPr>
              <a:xfrm>
                <a:off x="3472024" y="301228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4" name="Oval 1713">
                <a:extLst>
                  <a:ext uri="{FF2B5EF4-FFF2-40B4-BE49-F238E27FC236}">
                    <a16:creationId xmlns:a16="http://schemas.microsoft.com/office/drawing/2014/main" id="{EF603950-86C1-636E-335C-C92C13EC7FA5}"/>
                  </a:ext>
                </a:extLst>
              </p:cNvPr>
              <p:cNvSpPr/>
              <p:nvPr/>
            </p:nvSpPr>
            <p:spPr>
              <a:xfrm>
                <a:off x="3233772" y="256422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5" name="Oval 1714">
                <a:extLst>
                  <a:ext uri="{FF2B5EF4-FFF2-40B4-BE49-F238E27FC236}">
                    <a16:creationId xmlns:a16="http://schemas.microsoft.com/office/drawing/2014/main" id="{8BBAEC93-D2DD-43BC-B0A3-0678957D94EA}"/>
                  </a:ext>
                </a:extLst>
              </p:cNvPr>
              <p:cNvSpPr/>
              <p:nvPr/>
            </p:nvSpPr>
            <p:spPr>
              <a:xfrm>
                <a:off x="3233772" y="279841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6" name="Oval 1715">
                <a:extLst>
                  <a:ext uri="{FF2B5EF4-FFF2-40B4-BE49-F238E27FC236}">
                    <a16:creationId xmlns:a16="http://schemas.microsoft.com/office/drawing/2014/main" id="{9DB0DDAC-B121-4F26-B798-82A3EF285694}"/>
                  </a:ext>
                </a:extLst>
              </p:cNvPr>
              <p:cNvSpPr/>
              <p:nvPr/>
            </p:nvSpPr>
            <p:spPr>
              <a:xfrm>
                <a:off x="3710276" y="318881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7" name="Oval 1716">
                <a:extLst>
                  <a:ext uri="{FF2B5EF4-FFF2-40B4-BE49-F238E27FC236}">
                    <a16:creationId xmlns:a16="http://schemas.microsoft.com/office/drawing/2014/main" id="{FDE63522-E638-95A4-1781-C2668582264D}"/>
                  </a:ext>
                </a:extLst>
              </p:cNvPr>
              <p:cNvSpPr/>
              <p:nvPr/>
            </p:nvSpPr>
            <p:spPr>
              <a:xfrm>
                <a:off x="3233772" y="275383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8" name="Oval 1717">
                <a:extLst>
                  <a:ext uri="{FF2B5EF4-FFF2-40B4-BE49-F238E27FC236}">
                    <a16:creationId xmlns:a16="http://schemas.microsoft.com/office/drawing/2014/main" id="{EAA954C6-07D6-2975-F009-3968803FE6AB}"/>
                  </a:ext>
                </a:extLst>
              </p:cNvPr>
              <p:cNvSpPr/>
              <p:nvPr/>
            </p:nvSpPr>
            <p:spPr>
              <a:xfrm>
                <a:off x="3233772" y="282787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719" name="TextBox 1718">
                <a:extLst>
                  <a:ext uri="{FF2B5EF4-FFF2-40B4-BE49-F238E27FC236}">
                    <a16:creationId xmlns:a16="http://schemas.microsoft.com/office/drawing/2014/main" id="{D571AC26-B451-3105-2CF2-C81E391AC378}"/>
                  </a:ext>
                </a:extLst>
              </p:cNvPr>
              <p:cNvSpPr txBox="1"/>
              <p:nvPr/>
            </p:nvSpPr>
            <p:spPr>
              <a:xfrm>
                <a:off x="2972979" y="2041074"/>
                <a:ext cx="295525" cy="405524"/>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720" name="Freeform: Shape 1719">
                <a:extLst>
                  <a:ext uri="{FF2B5EF4-FFF2-40B4-BE49-F238E27FC236}">
                    <a16:creationId xmlns:a16="http://schemas.microsoft.com/office/drawing/2014/main" id="{34C643C6-82FC-AE49-51E6-474F29AC75BA}"/>
                  </a:ext>
                </a:extLst>
              </p:cNvPr>
              <p:cNvSpPr/>
              <p:nvPr/>
            </p:nvSpPr>
            <p:spPr>
              <a:xfrm>
                <a:off x="3013554" y="2235931"/>
                <a:ext cx="214503" cy="12700"/>
              </a:xfrm>
              <a:custGeom>
                <a:avLst/>
                <a:gdLst>
                  <a:gd name="csX0" fmla="*/ 0 w 214503"/>
                  <a:gd name="csY0" fmla="*/ 0 h 12700"/>
                  <a:gd name="csX1" fmla="*/ 214503 w 214503"/>
                  <a:gd name="csY1" fmla="*/ 0 h 12700"/>
                </a:gdLst>
                <a:ahLst/>
                <a:cxnLst>
                  <a:cxn ang="0">
                    <a:pos x="csX0" y="csY0"/>
                  </a:cxn>
                  <a:cxn ang="0">
                    <a:pos x="csX1" y="csY1"/>
                  </a:cxn>
                </a:cxnLst>
                <a:rect l="l" t="t" r="r" b="b"/>
                <a:pathLst>
                  <a:path w="214503" h="12700">
                    <a:moveTo>
                      <a:pt x="0" y="0"/>
                    </a:moveTo>
                    <a:lnTo>
                      <a:pt x="214503" y="0"/>
                    </a:lnTo>
                  </a:path>
                </a:pathLst>
              </a:custGeom>
              <a:ln w="13589" cap="rnd">
                <a:solidFill>
                  <a:srgbClr val="000000"/>
                </a:solidFill>
                <a:prstDash val="solid"/>
                <a:round/>
              </a:ln>
            </p:spPr>
            <p:txBody>
              <a:bodyPr/>
              <a:lstStyle/>
              <a:p>
                <a:endParaRPr lang="en-US" sz="1701"/>
              </a:p>
            </p:txBody>
          </p:sp>
          <p:sp>
            <p:nvSpPr>
              <p:cNvPr id="1721" name="TextBox 1720">
                <a:extLst>
                  <a:ext uri="{FF2B5EF4-FFF2-40B4-BE49-F238E27FC236}">
                    <a16:creationId xmlns:a16="http://schemas.microsoft.com/office/drawing/2014/main" id="{8A14D14C-6F95-3E65-214B-3BF63F20C620}"/>
                  </a:ext>
                </a:extLst>
              </p:cNvPr>
              <p:cNvSpPr txBox="1"/>
              <p:nvPr/>
            </p:nvSpPr>
            <p:spPr>
              <a:xfrm>
                <a:off x="3373268" y="2041074"/>
                <a:ext cx="495708" cy="405524"/>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722" name="Freeform: Shape 1721">
                <a:extLst>
                  <a:ext uri="{FF2B5EF4-FFF2-40B4-BE49-F238E27FC236}">
                    <a16:creationId xmlns:a16="http://schemas.microsoft.com/office/drawing/2014/main" id="{8E51D0EA-ABC5-1FAE-4C74-CAB47B63C9CB}"/>
                  </a:ext>
                </a:extLst>
              </p:cNvPr>
              <p:cNvSpPr/>
              <p:nvPr/>
            </p:nvSpPr>
            <p:spPr>
              <a:xfrm>
                <a:off x="3275682" y="2235931"/>
                <a:ext cx="690880" cy="12700"/>
              </a:xfrm>
              <a:custGeom>
                <a:avLst/>
                <a:gdLst>
                  <a:gd name="csX0" fmla="*/ 0 w 690880"/>
                  <a:gd name="csY0" fmla="*/ 0 h 12700"/>
                  <a:gd name="csX1" fmla="*/ 690880 w 690880"/>
                  <a:gd name="csY1" fmla="*/ 0 h 12700"/>
                </a:gdLst>
                <a:ahLst/>
                <a:cxnLst>
                  <a:cxn ang="0">
                    <a:pos x="csX0" y="csY0"/>
                  </a:cxn>
                  <a:cxn ang="0">
                    <a:pos x="csX1" y="csY1"/>
                  </a:cxn>
                </a:cxnLst>
                <a:rect l="l" t="t" r="r" b="b"/>
                <a:pathLst>
                  <a:path w="690880" h="12700">
                    <a:moveTo>
                      <a:pt x="0" y="0"/>
                    </a:moveTo>
                    <a:lnTo>
                      <a:pt x="690880" y="0"/>
                    </a:lnTo>
                  </a:path>
                </a:pathLst>
              </a:custGeom>
              <a:ln w="13589" cap="rnd">
                <a:solidFill>
                  <a:srgbClr val="000000"/>
                </a:solidFill>
                <a:prstDash val="solid"/>
                <a:round/>
              </a:ln>
            </p:spPr>
            <p:txBody>
              <a:bodyPr/>
              <a:lstStyle/>
              <a:p>
                <a:endParaRPr lang="en-US" sz="1701"/>
              </a:p>
            </p:txBody>
          </p:sp>
          <p:sp>
            <p:nvSpPr>
              <p:cNvPr id="1723" name="TextBox 1722">
                <a:extLst>
                  <a:ext uri="{FF2B5EF4-FFF2-40B4-BE49-F238E27FC236}">
                    <a16:creationId xmlns:a16="http://schemas.microsoft.com/office/drawing/2014/main" id="{AAA4C511-A562-1A84-A597-3FDF86ACE5E4}"/>
                  </a:ext>
                </a:extLst>
              </p:cNvPr>
              <p:cNvSpPr txBox="1"/>
              <p:nvPr/>
            </p:nvSpPr>
            <p:spPr>
              <a:xfrm>
                <a:off x="3292249" y="1904803"/>
                <a:ext cx="395617" cy="405524"/>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1724" name="Freeform: Shape 1723">
                <a:extLst>
                  <a:ext uri="{FF2B5EF4-FFF2-40B4-BE49-F238E27FC236}">
                    <a16:creationId xmlns:a16="http://schemas.microsoft.com/office/drawing/2014/main" id="{CEBA6FB8-CE05-1619-D973-D381415256E5}"/>
                  </a:ext>
                </a:extLst>
              </p:cNvPr>
              <p:cNvSpPr/>
              <p:nvPr/>
            </p:nvSpPr>
            <p:spPr>
              <a:xfrm>
                <a:off x="3013554" y="2103597"/>
                <a:ext cx="953008" cy="12700"/>
              </a:xfrm>
              <a:custGeom>
                <a:avLst/>
                <a:gdLst>
                  <a:gd name="csX0" fmla="*/ 0 w 953008"/>
                  <a:gd name="csY0" fmla="*/ 0 h 12700"/>
                  <a:gd name="csX1" fmla="*/ 953008 w 953008"/>
                  <a:gd name="csY1" fmla="*/ 0 h 12700"/>
                </a:gdLst>
                <a:ahLst/>
                <a:cxnLst>
                  <a:cxn ang="0">
                    <a:pos x="csX0" y="csY0"/>
                  </a:cxn>
                  <a:cxn ang="0">
                    <a:pos x="csX1" y="csY1"/>
                  </a:cxn>
                </a:cxnLst>
                <a:rect l="l" t="t" r="r" b="b"/>
                <a:pathLst>
                  <a:path w="953008" h="12700">
                    <a:moveTo>
                      <a:pt x="0" y="0"/>
                    </a:moveTo>
                    <a:lnTo>
                      <a:pt x="953008" y="0"/>
                    </a:lnTo>
                  </a:path>
                </a:pathLst>
              </a:custGeom>
              <a:ln w="13589" cap="rnd">
                <a:solidFill>
                  <a:srgbClr val="000000"/>
                </a:solidFill>
                <a:prstDash val="solid"/>
                <a:round/>
              </a:ln>
            </p:spPr>
            <p:txBody>
              <a:bodyPr/>
              <a:lstStyle/>
              <a:p>
                <a:endParaRPr lang="en-US" sz="1701"/>
              </a:p>
            </p:txBody>
          </p:sp>
        </p:grpSp>
        <p:grpSp>
          <p:nvGrpSpPr>
            <p:cNvPr id="1725" name="Graphic 144">
              <a:extLst>
                <a:ext uri="{FF2B5EF4-FFF2-40B4-BE49-F238E27FC236}">
                  <a16:creationId xmlns:a16="http://schemas.microsoft.com/office/drawing/2014/main" id="{80B3263C-058C-0C64-54A3-9E727F6D34D5}"/>
                </a:ext>
              </a:extLst>
            </p:cNvPr>
            <p:cNvGrpSpPr/>
            <p:nvPr/>
          </p:nvGrpSpPr>
          <p:grpSpPr>
            <a:xfrm>
              <a:off x="2341958" y="1894191"/>
              <a:ext cx="1767605" cy="1621850"/>
              <a:chOff x="2341958" y="1894191"/>
              <a:chExt cx="1767605" cy="1621850"/>
            </a:xfrm>
          </p:grpSpPr>
          <p:sp>
            <p:nvSpPr>
              <p:cNvPr id="1726" name="Freeform: Shape 1725">
                <a:extLst>
                  <a:ext uri="{FF2B5EF4-FFF2-40B4-BE49-F238E27FC236}">
                    <a16:creationId xmlns:a16="http://schemas.microsoft.com/office/drawing/2014/main" id="{3287482B-3BD1-852C-440B-0739FB445E23}"/>
                  </a:ext>
                </a:extLst>
              </p:cNvPr>
              <p:cNvSpPr/>
              <p:nvPr/>
            </p:nvSpPr>
            <p:spPr>
              <a:xfrm flipH="1">
                <a:off x="2826101" y="1894191"/>
                <a:ext cx="48884" cy="1364299"/>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endParaRPr lang="en-US" sz="1701"/>
              </a:p>
            </p:txBody>
          </p:sp>
          <p:sp>
            <p:nvSpPr>
              <p:cNvPr id="1727" name="TextBox 1726">
                <a:extLst>
                  <a:ext uri="{FF2B5EF4-FFF2-40B4-BE49-F238E27FC236}">
                    <a16:creationId xmlns:a16="http://schemas.microsoft.com/office/drawing/2014/main" id="{4C0CF584-DABD-58C2-648D-7BA70478719F}"/>
                  </a:ext>
                </a:extLst>
              </p:cNvPr>
              <p:cNvSpPr txBox="1"/>
              <p:nvPr/>
            </p:nvSpPr>
            <p:spPr>
              <a:xfrm>
                <a:off x="2554972" y="3099957"/>
                <a:ext cx="380348"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0%</a:t>
                </a:r>
              </a:p>
            </p:txBody>
          </p:sp>
          <p:sp>
            <p:nvSpPr>
              <p:cNvPr id="1728" name="TextBox 1727">
                <a:extLst>
                  <a:ext uri="{FF2B5EF4-FFF2-40B4-BE49-F238E27FC236}">
                    <a16:creationId xmlns:a16="http://schemas.microsoft.com/office/drawing/2014/main" id="{5F5360D9-0273-E3B3-A342-55E6060CA0FA}"/>
                  </a:ext>
                </a:extLst>
              </p:cNvPr>
              <p:cNvSpPr txBox="1"/>
              <p:nvPr/>
            </p:nvSpPr>
            <p:spPr>
              <a:xfrm>
                <a:off x="2492817" y="2693938"/>
                <a:ext cx="451600"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10%</a:t>
                </a:r>
              </a:p>
            </p:txBody>
          </p:sp>
          <p:sp>
            <p:nvSpPr>
              <p:cNvPr id="1729" name="TextBox 1728">
                <a:extLst>
                  <a:ext uri="{FF2B5EF4-FFF2-40B4-BE49-F238E27FC236}">
                    <a16:creationId xmlns:a16="http://schemas.microsoft.com/office/drawing/2014/main" id="{5FA55831-4BD3-D0EF-5FC2-7A0A656135A8}"/>
                  </a:ext>
                </a:extLst>
              </p:cNvPr>
              <p:cNvSpPr txBox="1"/>
              <p:nvPr/>
            </p:nvSpPr>
            <p:spPr>
              <a:xfrm>
                <a:off x="2492817" y="2287919"/>
                <a:ext cx="451600"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20%</a:t>
                </a:r>
              </a:p>
            </p:txBody>
          </p:sp>
          <p:sp>
            <p:nvSpPr>
              <p:cNvPr id="1731" name="Freeform: Shape 1730">
                <a:extLst>
                  <a:ext uri="{FF2B5EF4-FFF2-40B4-BE49-F238E27FC236}">
                    <a16:creationId xmlns:a16="http://schemas.microsoft.com/office/drawing/2014/main" id="{ADB5A820-C751-BAE5-29B6-65A3D25AC81D}"/>
                  </a:ext>
                </a:extLst>
              </p:cNvPr>
              <p:cNvSpPr/>
              <p:nvPr/>
            </p:nvSpPr>
            <p:spPr>
              <a:xfrm>
                <a:off x="2835754" y="3206845"/>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732" name="Freeform: Shape 1731">
                <a:extLst>
                  <a:ext uri="{FF2B5EF4-FFF2-40B4-BE49-F238E27FC236}">
                    <a16:creationId xmlns:a16="http://schemas.microsoft.com/office/drawing/2014/main" id="{E78C0E38-25CF-CD0F-0444-AE2D5B5A0CD3}"/>
                  </a:ext>
                </a:extLst>
              </p:cNvPr>
              <p:cNvSpPr/>
              <p:nvPr/>
            </p:nvSpPr>
            <p:spPr>
              <a:xfrm>
                <a:off x="2835754" y="280082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733" name="Freeform: Shape 1732">
                <a:extLst>
                  <a:ext uri="{FF2B5EF4-FFF2-40B4-BE49-F238E27FC236}">
                    <a16:creationId xmlns:a16="http://schemas.microsoft.com/office/drawing/2014/main" id="{AC20CE78-94E4-3D62-0EFB-7E671DB40BA1}"/>
                  </a:ext>
                </a:extLst>
              </p:cNvPr>
              <p:cNvSpPr/>
              <p:nvPr/>
            </p:nvSpPr>
            <p:spPr>
              <a:xfrm>
                <a:off x="2835754" y="239480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735" name="Freeform: Shape 1734">
                <a:extLst>
                  <a:ext uri="{FF2B5EF4-FFF2-40B4-BE49-F238E27FC236}">
                    <a16:creationId xmlns:a16="http://schemas.microsoft.com/office/drawing/2014/main" id="{8317E0A6-D077-593A-9FDC-B153EFCB27A8}"/>
                  </a:ext>
                </a:extLst>
              </p:cNvPr>
              <p:cNvSpPr/>
              <p:nvPr/>
            </p:nvSpPr>
            <p:spPr>
              <a:xfrm>
                <a:off x="2870551" y="3268568"/>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endParaRPr lang="en-US" sz="1701"/>
              </a:p>
            </p:txBody>
          </p:sp>
          <p:sp>
            <p:nvSpPr>
              <p:cNvPr id="1736" name="Freeform: Shape 1735">
                <a:extLst>
                  <a:ext uri="{FF2B5EF4-FFF2-40B4-BE49-F238E27FC236}">
                    <a16:creationId xmlns:a16="http://schemas.microsoft.com/office/drawing/2014/main" id="{BF465295-6A69-D064-C030-49AD8D192541}"/>
                  </a:ext>
                </a:extLst>
              </p:cNvPr>
              <p:cNvSpPr/>
              <p:nvPr/>
            </p:nvSpPr>
            <p:spPr>
              <a:xfrm>
                <a:off x="3013554" y="3268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737" name="Freeform: Shape 1736">
                <a:extLst>
                  <a:ext uri="{FF2B5EF4-FFF2-40B4-BE49-F238E27FC236}">
                    <a16:creationId xmlns:a16="http://schemas.microsoft.com/office/drawing/2014/main" id="{0C95C9CB-E703-5D9F-D7B3-AF594BD1AD06}"/>
                  </a:ext>
                </a:extLst>
              </p:cNvPr>
              <p:cNvSpPr/>
              <p:nvPr/>
            </p:nvSpPr>
            <p:spPr>
              <a:xfrm>
                <a:off x="3251806" y="3268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738" name="Freeform: Shape 1737">
                <a:extLst>
                  <a:ext uri="{FF2B5EF4-FFF2-40B4-BE49-F238E27FC236}">
                    <a16:creationId xmlns:a16="http://schemas.microsoft.com/office/drawing/2014/main" id="{FF01B407-AFE3-E6AD-E285-0123055B4963}"/>
                  </a:ext>
                </a:extLst>
              </p:cNvPr>
              <p:cNvSpPr/>
              <p:nvPr/>
            </p:nvSpPr>
            <p:spPr>
              <a:xfrm>
                <a:off x="3490057" y="3268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739" name="Freeform: Shape 1738">
                <a:extLst>
                  <a:ext uri="{FF2B5EF4-FFF2-40B4-BE49-F238E27FC236}">
                    <a16:creationId xmlns:a16="http://schemas.microsoft.com/office/drawing/2014/main" id="{196D839B-69BD-7585-E8E0-78E7EBC959FD}"/>
                  </a:ext>
                </a:extLst>
              </p:cNvPr>
              <p:cNvSpPr/>
              <p:nvPr/>
            </p:nvSpPr>
            <p:spPr>
              <a:xfrm>
                <a:off x="3728310" y="3268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740" name="Freeform: Shape 1739">
                <a:extLst>
                  <a:ext uri="{FF2B5EF4-FFF2-40B4-BE49-F238E27FC236}">
                    <a16:creationId xmlns:a16="http://schemas.microsoft.com/office/drawing/2014/main" id="{3DCAA08A-4382-2A99-92D1-F481B58823E5}"/>
                  </a:ext>
                </a:extLst>
              </p:cNvPr>
              <p:cNvSpPr/>
              <p:nvPr/>
            </p:nvSpPr>
            <p:spPr>
              <a:xfrm>
                <a:off x="3966562" y="3268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741" name="TextBox 1740">
                <a:extLst>
                  <a:ext uri="{FF2B5EF4-FFF2-40B4-BE49-F238E27FC236}">
                    <a16:creationId xmlns:a16="http://schemas.microsoft.com/office/drawing/2014/main" id="{98733BE2-D3BE-B7D7-C868-D1AD97F97EC2}"/>
                  </a:ext>
                </a:extLst>
              </p:cNvPr>
              <p:cNvSpPr txBox="1"/>
              <p:nvPr/>
            </p:nvSpPr>
            <p:spPr>
              <a:xfrm>
                <a:off x="2870444" y="3264422"/>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1742" name="TextBox 1741">
                <a:extLst>
                  <a:ext uri="{FF2B5EF4-FFF2-40B4-BE49-F238E27FC236}">
                    <a16:creationId xmlns:a16="http://schemas.microsoft.com/office/drawing/2014/main" id="{5FA05F8E-D245-F044-BDA0-CCBD26448125}"/>
                  </a:ext>
                </a:extLst>
              </p:cNvPr>
              <p:cNvSpPr txBox="1"/>
              <p:nvPr/>
            </p:nvSpPr>
            <p:spPr>
              <a:xfrm>
                <a:off x="3139276" y="3264422"/>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743" name="TextBox 1742">
                <a:extLst>
                  <a:ext uri="{FF2B5EF4-FFF2-40B4-BE49-F238E27FC236}">
                    <a16:creationId xmlns:a16="http://schemas.microsoft.com/office/drawing/2014/main" id="{211521DE-3B6C-140C-AA4B-545DE99162D5}"/>
                  </a:ext>
                </a:extLst>
              </p:cNvPr>
              <p:cNvSpPr txBox="1"/>
              <p:nvPr/>
            </p:nvSpPr>
            <p:spPr>
              <a:xfrm>
                <a:off x="3346091" y="3264422"/>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744" name="TextBox 1743">
                <a:extLst>
                  <a:ext uri="{FF2B5EF4-FFF2-40B4-BE49-F238E27FC236}">
                    <a16:creationId xmlns:a16="http://schemas.microsoft.com/office/drawing/2014/main" id="{3F99A09B-6957-541F-211E-3F9DBE4892DD}"/>
                  </a:ext>
                </a:extLst>
              </p:cNvPr>
              <p:cNvSpPr txBox="1"/>
              <p:nvPr/>
            </p:nvSpPr>
            <p:spPr>
              <a:xfrm>
                <a:off x="3557088" y="3264422"/>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1745" name="TextBox 1744">
                <a:extLst>
                  <a:ext uri="{FF2B5EF4-FFF2-40B4-BE49-F238E27FC236}">
                    <a16:creationId xmlns:a16="http://schemas.microsoft.com/office/drawing/2014/main" id="{38A6E0EB-366D-21B5-4324-C13F511A3200}"/>
                  </a:ext>
                </a:extLst>
              </p:cNvPr>
              <p:cNvSpPr txBox="1"/>
              <p:nvPr/>
            </p:nvSpPr>
            <p:spPr>
              <a:xfrm>
                <a:off x="3835861" y="3264422"/>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747" name="TextBox 1746">
                <a:extLst>
                  <a:ext uri="{FF2B5EF4-FFF2-40B4-BE49-F238E27FC236}">
                    <a16:creationId xmlns:a16="http://schemas.microsoft.com/office/drawing/2014/main" id="{D071FFC9-8579-FAC6-CA34-6CC467CF85DD}"/>
                  </a:ext>
                </a:extLst>
              </p:cNvPr>
              <p:cNvSpPr txBox="1"/>
              <p:nvPr/>
            </p:nvSpPr>
            <p:spPr>
              <a:xfrm rot="16200000">
                <a:off x="1898026" y="2459347"/>
                <a:ext cx="1147151" cy="259288"/>
              </a:xfrm>
              <a:prstGeom prst="rect">
                <a:avLst/>
              </a:prstGeom>
              <a:noFill/>
            </p:spPr>
            <p:txBody>
              <a:bodyPr wrap="none" rtlCol="0">
                <a:spAutoFit/>
              </a:bodyPr>
              <a:lstStyle/>
              <a:p>
                <a:pPr algn="ctr"/>
                <a:r>
                  <a:rPr lang="en-US" sz="992" dirty="0">
                    <a:ln/>
                    <a:solidFill>
                      <a:srgbClr val="000000"/>
                    </a:solidFill>
                    <a:latin typeface="Arial"/>
                    <a:cs typeface="Arial"/>
                    <a:sym typeface="Arial"/>
                    <a:rtl val="0"/>
                  </a:rPr>
                  <a:t>Percent </a:t>
                </a:r>
                <a:r>
                  <a:rPr lang="en-US" sz="992" i="1" dirty="0">
                    <a:ln/>
                    <a:solidFill>
                      <a:srgbClr val="000000"/>
                    </a:solidFill>
                    <a:latin typeface="Arial"/>
                    <a:cs typeface="Arial"/>
                    <a:sym typeface="Arial"/>
                    <a:rtl val="0"/>
                  </a:rPr>
                  <a:t>tacr3a</a:t>
                </a:r>
                <a:r>
                  <a:rPr lang="en-US" sz="992" dirty="0">
                    <a:ln/>
                    <a:solidFill>
                      <a:srgbClr val="000000"/>
                    </a:solidFill>
                    <a:latin typeface="Arial"/>
                    <a:cs typeface="Arial"/>
                    <a:sym typeface="Arial"/>
                    <a:rtl val="0"/>
                  </a:rPr>
                  <a:t>+</a:t>
                </a:r>
              </a:p>
            </p:txBody>
          </p:sp>
        </p:grpSp>
      </p:grpSp>
      <p:grpSp>
        <p:nvGrpSpPr>
          <p:cNvPr id="1157" name="Group 1156">
            <a:extLst>
              <a:ext uri="{FF2B5EF4-FFF2-40B4-BE49-F238E27FC236}">
                <a16:creationId xmlns:a16="http://schemas.microsoft.com/office/drawing/2014/main" id="{4614DAC7-D2F9-E7FE-5D79-80155B3A7204}"/>
              </a:ext>
            </a:extLst>
          </p:cNvPr>
          <p:cNvGrpSpPr/>
          <p:nvPr/>
        </p:nvGrpSpPr>
        <p:grpSpPr>
          <a:xfrm>
            <a:off x="1849203" y="265933"/>
            <a:ext cx="1680205" cy="1522267"/>
            <a:chOff x="2140331" y="2265701"/>
            <a:chExt cx="1778169" cy="1611022"/>
          </a:xfrm>
        </p:grpSpPr>
        <p:grpSp>
          <p:nvGrpSpPr>
            <p:cNvPr id="168" name="Graphic 146">
              <a:extLst>
                <a:ext uri="{FF2B5EF4-FFF2-40B4-BE49-F238E27FC236}">
                  <a16:creationId xmlns:a16="http://schemas.microsoft.com/office/drawing/2014/main" id="{6A2681B1-53E6-0455-B960-1E08FC19CC6B}"/>
                </a:ext>
              </a:extLst>
            </p:cNvPr>
            <p:cNvGrpSpPr/>
            <p:nvPr/>
          </p:nvGrpSpPr>
          <p:grpSpPr>
            <a:xfrm>
              <a:off x="2750410" y="2270095"/>
              <a:ext cx="1157528" cy="1359154"/>
              <a:chOff x="2906315" y="69595"/>
              <a:chExt cx="1157528" cy="1359154"/>
            </a:xfrm>
          </p:grpSpPr>
          <p:sp>
            <p:nvSpPr>
              <p:cNvPr id="169" name="Rectangle 168">
                <a:extLst>
                  <a:ext uri="{FF2B5EF4-FFF2-40B4-BE49-F238E27FC236}">
                    <a16:creationId xmlns:a16="http://schemas.microsoft.com/office/drawing/2014/main" id="{719108D8-6A90-8815-3791-CBEE27800F59}"/>
                  </a:ext>
                </a:extLst>
              </p:cNvPr>
              <p:cNvSpPr/>
              <p:nvPr/>
            </p:nvSpPr>
            <p:spPr>
              <a:xfrm>
                <a:off x="2918177" y="69595"/>
                <a:ext cx="1145666" cy="1359154"/>
              </a:xfrm>
              <a:prstGeom prst="rect">
                <a:avLst/>
              </a:prstGeom>
              <a:solidFill>
                <a:srgbClr val="FFFFFF"/>
              </a:solidFill>
              <a:ln w="13589" cap="rnd">
                <a:noFill/>
                <a:prstDash val="solid"/>
                <a:round/>
              </a:ln>
            </p:spPr>
            <p:txBody>
              <a:bodyPr/>
              <a:lstStyle/>
              <a:p>
                <a:endParaRPr lang="en-US" sz="1701"/>
              </a:p>
            </p:txBody>
          </p:sp>
          <p:sp>
            <p:nvSpPr>
              <p:cNvPr id="170" name="Rectangle 169">
                <a:extLst>
                  <a:ext uri="{FF2B5EF4-FFF2-40B4-BE49-F238E27FC236}">
                    <a16:creationId xmlns:a16="http://schemas.microsoft.com/office/drawing/2014/main" id="{4FF81413-F825-0EFD-52D3-D5D7381792E7}"/>
                  </a:ext>
                </a:extLst>
              </p:cNvPr>
              <p:cNvSpPr/>
              <p:nvPr/>
            </p:nvSpPr>
            <p:spPr>
              <a:xfrm>
                <a:off x="2951197" y="1144905"/>
                <a:ext cx="198247" cy="222122"/>
              </a:xfrm>
              <a:prstGeom prst="rect">
                <a:avLst/>
              </a:prstGeom>
              <a:solidFill>
                <a:srgbClr val="1965B0"/>
              </a:solidFill>
              <a:ln w="13589" cap="flat">
                <a:noFill/>
                <a:prstDash val="solid"/>
                <a:miter/>
              </a:ln>
            </p:spPr>
            <p:txBody>
              <a:bodyPr/>
              <a:lstStyle/>
              <a:p>
                <a:endParaRPr lang="en-US" sz="1701"/>
              </a:p>
            </p:txBody>
          </p:sp>
          <p:sp>
            <p:nvSpPr>
              <p:cNvPr id="171" name="Rectangle 170">
                <a:extLst>
                  <a:ext uri="{FF2B5EF4-FFF2-40B4-BE49-F238E27FC236}">
                    <a16:creationId xmlns:a16="http://schemas.microsoft.com/office/drawing/2014/main" id="{28649030-3E04-C358-E111-92EC84A9BB56}"/>
                  </a:ext>
                </a:extLst>
              </p:cNvPr>
              <p:cNvSpPr/>
              <p:nvPr/>
            </p:nvSpPr>
            <p:spPr>
              <a:xfrm>
                <a:off x="3171542" y="1045718"/>
                <a:ext cx="198247" cy="321309"/>
              </a:xfrm>
              <a:prstGeom prst="rect">
                <a:avLst/>
              </a:prstGeom>
              <a:solidFill>
                <a:srgbClr val="4EB265"/>
              </a:solidFill>
              <a:ln w="13589" cap="flat">
                <a:noFill/>
                <a:prstDash val="solid"/>
                <a:miter/>
              </a:ln>
            </p:spPr>
            <p:txBody>
              <a:bodyPr/>
              <a:lstStyle/>
              <a:p>
                <a:endParaRPr lang="en-US" sz="1701"/>
              </a:p>
            </p:txBody>
          </p:sp>
          <p:sp>
            <p:nvSpPr>
              <p:cNvPr id="172" name="Rectangle 171">
                <a:extLst>
                  <a:ext uri="{FF2B5EF4-FFF2-40B4-BE49-F238E27FC236}">
                    <a16:creationId xmlns:a16="http://schemas.microsoft.com/office/drawing/2014/main" id="{72CBED40-2662-1A5D-5BB4-39C7854EA545}"/>
                  </a:ext>
                </a:extLst>
              </p:cNvPr>
              <p:cNvSpPr/>
              <p:nvPr/>
            </p:nvSpPr>
            <p:spPr>
              <a:xfrm>
                <a:off x="3391887" y="1084199"/>
                <a:ext cx="198247" cy="282702"/>
              </a:xfrm>
              <a:prstGeom prst="rect">
                <a:avLst/>
              </a:prstGeom>
              <a:solidFill>
                <a:srgbClr val="F7F056"/>
              </a:solidFill>
              <a:ln w="13589" cap="flat">
                <a:noFill/>
                <a:prstDash val="solid"/>
                <a:miter/>
              </a:ln>
            </p:spPr>
            <p:txBody>
              <a:bodyPr/>
              <a:lstStyle/>
              <a:p>
                <a:endParaRPr lang="en-US" sz="1701"/>
              </a:p>
            </p:txBody>
          </p:sp>
          <p:sp>
            <p:nvSpPr>
              <p:cNvPr id="173" name="Rectangle 172">
                <a:extLst>
                  <a:ext uri="{FF2B5EF4-FFF2-40B4-BE49-F238E27FC236}">
                    <a16:creationId xmlns:a16="http://schemas.microsoft.com/office/drawing/2014/main" id="{A11F5910-BFF3-92BB-23C1-D1AD4D9F59BA}"/>
                  </a:ext>
                </a:extLst>
              </p:cNvPr>
              <p:cNvSpPr/>
              <p:nvPr/>
            </p:nvSpPr>
            <p:spPr>
              <a:xfrm>
                <a:off x="3612232" y="837438"/>
                <a:ext cx="198247" cy="529590"/>
              </a:xfrm>
              <a:prstGeom prst="rect">
                <a:avLst/>
              </a:prstGeom>
              <a:solidFill>
                <a:srgbClr val="7BAFDE"/>
              </a:solidFill>
              <a:ln w="13589" cap="flat">
                <a:noFill/>
                <a:prstDash val="solid"/>
                <a:miter/>
              </a:ln>
            </p:spPr>
            <p:txBody>
              <a:bodyPr/>
              <a:lstStyle/>
              <a:p>
                <a:endParaRPr lang="en-US" sz="1701"/>
              </a:p>
            </p:txBody>
          </p:sp>
          <p:sp>
            <p:nvSpPr>
              <p:cNvPr id="174" name="Rectangle 173">
                <a:extLst>
                  <a:ext uri="{FF2B5EF4-FFF2-40B4-BE49-F238E27FC236}">
                    <a16:creationId xmlns:a16="http://schemas.microsoft.com/office/drawing/2014/main" id="{AB5007C4-4291-AF0F-1554-0CD39DC03FAC}"/>
                  </a:ext>
                </a:extLst>
              </p:cNvPr>
              <p:cNvSpPr/>
              <p:nvPr/>
            </p:nvSpPr>
            <p:spPr>
              <a:xfrm>
                <a:off x="3832450" y="653161"/>
                <a:ext cx="198247" cy="713867"/>
              </a:xfrm>
              <a:prstGeom prst="rect">
                <a:avLst/>
              </a:prstGeom>
              <a:solidFill>
                <a:srgbClr val="DC050C"/>
              </a:solidFill>
              <a:ln w="13589" cap="flat">
                <a:noFill/>
                <a:prstDash val="solid"/>
                <a:miter/>
              </a:ln>
            </p:spPr>
            <p:txBody>
              <a:bodyPr/>
              <a:lstStyle/>
              <a:p>
                <a:endParaRPr lang="en-US" sz="1701"/>
              </a:p>
            </p:txBody>
          </p:sp>
          <p:sp>
            <p:nvSpPr>
              <p:cNvPr id="175" name="Freeform: Shape 174">
                <a:extLst>
                  <a:ext uri="{FF2B5EF4-FFF2-40B4-BE49-F238E27FC236}">
                    <a16:creationId xmlns:a16="http://schemas.microsoft.com/office/drawing/2014/main" id="{6B3BDFBB-A559-7284-B16B-8586CA7636C5}"/>
                  </a:ext>
                </a:extLst>
              </p:cNvPr>
              <p:cNvSpPr/>
              <p:nvPr/>
            </p:nvSpPr>
            <p:spPr>
              <a:xfrm>
                <a:off x="3006315" y="1056005"/>
                <a:ext cx="88137" cy="12700"/>
              </a:xfrm>
              <a:custGeom>
                <a:avLst/>
                <a:gdLst>
                  <a:gd name="csX0" fmla="*/ 0 w 88137"/>
                  <a:gd name="csY0" fmla="*/ 0 h 12700"/>
                  <a:gd name="csX1" fmla="*/ 88138 w 88137"/>
                  <a:gd name="csY1" fmla="*/ 0 h 12700"/>
                </a:gdLst>
                <a:ahLst/>
                <a:cxnLst>
                  <a:cxn ang="0">
                    <a:pos x="csX0" y="csY0"/>
                  </a:cxn>
                  <a:cxn ang="0">
                    <a:pos x="csX1" y="csY1"/>
                  </a:cxn>
                </a:cxnLst>
                <a:rect l="l" t="t" r="r" b="b"/>
                <a:pathLst>
                  <a:path w="88137" h="12700">
                    <a:moveTo>
                      <a:pt x="0" y="0"/>
                    </a:moveTo>
                    <a:lnTo>
                      <a:pt x="88138" y="0"/>
                    </a:lnTo>
                  </a:path>
                </a:pathLst>
              </a:custGeom>
              <a:noFill/>
              <a:ln w="13589" cap="flat">
                <a:solidFill>
                  <a:srgbClr val="000000"/>
                </a:solidFill>
                <a:prstDash val="solid"/>
                <a:round/>
              </a:ln>
            </p:spPr>
            <p:txBody>
              <a:bodyPr/>
              <a:lstStyle/>
              <a:p>
                <a:endParaRPr lang="en-US" sz="1701"/>
              </a:p>
            </p:txBody>
          </p:sp>
          <p:sp>
            <p:nvSpPr>
              <p:cNvPr id="176" name="Freeform: Shape 175">
                <a:extLst>
                  <a:ext uri="{FF2B5EF4-FFF2-40B4-BE49-F238E27FC236}">
                    <a16:creationId xmlns:a16="http://schemas.microsoft.com/office/drawing/2014/main" id="{679814FC-F819-8544-7199-E1BF0E24A949}"/>
                  </a:ext>
                </a:extLst>
              </p:cNvPr>
              <p:cNvSpPr/>
              <p:nvPr/>
            </p:nvSpPr>
            <p:spPr>
              <a:xfrm>
                <a:off x="3050384" y="1056005"/>
                <a:ext cx="12700" cy="177800"/>
              </a:xfrm>
              <a:custGeom>
                <a:avLst/>
                <a:gdLst>
                  <a:gd name="csX0" fmla="*/ 0 w 12700"/>
                  <a:gd name="csY0" fmla="*/ 0 h 177800"/>
                  <a:gd name="csX1" fmla="*/ 0 w 12700"/>
                  <a:gd name="csY1" fmla="*/ 177800 h 177800"/>
                </a:gdLst>
                <a:ahLst/>
                <a:cxnLst>
                  <a:cxn ang="0">
                    <a:pos x="csX0" y="csY0"/>
                  </a:cxn>
                  <a:cxn ang="0">
                    <a:pos x="csX1" y="csY1"/>
                  </a:cxn>
                </a:cxnLst>
                <a:rect l="l" t="t" r="r" b="b"/>
                <a:pathLst>
                  <a:path w="12700" h="177800">
                    <a:moveTo>
                      <a:pt x="0" y="0"/>
                    </a:moveTo>
                    <a:lnTo>
                      <a:pt x="0" y="177800"/>
                    </a:lnTo>
                  </a:path>
                </a:pathLst>
              </a:custGeom>
              <a:noFill/>
              <a:ln w="13589" cap="flat">
                <a:solidFill>
                  <a:srgbClr val="000000"/>
                </a:solidFill>
                <a:prstDash val="solid"/>
                <a:round/>
              </a:ln>
            </p:spPr>
            <p:txBody>
              <a:bodyPr/>
              <a:lstStyle/>
              <a:p>
                <a:endParaRPr lang="en-US" sz="1701"/>
              </a:p>
            </p:txBody>
          </p:sp>
          <p:sp>
            <p:nvSpPr>
              <p:cNvPr id="177" name="Freeform: Shape 176">
                <a:extLst>
                  <a:ext uri="{FF2B5EF4-FFF2-40B4-BE49-F238E27FC236}">
                    <a16:creationId xmlns:a16="http://schemas.microsoft.com/office/drawing/2014/main" id="{C1A781B1-F774-1037-42EE-E9E8301ACE7E}"/>
                  </a:ext>
                </a:extLst>
              </p:cNvPr>
              <p:cNvSpPr/>
              <p:nvPr/>
            </p:nvSpPr>
            <p:spPr>
              <a:xfrm>
                <a:off x="3006315" y="1233805"/>
                <a:ext cx="88137" cy="12700"/>
              </a:xfrm>
              <a:custGeom>
                <a:avLst/>
                <a:gdLst>
                  <a:gd name="csX0" fmla="*/ 0 w 88137"/>
                  <a:gd name="csY0" fmla="*/ 0 h 12700"/>
                  <a:gd name="csX1" fmla="*/ 88138 w 88137"/>
                  <a:gd name="csY1" fmla="*/ 0 h 12700"/>
                </a:gdLst>
                <a:ahLst/>
                <a:cxnLst>
                  <a:cxn ang="0">
                    <a:pos x="csX0" y="csY0"/>
                  </a:cxn>
                  <a:cxn ang="0">
                    <a:pos x="csX1" y="csY1"/>
                  </a:cxn>
                </a:cxnLst>
                <a:rect l="l" t="t" r="r" b="b"/>
                <a:pathLst>
                  <a:path w="88137" h="12700">
                    <a:moveTo>
                      <a:pt x="0" y="0"/>
                    </a:moveTo>
                    <a:lnTo>
                      <a:pt x="88138" y="0"/>
                    </a:lnTo>
                  </a:path>
                </a:pathLst>
              </a:custGeom>
              <a:noFill/>
              <a:ln w="13589" cap="flat">
                <a:solidFill>
                  <a:srgbClr val="000000"/>
                </a:solidFill>
                <a:prstDash val="solid"/>
                <a:round/>
              </a:ln>
            </p:spPr>
            <p:txBody>
              <a:bodyPr/>
              <a:lstStyle/>
              <a:p>
                <a:endParaRPr lang="en-US" sz="1701"/>
              </a:p>
            </p:txBody>
          </p:sp>
          <p:sp>
            <p:nvSpPr>
              <p:cNvPr id="178" name="Freeform: Shape 177">
                <a:extLst>
                  <a:ext uri="{FF2B5EF4-FFF2-40B4-BE49-F238E27FC236}">
                    <a16:creationId xmlns:a16="http://schemas.microsoft.com/office/drawing/2014/main" id="{D0540750-0FAB-4846-ADDF-AFA007499EC8}"/>
                  </a:ext>
                </a:extLst>
              </p:cNvPr>
              <p:cNvSpPr/>
              <p:nvPr/>
            </p:nvSpPr>
            <p:spPr>
              <a:xfrm>
                <a:off x="3226659" y="953388"/>
                <a:ext cx="88138" cy="12700"/>
              </a:xfrm>
              <a:custGeom>
                <a:avLst/>
                <a:gdLst>
                  <a:gd name="csX0" fmla="*/ 0 w 88138"/>
                  <a:gd name="csY0" fmla="*/ 0 h 12700"/>
                  <a:gd name="csX1" fmla="*/ 88138 w 88138"/>
                  <a:gd name="csY1" fmla="*/ 0 h 12700"/>
                </a:gdLst>
                <a:ahLst/>
                <a:cxnLst>
                  <a:cxn ang="0">
                    <a:pos x="csX0" y="csY0"/>
                  </a:cxn>
                  <a:cxn ang="0">
                    <a:pos x="csX1" y="csY1"/>
                  </a:cxn>
                </a:cxnLst>
                <a:rect l="l" t="t" r="r" b="b"/>
                <a:pathLst>
                  <a:path w="88138" h="12700">
                    <a:moveTo>
                      <a:pt x="0" y="0"/>
                    </a:moveTo>
                    <a:lnTo>
                      <a:pt x="88138" y="0"/>
                    </a:lnTo>
                  </a:path>
                </a:pathLst>
              </a:custGeom>
              <a:noFill/>
              <a:ln w="13589" cap="flat">
                <a:solidFill>
                  <a:srgbClr val="000000"/>
                </a:solidFill>
                <a:prstDash val="solid"/>
                <a:round/>
              </a:ln>
            </p:spPr>
            <p:txBody>
              <a:bodyPr/>
              <a:lstStyle/>
              <a:p>
                <a:endParaRPr lang="en-US" sz="1701"/>
              </a:p>
            </p:txBody>
          </p:sp>
          <p:sp>
            <p:nvSpPr>
              <p:cNvPr id="179" name="Freeform: Shape 178">
                <a:extLst>
                  <a:ext uri="{FF2B5EF4-FFF2-40B4-BE49-F238E27FC236}">
                    <a16:creationId xmlns:a16="http://schemas.microsoft.com/office/drawing/2014/main" id="{F911C840-BB30-F459-CBF4-93AD4B3C778A}"/>
                  </a:ext>
                </a:extLst>
              </p:cNvPr>
              <p:cNvSpPr/>
              <p:nvPr/>
            </p:nvSpPr>
            <p:spPr>
              <a:xfrm>
                <a:off x="3270728" y="953388"/>
                <a:ext cx="12700" cy="184658"/>
              </a:xfrm>
              <a:custGeom>
                <a:avLst/>
                <a:gdLst>
                  <a:gd name="csX0" fmla="*/ 0 w 12700"/>
                  <a:gd name="csY0" fmla="*/ 0 h 184658"/>
                  <a:gd name="csX1" fmla="*/ 0 w 12700"/>
                  <a:gd name="csY1" fmla="*/ 184658 h 184658"/>
                </a:gdLst>
                <a:ahLst/>
                <a:cxnLst>
                  <a:cxn ang="0">
                    <a:pos x="csX0" y="csY0"/>
                  </a:cxn>
                  <a:cxn ang="0">
                    <a:pos x="csX1" y="csY1"/>
                  </a:cxn>
                </a:cxnLst>
                <a:rect l="l" t="t" r="r" b="b"/>
                <a:pathLst>
                  <a:path w="12700" h="184658">
                    <a:moveTo>
                      <a:pt x="0" y="0"/>
                    </a:moveTo>
                    <a:lnTo>
                      <a:pt x="0" y="184658"/>
                    </a:lnTo>
                  </a:path>
                </a:pathLst>
              </a:custGeom>
              <a:noFill/>
              <a:ln w="13589" cap="flat">
                <a:solidFill>
                  <a:srgbClr val="000000"/>
                </a:solidFill>
                <a:prstDash val="solid"/>
                <a:round/>
              </a:ln>
            </p:spPr>
            <p:txBody>
              <a:bodyPr/>
              <a:lstStyle/>
              <a:p>
                <a:endParaRPr lang="en-US" sz="1701"/>
              </a:p>
            </p:txBody>
          </p:sp>
          <p:sp>
            <p:nvSpPr>
              <p:cNvPr id="180" name="Freeform: Shape 179">
                <a:extLst>
                  <a:ext uri="{FF2B5EF4-FFF2-40B4-BE49-F238E27FC236}">
                    <a16:creationId xmlns:a16="http://schemas.microsoft.com/office/drawing/2014/main" id="{8AC6F192-9BA6-85A8-48CC-7C13B6C31331}"/>
                  </a:ext>
                </a:extLst>
              </p:cNvPr>
              <p:cNvSpPr/>
              <p:nvPr/>
            </p:nvSpPr>
            <p:spPr>
              <a:xfrm>
                <a:off x="3226659" y="1138047"/>
                <a:ext cx="88138" cy="12700"/>
              </a:xfrm>
              <a:custGeom>
                <a:avLst/>
                <a:gdLst>
                  <a:gd name="csX0" fmla="*/ 0 w 88138"/>
                  <a:gd name="csY0" fmla="*/ 0 h 12700"/>
                  <a:gd name="csX1" fmla="*/ 88138 w 88138"/>
                  <a:gd name="csY1" fmla="*/ 0 h 12700"/>
                </a:gdLst>
                <a:ahLst/>
                <a:cxnLst>
                  <a:cxn ang="0">
                    <a:pos x="csX0" y="csY0"/>
                  </a:cxn>
                  <a:cxn ang="0">
                    <a:pos x="csX1" y="csY1"/>
                  </a:cxn>
                </a:cxnLst>
                <a:rect l="l" t="t" r="r" b="b"/>
                <a:pathLst>
                  <a:path w="88138" h="12700">
                    <a:moveTo>
                      <a:pt x="0" y="0"/>
                    </a:moveTo>
                    <a:lnTo>
                      <a:pt x="88138" y="0"/>
                    </a:lnTo>
                  </a:path>
                </a:pathLst>
              </a:custGeom>
              <a:noFill/>
              <a:ln w="13589" cap="flat">
                <a:solidFill>
                  <a:srgbClr val="000000"/>
                </a:solidFill>
                <a:prstDash val="solid"/>
                <a:round/>
              </a:ln>
            </p:spPr>
            <p:txBody>
              <a:bodyPr/>
              <a:lstStyle/>
              <a:p>
                <a:endParaRPr lang="en-US" sz="1701"/>
              </a:p>
            </p:txBody>
          </p:sp>
          <p:sp>
            <p:nvSpPr>
              <p:cNvPr id="181" name="Freeform: Shape 180">
                <a:extLst>
                  <a:ext uri="{FF2B5EF4-FFF2-40B4-BE49-F238E27FC236}">
                    <a16:creationId xmlns:a16="http://schemas.microsoft.com/office/drawing/2014/main" id="{D8E9414C-51BA-D972-67B8-AD6BFD1DA7D8}"/>
                  </a:ext>
                </a:extLst>
              </p:cNvPr>
              <p:cNvSpPr/>
              <p:nvPr/>
            </p:nvSpPr>
            <p:spPr>
              <a:xfrm>
                <a:off x="3446878" y="1066291"/>
                <a:ext cx="88137" cy="12700"/>
              </a:xfrm>
              <a:custGeom>
                <a:avLst/>
                <a:gdLst>
                  <a:gd name="csX0" fmla="*/ 0 w 88137"/>
                  <a:gd name="csY0" fmla="*/ 0 h 12700"/>
                  <a:gd name="csX1" fmla="*/ 88138 w 88137"/>
                  <a:gd name="csY1" fmla="*/ 0 h 12700"/>
                </a:gdLst>
                <a:ahLst/>
                <a:cxnLst>
                  <a:cxn ang="0">
                    <a:pos x="csX0" y="csY0"/>
                  </a:cxn>
                  <a:cxn ang="0">
                    <a:pos x="csX1" y="csY1"/>
                  </a:cxn>
                </a:cxnLst>
                <a:rect l="l" t="t" r="r" b="b"/>
                <a:pathLst>
                  <a:path w="88137" h="12700">
                    <a:moveTo>
                      <a:pt x="0" y="0"/>
                    </a:moveTo>
                    <a:lnTo>
                      <a:pt x="88138" y="0"/>
                    </a:lnTo>
                  </a:path>
                </a:pathLst>
              </a:custGeom>
              <a:noFill/>
              <a:ln w="13589" cap="flat">
                <a:solidFill>
                  <a:srgbClr val="000000"/>
                </a:solidFill>
                <a:prstDash val="solid"/>
                <a:round/>
              </a:ln>
            </p:spPr>
            <p:txBody>
              <a:bodyPr/>
              <a:lstStyle/>
              <a:p>
                <a:endParaRPr lang="en-US" sz="1701"/>
              </a:p>
            </p:txBody>
          </p:sp>
          <p:sp>
            <p:nvSpPr>
              <p:cNvPr id="182" name="Freeform: Shape 181">
                <a:extLst>
                  <a:ext uri="{FF2B5EF4-FFF2-40B4-BE49-F238E27FC236}">
                    <a16:creationId xmlns:a16="http://schemas.microsoft.com/office/drawing/2014/main" id="{381146E9-5761-0023-4E56-0B3BDA8BB8A6}"/>
                  </a:ext>
                </a:extLst>
              </p:cNvPr>
              <p:cNvSpPr/>
              <p:nvPr/>
            </p:nvSpPr>
            <p:spPr>
              <a:xfrm>
                <a:off x="3490947" y="1066291"/>
                <a:ext cx="12700" cy="35941"/>
              </a:xfrm>
              <a:custGeom>
                <a:avLst/>
                <a:gdLst>
                  <a:gd name="csX0" fmla="*/ 0 w 12700"/>
                  <a:gd name="csY0" fmla="*/ 0 h 35941"/>
                  <a:gd name="csX1" fmla="*/ 0 w 12700"/>
                  <a:gd name="csY1" fmla="*/ 35941 h 35941"/>
                </a:gdLst>
                <a:ahLst/>
                <a:cxnLst>
                  <a:cxn ang="0">
                    <a:pos x="csX0" y="csY0"/>
                  </a:cxn>
                  <a:cxn ang="0">
                    <a:pos x="csX1" y="csY1"/>
                  </a:cxn>
                </a:cxnLst>
                <a:rect l="l" t="t" r="r" b="b"/>
                <a:pathLst>
                  <a:path w="12700" h="35941">
                    <a:moveTo>
                      <a:pt x="0" y="0"/>
                    </a:moveTo>
                    <a:lnTo>
                      <a:pt x="0" y="35941"/>
                    </a:lnTo>
                  </a:path>
                </a:pathLst>
              </a:custGeom>
              <a:noFill/>
              <a:ln w="13589" cap="flat">
                <a:solidFill>
                  <a:srgbClr val="000000"/>
                </a:solidFill>
                <a:prstDash val="solid"/>
                <a:round/>
              </a:ln>
            </p:spPr>
            <p:txBody>
              <a:bodyPr/>
              <a:lstStyle/>
              <a:p>
                <a:endParaRPr lang="en-US" sz="1701"/>
              </a:p>
            </p:txBody>
          </p:sp>
          <p:sp>
            <p:nvSpPr>
              <p:cNvPr id="183" name="Freeform: Shape 182">
                <a:extLst>
                  <a:ext uri="{FF2B5EF4-FFF2-40B4-BE49-F238E27FC236}">
                    <a16:creationId xmlns:a16="http://schemas.microsoft.com/office/drawing/2014/main" id="{272C7454-F325-A5D8-E4CF-EA319E1E4321}"/>
                  </a:ext>
                </a:extLst>
              </p:cNvPr>
              <p:cNvSpPr/>
              <p:nvPr/>
            </p:nvSpPr>
            <p:spPr>
              <a:xfrm>
                <a:off x="3446878" y="1102233"/>
                <a:ext cx="88137" cy="12700"/>
              </a:xfrm>
              <a:custGeom>
                <a:avLst/>
                <a:gdLst>
                  <a:gd name="csX0" fmla="*/ 0 w 88137"/>
                  <a:gd name="csY0" fmla="*/ 0 h 12700"/>
                  <a:gd name="csX1" fmla="*/ 88138 w 88137"/>
                  <a:gd name="csY1" fmla="*/ 0 h 12700"/>
                </a:gdLst>
                <a:ahLst/>
                <a:cxnLst>
                  <a:cxn ang="0">
                    <a:pos x="csX0" y="csY0"/>
                  </a:cxn>
                  <a:cxn ang="0">
                    <a:pos x="csX1" y="csY1"/>
                  </a:cxn>
                </a:cxnLst>
                <a:rect l="l" t="t" r="r" b="b"/>
                <a:pathLst>
                  <a:path w="88137" h="12700">
                    <a:moveTo>
                      <a:pt x="0" y="0"/>
                    </a:moveTo>
                    <a:lnTo>
                      <a:pt x="88138" y="0"/>
                    </a:lnTo>
                  </a:path>
                </a:pathLst>
              </a:custGeom>
              <a:noFill/>
              <a:ln w="13589" cap="flat">
                <a:solidFill>
                  <a:srgbClr val="000000"/>
                </a:solidFill>
                <a:prstDash val="solid"/>
                <a:round/>
              </a:ln>
            </p:spPr>
            <p:txBody>
              <a:bodyPr/>
              <a:lstStyle/>
              <a:p>
                <a:endParaRPr lang="en-US" sz="1701"/>
              </a:p>
            </p:txBody>
          </p:sp>
          <p:sp>
            <p:nvSpPr>
              <p:cNvPr id="184" name="Freeform: Shape 183">
                <a:extLst>
                  <a:ext uri="{FF2B5EF4-FFF2-40B4-BE49-F238E27FC236}">
                    <a16:creationId xmlns:a16="http://schemas.microsoft.com/office/drawing/2014/main" id="{0748ECA1-D5CA-C156-535A-5853D9D1E25A}"/>
                  </a:ext>
                </a:extLst>
              </p:cNvPr>
              <p:cNvSpPr/>
              <p:nvPr/>
            </p:nvSpPr>
            <p:spPr>
              <a:xfrm>
                <a:off x="3887567" y="594233"/>
                <a:ext cx="88138" cy="12700"/>
              </a:xfrm>
              <a:custGeom>
                <a:avLst/>
                <a:gdLst>
                  <a:gd name="csX0" fmla="*/ 0 w 88138"/>
                  <a:gd name="csY0" fmla="*/ 0 h 12700"/>
                  <a:gd name="csX1" fmla="*/ 88138 w 88138"/>
                  <a:gd name="csY1" fmla="*/ 0 h 12700"/>
                </a:gdLst>
                <a:ahLst/>
                <a:cxnLst>
                  <a:cxn ang="0">
                    <a:pos x="csX0" y="csY0"/>
                  </a:cxn>
                  <a:cxn ang="0">
                    <a:pos x="csX1" y="csY1"/>
                  </a:cxn>
                </a:cxnLst>
                <a:rect l="l" t="t" r="r" b="b"/>
                <a:pathLst>
                  <a:path w="88138" h="12700">
                    <a:moveTo>
                      <a:pt x="0" y="0"/>
                    </a:moveTo>
                    <a:lnTo>
                      <a:pt x="88138" y="0"/>
                    </a:lnTo>
                  </a:path>
                </a:pathLst>
              </a:custGeom>
              <a:noFill/>
              <a:ln w="13589" cap="flat">
                <a:solidFill>
                  <a:srgbClr val="000000"/>
                </a:solidFill>
                <a:prstDash val="solid"/>
                <a:round/>
              </a:ln>
            </p:spPr>
            <p:txBody>
              <a:bodyPr/>
              <a:lstStyle/>
              <a:p>
                <a:endParaRPr lang="en-US" sz="1701"/>
              </a:p>
            </p:txBody>
          </p:sp>
          <p:sp>
            <p:nvSpPr>
              <p:cNvPr id="185" name="Freeform: Shape 184">
                <a:extLst>
                  <a:ext uri="{FF2B5EF4-FFF2-40B4-BE49-F238E27FC236}">
                    <a16:creationId xmlns:a16="http://schemas.microsoft.com/office/drawing/2014/main" id="{E8649BFB-51FF-1DCC-D10B-B97FEBEBED2B}"/>
                  </a:ext>
                </a:extLst>
              </p:cNvPr>
              <p:cNvSpPr/>
              <p:nvPr/>
            </p:nvSpPr>
            <p:spPr>
              <a:xfrm>
                <a:off x="3931637" y="594233"/>
                <a:ext cx="12700" cy="117983"/>
              </a:xfrm>
              <a:custGeom>
                <a:avLst/>
                <a:gdLst>
                  <a:gd name="csX0" fmla="*/ 0 w 12700"/>
                  <a:gd name="csY0" fmla="*/ 0 h 117983"/>
                  <a:gd name="csX1" fmla="*/ 0 w 12700"/>
                  <a:gd name="csY1" fmla="*/ 117983 h 117983"/>
                </a:gdLst>
                <a:ahLst/>
                <a:cxnLst>
                  <a:cxn ang="0">
                    <a:pos x="csX0" y="csY0"/>
                  </a:cxn>
                  <a:cxn ang="0">
                    <a:pos x="csX1" y="csY1"/>
                  </a:cxn>
                </a:cxnLst>
                <a:rect l="l" t="t" r="r" b="b"/>
                <a:pathLst>
                  <a:path w="12700" h="117983">
                    <a:moveTo>
                      <a:pt x="0" y="0"/>
                    </a:moveTo>
                    <a:lnTo>
                      <a:pt x="0" y="117983"/>
                    </a:lnTo>
                  </a:path>
                </a:pathLst>
              </a:custGeom>
              <a:noFill/>
              <a:ln w="13589" cap="flat">
                <a:solidFill>
                  <a:srgbClr val="000000"/>
                </a:solidFill>
                <a:prstDash val="solid"/>
                <a:round/>
              </a:ln>
            </p:spPr>
            <p:txBody>
              <a:bodyPr/>
              <a:lstStyle/>
              <a:p>
                <a:endParaRPr lang="en-US" sz="1701"/>
              </a:p>
            </p:txBody>
          </p:sp>
          <p:sp>
            <p:nvSpPr>
              <p:cNvPr id="186" name="Freeform: Shape 185">
                <a:extLst>
                  <a:ext uri="{FF2B5EF4-FFF2-40B4-BE49-F238E27FC236}">
                    <a16:creationId xmlns:a16="http://schemas.microsoft.com/office/drawing/2014/main" id="{7EF70CDB-DB37-6A78-C665-BFB1E9C3FAF0}"/>
                  </a:ext>
                </a:extLst>
              </p:cNvPr>
              <p:cNvSpPr/>
              <p:nvPr/>
            </p:nvSpPr>
            <p:spPr>
              <a:xfrm>
                <a:off x="3887567" y="712216"/>
                <a:ext cx="88138" cy="12700"/>
              </a:xfrm>
              <a:custGeom>
                <a:avLst/>
                <a:gdLst>
                  <a:gd name="csX0" fmla="*/ 0 w 88138"/>
                  <a:gd name="csY0" fmla="*/ 0 h 12700"/>
                  <a:gd name="csX1" fmla="*/ 88138 w 88138"/>
                  <a:gd name="csY1" fmla="*/ 0 h 12700"/>
                </a:gdLst>
                <a:ahLst/>
                <a:cxnLst>
                  <a:cxn ang="0">
                    <a:pos x="csX0" y="csY0"/>
                  </a:cxn>
                  <a:cxn ang="0">
                    <a:pos x="csX1" y="csY1"/>
                  </a:cxn>
                </a:cxnLst>
                <a:rect l="l" t="t" r="r" b="b"/>
                <a:pathLst>
                  <a:path w="88138" h="12700">
                    <a:moveTo>
                      <a:pt x="0" y="0"/>
                    </a:moveTo>
                    <a:lnTo>
                      <a:pt x="88138" y="0"/>
                    </a:lnTo>
                  </a:path>
                </a:pathLst>
              </a:custGeom>
              <a:noFill/>
              <a:ln w="13589" cap="flat">
                <a:solidFill>
                  <a:srgbClr val="000000"/>
                </a:solidFill>
                <a:prstDash val="solid"/>
                <a:round/>
              </a:ln>
            </p:spPr>
            <p:txBody>
              <a:bodyPr/>
              <a:lstStyle/>
              <a:p>
                <a:endParaRPr lang="en-US" sz="1701"/>
              </a:p>
            </p:txBody>
          </p:sp>
          <p:sp>
            <p:nvSpPr>
              <p:cNvPr id="187" name="Oval 186">
                <a:extLst>
                  <a:ext uri="{FF2B5EF4-FFF2-40B4-BE49-F238E27FC236}">
                    <a16:creationId xmlns:a16="http://schemas.microsoft.com/office/drawing/2014/main" id="{CEB42B67-C582-6F5F-21D1-851A7EC5CE04}"/>
                  </a:ext>
                </a:extLst>
              </p:cNvPr>
              <p:cNvSpPr/>
              <p:nvPr/>
            </p:nvSpPr>
            <p:spPr>
              <a:xfrm>
                <a:off x="3472913" y="104825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8" name="Oval 187">
                <a:extLst>
                  <a:ext uri="{FF2B5EF4-FFF2-40B4-BE49-F238E27FC236}">
                    <a16:creationId xmlns:a16="http://schemas.microsoft.com/office/drawing/2014/main" id="{B08CC17E-8AC5-E0E0-3062-06AF04569DE4}"/>
                  </a:ext>
                </a:extLst>
              </p:cNvPr>
              <p:cNvSpPr/>
              <p:nvPr/>
            </p:nvSpPr>
            <p:spPr>
              <a:xfrm>
                <a:off x="3252695" y="92900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9" name="Oval 188">
                <a:extLst>
                  <a:ext uri="{FF2B5EF4-FFF2-40B4-BE49-F238E27FC236}">
                    <a16:creationId xmlns:a16="http://schemas.microsoft.com/office/drawing/2014/main" id="{18079CED-9A88-75BD-8E73-A2BEB4AF36F3}"/>
                  </a:ext>
                </a:extLst>
              </p:cNvPr>
              <p:cNvSpPr/>
              <p:nvPr/>
            </p:nvSpPr>
            <p:spPr>
              <a:xfrm>
                <a:off x="3252695" y="55460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0" name="Oval 189">
                <a:extLst>
                  <a:ext uri="{FF2B5EF4-FFF2-40B4-BE49-F238E27FC236}">
                    <a16:creationId xmlns:a16="http://schemas.microsoft.com/office/drawing/2014/main" id="{9935B8AF-FAF7-49DC-5884-486F7F0F07AC}"/>
                  </a:ext>
                </a:extLst>
              </p:cNvPr>
              <p:cNvSpPr/>
              <p:nvPr/>
            </p:nvSpPr>
            <p:spPr>
              <a:xfrm>
                <a:off x="3913603" y="632460"/>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91" name="Oval 190">
                <a:extLst>
                  <a:ext uri="{FF2B5EF4-FFF2-40B4-BE49-F238E27FC236}">
                    <a16:creationId xmlns:a16="http://schemas.microsoft.com/office/drawing/2014/main" id="{9BD645B4-84E4-1730-13BE-14B8325F318C}"/>
                  </a:ext>
                </a:extLst>
              </p:cNvPr>
              <p:cNvSpPr/>
              <p:nvPr/>
            </p:nvSpPr>
            <p:spPr>
              <a:xfrm>
                <a:off x="3032350" y="94297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68" name="Oval 767">
                <a:extLst>
                  <a:ext uri="{FF2B5EF4-FFF2-40B4-BE49-F238E27FC236}">
                    <a16:creationId xmlns:a16="http://schemas.microsoft.com/office/drawing/2014/main" id="{46A9BB60-1020-2604-4D0C-7876160D333B}"/>
                  </a:ext>
                </a:extLst>
              </p:cNvPr>
              <p:cNvSpPr/>
              <p:nvPr/>
            </p:nvSpPr>
            <p:spPr>
              <a:xfrm>
                <a:off x="3913603" y="466344"/>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69" name="Oval 768">
                <a:extLst>
                  <a:ext uri="{FF2B5EF4-FFF2-40B4-BE49-F238E27FC236}">
                    <a16:creationId xmlns:a16="http://schemas.microsoft.com/office/drawing/2014/main" id="{28426464-5BB3-7A79-A50F-E3B7605507B4}"/>
                  </a:ext>
                </a:extLst>
              </p:cNvPr>
              <p:cNvSpPr/>
              <p:nvPr/>
            </p:nvSpPr>
            <p:spPr>
              <a:xfrm>
                <a:off x="3032350" y="134899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70" name="Oval 769">
                <a:extLst>
                  <a:ext uri="{FF2B5EF4-FFF2-40B4-BE49-F238E27FC236}">
                    <a16:creationId xmlns:a16="http://schemas.microsoft.com/office/drawing/2014/main" id="{A6F99FC8-2412-C9A7-5EEC-CB02634B708D}"/>
                  </a:ext>
                </a:extLst>
              </p:cNvPr>
              <p:cNvSpPr/>
              <p:nvPr/>
            </p:nvSpPr>
            <p:spPr>
              <a:xfrm>
                <a:off x="3913603" y="521208"/>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71" name="Oval 770">
                <a:extLst>
                  <a:ext uri="{FF2B5EF4-FFF2-40B4-BE49-F238E27FC236}">
                    <a16:creationId xmlns:a16="http://schemas.microsoft.com/office/drawing/2014/main" id="{A1609137-4337-E21E-F497-F9D3314BC5BA}"/>
                  </a:ext>
                </a:extLst>
              </p:cNvPr>
              <p:cNvSpPr/>
              <p:nvPr/>
            </p:nvSpPr>
            <p:spPr>
              <a:xfrm>
                <a:off x="3032350" y="119862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72" name="Oval 771">
                <a:extLst>
                  <a:ext uri="{FF2B5EF4-FFF2-40B4-BE49-F238E27FC236}">
                    <a16:creationId xmlns:a16="http://schemas.microsoft.com/office/drawing/2014/main" id="{1FC4FF5B-FD4A-2800-E989-16EE9B3D9432}"/>
                  </a:ext>
                </a:extLst>
              </p:cNvPr>
              <p:cNvSpPr/>
              <p:nvPr/>
            </p:nvSpPr>
            <p:spPr>
              <a:xfrm>
                <a:off x="3913603" y="811657"/>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73" name="Oval 772">
                <a:extLst>
                  <a:ext uri="{FF2B5EF4-FFF2-40B4-BE49-F238E27FC236}">
                    <a16:creationId xmlns:a16="http://schemas.microsoft.com/office/drawing/2014/main" id="{0465CA9E-CE9D-E599-6505-E92EDF4F9675}"/>
                  </a:ext>
                </a:extLst>
              </p:cNvPr>
              <p:cNvSpPr/>
              <p:nvPr/>
            </p:nvSpPr>
            <p:spPr>
              <a:xfrm>
                <a:off x="3032350" y="81165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74" name="Oval 773">
                <a:extLst>
                  <a:ext uri="{FF2B5EF4-FFF2-40B4-BE49-F238E27FC236}">
                    <a16:creationId xmlns:a16="http://schemas.microsoft.com/office/drawing/2014/main" id="{8B298D39-519D-8206-5D0B-A9EB9CA88180}"/>
                  </a:ext>
                </a:extLst>
              </p:cNvPr>
              <p:cNvSpPr/>
              <p:nvPr/>
            </p:nvSpPr>
            <p:spPr>
              <a:xfrm>
                <a:off x="3913603" y="803656"/>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75" name="Oval 774">
                <a:extLst>
                  <a:ext uri="{FF2B5EF4-FFF2-40B4-BE49-F238E27FC236}">
                    <a16:creationId xmlns:a16="http://schemas.microsoft.com/office/drawing/2014/main" id="{34776569-9179-2F46-EB3D-DBC71117B25E}"/>
                  </a:ext>
                </a:extLst>
              </p:cNvPr>
              <p:cNvSpPr/>
              <p:nvPr/>
            </p:nvSpPr>
            <p:spPr>
              <a:xfrm>
                <a:off x="3032350" y="134899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76" name="Oval 775">
                <a:extLst>
                  <a:ext uri="{FF2B5EF4-FFF2-40B4-BE49-F238E27FC236}">
                    <a16:creationId xmlns:a16="http://schemas.microsoft.com/office/drawing/2014/main" id="{7F2EB2A9-A389-79B1-3242-F58D0C58DFFA}"/>
                  </a:ext>
                </a:extLst>
              </p:cNvPr>
              <p:cNvSpPr/>
              <p:nvPr/>
            </p:nvSpPr>
            <p:spPr>
              <a:xfrm>
                <a:off x="3252695" y="111480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79" name="Oval 778">
                <a:extLst>
                  <a:ext uri="{FF2B5EF4-FFF2-40B4-BE49-F238E27FC236}">
                    <a16:creationId xmlns:a16="http://schemas.microsoft.com/office/drawing/2014/main" id="{82FF2A72-7452-12A8-D43D-31A63CE96003}"/>
                  </a:ext>
                </a:extLst>
              </p:cNvPr>
              <p:cNvSpPr/>
              <p:nvPr/>
            </p:nvSpPr>
            <p:spPr>
              <a:xfrm>
                <a:off x="3913603" y="575691"/>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80" name="Oval 779">
                <a:extLst>
                  <a:ext uri="{FF2B5EF4-FFF2-40B4-BE49-F238E27FC236}">
                    <a16:creationId xmlns:a16="http://schemas.microsoft.com/office/drawing/2014/main" id="{4C8F47F4-8341-41F9-315E-1C0597BBFAE0}"/>
                  </a:ext>
                </a:extLst>
              </p:cNvPr>
              <p:cNvSpPr/>
              <p:nvPr/>
            </p:nvSpPr>
            <p:spPr>
              <a:xfrm>
                <a:off x="3032350" y="111010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81" name="Oval 780">
                <a:extLst>
                  <a:ext uri="{FF2B5EF4-FFF2-40B4-BE49-F238E27FC236}">
                    <a16:creationId xmlns:a16="http://schemas.microsoft.com/office/drawing/2014/main" id="{18D46E78-56C6-E682-1669-ADF72439FEB1}"/>
                  </a:ext>
                </a:extLst>
              </p:cNvPr>
              <p:cNvSpPr/>
              <p:nvPr/>
            </p:nvSpPr>
            <p:spPr>
              <a:xfrm>
                <a:off x="3472913" y="108419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785" name="Oval 784">
                <a:extLst>
                  <a:ext uri="{FF2B5EF4-FFF2-40B4-BE49-F238E27FC236}">
                    <a16:creationId xmlns:a16="http://schemas.microsoft.com/office/drawing/2014/main" id="{A8D0786B-4254-7DD7-40C0-C805B1D28486}"/>
                  </a:ext>
                </a:extLst>
              </p:cNvPr>
              <p:cNvSpPr/>
              <p:nvPr/>
            </p:nvSpPr>
            <p:spPr>
              <a:xfrm>
                <a:off x="3252695" y="1036701"/>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935" name="Oval 934">
                <a:extLst>
                  <a:ext uri="{FF2B5EF4-FFF2-40B4-BE49-F238E27FC236}">
                    <a16:creationId xmlns:a16="http://schemas.microsoft.com/office/drawing/2014/main" id="{46FDB6F1-A1F9-602A-5CCF-4E548A909F29}"/>
                  </a:ext>
                </a:extLst>
              </p:cNvPr>
              <p:cNvSpPr/>
              <p:nvPr/>
            </p:nvSpPr>
            <p:spPr>
              <a:xfrm>
                <a:off x="3252695" y="134899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048" name="Oval 1047">
                <a:extLst>
                  <a:ext uri="{FF2B5EF4-FFF2-40B4-BE49-F238E27FC236}">
                    <a16:creationId xmlns:a16="http://schemas.microsoft.com/office/drawing/2014/main" id="{095F94A5-367E-DB05-061A-CED7E947ABB0}"/>
                  </a:ext>
                </a:extLst>
              </p:cNvPr>
              <p:cNvSpPr/>
              <p:nvPr/>
            </p:nvSpPr>
            <p:spPr>
              <a:xfrm>
                <a:off x="3693258" y="81940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051" name="Oval 1050">
                <a:extLst>
                  <a:ext uri="{FF2B5EF4-FFF2-40B4-BE49-F238E27FC236}">
                    <a16:creationId xmlns:a16="http://schemas.microsoft.com/office/drawing/2014/main" id="{DB210DBC-92CB-8231-E3EC-828E0C9A2D17}"/>
                  </a:ext>
                </a:extLst>
              </p:cNvPr>
              <p:cNvSpPr/>
              <p:nvPr/>
            </p:nvSpPr>
            <p:spPr>
              <a:xfrm>
                <a:off x="3252695" y="113144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177" name="Oval 1176">
                <a:extLst>
                  <a:ext uri="{FF2B5EF4-FFF2-40B4-BE49-F238E27FC236}">
                    <a16:creationId xmlns:a16="http://schemas.microsoft.com/office/drawing/2014/main" id="{032D76FF-369F-B920-2A98-96A998BA0855}"/>
                  </a:ext>
                </a:extLst>
              </p:cNvPr>
              <p:cNvSpPr/>
              <p:nvPr/>
            </p:nvSpPr>
            <p:spPr>
              <a:xfrm>
                <a:off x="3252695" y="107835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178" name="TextBox 1177">
                <a:extLst>
                  <a:ext uri="{FF2B5EF4-FFF2-40B4-BE49-F238E27FC236}">
                    <a16:creationId xmlns:a16="http://schemas.microsoft.com/office/drawing/2014/main" id="{AE4AE172-D27B-7C3A-FBFE-AE30ABC99605}"/>
                  </a:ext>
                </a:extLst>
              </p:cNvPr>
              <p:cNvSpPr txBox="1"/>
              <p:nvPr/>
            </p:nvSpPr>
            <p:spPr>
              <a:xfrm>
                <a:off x="2906315" y="250722"/>
                <a:ext cx="570352" cy="205340"/>
              </a:xfrm>
              <a:prstGeom prst="rect">
                <a:avLst/>
              </a:prstGeom>
              <a:noFill/>
            </p:spPr>
            <p:txBody>
              <a:bodyPr wrap="none" rtlCol="0">
                <a:spAutoFit/>
              </a:bodyPr>
              <a:lstStyle/>
              <a:p>
                <a:pPr algn="l"/>
                <a:r>
                  <a:rPr lang="en-US" sz="661">
                    <a:ln/>
                    <a:solidFill>
                      <a:srgbClr val="000000"/>
                    </a:solidFill>
                    <a:latin typeface="Arial"/>
                    <a:cs typeface="Arial"/>
                    <a:sym typeface="Arial"/>
                    <a:rtl val="0"/>
                  </a:rPr>
                  <a:t>p = 0.503</a:t>
                </a:r>
              </a:p>
            </p:txBody>
          </p:sp>
          <p:sp>
            <p:nvSpPr>
              <p:cNvPr id="1199" name="Freeform: Shape 1198">
                <a:extLst>
                  <a:ext uri="{FF2B5EF4-FFF2-40B4-BE49-F238E27FC236}">
                    <a16:creationId xmlns:a16="http://schemas.microsoft.com/office/drawing/2014/main" id="{89D767F7-FAF8-BFF1-744E-6D485EB908FF}"/>
                  </a:ext>
                </a:extLst>
              </p:cNvPr>
              <p:cNvSpPr/>
              <p:nvPr/>
            </p:nvSpPr>
            <p:spPr>
              <a:xfrm>
                <a:off x="3050384" y="396113"/>
                <a:ext cx="198247" cy="12700"/>
              </a:xfrm>
              <a:custGeom>
                <a:avLst/>
                <a:gdLst>
                  <a:gd name="csX0" fmla="*/ 0 w 198247"/>
                  <a:gd name="csY0" fmla="*/ 0 h 12700"/>
                  <a:gd name="csX1" fmla="*/ 198247 w 198247"/>
                  <a:gd name="csY1" fmla="*/ 0 h 12700"/>
                </a:gdLst>
                <a:ahLst/>
                <a:cxnLst>
                  <a:cxn ang="0">
                    <a:pos x="csX0" y="csY0"/>
                  </a:cxn>
                  <a:cxn ang="0">
                    <a:pos x="csX1" y="csY1"/>
                  </a:cxn>
                </a:cxnLst>
                <a:rect l="l" t="t" r="r" b="b"/>
                <a:pathLst>
                  <a:path w="198247" h="12700">
                    <a:moveTo>
                      <a:pt x="0" y="0"/>
                    </a:moveTo>
                    <a:lnTo>
                      <a:pt x="198247" y="0"/>
                    </a:lnTo>
                  </a:path>
                </a:pathLst>
              </a:custGeom>
              <a:ln w="13589" cap="rnd">
                <a:solidFill>
                  <a:srgbClr val="000000"/>
                </a:solidFill>
                <a:prstDash val="solid"/>
                <a:round/>
              </a:ln>
            </p:spPr>
            <p:txBody>
              <a:bodyPr/>
              <a:lstStyle/>
              <a:p>
                <a:endParaRPr lang="en-US" sz="1701"/>
              </a:p>
            </p:txBody>
          </p:sp>
          <p:sp>
            <p:nvSpPr>
              <p:cNvPr id="1201" name="TextBox 1200">
                <a:extLst>
                  <a:ext uri="{FF2B5EF4-FFF2-40B4-BE49-F238E27FC236}">
                    <a16:creationId xmlns:a16="http://schemas.microsoft.com/office/drawing/2014/main" id="{457DBC53-8FCD-008F-4FD9-FC57A60FCFFD}"/>
                  </a:ext>
                </a:extLst>
              </p:cNvPr>
              <p:cNvSpPr txBox="1"/>
              <p:nvPr/>
            </p:nvSpPr>
            <p:spPr>
              <a:xfrm>
                <a:off x="3471566" y="206971"/>
                <a:ext cx="295525" cy="405523"/>
              </a:xfrm>
              <a:prstGeom prst="rect">
                <a:avLst/>
              </a:prstGeom>
              <a:noFill/>
            </p:spPr>
            <p:txBody>
              <a:bodyPr wrap="none" rtlCol="0">
                <a:spAutoFit/>
              </a:bodyPr>
              <a:lstStyle/>
              <a:p>
                <a:pPr algn="l"/>
                <a:r>
                  <a:rPr lang="en-US" sz="1890">
                    <a:ln/>
                    <a:solidFill>
                      <a:srgbClr val="000000"/>
                    </a:solidFill>
                    <a:latin typeface="Arial"/>
                    <a:cs typeface="Arial"/>
                    <a:sym typeface="Arial"/>
                    <a:rtl val="0"/>
                  </a:rPr>
                  <a:t>*</a:t>
                </a:r>
              </a:p>
            </p:txBody>
          </p:sp>
          <p:sp>
            <p:nvSpPr>
              <p:cNvPr id="1246" name="Freeform: Shape 1245">
                <a:extLst>
                  <a:ext uri="{FF2B5EF4-FFF2-40B4-BE49-F238E27FC236}">
                    <a16:creationId xmlns:a16="http://schemas.microsoft.com/office/drawing/2014/main" id="{04836AB8-6E1F-5608-377C-B167E4745961}"/>
                  </a:ext>
                </a:extLst>
              </p:cNvPr>
              <p:cNvSpPr/>
              <p:nvPr/>
            </p:nvSpPr>
            <p:spPr>
              <a:xfrm>
                <a:off x="3292700" y="396113"/>
                <a:ext cx="638937" cy="12700"/>
              </a:xfrm>
              <a:custGeom>
                <a:avLst/>
                <a:gdLst>
                  <a:gd name="csX0" fmla="*/ 0 w 638937"/>
                  <a:gd name="csY0" fmla="*/ 0 h 12700"/>
                  <a:gd name="csX1" fmla="*/ 638937 w 638937"/>
                  <a:gd name="csY1" fmla="*/ 0 h 12700"/>
                </a:gdLst>
                <a:ahLst/>
                <a:cxnLst>
                  <a:cxn ang="0">
                    <a:pos x="csX0" y="csY0"/>
                  </a:cxn>
                  <a:cxn ang="0">
                    <a:pos x="csX1" y="csY1"/>
                  </a:cxn>
                </a:cxnLst>
                <a:rect l="l" t="t" r="r" b="b"/>
                <a:pathLst>
                  <a:path w="638937" h="12700">
                    <a:moveTo>
                      <a:pt x="0" y="0"/>
                    </a:moveTo>
                    <a:lnTo>
                      <a:pt x="638937" y="0"/>
                    </a:lnTo>
                  </a:path>
                </a:pathLst>
              </a:custGeom>
              <a:ln w="13589" cap="rnd">
                <a:solidFill>
                  <a:srgbClr val="000000"/>
                </a:solidFill>
                <a:prstDash val="solid"/>
                <a:round/>
              </a:ln>
            </p:spPr>
            <p:txBody>
              <a:bodyPr/>
              <a:lstStyle/>
              <a:p>
                <a:endParaRPr lang="en-US" sz="1701"/>
              </a:p>
            </p:txBody>
          </p:sp>
          <p:sp>
            <p:nvSpPr>
              <p:cNvPr id="1247" name="TextBox 1246">
                <a:extLst>
                  <a:ext uri="{FF2B5EF4-FFF2-40B4-BE49-F238E27FC236}">
                    <a16:creationId xmlns:a16="http://schemas.microsoft.com/office/drawing/2014/main" id="{F7B3DD49-192D-8AAF-B3B3-D2F235E91ADA}"/>
                  </a:ext>
                </a:extLst>
              </p:cNvPr>
              <p:cNvSpPr txBox="1"/>
              <p:nvPr/>
            </p:nvSpPr>
            <p:spPr>
              <a:xfrm>
                <a:off x="3262955" y="76415"/>
                <a:ext cx="395615" cy="405523"/>
              </a:xfrm>
              <a:prstGeom prst="rect">
                <a:avLst/>
              </a:prstGeom>
              <a:noFill/>
            </p:spPr>
            <p:txBody>
              <a:bodyPr wrap="none" rtlCol="0">
                <a:spAutoFit/>
              </a:bodyPr>
              <a:lstStyle/>
              <a:p>
                <a:pPr algn="l"/>
                <a:r>
                  <a:rPr lang="en-US" sz="1890" dirty="0">
                    <a:ln/>
                    <a:solidFill>
                      <a:srgbClr val="000000"/>
                    </a:solidFill>
                    <a:latin typeface="Arial"/>
                    <a:cs typeface="Arial"/>
                    <a:sym typeface="Arial"/>
                    <a:rtl val="0"/>
                  </a:rPr>
                  <a:t>**</a:t>
                </a:r>
              </a:p>
            </p:txBody>
          </p:sp>
          <p:sp>
            <p:nvSpPr>
              <p:cNvPr id="1318" name="Freeform: Shape 1317">
                <a:extLst>
                  <a:ext uri="{FF2B5EF4-FFF2-40B4-BE49-F238E27FC236}">
                    <a16:creationId xmlns:a16="http://schemas.microsoft.com/office/drawing/2014/main" id="{BF8092A2-AA46-AC0E-5359-34F45F063D6A}"/>
                  </a:ext>
                </a:extLst>
              </p:cNvPr>
              <p:cNvSpPr/>
              <p:nvPr/>
            </p:nvSpPr>
            <p:spPr>
              <a:xfrm>
                <a:off x="3050384" y="263779"/>
                <a:ext cx="881253" cy="12700"/>
              </a:xfrm>
              <a:custGeom>
                <a:avLst/>
                <a:gdLst>
                  <a:gd name="csX0" fmla="*/ 0 w 881253"/>
                  <a:gd name="csY0" fmla="*/ 0 h 12700"/>
                  <a:gd name="csX1" fmla="*/ 881253 w 881253"/>
                  <a:gd name="csY1" fmla="*/ 0 h 12700"/>
                </a:gdLst>
                <a:ahLst/>
                <a:cxnLst>
                  <a:cxn ang="0">
                    <a:pos x="csX0" y="csY0"/>
                  </a:cxn>
                  <a:cxn ang="0">
                    <a:pos x="csX1" y="csY1"/>
                  </a:cxn>
                </a:cxnLst>
                <a:rect l="l" t="t" r="r" b="b"/>
                <a:pathLst>
                  <a:path w="881253" h="12700">
                    <a:moveTo>
                      <a:pt x="0" y="0"/>
                    </a:moveTo>
                    <a:lnTo>
                      <a:pt x="881253" y="0"/>
                    </a:lnTo>
                  </a:path>
                </a:pathLst>
              </a:custGeom>
              <a:ln w="13589" cap="rnd">
                <a:solidFill>
                  <a:srgbClr val="000000"/>
                </a:solidFill>
                <a:prstDash val="solid"/>
                <a:round/>
              </a:ln>
            </p:spPr>
            <p:txBody>
              <a:bodyPr/>
              <a:lstStyle/>
              <a:p>
                <a:endParaRPr lang="en-US" sz="1701"/>
              </a:p>
            </p:txBody>
          </p:sp>
        </p:grpSp>
        <p:grpSp>
          <p:nvGrpSpPr>
            <p:cNvPr id="1319" name="Graphic 146">
              <a:extLst>
                <a:ext uri="{FF2B5EF4-FFF2-40B4-BE49-F238E27FC236}">
                  <a16:creationId xmlns:a16="http://schemas.microsoft.com/office/drawing/2014/main" id="{E905C22D-6D89-935D-5CC4-6B1ECB4666F6}"/>
                </a:ext>
              </a:extLst>
            </p:cNvPr>
            <p:cNvGrpSpPr/>
            <p:nvPr/>
          </p:nvGrpSpPr>
          <p:grpSpPr>
            <a:xfrm>
              <a:off x="2140331" y="2265701"/>
              <a:ext cx="1778169" cy="1611022"/>
              <a:chOff x="2296236" y="65201"/>
              <a:chExt cx="1778169" cy="1611022"/>
            </a:xfrm>
          </p:grpSpPr>
          <p:sp>
            <p:nvSpPr>
              <p:cNvPr id="1321" name="Freeform: Shape 1320">
                <a:extLst>
                  <a:ext uri="{FF2B5EF4-FFF2-40B4-BE49-F238E27FC236}">
                    <a16:creationId xmlns:a16="http://schemas.microsoft.com/office/drawing/2014/main" id="{611D7CAA-F264-1621-1A31-84D866791F31}"/>
                  </a:ext>
                </a:extLst>
              </p:cNvPr>
              <p:cNvSpPr/>
              <p:nvPr/>
            </p:nvSpPr>
            <p:spPr>
              <a:xfrm>
                <a:off x="2916908" y="65201"/>
                <a:ext cx="45719" cy="1364057"/>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endParaRPr lang="en-US" sz="1701"/>
              </a:p>
            </p:txBody>
          </p:sp>
          <p:sp>
            <p:nvSpPr>
              <p:cNvPr id="1388" name="TextBox 1387">
                <a:extLst>
                  <a:ext uri="{FF2B5EF4-FFF2-40B4-BE49-F238E27FC236}">
                    <a16:creationId xmlns:a16="http://schemas.microsoft.com/office/drawing/2014/main" id="{26D62F09-6993-7E49-8191-0B0B8B73DFE4}"/>
                  </a:ext>
                </a:extLst>
              </p:cNvPr>
              <p:cNvSpPr txBox="1"/>
              <p:nvPr/>
            </p:nvSpPr>
            <p:spPr>
              <a:xfrm>
                <a:off x="2503185" y="1260139"/>
                <a:ext cx="48722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0.0%</a:t>
                </a:r>
              </a:p>
            </p:txBody>
          </p:sp>
          <p:sp>
            <p:nvSpPr>
              <p:cNvPr id="1390" name="TextBox 1389">
                <a:extLst>
                  <a:ext uri="{FF2B5EF4-FFF2-40B4-BE49-F238E27FC236}">
                    <a16:creationId xmlns:a16="http://schemas.microsoft.com/office/drawing/2014/main" id="{A1C88946-3FBE-5004-C2C6-87A43DA41A79}"/>
                  </a:ext>
                </a:extLst>
              </p:cNvPr>
              <p:cNvSpPr txBox="1"/>
              <p:nvPr/>
            </p:nvSpPr>
            <p:spPr>
              <a:xfrm>
                <a:off x="2503185" y="955593"/>
                <a:ext cx="48722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2.5%</a:t>
                </a:r>
              </a:p>
            </p:txBody>
          </p:sp>
          <p:sp>
            <p:nvSpPr>
              <p:cNvPr id="1391" name="TextBox 1390">
                <a:extLst>
                  <a:ext uri="{FF2B5EF4-FFF2-40B4-BE49-F238E27FC236}">
                    <a16:creationId xmlns:a16="http://schemas.microsoft.com/office/drawing/2014/main" id="{9C9EA778-E4F3-DD40-07D5-F1B1842CFA68}"/>
                  </a:ext>
                </a:extLst>
              </p:cNvPr>
              <p:cNvSpPr txBox="1"/>
              <p:nvPr/>
            </p:nvSpPr>
            <p:spPr>
              <a:xfrm>
                <a:off x="2503185" y="651174"/>
                <a:ext cx="48722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5.0%</a:t>
                </a:r>
              </a:p>
            </p:txBody>
          </p:sp>
          <p:sp>
            <p:nvSpPr>
              <p:cNvPr id="1392" name="TextBox 1391">
                <a:extLst>
                  <a:ext uri="{FF2B5EF4-FFF2-40B4-BE49-F238E27FC236}">
                    <a16:creationId xmlns:a16="http://schemas.microsoft.com/office/drawing/2014/main" id="{2E314E57-6FA3-EBBC-D459-0862CACF0038}"/>
                  </a:ext>
                </a:extLst>
              </p:cNvPr>
              <p:cNvSpPr txBox="1"/>
              <p:nvPr/>
            </p:nvSpPr>
            <p:spPr>
              <a:xfrm>
                <a:off x="2503185" y="346628"/>
                <a:ext cx="487224"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7.5%</a:t>
                </a:r>
              </a:p>
            </p:txBody>
          </p:sp>
          <p:sp>
            <p:nvSpPr>
              <p:cNvPr id="1394" name="Freeform: Shape 1393">
                <a:extLst>
                  <a:ext uri="{FF2B5EF4-FFF2-40B4-BE49-F238E27FC236}">
                    <a16:creationId xmlns:a16="http://schemas.microsoft.com/office/drawing/2014/main" id="{1E3E1513-7380-10F8-E9FC-CD3B5A4BE649}"/>
                  </a:ext>
                </a:extLst>
              </p:cNvPr>
              <p:cNvSpPr/>
              <p:nvPr/>
            </p:nvSpPr>
            <p:spPr>
              <a:xfrm>
                <a:off x="2883378" y="136702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395" name="Freeform: Shape 1394">
                <a:extLst>
                  <a:ext uri="{FF2B5EF4-FFF2-40B4-BE49-F238E27FC236}">
                    <a16:creationId xmlns:a16="http://schemas.microsoft.com/office/drawing/2014/main" id="{D2937605-3DA4-FCE7-184F-2C344AD9E17E}"/>
                  </a:ext>
                </a:extLst>
              </p:cNvPr>
              <p:cNvSpPr/>
              <p:nvPr/>
            </p:nvSpPr>
            <p:spPr>
              <a:xfrm>
                <a:off x="2883378" y="1062482"/>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396" name="Freeform: Shape 1395">
                <a:extLst>
                  <a:ext uri="{FF2B5EF4-FFF2-40B4-BE49-F238E27FC236}">
                    <a16:creationId xmlns:a16="http://schemas.microsoft.com/office/drawing/2014/main" id="{60EE7233-520B-F154-3B60-66299BD58381}"/>
                  </a:ext>
                </a:extLst>
              </p:cNvPr>
              <p:cNvSpPr/>
              <p:nvPr/>
            </p:nvSpPr>
            <p:spPr>
              <a:xfrm>
                <a:off x="2883378" y="758062"/>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397" name="Freeform: Shape 1396">
                <a:extLst>
                  <a:ext uri="{FF2B5EF4-FFF2-40B4-BE49-F238E27FC236}">
                    <a16:creationId xmlns:a16="http://schemas.microsoft.com/office/drawing/2014/main" id="{0D00C9AA-6B59-51D0-938A-83938142EFD2}"/>
                  </a:ext>
                </a:extLst>
              </p:cNvPr>
              <p:cNvSpPr/>
              <p:nvPr/>
            </p:nvSpPr>
            <p:spPr>
              <a:xfrm>
                <a:off x="2883378" y="45351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399" name="Freeform: Shape 1398">
                <a:extLst>
                  <a:ext uri="{FF2B5EF4-FFF2-40B4-BE49-F238E27FC236}">
                    <a16:creationId xmlns:a16="http://schemas.microsoft.com/office/drawing/2014/main" id="{809E909D-DC4F-981B-E2AF-06540EEFA6A8}"/>
                  </a:ext>
                </a:extLst>
              </p:cNvPr>
              <p:cNvSpPr/>
              <p:nvPr/>
            </p:nvSpPr>
            <p:spPr>
              <a:xfrm>
                <a:off x="2918177" y="1428750"/>
                <a:ext cx="1145667" cy="12700"/>
              </a:xfrm>
              <a:custGeom>
                <a:avLst/>
                <a:gdLst>
                  <a:gd name="csX0" fmla="*/ 0 w 1145667"/>
                  <a:gd name="csY0" fmla="*/ 0 h 12700"/>
                  <a:gd name="csX1" fmla="*/ 1145667 w 1145667"/>
                  <a:gd name="csY1" fmla="*/ 0 h 12700"/>
                </a:gdLst>
                <a:ahLst/>
                <a:cxnLst>
                  <a:cxn ang="0">
                    <a:pos x="csX0" y="csY0"/>
                  </a:cxn>
                  <a:cxn ang="0">
                    <a:pos x="csX1" y="csY1"/>
                  </a:cxn>
                </a:cxnLst>
                <a:rect l="l" t="t" r="r" b="b"/>
                <a:pathLst>
                  <a:path w="1145667" h="12700">
                    <a:moveTo>
                      <a:pt x="0" y="0"/>
                    </a:moveTo>
                    <a:lnTo>
                      <a:pt x="1145667" y="0"/>
                    </a:lnTo>
                  </a:path>
                </a:pathLst>
              </a:custGeom>
              <a:noFill/>
              <a:ln w="13589" cap="sq">
                <a:solidFill>
                  <a:srgbClr val="000000"/>
                </a:solidFill>
                <a:prstDash val="solid"/>
                <a:round/>
              </a:ln>
            </p:spPr>
            <p:txBody>
              <a:bodyPr/>
              <a:lstStyle/>
              <a:p>
                <a:endParaRPr lang="en-US" sz="1701"/>
              </a:p>
            </p:txBody>
          </p:sp>
          <p:sp>
            <p:nvSpPr>
              <p:cNvPr id="1400" name="Freeform: Shape 1399">
                <a:extLst>
                  <a:ext uri="{FF2B5EF4-FFF2-40B4-BE49-F238E27FC236}">
                    <a16:creationId xmlns:a16="http://schemas.microsoft.com/office/drawing/2014/main" id="{E29F9116-FB5D-CF9B-A0C1-B549EC84146F}"/>
                  </a:ext>
                </a:extLst>
              </p:cNvPr>
              <p:cNvSpPr/>
              <p:nvPr/>
            </p:nvSpPr>
            <p:spPr>
              <a:xfrm>
                <a:off x="3050384"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401" name="Freeform: Shape 1400">
                <a:extLst>
                  <a:ext uri="{FF2B5EF4-FFF2-40B4-BE49-F238E27FC236}">
                    <a16:creationId xmlns:a16="http://schemas.microsoft.com/office/drawing/2014/main" id="{A19E1E5F-DD98-E54B-45EC-3CBFF66ADA7B}"/>
                  </a:ext>
                </a:extLst>
              </p:cNvPr>
              <p:cNvSpPr/>
              <p:nvPr/>
            </p:nvSpPr>
            <p:spPr>
              <a:xfrm>
                <a:off x="3270728"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402" name="Freeform: Shape 1401">
                <a:extLst>
                  <a:ext uri="{FF2B5EF4-FFF2-40B4-BE49-F238E27FC236}">
                    <a16:creationId xmlns:a16="http://schemas.microsoft.com/office/drawing/2014/main" id="{0A9967F5-A72E-6875-9C58-0505B6A6FE98}"/>
                  </a:ext>
                </a:extLst>
              </p:cNvPr>
              <p:cNvSpPr/>
              <p:nvPr/>
            </p:nvSpPr>
            <p:spPr>
              <a:xfrm>
                <a:off x="3490947"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403" name="Freeform: Shape 1402">
                <a:extLst>
                  <a:ext uri="{FF2B5EF4-FFF2-40B4-BE49-F238E27FC236}">
                    <a16:creationId xmlns:a16="http://schemas.microsoft.com/office/drawing/2014/main" id="{A2204DB0-A890-7CEA-3822-2DAE9930A6CE}"/>
                  </a:ext>
                </a:extLst>
              </p:cNvPr>
              <p:cNvSpPr/>
              <p:nvPr/>
            </p:nvSpPr>
            <p:spPr>
              <a:xfrm>
                <a:off x="3711292"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404" name="Freeform: Shape 1403">
                <a:extLst>
                  <a:ext uri="{FF2B5EF4-FFF2-40B4-BE49-F238E27FC236}">
                    <a16:creationId xmlns:a16="http://schemas.microsoft.com/office/drawing/2014/main" id="{69429BAC-679C-C932-A9DA-BF132C54FD5E}"/>
                  </a:ext>
                </a:extLst>
              </p:cNvPr>
              <p:cNvSpPr/>
              <p:nvPr/>
            </p:nvSpPr>
            <p:spPr>
              <a:xfrm>
                <a:off x="3931637" y="142875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405" name="TextBox 1404">
                <a:extLst>
                  <a:ext uri="{FF2B5EF4-FFF2-40B4-BE49-F238E27FC236}">
                    <a16:creationId xmlns:a16="http://schemas.microsoft.com/office/drawing/2014/main" id="{4EF39745-9149-939D-FF45-FC78F098EF2E}"/>
                  </a:ext>
                </a:extLst>
              </p:cNvPr>
              <p:cNvSpPr txBox="1"/>
              <p:nvPr/>
            </p:nvSpPr>
            <p:spPr>
              <a:xfrm>
                <a:off x="2907274" y="1424604"/>
                <a:ext cx="302311"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M</a:t>
                </a:r>
              </a:p>
            </p:txBody>
          </p:sp>
          <p:sp>
            <p:nvSpPr>
              <p:cNvPr id="1406" name="TextBox 1405">
                <a:extLst>
                  <a:ext uri="{FF2B5EF4-FFF2-40B4-BE49-F238E27FC236}">
                    <a16:creationId xmlns:a16="http://schemas.microsoft.com/office/drawing/2014/main" id="{1E88D728-6DB1-B951-5AE1-D2C781B6B594}"/>
                  </a:ext>
                </a:extLst>
              </p:cNvPr>
              <p:cNvSpPr txBox="1"/>
              <p:nvPr/>
            </p:nvSpPr>
            <p:spPr>
              <a:xfrm>
                <a:off x="3158199" y="1424604"/>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407" name="TextBox 1406">
                <a:extLst>
                  <a:ext uri="{FF2B5EF4-FFF2-40B4-BE49-F238E27FC236}">
                    <a16:creationId xmlns:a16="http://schemas.microsoft.com/office/drawing/2014/main" id="{D3736F23-1D0C-3320-C847-02E8B146C622}"/>
                  </a:ext>
                </a:extLst>
              </p:cNvPr>
              <p:cNvSpPr txBox="1"/>
              <p:nvPr/>
            </p:nvSpPr>
            <p:spPr>
              <a:xfrm>
                <a:off x="3346981" y="142460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600" name="TextBox 1599">
                <a:extLst>
                  <a:ext uri="{FF2B5EF4-FFF2-40B4-BE49-F238E27FC236}">
                    <a16:creationId xmlns:a16="http://schemas.microsoft.com/office/drawing/2014/main" id="{CC677116-A67E-018F-4AF0-FAA002F2A90A}"/>
                  </a:ext>
                </a:extLst>
              </p:cNvPr>
              <p:cNvSpPr txBox="1"/>
              <p:nvPr/>
            </p:nvSpPr>
            <p:spPr>
              <a:xfrm>
                <a:off x="3540071" y="1424604"/>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1601" name="TextBox 1600">
                <a:extLst>
                  <a:ext uri="{FF2B5EF4-FFF2-40B4-BE49-F238E27FC236}">
                    <a16:creationId xmlns:a16="http://schemas.microsoft.com/office/drawing/2014/main" id="{0A331F89-3424-90AF-5236-8F3AA436458F}"/>
                  </a:ext>
                </a:extLst>
              </p:cNvPr>
              <p:cNvSpPr txBox="1"/>
              <p:nvPr/>
            </p:nvSpPr>
            <p:spPr>
              <a:xfrm>
                <a:off x="3800935" y="1424604"/>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603" name="TextBox 1602">
                <a:extLst>
                  <a:ext uri="{FF2B5EF4-FFF2-40B4-BE49-F238E27FC236}">
                    <a16:creationId xmlns:a16="http://schemas.microsoft.com/office/drawing/2014/main" id="{6652D787-4F9E-6FC3-3887-01747E0DB1F3}"/>
                  </a:ext>
                </a:extLst>
              </p:cNvPr>
              <p:cNvSpPr txBox="1"/>
              <p:nvPr/>
            </p:nvSpPr>
            <p:spPr>
              <a:xfrm rot="16200000">
                <a:off x="1904895" y="619528"/>
                <a:ext cx="1041970" cy="259288"/>
              </a:xfrm>
              <a:prstGeom prst="rect">
                <a:avLst/>
              </a:prstGeom>
              <a:noFill/>
            </p:spPr>
            <p:txBody>
              <a:bodyPr wrap="none" rtlCol="0">
                <a:spAutoFit/>
              </a:bodyPr>
              <a:lstStyle/>
              <a:p>
                <a:pPr algn="l"/>
                <a:r>
                  <a:rPr lang="en-US" sz="992" dirty="0">
                    <a:ln/>
                    <a:solidFill>
                      <a:srgbClr val="000000"/>
                    </a:solidFill>
                    <a:latin typeface="Arial"/>
                    <a:cs typeface="Arial"/>
                    <a:sym typeface="Arial"/>
                    <a:rtl val="0"/>
                  </a:rPr>
                  <a:t>Percent </a:t>
                </a:r>
                <a:r>
                  <a:rPr lang="en-US" sz="992" i="1" dirty="0">
                    <a:ln/>
                    <a:solidFill>
                      <a:srgbClr val="000000"/>
                    </a:solidFill>
                    <a:latin typeface="Arial"/>
                    <a:cs typeface="Arial"/>
                    <a:sym typeface="Arial"/>
                    <a:rtl val="0"/>
                  </a:rPr>
                  <a:t>drd3</a:t>
                </a:r>
                <a:r>
                  <a:rPr lang="en-US" sz="992" dirty="0">
                    <a:ln/>
                    <a:solidFill>
                      <a:srgbClr val="000000"/>
                    </a:solidFill>
                    <a:latin typeface="Arial"/>
                    <a:cs typeface="Arial"/>
                    <a:sym typeface="Arial"/>
                    <a:rtl val="0"/>
                  </a:rPr>
                  <a:t>+</a:t>
                </a:r>
              </a:p>
            </p:txBody>
          </p:sp>
        </p:grpSp>
      </p:grpSp>
      <p:grpSp>
        <p:nvGrpSpPr>
          <p:cNvPr id="1970" name="Group 1969">
            <a:extLst>
              <a:ext uri="{FF2B5EF4-FFF2-40B4-BE49-F238E27FC236}">
                <a16:creationId xmlns:a16="http://schemas.microsoft.com/office/drawing/2014/main" id="{60665F5A-4C49-FFFC-70CA-83FF8C36DBB5}"/>
              </a:ext>
            </a:extLst>
          </p:cNvPr>
          <p:cNvGrpSpPr/>
          <p:nvPr/>
        </p:nvGrpSpPr>
        <p:grpSpPr>
          <a:xfrm>
            <a:off x="3623706" y="264084"/>
            <a:ext cx="1670226" cy="1518115"/>
            <a:chOff x="4754095" y="80613"/>
            <a:chExt cx="1767609" cy="1606628"/>
          </a:xfrm>
        </p:grpSpPr>
        <p:grpSp>
          <p:nvGrpSpPr>
            <p:cNvPr id="1610" name="Graphic 157">
              <a:extLst>
                <a:ext uri="{FF2B5EF4-FFF2-40B4-BE49-F238E27FC236}">
                  <a16:creationId xmlns:a16="http://schemas.microsoft.com/office/drawing/2014/main" id="{A0F3C16F-C9C9-DAD4-6BE5-3927CD5E1C27}"/>
                </a:ext>
              </a:extLst>
            </p:cNvPr>
            <p:cNvGrpSpPr/>
            <p:nvPr/>
          </p:nvGrpSpPr>
          <p:grpSpPr>
            <a:xfrm>
              <a:off x="5214493" y="80613"/>
              <a:ext cx="1307211" cy="1359154"/>
              <a:chOff x="5214493" y="80613"/>
              <a:chExt cx="1307211" cy="1359154"/>
            </a:xfrm>
          </p:grpSpPr>
          <p:sp>
            <p:nvSpPr>
              <p:cNvPr id="1613" name="Rectangle 1612">
                <a:extLst>
                  <a:ext uri="{FF2B5EF4-FFF2-40B4-BE49-F238E27FC236}">
                    <a16:creationId xmlns:a16="http://schemas.microsoft.com/office/drawing/2014/main" id="{F3A0F11E-5FAD-F931-3854-2E2B18809794}"/>
                  </a:ext>
                </a:extLst>
              </p:cNvPr>
              <p:cNvSpPr/>
              <p:nvPr/>
            </p:nvSpPr>
            <p:spPr>
              <a:xfrm>
                <a:off x="5214493" y="80613"/>
                <a:ext cx="1307211" cy="1359154"/>
              </a:xfrm>
              <a:prstGeom prst="rect">
                <a:avLst/>
              </a:prstGeom>
              <a:solidFill>
                <a:srgbClr val="FFFFFF"/>
              </a:solidFill>
              <a:ln w="13589" cap="rnd">
                <a:noFill/>
                <a:prstDash val="solid"/>
                <a:round/>
              </a:ln>
            </p:spPr>
            <p:txBody>
              <a:bodyPr/>
              <a:lstStyle/>
              <a:p>
                <a:endParaRPr lang="en-US" sz="1701"/>
              </a:p>
            </p:txBody>
          </p:sp>
          <p:sp>
            <p:nvSpPr>
              <p:cNvPr id="1615" name="Freeform: Shape 1614">
                <a:extLst>
                  <a:ext uri="{FF2B5EF4-FFF2-40B4-BE49-F238E27FC236}">
                    <a16:creationId xmlns:a16="http://schemas.microsoft.com/office/drawing/2014/main" id="{0B2F66B2-37CC-BFD5-B10C-E56CCA0F6AF0}"/>
                  </a:ext>
                </a:extLst>
              </p:cNvPr>
              <p:cNvSpPr/>
              <p:nvPr/>
            </p:nvSpPr>
            <p:spPr>
              <a:xfrm>
                <a:off x="5365242" y="1246347"/>
                <a:ext cx="12700" cy="62737"/>
              </a:xfrm>
              <a:custGeom>
                <a:avLst/>
                <a:gdLst>
                  <a:gd name="csX0" fmla="*/ 0 w 12700"/>
                  <a:gd name="csY0" fmla="*/ 0 h 62737"/>
                  <a:gd name="csX1" fmla="*/ 0 w 12700"/>
                  <a:gd name="csY1" fmla="*/ 62738 h 62737"/>
                </a:gdLst>
                <a:ahLst/>
                <a:cxnLst>
                  <a:cxn ang="0">
                    <a:pos x="csX0" y="csY0"/>
                  </a:cxn>
                  <a:cxn ang="0">
                    <a:pos x="csX1" y="csY1"/>
                  </a:cxn>
                </a:cxnLst>
                <a:rect l="l" t="t" r="r" b="b"/>
                <a:pathLst>
                  <a:path w="12700" h="62737">
                    <a:moveTo>
                      <a:pt x="0" y="0"/>
                    </a:moveTo>
                    <a:lnTo>
                      <a:pt x="0" y="62738"/>
                    </a:lnTo>
                  </a:path>
                </a:pathLst>
              </a:custGeom>
              <a:ln w="13589" cap="flat">
                <a:solidFill>
                  <a:srgbClr val="333333"/>
                </a:solidFill>
                <a:prstDash val="solid"/>
                <a:round/>
              </a:ln>
            </p:spPr>
            <p:txBody>
              <a:bodyPr/>
              <a:lstStyle/>
              <a:p>
                <a:endParaRPr lang="en-US" sz="1701"/>
              </a:p>
            </p:txBody>
          </p:sp>
          <p:sp>
            <p:nvSpPr>
              <p:cNvPr id="1618" name="Freeform: Shape 1617">
                <a:extLst>
                  <a:ext uri="{FF2B5EF4-FFF2-40B4-BE49-F238E27FC236}">
                    <a16:creationId xmlns:a16="http://schemas.microsoft.com/office/drawing/2014/main" id="{348D75F6-8D4D-63A7-20FF-C6F59F3BF62B}"/>
                  </a:ext>
                </a:extLst>
              </p:cNvPr>
              <p:cNvSpPr/>
              <p:nvPr/>
            </p:nvSpPr>
            <p:spPr>
              <a:xfrm>
                <a:off x="5289804" y="1082262"/>
                <a:ext cx="150876" cy="164083"/>
              </a:xfrm>
              <a:custGeom>
                <a:avLst/>
                <a:gdLst>
                  <a:gd name="csX0" fmla="*/ 0 w 150876"/>
                  <a:gd name="csY0" fmla="*/ 0 h 164083"/>
                  <a:gd name="csX1" fmla="*/ 0 w 150876"/>
                  <a:gd name="csY1" fmla="*/ 164084 h 164083"/>
                  <a:gd name="csX2" fmla="*/ 150876 w 150876"/>
                  <a:gd name="csY2" fmla="*/ 164084 h 164083"/>
                  <a:gd name="csX3" fmla="*/ 150876 w 150876"/>
                  <a:gd name="csY3" fmla="*/ 0 h 164083"/>
                  <a:gd name="csX4" fmla="*/ 0 w 150876"/>
                  <a:gd name="csY4" fmla="*/ 0 h 164083"/>
                </a:gdLst>
                <a:ahLst/>
                <a:cxnLst>
                  <a:cxn ang="0">
                    <a:pos x="csX0" y="csY0"/>
                  </a:cxn>
                  <a:cxn ang="0">
                    <a:pos x="csX1" y="csY1"/>
                  </a:cxn>
                  <a:cxn ang="0">
                    <a:pos x="csX2" y="csY2"/>
                  </a:cxn>
                  <a:cxn ang="0">
                    <a:pos x="csX3" y="csY3"/>
                  </a:cxn>
                  <a:cxn ang="0">
                    <a:pos x="csX4" y="csY4"/>
                  </a:cxn>
                </a:cxnLst>
                <a:rect l="l" t="t" r="r" b="b"/>
                <a:pathLst>
                  <a:path w="150876" h="164083">
                    <a:moveTo>
                      <a:pt x="0" y="0"/>
                    </a:moveTo>
                    <a:lnTo>
                      <a:pt x="0" y="164084"/>
                    </a:lnTo>
                    <a:lnTo>
                      <a:pt x="150876" y="164084"/>
                    </a:lnTo>
                    <a:lnTo>
                      <a:pt x="150876" y="0"/>
                    </a:lnTo>
                    <a:lnTo>
                      <a:pt x="0" y="0"/>
                    </a:lnTo>
                    <a:close/>
                  </a:path>
                </a:pathLst>
              </a:custGeom>
              <a:solidFill>
                <a:srgbClr val="1965B0"/>
              </a:solidFill>
              <a:ln w="13589" cap="flat">
                <a:solidFill>
                  <a:srgbClr val="333333"/>
                </a:solidFill>
                <a:prstDash val="solid"/>
                <a:miter/>
              </a:ln>
            </p:spPr>
            <p:txBody>
              <a:bodyPr/>
              <a:lstStyle/>
              <a:p>
                <a:endParaRPr lang="en-US" sz="1701"/>
              </a:p>
            </p:txBody>
          </p:sp>
          <p:sp>
            <p:nvSpPr>
              <p:cNvPr id="1619" name="Freeform: Shape 1618">
                <a:extLst>
                  <a:ext uri="{FF2B5EF4-FFF2-40B4-BE49-F238E27FC236}">
                    <a16:creationId xmlns:a16="http://schemas.microsoft.com/office/drawing/2014/main" id="{6DC47FFE-E5E8-F33C-3DF3-E88EBFC03160}"/>
                  </a:ext>
                </a:extLst>
              </p:cNvPr>
              <p:cNvSpPr/>
              <p:nvPr/>
            </p:nvSpPr>
            <p:spPr>
              <a:xfrm>
                <a:off x="5289804" y="1213581"/>
                <a:ext cx="150875" cy="12700"/>
              </a:xfrm>
              <a:custGeom>
                <a:avLst/>
                <a:gdLst>
                  <a:gd name="csX0" fmla="*/ 0 w 150875"/>
                  <a:gd name="csY0" fmla="*/ 0 h 12700"/>
                  <a:gd name="csX1" fmla="*/ 150876 w 150875"/>
                  <a:gd name="csY1" fmla="*/ 0 h 12700"/>
                </a:gdLst>
                <a:ahLst/>
                <a:cxnLst>
                  <a:cxn ang="0">
                    <a:pos x="csX0" y="csY0"/>
                  </a:cxn>
                  <a:cxn ang="0">
                    <a:pos x="csX1" y="csY1"/>
                  </a:cxn>
                </a:cxnLst>
                <a:rect l="l" t="t" r="r" b="b"/>
                <a:pathLst>
                  <a:path w="150875" h="12700">
                    <a:moveTo>
                      <a:pt x="0" y="0"/>
                    </a:moveTo>
                    <a:lnTo>
                      <a:pt x="150876" y="0"/>
                    </a:lnTo>
                  </a:path>
                </a:pathLst>
              </a:custGeom>
              <a:ln w="27051" cap="flat">
                <a:solidFill>
                  <a:srgbClr val="333333"/>
                </a:solidFill>
                <a:prstDash val="solid"/>
                <a:miter/>
              </a:ln>
            </p:spPr>
            <p:txBody>
              <a:bodyPr/>
              <a:lstStyle/>
              <a:p>
                <a:endParaRPr lang="en-US" sz="1701"/>
              </a:p>
            </p:txBody>
          </p:sp>
          <p:sp>
            <p:nvSpPr>
              <p:cNvPr id="1620" name="Freeform: Shape 1619">
                <a:extLst>
                  <a:ext uri="{FF2B5EF4-FFF2-40B4-BE49-F238E27FC236}">
                    <a16:creationId xmlns:a16="http://schemas.microsoft.com/office/drawing/2014/main" id="{3A6038E7-A18A-2F4A-462B-6B28DDB08759}"/>
                  </a:ext>
                </a:extLst>
              </p:cNvPr>
              <p:cNvSpPr/>
              <p:nvPr/>
            </p:nvSpPr>
            <p:spPr>
              <a:xfrm>
                <a:off x="5616702" y="944976"/>
                <a:ext cx="12700" cy="17653"/>
              </a:xfrm>
              <a:custGeom>
                <a:avLst/>
                <a:gdLst>
                  <a:gd name="csX0" fmla="*/ 0 w 12700"/>
                  <a:gd name="csY0" fmla="*/ 17653 h 17653"/>
                  <a:gd name="csX1" fmla="*/ 0 w 12700"/>
                  <a:gd name="csY1" fmla="*/ 0 h 17653"/>
                </a:gdLst>
                <a:ahLst/>
                <a:cxnLst>
                  <a:cxn ang="0">
                    <a:pos x="csX0" y="csY0"/>
                  </a:cxn>
                  <a:cxn ang="0">
                    <a:pos x="csX1" y="csY1"/>
                  </a:cxn>
                </a:cxnLst>
                <a:rect l="l" t="t" r="r" b="b"/>
                <a:pathLst>
                  <a:path w="12700" h="17653">
                    <a:moveTo>
                      <a:pt x="0" y="17653"/>
                    </a:moveTo>
                    <a:lnTo>
                      <a:pt x="0" y="0"/>
                    </a:lnTo>
                  </a:path>
                </a:pathLst>
              </a:custGeom>
              <a:ln w="13589" cap="flat">
                <a:solidFill>
                  <a:srgbClr val="333333"/>
                </a:solidFill>
                <a:prstDash val="solid"/>
                <a:round/>
              </a:ln>
            </p:spPr>
            <p:txBody>
              <a:bodyPr/>
              <a:lstStyle/>
              <a:p>
                <a:endParaRPr lang="en-US" sz="1701"/>
              </a:p>
            </p:txBody>
          </p:sp>
          <p:sp>
            <p:nvSpPr>
              <p:cNvPr id="1621" name="Freeform: Shape 1620">
                <a:extLst>
                  <a:ext uri="{FF2B5EF4-FFF2-40B4-BE49-F238E27FC236}">
                    <a16:creationId xmlns:a16="http://schemas.microsoft.com/office/drawing/2014/main" id="{0B128847-1333-5A28-B5F0-26225870B608}"/>
                  </a:ext>
                </a:extLst>
              </p:cNvPr>
              <p:cNvSpPr/>
              <p:nvPr/>
            </p:nvSpPr>
            <p:spPr>
              <a:xfrm>
                <a:off x="5616702" y="1138270"/>
                <a:ext cx="12700" cy="96138"/>
              </a:xfrm>
              <a:custGeom>
                <a:avLst/>
                <a:gdLst>
                  <a:gd name="csX0" fmla="*/ 0 w 12700"/>
                  <a:gd name="csY0" fmla="*/ 0 h 96138"/>
                  <a:gd name="csX1" fmla="*/ 0 w 12700"/>
                  <a:gd name="csY1" fmla="*/ 96139 h 96138"/>
                </a:gdLst>
                <a:ahLst/>
                <a:cxnLst>
                  <a:cxn ang="0">
                    <a:pos x="csX0" y="csY0"/>
                  </a:cxn>
                  <a:cxn ang="0">
                    <a:pos x="csX1" y="csY1"/>
                  </a:cxn>
                </a:cxnLst>
                <a:rect l="l" t="t" r="r" b="b"/>
                <a:pathLst>
                  <a:path w="12700" h="96138">
                    <a:moveTo>
                      <a:pt x="0" y="0"/>
                    </a:moveTo>
                    <a:lnTo>
                      <a:pt x="0" y="96139"/>
                    </a:lnTo>
                  </a:path>
                </a:pathLst>
              </a:custGeom>
              <a:ln w="13589" cap="flat">
                <a:solidFill>
                  <a:srgbClr val="333333"/>
                </a:solidFill>
                <a:prstDash val="solid"/>
                <a:round/>
              </a:ln>
            </p:spPr>
            <p:txBody>
              <a:bodyPr/>
              <a:lstStyle/>
              <a:p>
                <a:endParaRPr lang="en-US" sz="1701"/>
              </a:p>
            </p:txBody>
          </p:sp>
          <p:sp>
            <p:nvSpPr>
              <p:cNvPr id="1622" name="Freeform: Shape 1621">
                <a:extLst>
                  <a:ext uri="{FF2B5EF4-FFF2-40B4-BE49-F238E27FC236}">
                    <a16:creationId xmlns:a16="http://schemas.microsoft.com/office/drawing/2014/main" id="{2913E444-7172-9EFD-DD67-37FE6636D3B9}"/>
                  </a:ext>
                </a:extLst>
              </p:cNvPr>
              <p:cNvSpPr/>
              <p:nvPr/>
            </p:nvSpPr>
            <p:spPr>
              <a:xfrm>
                <a:off x="5541263" y="962629"/>
                <a:ext cx="150875" cy="175641"/>
              </a:xfrm>
              <a:custGeom>
                <a:avLst/>
                <a:gdLst>
                  <a:gd name="csX0" fmla="*/ 0 w 150875"/>
                  <a:gd name="csY0" fmla="*/ 0 h 175641"/>
                  <a:gd name="csX1" fmla="*/ 0 w 150875"/>
                  <a:gd name="csY1" fmla="*/ 175641 h 175641"/>
                  <a:gd name="csX2" fmla="*/ 150876 w 150875"/>
                  <a:gd name="csY2" fmla="*/ 175641 h 175641"/>
                  <a:gd name="csX3" fmla="*/ 150876 w 150875"/>
                  <a:gd name="csY3" fmla="*/ 0 h 175641"/>
                  <a:gd name="csX4" fmla="*/ 0 w 150875"/>
                  <a:gd name="csY4" fmla="*/ 0 h 175641"/>
                </a:gdLst>
                <a:ahLst/>
                <a:cxnLst>
                  <a:cxn ang="0">
                    <a:pos x="csX0" y="csY0"/>
                  </a:cxn>
                  <a:cxn ang="0">
                    <a:pos x="csX1" y="csY1"/>
                  </a:cxn>
                  <a:cxn ang="0">
                    <a:pos x="csX2" y="csY2"/>
                  </a:cxn>
                  <a:cxn ang="0">
                    <a:pos x="csX3" y="csY3"/>
                  </a:cxn>
                  <a:cxn ang="0">
                    <a:pos x="csX4" y="csY4"/>
                  </a:cxn>
                </a:cxnLst>
                <a:rect l="l" t="t" r="r" b="b"/>
                <a:pathLst>
                  <a:path w="150875" h="175641">
                    <a:moveTo>
                      <a:pt x="0" y="0"/>
                    </a:moveTo>
                    <a:lnTo>
                      <a:pt x="0" y="175641"/>
                    </a:lnTo>
                    <a:lnTo>
                      <a:pt x="150876" y="175641"/>
                    </a:lnTo>
                    <a:lnTo>
                      <a:pt x="150876" y="0"/>
                    </a:lnTo>
                    <a:lnTo>
                      <a:pt x="0" y="0"/>
                    </a:lnTo>
                    <a:close/>
                  </a:path>
                </a:pathLst>
              </a:custGeom>
              <a:solidFill>
                <a:srgbClr val="4EB265"/>
              </a:solidFill>
              <a:ln w="13589" cap="flat">
                <a:solidFill>
                  <a:srgbClr val="333333"/>
                </a:solidFill>
                <a:prstDash val="solid"/>
                <a:miter/>
              </a:ln>
            </p:spPr>
            <p:txBody>
              <a:bodyPr/>
              <a:lstStyle/>
              <a:p>
                <a:endParaRPr lang="en-US" sz="1701"/>
              </a:p>
            </p:txBody>
          </p:sp>
          <p:sp>
            <p:nvSpPr>
              <p:cNvPr id="1623" name="Freeform: Shape 1622">
                <a:extLst>
                  <a:ext uri="{FF2B5EF4-FFF2-40B4-BE49-F238E27FC236}">
                    <a16:creationId xmlns:a16="http://schemas.microsoft.com/office/drawing/2014/main" id="{11189F3E-FE7F-EF00-83C6-1E7A1D2237CF}"/>
                  </a:ext>
                </a:extLst>
              </p:cNvPr>
              <p:cNvSpPr/>
              <p:nvPr/>
            </p:nvSpPr>
            <p:spPr>
              <a:xfrm>
                <a:off x="5541264" y="1059403"/>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endParaRPr lang="en-US" sz="1701"/>
              </a:p>
            </p:txBody>
          </p:sp>
          <p:sp>
            <p:nvSpPr>
              <p:cNvPr id="1624" name="Freeform: Shape 1623">
                <a:extLst>
                  <a:ext uri="{FF2B5EF4-FFF2-40B4-BE49-F238E27FC236}">
                    <a16:creationId xmlns:a16="http://schemas.microsoft.com/office/drawing/2014/main" id="{FB579723-A5DD-5752-F430-21F102006444}"/>
                  </a:ext>
                </a:extLst>
              </p:cNvPr>
              <p:cNvSpPr/>
              <p:nvPr/>
            </p:nvSpPr>
            <p:spPr>
              <a:xfrm>
                <a:off x="5868035" y="934943"/>
                <a:ext cx="12700" cy="86994"/>
              </a:xfrm>
              <a:custGeom>
                <a:avLst/>
                <a:gdLst>
                  <a:gd name="csX0" fmla="*/ 0 w 12700"/>
                  <a:gd name="csY0" fmla="*/ 86995 h 86994"/>
                  <a:gd name="csX1" fmla="*/ 0 w 12700"/>
                  <a:gd name="csY1" fmla="*/ 0 h 86994"/>
                </a:gdLst>
                <a:ahLst/>
                <a:cxnLst>
                  <a:cxn ang="0">
                    <a:pos x="csX0" y="csY0"/>
                  </a:cxn>
                  <a:cxn ang="0">
                    <a:pos x="csX1" y="csY1"/>
                  </a:cxn>
                </a:cxnLst>
                <a:rect l="l" t="t" r="r" b="b"/>
                <a:pathLst>
                  <a:path w="12700" h="86994">
                    <a:moveTo>
                      <a:pt x="0" y="86995"/>
                    </a:moveTo>
                    <a:lnTo>
                      <a:pt x="0" y="0"/>
                    </a:lnTo>
                  </a:path>
                </a:pathLst>
              </a:custGeom>
              <a:ln w="13589" cap="flat">
                <a:solidFill>
                  <a:srgbClr val="333333"/>
                </a:solidFill>
                <a:prstDash val="solid"/>
                <a:round/>
              </a:ln>
            </p:spPr>
            <p:txBody>
              <a:bodyPr/>
              <a:lstStyle/>
              <a:p>
                <a:endParaRPr lang="en-US" sz="1701"/>
              </a:p>
            </p:txBody>
          </p:sp>
          <p:sp>
            <p:nvSpPr>
              <p:cNvPr id="1625" name="Freeform: Shape 1624">
                <a:extLst>
                  <a:ext uri="{FF2B5EF4-FFF2-40B4-BE49-F238E27FC236}">
                    <a16:creationId xmlns:a16="http://schemas.microsoft.com/office/drawing/2014/main" id="{3153D931-1993-F0EA-06EE-5CC5627E2E17}"/>
                  </a:ext>
                </a:extLst>
              </p:cNvPr>
              <p:cNvSpPr/>
              <p:nvPr/>
            </p:nvSpPr>
            <p:spPr>
              <a:xfrm>
                <a:off x="5868035" y="1195801"/>
                <a:ext cx="12700" cy="86867"/>
              </a:xfrm>
              <a:custGeom>
                <a:avLst/>
                <a:gdLst>
                  <a:gd name="csX0" fmla="*/ 0 w 12700"/>
                  <a:gd name="csY0" fmla="*/ 0 h 86867"/>
                  <a:gd name="csX1" fmla="*/ 0 w 12700"/>
                  <a:gd name="csY1" fmla="*/ 86868 h 86867"/>
                </a:gdLst>
                <a:ahLst/>
                <a:cxnLst>
                  <a:cxn ang="0">
                    <a:pos x="csX0" y="csY0"/>
                  </a:cxn>
                  <a:cxn ang="0">
                    <a:pos x="csX1" y="csY1"/>
                  </a:cxn>
                </a:cxnLst>
                <a:rect l="l" t="t" r="r" b="b"/>
                <a:pathLst>
                  <a:path w="12700" h="86867">
                    <a:moveTo>
                      <a:pt x="0" y="0"/>
                    </a:moveTo>
                    <a:lnTo>
                      <a:pt x="0" y="86868"/>
                    </a:lnTo>
                  </a:path>
                </a:pathLst>
              </a:custGeom>
              <a:ln w="13589" cap="flat">
                <a:solidFill>
                  <a:srgbClr val="333333"/>
                </a:solidFill>
                <a:prstDash val="solid"/>
                <a:round/>
              </a:ln>
            </p:spPr>
            <p:txBody>
              <a:bodyPr/>
              <a:lstStyle/>
              <a:p>
                <a:endParaRPr lang="en-US" sz="1701"/>
              </a:p>
            </p:txBody>
          </p:sp>
          <p:sp>
            <p:nvSpPr>
              <p:cNvPr id="1626" name="Freeform: Shape 1625">
                <a:extLst>
                  <a:ext uri="{FF2B5EF4-FFF2-40B4-BE49-F238E27FC236}">
                    <a16:creationId xmlns:a16="http://schemas.microsoft.com/office/drawing/2014/main" id="{221A9948-0BED-C79A-CF9D-425E78687718}"/>
                  </a:ext>
                </a:extLst>
              </p:cNvPr>
              <p:cNvSpPr/>
              <p:nvPr/>
            </p:nvSpPr>
            <p:spPr>
              <a:xfrm>
                <a:off x="5792597" y="1021937"/>
                <a:ext cx="150875" cy="173863"/>
              </a:xfrm>
              <a:custGeom>
                <a:avLst/>
                <a:gdLst>
                  <a:gd name="csX0" fmla="*/ 0 w 150875"/>
                  <a:gd name="csY0" fmla="*/ 0 h 173863"/>
                  <a:gd name="csX1" fmla="*/ 0 w 150875"/>
                  <a:gd name="csY1" fmla="*/ 173863 h 173863"/>
                  <a:gd name="csX2" fmla="*/ 150876 w 150875"/>
                  <a:gd name="csY2" fmla="*/ 173863 h 173863"/>
                  <a:gd name="csX3" fmla="*/ 150876 w 150875"/>
                  <a:gd name="csY3" fmla="*/ 0 h 173863"/>
                  <a:gd name="csX4" fmla="*/ 0 w 150875"/>
                  <a:gd name="csY4" fmla="*/ 0 h 173863"/>
                </a:gdLst>
                <a:ahLst/>
                <a:cxnLst>
                  <a:cxn ang="0">
                    <a:pos x="csX0" y="csY0"/>
                  </a:cxn>
                  <a:cxn ang="0">
                    <a:pos x="csX1" y="csY1"/>
                  </a:cxn>
                  <a:cxn ang="0">
                    <a:pos x="csX2" y="csY2"/>
                  </a:cxn>
                  <a:cxn ang="0">
                    <a:pos x="csX3" y="csY3"/>
                  </a:cxn>
                  <a:cxn ang="0">
                    <a:pos x="csX4" y="csY4"/>
                  </a:cxn>
                </a:cxnLst>
                <a:rect l="l" t="t" r="r" b="b"/>
                <a:pathLst>
                  <a:path w="150875" h="173863">
                    <a:moveTo>
                      <a:pt x="0" y="0"/>
                    </a:moveTo>
                    <a:lnTo>
                      <a:pt x="0" y="173863"/>
                    </a:lnTo>
                    <a:lnTo>
                      <a:pt x="150876" y="173863"/>
                    </a:lnTo>
                    <a:lnTo>
                      <a:pt x="150876" y="0"/>
                    </a:lnTo>
                    <a:lnTo>
                      <a:pt x="0" y="0"/>
                    </a:lnTo>
                    <a:close/>
                  </a:path>
                </a:pathLst>
              </a:custGeom>
              <a:solidFill>
                <a:srgbClr val="F7F056"/>
              </a:solidFill>
              <a:ln w="13589" cap="flat">
                <a:solidFill>
                  <a:srgbClr val="333333"/>
                </a:solidFill>
                <a:prstDash val="solid"/>
                <a:miter/>
              </a:ln>
            </p:spPr>
            <p:txBody>
              <a:bodyPr/>
              <a:lstStyle/>
              <a:p>
                <a:endParaRPr lang="en-US" sz="1701"/>
              </a:p>
            </p:txBody>
          </p:sp>
          <p:sp>
            <p:nvSpPr>
              <p:cNvPr id="1627" name="Freeform: Shape 1626">
                <a:extLst>
                  <a:ext uri="{FF2B5EF4-FFF2-40B4-BE49-F238E27FC236}">
                    <a16:creationId xmlns:a16="http://schemas.microsoft.com/office/drawing/2014/main" id="{39CC4201-7895-774C-DD6C-3F6810DCD41A}"/>
                  </a:ext>
                </a:extLst>
              </p:cNvPr>
              <p:cNvSpPr/>
              <p:nvPr/>
            </p:nvSpPr>
            <p:spPr>
              <a:xfrm>
                <a:off x="5792597" y="1108806"/>
                <a:ext cx="150875" cy="12700"/>
              </a:xfrm>
              <a:custGeom>
                <a:avLst/>
                <a:gdLst>
                  <a:gd name="csX0" fmla="*/ 0 w 150875"/>
                  <a:gd name="csY0" fmla="*/ 0 h 12700"/>
                  <a:gd name="csX1" fmla="*/ 150876 w 150875"/>
                  <a:gd name="csY1" fmla="*/ 0 h 12700"/>
                </a:gdLst>
                <a:ahLst/>
                <a:cxnLst>
                  <a:cxn ang="0">
                    <a:pos x="csX0" y="csY0"/>
                  </a:cxn>
                  <a:cxn ang="0">
                    <a:pos x="csX1" y="csY1"/>
                  </a:cxn>
                </a:cxnLst>
                <a:rect l="l" t="t" r="r" b="b"/>
                <a:pathLst>
                  <a:path w="150875" h="12700">
                    <a:moveTo>
                      <a:pt x="0" y="0"/>
                    </a:moveTo>
                    <a:lnTo>
                      <a:pt x="150876" y="0"/>
                    </a:lnTo>
                  </a:path>
                </a:pathLst>
              </a:custGeom>
              <a:ln w="27051" cap="flat">
                <a:solidFill>
                  <a:srgbClr val="333333"/>
                </a:solidFill>
                <a:prstDash val="solid"/>
                <a:miter/>
              </a:ln>
            </p:spPr>
            <p:txBody>
              <a:bodyPr/>
              <a:lstStyle/>
              <a:p>
                <a:endParaRPr lang="en-US" sz="1701"/>
              </a:p>
            </p:txBody>
          </p:sp>
          <p:sp>
            <p:nvSpPr>
              <p:cNvPr id="1628" name="Freeform: Shape 1627">
                <a:extLst>
                  <a:ext uri="{FF2B5EF4-FFF2-40B4-BE49-F238E27FC236}">
                    <a16:creationId xmlns:a16="http://schemas.microsoft.com/office/drawing/2014/main" id="{232ECC72-C95D-AC2C-0EEB-08E011720F31}"/>
                  </a:ext>
                </a:extLst>
              </p:cNvPr>
              <p:cNvSpPr/>
              <p:nvPr/>
            </p:nvSpPr>
            <p:spPr>
              <a:xfrm>
                <a:off x="6370828" y="950056"/>
                <a:ext cx="12700" cy="45465"/>
              </a:xfrm>
              <a:custGeom>
                <a:avLst/>
                <a:gdLst>
                  <a:gd name="csX0" fmla="*/ 0 w 12700"/>
                  <a:gd name="csY0" fmla="*/ 45466 h 45465"/>
                  <a:gd name="csX1" fmla="*/ 0 w 12700"/>
                  <a:gd name="csY1" fmla="*/ 0 h 45465"/>
                </a:gdLst>
                <a:ahLst/>
                <a:cxnLst>
                  <a:cxn ang="0">
                    <a:pos x="csX0" y="csY0"/>
                  </a:cxn>
                  <a:cxn ang="0">
                    <a:pos x="csX1" y="csY1"/>
                  </a:cxn>
                </a:cxnLst>
                <a:rect l="l" t="t" r="r" b="b"/>
                <a:pathLst>
                  <a:path w="12700" h="45465">
                    <a:moveTo>
                      <a:pt x="0" y="45466"/>
                    </a:moveTo>
                    <a:lnTo>
                      <a:pt x="0" y="0"/>
                    </a:lnTo>
                  </a:path>
                </a:pathLst>
              </a:custGeom>
              <a:ln w="13589" cap="flat">
                <a:solidFill>
                  <a:srgbClr val="333333"/>
                </a:solidFill>
                <a:prstDash val="solid"/>
                <a:round/>
              </a:ln>
            </p:spPr>
            <p:txBody>
              <a:bodyPr/>
              <a:lstStyle/>
              <a:p>
                <a:endParaRPr lang="en-US" sz="1701"/>
              </a:p>
            </p:txBody>
          </p:sp>
          <p:sp>
            <p:nvSpPr>
              <p:cNvPr id="1629" name="Freeform: Shape 1628">
                <a:extLst>
                  <a:ext uri="{FF2B5EF4-FFF2-40B4-BE49-F238E27FC236}">
                    <a16:creationId xmlns:a16="http://schemas.microsoft.com/office/drawing/2014/main" id="{433B0EFD-04AE-E9AC-6DA5-BA4911ED0444}"/>
                  </a:ext>
                </a:extLst>
              </p:cNvPr>
              <p:cNvSpPr/>
              <p:nvPr/>
            </p:nvSpPr>
            <p:spPr>
              <a:xfrm>
                <a:off x="6370828" y="1196182"/>
                <a:ext cx="12700" cy="168529"/>
              </a:xfrm>
              <a:custGeom>
                <a:avLst/>
                <a:gdLst>
                  <a:gd name="csX0" fmla="*/ 0 w 12700"/>
                  <a:gd name="csY0" fmla="*/ 0 h 168529"/>
                  <a:gd name="csX1" fmla="*/ 0 w 12700"/>
                  <a:gd name="csY1" fmla="*/ 168529 h 168529"/>
                </a:gdLst>
                <a:ahLst/>
                <a:cxnLst>
                  <a:cxn ang="0">
                    <a:pos x="csX0" y="csY0"/>
                  </a:cxn>
                  <a:cxn ang="0">
                    <a:pos x="csX1" y="csY1"/>
                  </a:cxn>
                </a:cxnLst>
                <a:rect l="l" t="t" r="r" b="b"/>
                <a:pathLst>
                  <a:path w="12700" h="168529">
                    <a:moveTo>
                      <a:pt x="0" y="0"/>
                    </a:moveTo>
                    <a:lnTo>
                      <a:pt x="0" y="168529"/>
                    </a:lnTo>
                  </a:path>
                </a:pathLst>
              </a:custGeom>
              <a:ln w="13589" cap="flat">
                <a:solidFill>
                  <a:srgbClr val="333333"/>
                </a:solidFill>
                <a:prstDash val="solid"/>
                <a:round/>
              </a:ln>
            </p:spPr>
            <p:txBody>
              <a:bodyPr/>
              <a:lstStyle/>
              <a:p>
                <a:endParaRPr lang="en-US" sz="1701"/>
              </a:p>
            </p:txBody>
          </p:sp>
          <p:sp>
            <p:nvSpPr>
              <p:cNvPr id="1630" name="Freeform: Shape 1629">
                <a:extLst>
                  <a:ext uri="{FF2B5EF4-FFF2-40B4-BE49-F238E27FC236}">
                    <a16:creationId xmlns:a16="http://schemas.microsoft.com/office/drawing/2014/main" id="{54FBD576-B248-7398-202A-044EF78F5820}"/>
                  </a:ext>
                </a:extLst>
              </p:cNvPr>
              <p:cNvSpPr/>
              <p:nvPr/>
            </p:nvSpPr>
            <p:spPr>
              <a:xfrm>
                <a:off x="6295389" y="995521"/>
                <a:ext cx="150876" cy="200660"/>
              </a:xfrm>
              <a:custGeom>
                <a:avLst/>
                <a:gdLst>
                  <a:gd name="csX0" fmla="*/ 0 w 150876"/>
                  <a:gd name="csY0" fmla="*/ 0 h 200660"/>
                  <a:gd name="csX1" fmla="*/ 0 w 150876"/>
                  <a:gd name="csY1" fmla="*/ 200660 h 200660"/>
                  <a:gd name="csX2" fmla="*/ 150876 w 150876"/>
                  <a:gd name="csY2" fmla="*/ 200660 h 200660"/>
                  <a:gd name="csX3" fmla="*/ 150876 w 150876"/>
                  <a:gd name="csY3" fmla="*/ 0 h 200660"/>
                  <a:gd name="csX4" fmla="*/ 0 w 150876"/>
                  <a:gd name="csY4" fmla="*/ 0 h 200660"/>
                </a:gdLst>
                <a:ahLst/>
                <a:cxnLst>
                  <a:cxn ang="0">
                    <a:pos x="csX0" y="csY0"/>
                  </a:cxn>
                  <a:cxn ang="0">
                    <a:pos x="csX1" y="csY1"/>
                  </a:cxn>
                  <a:cxn ang="0">
                    <a:pos x="csX2" y="csY2"/>
                  </a:cxn>
                  <a:cxn ang="0">
                    <a:pos x="csX3" y="csY3"/>
                  </a:cxn>
                  <a:cxn ang="0">
                    <a:pos x="csX4" y="csY4"/>
                  </a:cxn>
                </a:cxnLst>
                <a:rect l="l" t="t" r="r" b="b"/>
                <a:pathLst>
                  <a:path w="150876" h="200660">
                    <a:moveTo>
                      <a:pt x="0" y="0"/>
                    </a:moveTo>
                    <a:lnTo>
                      <a:pt x="0" y="200660"/>
                    </a:lnTo>
                    <a:lnTo>
                      <a:pt x="150876" y="200660"/>
                    </a:lnTo>
                    <a:lnTo>
                      <a:pt x="150876" y="0"/>
                    </a:lnTo>
                    <a:lnTo>
                      <a:pt x="0" y="0"/>
                    </a:lnTo>
                    <a:close/>
                  </a:path>
                </a:pathLst>
              </a:custGeom>
              <a:solidFill>
                <a:srgbClr val="DC050C"/>
              </a:solidFill>
              <a:ln w="13589" cap="flat">
                <a:solidFill>
                  <a:srgbClr val="333333"/>
                </a:solidFill>
                <a:prstDash val="solid"/>
                <a:miter/>
              </a:ln>
            </p:spPr>
            <p:txBody>
              <a:bodyPr/>
              <a:lstStyle/>
              <a:p>
                <a:endParaRPr lang="en-US" sz="1701"/>
              </a:p>
            </p:txBody>
          </p:sp>
          <p:sp>
            <p:nvSpPr>
              <p:cNvPr id="1631" name="Freeform: Shape 1630">
                <a:extLst>
                  <a:ext uri="{FF2B5EF4-FFF2-40B4-BE49-F238E27FC236}">
                    <a16:creationId xmlns:a16="http://schemas.microsoft.com/office/drawing/2014/main" id="{5872BF0A-BC24-50B6-F3B9-29B0EC48469B}"/>
                  </a:ext>
                </a:extLst>
              </p:cNvPr>
              <p:cNvSpPr/>
              <p:nvPr/>
            </p:nvSpPr>
            <p:spPr>
              <a:xfrm>
                <a:off x="6295390" y="1122395"/>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endParaRPr lang="en-US" sz="1701"/>
              </a:p>
            </p:txBody>
          </p:sp>
          <p:sp>
            <p:nvSpPr>
              <p:cNvPr id="1632" name="Oval 1631">
                <a:extLst>
                  <a:ext uri="{FF2B5EF4-FFF2-40B4-BE49-F238E27FC236}">
                    <a16:creationId xmlns:a16="http://schemas.microsoft.com/office/drawing/2014/main" id="{A271DFA0-AF00-39F8-10D0-2373C0E0B058}"/>
                  </a:ext>
                </a:extLst>
              </p:cNvPr>
              <p:cNvSpPr/>
              <p:nvPr/>
            </p:nvSpPr>
            <p:spPr>
              <a:xfrm>
                <a:off x="5870956" y="126450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33" name="Oval 1632">
                <a:extLst>
                  <a:ext uri="{FF2B5EF4-FFF2-40B4-BE49-F238E27FC236}">
                    <a16:creationId xmlns:a16="http://schemas.microsoft.com/office/drawing/2014/main" id="{E558C1FC-491D-9CAA-7225-B892B04967B1}"/>
                  </a:ext>
                </a:extLst>
              </p:cNvPr>
              <p:cNvSpPr/>
              <p:nvPr/>
            </p:nvSpPr>
            <p:spPr>
              <a:xfrm>
                <a:off x="5620639" y="121548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34" name="Oval 1633">
                <a:extLst>
                  <a:ext uri="{FF2B5EF4-FFF2-40B4-BE49-F238E27FC236}">
                    <a16:creationId xmlns:a16="http://schemas.microsoft.com/office/drawing/2014/main" id="{D3F2B031-2710-E9A5-064E-E67992A38847}"/>
                  </a:ext>
                </a:extLst>
              </p:cNvPr>
              <p:cNvSpPr/>
              <p:nvPr/>
            </p:nvSpPr>
            <p:spPr>
              <a:xfrm>
                <a:off x="5587873" y="92770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35" name="Oval 1634">
                <a:extLst>
                  <a:ext uri="{FF2B5EF4-FFF2-40B4-BE49-F238E27FC236}">
                    <a16:creationId xmlns:a16="http://schemas.microsoft.com/office/drawing/2014/main" id="{1E5A3A8F-8687-BD14-3FC4-9857450F2890}"/>
                  </a:ext>
                </a:extLst>
              </p:cNvPr>
              <p:cNvSpPr/>
              <p:nvPr/>
            </p:nvSpPr>
            <p:spPr>
              <a:xfrm>
                <a:off x="6369431" y="111985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36" name="Oval 1635">
                <a:extLst>
                  <a:ext uri="{FF2B5EF4-FFF2-40B4-BE49-F238E27FC236}">
                    <a16:creationId xmlns:a16="http://schemas.microsoft.com/office/drawing/2014/main" id="{B71AD59E-8987-095C-0EE0-D1F37B1851D9}"/>
                  </a:ext>
                </a:extLst>
              </p:cNvPr>
              <p:cNvSpPr/>
              <p:nvPr/>
            </p:nvSpPr>
            <p:spPr>
              <a:xfrm>
                <a:off x="5354320" y="70469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37" name="Oval 1636">
                <a:extLst>
                  <a:ext uri="{FF2B5EF4-FFF2-40B4-BE49-F238E27FC236}">
                    <a16:creationId xmlns:a16="http://schemas.microsoft.com/office/drawing/2014/main" id="{6B79D1B6-860D-DDE5-E08C-E93BAE4BC53A}"/>
                  </a:ext>
                </a:extLst>
              </p:cNvPr>
              <p:cNvSpPr/>
              <p:nvPr/>
            </p:nvSpPr>
            <p:spPr>
              <a:xfrm>
                <a:off x="6353810" y="1198214"/>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38" name="Oval 1637">
                <a:extLst>
                  <a:ext uri="{FF2B5EF4-FFF2-40B4-BE49-F238E27FC236}">
                    <a16:creationId xmlns:a16="http://schemas.microsoft.com/office/drawing/2014/main" id="{0B62A6EC-F88A-E841-9C4D-F6137B81F0A9}"/>
                  </a:ext>
                </a:extLst>
              </p:cNvPr>
              <p:cNvSpPr/>
              <p:nvPr/>
            </p:nvSpPr>
            <p:spPr>
              <a:xfrm>
                <a:off x="6364732" y="134667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39" name="Oval 1638">
                <a:extLst>
                  <a:ext uri="{FF2B5EF4-FFF2-40B4-BE49-F238E27FC236}">
                    <a16:creationId xmlns:a16="http://schemas.microsoft.com/office/drawing/2014/main" id="{E5C0BDC3-C743-9A4D-1A85-7F0DF30335E3}"/>
                  </a:ext>
                </a:extLst>
              </p:cNvPr>
              <p:cNvSpPr/>
              <p:nvPr/>
            </p:nvSpPr>
            <p:spPr>
              <a:xfrm>
                <a:off x="5328920" y="120761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0" name="Oval 1639">
                <a:extLst>
                  <a:ext uri="{FF2B5EF4-FFF2-40B4-BE49-F238E27FC236}">
                    <a16:creationId xmlns:a16="http://schemas.microsoft.com/office/drawing/2014/main" id="{8CFDEC9F-6B25-D4EE-CFB8-6DBA8E266080}"/>
                  </a:ext>
                </a:extLst>
              </p:cNvPr>
              <p:cNvSpPr/>
              <p:nvPr/>
            </p:nvSpPr>
            <p:spPr>
              <a:xfrm>
                <a:off x="6360795" y="108696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1" name="Oval 1640">
                <a:extLst>
                  <a:ext uri="{FF2B5EF4-FFF2-40B4-BE49-F238E27FC236}">
                    <a16:creationId xmlns:a16="http://schemas.microsoft.com/office/drawing/2014/main" id="{83CF3758-A755-DB20-AD59-F7BD04C2355C}"/>
                  </a:ext>
                </a:extLst>
              </p:cNvPr>
              <p:cNvSpPr/>
              <p:nvPr/>
            </p:nvSpPr>
            <p:spPr>
              <a:xfrm>
                <a:off x="5357495" y="118386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2" name="Oval 1641">
                <a:extLst>
                  <a:ext uri="{FF2B5EF4-FFF2-40B4-BE49-F238E27FC236}">
                    <a16:creationId xmlns:a16="http://schemas.microsoft.com/office/drawing/2014/main" id="{7BFECD31-02FE-D137-1A3A-D22DA3631E36}"/>
                  </a:ext>
                </a:extLst>
              </p:cNvPr>
              <p:cNvSpPr/>
              <p:nvPr/>
            </p:nvSpPr>
            <p:spPr>
              <a:xfrm>
                <a:off x="6350762" y="93125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3" name="Oval 1642">
                <a:extLst>
                  <a:ext uri="{FF2B5EF4-FFF2-40B4-BE49-F238E27FC236}">
                    <a16:creationId xmlns:a16="http://schemas.microsoft.com/office/drawing/2014/main" id="{B308EB2D-789A-4B8F-9E07-DC2559F89CBD}"/>
                  </a:ext>
                </a:extLst>
              </p:cNvPr>
              <p:cNvSpPr/>
              <p:nvPr/>
            </p:nvSpPr>
            <p:spPr>
              <a:xfrm>
                <a:off x="5609717" y="997046"/>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4" name="Oval 1643">
                <a:extLst>
                  <a:ext uri="{FF2B5EF4-FFF2-40B4-BE49-F238E27FC236}">
                    <a16:creationId xmlns:a16="http://schemas.microsoft.com/office/drawing/2014/main" id="{0D9ACF19-4D4F-5D82-67CD-0E7E96882AB3}"/>
                  </a:ext>
                </a:extLst>
              </p:cNvPr>
              <p:cNvSpPr/>
              <p:nvPr/>
            </p:nvSpPr>
            <p:spPr>
              <a:xfrm>
                <a:off x="6374638" y="940022"/>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5" name="Oval 1644">
                <a:extLst>
                  <a:ext uri="{FF2B5EF4-FFF2-40B4-BE49-F238E27FC236}">
                    <a16:creationId xmlns:a16="http://schemas.microsoft.com/office/drawing/2014/main" id="{AECAF9EF-4C53-3829-EA85-D6557AFABB7E}"/>
                  </a:ext>
                </a:extLst>
              </p:cNvPr>
              <p:cNvSpPr/>
              <p:nvPr/>
            </p:nvSpPr>
            <p:spPr>
              <a:xfrm>
                <a:off x="5334889" y="129130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6" name="Oval 1645">
                <a:extLst>
                  <a:ext uri="{FF2B5EF4-FFF2-40B4-BE49-F238E27FC236}">
                    <a16:creationId xmlns:a16="http://schemas.microsoft.com/office/drawing/2014/main" id="{E17FEAE2-7A48-F9F1-3E3B-B21B390CA051}"/>
                  </a:ext>
                </a:extLst>
              </p:cNvPr>
              <p:cNvSpPr/>
              <p:nvPr/>
            </p:nvSpPr>
            <p:spPr>
              <a:xfrm>
                <a:off x="5848096" y="91652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7" name="Oval 1646">
                <a:extLst>
                  <a:ext uri="{FF2B5EF4-FFF2-40B4-BE49-F238E27FC236}">
                    <a16:creationId xmlns:a16="http://schemas.microsoft.com/office/drawing/2014/main" id="{B16E15C8-7465-DFBF-DEB7-E3B1BCBD7769}"/>
                  </a:ext>
                </a:extLst>
              </p:cNvPr>
              <p:cNvSpPr/>
              <p:nvPr/>
            </p:nvSpPr>
            <p:spPr>
              <a:xfrm>
                <a:off x="5620766" y="113306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8" name="Oval 1647">
                <a:extLst>
                  <a:ext uri="{FF2B5EF4-FFF2-40B4-BE49-F238E27FC236}">
                    <a16:creationId xmlns:a16="http://schemas.microsoft.com/office/drawing/2014/main" id="{637ACB18-6A0E-637B-1BAD-D7C5C6E91B1A}"/>
                  </a:ext>
                </a:extLst>
              </p:cNvPr>
              <p:cNvSpPr/>
              <p:nvPr/>
            </p:nvSpPr>
            <p:spPr>
              <a:xfrm>
                <a:off x="6125464" y="122805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49" name="Oval 1648">
                <a:extLst>
                  <a:ext uri="{FF2B5EF4-FFF2-40B4-BE49-F238E27FC236}">
                    <a16:creationId xmlns:a16="http://schemas.microsoft.com/office/drawing/2014/main" id="{35762BB3-C9F3-BC6E-1FDD-5983E26BBA49}"/>
                  </a:ext>
                </a:extLst>
              </p:cNvPr>
              <p:cNvSpPr/>
              <p:nvPr/>
            </p:nvSpPr>
            <p:spPr>
              <a:xfrm>
                <a:off x="5579364" y="1086200"/>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650" name="Oval 1649">
                <a:extLst>
                  <a:ext uri="{FF2B5EF4-FFF2-40B4-BE49-F238E27FC236}">
                    <a16:creationId xmlns:a16="http://schemas.microsoft.com/office/drawing/2014/main" id="{6C68C7B9-B327-17E1-9296-08F9F19C2D8D}"/>
                  </a:ext>
                </a:extLst>
              </p:cNvPr>
              <p:cNvSpPr/>
              <p:nvPr/>
            </p:nvSpPr>
            <p:spPr>
              <a:xfrm>
                <a:off x="5597398" y="620999"/>
                <a:ext cx="36068" cy="36068"/>
              </a:xfrm>
              <a:prstGeom prst="ellipse">
                <a:avLst/>
              </a:prstGeom>
              <a:solidFill>
                <a:srgbClr val="000000"/>
              </a:solidFill>
              <a:ln w="9017" cap="rnd">
                <a:solidFill>
                  <a:srgbClr val="000000"/>
                </a:solidFill>
                <a:prstDash val="solid"/>
                <a:round/>
              </a:ln>
            </p:spPr>
            <p:txBody>
              <a:bodyPr/>
              <a:lstStyle/>
              <a:p>
                <a:endParaRPr lang="en-US" sz="1701"/>
              </a:p>
            </p:txBody>
          </p:sp>
        </p:grpSp>
        <p:grpSp>
          <p:nvGrpSpPr>
            <p:cNvPr id="1657" name="Graphic 157">
              <a:extLst>
                <a:ext uri="{FF2B5EF4-FFF2-40B4-BE49-F238E27FC236}">
                  <a16:creationId xmlns:a16="http://schemas.microsoft.com/office/drawing/2014/main" id="{2B0ECD20-415F-47C4-73AB-625473953845}"/>
                </a:ext>
              </a:extLst>
            </p:cNvPr>
            <p:cNvGrpSpPr/>
            <p:nvPr/>
          </p:nvGrpSpPr>
          <p:grpSpPr>
            <a:xfrm>
              <a:off x="4754095" y="82570"/>
              <a:ext cx="1767609" cy="1604671"/>
              <a:chOff x="4754095" y="82570"/>
              <a:chExt cx="1767609" cy="1604671"/>
            </a:xfrm>
          </p:grpSpPr>
          <p:sp>
            <p:nvSpPr>
              <p:cNvPr id="1658" name="Freeform: Shape 1657">
                <a:extLst>
                  <a:ext uri="{FF2B5EF4-FFF2-40B4-BE49-F238E27FC236}">
                    <a16:creationId xmlns:a16="http://schemas.microsoft.com/office/drawing/2014/main" id="{7F133A36-AF3F-DF47-7779-EDE15420614F}"/>
                  </a:ext>
                </a:extLst>
              </p:cNvPr>
              <p:cNvSpPr/>
              <p:nvPr/>
            </p:nvSpPr>
            <p:spPr>
              <a:xfrm flipH="1">
                <a:off x="5163692" y="82570"/>
                <a:ext cx="45719" cy="1354531"/>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endParaRPr lang="en-US" sz="1701"/>
              </a:p>
            </p:txBody>
          </p:sp>
          <p:sp>
            <p:nvSpPr>
              <p:cNvPr id="1659" name="TextBox 1658">
                <a:extLst>
                  <a:ext uri="{FF2B5EF4-FFF2-40B4-BE49-F238E27FC236}">
                    <a16:creationId xmlns:a16="http://schemas.microsoft.com/office/drawing/2014/main" id="{FE8E7935-3107-6374-11AB-56BA1319E36D}"/>
                  </a:ext>
                </a:extLst>
              </p:cNvPr>
              <p:cNvSpPr txBox="1"/>
              <p:nvPr/>
            </p:nvSpPr>
            <p:spPr>
              <a:xfrm>
                <a:off x="4904953" y="1003060"/>
                <a:ext cx="373563" cy="251619"/>
              </a:xfrm>
              <a:prstGeom prst="rect">
                <a:avLst/>
              </a:prstGeom>
              <a:noFill/>
            </p:spPr>
            <p:txBody>
              <a:bodyPr wrap="none" rtlCol="0">
                <a:spAutoFit/>
              </a:bodyPr>
              <a:lstStyle/>
              <a:p>
                <a:pPr algn="l"/>
                <a:r>
                  <a:rPr lang="en-US" sz="945" dirty="0">
                    <a:ln/>
                    <a:solidFill>
                      <a:srgbClr val="000000"/>
                    </a:solidFill>
                    <a:latin typeface="Arial"/>
                    <a:cs typeface="Arial"/>
                    <a:sym typeface="Arial"/>
                    <a:rtl val="0"/>
                  </a:rPr>
                  <a:t>0.5</a:t>
                </a:r>
              </a:p>
            </p:txBody>
          </p:sp>
          <p:sp>
            <p:nvSpPr>
              <p:cNvPr id="1660" name="TextBox 1659">
                <a:extLst>
                  <a:ext uri="{FF2B5EF4-FFF2-40B4-BE49-F238E27FC236}">
                    <a16:creationId xmlns:a16="http://schemas.microsoft.com/office/drawing/2014/main" id="{66E380E1-4077-20E2-6B73-AD7B3FB083BD}"/>
                  </a:ext>
                </a:extLst>
              </p:cNvPr>
              <p:cNvSpPr txBox="1"/>
              <p:nvPr/>
            </p:nvSpPr>
            <p:spPr>
              <a:xfrm>
                <a:off x="4904953" y="482487"/>
                <a:ext cx="373563" cy="251619"/>
              </a:xfrm>
              <a:prstGeom prst="rect">
                <a:avLst/>
              </a:prstGeom>
              <a:noFill/>
            </p:spPr>
            <p:txBody>
              <a:bodyPr wrap="none" rtlCol="0">
                <a:spAutoFit/>
              </a:bodyPr>
              <a:lstStyle/>
              <a:p>
                <a:pPr algn="l"/>
                <a:r>
                  <a:rPr lang="en-US" sz="945" dirty="0">
                    <a:ln/>
                    <a:solidFill>
                      <a:srgbClr val="000000"/>
                    </a:solidFill>
                    <a:latin typeface="Arial"/>
                    <a:cs typeface="Arial"/>
                    <a:sym typeface="Arial"/>
                    <a:rtl val="0"/>
                  </a:rPr>
                  <a:t>1.0</a:t>
                </a:r>
              </a:p>
            </p:txBody>
          </p:sp>
          <p:sp>
            <p:nvSpPr>
              <p:cNvPr id="1661" name="Freeform: Shape 1660">
                <a:extLst>
                  <a:ext uri="{FF2B5EF4-FFF2-40B4-BE49-F238E27FC236}">
                    <a16:creationId xmlns:a16="http://schemas.microsoft.com/office/drawing/2014/main" id="{2D739EC5-7FA6-8423-0215-F8C1DE5C337B}"/>
                  </a:ext>
                </a:extLst>
              </p:cNvPr>
              <p:cNvSpPr/>
              <p:nvPr/>
            </p:nvSpPr>
            <p:spPr>
              <a:xfrm>
                <a:off x="5179694" y="110994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662" name="Freeform: Shape 1661">
                <a:extLst>
                  <a:ext uri="{FF2B5EF4-FFF2-40B4-BE49-F238E27FC236}">
                    <a16:creationId xmlns:a16="http://schemas.microsoft.com/office/drawing/2014/main" id="{9825E638-B8CC-FB8D-E6D8-4E1E2A9852D8}"/>
                  </a:ext>
                </a:extLst>
              </p:cNvPr>
              <p:cNvSpPr/>
              <p:nvPr/>
            </p:nvSpPr>
            <p:spPr>
              <a:xfrm>
                <a:off x="5179694" y="58937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663" name="Freeform: Shape 1662">
                <a:extLst>
                  <a:ext uri="{FF2B5EF4-FFF2-40B4-BE49-F238E27FC236}">
                    <a16:creationId xmlns:a16="http://schemas.microsoft.com/office/drawing/2014/main" id="{914AEE5A-1967-59CA-0526-5F8F88F15D7F}"/>
                  </a:ext>
                </a:extLst>
              </p:cNvPr>
              <p:cNvSpPr/>
              <p:nvPr/>
            </p:nvSpPr>
            <p:spPr>
              <a:xfrm>
                <a:off x="5214493" y="1439768"/>
                <a:ext cx="1307211" cy="12700"/>
              </a:xfrm>
              <a:custGeom>
                <a:avLst/>
                <a:gdLst>
                  <a:gd name="csX0" fmla="*/ 0 w 1307211"/>
                  <a:gd name="csY0" fmla="*/ 0 h 12700"/>
                  <a:gd name="csX1" fmla="*/ 1307211 w 1307211"/>
                  <a:gd name="csY1" fmla="*/ 0 h 12700"/>
                </a:gdLst>
                <a:ahLst/>
                <a:cxnLst>
                  <a:cxn ang="0">
                    <a:pos x="csX0" y="csY0"/>
                  </a:cxn>
                  <a:cxn ang="0">
                    <a:pos x="csX1" y="csY1"/>
                  </a:cxn>
                </a:cxnLst>
                <a:rect l="l" t="t" r="r" b="b"/>
                <a:pathLst>
                  <a:path w="1307211" h="12700">
                    <a:moveTo>
                      <a:pt x="0" y="0"/>
                    </a:moveTo>
                    <a:lnTo>
                      <a:pt x="1307211" y="0"/>
                    </a:lnTo>
                  </a:path>
                </a:pathLst>
              </a:custGeom>
              <a:noFill/>
              <a:ln w="13589" cap="sq">
                <a:solidFill>
                  <a:srgbClr val="000000"/>
                </a:solidFill>
                <a:prstDash val="solid"/>
                <a:round/>
              </a:ln>
            </p:spPr>
            <p:txBody>
              <a:bodyPr/>
              <a:lstStyle/>
              <a:p>
                <a:endParaRPr lang="en-US" sz="1701"/>
              </a:p>
            </p:txBody>
          </p:sp>
          <p:sp>
            <p:nvSpPr>
              <p:cNvPr id="1664" name="Freeform: Shape 1663">
                <a:extLst>
                  <a:ext uri="{FF2B5EF4-FFF2-40B4-BE49-F238E27FC236}">
                    <a16:creationId xmlns:a16="http://schemas.microsoft.com/office/drawing/2014/main" id="{AE97242E-3BDC-6706-5E2E-510311A05FE7}"/>
                  </a:ext>
                </a:extLst>
              </p:cNvPr>
              <p:cNvSpPr/>
              <p:nvPr/>
            </p:nvSpPr>
            <p:spPr>
              <a:xfrm>
                <a:off x="5365241" y="14397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665" name="Freeform: Shape 1664">
                <a:extLst>
                  <a:ext uri="{FF2B5EF4-FFF2-40B4-BE49-F238E27FC236}">
                    <a16:creationId xmlns:a16="http://schemas.microsoft.com/office/drawing/2014/main" id="{D32EB4A0-7920-48D7-A46B-8A869F8DBEFB}"/>
                  </a:ext>
                </a:extLst>
              </p:cNvPr>
              <p:cNvSpPr/>
              <p:nvPr/>
            </p:nvSpPr>
            <p:spPr>
              <a:xfrm>
                <a:off x="5616702" y="14397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666" name="Freeform: Shape 1665">
                <a:extLst>
                  <a:ext uri="{FF2B5EF4-FFF2-40B4-BE49-F238E27FC236}">
                    <a16:creationId xmlns:a16="http://schemas.microsoft.com/office/drawing/2014/main" id="{75365847-7F2C-C883-56E8-1B9572AC7749}"/>
                  </a:ext>
                </a:extLst>
              </p:cNvPr>
              <p:cNvSpPr/>
              <p:nvPr/>
            </p:nvSpPr>
            <p:spPr>
              <a:xfrm>
                <a:off x="5868035" y="14397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667" name="Freeform: Shape 1666">
                <a:extLst>
                  <a:ext uri="{FF2B5EF4-FFF2-40B4-BE49-F238E27FC236}">
                    <a16:creationId xmlns:a16="http://schemas.microsoft.com/office/drawing/2014/main" id="{AA3BD6D8-8607-CD44-CD71-580BD72ABFC1}"/>
                  </a:ext>
                </a:extLst>
              </p:cNvPr>
              <p:cNvSpPr/>
              <p:nvPr/>
            </p:nvSpPr>
            <p:spPr>
              <a:xfrm>
                <a:off x="6119494" y="14397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668" name="Freeform: Shape 1667">
                <a:extLst>
                  <a:ext uri="{FF2B5EF4-FFF2-40B4-BE49-F238E27FC236}">
                    <a16:creationId xmlns:a16="http://schemas.microsoft.com/office/drawing/2014/main" id="{65F7EA97-0B97-6E9B-B185-0F621E60C776}"/>
                  </a:ext>
                </a:extLst>
              </p:cNvPr>
              <p:cNvSpPr/>
              <p:nvPr/>
            </p:nvSpPr>
            <p:spPr>
              <a:xfrm>
                <a:off x="6370827" y="14397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669" name="TextBox 1668">
                <a:extLst>
                  <a:ext uri="{FF2B5EF4-FFF2-40B4-BE49-F238E27FC236}">
                    <a16:creationId xmlns:a16="http://schemas.microsoft.com/office/drawing/2014/main" id="{D244DC94-87C2-299A-CFE8-9AFAA003F0CD}"/>
                  </a:ext>
                </a:extLst>
              </p:cNvPr>
              <p:cNvSpPr txBox="1"/>
              <p:nvPr/>
            </p:nvSpPr>
            <p:spPr>
              <a:xfrm>
                <a:off x="5222132" y="1435622"/>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1670" name="TextBox 1669">
                <a:extLst>
                  <a:ext uri="{FF2B5EF4-FFF2-40B4-BE49-F238E27FC236}">
                    <a16:creationId xmlns:a16="http://schemas.microsoft.com/office/drawing/2014/main" id="{8F00AA23-4F0B-8F5B-BC74-B4D21DFCAF1F}"/>
                  </a:ext>
                </a:extLst>
              </p:cNvPr>
              <p:cNvSpPr txBox="1"/>
              <p:nvPr/>
            </p:nvSpPr>
            <p:spPr>
              <a:xfrm>
                <a:off x="5504172" y="1435622"/>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671" name="TextBox 1670">
                <a:extLst>
                  <a:ext uri="{FF2B5EF4-FFF2-40B4-BE49-F238E27FC236}">
                    <a16:creationId xmlns:a16="http://schemas.microsoft.com/office/drawing/2014/main" id="{8373A70E-381C-84E7-41B0-ACF428A302F3}"/>
                  </a:ext>
                </a:extLst>
              </p:cNvPr>
              <p:cNvSpPr txBox="1"/>
              <p:nvPr/>
            </p:nvSpPr>
            <p:spPr>
              <a:xfrm>
                <a:off x="5724068" y="1435622"/>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672" name="TextBox 1671">
                <a:extLst>
                  <a:ext uri="{FF2B5EF4-FFF2-40B4-BE49-F238E27FC236}">
                    <a16:creationId xmlns:a16="http://schemas.microsoft.com/office/drawing/2014/main" id="{75A9F9A2-1A8E-F2F7-11EA-C091D69905F6}"/>
                  </a:ext>
                </a:extLst>
              </p:cNvPr>
              <p:cNvSpPr txBox="1"/>
              <p:nvPr/>
            </p:nvSpPr>
            <p:spPr>
              <a:xfrm>
                <a:off x="5948272" y="1435622"/>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1673" name="TextBox 1672">
                <a:extLst>
                  <a:ext uri="{FF2B5EF4-FFF2-40B4-BE49-F238E27FC236}">
                    <a16:creationId xmlns:a16="http://schemas.microsoft.com/office/drawing/2014/main" id="{5C24A935-8428-9312-7721-63442EBD9E1F}"/>
                  </a:ext>
                </a:extLst>
              </p:cNvPr>
              <p:cNvSpPr txBox="1"/>
              <p:nvPr/>
            </p:nvSpPr>
            <p:spPr>
              <a:xfrm>
                <a:off x="6240126" y="1435622"/>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675" name="TextBox 1674">
                <a:extLst>
                  <a:ext uri="{FF2B5EF4-FFF2-40B4-BE49-F238E27FC236}">
                    <a16:creationId xmlns:a16="http://schemas.microsoft.com/office/drawing/2014/main" id="{D8BAC68E-402D-6826-0F9F-27AB9F732A76}"/>
                  </a:ext>
                </a:extLst>
              </p:cNvPr>
              <p:cNvSpPr txBox="1"/>
              <p:nvPr/>
            </p:nvSpPr>
            <p:spPr>
              <a:xfrm rot="16200000">
                <a:off x="4420434" y="630546"/>
                <a:ext cx="926610" cy="259288"/>
              </a:xfrm>
              <a:prstGeom prst="rect">
                <a:avLst/>
              </a:prstGeom>
              <a:noFill/>
            </p:spPr>
            <p:txBody>
              <a:bodyPr wrap="none" rtlCol="0">
                <a:spAutoFit/>
              </a:bodyPr>
              <a:lstStyle/>
              <a:p>
                <a:pPr algn="ctr"/>
                <a:r>
                  <a:rPr lang="en-US" sz="992" err="1">
                    <a:ln/>
                    <a:solidFill>
                      <a:srgbClr val="000000"/>
                    </a:solidFill>
                    <a:latin typeface="Arial"/>
                    <a:cs typeface="Arial"/>
                    <a:sym typeface="Arial"/>
                    <a:rtl val="0"/>
                  </a:rPr>
                  <a:t>CytoTRACE</a:t>
                </a:r>
                <a:endParaRPr lang="en-US" sz="992">
                  <a:ln/>
                  <a:solidFill>
                    <a:srgbClr val="000000"/>
                  </a:solidFill>
                  <a:latin typeface="Arial"/>
                  <a:cs typeface="Arial"/>
                  <a:sym typeface="Arial"/>
                  <a:rtl val="0"/>
                </a:endParaRPr>
              </a:p>
            </p:txBody>
          </p:sp>
        </p:grpSp>
      </p:grpSp>
      <p:grpSp>
        <p:nvGrpSpPr>
          <p:cNvPr id="1965" name="Group 1964">
            <a:extLst>
              <a:ext uri="{FF2B5EF4-FFF2-40B4-BE49-F238E27FC236}">
                <a16:creationId xmlns:a16="http://schemas.microsoft.com/office/drawing/2014/main" id="{BA191D79-5124-2E38-0075-DB28EE4CDECB}"/>
              </a:ext>
            </a:extLst>
          </p:cNvPr>
          <p:cNvGrpSpPr/>
          <p:nvPr/>
        </p:nvGrpSpPr>
        <p:grpSpPr>
          <a:xfrm>
            <a:off x="3689708" y="3700033"/>
            <a:ext cx="1670228" cy="1518114"/>
            <a:chOff x="4906493" y="3794338"/>
            <a:chExt cx="1767611" cy="1606627"/>
          </a:xfrm>
        </p:grpSpPr>
        <p:grpSp>
          <p:nvGrpSpPr>
            <p:cNvPr id="1822" name="Graphic 161">
              <a:extLst>
                <a:ext uri="{FF2B5EF4-FFF2-40B4-BE49-F238E27FC236}">
                  <a16:creationId xmlns:a16="http://schemas.microsoft.com/office/drawing/2014/main" id="{575C405A-0D91-792D-F74E-5485864F02C8}"/>
                </a:ext>
              </a:extLst>
            </p:cNvPr>
            <p:cNvGrpSpPr/>
            <p:nvPr/>
          </p:nvGrpSpPr>
          <p:grpSpPr>
            <a:xfrm>
              <a:off x="5308640" y="3794338"/>
              <a:ext cx="1365464" cy="1359154"/>
              <a:chOff x="5308640" y="3794338"/>
              <a:chExt cx="1365464" cy="1359154"/>
            </a:xfrm>
          </p:grpSpPr>
          <p:sp>
            <p:nvSpPr>
              <p:cNvPr id="1823" name="Rectangle 1822">
                <a:extLst>
                  <a:ext uri="{FF2B5EF4-FFF2-40B4-BE49-F238E27FC236}">
                    <a16:creationId xmlns:a16="http://schemas.microsoft.com/office/drawing/2014/main" id="{BEF755C9-96E0-3512-B271-29D3A4CAEEE4}"/>
                  </a:ext>
                </a:extLst>
              </p:cNvPr>
              <p:cNvSpPr/>
              <p:nvPr/>
            </p:nvSpPr>
            <p:spPr>
              <a:xfrm>
                <a:off x="5366893" y="3794338"/>
                <a:ext cx="1307211" cy="1359154"/>
              </a:xfrm>
              <a:prstGeom prst="rect">
                <a:avLst/>
              </a:prstGeom>
              <a:solidFill>
                <a:srgbClr val="FFFFFF"/>
              </a:solidFill>
              <a:ln w="13589" cap="rnd">
                <a:noFill/>
                <a:prstDash val="solid"/>
                <a:round/>
              </a:ln>
            </p:spPr>
            <p:txBody>
              <a:bodyPr/>
              <a:lstStyle/>
              <a:p>
                <a:endParaRPr lang="en-US" sz="1701"/>
              </a:p>
            </p:txBody>
          </p:sp>
          <p:sp>
            <p:nvSpPr>
              <p:cNvPr id="1824" name="Freeform: Shape 1823">
                <a:extLst>
                  <a:ext uri="{FF2B5EF4-FFF2-40B4-BE49-F238E27FC236}">
                    <a16:creationId xmlns:a16="http://schemas.microsoft.com/office/drawing/2014/main" id="{F34416A8-25E8-490C-94B9-F772AACCDB4F}"/>
                  </a:ext>
                </a:extLst>
              </p:cNvPr>
              <p:cNvSpPr/>
              <p:nvPr/>
            </p:nvSpPr>
            <p:spPr>
              <a:xfrm>
                <a:off x="5517642" y="4439625"/>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ln w="13589" cap="flat">
                <a:solidFill>
                  <a:srgbClr val="333333"/>
                </a:solidFill>
                <a:prstDash val="solid"/>
                <a:round/>
              </a:ln>
            </p:spPr>
            <p:txBody>
              <a:bodyPr/>
              <a:lstStyle/>
              <a:p>
                <a:endParaRPr lang="en-US" sz="1701"/>
              </a:p>
            </p:txBody>
          </p:sp>
          <p:sp>
            <p:nvSpPr>
              <p:cNvPr id="1825" name="Freeform: Shape 1824">
                <a:extLst>
                  <a:ext uri="{FF2B5EF4-FFF2-40B4-BE49-F238E27FC236}">
                    <a16:creationId xmlns:a16="http://schemas.microsoft.com/office/drawing/2014/main" id="{019E8646-9AF5-2E4F-52EA-312C0A0EF81C}"/>
                  </a:ext>
                </a:extLst>
              </p:cNvPr>
              <p:cNvSpPr/>
              <p:nvPr/>
            </p:nvSpPr>
            <p:spPr>
              <a:xfrm>
                <a:off x="5517642" y="4729947"/>
                <a:ext cx="12700" cy="198500"/>
              </a:xfrm>
              <a:custGeom>
                <a:avLst/>
                <a:gdLst>
                  <a:gd name="csX0" fmla="*/ 0 w 12700"/>
                  <a:gd name="csY0" fmla="*/ 0 h 198500"/>
                  <a:gd name="csX1" fmla="*/ 0 w 12700"/>
                  <a:gd name="csY1" fmla="*/ 198501 h 198500"/>
                </a:gdLst>
                <a:ahLst/>
                <a:cxnLst>
                  <a:cxn ang="0">
                    <a:pos x="csX0" y="csY0"/>
                  </a:cxn>
                  <a:cxn ang="0">
                    <a:pos x="csX1" y="csY1"/>
                  </a:cxn>
                </a:cxnLst>
                <a:rect l="l" t="t" r="r" b="b"/>
                <a:pathLst>
                  <a:path w="12700" h="198500">
                    <a:moveTo>
                      <a:pt x="0" y="0"/>
                    </a:moveTo>
                    <a:lnTo>
                      <a:pt x="0" y="198501"/>
                    </a:lnTo>
                  </a:path>
                </a:pathLst>
              </a:custGeom>
              <a:ln w="13589" cap="flat">
                <a:solidFill>
                  <a:srgbClr val="333333"/>
                </a:solidFill>
                <a:prstDash val="solid"/>
                <a:round/>
              </a:ln>
            </p:spPr>
            <p:txBody>
              <a:bodyPr/>
              <a:lstStyle/>
              <a:p>
                <a:endParaRPr lang="en-US" sz="1701"/>
              </a:p>
            </p:txBody>
          </p:sp>
          <p:sp>
            <p:nvSpPr>
              <p:cNvPr id="1826" name="Freeform: Shape 1825">
                <a:extLst>
                  <a:ext uri="{FF2B5EF4-FFF2-40B4-BE49-F238E27FC236}">
                    <a16:creationId xmlns:a16="http://schemas.microsoft.com/office/drawing/2014/main" id="{29E3ADEA-4AD9-0875-2ADA-9D8E48AF650E}"/>
                  </a:ext>
                </a:extLst>
              </p:cNvPr>
              <p:cNvSpPr/>
              <p:nvPr/>
            </p:nvSpPr>
            <p:spPr>
              <a:xfrm>
                <a:off x="5442204" y="4474422"/>
                <a:ext cx="150876" cy="255524"/>
              </a:xfrm>
              <a:custGeom>
                <a:avLst/>
                <a:gdLst>
                  <a:gd name="csX0" fmla="*/ 0 w 150876"/>
                  <a:gd name="csY0" fmla="*/ 0 h 255524"/>
                  <a:gd name="csX1" fmla="*/ 0 w 150876"/>
                  <a:gd name="csY1" fmla="*/ 255524 h 255524"/>
                  <a:gd name="csX2" fmla="*/ 150876 w 150876"/>
                  <a:gd name="csY2" fmla="*/ 255524 h 255524"/>
                  <a:gd name="csX3" fmla="*/ 150876 w 150876"/>
                  <a:gd name="csY3" fmla="*/ 0 h 255524"/>
                  <a:gd name="csX4" fmla="*/ 0 w 150876"/>
                  <a:gd name="csY4" fmla="*/ 0 h 255524"/>
                </a:gdLst>
                <a:ahLst/>
                <a:cxnLst>
                  <a:cxn ang="0">
                    <a:pos x="csX0" y="csY0"/>
                  </a:cxn>
                  <a:cxn ang="0">
                    <a:pos x="csX1" y="csY1"/>
                  </a:cxn>
                  <a:cxn ang="0">
                    <a:pos x="csX2" y="csY2"/>
                  </a:cxn>
                  <a:cxn ang="0">
                    <a:pos x="csX3" y="csY3"/>
                  </a:cxn>
                  <a:cxn ang="0">
                    <a:pos x="csX4" y="csY4"/>
                  </a:cxn>
                </a:cxnLst>
                <a:rect l="l" t="t" r="r" b="b"/>
                <a:pathLst>
                  <a:path w="150876" h="255524">
                    <a:moveTo>
                      <a:pt x="0" y="0"/>
                    </a:moveTo>
                    <a:lnTo>
                      <a:pt x="0" y="255524"/>
                    </a:lnTo>
                    <a:lnTo>
                      <a:pt x="150876" y="255524"/>
                    </a:lnTo>
                    <a:lnTo>
                      <a:pt x="150876" y="0"/>
                    </a:lnTo>
                    <a:lnTo>
                      <a:pt x="0" y="0"/>
                    </a:lnTo>
                    <a:close/>
                  </a:path>
                </a:pathLst>
              </a:custGeom>
              <a:solidFill>
                <a:srgbClr val="1965B0"/>
              </a:solidFill>
              <a:ln w="13589" cap="flat">
                <a:solidFill>
                  <a:srgbClr val="333333"/>
                </a:solidFill>
                <a:prstDash val="solid"/>
                <a:miter/>
              </a:ln>
            </p:spPr>
            <p:txBody>
              <a:bodyPr/>
              <a:lstStyle/>
              <a:p>
                <a:endParaRPr lang="en-US" sz="1701"/>
              </a:p>
            </p:txBody>
          </p:sp>
          <p:sp>
            <p:nvSpPr>
              <p:cNvPr id="1827" name="Freeform: Shape 1826">
                <a:extLst>
                  <a:ext uri="{FF2B5EF4-FFF2-40B4-BE49-F238E27FC236}">
                    <a16:creationId xmlns:a16="http://schemas.microsoft.com/office/drawing/2014/main" id="{3AA03792-F66F-27E6-81DB-D6060271AEBE}"/>
                  </a:ext>
                </a:extLst>
              </p:cNvPr>
              <p:cNvSpPr/>
              <p:nvPr/>
            </p:nvSpPr>
            <p:spPr>
              <a:xfrm>
                <a:off x="5442204" y="4564720"/>
                <a:ext cx="150875" cy="12700"/>
              </a:xfrm>
              <a:custGeom>
                <a:avLst/>
                <a:gdLst>
                  <a:gd name="csX0" fmla="*/ 0 w 150875"/>
                  <a:gd name="csY0" fmla="*/ 0 h 12700"/>
                  <a:gd name="csX1" fmla="*/ 150876 w 150875"/>
                  <a:gd name="csY1" fmla="*/ 0 h 12700"/>
                </a:gdLst>
                <a:ahLst/>
                <a:cxnLst>
                  <a:cxn ang="0">
                    <a:pos x="csX0" y="csY0"/>
                  </a:cxn>
                  <a:cxn ang="0">
                    <a:pos x="csX1" y="csY1"/>
                  </a:cxn>
                </a:cxnLst>
                <a:rect l="l" t="t" r="r" b="b"/>
                <a:pathLst>
                  <a:path w="150875" h="12700">
                    <a:moveTo>
                      <a:pt x="0" y="0"/>
                    </a:moveTo>
                    <a:lnTo>
                      <a:pt x="150876" y="0"/>
                    </a:lnTo>
                  </a:path>
                </a:pathLst>
              </a:custGeom>
              <a:ln w="27051" cap="flat">
                <a:solidFill>
                  <a:srgbClr val="333333"/>
                </a:solidFill>
                <a:prstDash val="solid"/>
                <a:miter/>
              </a:ln>
            </p:spPr>
            <p:txBody>
              <a:bodyPr/>
              <a:lstStyle/>
              <a:p>
                <a:endParaRPr lang="en-US" sz="1701"/>
              </a:p>
            </p:txBody>
          </p:sp>
          <p:sp>
            <p:nvSpPr>
              <p:cNvPr id="1828" name="Freeform: Shape 1827">
                <a:extLst>
                  <a:ext uri="{FF2B5EF4-FFF2-40B4-BE49-F238E27FC236}">
                    <a16:creationId xmlns:a16="http://schemas.microsoft.com/office/drawing/2014/main" id="{6EAAE849-A153-74B9-0B83-4829CE128107}"/>
                  </a:ext>
                </a:extLst>
              </p:cNvPr>
              <p:cNvSpPr/>
              <p:nvPr/>
            </p:nvSpPr>
            <p:spPr>
              <a:xfrm>
                <a:off x="5769102" y="4397080"/>
                <a:ext cx="12700" cy="76200"/>
              </a:xfrm>
              <a:custGeom>
                <a:avLst/>
                <a:gdLst>
                  <a:gd name="csX0" fmla="*/ 0 w 12700"/>
                  <a:gd name="csY0" fmla="*/ 76200 h 76200"/>
                  <a:gd name="csX1" fmla="*/ 0 w 12700"/>
                  <a:gd name="csY1" fmla="*/ 0 h 76200"/>
                </a:gdLst>
                <a:ahLst/>
                <a:cxnLst>
                  <a:cxn ang="0">
                    <a:pos x="csX0" y="csY0"/>
                  </a:cxn>
                  <a:cxn ang="0">
                    <a:pos x="csX1" y="csY1"/>
                  </a:cxn>
                </a:cxnLst>
                <a:rect l="l" t="t" r="r" b="b"/>
                <a:pathLst>
                  <a:path w="12700" h="76200">
                    <a:moveTo>
                      <a:pt x="0" y="76200"/>
                    </a:moveTo>
                    <a:lnTo>
                      <a:pt x="0" y="0"/>
                    </a:lnTo>
                  </a:path>
                </a:pathLst>
              </a:custGeom>
              <a:ln w="13589" cap="flat">
                <a:solidFill>
                  <a:srgbClr val="333333"/>
                </a:solidFill>
                <a:prstDash val="solid"/>
                <a:round/>
              </a:ln>
            </p:spPr>
            <p:txBody>
              <a:bodyPr/>
              <a:lstStyle/>
              <a:p>
                <a:endParaRPr lang="en-US" sz="1701"/>
              </a:p>
            </p:txBody>
          </p:sp>
          <p:sp>
            <p:nvSpPr>
              <p:cNvPr id="1829" name="Freeform: Shape 1828">
                <a:extLst>
                  <a:ext uri="{FF2B5EF4-FFF2-40B4-BE49-F238E27FC236}">
                    <a16:creationId xmlns:a16="http://schemas.microsoft.com/office/drawing/2014/main" id="{08EFDE71-3C1F-3606-A57F-CFAFD0648099}"/>
                  </a:ext>
                </a:extLst>
              </p:cNvPr>
              <p:cNvSpPr/>
              <p:nvPr/>
            </p:nvSpPr>
            <p:spPr>
              <a:xfrm>
                <a:off x="5769102" y="4601296"/>
                <a:ext cx="12700" cy="44450"/>
              </a:xfrm>
              <a:custGeom>
                <a:avLst/>
                <a:gdLst>
                  <a:gd name="csX0" fmla="*/ 0 w 12700"/>
                  <a:gd name="csY0" fmla="*/ 0 h 44450"/>
                  <a:gd name="csX1" fmla="*/ 0 w 12700"/>
                  <a:gd name="csY1" fmla="*/ 44450 h 44450"/>
                </a:gdLst>
                <a:ahLst/>
                <a:cxnLst>
                  <a:cxn ang="0">
                    <a:pos x="csX0" y="csY0"/>
                  </a:cxn>
                  <a:cxn ang="0">
                    <a:pos x="csX1" y="csY1"/>
                  </a:cxn>
                </a:cxnLst>
                <a:rect l="l" t="t" r="r" b="b"/>
                <a:pathLst>
                  <a:path w="12700" h="44450">
                    <a:moveTo>
                      <a:pt x="0" y="0"/>
                    </a:moveTo>
                    <a:lnTo>
                      <a:pt x="0" y="44450"/>
                    </a:lnTo>
                  </a:path>
                </a:pathLst>
              </a:custGeom>
              <a:ln w="13589" cap="flat">
                <a:solidFill>
                  <a:srgbClr val="333333"/>
                </a:solidFill>
                <a:prstDash val="solid"/>
                <a:round/>
              </a:ln>
            </p:spPr>
            <p:txBody>
              <a:bodyPr/>
              <a:lstStyle/>
              <a:p>
                <a:endParaRPr lang="en-US" sz="1701"/>
              </a:p>
            </p:txBody>
          </p:sp>
          <p:sp>
            <p:nvSpPr>
              <p:cNvPr id="1830" name="Freeform: Shape 1829">
                <a:extLst>
                  <a:ext uri="{FF2B5EF4-FFF2-40B4-BE49-F238E27FC236}">
                    <a16:creationId xmlns:a16="http://schemas.microsoft.com/office/drawing/2014/main" id="{A2034235-1716-18F7-FCF5-DCD2D620C2F8}"/>
                  </a:ext>
                </a:extLst>
              </p:cNvPr>
              <p:cNvSpPr/>
              <p:nvPr/>
            </p:nvSpPr>
            <p:spPr>
              <a:xfrm>
                <a:off x="5693663" y="4473279"/>
                <a:ext cx="150875" cy="128015"/>
              </a:xfrm>
              <a:custGeom>
                <a:avLst/>
                <a:gdLst>
                  <a:gd name="csX0" fmla="*/ 0 w 150875"/>
                  <a:gd name="csY0" fmla="*/ 0 h 128015"/>
                  <a:gd name="csX1" fmla="*/ 0 w 150875"/>
                  <a:gd name="csY1" fmla="*/ 128016 h 128015"/>
                  <a:gd name="csX2" fmla="*/ 150876 w 150875"/>
                  <a:gd name="csY2" fmla="*/ 128016 h 128015"/>
                  <a:gd name="csX3" fmla="*/ 150876 w 150875"/>
                  <a:gd name="csY3" fmla="*/ 0 h 128015"/>
                  <a:gd name="csX4" fmla="*/ 0 w 150875"/>
                  <a:gd name="csY4" fmla="*/ 0 h 128015"/>
                </a:gdLst>
                <a:ahLst/>
                <a:cxnLst>
                  <a:cxn ang="0">
                    <a:pos x="csX0" y="csY0"/>
                  </a:cxn>
                  <a:cxn ang="0">
                    <a:pos x="csX1" y="csY1"/>
                  </a:cxn>
                  <a:cxn ang="0">
                    <a:pos x="csX2" y="csY2"/>
                  </a:cxn>
                  <a:cxn ang="0">
                    <a:pos x="csX3" y="csY3"/>
                  </a:cxn>
                  <a:cxn ang="0">
                    <a:pos x="csX4" y="csY4"/>
                  </a:cxn>
                </a:cxnLst>
                <a:rect l="l" t="t" r="r" b="b"/>
                <a:pathLst>
                  <a:path w="150875" h="128015">
                    <a:moveTo>
                      <a:pt x="0" y="0"/>
                    </a:moveTo>
                    <a:lnTo>
                      <a:pt x="0" y="128016"/>
                    </a:lnTo>
                    <a:lnTo>
                      <a:pt x="150876" y="128016"/>
                    </a:lnTo>
                    <a:lnTo>
                      <a:pt x="150876" y="0"/>
                    </a:lnTo>
                    <a:lnTo>
                      <a:pt x="0" y="0"/>
                    </a:lnTo>
                    <a:close/>
                  </a:path>
                </a:pathLst>
              </a:custGeom>
              <a:solidFill>
                <a:srgbClr val="4EB265"/>
              </a:solidFill>
              <a:ln w="13589" cap="flat">
                <a:solidFill>
                  <a:srgbClr val="333333"/>
                </a:solidFill>
                <a:prstDash val="solid"/>
                <a:miter/>
              </a:ln>
            </p:spPr>
            <p:txBody>
              <a:bodyPr/>
              <a:lstStyle/>
              <a:p>
                <a:endParaRPr lang="en-US" sz="1701"/>
              </a:p>
            </p:txBody>
          </p:sp>
          <p:sp>
            <p:nvSpPr>
              <p:cNvPr id="1831" name="Freeform: Shape 1830">
                <a:extLst>
                  <a:ext uri="{FF2B5EF4-FFF2-40B4-BE49-F238E27FC236}">
                    <a16:creationId xmlns:a16="http://schemas.microsoft.com/office/drawing/2014/main" id="{26A2D251-F914-3850-2703-2802EC3D3034}"/>
                  </a:ext>
                </a:extLst>
              </p:cNvPr>
              <p:cNvSpPr/>
              <p:nvPr/>
            </p:nvSpPr>
            <p:spPr>
              <a:xfrm>
                <a:off x="5693664" y="4549353"/>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endParaRPr lang="en-US" sz="1701"/>
              </a:p>
            </p:txBody>
          </p:sp>
          <p:sp>
            <p:nvSpPr>
              <p:cNvPr id="1832" name="Freeform: Shape 1831">
                <a:extLst>
                  <a:ext uri="{FF2B5EF4-FFF2-40B4-BE49-F238E27FC236}">
                    <a16:creationId xmlns:a16="http://schemas.microsoft.com/office/drawing/2014/main" id="{2A4BC448-4CC9-D9D0-BB6C-8C742F37446E}"/>
                  </a:ext>
                </a:extLst>
              </p:cNvPr>
              <p:cNvSpPr/>
              <p:nvPr/>
            </p:nvSpPr>
            <p:spPr>
              <a:xfrm>
                <a:off x="6020435" y="4650826"/>
                <a:ext cx="12700" cy="42671"/>
              </a:xfrm>
              <a:custGeom>
                <a:avLst/>
                <a:gdLst>
                  <a:gd name="csX0" fmla="*/ 0 w 12700"/>
                  <a:gd name="csY0" fmla="*/ 42672 h 42671"/>
                  <a:gd name="csX1" fmla="*/ 0 w 12700"/>
                  <a:gd name="csY1" fmla="*/ 0 h 42671"/>
                </a:gdLst>
                <a:ahLst/>
                <a:cxnLst>
                  <a:cxn ang="0">
                    <a:pos x="csX0" y="csY0"/>
                  </a:cxn>
                  <a:cxn ang="0">
                    <a:pos x="csX1" y="csY1"/>
                  </a:cxn>
                </a:cxnLst>
                <a:rect l="l" t="t" r="r" b="b"/>
                <a:pathLst>
                  <a:path w="12700" h="42671">
                    <a:moveTo>
                      <a:pt x="0" y="42672"/>
                    </a:moveTo>
                    <a:lnTo>
                      <a:pt x="0" y="0"/>
                    </a:lnTo>
                  </a:path>
                </a:pathLst>
              </a:custGeom>
              <a:ln w="13589" cap="flat">
                <a:solidFill>
                  <a:srgbClr val="333333"/>
                </a:solidFill>
                <a:prstDash val="solid"/>
                <a:round/>
              </a:ln>
            </p:spPr>
            <p:txBody>
              <a:bodyPr/>
              <a:lstStyle/>
              <a:p>
                <a:endParaRPr lang="en-US" sz="1701"/>
              </a:p>
            </p:txBody>
          </p:sp>
          <p:sp>
            <p:nvSpPr>
              <p:cNvPr id="1833" name="Freeform: Shape 1832">
                <a:extLst>
                  <a:ext uri="{FF2B5EF4-FFF2-40B4-BE49-F238E27FC236}">
                    <a16:creationId xmlns:a16="http://schemas.microsoft.com/office/drawing/2014/main" id="{264ED796-3C79-D158-0E07-2B53FE3B24B7}"/>
                  </a:ext>
                </a:extLst>
              </p:cNvPr>
              <p:cNvSpPr/>
              <p:nvPr/>
            </p:nvSpPr>
            <p:spPr>
              <a:xfrm>
                <a:off x="6020435" y="4778715"/>
                <a:ext cx="12700" cy="42545"/>
              </a:xfrm>
              <a:custGeom>
                <a:avLst/>
                <a:gdLst>
                  <a:gd name="csX0" fmla="*/ 0 w 12700"/>
                  <a:gd name="csY0" fmla="*/ 0 h 42545"/>
                  <a:gd name="csX1" fmla="*/ 0 w 12700"/>
                  <a:gd name="csY1" fmla="*/ 42545 h 42545"/>
                </a:gdLst>
                <a:ahLst/>
                <a:cxnLst>
                  <a:cxn ang="0">
                    <a:pos x="csX0" y="csY0"/>
                  </a:cxn>
                  <a:cxn ang="0">
                    <a:pos x="csX1" y="csY1"/>
                  </a:cxn>
                </a:cxnLst>
                <a:rect l="l" t="t" r="r" b="b"/>
                <a:pathLst>
                  <a:path w="12700" h="42545">
                    <a:moveTo>
                      <a:pt x="0" y="0"/>
                    </a:moveTo>
                    <a:lnTo>
                      <a:pt x="0" y="42545"/>
                    </a:lnTo>
                  </a:path>
                </a:pathLst>
              </a:custGeom>
              <a:ln w="13589" cap="flat">
                <a:solidFill>
                  <a:srgbClr val="333333"/>
                </a:solidFill>
                <a:prstDash val="solid"/>
                <a:round/>
              </a:ln>
            </p:spPr>
            <p:txBody>
              <a:bodyPr/>
              <a:lstStyle/>
              <a:p>
                <a:endParaRPr lang="en-US" sz="1701"/>
              </a:p>
            </p:txBody>
          </p:sp>
          <p:sp>
            <p:nvSpPr>
              <p:cNvPr id="1834" name="Freeform: Shape 1833">
                <a:extLst>
                  <a:ext uri="{FF2B5EF4-FFF2-40B4-BE49-F238E27FC236}">
                    <a16:creationId xmlns:a16="http://schemas.microsoft.com/office/drawing/2014/main" id="{91EC82C5-5EFE-FFA6-73E8-420A7D607877}"/>
                  </a:ext>
                </a:extLst>
              </p:cNvPr>
              <p:cNvSpPr/>
              <p:nvPr/>
            </p:nvSpPr>
            <p:spPr>
              <a:xfrm>
                <a:off x="5944997" y="4693497"/>
                <a:ext cx="150875" cy="85216"/>
              </a:xfrm>
              <a:custGeom>
                <a:avLst/>
                <a:gdLst>
                  <a:gd name="csX0" fmla="*/ 0 w 150875"/>
                  <a:gd name="csY0" fmla="*/ 0 h 85216"/>
                  <a:gd name="csX1" fmla="*/ 0 w 150875"/>
                  <a:gd name="csY1" fmla="*/ 85217 h 85216"/>
                  <a:gd name="csX2" fmla="*/ 150876 w 150875"/>
                  <a:gd name="csY2" fmla="*/ 85217 h 85216"/>
                  <a:gd name="csX3" fmla="*/ 150876 w 150875"/>
                  <a:gd name="csY3" fmla="*/ 0 h 85216"/>
                  <a:gd name="csX4" fmla="*/ 0 w 150875"/>
                  <a:gd name="csY4" fmla="*/ 0 h 85216"/>
                </a:gdLst>
                <a:ahLst/>
                <a:cxnLst>
                  <a:cxn ang="0">
                    <a:pos x="csX0" y="csY0"/>
                  </a:cxn>
                  <a:cxn ang="0">
                    <a:pos x="csX1" y="csY1"/>
                  </a:cxn>
                  <a:cxn ang="0">
                    <a:pos x="csX2" y="csY2"/>
                  </a:cxn>
                  <a:cxn ang="0">
                    <a:pos x="csX3" y="csY3"/>
                  </a:cxn>
                  <a:cxn ang="0">
                    <a:pos x="csX4" y="csY4"/>
                  </a:cxn>
                </a:cxnLst>
                <a:rect l="l" t="t" r="r" b="b"/>
                <a:pathLst>
                  <a:path w="150875" h="85216">
                    <a:moveTo>
                      <a:pt x="0" y="0"/>
                    </a:moveTo>
                    <a:lnTo>
                      <a:pt x="0" y="85217"/>
                    </a:lnTo>
                    <a:lnTo>
                      <a:pt x="150876" y="85217"/>
                    </a:lnTo>
                    <a:lnTo>
                      <a:pt x="150876" y="0"/>
                    </a:lnTo>
                    <a:lnTo>
                      <a:pt x="0" y="0"/>
                    </a:lnTo>
                    <a:close/>
                  </a:path>
                </a:pathLst>
              </a:custGeom>
              <a:solidFill>
                <a:srgbClr val="F7F056"/>
              </a:solidFill>
              <a:ln w="13589" cap="flat">
                <a:solidFill>
                  <a:srgbClr val="333333"/>
                </a:solidFill>
                <a:prstDash val="solid"/>
                <a:miter/>
              </a:ln>
            </p:spPr>
            <p:txBody>
              <a:bodyPr/>
              <a:lstStyle/>
              <a:p>
                <a:endParaRPr lang="en-US" sz="1701"/>
              </a:p>
            </p:txBody>
          </p:sp>
          <p:sp>
            <p:nvSpPr>
              <p:cNvPr id="1835" name="Freeform: Shape 1834">
                <a:extLst>
                  <a:ext uri="{FF2B5EF4-FFF2-40B4-BE49-F238E27FC236}">
                    <a16:creationId xmlns:a16="http://schemas.microsoft.com/office/drawing/2014/main" id="{28076C14-CB4D-4893-BA43-2A7A7AE5F7AA}"/>
                  </a:ext>
                </a:extLst>
              </p:cNvPr>
              <p:cNvSpPr/>
              <p:nvPr/>
            </p:nvSpPr>
            <p:spPr>
              <a:xfrm>
                <a:off x="5944997" y="4736043"/>
                <a:ext cx="150875" cy="12700"/>
              </a:xfrm>
              <a:custGeom>
                <a:avLst/>
                <a:gdLst>
                  <a:gd name="csX0" fmla="*/ 0 w 150875"/>
                  <a:gd name="csY0" fmla="*/ 0 h 12700"/>
                  <a:gd name="csX1" fmla="*/ 150876 w 150875"/>
                  <a:gd name="csY1" fmla="*/ 0 h 12700"/>
                </a:gdLst>
                <a:ahLst/>
                <a:cxnLst>
                  <a:cxn ang="0">
                    <a:pos x="csX0" y="csY0"/>
                  </a:cxn>
                  <a:cxn ang="0">
                    <a:pos x="csX1" y="csY1"/>
                  </a:cxn>
                </a:cxnLst>
                <a:rect l="l" t="t" r="r" b="b"/>
                <a:pathLst>
                  <a:path w="150875" h="12700">
                    <a:moveTo>
                      <a:pt x="0" y="0"/>
                    </a:moveTo>
                    <a:lnTo>
                      <a:pt x="150876" y="0"/>
                    </a:lnTo>
                  </a:path>
                </a:pathLst>
              </a:custGeom>
              <a:ln w="27051" cap="flat">
                <a:solidFill>
                  <a:srgbClr val="333333"/>
                </a:solidFill>
                <a:prstDash val="solid"/>
                <a:miter/>
              </a:ln>
            </p:spPr>
            <p:txBody>
              <a:bodyPr/>
              <a:lstStyle/>
              <a:p>
                <a:endParaRPr lang="en-US" sz="1701"/>
              </a:p>
            </p:txBody>
          </p:sp>
          <p:sp>
            <p:nvSpPr>
              <p:cNvPr id="1836" name="Freeform: Shape 1835">
                <a:extLst>
                  <a:ext uri="{FF2B5EF4-FFF2-40B4-BE49-F238E27FC236}">
                    <a16:creationId xmlns:a16="http://schemas.microsoft.com/office/drawing/2014/main" id="{742CD8CF-34D2-60FE-EDEA-69412183B15E}"/>
                  </a:ext>
                </a:extLst>
              </p:cNvPr>
              <p:cNvSpPr/>
              <p:nvPr/>
            </p:nvSpPr>
            <p:spPr>
              <a:xfrm>
                <a:off x="6523228" y="4661367"/>
                <a:ext cx="12700" cy="32258"/>
              </a:xfrm>
              <a:custGeom>
                <a:avLst/>
                <a:gdLst>
                  <a:gd name="csX0" fmla="*/ 0 w 12700"/>
                  <a:gd name="csY0" fmla="*/ 32258 h 32258"/>
                  <a:gd name="csX1" fmla="*/ 0 w 12700"/>
                  <a:gd name="csY1" fmla="*/ 0 h 32258"/>
                </a:gdLst>
                <a:ahLst/>
                <a:cxnLst>
                  <a:cxn ang="0">
                    <a:pos x="csX0" y="csY0"/>
                  </a:cxn>
                  <a:cxn ang="0">
                    <a:pos x="csX1" y="csY1"/>
                  </a:cxn>
                </a:cxnLst>
                <a:rect l="l" t="t" r="r" b="b"/>
                <a:pathLst>
                  <a:path w="12700" h="32258">
                    <a:moveTo>
                      <a:pt x="0" y="32258"/>
                    </a:moveTo>
                    <a:lnTo>
                      <a:pt x="0" y="0"/>
                    </a:lnTo>
                  </a:path>
                </a:pathLst>
              </a:custGeom>
              <a:ln w="13589" cap="flat">
                <a:solidFill>
                  <a:srgbClr val="333333"/>
                </a:solidFill>
                <a:prstDash val="solid"/>
                <a:round/>
              </a:ln>
            </p:spPr>
            <p:txBody>
              <a:bodyPr/>
              <a:lstStyle/>
              <a:p>
                <a:endParaRPr lang="en-US" sz="1701"/>
              </a:p>
            </p:txBody>
          </p:sp>
          <p:sp>
            <p:nvSpPr>
              <p:cNvPr id="1837" name="Freeform: Shape 1836">
                <a:extLst>
                  <a:ext uri="{FF2B5EF4-FFF2-40B4-BE49-F238E27FC236}">
                    <a16:creationId xmlns:a16="http://schemas.microsoft.com/office/drawing/2014/main" id="{3251E168-9A94-1F35-BDA6-EFFD6DA5F155}"/>
                  </a:ext>
                </a:extLst>
              </p:cNvPr>
              <p:cNvSpPr/>
              <p:nvPr/>
            </p:nvSpPr>
            <p:spPr>
              <a:xfrm>
                <a:off x="6523228" y="4753315"/>
                <a:ext cx="12700" cy="6858"/>
              </a:xfrm>
              <a:custGeom>
                <a:avLst/>
                <a:gdLst>
                  <a:gd name="csX0" fmla="*/ 0 w 12700"/>
                  <a:gd name="csY0" fmla="*/ 0 h 6858"/>
                  <a:gd name="csX1" fmla="*/ 0 w 12700"/>
                  <a:gd name="csY1" fmla="*/ 6858 h 6858"/>
                </a:gdLst>
                <a:ahLst/>
                <a:cxnLst>
                  <a:cxn ang="0">
                    <a:pos x="csX0" y="csY0"/>
                  </a:cxn>
                  <a:cxn ang="0">
                    <a:pos x="csX1" y="csY1"/>
                  </a:cxn>
                </a:cxnLst>
                <a:rect l="l" t="t" r="r" b="b"/>
                <a:pathLst>
                  <a:path w="12700" h="6858">
                    <a:moveTo>
                      <a:pt x="0" y="0"/>
                    </a:moveTo>
                    <a:lnTo>
                      <a:pt x="0" y="6858"/>
                    </a:lnTo>
                  </a:path>
                </a:pathLst>
              </a:custGeom>
              <a:ln w="13589" cap="flat">
                <a:solidFill>
                  <a:srgbClr val="333333"/>
                </a:solidFill>
                <a:prstDash val="solid"/>
                <a:round/>
              </a:ln>
            </p:spPr>
            <p:txBody>
              <a:bodyPr/>
              <a:lstStyle/>
              <a:p>
                <a:endParaRPr lang="en-US" sz="1701"/>
              </a:p>
            </p:txBody>
          </p:sp>
          <p:sp>
            <p:nvSpPr>
              <p:cNvPr id="1838" name="Freeform: Shape 1837">
                <a:extLst>
                  <a:ext uri="{FF2B5EF4-FFF2-40B4-BE49-F238E27FC236}">
                    <a16:creationId xmlns:a16="http://schemas.microsoft.com/office/drawing/2014/main" id="{F2CEEC01-98F2-C130-5985-0AFE3CCA7B9E}"/>
                  </a:ext>
                </a:extLst>
              </p:cNvPr>
              <p:cNvSpPr/>
              <p:nvPr/>
            </p:nvSpPr>
            <p:spPr>
              <a:xfrm>
                <a:off x="6447789" y="4693625"/>
                <a:ext cx="150876" cy="59689"/>
              </a:xfrm>
              <a:custGeom>
                <a:avLst/>
                <a:gdLst>
                  <a:gd name="csX0" fmla="*/ 0 w 150876"/>
                  <a:gd name="csY0" fmla="*/ 0 h 59689"/>
                  <a:gd name="csX1" fmla="*/ 0 w 150876"/>
                  <a:gd name="csY1" fmla="*/ 59690 h 59689"/>
                  <a:gd name="csX2" fmla="*/ 150876 w 150876"/>
                  <a:gd name="csY2" fmla="*/ 59690 h 59689"/>
                  <a:gd name="csX3" fmla="*/ 150876 w 150876"/>
                  <a:gd name="csY3" fmla="*/ 0 h 59689"/>
                  <a:gd name="csX4" fmla="*/ 0 w 150876"/>
                  <a:gd name="csY4" fmla="*/ 0 h 59689"/>
                </a:gdLst>
                <a:ahLst/>
                <a:cxnLst>
                  <a:cxn ang="0">
                    <a:pos x="csX0" y="csY0"/>
                  </a:cxn>
                  <a:cxn ang="0">
                    <a:pos x="csX1" y="csY1"/>
                  </a:cxn>
                  <a:cxn ang="0">
                    <a:pos x="csX2" y="csY2"/>
                  </a:cxn>
                  <a:cxn ang="0">
                    <a:pos x="csX3" y="csY3"/>
                  </a:cxn>
                  <a:cxn ang="0">
                    <a:pos x="csX4" y="csY4"/>
                  </a:cxn>
                </a:cxnLst>
                <a:rect l="l" t="t" r="r" b="b"/>
                <a:pathLst>
                  <a:path w="150876" h="59689">
                    <a:moveTo>
                      <a:pt x="0" y="0"/>
                    </a:moveTo>
                    <a:lnTo>
                      <a:pt x="0" y="59690"/>
                    </a:lnTo>
                    <a:lnTo>
                      <a:pt x="150876" y="59690"/>
                    </a:lnTo>
                    <a:lnTo>
                      <a:pt x="150876" y="0"/>
                    </a:lnTo>
                    <a:lnTo>
                      <a:pt x="0" y="0"/>
                    </a:lnTo>
                    <a:close/>
                  </a:path>
                </a:pathLst>
              </a:custGeom>
              <a:solidFill>
                <a:srgbClr val="DC050C"/>
              </a:solidFill>
              <a:ln w="13589" cap="flat">
                <a:solidFill>
                  <a:srgbClr val="333333"/>
                </a:solidFill>
                <a:prstDash val="solid"/>
                <a:miter/>
              </a:ln>
            </p:spPr>
            <p:txBody>
              <a:bodyPr/>
              <a:lstStyle/>
              <a:p>
                <a:endParaRPr lang="en-US" sz="1701"/>
              </a:p>
            </p:txBody>
          </p:sp>
          <p:sp>
            <p:nvSpPr>
              <p:cNvPr id="1839" name="Freeform: Shape 1838">
                <a:extLst>
                  <a:ext uri="{FF2B5EF4-FFF2-40B4-BE49-F238E27FC236}">
                    <a16:creationId xmlns:a16="http://schemas.microsoft.com/office/drawing/2014/main" id="{280A7DBD-167F-4C14-4D2F-C0416A8EC728}"/>
                  </a:ext>
                </a:extLst>
              </p:cNvPr>
              <p:cNvSpPr/>
              <p:nvPr/>
            </p:nvSpPr>
            <p:spPr>
              <a:xfrm>
                <a:off x="6447790" y="4718898"/>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endParaRPr lang="en-US" sz="1701"/>
              </a:p>
            </p:txBody>
          </p:sp>
          <p:sp>
            <p:nvSpPr>
              <p:cNvPr id="1840" name="Oval 1839">
                <a:extLst>
                  <a:ext uri="{FF2B5EF4-FFF2-40B4-BE49-F238E27FC236}">
                    <a16:creationId xmlns:a16="http://schemas.microsoft.com/office/drawing/2014/main" id="{93CEACFA-7CAA-FE11-5EB2-D8C80EF0A2C4}"/>
                  </a:ext>
                </a:extLst>
              </p:cNvPr>
              <p:cNvSpPr/>
              <p:nvPr/>
            </p:nvSpPr>
            <p:spPr>
              <a:xfrm>
                <a:off x="6023356" y="480284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1" name="Oval 1840">
                <a:extLst>
                  <a:ext uri="{FF2B5EF4-FFF2-40B4-BE49-F238E27FC236}">
                    <a16:creationId xmlns:a16="http://schemas.microsoft.com/office/drawing/2014/main" id="{D6673878-7E15-F8FD-FAF5-39B18F6BA8E5}"/>
                  </a:ext>
                </a:extLst>
              </p:cNvPr>
              <p:cNvSpPr/>
              <p:nvPr/>
            </p:nvSpPr>
            <p:spPr>
              <a:xfrm>
                <a:off x="5773039" y="449575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2" name="Oval 1841">
                <a:extLst>
                  <a:ext uri="{FF2B5EF4-FFF2-40B4-BE49-F238E27FC236}">
                    <a16:creationId xmlns:a16="http://schemas.microsoft.com/office/drawing/2014/main" id="{69EBD0AC-27BF-7D26-2F06-B5A02367D326}"/>
                  </a:ext>
                </a:extLst>
              </p:cNvPr>
              <p:cNvSpPr/>
              <p:nvPr/>
            </p:nvSpPr>
            <p:spPr>
              <a:xfrm>
                <a:off x="5740273" y="4414860"/>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3" name="Oval 1842">
                <a:extLst>
                  <a:ext uri="{FF2B5EF4-FFF2-40B4-BE49-F238E27FC236}">
                    <a16:creationId xmlns:a16="http://schemas.microsoft.com/office/drawing/2014/main" id="{C950D5DA-9BE2-07F1-81FF-2A32AC92C877}"/>
                  </a:ext>
                </a:extLst>
              </p:cNvPr>
              <p:cNvSpPr/>
              <p:nvPr/>
            </p:nvSpPr>
            <p:spPr>
              <a:xfrm>
                <a:off x="6521831" y="4671781"/>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4" name="Oval 1843">
                <a:extLst>
                  <a:ext uri="{FF2B5EF4-FFF2-40B4-BE49-F238E27FC236}">
                    <a16:creationId xmlns:a16="http://schemas.microsoft.com/office/drawing/2014/main" id="{B3000BB9-A7D9-625F-6F82-E874B3C10F71}"/>
                  </a:ext>
                </a:extLst>
              </p:cNvPr>
              <p:cNvSpPr/>
              <p:nvPr/>
            </p:nvSpPr>
            <p:spPr>
              <a:xfrm>
                <a:off x="5506720" y="4446991"/>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5" name="Oval 1844">
                <a:extLst>
                  <a:ext uri="{FF2B5EF4-FFF2-40B4-BE49-F238E27FC236}">
                    <a16:creationId xmlns:a16="http://schemas.microsoft.com/office/drawing/2014/main" id="{DDDFFDB4-AD69-7AAE-E5D2-06EC1BBEF0FF}"/>
                  </a:ext>
                </a:extLst>
              </p:cNvPr>
              <p:cNvSpPr/>
              <p:nvPr/>
            </p:nvSpPr>
            <p:spPr>
              <a:xfrm>
                <a:off x="6506210" y="5053035"/>
                <a:ext cx="36067"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6" name="Oval 1845">
                <a:extLst>
                  <a:ext uri="{FF2B5EF4-FFF2-40B4-BE49-F238E27FC236}">
                    <a16:creationId xmlns:a16="http://schemas.microsoft.com/office/drawing/2014/main" id="{6CF1CFFB-3DF6-DFD4-84B6-FAA8FE34AA81}"/>
                  </a:ext>
                </a:extLst>
              </p:cNvPr>
              <p:cNvSpPr/>
              <p:nvPr/>
            </p:nvSpPr>
            <p:spPr>
              <a:xfrm>
                <a:off x="5511546" y="442171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7" name="Oval 1846">
                <a:extLst>
                  <a:ext uri="{FF2B5EF4-FFF2-40B4-BE49-F238E27FC236}">
                    <a16:creationId xmlns:a16="http://schemas.microsoft.com/office/drawing/2014/main" id="{222ECC61-591A-4B43-52AC-503CE994C70B}"/>
                  </a:ext>
                </a:extLst>
              </p:cNvPr>
              <p:cNvSpPr/>
              <p:nvPr/>
            </p:nvSpPr>
            <p:spPr>
              <a:xfrm>
                <a:off x="6486906" y="4714580"/>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8" name="Oval 1847">
                <a:extLst>
                  <a:ext uri="{FF2B5EF4-FFF2-40B4-BE49-F238E27FC236}">
                    <a16:creationId xmlns:a16="http://schemas.microsoft.com/office/drawing/2014/main" id="{AD62D5E3-D773-0C5F-5853-90AC5060ADD2}"/>
                  </a:ext>
                </a:extLst>
              </p:cNvPr>
              <p:cNvSpPr/>
              <p:nvPr/>
            </p:nvSpPr>
            <p:spPr>
              <a:xfrm>
                <a:off x="5507482" y="4484710"/>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49" name="Oval 1848">
                <a:extLst>
                  <a:ext uri="{FF2B5EF4-FFF2-40B4-BE49-F238E27FC236}">
                    <a16:creationId xmlns:a16="http://schemas.microsoft.com/office/drawing/2014/main" id="{E1FE865B-3BAB-FCC5-AA29-B6457C798E86}"/>
                  </a:ext>
                </a:extLst>
              </p:cNvPr>
              <p:cNvSpPr/>
              <p:nvPr/>
            </p:nvSpPr>
            <p:spPr>
              <a:xfrm>
                <a:off x="6515608" y="464307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0" name="Oval 1849">
                <a:extLst>
                  <a:ext uri="{FF2B5EF4-FFF2-40B4-BE49-F238E27FC236}">
                    <a16:creationId xmlns:a16="http://schemas.microsoft.com/office/drawing/2014/main" id="{AAB87FDF-A131-7B31-16D8-40903EDF6A1C}"/>
                  </a:ext>
                </a:extLst>
              </p:cNvPr>
              <p:cNvSpPr/>
              <p:nvPr/>
            </p:nvSpPr>
            <p:spPr>
              <a:xfrm>
                <a:off x="5497576" y="4746457"/>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1" name="Oval 1850">
                <a:extLst>
                  <a:ext uri="{FF2B5EF4-FFF2-40B4-BE49-F238E27FC236}">
                    <a16:creationId xmlns:a16="http://schemas.microsoft.com/office/drawing/2014/main" id="{F563F025-589E-9FE2-6F10-4FF9C6CA0E9E}"/>
                  </a:ext>
                </a:extLst>
              </p:cNvPr>
              <p:cNvSpPr/>
              <p:nvPr/>
            </p:nvSpPr>
            <p:spPr>
              <a:xfrm>
                <a:off x="6516243" y="4686894"/>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2" name="Oval 1851">
                <a:extLst>
                  <a:ext uri="{FF2B5EF4-FFF2-40B4-BE49-F238E27FC236}">
                    <a16:creationId xmlns:a16="http://schemas.microsoft.com/office/drawing/2014/main" id="{3AB2AF50-A537-2DE5-1FEC-8DC2620B4C30}"/>
                  </a:ext>
                </a:extLst>
              </p:cNvPr>
              <p:cNvSpPr/>
              <p:nvPr/>
            </p:nvSpPr>
            <p:spPr>
              <a:xfrm>
                <a:off x="5521452" y="491079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3" name="Oval 1852">
                <a:extLst>
                  <a:ext uri="{FF2B5EF4-FFF2-40B4-BE49-F238E27FC236}">
                    <a16:creationId xmlns:a16="http://schemas.microsoft.com/office/drawing/2014/main" id="{F9440CCE-7178-7747-2B08-95FA58AED0BA}"/>
                  </a:ext>
                </a:extLst>
              </p:cNvPr>
              <p:cNvSpPr/>
              <p:nvPr/>
            </p:nvSpPr>
            <p:spPr>
              <a:xfrm>
                <a:off x="5738749" y="455925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4" name="Oval 1853">
                <a:extLst>
                  <a:ext uri="{FF2B5EF4-FFF2-40B4-BE49-F238E27FC236}">
                    <a16:creationId xmlns:a16="http://schemas.microsoft.com/office/drawing/2014/main" id="{1A82D432-8C7E-498A-9010-C2A7B96542BD}"/>
                  </a:ext>
                </a:extLst>
              </p:cNvPr>
              <p:cNvSpPr/>
              <p:nvPr/>
            </p:nvSpPr>
            <p:spPr>
              <a:xfrm>
                <a:off x="6503289" y="4742520"/>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5" name="Oval 1854">
                <a:extLst>
                  <a:ext uri="{FF2B5EF4-FFF2-40B4-BE49-F238E27FC236}">
                    <a16:creationId xmlns:a16="http://schemas.microsoft.com/office/drawing/2014/main" id="{6B32D5DD-51C1-3697-567F-02DCDEC7660D}"/>
                  </a:ext>
                </a:extLst>
              </p:cNvPr>
              <p:cNvSpPr/>
              <p:nvPr/>
            </p:nvSpPr>
            <p:spPr>
              <a:xfrm>
                <a:off x="5521706" y="460866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6" name="Oval 1855">
                <a:extLst>
                  <a:ext uri="{FF2B5EF4-FFF2-40B4-BE49-F238E27FC236}">
                    <a16:creationId xmlns:a16="http://schemas.microsoft.com/office/drawing/2014/main" id="{91D5C5B3-33ED-5095-78CD-C2D42BCB5BEC}"/>
                  </a:ext>
                </a:extLst>
              </p:cNvPr>
              <p:cNvSpPr/>
              <p:nvPr/>
            </p:nvSpPr>
            <p:spPr>
              <a:xfrm>
                <a:off x="6026531" y="4632538"/>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7" name="Oval 1856">
                <a:extLst>
                  <a:ext uri="{FF2B5EF4-FFF2-40B4-BE49-F238E27FC236}">
                    <a16:creationId xmlns:a16="http://schemas.microsoft.com/office/drawing/2014/main" id="{8290F508-9396-C8DE-E68F-9373841C0274}"/>
                  </a:ext>
                </a:extLst>
              </p:cNvPr>
              <p:cNvSpPr/>
              <p:nvPr/>
            </p:nvSpPr>
            <p:spPr>
              <a:xfrm>
                <a:off x="5731764" y="453131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8" name="Oval 1857">
                <a:extLst>
                  <a:ext uri="{FF2B5EF4-FFF2-40B4-BE49-F238E27FC236}">
                    <a16:creationId xmlns:a16="http://schemas.microsoft.com/office/drawing/2014/main" id="{27B9161A-4ABF-0178-3266-F453073889BB}"/>
                  </a:ext>
                </a:extLst>
              </p:cNvPr>
              <p:cNvSpPr/>
              <p:nvPr/>
            </p:nvSpPr>
            <p:spPr>
              <a:xfrm>
                <a:off x="5749798" y="4627712"/>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59" name="Oval 1858">
                <a:extLst>
                  <a:ext uri="{FF2B5EF4-FFF2-40B4-BE49-F238E27FC236}">
                    <a16:creationId xmlns:a16="http://schemas.microsoft.com/office/drawing/2014/main" id="{57CB1BC8-4105-2399-BEF3-EC3A7710B19A}"/>
                  </a:ext>
                </a:extLst>
              </p:cNvPr>
              <p:cNvSpPr/>
              <p:nvPr/>
            </p:nvSpPr>
            <p:spPr>
              <a:xfrm>
                <a:off x="6256909" y="4485853"/>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60" name="Oval 1859">
                <a:extLst>
                  <a:ext uri="{FF2B5EF4-FFF2-40B4-BE49-F238E27FC236}">
                    <a16:creationId xmlns:a16="http://schemas.microsoft.com/office/drawing/2014/main" id="{4D3864F8-CFAB-99C6-F211-CC04ED0BF138}"/>
                  </a:ext>
                </a:extLst>
              </p:cNvPr>
              <p:cNvSpPr/>
              <p:nvPr/>
            </p:nvSpPr>
            <p:spPr>
              <a:xfrm>
                <a:off x="5771388" y="4607519"/>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61" name="Oval 1860">
                <a:extLst>
                  <a:ext uri="{FF2B5EF4-FFF2-40B4-BE49-F238E27FC236}">
                    <a16:creationId xmlns:a16="http://schemas.microsoft.com/office/drawing/2014/main" id="{1D30F4FE-FDDE-6992-3D18-0426A534DB7A}"/>
                  </a:ext>
                </a:extLst>
              </p:cNvPr>
              <p:cNvSpPr/>
              <p:nvPr/>
            </p:nvSpPr>
            <p:spPr>
              <a:xfrm>
                <a:off x="5732907" y="4378665"/>
                <a:ext cx="36068" cy="36068"/>
              </a:xfrm>
              <a:prstGeom prst="ellipse">
                <a:avLst/>
              </a:prstGeom>
              <a:solidFill>
                <a:srgbClr val="000000"/>
              </a:solidFill>
              <a:ln w="9017" cap="rnd">
                <a:solidFill>
                  <a:srgbClr val="000000"/>
                </a:solidFill>
                <a:prstDash val="solid"/>
                <a:round/>
              </a:ln>
            </p:spPr>
            <p:txBody>
              <a:bodyPr/>
              <a:lstStyle/>
              <a:p>
                <a:endParaRPr lang="en-US" sz="1701"/>
              </a:p>
            </p:txBody>
          </p:sp>
          <p:sp>
            <p:nvSpPr>
              <p:cNvPr id="1862" name="TextBox 1861">
                <a:extLst>
                  <a:ext uri="{FF2B5EF4-FFF2-40B4-BE49-F238E27FC236}">
                    <a16:creationId xmlns:a16="http://schemas.microsoft.com/office/drawing/2014/main" id="{8EC815DE-B480-6FEB-5FA9-B98D75E148AD}"/>
                  </a:ext>
                </a:extLst>
              </p:cNvPr>
              <p:cNvSpPr txBox="1"/>
              <p:nvPr/>
            </p:nvSpPr>
            <p:spPr>
              <a:xfrm>
                <a:off x="5308640" y="4142559"/>
                <a:ext cx="570352"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p = 0.537</a:t>
                </a:r>
              </a:p>
            </p:txBody>
          </p:sp>
          <p:sp>
            <p:nvSpPr>
              <p:cNvPr id="1863" name="Freeform: Shape 1862">
                <a:extLst>
                  <a:ext uri="{FF2B5EF4-FFF2-40B4-BE49-F238E27FC236}">
                    <a16:creationId xmlns:a16="http://schemas.microsoft.com/office/drawing/2014/main" id="{DBFB0F17-0DF1-BB5D-CC31-DBBA744D14C2}"/>
                  </a:ext>
                </a:extLst>
              </p:cNvPr>
              <p:cNvSpPr/>
              <p:nvPr/>
            </p:nvSpPr>
            <p:spPr>
              <a:xfrm>
                <a:off x="5517642" y="4288876"/>
                <a:ext cx="226314" cy="12700"/>
              </a:xfrm>
              <a:custGeom>
                <a:avLst/>
                <a:gdLst>
                  <a:gd name="csX0" fmla="*/ 0 w 226314"/>
                  <a:gd name="csY0" fmla="*/ 0 h 12700"/>
                  <a:gd name="csX1" fmla="*/ 226314 w 226314"/>
                  <a:gd name="csY1" fmla="*/ 0 h 12700"/>
                </a:gdLst>
                <a:ahLst/>
                <a:cxnLst>
                  <a:cxn ang="0">
                    <a:pos x="csX0" y="csY0"/>
                  </a:cxn>
                  <a:cxn ang="0">
                    <a:pos x="csX1" y="csY1"/>
                  </a:cxn>
                </a:cxnLst>
                <a:rect l="l" t="t" r="r" b="b"/>
                <a:pathLst>
                  <a:path w="226314" h="12700">
                    <a:moveTo>
                      <a:pt x="0" y="0"/>
                    </a:moveTo>
                    <a:lnTo>
                      <a:pt x="226314" y="0"/>
                    </a:lnTo>
                  </a:path>
                </a:pathLst>
              </a:custGeom>
              <a:ln w="13589" cap="rnd">
                <a:solidFill>
                  <a:srgbClr val="000000"/>
                </a:solidFill>
                <a:prstDash val="solid"/>
                <a:round/>
              </a:ln>
            </p:spPr>
            <p:txBody>
              <a:bodyPr/>
              <a:lstStyle/>
              <a:p>
                <a:endParaRPr lang="en-US" sz="1701"/>
              </a:p>
            </p:txBody>
          </p:sp>
          <p:sp>
            <p:nvSpPr>
              <p:cNvPr id="1864" name="TextBox 1863">
                <a:extLst>
                  <a:ext uri="{FF2B5EF4-FFF2-40B4-BE49-F238E27FC236}">
                    <a16:creationId xmlns:a16="http://schemas.microsoft.com/office/drawing/2014/main" id="{42BC7AE0-C10E-5FF2-7750-5B2F83830766}"/>
                  </a:ext>
                </a:extLst>
              </p:cNvPr>
              <p:cNvSpPr txBox="1"/>
              <p:nvPr/>
            </p:nvSpPr>
            <p:spPr>
              <a:xfrm>
                <a:off x="5938711" y="4094019"/>
                <a:ext cx="395617"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865" name="Freeform: Shape 1864">
                <a:extLst>
                  <a:ext uri="{FF2B5EF4-FFF2-40B4-BE49-F238E27FC236}">
                    <a16:creationId xmlns:a16="http://schemas.microsoft.com/office/drawing/2014/main" id="{19DAE1A1-5BB9-CFD3-BC33-FD9F03586E27}"/>
                  </a:ext>
                </a:extLst>
              </p:cNvPr>
              <p:cNvSpPr/>
              <p:nvPr/>
            </p:nvSpPr>
            <p:spPr>
              <a:xfrm>
                <a:off x="5794248" y="4288876"/>
                <a:ext cx="728980" cy="12700"/>
              </a:xfrm>
              <a:custGeom>
                <a:avLst/>
                <a:gdLst>
                  <a:gd name="csX0" fmla="*/ 0 w 728980"/>
                  <a:gd name="csY0" fmla="*/ 0 h 12700"/>
                  <a:gd name="csX1" fmla="*/ 728980 w 728980"/>
                  <a:gd name="csY1" fmla="*/ 0 h 12700"/>
                </a:gdLst>
                <a:ahLst/>
                <a:cxnLst>
                  <a:cxn ang="0">
                    <a:pos x="csX0" y="csY0"/>
                  </a:cxn>
                  <a:cxn ang="0">
                    <a:pos x="csX1" y="csY1"/>
                  </a:cxn>
                </a:cxnLst>
                <a:rect l="l" t="t" r="r" b="b"/>
                <a:pathLst>
                  <a:path w="728980" h="12700">
                    <a:moveTo>
                      <a:pt x="0" y="0"/>
                    </a:moveTo>
                    <a:lnTo>
                      <a:pt x="728980" y="0"/>
                    </a:lnTo>
                  </a:path>
                </a:pathLst>
              </a:custGeom>
              <a:ln w="13589" cap="rnd">
                <a:solidFill>
                  <a:srgbClr val="000000"/>
                </a:solidFill>
                <a:prstDash val="solid"/>
                <a:round/>
              </a:ln>
            </p:spPr>
            <p:txBody>
              <a:bodyPr/>
              <a:lstStyle/>
              <a:p>
                <a:endParaRPr lang="en-US" sz="1701"/>
              </a:p>
            </p:txBody>
          </p:sp>
          <p:sp>
            <p:nvSpPr>
              <p:cNvPr id="1866" name="TextBox 1865">
                <a:extLst>
                  <a:ext uri="{FF2B5EF4-FFF2-40B4-BE49-F238E27FC236}">
                    <a16:creationId xmlns:a16="http://schemas.microsoft.com/office/drawing/2014/main" id="{CCDEF282-F150-06C5-01CD-71FB99EF6B06}"/>
                  </a:ext>
                </a:extLst>
              </p:cNvPr>
              <p:cNvSpPr txBox="1"/>
              <p:nvPr/>
            </p:nvSpPr>
            <p:spPr>
              <a:xfrm>
                <a:off x="5862011" y="3823509"/>
                <a:ext cx="295525"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1867" name="Freeform: Shape 1866">
                <a:extLst>
                  <a:ext uri="{FF2B5EF4-FFF2-40B4-BE49-F238E27FC236}">
                    <a16:creationId xmlns:a16="http://schemas.microsoft.com/office/drawing/2014/main" id="{14A9A609-AA59-B81F-5ECC-3C7FEA4CD3D3}"/>
                  </a:ext>
                </a:extLst>
              </p:cNvPr>
              <p:cNvSpPr/>
              <p:nvPr/>
            </p:nvSpPr>
            <p:spPr>
              <a:xfrm>
                <a:off x="5517642" y="4018366"/>
                <a:ext cx="1005586" cy="12700"/>
              </a:xfrm>
              <a:custGeom>
                <a:avLst/>
                <a:gdLst>
                  <a:gd name="csX0" fmla="*/ 0 w 1005586"/>
                  <a:gd name="csY0" fmla="*/ 0 h 12700"/>
                  <a:gd name="csX1" fmla="*/ 1005586 w 1005586"/>
                  <a:gd name="csY1" fmla="*/ 0 h 12700"/>
                </a:gdLst>
                <a:ahLst/>
                <a:cxnLst>
                  <a:cxn ang="0">
                    <a:pos x="csX0" y="csY0"/>
                  </a:cxn>
                  <a:cxn ang="0">
                    <a:pos x="csX1" y="csY1"/>
                  </a:cxn>
                </a:cxnLst>
                <a:rect l="l" t="t" r="r" b="b"/>
                <a:pathLst>
                  <a:path w="1005586" h="12700">
                    <a:moveTo>
                      <a:pt x="0" y="0"/>
                    </a:moveTo>
                    <a:lnTo>
                      <a:pt x="1005586" y="0"/>
                    </a:lnTo>
                  </a:path>
                </a:pathLst>
              </a:custGeom>
              <a:ln w="13589" cap="rnd">
                <a:solidFill>
                  <a:srgbClr val="000000"/>
                </a:solidFill>
                <a:prstDash val="solid"/>
                <a:round/>
              </a:ln>
            </p:spPr>
            <p:txBody>
              <a:bodyPr/>
              <a:lstStyle/>
              <a:p>
                <a:endParaRPr lang="en-US" sz="1701"/>
              </a:p>
            </p:txBody>
          </p:sp>
        </p:grpSp>
        <p:grpSp>
          <p:nvGrpSpPr>
            <p:cNvPr id="1868" name="Graphic 161">
              <a:extLst>
                <a:ext uri="{FF2B5EF4-FFF2-40B4-BE49-F238E27FC236}">
                  <a16:creationId xmlns:a16="http://schemas.microsoft.com/office/drawing/2014/main" id="{CE87B202-C06D-9677-4979-CD4A07786DA5}"/>
                </a:ext>
              </a:extLst>
            </p:cNvPr>
            <p:cNvGrpSpPr/>
            <p:nvPr/>
          </p:nvGrpSpPr>
          <p:grpSpPr>
            <a:xfrm>
              <a:off x="4906493" y="3794338"/>
              <a:ext cx="1767611" cy="1606627"/>
              <a:chOff x="4906493" y="3794338"/>
              <a:chExt cx="1767611" cy="1606627"/>
            </a:xfrm>
          </p:grpSpPr>
          <p:sp>
            <p:nvSpPr>
              <p:cNvPr id="1869" name="Freeform: Shape 1868">
                <a:extLst>
                  <a:ext uri="{FF2B5EF4-FFF2-40B4-BE49-F238E27FC236}">
                    <a16:creationId xmlns:a16="http://schemas.microsoft.com/office/drawing/2014/main" id="{DC5E7780-A9F9-1AB3-D055-F92ECCA17506}"/>
                  </a:ext>
                </a:extLst>
              </p:cNvPr>
              <p:cNvSpPr/>
              <p:nvPr/>
            </p:nvSpPr>
            <p:spPr>
              <a:xfrm>
                <a:off x="5366893" y="3794338"/>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endParaRPr lang="en-US" sz="1701"/>
              </a:p>
            </p:txBody>
          </p:sp>
          <p:sp>
            <p:nvSpPr>
              <p:cNvPr id="1870" name="TextBox 1869">
                <a:extLst>
                  <a:ext uri="{FF2B5EF4-FFF2-40B4-BE49-F238E27FC236}">
                    <a16:creationId xmlns:a16="http://schemas.microsoft.com/office/drawing/2014/main" id="{67094336-3D66-600A-9B26-CB3FB233A8A2}"/>
                  </a:ext>
                </a:extLst>
              </p:cNvPr>
              <p:cNvSpPr txBox="1"/>
              <p:nvPr/>
            </p:nvSpPr>
            <p:spPr>
              <a:xfrm>
                <a:off x="5057353" y="4781681"/>
                <a:ext cx="373563"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0.4</a:t>
                </a:r>
              </a:p>
            </p:txBody>
          </p:sp>
          <p:sp>
            <p:nvSpPr>
              <p:cNvPr id="1871" name="TextBox 1870">
                <a:extLst>
                  <a:ext uri="{FF2B5EF4-FFF2-40B4-BE49-F238E27FC236}">
                    <a16:creationId xmlns:a16="http://schemas.microsoft.com/office/drawing/2014/main" id="{5AAE48E2-3AA3-21C1-123D-4093AE98AD33}"/>
                  </a:ext>
                </a:extLst>
              </p:cNvPr>
              <p:cNvSpPr txBox="1"/>
              <p:nvPr/>
            </p:nvSpPr>
            <p:spPr>
              <a:xfrm>
                <a:off x="5057353" y="4486406"/>
                <a:ext cx="373563"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0.6</a:t>
                </a:r>
              </a:p>
            </p:txBody>
          </p:sp>
          <p:sp>
            <p:nvSpPr>
              <p:cNvPr id="1872" name="TextBox 1871">
                <a:extLst>
                  <a:ext uri="{FF2B5EF4-FFF2-40B4-BE49-F238E27FC236}">
                    <a16:creationId xmlns:a16="http://schemas.microsoft.com/office/drawing/2014/main" id="{C0C720EC-8216-0CC2-9A36-75EB4F338030}"/>
                  </a:ext>
                </a:extLst>
              </p:cNvPr>
              <p:cNvSpPr txBox="1"/>
              <p:nvPr/>
            </p:nvSpPr>
            <p:spPr>
              <a:xfrm>
                <a:off x="5057353" y="4191131"/>
                <a:ext cx="373563"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0.8</a:t>
                </a:r>
              </a:p>
            </p:txBody>
          </p:sp>
          <p:sp>
            <p:nvSpPr>
              <p:cNvPr id="1873" name="TextBox 1872">
                <a:extLst>
                  <a:ext uri="{FF2B5EF4-FFF2-40B4-BE49-F238E27FC236}">
                    <a16:creationId xmlns:a16="http://schemas.microsoft.com/office/drawing/2014/main" id="{06491516-852B-A8B0-9A08-E9AFD5B20ECB}"/>
                  </a:ext>
                </a:extLst>
              </p:cNvPr>
              <p:cNvSpPr txBox="1"/>
              <p:nvPr/>
            </p:nvSpPr>
            <p:spPr>
              <a:xfrm>
                <a:off x="5057353" y="3895856"/>
                <a:ext cx="373563"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1.0</a:t>
                </a:r>
              </a:p>
            </p:txBody>
          </p:sp>
          <p:sp>
            <p:nvSpPr>
              <p:cNvPr id="1874" name="Freeform: Shape 1873">
                <a:extLst>
                  <a:ext uri="{FF2B5EF4-FFF2-40B4-BE49-F238E27FC236}">
                    <a16:creationId xmlns:a16="http://schemas.microsoft.com/office/drawing/2014/main" id="{D227063F-EC6D-83D2-7939-FA059A71BCE2}"/>
                  </a:ext>
                </a:extLst>
              </p:cNvPr>
              <p:cNvSpPr/>
              <p:nvPr/>
            </p:nvSpPr>
            <p:spPr>
              <a:xfrm>
                <a:off x="5332094" y="488856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875" name="Freeform: Shape 1874">
                <a:extLst>
                  <a:ext uri="{FF2B5EF4-FFF2-40B4-BE49-F238E27FC236}">
                    <a16:creationId xmlns:a16="http://schemas.microsoft.com/office/drawing/2014/main" id="{774ACD2F-22EB-A28E-2626-9771D7D76294}"/>
                  </a:ext>
                </a:extLst>
              </p:cNvPr>
              <p:cNvSpPr/>
              <p:nvPr/>
            </p:nvSpPr>
            <p:spPr>
              <a:xfrm>
                <a:off x="5332094" y="459329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876" name="Freeform: Shape 1875">
                <a:extLst>
                  <a:ext uri="{FF2B5EF4-FFF2-40B4-BE49-F238E27FC236}">
                    <a16:creationId xmlns:a16="http://schemas.microsoft.com/office/drawing/2014/main" id="{C3602C5F-8F23-779B-A678-E8232E6A7C66}"/>
                  </a:ext>
                </a:extLst>
              </p:cNvPr>
              <p:cNvSpPr/>
              <p:nvPr/>
            </p:nvSpPr>
            <p:spPr>
              <a:xfrm>
                <a:off x="5332094" y="429801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877" name="Freeform: Shape 1876">
                <a:extLst>
                  <a:ext uri="{FF2B5EF4-FFF2-40B4-BE49-F238E27FC236}">
                    <a16:creationId xmlns:a16="http://schemas.microsoft.com/office/drawing/2014/main" id="{3137E296-4C9E-CB13-177A-9113BDB56FC3}"/>
                  </a:ext>
                </a:extLst>
              </p:cNvPr>
              <p:cNvSpPr/>
              <p:nvPr/>
            </p:nvSpPr>
            <p:spPr>
              <a:xfrm>
                <a:off x="5332094" y="400274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1701"/>
              </a:p>
            </p:txBody>
          </p:sp>
          <p:sp>
            <p:nvSpPr>
              <p:cNvPr id="1878" name="Freeform: Shape 1877">
                <a:extLst>
                  <a:ext uri="{FF2B5EF4-FFF2-40B4-BE49-F238E27FC236}">
                    <a16:creationId xmlns:a16="http://schemas.microsoft.com/office/drawing/2014/main" id="{A8D997FF-D7BD-F712-325A-3A178C2FC245}"/>
                  </a:ext>
                </a:extLst>
              </p:cNvPr>
              <p:cNvSpPr/>
              <p:nvPr/>
            </p:nvSpPr>
            <p:spPr>
              <a:xfrm>
                <a:off x="5366893" y="5153492"/>
                <a:ext cx="1307211" cy="12700"/>
              </a:xfrm>
              <a:custGeom>
                <a:avLst/>
                <a:gdLst>
                  <a:gd name="csX0" fmla="*/ 0 w 1307211"/>
                  <a:gd name="csY0" fmla="*/ 0 h 12700"/>
                  <a:gd name="csX1" fmla="*/ 1307211 w 1307211"/>
                  <a:gd name="csY1" fmla="*/ 0 h 12700"/>
                </a:gdLst>
                <a:ahLst/>
                <a:cxnLst>
                  <a:cxn ang="0">
                    <a:pos x="csX0" y="csY0"/>
                  </a:cxn>
                  <a:cxn ang="0">
                    <a:pos x="csX1" y="csY1"/>
                  </a:cxn>
                </a:cxnLst>
                <a:rect l="l" t="t" r="r" b="b"/>
                <a:pathLst>
                  <a:path w="1307211" h="12700">
                    <a:moveTo>
                      <a:pt x="0" y="0"/>
                    </a:moveTo>
                    <a:lnTo>
                      <a:pt x="1307211" y="0"/>
                    </a:lnTo>
                  </a:path>
                </a:pathLst>
              </a:custGeom>
              <a:noFill/>
              <a:ln w="13589" cap="sq">
                <a:solidFill>
                  <a:srgbClr val="000000"/>
                </a:solidFill>
                <a:prstDash val="solid"/>
                <a:round/>
              </a:ln>
            </p:spPr>
            <p:txBody>
              <a:bodyPr/>
              <a:lstStyle/>
              <a:p>
                <a:endParaRPr lang="en-US" sz="1701"/>
              </a:p>
            </p:txBody>
          </p:sp>
          <p:sp>
            <p:nvSpPr>
              <p:cNvPr id="1879" name="Freeform: Shape 1878">
                <a:extLst>
                  <a:ext uri="{FF2B5EF4-FFF2-40B4-BE49-F238E27FC236}">
                    <a16:creationId xmlns:a16="http://schemas.microsoft.com/office/drawing/2014/main" id="{FFF7E60E-281B-829F-3AE8-3B01B380758F}"/>
                  </a:ext>
                </a:extLst>
              </p:cNvPr>
              <p:cNvSpPr/>
              <p:nvPr/>
            </p:nvSpPr>
            <p:spPr>
              <a:xfrm>
                <a:off x="5517641"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880" name="Freeform: Shape 1879">
                <a:extLst>
                  <a:ext uri="{FF2B5EF4-FFF2-40B4-BE49-F238E27FC236}">
                    <a16:creationId xmlns:a16="http://schemas.microsoft.com/office/drawing/2014/main" id="{92297998-FE3D-859C-6429-D2979D253A83}"/>
                  </a:ext>
                </a:extLst>
              </p:cNvPr>
              <p:cNvSpPr/>
              <p:nvPr/>
            </p:nvSpPr>
            <p:spPr>
              <a:xfrm>
                <a:off x="5769102"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881" name="Freeform: Shape 1880">
                <a:extLst>
                  <a:ext uri="{FF2B5EF4-FFF2-40B4-BE49-F238E27FC236}">
                    <a16:creationId xmlns:a16="http://schemas.microsoft.com/office/drawing/2014/main" id="{74053A39-31E0-304A-238B-7055EE8ADF83}"/>
                  </a:ext>
                </a:extLst>
              </p:cNvPr>
              <p:cNvSpPr/>
              <p:nvPr/>
            </p:nvSpPr>
            <p:spPr>
              <a:xfrm>
                <a:off x="6020435"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882" name="Freeform: Shape 1881">
                <a:extLst>
                  <a:ext uri="{FF2B5EF4-FFF2-40B4-BE49-F238E27FC236}">
                    <a16:creationId xmlns:a16="http://schemas.microsoft.com/office/drawing/2014/main" id="{4CB8D543-B191-4C3C-A628-CA283322376D}"/>
                  </a:ext>
                </a:extLst>
              </p:cNvPr>
              <p:cNvSpPr/>
              <p:nvPr/>
            </p:nvSpPr>
            <p:spPr>
              <a:xfrm>
                <a:off x="6271894"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883" name="Freeform: Shape 1882">
                <a:extLst>
                  <a:ext uri="{FF2B5EF4-FFF2-40B4-BE49-F238E27FC236}">
                    <a16:creationId xmlns:a16="http://schemas.microsoft.com/office/drawing/2014/main" id="{B14DEC53-C7EB-6EF1-E90E-EF1F12CE5A6A}"/>
                  </a:ext>
                </a:extLst>
              </p:cNvPr>
              <p:cNvSpPr/>
              <p:nvPr/>
            </p:nvSpPr>
            <p:spPr>
              <a:xfrm>
                <a:off x="6523227" y="51534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1701"/>
              </a:p>
            </p:txBody>
          </p:sp>
          <p:sp>
            <p:nvSpPr>
              <p:cNvPr id="1884" name="TextBox 1883">
                <a:extLst>
                  <a:ext uri="{FF2B5EF4-FFF2-40B4-BE49-F238E27FC236}">
                    <a16:creationId xmlns:a16="http://schemas.microsoft.com/office/drawing/2014/main" id="{36722692-D09E-D5B6-81E8-9FA8E64B9397}"/>
                  </a:ext>
                </a:extLst>
              </p:cNvPr>
              <p:cNvSpPr txBox="1"/>
              <p:nvPr/>
            </p:nvSpPr>
            <p:spPr>
              <a:xfrm>
                <a:off x="5379653" y="5149346"/>
                <a:ext cx="302311" cy="251619"/>
              </a:xfrm>
              <a:prstGeom prst="rect">
                <a:avLst/>
              </a:prstGeom>
              <a:noFill/>
            </p:spPr>
            <p:txBody>
              <a:bodyPr wrap="none" rtlCol="0">
                <a:spAutoFit/>
              </a:bodyPr>
              <a:lstStyle/>
              <a:p>
                <a:pPr algn="l"/>
                <a:r>
                  <a:rPr lang="en-US" sz="945" dirty="0">
                    <a:ln/>
                    <a:solidFill>
                      <a:srgbClr val="000000"/>
                    </a:solidFill>
                    <a:latin typeface="Arial"/>
                    <a:cs typeface="Arial"/>
                    <a:sym typeface="Arial"/>
                    <a:rtl val="0"/>
                  </a:rPr>
                  <a:t>M</a:t>
                </a:r>
              </a:p>
            </p:txBody>
          </p:sp>
          <p:sp>
            <p:nvSpPr>
              <p:cNvPr id="1885" name="TextBox 1884">
                <a:extLst>
                  <a:ext uri="{FF2B5EF4-FFF2-40B4-BE49-F238E27FC236}">
                    <a16:creationId xmlns:a16="http://schemas.microsoft.com/office/drawing/2014/main" id="{7CFB95FF-DC3F-DDF7-BAD2-59169E8A3F05}"/>
                  </a:ext>
                </a:extLst>
              </p:cNvPr>
              <p:cNvSpPr txBox="1"/>
              <p:nvPr/>
            </p:nvSpPr>
            <p:spPr>
              <a:xfrm>
                <a:off x="5662136" y="5149346"/>
                <a:ext cx="231060"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I</a:t>
                </a:r>
              </a:p>
            </p:txBody>
          </p:sp>
          <p:sp>
            <p:nvSpPr>
              <p:cNvPr id="1886" name="TextBox 1885">
                <a:extLst>
                  <a:ext uri="{FF2B5EF4-FFF2-40B4-BE49-F238E27FC236}">
                    <a16:creationId xmlns:a16="http://schemas.microsoft.com/office/drawing/2014/main" id="{5BE4785E-7FDF-2D1D-8071-484E5883E86B}"/>
                  </a:ext>
                </a:extLst>
              </p:cNvPr>
              <p:cNvSpPr txBox="1"/>
              <p:nvPr/>
            </p:nvSpPr>
            <p:spPr>
              <a:xfrm>
                <a:off x="5882391" y="5149346"/>
                <a:ext cx="302311"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LI</a:t>
                </a:r>
              </a:p>
            </p:txBody>
          </p:sp>
          <p:sp>
            <p:nvSpPr>
              <p:cNvPr id="1887" name="TextBox 1886">
                <a:extLst>
                  <a:ext uri="{FF2B5EF4-FFF2-40B4-BE49-F238E27FC236}">
                    <a16:creationId xmlns:a16="http://schemas.microsoft.com/office/drawing/2014/main" id="{659C23F6-B384-87C5-E89E-05452B592F1A}"/>
                  </a:ext>
                </a:extLst>
              </p:cNvPr>
              <p:cNvSpPr txBox="1"/>
              <p:nvPr/>
            </p:nvSpPr>
            <p:spPr>
              <a:xfrm>
                <a:off x="6105966" y="5149346"/>
                <a:ext cx="366777"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NF</a:t>
                </a:r>
              </a:p>
            </p:txBody>
          </p:sp>
          <p:sp>
            <p:nvSpPr>
              <p:cNvPr id="1888" name="TextBox 1887">
                <a:extLst>
                  <a:ext uri="{FF2B5EF4-FFF2-40B4-BE49-F238E27FC236}">
                    <a16:creationId xmlns:a16="http://schemas.microsoft.com/office/drawing/2014/main" id="{77C067A4-73E9-6F0C-2660-8C5AA377258B}"/>
                  </a:ext>
                </a:extLst>
              </p:cNvPr>
              <p:cNvSpPr txBox="1"/>
              <p:nvPr/>
            </p:nvSpPr>
            <p:spPr>
              <a:xfrm>
                <a:off x="6397654" y="5149346"/>
                <a:ext cx="273470" cy="251619"/>
              </a:xfrm>
              <a:prstGeom prst="rect">
                <a:avLst/>
              </a:prstGeom>
              <a:noFill/>
            </p:spPr>
            <p:txBody>
              <a:bodyPr wrap="none" rtlCol="0">
                <a:spAutoFit/>
              </a:bodyPr>
              <a:lstStyle/>
              <a:p>
                <a:pPr algn="l"/>
                <a:r>
                  <a:rPr lang="en-US" sz="945">
                    <a:ln/>
                    <a:solidFill>
                      <a:srgbClr val="000000"/>
                    </a:solidFill>
                    <a:latin typeface="Arial"/>
                    <a:cs typeface="Arial"/>
                    <a:sym typeface="Arial"/>
                    <a:rtl val="0"/>
                  </a:rPr>
                  <a:t>F</a:t>
                </a:r>
              </a:p>
            </p:txBody>
          </p:sp>
          <p:sp>
            <p:nvSpPr>
              <p:cNvPr id="1890" name="TextBox 1889">
                <a:extLst>
                  <a:ext uri="{FF2B5EF4-FFF2-40B4-BE49-F238E27FC236}">
                    <a16:creationId xmlns:a16="http://schemas.microsoft.com/office/drawing/2014/main" id="{37FB01E4-BD1F-1764-58A9-302408DEEF0F}"/>
                  </a:ext>
                </a:extLst>
              </p:cNvPr>
              <p:cNvSpPr txBox="1"/>
              <p:nvPr/>
            </p:nvSpPr>
            <p:spPr>
              <a:xfrm rot="16200000">
                <a:off x="4572832" y="4344270"/>
                <a:ext cx="926610" cy="259288"/>
              </a:xfrm>
              <a:prstGeom prst="rect">
                <a:avLst/>
              </a:prstGeom>
              <a:noFill/>
            </p:spPr>
            <p:txBody>
              <a:bodyPr wrap="none" rtlCol="0">
                <a:spAutoFit/>
              </a:bodyPr>
              <a:lstStyle/>
              <a:p>
                <a:pPr algn="ctr"/>
                <a:r>
                  <a:rPr lang="en-US" sz="992" err="1">
                    <a:ln/>
                    <a:solidFill>
                      <a:srgbClr val="000000"/>
                    </a:solidFill>
                    <a:latin typeface="Arial"/>
                    <a:cs typeface="Arial"/>
                    <a:sym typeface="Arial"/>
                    <a:rtl val="0"/>
                  </a:rPr>
                  <a:t>CytoTRACE</a:t>
                </a:r>
                <a:endParaRPr lang="en-US" sz="992">
                  <a:ln/>
                  <a:solidFill>
                    <a:srgbClr val="000000"/>
                  </a:solidFill>
                  <a:latin typeface="Arial"/>
                  <a:cs typeface="Arial"/>
                  <a:sym typeface="Arial"/>
                  <a:rtl val="0"/>
                </a:endParaRPr>
              </a:p>
            </p:txBody>
          </p:sp>
        </p:grpSp>
      </p:grpSp>
      <p:sp>
        <p:nvSpPr>
          <p:cNvPr id="3" name="TextBox 2">
            <a:extLst>
              <a:ext uri="{FF2B5EF4-FFF2-40B4-BE49-F238E27FC236}">
                <a16:creationId xmlns:a16="http://schemas.microsoft.com/office/drawing/2014/main" id="{51E53E05-B992-3CF6-FA06-7BBAC0476832}"/>
              </a:ext>
            </a:extLst>
          </p:cNvPr>
          <p:cNvSpPr txBox="1"/>
          <p:nvPr/>
        </p:nvSpPr>
        <p:spPr>
          <a:xfrm>
            <a:off x="12427" y="3388097"/>
            <a:ext cx="5306542" cy="295915"/>
          </a:xfrm>
          <a:prstGeom prst="rect">
            <a:avLst/>
          </a:prstGeom>
          <a:noFill/>
        </p:spPr>
        <p:txBody>
          <a:bodyPr wrap="square" rtlCol="0">
            <a:spAutoFit/>
          </a:bodyPr>
          <a:lstStyle/>
          <a:p>
            <a:pPr algn="ctr"/>
            <a:r>
              <a:rPr lang="en-US" sz="1323" i="1" err="1">
                <a:latin typeface="Arial" panose="020B0604020202020204" pitchFamily="34" charset="0"/>
                <a:cs typeface="Arial" panose="020B0604020202020204" pitchFamily="34" charset="0"/>
              </a:rPr>
              <a:t>cckb</a:t>
            </a:r>
            <a:endParaRPr lang="en-US" sz="1323" i="1">
              <a:latin typeface="Arial" panose="020B0604020202020204" pitchFamily="34" charset="0"/>
              <a:cs typeface="Arial" panose="020B0604020202020204" pitchFamily="34" charset="0"/>
            </a:endParaRPr>
          </a:p>
        </p:txBody>
      </p:sp>
      <p:grpSp>
        <p:nvGrpSpPr>
          <p:cNvPr id="955" name="Graphic 9">
            <a:extLst>
              <a:ext uri="{FF2B5EF4-FFF2-40B4-BE49-F238E27FC236}">
                <a16:creationId xmlns:a16="http://schemas.microsoft.com/office/drawing/2014/main" id="{851C321A-8DA8-56B5-37DE-5914C156E9BE}"/>
              </a:ext>
            </a:extLst>
          </p:cNvPr>
          <p:cNvGrpSpPr/>
          <p:nvPr/>
        </p:nvGrpSpPr>
        <p:grpSpPr>
          <a:xfrm>
            <a:off x="9889" y="257311"/>
            <a:ext cx="1670345" cy="1524751"/>
            <a:chOff x="124295" y="2452209"/>
            <a:chExt cx="1767734" cy="1613651"/>
          </a:xfrm>
        </p:grpSpPr>
        <p:grpSp>
          <p:nvGrpSpPr>
            <p:cNvPr id="958" name="Graphic 9">
              <a:extLst>
                <a:ext uri="{FF2B5EF4-FFF2-40B4-BE49-F238E27FC236}">
                  <a16:creationId xmlns:a16="http://schemas.microsoft.com/office/drawing/2014/main" id="{18FCBA15-9ED2-D80C-B7D9-AC5847F3803B}"/>
                </a:ext>
              </a:extLst>
            </p:cNvPr>
            <p:cNvGrpSpPr/>
            <p:nvPr/>
          </p:nvGrpSpPr>
          <p:grpSpPr>
            <a:xfrm>
              <a:off x="646540" y="2452209"/>
              <a:ext cx="1245489" cy="1366178"/>
              <a:chOff x="646540" y="2452209"/>
              <a:chExt cx="1245489" cy="1366178"/>
            </a:xfrm>
          </p:grpSpPr>
          <p:sp>
            <p:nvSpPr>
              <p:cNvPr id="959" name="Rectangle 958">
                <a:extLst>
                  <a:ext uri="{FF2B5EF4-FFF2-40B4-BE49-F238E27FC236}">
                    <a16:creationId xmlns:a16="http://schemas.microsoft.com/office/drawing/2014/main" id="{8495C9A4-2A8B-F967-7116-713354A19E93}"/>
                  </a:ext>
                </a:extLst>
              </p:cNvPr>
              <p:cNvSpPr/>
              <p:nvPr/>
            </p:nvSpPr>
            <p:spPr>
              <a:xfrm>
                <a:off x="646540" y="2459233"/>
                <a:ext cx="1245489" cy="1359154"/>
              </a:xfrm>
              <a:prstGeom prst="rect">
                <a:avLst/>
              </a:prstGeom>
              <a:solidFill>
                <a:srgbClr val="FFFFFF"/>
              </a:solidFill>
              <a:ln w="13589" cap="rnd">
                <a:noFill/>
                <a:prstDash val="solid"/>
                <a:round/>
              </a:ln>
            </p:spPr>
            <p:txBody>
              <a:bodyPr/>
              <a:lstStyle/>
              <a:p>
                <a:pPr algn="ctr"/>
                <a:endParaRPr lang="en-US" sz="2646" dirty="0"/>
              </a:p>
            </p:txBody>
          </p:sp>
          <p:sp>
            <p:nvSpPr>
              <p:cNvPr id="1024" name="Freeform 1023">
                <a:extLst>
                  <a:ext uri="{FF2B5EF4-FFF2-40B4-BE49-F238E27FC236}">
                    <a16:creationId xmlns:a16="http://schemas.microsoft.com/office/drawing/2014/main" id="{AC5F9079-5A88-8779-5A25-909C59B0B01F}"/>
                  </a:ext>
                </a:extLst>
              </p:cNvPr>
              <p:cNvSpPr/>
              <p:nvPr/>
            </p:nvSpPr>
            <p:spPr>
              <a:xfrm>
                <a:off x="790177" y="3367664"/>
                <a:ext cx="12700" cy="180466"/>
              </a:xfrm>
              <a:custGeom>
                <a:avLst/>
                <a:gdLst>
                  <a:gd name="csX0" fmla="*/ 0 w 12700"/>
                  <a:gd name="csY0" fmla="*/ 180467 h 180466"/>
                  <a:gd name="csX1" fmla="*/ 0 w 12700"/>
                  <a:gd name="csY1" fmla="*/ 0 h 180466"/>
                </a:gdLst>
                <a:ahLst/>
                <a:cxnLst>
                  <a:cxn ang="0">
                    <a:pos x="csX0" y="csY0"/>
                  </a:cxn>
                  <a:cxn ang="0">
                    <a:pos x="csX1" y="csY1"/>
                  </a:cxn>
                </a:cxnLst>
                <a:rect l="l" t="t" r="r" b="b"/>
                <a:pathLst>
                  <a:path w="12700" h="180466">
                    <a:moveTo>
                      <a:pt x="0" y="180467"/>
                    </a:moveTo>
                    <a:lnTo>
                      <a:pt x="0" y="0"/>
                    </a:lnTo>
                  </a:path>
                </a:pathLst>
              </a:custGeom>
              <a:ln w="13589" cap="flat">
                <a:solidFill>
                  <a:srgbClr val="333333"/>
                </a:solidFill>
                <a:prstDash val="solid"/>
                <a:round/>
              </a:ln>
            </p:spPr>
            <p:txBody>
              <a:bodyPr/>
              <a:lstStyle/>
              <a:p>
                <a:pPr algn="ctr"/>
                <a:endParaRPr lang="en-US" sz="2646"/>
              </a:p>
            </p:txBody>
          </p:sp>
          <p:sp>
            <p:nvSpPr>
              <p:cNvPr id="1025" name="Freeform 1024">
                <a:extLst>
                  <a:ext uri="{FF2B5EF4-FFF2-40B4-BE49-F238E27FC236}">
                    <a16:creationId xmlns:a16="http://schemas.microsoft.com/office/drawing/2014/main" id="{B427DBE3-1483-E475-AA53-AD958B4FDB3A}"/>
                  </a:ext>
                </a:extLst>
              </p:cNvPr>
              <p:cNvSpPr/>
              <p:nvPr/>
            </p:nvSpPr>
            <p:spPr>
              <a:xfrm>
                <a:off x="790177" y="3719073"/>
                <a:ext cx="12700" cy="37591"/>
              </a:xfrm>
              <a:custGeom>
                <a:avLst/>
                <a:gdLst>
                  <a:gd name="csX0" fmla="*/ 0 w 12700"/>
                  <a:gd name="csY0" fmla="*/ 0 h 37591"/>
                  <a:gd name="csX1" fmla="*/ 0 w 12700"/>
                  <a:gd name="csY1" fmla="*/ 37592 h 37591"/>
                </a:gdLst>
                <a:ahLst/>
                <a:cxnLst>
                  <a:cxn ang="0">
                    <a:pos x="csX0" y="csY0"/>
                  </a:cxn>
                  <a:cxn ang="0">
                    <a:pos x="csX1" y="csY1"/>
                  </a:cxn>
                </a:cxnLst>
                <a:rect l="l" t="t" r="r" b="b"/>
                <a:pathLst>
                  <a:path w="12700" h="37591">
                    <a:moveTo>
                      <a:pt x="0" y="0"/>
                    </a:moveTo>
                    <a:lnTo>
                      <a:pt x="0" y="37592"/>
                    </a:lnTo>
                  </a:path>
                </a:pathLst>
              </a:custGeom>
              <a:ln w="13589" cap="flat">
                <a:solidFill>
                  <a:srgbClr val="333333"/>
                </a:solidFill>
                <a:prstDash val="solid"/>
                <a:round/>
              </a:ln>
            </p:spPr>
            <p:txBody>
              <a:bodyPr/>
              <a:lstStyle/>
              <a:p>
                <a:pPr algn="ctr"/>
                <a:endParaRPr lang="en-US" sz="2646"/>
              </a:p>
            </p:txBody>
          </p:sp>
          <p:sp>
            <p:nvSpPr>
              <p:cNvPr id="1026" name="Freeform 1025">
                <a:extLst>
                  <a:ext uri="{FF2B5EF4-FFF2-40B4-BE49-F238E27FC236}">
                    <a16:creationId xmlns:a16="http://schemas.microsoft.com/office/drawing/2014/main" id="{1A120609-7D00-186F-0C88-482013761871}"/>
                  </a:ext>
                </a:extLst>
              </p:cNvPr>
              <p:cNvSpPr/>
              <p:nvPr/>
            </p:nvSpPr>
            <p:spPr>
              <a:xfrm>
                <a:off x="718295" y="3548131"/>
                <a:ext cx="143763" cy="170941"/>
              </a:xfrm>
              <a:custGeom>
                <a:avLst/>
                <a:gdLst>
                  <a:gd name="csX0" fmla="*/ 0 w 143763"/>
                  <a:gd name="csY0" fmla="*/ 0 h 170941"/>
                  <a:gd name="csX1" fmla="*/ 0 w 143763"/>
                  <a:gd name="csY1" fmla="*/ 170942 h 170941"/>
                  <a:gd name="csX2" fmla="*/ 143764 w 143763"/>
                  <a:gd name="csY2" fmla="*/ 170942 h 170941"/>
                  <a:gd name="csX3" fmla="*/ 143764 w 143763"/>
                  <a:gd name="csY3" fmla="*/ 0 h 170941"/>
                  <a:gd name="csX4" fmla="*/ 0 w 143763"/>
                  <a:gd name="csY4" fmla="*/ 0 h 170941"/>
                </a:gdLst>
                <a:ahLst/>
                <a:cxnLst>
                  <a:cxn ang="0">
                    <a:pos x="csX0" y="csY0"/>
                  </a:cxn>
                  <a:cxn ang="0">
                    <a:pos x="csX1" y="csY1"/>
                  </a:cxn>
                  <a:cxn ang="0">
                    <a:pos x="csX2" y="csY2"/>
                  </a:cxn>
                  <a:cxn ang="0">
                    <a:pos x="csX3" y="csY3"/>
                  </a:cxn>
                  <a:cxn ang="0">
                    <a:pos x="csX4" y="csY4"/>
                  </a:cxn>
                </a:cxnLst>
                <a:rect l="l" t="t" r="r" b="b"/>
                <a:pathLst>
                  <a:path w="143763" h="170941">
                    <a:moveTo>
                      <a:pt x="0" y="0"/>
                    </a:moveTo>
                    <a:lnTo>
                      <a:pt x="0" y="170942"/>
                    </a:lnTo>
                    <a:lnTo>
                      <a:pt x="143764" y="170942"/>
                    </a:lnTo>
                    <a:lnTo>
                      <a:pt x="143764"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1027" name="Freeform 1026">
                <a:extLst>
                  <a:ext uri="{FF2B5EF4-FFF2-40B4-BE49-F238E27FC236}">
                    <a16:creationId xmlns:a16="http://schemas.microsoft.com/office/drawing/2014/main" id="{4276A400-7C95-FE16-C9C5-F546829FA5EF}"/>
                  </a:ext>
                </a:extLst>
              </p:cNvPr>
              <p:cNvSpPr/>
              <p:nvPr/>
            </p:nvSpPr>
            <p:spPr>
              <a:xfrm>
                <a:off x="718295" y="3583056"/>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1028" name="Freeform 1027">
                <a:extLst>
                  <a:ext uri="{FF2B5EF4-FFF2-40B4-BE49-F238E27FC236}">
                    <a16:creationId xmlns:a16="http://schemas.microsoft.com/office/drawing/2014/main" id="{BA7C26FD-62A7-5179-2A3F-10EF2C5B3948}"/>
                  </a:ext>
                </a:extLst>
              </p:cNvPr>
              <p:cNvSpPr/>
              <p:nvPr/>
            </p:nvSpPr>
            <p:spPr>
              <a:xfrm>
                <a:off x="1029699" y="3389508"/>
                <a:ext cx="12700" cy="71628"/>
              </a:xfrm>
              <a:custGeom>
                <a:avLst/>
                <a:gdLst>
                  <a:gd name="csX0" fmla="*/ 0 w 12700"/>
                  <a:gd name="csY0" fmla="*/ 71628 h 71628"/>
                  <a:gd name="csX1" fmla="*/ 0 w 12700"/>
                  <a:gd name="csY1" fmla="*/ 0 h 71628"/>
                </a:gdLst>
                <a:ahLst/>
                <a:cxnLst>
                  <a:cxn ang="0">
                    <a:pos x="csX0" y="csY0"/>
                  </a:cxn>
                  <a:cxn ang="0">
                    <a:pos x="csX1" y="csY1"/>
                  </a:cxn>
                </a:cxnLst>
                <a:rect l="l" t="t" r="r" b="b"/>
                <a:pathLst>
                  <a:path w="12700" h="71628">
                    <a:moveTo>
                      <a:pt x="0" y="71628"/>
                    </a:moveTo>
                    <a:lnTo>
                      <a:pt x="0" y="0"/>
                    </a:lnTo>
                  </a:path>
                </a:pathLst>
              </a:custGeom>
              <a:ln w="13589" cap="flat">
                <a:solidFill>
                  <a:srgbClr val="333333"/>
                </a:solidFill>
                <a:prstDash val="solid"/>
                <a:round/>
              </a:ln>
            </p:spPr>
            <p:txBody>
              <a:bodyPr/>
              <a:lstStyle/>
              <a:p>
                <a:pPr algn="ctr"/>
                <a:endParaRPr lang="en-US" sz="2646"/>
              </a:p>
            </p:txBody>
          </p:sp>
          <p:sp>
            <p:nvSpPr>
              <p:cNvPr id="1029" name="Freeform 1028">
                <a:extLst>
                  <a:ext uri="{FF2B5EF4-FFF2-40B4-BE49-F238E27FC236}">
                    <a16:creationId xmlns:a16="http://schemas.microsoft.com/office/drawing/2014/main" id="{9B2C8A95-90B1-7E38-ED9D-880E8B8C66F1}"/>
                  </a:ext>
                </a:extLst>
              </p:cNvPr>
              <p:cNvSpPr/>
              <p:nvPr/>
            </p:nvSpPr>
            <p:spPr>
              <a:xfrm>
                <a:off x="1029699" y="3634872"/>
                <a:ext cx="12700" cy="121793"/>
              </a:xfrm>
              <a:custGeom>
                <a:avLst/>
                <a:gdLst>
                  <a:gd name="csX0" fmla="*/ 0 w 12700"/>
                  <a:gd name="csY0" fmla="*/ 0 h 121793"/>
                  <a:gd name="csX1" fmla="*/ 0 w 12700"/>
                  <a:gd name="csY1" fmla="*/ 121793 h 121793"/>
                </a:gdLst>
                <a:ahLst/>
                <a:cxnLst>
                  <a:cxn ang="0">
                    <a:pos x="csX0" y="csY0"/>
                  </a:cxn>
                  <a:cxn ang="0">
                    <a:pos x="csX1" y="csY1"/>
                  </a:cxn>
                </a:cxnLst>
                <a:rect l="l" t="t" r="r" b="b"/>
                <a:pathLst>
                  <a:path w="12700" h="121793">
                    <a:moveTo>
                      <a:pt x="0" y="0"/>
                    </a:moveTo>
                    <a:lnTo>
                      <a:pt x="0" y="121793"/>
                    </a:lnTo>
                  </a:path>
                </a:pathLst>
              </a:custGeom>
              <a:ln w="13589" cap="flat">
                <a:solidFill>
                  <a:srgbClr val="333333"/>
                </a:solidFill>
                <a:prstDash val="solid"/>
                <a:round/>
              </a:ln>
            </p:spPr>
            <p:txBody>
              <a:bodyPr/>
              <a:lstStyle/>
              <a:p>
                <a:pPr algn="ctr"/>
                <a:endParaRPr lang="en-US" sz="2646"/>
              </a:p>
            </p:txBody>
          </p:sp>
          <p:sp>
            <p:nvSpPr>
              <p:cNvPr id="1030" name="Freeform 1029">
                <a:extLst>
                  <a:ext uri="{FF2B5EF4-FFF2-40B4-BE49-F238E27FC236}">
                    <a16:creationId xmlns:a16="http://schemas.microsoft.com/office/drawing/2014/main" id="{B8E02C1D-12BC-528D-585E-663F67C5EEBB}"/>
                  </a:ext>
                </a:extLst>
              </p:cNvPr>
              <p:cNvSpPr/>
              <p:nvPr/>
            </p:nvSpPr>
            <p:spPr>
              <a:xfrm>
                <a:off x="957817" y="3461136"/>
                <a:ext cx="143763" cy="173736"/>
              </a:xfrm>
              <a:custGeom>
                <a:avLst/>
                <a:gdLst>
                  <a:gd name="csX0" fmla="*/ 0 w 143763"/>
                  <a:gd name="csY0" fmla="*/ 0 h 173736"/>
                  <a:gd name="csX1" fmla="*/ 0 w 143763"/>
                  <a:gd name="csY1" fmla="*/ 173736 h 173736"/>
                  <a:gd name="csX2" fmla="*/ 143764 w 143763"/>
                  <a:gd name="csY2" fmla="*/ 173736 h 173736"/>
                  <a:gd name="csX3" fmla="*/ 143764 w 143763"/>
                  <a:gd name="csY3" fmla="*/ 0 h 173736"/>
                  <a:gd name="csX4" fmla="*/ 0 w 143763"/>
                  <a:gd name="csY4" fmla="*/ 0 h 173736"/>
                </a:gdLst>
                <a:ahLst/>
                <a:cxnLst>
                  <a:cxn ang="0">
                    <a:pos x="csX0" y="csY0"/>
                  </a:cxn>
                  <a:cxn ang="0">
                    <a:pos x="csX1" y="csY1"/>
                  </a:cxn>
                  <a:cxn ang="0">
                    <a:pos x="csX2" y="csY2"/>
                  </a:cxn>
                  <a:cxn ang="0">
                    <a:pos x="csX3" y="csY3"/>
                  </a:cxn>
                  <a:cxn ang="0">
                    <a:pos x="csX4" y="csY4"/>
                  </a:cxn>
                </a:cxnLst>
                <a:rect l="l" t="t" r="r" b="b"/>
                <a:pathLst>
                  <a:path w="143763" h="173736">
                    <a:moveTo>
                      <a:pt x="0" y="0"/>
                    </a:moveTo>
                    <a:lnTo>
                      <a:pt x="0" y="173736"/>
                    </a:lnTo>
                    <a:lnTo>
                      <a:pt x="143764" y="173736"/>
                    </a:lnTo>
                    <a:lnTo>
                      <a:pt x="143764"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1031" name="Freeform 1030">
                <a:extLst>
                  <a:ext uri="{FF2B5EF4-FFF2-40B4-BE49-F238E27FC236}">
                    <a16:creationId xmlns:a16="http://schemas.microsoft.com/office/drawing/2014/main" id="{A7CC2FD5-C9B2-6FEA-3F21-6D7AB769A683}"/>
                  </a:ext>
                </a:extLst>
              </p:cNvPr>
              <p:cNvSpPr/>
              <p:nvPr/>
            </p:nvSpPr>
            <p:spPr>
              <a:xfrm>
                <a:off x="957817" y="3584072"/>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1032" name="Freeform 1031">
                <a:extLst>
                  <a:ext uri="{FF2B5EF4-FFF2-40B4-BE49-F238E27FC236}">
                    <a16:creationId xmlns:a16="http://schemas.microsoft.com/office/drawing/2014/main" id="{81AD1B52-9E45-A284-9628-0FA117E84CC7}"/>
                  </a:ext>
                </a:extLst>
              </p:cNvPr>
              <p:cNvSpPr/>
              <p:nvPr/>
            </p:nvSpPr>
            <p:spPr>
              <a:xfrm>
                <a:off x="1269221" y="3488441"/>
                <a:ext cx="12700" cy="34671"/>
              </a:xfrm>
              <a:custGeom>
                <a:avLst/>
                <a:gdLst>
                  <a:gd name="csX0" fmla="*/ 0 w 12700"/>
                  <a:gd name="csY0" fmla="*/ 34671 h 34671"/>
                  <a:gd name="csX1" fmla="*/ 0 w 12700"/>
                  <a:gd name="csY1" fmla="*/ 0 h 34671"/>
                </a:gdLst>
                <a:ahLst/>
                <a:cxnLst>
                  <a:cxn ang="0">
                    <a:pos x="csX0" y="csY0"/>
                  </a:cxn>
                  <a:cxn ang="0">
                    <a:pos x="csX1" y="csY1"/>
                  </a:cxn>
                </a:cxnLst>
                <a:rect l="l" t="t" r="r" b="b"/>
                <a:pathLst>
                  <a:path w="12700" h="34671">
                    <a:moveTo>
                      <a:pt x="0" y="34671"/>
                    </a:moveTo>
                    <a:lnTo>
                      <a:pt x="0" y="0"/>
                    </a:lnTo>
                  </a:path>
                </a:pathLst>
              </a:custGeom>
              <a:ln w="13589" cap="flat">
                <a:solidFill>
                  <a:srgbClr val="333333"/>
                </a:solidFill>
                <a:prstDash val="solid"/>
                <a:round/>
              </a:ln>
            </p:spPr>
            <p:txBody>
              <a:bodyPr/>
              <a:lstStyle/>
              <a:p>
                <a:pPr algn="ctr"/>
                <a:endParaRPr lang="en-US" sz="2646"/>
              </a:p>
            </p:txBody>
          </p:sp>
          <p:sp>
            <p:nvSpPr>
              <p:cNvPr id="1033" name="Freeform 1032">
                <a:extLst>
                  <a:ext uri="{FF2B5EF4-FFF2-40B4-BE49-F238E27FC236}">
                    <a16:creationId xmlns:a16="http://schemas.microsoft.com/office/drawing/2014/main" id="{907C9BCD-6B53-5547-70F9-8DA1262C0999}"/>
                  </a:ext>
                </a:extLst>
              </p:cNvPr>
              <p:cNvSpPr/>
              <p:nvPr/>
            </p:nvSpPr>
            <p:spPr>
              <a:xfrm>
                <a:off x="1269221" y="3592581"/>
                <a:ext cx="12700" cy="34671"/>
              </a:xfrm>
              <a:custGeom>
                <a:avLst/>
                <a:gdLst>
                  <a:gd name="csX0" fmla="*/ 0 w 12700"/>
                  <a:gd name="csY0" fmla="*/ 0 h 34671"/>
                  <a:gd name="csX1" fmla="*/ 0 w 12700"/>
                  <a:gd name="csY1" fmla="*/ 34671 h 34671"/>
                </a:gdLst>
                <a:ahLst/>
                <a:cxnLst>
                  <a:cxn ang="0">
                    <a:pos x="csX0" y="csY0"/>
                  </a:cxn>
                  <a:cxn ang="0">
                    <a:pos x="csX1" y="csY1"/>
                  </a:cxn>
                </a:cxnLst>
                <a:rect l="l" t="t" r="r" b="b"/>
                <a:pathLst>
                  <a:path w="12700" h="34671">
                    <a:moveTo>
                      <a:pt x="0" y="0"/>
                    </a:moveTo>
                    <a:lnTo>
                      <a:pt x="0" y="34671"/>
                    </a:lnTo>
                  </a:path>
                </a:pathLst>
              </a:custGeom>
              <a:ln w="13589" cap="flat">
                <a:solidFill>
                  <a:srgbClr val="333333"/>
                </a:solidFill>
                <a:prstDash val="solid"/>
                <a:round/>
              </a:ln>
            </p:spPr>
            <p:txBody>
              <a:bodyPr/>
              <a:lstStyle/>
              <a:p>
                <a:pPr algn="ctr"/>
                <a:endParaRPr lang="en-US" sz="2646"/>
              </a:p>
            </p:txBody>
          </p:sp>
          <p:sp>
            <p:nvSpPr>
              <p:cNvPr id="1034" name="Freeform 1033">
                <a:extLst>
                  <a:ext uri="{FF2B5EF4-FFF2-40B4-BE49-F238E27FC236}">
                    <a16:creationId xmlns:a16="http://schemas.microsoft.com/office/drawing/2014/main" id="{89DDD3EB-7F15-EB60-5BEF-974DFA8F974E}"/>
                  </a:ext>
                </a:extLst>
              </p:cNvPr>
              <p:cNvSpPr/>
              <p:nvPr/>
            </p:nvSpPr>
            <p:spPr>
              <a:xfrm>
                <a:off x="1197339" y="3523112"/>
                <a:ext cx="143763" cy="69469"/>
              </a:xfrm>
              <a:custGeom>
                <a:avLst/>
                <a:gdLst>
                  <a:gd name="csX0" fmla="*/ 0 w 143763"/>
                  <a:gd name="csY0" fmla="*/ 0 h 69469"/>
                  <a:gd name="csX1" fmla="*/ 0 w 143763"/>
                  <a:gd name="csY1" fmla="*/ 69469 h 69469"/>
                  <a:gd name="csX2" fmla="*/ 143764 w 143763"/>
                  <a:gd name="csY2" fmla="*/ 69469 h 69469"/>
                  <a:gd name="csX3" fmla="*/ 143764 w 143763"/>
                  <a:gd name="csY3" fmla="*/ 0 h 69469"/>
                  <a:gd name="csX4" fmla="*/ 0 w 143763"/>
                  <a:gd name="csY4" fmla="*/ 0 h 69469"/>
                </a:gdLst>
                <a:ahLst/>
                <a:cxnLst>
                  <a:cxn ang="0">
                    <a:pos x="csX0" y="csY0"/>
                  </a:cxn>
                  <a:cxn ang="0">
                    <a:pos x="csX1" y="csY1"/>
                  </a:cxn>
                  <a:cxn ang="0">
                    <a:pos x="csX2" y="csY2"/>
                  </a:cxn>
                  <a:cxn ang="0">
                    <a:pos x="csX3" y="csY3"/>
                  </a:cxn>
                  <a:cxn ang="0">
                    <a:pos x="csX4" y="csY4"/>
                  </a:cxn>
                </a:cxnLst>
                <a:rect l="l" t="t" r="r" b="b"/>
                <a:pathLst>
                  <a:path w="143763" h="69469">
                    <a:moveTo>
                      <a:pt x="0" y="0"/>
                    </a:moveTo>
                    <a:lnTo>
                      <a:pt x="0" y="69469"/>
                    </a:lnTo>
                    <a:lnTo>
                      <a:pt x="143764" y="69469"/>
                    </a:lnTo>
                    <a:lnTo>
                      <a:pt x="143764"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1035" name="Freeform 1034">
                <a:extLst>
                  <a:ext uri="{FF2B5EF4-FFF2-40B4-BE49-F238E27FC236}">
                    <a16:creationId xmlns:a16="http://schemas.microsoft.com/office/drawing/2014/main" id="{3DA4E35D-A218-D7AB-6EDD-FEBCF4C4A1F6}"/>
                  </a:ext>
                </a:extLst>
              </p:cNvPr>
              <p:cNvSpPr/>
              <p:nvPr/>
            </p:nvSpPr>
            <p:spPr>
              <a:xfrm>
                <a:off x="1197339" y="3557910"/>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1036" name="Freeform 1035">
                <a:extLst>
                  <a:ext uri="{FF2B5EF4-FFF2-40B4-BE49-F238E27FC236}">
                    <a16:creationId xmlns:a16="http://schemas.microsoft.com/office/drawing/2014/main" id="{89176DC5-241E-0F09-35FE-7E97AC2EF9BD}"/>
                  </a:ext>
                </a:extLst>
              </p:cNvPr>
              <p:cNvSpPr/>
              <p:nvPr/>
            </p:nvSpPr>
            <p:spPr>
              <a:xfrm>
                <a:off x="1748265" y="2932943"/>
                <a:ext cx="12700" cy="125475"/>
              </a:xfrm>
              <a:custGeom>
                <a:avLst/>
                <a:gdLst>
                  <a:gd name="csX0" fmla="*/ 0 w 12700"/>
                  <a:gd name="csY0" fmla="*/ 125476 h 125475"/>
                  <a:gd name="csX1" fmla="*/ 0 w 12700"/>
                  <a:gd name="csY1" fmla="*/ 0 h 125475"/>
                </a:gdLst>
                <a:ahLst/>
                <a:cxnLst>
                  <a:cxn ang="0">
                    <a:pos x="csX0" y="csY0"/>
                  </a:cxn>
                  <a:cxn ang="0">
                    <a:pos x="csX1" y="csY1"/>
                  </a:cxn>
                </a:cxnLst>
                <a:rect l="l" t="t" r="r" b="b"/>
                <a:pathLst>
                  <a:path w="12700" h="125475">
                    <a:moveTo>
                      <a:pt x="0" y="125476"/>
                    </a:moveTo>
                    <a:lnTo>
                      <a:pt x="0" y="0"/>
                    </a:lnTo>
                  </a:path>
                </a:pathLst>
              </a:custGeom>
              <a:ln w="13589" cap="flat">
                <a:solidFill>
                  <a:srgbClr val="333333"/>
                </a:solidFill>
                <a:prstDash val="solid"/>
                <a:round/>
              </a:ln>
            </p:spPr>
            <p:txBody>
              <a:bodyPr/>
              <a:lstStyle/>
              <a:p>
                <a:pPr algn="ctr"/>
                <a:endParaRPr lang="en-US" sz="2646"/>
              </a:p>
            </p:txBody>
          </p:sp>
          <p:sp>
            <p:nvSpPr>
              <p:cNvPr id="1037" name="Freeform 1036">
                <a:extLst>
                  <a:ext uri="{FF2B5EF4-FFF2-40B4-BE49-F238E27FC236}">
                    <a16:creationId xmlns:a16="http://schemas.microsoft.com/office/drawing/2014/main" id="{4B16874A-A594-567D-AE23-1FE28C67E579}"/>
                  </a:ext>
                </a:extLst>
              </p:cNvPr>
              <p:cNvSpPr/>
              <p:nvPr/>
            </p:nvSpPr>
            <p:spPr>
              <a:xfrm>
                <a:off x="1748265" y="3366648"/>
                <a:ext cx="12700" cy="56895"/>
              </a:xfrm>
              <a:custGeom>
                <a:avLst/>
                <a:gdLst>
                  <a:gd name="csX0" fmla="*/ 0 w 12700"/>
                  <a:gd name="csY0" fmla="*/ 0 h 56895"/>
                  <a:gd name="csX1" fmla="*/ 0 w 12700"/>
                  <a:gd name="csY1" fmla="*/ 56896 h 56895"/>
                </a:gdLst>
                <a:ahLst/>
                <a:cxnLst>
                  <a:cxn ang="0">
                    <a:pos x="csX0" y="csY0"/>
                  </a:cxn>
                  <a:cxn ang="0">
                    <a:pos x="csX1" y="csY1"/>
                  </a:cxn>
                </a:cxnLst>
                <a:rect l="l" t="t" r="r" b="b"/>
                <a:pathLst>
                  <a:path w="12700" h="56895">
                    <a:moveTo>
                      <a:pt x="0" y="0"/>
                    </a:moveTo>
                    <a:lnTo>
                      <a:pt x="0" y="56896"/>
                    </a:lnTo>
                  </a:path>
                </a:pathLst>
              </a:custGeom>
              <a:ln w="13589" cap="flat">
                <a:solidFill>
                  <a:srgbClr val="333333"/>
                </a:solidFill>
                <a:prstDash val="solid"/>
                <a:round/>
              </a:ln>
            </p:spPr>
            <p:txBody>
              <a:bodyPr/>
              <a:lstStyle/>
              <a:p>
                <a:pPr algn="ctr"/>
                <a:endParaRPr lang="en-US" sz="2646"/>
              </a:p>
            </p:txBody>
          </p:sp>
          <p:sp>
            <p:nvSpPr>
              <p:cNvPr id="1038" name="Freeform 1037">
                <a:extLst>
                  <a:ext uri="{FF2B5EF4-FFF2-40B4-BE49-F238E27FC236}">
                    <a16:creationId xmlns:a16="http://schemas.microsoft.com/office/drawing/2014/main" id="{9172223B-2FF8-9C0E-B2D1-C43CF13649FF}"/>
                  </a:ext>
                </a:extLst>
              </p:cNvPr>
              <p:cNvSpPr/>
              <p:nvPr/>
            </p:nvSpPr>
            <p:spPr>
              <a:xfrm>
                <a:off x="1676383" y="3058418"/>
                <a:ext cx="143636" cy="308229"/>
              </a:xfrm>
              <a:custGeom>
                <a:avLst/>
                <a:gdLst>
                  <a:gd name="csX0" fmla="*/ 0 w 143636"/>
                  <a:gd name="csY0" fmla="*/ 0 h 308229"/>
                  <a:gd name="csX1" fmla="*/ 0 w 143636"/>
                  <a:gd name="csY1" fmla="*/ 308229 h 308229"/>
                  <a:gd name="csX2" fmla="*/ 143637 w 143636"/>
                  <a:gd name="csY2" fmla="*/ 308229 h 308229"/>
                  <a:gd name="csX3" fmla="*/ 143637 w 143636"/>
                  <a:gd name="csY3" fmla="*/ 0 h 308229"/>
                  <a:gd name="csX4" fmla="*/ 0 w 143636"/>
                  <a:gd name="csY4" fmla="*/ 0 h 308229"/>
                </a:gdLst>
                <a:ahLst/>
                <a:cxnLst>
                  <a:cxn ang="0">
                    <a:pos x="csX0" y="csY0"/>
                  </a:cxn>
                  <a:cxn ang="0">
                    <a:pos x="csX1" y="csY1"/>
                  </a:cxn>
                  <a:cxn ang="0">
                    <a:pos x="csX2" y="csY2"/>
                  </a:cxn>
                  <a:cxn ang="0">
                    <a:pos x="csX3" y="csY3"/>
                  </a:cxn>
                  <a:cxn ang="0">
                    <a:pos x="csX4" y="csY4"/>
                  </a:cxn>
                </a:cxnLst>
                <a:rect l="l" t="t" r="r" b="b"/>
                <a:pathLst>
                  <a:path w="143636" h="308229">
                    <a:moveTo>
                      <a:pt x="0" y="0"/>
                    </a:moveTo>
                    <a:lnTo>
                      <a:pt x="0" y="308229"/>
                    </a:lnTo>
                    <a:lnTo>
                      <a:pt x="143637" y="308229"/>
                    </a:lnTo>
                    <a:lnTo>
                      <a:pt x="143637"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1039" name="Freeform 1038">
                <a:extLst>
                  <a:ext uri="{FF2B5EF4-FFF2-40B4-BE49-F238E27FC236}">
                    <a16:creationId xmlns:a16="http://schemas.microsoft.com/office/drawing/2014/main" id="{11773EA3-D0F6-9280-3242-4A335B5007EB}"/>
                  </a:ext>
                </a:extLst>
              </p:cNvPr>
              <p:cNvSpPr/>
              <p:nvPr/>
            </p:nvSpPr>
            <p:spPr>
              <a:xfrm>
                <a:off x="1676383" y="3160527"/>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pPr algn="ctr"/>
                <a:endParaRPr lang="en-US" sz="2646"/>
              </a:p>
            </p:txBody>
          </p:sp>
          <p:sp>
            <p:nvSpPr>
              <p:cNvPr id="1040" name="Oval 1039">
                <a:extLst>
                  <a:ext uri="{FF2B5EF4-FFF2-40B4-BE49-F238E27FC236}">
                    <a16:creationId xmlns:a16="http://schemas.microsoft.com/office/drawing/2014/main" id="{179D8412-D23D-A21F-C3A5-2D5A0D4A88DD}"/>
                  </a:ext>
                </a:extLst>
              </p:cNvPr>
              <p:cNvSpPr/>
              <p:nvPr/>
            </p:nvSpPr>
            <p:spPr>
              <a:xfrm>
                <a:off x="792082" y="3523620"/>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1" name="Oval 1040">
                <a:extLst>
                  <a:ext uri="{FF2B5EF4-FFF2-40B4-BE49-F238E27FC236}">
                    <a16:creationId xmlns:a16="http://schemas.microsoft.com/office/drawing/2014/main" id="{855317E0-39DE-5766-229A-C0E1B785C28C}"/>
                  </a:ext>
                </a:extLst>
              </p:cNvPr>
              <p:cNvSpPr/>
              <p:nvPr/>
            </p:nvSpPr>
            <p:spPr>
              <a:xfrm>
                <a:off x="793098" y="3736345"/>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2" name="Oval 1041">
                <a:extLst>
                  <a:ext uri="{FF2B5EF4-FFF2-40B4-BE49-F238E27FC236}">
                    <a16:creationId xmlns:a16="http://schemas.microsoft.com/office/drawing/2014/main" id="{9207579E-3C31-BDBE-2B08-AAAD54CFBFA8}"/>
                  </a:ext>
                </a:extLst>
              </p:cNvPr>
              <p:cNvSpPr/>
              <p:nvPr/>
            </p:nvSpPr>
            <p:spPr>
              <a:xfrm>
                <a:off x="761856" y="359016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3" name="Oval 1042">
                <a:extLst>
                  <a:ext uri="{FF2B5EF4-FFF2-40B4-BE49-F238E27FC236}">
                    <a16:creationId xmlns:a16="http://schemas.microsoft.com/office/drawing/2014/main" id="{F919EFA5-77DC-4A37-7623-929F3C54E368}"/>
                  </a:ext>
                </a:extLst>
              </p:cNvPr>
              <p:cNvSpPr/>
              <p:nvPr/>
            </p:nvSpPr>
            <p:spPr>
              <a:xfrm>
                <a:off x="788018" y="3349630"/>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4" name="Oval 1043">
                <a:extLst>
                  <a:ext uri="{FF2B5EF4-FFF2-40B4-BE49-F238E27FC236}">
                    <a16:creationId xmlns:a16="http://schemas.microsoft.com/office/drawing/2014/main" id="{DF4F412F-94BD-8CA8-9A0A-800199E52A46}"/>
                  </a:ext>
                </a:extLst>
              </p:cNvPr>
              <p:cNvSpPr/>
              <p:nvPr/>
            </p:nvSpPr>
            <p:spPr>
              <a:xfrm>
                <a:off x="773032" y="353987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5" name="Oval 1044">
                <a:extLst>
                  <a:ext uri="{FF2B5EF4-FFF2-40B4-BE49-F238E27FC236}">
                    <a16:creationId xmlns:a16="http://schemas.microsoft.com/office/drawing/2014/main" id="{7AFE1EB0-4C86-7452-B38A-FD946D71C2B1}"/>
                  </a:ext>
                </a:extLst>
              </p:cNvPr>
              <p:cNvSpPr/>
              <p:nvPr/>
            </p:nvSpPr>
            <p:spPr>
              <a:xfrm>
                <a:off x="1022967" y="337172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6" name="Oval 1045">
                <a:extLst>
                  <a:ext uri="{FF2B5EF4-FFF2-40B4-BE49-F238E27FC236}">
                    <a16:creationId xmlns:a16="http://schemas.microsoft.com/office/drawing/2014/main" id="{4E6A4401-910F-5E0F-199E-CA78E1482A71}"/>
                  </a:ext>
                </a:extLst>
              </p:cNvPr>
              <p:cNvSpPr/>
              <p:nvPr/>
            </p:nvSpPr>
            <p:spPr>
              <a:xfrm>
                <a:off x="994139" y="3162940"/>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7" name="Oval 1046">
                <a:extLst>
                  <a:ext uri="{FF2B5EF4-FFF2-40B4-BE49-F238E27FC236}">
                    <a16:creationId xmlns:a16="http://schemas.microsoft.com/office/drawing/2014/main" id="{AF041F67-5BD9-E72B-9681-FD0217494153}"/>
                  </a:ext>
                </a:extLst>
              </p:cNvPr>
              <p:cNvSpPr/>
              <p:nvPr/>
            </p:nvSpPr>
            <p:spPr>
              <a:xfrm>
                <a:off x="1019158" y="363639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9" name="Oval 1048">
                <a:extLst>
                  <a:ext uri="{FF2B5EF4-FFF2-40B4-BE49-F238E27FC236}">
                    <a16:creationId xmlns:a16="http://schemas.microsoft.com/office/drawing/2014/main" id="{8BB12702-63BE-7C2D-5A82-2C6BB629E86B}"/>
                  </a:ext>
                </a:extLst>
              </p:cNvPr>
              <p:cNvSpPr/>
              <p:nvPr/>
            </p:nvSpPr>
            <p:spPr>
              <a:xfrm>
                <a:off x="1021444" y="351320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0" name="Oval 1049">
                <a:extLst>
                  <a:ext uri="{FF2B5EF4-FFF2-40B4-BE49-F238E27FC236}">
                    <a16:creationId xmlns:a16="http://schemas.microsoft.com/office/drawing/2014/main" id="{63A67946-DBA9-5DBF-8D56-F0524FE90CD9}"/>
                  </a:ext>
                </a:extLst>
              </p:cNvPr>
              <p:cNvSpPr/>
              <p:nvPr/>
            </p:nvSpPr>
            <p:spPr>
              <a:xfrm>
                <a:off x="1022205" y="3565149"/>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2" name="Oval 1051">
                <a:extLst>
                  <a:ext uri="{FF2B5EF4-FFF2-40B4-BE49-F238E27FC236}">
                    <a16:creationId xmlns:a16="http://schemas.microsoft.com/office/drawing/2014/main" id="{F318E90C-B826-A782-D42E-5DE65AB8EFCA}"/>
                  </a:ext>
                </a:extLst>
              </p:cNvPr>
              <p:cNvSpPr/>
              <p:nvPr/>
            </p:nvSpPr>
            <p:spPr>
              <a:xfrm>
                <a:off x="1032492" y="3598550"/>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3" name="Oval 1052">
                <a:extLst>
                  <a:ext uri="{FF2B5EF4-FFF2-40B4-BE49-F238E27FC236}">
                    <a16:creationId xmlns:a16="http://schemas.microsoft.com/office/drawing/2014/main" id="{5FDDE465-AC93-9BAA-2235-527E4C6B0AE8}"/>
                  </a:ext>
                </a:extLst>
              </p:cNvPr>
              <p:cNvSpPr/>
              <p:nvPr/>
            </p:nvSpPr>
            <p:spPr>
              <a:xfrm>
                <a:off x="1239503" y="346875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4" name="Oval 1053">
                <a:extLst>
                  <a:ext uri="{FF2B5EF4-FFF2-40B4-BE49-F238E27FC236}">
                    <a16:creationId xmlns:a16="http://schemas.microsoft.com/office/drawing/2014/main" id="{BE57C17A-E7C6-3C96-72F4-DA817CFED505}"/>
                  </a:ext>
                </a:extLst>
              </p:cNvPr>
              <p:cNvSpPr/>
              <p:nvPr/>
            </p:nvSpPr>
            <p:spPr>
              <a:xfrm>
                <a:off x="1249409" y="361175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5" name="Oval 1054">
                <a:extLst>
                  <a:ext uri="{FF2B5EF4-FFF2-40B4-BE49-F238E27FC236}">
                    <a16:creationId xmlns:a16="http://schemas.microsoft.com/office/drawing/2014/main" id="{58A90D48-A4C4-7ACB-74C6-CBC3403B49AD}"/>
                  </a:ext>
                </a:extLst>
              </p:cNvPr>
              <p:cNvSpPr/>
              <p:nvPr/>
            </p:nvSpPr>
            <p:spPr>
              <a:xfrm>
                <a:off x="1511791" y="342125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6" name="Oval 1055">
                <a:extLst>
                  <a:ext uri="{FF2B5EF4-FFF2-40B4-BE49-F238E27FC236}">
                    <a16:creationId xmlns:a16="http://schemas.microsoft.com/office/drawing/2014/main" id="{C9C69FD8-53DD-03F6-FC84-0ABD40F43DD1}"/>
                  </a:ext>
                </a:extLst>
              </p:cNvPr>
              <p:cNvSpPr/>
              <p:nvPr/>
            </p:nvSpPr>
            <p:spPr>
              <a:xfrm>
                <a:off x="1753090" y="3194944"/>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7" name="Oval 1056">
                <a:extLst>
                  <a:ext uri="{FF2B5EF4-FFF2-40B4-BE49-F238E27FC236}">
                    <a16:creationId xmlns:a16="http://schemas.microsoft.com/office/drawing/2014/main" id="{964A9DA4-A42A-0E3A-22E2-8B8A4D97E8C3}"/>
                  </a:ext>
                </a:extLst>
              </p:cNvPr>
              <p:cNvSpPr/>
              <p:nvPr/>
            </p:nvSpPr>
            <p:spPr>
              <a:xfrm>
                <a:off x="1711816" y="3024002"/>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8" name="Oval 1057">
                <a:extLst>
                  <a:ext uri="{FF2B5EF4-FFF2-40B4-BE49-F238E27FC236}">
                    <a16:creationId xmlns:a16="http://schemas.microsoft.com/office/drawing/2014/main" id="{7A8E8772-E818-81E8-8126-0E6C0339F930}"/>
                  </a:ext>
                </a:extLst>
              </p:cNvPr>
              <p:cNvSpPr/>
              <p:nvPr/>
            </p:nvSpPr>
            <p:spPr>
              <a:xfrm>
                <a:off x="1728961" y="2915417"/>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9" name="Oval 1058">
                <a:extLst>
                  <a:ext uri="{FF2B5EF4-FFF2-40B4-BE49-F238E27FC236}">
                    <a16:creationId xmlns:a16="http://schemas.microsoft.com/office/drawing/2014/main" id="{580BEBBE-88DD-7FA4-5EB2-E9771AD77986}"/>
                  </a:ext>
                </a:extLst>
              </p:cNvPr>
              <p:cNvSpPr/>
              <p:nvPr/>
            </p:nvSpPr>
            <p:spPr>
              <a:xfrm>
                <a:off x="1733025" y="3399541"/>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60" name="Oval 1059">
                <a:extLst>
                  <a:ext uri="{FF2B5EF4-FFF2-40B4-BE49-F238E27FC236}">
                    <a16:creationId xmlns:a16="http://schemas.microsoft.com/office/drawing/2014/main" id="{00BBA1FA-B4DE-BD19-9ADA-34232D69F283}"/>
                  </a:ext>
                </a:extLst>
              </p:cNvPr>
              <p:cNvSpPr/>
              <p:nvPr/>
            </p:nvSpPr>
            <p:spPr>
              <a:xfrm>
                <a:off x="1749534" y="3407796"/>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61" name="Oval 1060">
                <a:extLst>
                  <a:ext uri="{FF2B5EF4-FFF2-40B4-BE49-F238E27FC236}">
                    <a16:creationId xmlns:a16="http://schemas.microsoft.com/office/drawing/2014/main" id="{6724F0F7-B284-8ECE-5D19-D522EB0B5007}"/>
                  </a:ext>
                </a:extLst>
              </p:cNvPr>
              <p:cNvSpPr/>
              <p:nvPr/>
            </p:nvSpPr>
            <p:spPr>
              <a:xfrm>
                <a:off x="1712832" y="3085724"/>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62" name="TextBox 1061">
                <a:extLst>
                  <a:ext uri="{FF2B5EF4-FFF2-40B4-BE49-F238E27FC236}">
                    <a16:creationId xmlns:a16="http://schemas.microsoft.com/office/drawing/2014/main" id="{3E5C6491-FF00-0050-36E2-B86F12A3257D}"/>
                  </a:ext>
                </a:extLst>
              </p:cNvPr>
              <p:cNvSpPr txBox="1"/>
              <p:nvPr/>
            </p:nvSpPr>
            <p:spPr>
              <a:xfrm>
                <a:off x="651183" y="2706743"/>
                <a:ext cx="570353"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p = 0.586</a:t>
                </a:r>
              </a:p>
            </p:txBody>
          </p:sp>
          <p:sp>
            <p:nvSpPr>
              <p:cNvPr id="1063" name="Freeform 1062">
                <a:extLst>
                  <a:ext uri="{FF2B5EF4-FFF2-40B4-BE49-F238E27FC236}">
                    <a16:creationId xmlns:a16="http://schemas.microsoft.com/office/drawing/2014/main" id="{1881BA85-8456-B086-4EA1-8C555787251F}"/>
                  </a:ext>
                </a:extLst>
              </p:cNvPr>
              <p:cNvSpPr/>
              <p:nvPr/>
            </p:nvSpPr>
            <p:spPr>
              <a:xfrm>
                <a:off x="790177" y="2850520"/>
                <a:ext cx="215518" cy="12700"/>
              </a:xfrm>
              <a:custGeom>
                <a:avLst/>
                <a:gdLst>
                  <a:gd name="csX0" fmla="*/ 0 w 215518"/>
                  <a:gd name="csY0" fmla="*/ 0 h 12700"/>
                  <a:gd name="csX1" fmla="*/ 215519 w 215518"/>
                  <a:gd name="csY1" fmla="*/ 0 h 12700"/>
                </a:gdLst>
                <a:ahLst/>
                <a:cxnLst>
                  <a:cxn ang="0">
                    <a:pos x="csX0" y="csY0"/>
                  </a:cxn>
                  <a:cxn ang="0">
                    <a:pos x="csX1" y="csY1"/>
                  </a:cxn>
                </a:cxnLst>
                <a:rect l="l" t="t" r="r" b="b"/>
                <a:pathLst>
                  <a:path w="215518" h="12700">
                    <a:moveTo>
                      <a:pt x="0" y="0"/>
                    </a:moveTo>
                    <a:lnTo>
                      <a:pt x="215519" y="0"/>
                    </a:lnTo>
                  </a:path>
                </a:pathLst>
              </a:custGeom>
              <a:ln w="13589" cap="rnd">
                <a:solidFill>
                  <a:srgbClr val="000000"/>
                </a:solidFill>
                <a:prstDash val="solid"/>
                <a:round/>
              </a:ln>
            </p:spPr>
            <p:txBody>
              <a:bodyPr/>
              <a:lstStyle/>
              <a:p>
                <a:pPr algn="ctr"/>
                <a:endParaRPr lang="en-US" sz="2646"/>
              </a:p>
            </p:txBody>
          </p:sp>
          <p:sp>
            <p:nvSpPr>
              <p:cNvPr id="1064" name="TextBox 1063">
                <a:extLst>
                  <a:ext uri="{FF2B5EF4-FFF2-40B4-BE49-F238E27FC236}">
                    <a16:creationId xmlns:a16="http://schemas.microsoft.com/office/drawing/2014/main" id="{EC066021-8796-64A0-12C3-7CFF96706EFC}"/>
                  </a:ext>
                </a:extLst>
              </p:cNvPr>
              <p:cNvSpPr txBox="1"/>
              <p:nvPr/>
            </p:nvSpPr>
            <p:spPr>
              <a:xfrm>
                <a:off x="1204939" y="2658076"/>
                <a:ext cx="395617"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1065" name="Freeform 1064">
                <a:extLst>
                  <a:ext uri="{FF2B5EF4-FFF2-40B4-BE49-F238E27FC236}">
                    <a16:creationId xmlns:a16="http://schemas.microsoft.com/office/drawing/2014/main" id="{2368E3D2-3521-DD20-BA81-AA08CCB27BFB}"/>
                  </a:ext>
                </a:extLst>
              </p:cNvPr>
              <p:cNvSpPr/>
              <p:nvPr/>
            </p:nvSpPr>
            <p:spPr>
              <a:xfrm>
                <a:off x="1053702" y="2850520"/>
                <a:ext cx="694563" cy="12700"/>
              </a:xfrm>
              <a:custGeom>
                <a:avLst/>
                <a:gdLst>
                  <a:gd name="csX0" fmla="*/ 0 w 694563"/>
                  <a:gd name="csY0" fmla="*/ 0 h 12700"/>
                  <a:gd name="csX1" fmla="*/ 694563 w 694563"/>
                  <a:gd name="csY1" fmla="*/ 0 h 12700"/>
                </a:gdLst>
                <a:ahLst/>
                <a:cxnLst>
                  <a:cxn ang="0">
                    <a:pos x="csX0" y="csY0"/>
                  </a:cxn>
                  <a:cxn ang="0">
                    <a:pos x="csX1" y="csY1"/>
                  </a:cxn>
                </a:cxnLst>
                <a:rect l="l" t="t" r="r" b="b"/>
                <a:pathLst>
                  <a:path w="694563" h="12700">
                    <a:moveTo>
                      <a:pt x="0" y="0"/>
                    </a:moveTo>
                    <a:lnTo>
                      <a:pt x="694563" y="0"/>
                    </a:lnTo>
                  </a:path>
                </a:pathLst>
              </a:custGeom>
              <a:ln w="13589" cap="rnd">
                <a:solidFill>
                  <a:srgbClr val="000000"/>
                </a:solidFill>
                <a:prstDash val="solid"/>
                <a:round/>
              </a:ln>
            </p:spPr>
            <p:txBody>
              <a:bodyPr/>
              <a:lstStyle/>
              <a:p>
                <a:pPr algn="ctr"/>
                <a:endParaRPr lang="en-US" sz="2646"/>
              </a:p>
            </p:txBody>
          </p:sp>
          <p:sp>
            <p:nvSpPr>
              <p:cNvPr id="1066" name="TextBox 1065">
                <a:extLst>
                  <a:ext uri="{FF2B5EF4-FFF2-40B4-BE49-F238E27FC236}">
                    <a16:creationId xmlns:a16="http://schemas.microsoft.com/office/drawing/2014/main" id="{B62CB0E6-2F2F-A10D-77B8-A62792B54639}"/>
                  </a:ext>
                </a:extLst>
              </p:cNvPr>
              <p:cNvSpPr txBox="1"/>
              <p:nvPr/>
            </p:nvSpPr>
            <p:spPr>
              <a:xfrm>
                <a:off x="1073239" y="2452209"/>
                <a:ext cx="395617"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1067" name="Freeform 1066">
                <a:extLst>
                  <a:ext uri="{FF2B5EF4-FFF2-40B4-BE49-F238E27FC236}">
                    <a16:creationId xmlns:a16="http://schemas.microsoft.com/office/drawing/2014/main" id="{693120CD-F06C-47F4-9211-654B490DDA32}"/>
                  </a:ext>
                </a:extLst>
              </p:cNvPr>
              <p:cNvSpPr/>
              <p:nvPr/>
            </p:nvSpPr>
            <p:spPr>
              <a:xfrm>
                <a:off x="790177" y="2644526"/>
                <a:ext cx="958088" cy="12700"/>
              </a:xfrm>
              <a:custGeom>
                <a:avLst/>
                <a:gdLst>
                  <a:gd name="csX0" fmla="*/ 0 w 958088"/>
                  <a:gd name="csY0" fmla="*/ 0 h 12700"/>
                  <a:gd name="csX1" fmla="*/ 958088 w 958088"/>
                  <a:gd name="csY1" fmla="*/ 0 h 12700"/>
                </a:gdLst>
                <a:ahLst/>
                <a:cxnLst>
                  <a:cxn ang="0">
                    <a:pos x="csX0" y="csY0"/>
                  </a:cxn>
                  <a:cxn ang="0">
                    <a:pos x="csX1" y="csY1"/>
                  </a:cxn>
                </a:cxnLst>
                <a:rect l="l" t="t" r="r" b="b"/>
                <a:pathLst>
                  <a:path w="958088" h="12700">
                    <a:moveTo>
                      <a:pt x="0" y="0"/>
                    </a:moveTo>
                    <a:lnTo>
                      <a:pt x="958088" y="0"/>
                    </a:lnTo>
                  </a:path>
                </a:pathLst>
              </a:custGeom>
              <a:ln w="13589" cap="rnd">
                <a:solidFill>
                  <a:srgbClr val="000000"/>
                </a:solidFill>
                <a:prstDash val="solid"/>
                <a:round/>
              </a:ln>
            </p:spPr>
            <p:txBody>
              <a:bodyPr/>
              <a:lstStyle/>
              <a:p>
                <a:pPr algn="ctr"/>
                <a:endParaRPr lang="en-US" sz="2646"/>
              </a:p>
            </p:txBody>
          </p:sp>
        </p:grpSp>
        <p:grpSp>
          <p:nvGrpSpPr>
            <p:cNvPr id="1068" name="Graphic 9">
              <a:extLst>
                <a:ext uri="{FF2B5EF4-FFF2-40B4-BE49-F238E27FC236}">
                  <a16:creationId xmlns:a16="http://schemas.microsoft.com/office/drawing/2014/main" id="{A3A6891C-1A16-FBE5-8B39-CEBE163F2A8D}"/>
                </a:ext>
              </a:extLst>
            </p:cNvPr>
            <p:cNvGrpSpPr/>
            <p:nvPr/>
          </p:nvGrpSpPr>
          <p:grpSpPr>
            <a:xfrm>
              <a:off x="124295" y="2459233"/>
              <a:ext cx="1767606" cy="1606627"/>
              <a:chOff x="124295" y="2459233"/>
              <a:chExt cx="1767606" cy="1606627"/>
            </a:xfrm>
          </p:grpSpPr>
          <p:sp>
            <p:nvSpPr>
              <p:cNvPr id="1069" name="Freeform 1068">
                <a:extLst>
                  <a:ext uri="{FF2B5EF4-FFF2-40B4-BE49-F238E27FC236}">
                    <a16:creationId xmlns:a16="http://schemas.microsoft.com/office/drawing/2014/main" id="{274F8104-A74F-3F10-E13B-56CB0BD4223C}"/>
                  </a:ext>
                </a:extLst>
              </p:cNvPr>
              <p:cNvSpPr/>
              <p:nvPr/>
            </p:nvSpPr>
            <p:spPr>
              <a:xfrm>
                <a:off x="646539" y="2459233"/>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pPr algn="ctr"/>
                <a:endParaRPr lang="en-US" sz="2646"/>
              </a:p>
            </p:txBody>
          </p:sp>
          <p:sp>
            <p:nvSpPr>
              <p:cNvPr id="1070" name="TextBox 1069">
                <a:extLst>
                  <a:ext uri="{FF2B5EF4-FFF2-40B4-BE49-F238E27FC236}">
                    <a16:creationId xmlns:a16="http://schemas.microsoft.com/office/drawing/2014/main" id="{DE040BA4-A984-4EA8-FA52-FE84D5D088DF}"/>
                  </a:ext>
                </a:extLst>
              </p:cNvPr>
              <p:cNvSpPr txBox="1"/>
              <p:nvPr/>
            </p:nvSpPr>
            <p:spPr>
              <a:xfrm>
                <a:off x="268201" y="3630726"/>
                <a:ext cx="444814"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0.00</a:t>
                </a:r>
              </a:p>
            </p:txBody>
          </p:sp>
          <p:sp>
            <p:nvSpPr>
              <p:cNvPr id="1071" name="TextBox 1070">
                <a:extLst>
                  <a:ext uri="{FF2B5EF4-FFF2-40B4-BE49-F238E27FC236}">
                    <a16:creationId xmlns:a16="http://schemas.microsoft.com/office/drawing/2014/main" id="{82144F4D-EC8C-00A0-1F8F-AB2E682AAF66}"/>
                  </a:ext>
                </a:extLst>
              </p:cNvPr>
              <p:cNvSpPr txBox="1"/>
              <p:nvPr/>
            </p:nvSpPr>
            <p:spPr>
              <a:xfrm>
                <a:off x="268201" y="3342944"/>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0.05</a:t>
                </a:r>
              </a:p>
            </p:txBody>
          </p:sp>
          <p:sp>
            <p:nvSpPr>
              <p:cNvPr id="1072" name="TextBox 1071">
                <a:extLst>
                  <a:ext uri="{FF2B5EF4-FFF2-40B4-BE49-F238E27FC236}">
                    <a16:creationId xmlns:a16="http://schemas.microsoft.com/office/drawing/2014/main" id="{AFC07948-3F9D-36E8-0982-0B9F2E7D77E0}"/>
                  </a:ext>
                </a:extLst>
              </p:cNvPr>
              <p:cNvSpPr txBox="1"/>
              <p:nvPr/>
            </p:nvSpPr>
            <p:spPr>
              <a:xfrm>
                <a:off x="268201" y="3055162"/>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0.10</a:t>
                </a:r>
              </a:p>
            </p:txBody>
          </p:sp>
          <p:sp>
            <p:nvSpPr>
              <p:cNvPr id="1073" name="TextBox 1072">
                <a:extLst>
                  <a:ext uri="{FF2B5EF4-FFF2-40B4-BE49-F238E27FC236}">
                    <a16:creationId xmlns:a16="http://schemas.microsoft.com/office/drawing/2014/main" id="{D150724D-7AB5-D03C-BC93-CA4237D0F005}"/>
                  </a:ext>
                </a:extLst>
              </p:cNvPr>
              <p:cNvSpPr txBox="1"/>
              <p:nvPr/>
            </p:nvSpPr>
            <p:spPr>
              <a:xfrm>
                <a:off x="268201" y="2767380"/>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0.15</a:t>
                </a:r>
              </a:p>
            </p:txBody>
          </p:sp>
          <p:sp>
            <p:nvSpPr>
              <p:cNvPr id="1075" name="Freeform 1074">
                <a:extLst>
                  <a:ext uri="{FF2B5EF4-FFF2-40B4-BE49-F238E27FC236}">
                    <a16:creationId xmlns:a16="http://schemas.microsoft.com/office/drawing/2014/main" id="{23D1FC5B-755D-33E3-1FDD-8EF4A172CA45}"/>
                  </a:ext>
                </a:extLst>
              </p:cNvPr>
              <p:cNvSpPr/>
              <p:nvPr/>
            </p:nvSpPr>
            <p:spPr>
              <a:xfrm>
                <a:off x="611742" y="375666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076" name="Freeform 1075">
                <a:extLst>
                  <a:ext uri="{FF2B5EF4-FFF2-40B4-BE49-F238E27FC236}">
                    <a16:creationId xmlns:a16="http://schemas.microsoft.com/office/drawing/2014/main" id="{D91BE739-82AD-14CE-6E76-8987E24E33CB}"/>
                  </a:ext>
                </a:extLst>
              </p:cNvPr>
              <p:cNvSpPr/>
              <p:nvPr/>
            </p:nvSpPr>
            <p:spPr>
              <a:xfrm>
                <a:off x="611742" y="346888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077" name="Freeform 1076">
                <a:extLst>
                  <a:ext uri="{FF2B5EF4-FFF2-40B4-BE49-F238E27FC236}">
                    <a16:creationId xmlns:a16="http://schemas.microsoft.com/office/drawing/2014/main" id="{5F664698-BAB2-1FA1-9B8B-33F0D27A0F93}"/>
                  </a:ext>
                </a:extLst>
              </p:cNvPr>
              <p:cNvSpPr/>
              <p:nvPr/>
            </p:nvSpPr>
            <p:spPr>
              <a:xfrm>
                <a:off x="611742" y="318110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078" name="Freeform 1077">
                <a:extLst>
                  <a:ext uri="{FF2B5EF4-FFF2-40B4-BE49-F238E27FC236}">
                    <a16:creationId xmlns:a16="http://schemas.microsoft.com/office/drawing/2014/main" id="{C5C54577-E937-6DA9-B864-849F92F31F5E}"/>
                  </a:ext>
                </a:extLst>
              </p:cNvPr>
              <p:cNvSpPr/>
              <p:nvPr/>
            </p:nvSpPr>
            <p:spPr>
              <a:xfrm>
                <a:off x="611742" y="289331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080" name="Freeform 1079">
                <a:extLst>
                  <a:ext uri="{FF2B5EF4-FFF2-40B4-BE49-F238E27FC236}">
                    <a16:creationId xmlns:a16="http://schemas.microsoft.com/office/drawing/2014/main" id="{ED305624-F1F9-E8FF-8FA5-9AD8A6AAA68D}"/>
                  </a:ext>
                </a:extLst>
              </p:cNvPr>
              <p:cNvSpPr/>
              <p:nvPr/>
            </p:nvSpPr>
            <p:spPr>
              <a:xfrm>
                <a:off x="646539" y="3818387"/>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sq">
                <a:solidFill>
                  <a:srgbClr val="000000"/>
                </a:solidFill>
                <a:prstDash val="solid"/>
                <a:round/>
              </a:ln>
            </p:spPr>
            <p:txBody>
              <a:bodyPr/>
              <a:lstStyle/>
              <a:p>
                <a:pPr algn="ctr"/>
                <a:endParaRPr lang="en-US" sz="2646"/>
              </a:p>
            </p:txBody>
          </p:sp>
          <p:sp>
            <p:nvSpPr>
              <p:cNvPr id="1081" name="Freeform 1080">
                <a:extLst>
                  <a:ext uri="{FF2B5EF4-FFF2-40B4-BE49-F238E27FC236}">
                    <a16:creationId xmlns:a16="http://schemas.microsoft.com/office/drawing/2014/main" id="{198D9D58-68CD-AB42-203A-6809F576BE2A}"/>
                  </a:ext>
                </a:extLst>
              </p:cNvPr>
              <p:cNvSpPr/>
              <p:nvPr/>
            </p:nvSpPr>
            <p:spPr>
              <a:xfrm>
                <a:off x="790177" y="381838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082" name="Freeform 1081">
                <a:extLst>
                  <a:ext uri="{FF2B5EF4-FFF2-40B4-BE49-F238E27FC236}">
                    <a16:creationId xmlns:a16="http://schemas.microsoft.com/office/drawing/2014/main" id="{387BC7A1-8081-6DB3-C566-D238E5CEFAA2}"/>
                  </a:ext>
                </a:extLst>
              </p:cNvPr>
              <p:cNvSpPr/>
              <p:nvPr/>
            </p:nvSpPr>
            <p:spPr>
              <a:xfrm>
                <a:off x="1029698" y="381838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083" name="Freeform 1082">
                <a:extLst>
                  <a:ext uri="{FF2B5EF4-FFF2-40B4-BE49-F238E27FC236}">
                    <a16:creationId xmlns:a16="http://schemas.microsoft.com/office/drawing/2014/main" id="{621AAB89-9737-706F-666C-B8EF8A06AB4E}"/>
                  </a:ext>
                </a:extLst>
              </p:cNvPr>
              <p:cNvSpPr/>
              <p:nvPr/>
            </p:nvSpPr>
            <p:spPr>
              <a:xfrm>
                <a:off x="1269220" y="381838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084" name="Freeform 1083">
                <a:extLst>
                  <a:ext uri="{FF2B5EF4-FFF2-40B4-BE49-F238E27FC236}">
                    <a16:creationId xmlns:a16="http://schemas.microsoft.com/office/drawing/2014/main" id="{38B421D6-831A-E102-0A03-D11ADDA2383C}"/>
                  </a:ext>
                </a:extLst>
              </p:cNvPr>
              <p:cNvSpPr/>
              <p:nvPr/>
            </p:nvSpPr>
            <p:spPr>
              <a:xfrm>
                <a:off x="1508742" y="381838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085" name="Freeform 1084">
                <a:extLst>
                  <a:ext uri="{FF2B5EF4-FFF2-40B4-BE49-F238E27FC236}">
                    <a16:creationId xmlns:a16="http://schemas.microsoft.com/office/drawing/2014/main" id="{36A58F40-A4FD-3CA6-CDCC-BDA0AF3932AE}"/>
                  </a:ext>
                </a:extLst>
              </p:cNvPr>
              <p:cNvSpPr/>
              <p:nvPr/>
            </p:nvSpPr>
            <p:spPr>
              <a:xfrm>
                <a:off x="1748264" y="381838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086" name="TextBox 1085">
                <a:extLst>
                  <a:ext uri="{FF2B5EF4-FFF2-40B4-BE49-F238E27FC236}">
                    <a16:creationId xmlns:a16="http://schemas.microsoft.com/office/drawing/2014/main" id="{DFB35509-0C9B-29D9-B012-7082C9019495}"/>
                  </a:ext>
                </a:extLst>
              </p:cNvPr>
              <p:cNvSpPr txBox="1"/>
              <p:nvPr/>
            </p:nvSpPr>
            <p:spPr>
              <a:xfrm>
                <a:off x="647067" y="3814241"/>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1087" name="TextBox 1086">
                <a:extLst>
                  <a:ext uri="{FF2B5EF4-FFF2-40B4-BE49-F238E27FC236}">
                    <a16:creationId xmlns:a16="http://schemas.microsoft.com/office/drawing/2014/main" id="{CA652686-04D1-11DB-3A19-99DCDA774894}"/>
                  </a:ext>
                </a:extLst>
              </p:cNvPr>
              <p:cNvSpPr txBox="1"/>
              <p:nvPr/>
            </p:nvSpPr>
            <p:spPr>
              <a:xfrm>
                <a:off x="917169" y="3814241"/>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152" name="TextBox 1151">
                <a:extLst>
                  <a:ext uri="{FF2B5EF4-FFF2-40B4-BE49-F238E27FC236}">
                    <a16:creationId xmlns:a16="http://schemas.microsoft.com/office/drawing/2014/main" id="{CE2AFC2C-AEC7-60FD-E7E4-1EA30B9B13EB}"/>
                  </a:ext>
                </a:extLst>
              </p:cNvPr>
              <p:cNvSpPr txBox="1"/>
              <p:nvPr/>
            </p:nvSpPr>
            <p:spPr>
              <a:xfrm>
                <a:off x="1125253" y="3814241"/>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153" name="TextBox 1152">
                <a:extLst>
                  <a:ext uri="{FF2B5EF4-FFF2-40B4-BE49-F238E27FC236}">
                    <a16:creationId xmlns:a16="http://schemas.microsoft.com/office/drawing/2014/main" id="{80F89E12-E92C-65D2-A8B2-F4146B9437CA}"/>
                  </a:ext>
                </a:extLst>
              </p:cNvPr>
              <p:cNvSpPr txBox="1"/>
              <p:nvPr/>
            </p:nvSpPr>
            <p:spPr>
              <a:xfrm>
                <a:off x="1337521" y="3814241"/>
                <a:ext cx="366777"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NF</a:t>
                </a:r>
              </a:p>
            </p:txBody>
          </p:sp>
          <p:sp>
            <p:nvSpPr>
              <p:cNvPr id="1154" name="TextBox 1153">
                <a:extLst>
                  <a:ext uri="{FF2B5EF4-FFF2-40B4-BE49-F238E27FC236}">
                    <a16:creationId xmlns:a16="http://schemas.microsoft.com/office/drawing/2014/main" id="{0294AD44-25AC-987D-90C2-96A7ADC6C64B}"/>
                  </a:ext>
                </a:extLst>
              </p:cNvPr>
              <p:cNvSpPr txBox="1"/>
              <p:nvPr/>
            </p:nvSpPr>
            <p:spPr>
              <a:xfrm>
                <a:off x="1617564" y="3814241"/>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156" name="TextBox 1155">
                <a:extLst>
                  <a:ext uri="{FF2B5EF4-FFF2-40B4-BE49-F238E27FC236}">
                    <a16:creationId xmlns:a16="http://schemas.microsoft.com/office/drawing/2014/main" id="{8A1536D0-66A1-7C40-2771-CF451C4231D3}"/>
                  </a:ext>
                </a:extLst>
              </p:cNvPr>
              <p:cNvSpPr txBox="1"/>
              <p:nvPr/>
            </p:nvSpPr>
            <p:spPr>
              <a:xfrm rot="16200000">
                <a:off x="-177134" y="2990116"/>
                <a:ext cx="862145" cy="259288"/>
              </a:xfrm>
              <a:prstGeom prst="rect">
                <a:avLst/>
              </a:prstGeom>
              <a:noFill/>
            </p:spPr>
            <p:txBody>
              <a:bodyPr wrap="none" rtlCol="0">
                <a:spAutoFit/>
              </a:bodyPr>
              <a:lstStyle/>
              <a:p>
                <a:pPr algn="ctr"/>
                <a:r>
                  <a:rPr lang="en-US" sz="992" dirty="0">
                    <a:ln/>
                    <a:solidFill>
                      <a:srgbClr val="000000"/>
                    </a:solidFill>
                    <a:latin typeface="Arial"/>
                    <a:cs typeface="Arial"/>
                    <a:sym typeface="Arial"/>
                    <a:rtl val="0"/>
                  </a:rPr>
                  <a:t>Expression</a:t>
                </a:r>
              </a:p>
            </p:txBody>
          </p:sp>
        </p:grpSp>
      </p:grpSp>
      <p:grpSp>
        <p:nvGrpSpPr>
          <p:cNvPr id="131" name="Graphic 11">
            <a:extLst>
              <a:ext uri="{FF2B5EF4-FFF2-40B4-BE49-F238E27FC236}">
                <a16:creationId xmlns:a16="http://schemas.microsoft.com/office/drawing/2014/main" id="{95279F02-18B2-7A80-0CA3-66AC1E34AF1B}"/>
              </a:ext>
            </a:extLst>
          </p:cNvPr>
          <p:cNvGrpSpPr/>
          <p:nvPr/>
        </p:nvGrpSpPr>
        <p:grpSpPr>
          <a:xfrm>
            <a:off x="81892" y="1972558"/>
            <a:ext cx="1670225" cy="1527151"/>
            <a:chOff x="322415" y="4108850"/>
            <a:chExt cx="1767607" cy="1616191"/>
          </a:xfrm>
        </p:grpSpPr>
        <p:grpSp>
          <p:nvGrpSpPr>
            <p:cNvPr id="134" name="Graphic 11">
              <a:extLst>
                <a:ext uri="{FF2B5EF4-FFF2-40B4-BE49-F238E27FC236}">
                  <a16:creationId xmlns:a16="http://schemas.microsoft.com/office/drawing/2014/main" id="{A825F510-6EFA-0676-9806-2D6B3E031A0A}"/>
                </a:ext>
              </a:extLst>
            </p:cNvPr>
            <p:cNvGrpSpPr/>
            <p:nvPr/>
          </p:nvGrpSpPr>
          <p:grpSpPr>
            <a:xfrm>
              <a:off x="782430" y="4108850"/>
              <a:ext cx="1307591" cy="1368718"/>
              <a:chOff x="782430" y="4108850"/>
              <a:chExt cx="1307591" cy="1368718"/>
            </a:xfrm>
          </p:grpSpPr>
          <p:sp>
            <p:nvSpPr>
              <p:cNvPr id="135" name="Rectangle 134">
                <a:extLst>
                  <a:ext uri="{FF2B5EF4-FFF2-40B4-BE49-F238E27FC236}">
                    <a16:creationId xmlns:a16="http://schemas.microsoft.com/office/drawing/2014/main" id="{871C8D1F-9DBF-6005-55B4-898E8A2A8829}"/>
                  </a:ext>
                </a:extLst>
              </p:cNvPr>
              <p:cNvSpPr/>
              <p:nvPr/>
            </p:nvSpPr>
            <p:spPr>
              <a:xfrm>
                <a:off x="782430" y="4118414"/>
                <a:ext cx="1307591" cy="1359154"/>
              </a:xfrm>
              <a:prstGeom prst="rect">
                <a:avLst/>
              </a:prstGeom>
              <a:solidFill>
                <a:srgbClr val="FFFFFF"/>
              </a:solidFill>
              <a:ln w="13589" cap="rnd">
                <a:noFill/>
                <a:prstDash val="solid"/>
                <a:round/>
              </a:ln>
            </p:spPr>
            <p:txBody>
              <a:bodyPr/>
              <a:lstStyle/>
              <a:p>
                <a:pPr algn="ctr"/>
                <a:endParaRPr lang="en-US" sz="2646"/>
              </a:p>
            </p:txBody>
          </p:sp>
          <p:sp>
            <p:nvSpPr>
              <p:cNvPr id="136" name="Freeform 135">
                <a:extLst>
                  <a:ext uri="{FF2B5EF4-FFF2-40B4-BE49-F238E27FC236}">
                    <a16:creationId xmlns:a16="http://schemas.microsoft.com/office/drawing/2014/main" id="{95551225-52C3-4C89-5457-1DB85DAABC9D}"/>
                  </a:ext>
                </a:extLst>
              </p:cNvPr>
              <p:cNvSpPr/>
              <p:nvPr/>
            </p:nvSpPr>
            <p:spPr>
              <a:xfrm>
                <a:off x="933306" y="5001826"/>
                <a:ext cx="12700" cy="50037"/>
              </a:xfrm>
              <a:custGeom>
                <a:avLst/>
                <a:gdLst>
                  <a:gd name="csX0" fmla="*/ 0 w 12700"/>
                  <a:gd name="csY0" fmla="*/ 50038 h 50037"/>
                  <a:gd name="csX1" fmla="*/ 0 w 12700"/>
                  <a:gd name="csY1" fmla="*/ 0 h 50037"/>
                </a:gdLst>
                <a:ahLst/>
                <a:cxnLst>
                  <a:cxn ang="0">
                    <a:pos x="csX0" y="csY0"/>
                  </a:cxn>
                  <a:cxn ang="0">
                    <a:pos x="csX1" y="csY1"/>
                  </a:cxn>
                </a:cxnLst>
                <a:rect l="l" t="t" r="r" b="b"/>
                <a:pathLst>
                  <a:path w="12700" h="50037">
                    <a:moveTo>
                      <a:pt x="0" y="50038"/>
                    </a:moveTo>
                    <a:lnTo>
                      <a:pt x="0" y="0"/>
                    </a:lnTo>
                  </a:path>
                </a:pathLst>
              </a:custGeom>
              <a:ln w="13589" cap="flat">
                <a:solidFill>
                  <a:srgbClr val="333333"/>
                </a:solidFill>
                <a:prstDash val="solid"/>
                <a:round/>
              </a:ln>
            </p:spPr>
            <p:txBody>
              <a:bodyPr/>
              <a:lstStyle/>
              <a:p>
                <a:pPr algn="ctr"/>
                <a:endParaRPr lang="en-US" sz="2646"/>
              </a:p>
            </p:txBody>
          </p:sp>
          <p:sp>
            <p:nvSpPr>
              <p:cNvPr id="137" name="Freeform 136">
                <a:extLst>
                  <a:ext uri="{FF2B5EF4-FFF2-40B4-BE49-F238E27FC236}">
                    <a16:creationId xmlns:a16="http://schemas.microsoft.com/office/drawing/2014/main" id="{B2A009D1-9750-5399-C603-2DC4176365D5}"/>
                  </a:ext>
                </a:extLst>
              </p:cNvPr>
              <p:cNvSpPr/>
              <p:nvPr/>
            </p:nvSpPr>
            <p:spPr>
              <a:xfrm>
                <a:off x="933306" y="5229664"/>
                <a:ext cx="12700" cy="12700"/>
              </a:xfrm>
              <a:custGeom>
                <a:avLst/>
                <a:gdLst>
                  <a:gd name="csX0" fmla="*/ 0 w 12700"/>
                  <a:gd name="csY0" fmla="*/ 0 h 12700"/>
                  <a:gd name="csX1" fmla="*/ 0 w 12700"/>
                  <a:gd name="csY1" fmla="*/ 12700 h 12700"/>
                </a:gdLst>
                <a:ahLst/>
                <a:cxnLst>
                  <a:cxn ang="0">
                    <a:pos x="csX0" y="csY0"/>
                  </a:cxn>
                  <a:cxn ang="0">
                    <a:pos x="csX1" y="csY1"/>
                  </a:cxn>
                </a:cxnLst>
                <a:rect l="l" t="t" r="r" b="b"/>
                <a:pathLst>
                  <a:path w="12700" h="12700">
                    <a:moveTo>
                      <a:pt x="0" y="0"/>
                    </a:moveTo>
                    <a:lnTo>
                      <a:pt x="0" y="12700"/>
                    </a:lnTo>
                  </a:path>
                </a:pathLst>
              </a:custGeom>
              <a:ln w="13589" cap="flat">
                <a:solidFill>
                  <a:srgbClr val="333333"/>
                </a:solidFill>
                <a:prstDash val="solid"/>
                <a:round/>
              </a:ln>
            </p:spPr>
            <p:txBody>
              <a:bodyPr/>
              <a:lstStyle/>
              <a:p>
                <a:pPr algn="ctr"/>
                <a:endParaRPr lang="en-US" sz="2646"/>
              </a:p>
            </p:txBody>
          </p:sp>
          <p:sp>
            <p:nvSpPr>
              <p:cNvPr id="138" name="Freeform 137">
                <a:extLst>
                  <a:ext uri="{FF2B5EF4-FFF2-40B4-BE49-F238E27FC236}">
                    <a16:creationId xmlns:a16="http://schemas.microsoft.com/office/drawing/2014/main" id="{69FF4BF6-FD31-2D86-C4F1-4B29FA52BB36}"/>
                  </a:ext>
                </a:extLst>
              </p:cNvPr>
              <p:cNvSpPr/>
              <p:nvPr/>
            </p:nvSpPr>
            <p:spPr>
              <a:xfrm>
                <a:off x="857868" y="5051864"/>
                <a:ext cx="150876" cy="177800"/>
              </a:xfrm>
              <a:custGeom>
                <a:avLst/>
                <a:gdLst>
                  <a:gd name="csX0" fmla="*/ 0 w 150876"/>
                  <a:gd name="csY0" fmla="*/ 0 h 177800"/>
                  <a:gd name="csX1" fmla="*/ 0 w 150876"/>
                  <a:gd name="csY1" fmla="*/ 177800 h 177800"/>
                  <a:gd name="csX2" fmla="*/ 150876 w 150876"/>
                  <a:gd name="csY2" fmla="*/ 177800 h 177800"/>
                  <a:gd name="csX3" fmla="*/ 150876 w 150876"/>
                  <a:gd name="csY3" fmla="*/ 0 h 177800"/>
                  <a:gd name="csX4" fmla="*/ 0 w 150876"/>
                  <a:gd name="csY4" fmla="*/ 0 h 177800"/>
                </a:gdLst>
                <a:ahLst/>
                <a:cxnLst>
                  <a:cxn ang="0">
                    <a:pos x="csX0" y="csY0"/>
                  </a:cxn>
                  <a:cxn ang="0">
                    <a:pos x="csX1" y="csY1"/>
                  </a:cxn>
                  <a:cxn ang="0">
                    <a:pos x="csX2" y="csY2"/>
                  </a:cxn>
                  <a:cxn ang="0">
                    <a:pos x="csX3" y="csY3"/>
                  </a:cxn>
                  <a:cxn ang="0">
                    <a:pos x="csX4" y="csY4"/>
                  </a:cxn>
                </a:cxnLst>
                <a:rect l="l" t="t" r="r" b="b"/>
                <a:pathLst>
                  <a:path w="150876" h="177800">
                    <a:moveTo>
                      <a:pt x="0" y="0"/>
                    </a:moveTo>
                    <a:lnTo>
                      <a:pt x="0" y="177800"/>
                    </a:lnTo>
                    <a:lnTo>
                      <a:pt x="150876" y="177800"/>
                    </a:lnTo>
                    <a:lnTo>
                      <a:pt x="150876"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139" name="Freeform 138">
                <a:extLst>
                  <a:ext uri="{FF2B5EF4-FFF2-40B4-BE49-F238E27FC236}">
                    <a16:creationId xmlns:a16="http://schemas.microsoft.com/office/drawing/2014/main" id="{9368A936-21EB-76F0-78A2-B206D000ABB4}"/>
                  </a:ext>
                </a:extLst>
              </p:cNvPr>
              <p:cNvSpPr/>
              <p:nvPr/>
            </p:nvSpPr>
            <p:spPr>
              <a:xfrm>
                <a:off x="857868" y="5205280"/>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140" name="Freeform 139">
                <a:extLst>
                  <a:ext uri="{FF2B5EF4-FFF2-40B4-BE49-F238E27FC236}">
                    <a16:creationId xmlns:a16="http://schemas.microsoft.com/office/drawing/2014/main" id="{4F1C366B-FC71-D05A-213B-833BDBA35A29}"/>
                  </a:ext>
                </a:extLst>
              </p:cNvPr>
              <p:cNvSpPr/>
              <p:nvPr/>
            </p:nvSpPr>
            <p:spPr>
              <a:xfrm>
                <a:off x="1184766" y="4736396"/>
                <a:ext cx="12700" cy="93726"/>
              </a:xfrm>
              <a:custGeom>
                <a:avLst/>
                <a:gdLst>
                  <a:gd name="csX0" fmla="*/ 0 w 12700"/>
                  <a:gd name="csY0" fmla="*/ 93726 h 93726"/>
                  <a:gd name="csX1" fmla="*/ 0 w 12700"/>
                  <a:gd name="csY1" fmla="*/ 0 h 93726"/>
                </a:gdLst>
                <a:ahLst/>
                <a:cxnLst>
                  <a:cxn ang="0">
                    <a:pos x="csX0" y="csY0"/>
                  </a:cxn>
                  <a:cxn ang="0">
                    <a:pos x="csX1" y="csY1"/>
                  </a:cxn>
                </a:cxnLst>
                <a:rect l="l" t="t" r="r" b="b"/>
                <a:pathLst>
                  <a:path w="12700" h="93726">
                    <a:moveTo>
                      <a:pt x="0" y="93726"/>
                    </a:moveTo>
                    <a:lnTo>
                      <a:pt x="0" y="0"/>
                    </a:lnTo>
                  </a:path>
                </a:pathLst>
              </a:custGeom>
              <a:ln w="13589" cap="flat">
                <a:solidFill>
                  <a:srgbClr val="333333"/>
                </a:solidFill>
                <a:prstDash val="solid"/>
                <a:round/>
              </a:ln>
            </p:spPr>
            <p:txBody>
              <a:bodyPr/>
              <a:lstStyle/>
              <a:p>
                <a:pPr algn="ctr"/>
                <a:endParaRPr lang="en-US" sz="2646"/>
              </a:p>
            </p:txBody>
          </p:sp>
          <p:sp>
            <p:nvSpPr>
              <p:cNvPr id="141" name="Freeform 140">
                <a:extLst>
                  <a:ext uri="{FF2B5EF4-FFF2-40B4-BE49-F238E27FC236}">
                    <a16:creationId xmlns:a16="http://schemas.microsoft.com/office/drawing/2014/main" id="{E12D5235-6DB2-E567-5AB7-7BDD13C4C7E1}"/>
                  </a:ext>
                </a:extLst>
              </p:cNvPr>
              <p:cNvSpPr/>
              <p:nvPr/>
            </p:nvSpPr>
            <p:spPr>
              <a:xfrm>
                <a:off x="1184766" y="5009192"/>
                <a:ext cx="12700" cy="38100"/>
              </a:xfrm>
              <a:custGeom>
                <a:avLst/>
                <a:gdLst>
                  <a:gd name="csX0" fmla="*/ 0 w 12700"/>
                  <a:gd name="csY0" fmla="*/ 0 h 38100"/>
                  <a:gd name="csX1" fmla="*/ 0 w 12700"/>
                  <a:gd name="csY1" fmla="*/ 38100 h 38100"/>
                </a:gdLst>
                <a:ahLst/>
                <a:cxnLst>
                  <a:cxn ang="0">
                    <a:pos x="csX0" y="csY0"/>
                  </a:cxn>
                  <a:cxn ang="0">
                    <a:pos x="csX1" y="csY1"/>
                  </a:cxn>
                </a:cxnLst>
                <a:rect l="l" t="t" r="r" b="b"/>
                <a:pathLst>
                  <a:path w="12700" h="38100">
                    <a:moveTo>
                      <a:pt x="0" y="0"/>
                    </a:moveTo>
                    <a:lnTo>
                      <a:pt x="0" y="38100"/>
                    </a:lnTo>
                  </a:path>
                </a:pathLst>
              </a:custGeom>
              <a:ln w="13589" cap="flat">
                <a:solidFill>
                  <a:srgbClr val="333333"/>
                </a:solidFill>
                <a:prstDash val="solid"/>
                <a:round/>
              </a:ln>
            </p:spPr>
            <p:txBody>
              <a:bodyPr/>
              <a:lstStyle/>
              <a:p>
                <a:pPr algn="ctr"/>
                <a:endParaRPr lang="en-US" sz="2646"/>
              </a:p>
            </p:txBody>
          </p:sp>
          <p:sp>
            <p:nvSpPr>
              <p:cNvPr id="142" name="Freeform 141">
                <a:extLst>
                  <a:ext uri="{FF2B5EF4-FFF2-40B4-BE49-F238E27FC236}">
                    <a16:creationId xmlns:a16="http://schemas.microsoft.com/office/drawing/2014/main" id="{BD8883C7-199B-7150-1099-A65A7DC1E37D}"/>
                  </a:ext>
                </a:extLst>
              </p:cNvPr>
              <p:cNvSpPr/>
              <p:nvPr/>
            </p:nvSpPr>
            <p:spPr>
              <a:xfrm>
                <a:off x="1109327" y="4830122"/>
                <a:ext cx="150876" cy="179070"/>
              </a:xfrm>
              <a:custGeom>
                <a:avLst/>
                <a:gdLst>
                  <a:gd name="csX0" fmla="*/ 0 w 150876"/>
                  <a:gd name="csY0" fmla="*/ 0 h 179070"/>
                  <a:gd name="csX1" fmla="*/ 0 w 150876"/>
                  <a:gd name="csY1" fmla="*/ 179070 h 179070"/>
                  <a:gd name="csX2" fmla="*/ 150876 w 150876"/>
                  <a:gd name="csY2" fmla="*/ 179070 h 179070"/>
                  <a:gd name="csX3" fmla="*/ 150876 w 150876"/>
                  <a:gd name="csY3" fmla="*/ 0 h 179070"/>
                  <a:gd name="csX4" fmla="*/ 0 w 150876"/>
                  <a:gd name="csY4" fmla="*/ 0 h 179070"/>
                </a:gdLst>
                <a:ahLst/>
                <a:cxnLst>
                  <a:cxn ang="0">
                    <a:pos x="csX0" y="csY0"/>
                  </a:cxn>
                  <a:cxn ang="0">
                    <a:pos x="csX1" y="csY1"/>
                  </a:cxn>
                  <a:cxn ang="0">
                    <a:pos x="csX2" y="csY2"/>
                  </a:cxn>
                  <a:cxn ang="0">
                    <a:pos x="csX3" y="csY3"/>
                  </a:cxn>
                  <a:cxn ang="0">
                    <a:pos x="csX4" y="csY4"/>
                  </a:cxn>
                </a:cxnLst>
                <a:rect l="l" t="t" r="r" b="b"/>
                <a:pathLst>
                  <a:path w="150876" h="179070">
                    <a:moveTo>
                      <a:pt x="0" y="0"/>
                    </a:moveTo>
                    <a:lnTo>
                      <a:pt x="0" y="179070"/>
                    </a:lnTo>
                    <a:lnTo>
                      <a:pt x="150876" y="179070"/>
                    </a:lnTo>
                    <a:lnTo>
                      <a:pt x="150876"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143" name="Freeform 142">
                <a:extLst>
                  <a:ext uri="{FF2B5EF4-FFF2-40B4-BE49-F238E27FC236}">
                    <a16:creationId xmlns:a16="http://schemas.microsoft.com/office/drawing/2014/main" id="{CD626B57-80A6-5900-DA1C-41F70928B33A}"/>
                  </a:ext>
                </a:extLst>
              </p:cNvPr>
              <p:cNvSpPr/>
              <p:nvPr/>
            </p:nvSpPr>
            <p:spPr>
              <a:xfrm>
                <a:off x="1109328" y="4912037"/>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144" name="Freeform 143">
                <a:extLst>
                  <a:ext uri="{FF2B5EF4-FFF2-40B4-BE49-F238E27FC236}">
                    <a16:creationId xmlns:a16="http://schemas.microsoft.com/office/drawing/2014/main" id="{B83ADAC1-F2A7-FC05-94CE-1DC82B770E04}"/>
                  </a:ext>
                </a:extLst>
              </p:cNvPr>
              <p:cNvSpPr/>
              <p:nvPr/>
            </p:nvSpPr>
            <p:spPr>
              <a:xfrm>
                <a:off x="1436226" y="5261922"/>
                <a:ext cx="12700" cy="28956"/>
              </a:xfrm>
              <a:custGeom>
                <a:avLst/>
                <a:gdLst>
                  <a:gd name="csX0" fmla="*/ 0 w 12700"/>
                  <a:gd name="csY0" fmla="*/ 28956 h 28956"/>
                  <a:gd name="csX1" fmla="*/ 0 w 12700"/>
                  <a:gd name="csY1" fmla="*/ 0 h 28956"/>
                </a:gdLst>
                <a:ahLst/>
                <a:cxnLst>
                  <a:cxn ang="0">
                    <a:pos x="csX0" y="csY0"/>
                  </a:cxn>
                  <a:cxn ang="0">
                    <a:pos x="csX1" y="csY1"/>
                  </a:cxn>
                </a:cxnLst>
                <a:rect l="l" t="t" r="r" b="b"/>
                <a:pathLst>
                  <a:path w="12700" h="28956">
                    <a:moveTo>
                      <a:pt x="0" y="28956"/>
                    </a:moveTo>
                    <a:lnTo>
                      <a:pt x="0" y="0"/>
                    </a:lnTo>
                  </a:path>
                </a:pathLst>
              </a:custGeom>
              <a:ln w="13589" cap="flat">
                <a:solidFill>
                  <a:srgbClr val="333333"/>
                </a:solidFill>
                <a:prstDash val="solid"/>
                <a:round/>
              </a:ln>
            </p:spPr>
            <p:txBody>
              <a:bodyPr/>
              <a:lstStyle/>
              <a:p>
                <a:pPr algn="ctr"/>
                <a:endParaRPr lang="en-US" sz="2646"/>
              </a:p>
            </p:txBody>
          </p:sp>
          <p:sp>
            <p:nvSpPr>
              <p:cNvPr id="145" name="Freeform 144">
                <a:extLst>
                  <a:ext uri="{FF2B5EF4-FFF2-40B4-BE49-F238E27FC236}">
                    <a16:creationId xmlns:a16="http://schemas.microsoft.com/office/drawing/2014/main" id="{4299D983-566A-031E-AC5E-41351586B4B7}"/>
                  </a:ext>
                </a:extLst>
              </p:cNvPr>
              <p:cNvSpPr/>
              <p:nvPr/>
            </p:nvSpPr>
            <p:spPr>
              <a:xfrm>
                <a:off x="1436226" y="5348790"/>
                <a:ext cx="12700" cy="28956"/>
              </a:xfrm>
              <a:custGeom>
                <a:avLst/>
                <a:gdLst>
                  <a:gd name="csX0" fmla="*/ 0 w 12700"/>
                  <a:gd name="csY0" fmla="*/ 0 h 28956"/>
                  <a:gd name="csX1" fmla="*/ 0 w 12700"/>
                  <a:gd name="csY1" fmla="*/ 28956 h 28956"/>
                </a:gdLst>
                <a:ahLst/>
                <a:cxnLst>
                  <a:cxn ang="0">
                    <a:pos x="csX0" y="csY0"/>
                  </a:cxn>
                  <a:cxn ang="0">
                    <a:pos x="csX1" y="csY1"/>
                  </a:cxn>
                </a:cxnLst>
                <a:rect l="l" t="t" r="r" b="b"/>
                <a:pathLst>
                  <a:path w="12700" h="28956">
                    <a:moveTo>
                      <a:pt x="0" y="0"/>
                    </a:moveTo>
                    <a:lnTo>
                      <a:pt x="0" y="28956"/>
                    </a:lnTo>
                  </a:path>
                </a:pathLst>
              </a:custGeom>
              <a:ln w="13589" cap="flat">
                <a:solidFill>
                  <a:srgbClr val="333333"/>
                </a:solidFill>
                <a:prstDash val="solid"/>
                <a:round/>
              </a:ln>
            </p:spPr>
            <p:txBody>
              <a:bodyPr/>
              <a:lstStyle/>
              <a:p>
                <a:pPr algn="ctr"/>
                <a:endParaRPr lang="en-US" sz="2646"/>
              </a:p>
            </p:txBody>
          </p:sp>
          <p:sp>
            <p:nvSpPr>
              <p:cNvPr id="146" name="Freeform 145">
                <a:extLst>
                  <a:ext uri="{FF2B5EF4-FFF2-40B4-BE49-F238E27FC236}">
                    <a16:creationId xmlns:a16="http://schemas.microsoft.com/office/drawing/2014/main" id="{704EF4C1-2D2F-CA3A-E0B7-B67BD95C5886}"/>
                  </a:ext>
                </a:extLst>
              </p:cNvPr>
              <p:cNvSpPr/>
              <p:nvPr/>
            </p:nvSpPr>
            <p:spPr>
              <a:xfrm>
                <a:off x="1360787" y="5290878"/>
                <a:ext cx="150876" cy="57911"/>
              </a:xfrm>
              <a:custGeom>
                <a:avLst/>
                <a:gdLst>
                  <a:gd name="csX0" fmla="*/ 0 w 150876"/>
                  <a:gd name="csY0" fmla="*/ 0 h 57911"/>
                  <a:gd name="csX1" fmla="*/ 0 w 150876"/>
                  <a:gd name="csY1" fmla="*/ 57912 h 57911"/>
                  <a:gd name="csX2" fmla="*/ 150876 w 150876"/>
                  <a:gd name="csY2" fmla="*/ 57912 h 57911"/>
                  <a:gd name="csX3" fmla="*/ 150876 w 150876"/>
                  <a:gd name="csY3" fmla="*/ 0 h 57911"/>
                  <a:gd name="csX4" fmla="*/ 0 w 150876"/>
                  <a:gd name="csY4" fmla="*/ 0 h 57911"/>
                </a:gdLst>
                <a:ahLst/>
                <a:cxnLst>
                  <a:cxn ang="0">
                    <a:pos x="csX0" y="csY0"/>
                  </a:cxn>
                  <a:cxn ang="0">
                    <a:pos x="csX1" y="csY1"/>
                  </a:cxn>
                  <a:cxn ang="0">
                    <a:pos x="csX2" y="csY2"/>
                  </a:cxn>
                  <a:cxn ang="0">
                    <a:pos x="csX3" y="csY3"/>
                  </a:cxn>
                  <a:cxn ang="0">
                    <a:pos x="csX4" y="csY4"/>
                  </a:cxn>
                </a:cxnLst>
                <a:rect l="l" t="t" r="r" b="b"/>
                <a:pathLst>
                  <a:path w="150876" h="57911">
                    <a:moveTo>
                      <a:pt x="0" y="0"/>
                    </a:moveTo>
                    <a:lnTo>
                      <a:pt x="0" y="57912"/>
                    </a:lnTo>
                    <a:lnTo>
                      <a:pt x="150876" y="57912"/>
                    </a:lnTo>
                    <a:lnTo>
                      <a:pt x="150876"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147" name="Freeform 146">
                <a:extLst>
                  <a:ext uri="{FF2B5EF4-FFF2-40B4-BE49-F238E27FC236}">
                    <a16:creationId xmlns:a16="http://schemas.microsoft.com/office/drawing/2014/main" id="{8935FB73-66B8-9F50-2258-DCAA64453310}"/>
                  </a:ext>
                </a:extLst>
              </p:cNvPr>
              <p:cNvSpPr/>
              <p:nvPr/>
            </p:nvSpPr>
            <p:spPr>
              <a:xfrm>
                <a:off x="1360788" y="5319834"/>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148" name="Freeform 147">
                <a:extLst>
                  <a:ext uri="{FF2B5EF4-FFF2-40B4-BE49-F238E27FC236}">
                    <a16:creationId xmlns:a16="http://schemas.microsoft.com/office/drawing/2014/main" id="{CFB87C17-A642-7B61-9000-27FDD11D3E85}"/>
                  </a:ext>
                </a:extLst>
              </p:cNvPr>
              <p:cNvSpPr/>
              <p:nvPr/>
            </p:nvSpPr>
            <p:spPr>
              <a:xfrm>
                <a:off x="1939146" y="5168958"/>
                <a:ext cx="12700" cy="56768"/>
              </a:xfrm>
              <a:custGeom>
                <a:avLst/>
                <a:gdLst>
                  <a:gd name="csX0" fmla="*/ 0 w 12700"/>
                  <a:gd name="csY0" fmla="*/ 56769 h 56768"/>
                  <a:gd name="csX1" fmla="*/ 0 w 12700"/>
                  <a:gd name="csY1" fmla="*/ 0 h 56768"/>
                </a:gdLst>
                <a:ahLst/>
                <a:cxnLst>
                  <a:cxn ang="0">
                    <a:pos x="csX0" y="csY0"/>
                  </a:cxn>
                  <a:cxn ang="0">
                    <a:pos x="csX1" y="csY1"/>
                  </a:cxn>
                </a:cxnLst>
                <a:rect l="l" t="t" r="r" b="b"/>
                <a:pathLst>
                  <a:path w="12700" h="56768">
                    <a:moveTo>
                      <a:pt x="0" y="56769"/>
                    </a:moveTo>
                    <a:lnTo>
                      <a:pt x="0" y="0"/>
                    </a:lnTo>
                  </a:path>
                </a:pathLst>
              </a:custGeom>
              <a:ln w="13589" cap="flat">
                <a:solidFill>
                  <a:srgbClr val="333333"/>
                </a:solidFill>
                <a:prstDash val="solid"/>
                <a:round/>
              </a:ln>
            </p:spPr>
            <p:txBody>
              <a:bodyPr/>
              <a:lstStyle/>
              <a:p>
                <a:pPr algn="ctr"/>
                <a:endParaRPr lang="en-US" sz="2646"/>
              </a:p>
            </p:txBody>
          </p:sp>
          <p:sp>
            <p:nvSpPr>
              <p:cNvPr id="149" name="Freeform 148">
                <a:extLst>
                  <a:ext uri="{FF2B5EF4-FFF2-40B4-BE49-F238E27FC236}">
                    <a16:creationId xmlns:a16="http://schemas.microsoft.com/office/drawing/2014/main" id="{EC5CC4F4-D13F-464E-89A8-0A3CA0F16740}"/>
                  </a:ext>
                </a:extLst>
              </p:cNvPr>
              <p:cNvSpPr/>
              <p:nvPr/>
            </p:nvSpPr>
            <p:spPr>
              <a:xfrm>
                <a:off x="1939146" y="5335963"/>
                <a:ext cx="12700" cy="28067"/>
              </a:xfrm>
              <a:custGeom>
                <a:avLst/>
                <a:gdLst>
                  <a:gd name="csX0" fmla="*/ 0 w 12700"/>
                  <a:gd name="csY0" fmla="*/ 0 h 28067"/>
                  <a:gd name="csX1" fmla="*/ 0 w 12700"/>
                  <a:gd name="csY1" fmla="*/ 28067 h 28067"/>
                </a:gdLst>
                <a:ahLst/>
                <a:cxnLst>
                  <a:cxn ang="0">
                    <a:pos x="csX0" y="csY0"/>
                  </a:cxn>
                  <a:cxn ang="0">
                    <a:pos x="csX1" y="csY1"/>
                  </a:cxn>
                </a:cxnLst>
                <a:rect l="l" t="t" r="r" b="b"/>
                <a:pathLst>
                  <a:path w="12700" h="28067">
                    <a:moveTo>
                      <a:pt x="0" y="0"/>
                    </a:moveTo>
                    <a:lnTo>
                      <a:pt x="0" y="28067"/>
                    </a:lnTo>
                  </a:path>
                </a:pathLst>
              </a:custGeom>
              <a:ln w="13589" cap="flat">
                <a:solidFill>
                  <a:srgbClr val="333333"/>
                </a:solidFill>
                <a:prstDash val="solid"/>
                <a:round/>
              </a:ln>
            </p:spPr>
            <p:txBody>
              <a:bodyPr/>
              <a:lstStyle/>
              <a:p>
                <a:pPr algn="ctr"/>
                <a:endParaRPr lang="en-US" sz="2646"/>
              </a:p>
            </p:txBody>
          </p:sp>
          <p:sp>
            <p:nvSpPr>
              <p:cNvPr id="150" name="Freeform 149">
                <a:extLst>
                  <a:ext uri="{FF2B5EF4-FFF2-40B4-BE49-F238E27FC236}">
                    <a16:creationId xmlns:a16="http://schemas.microsoft.com/office/drawing/2014/main" id="{A33D43AC-E878-7781-301A-383B95BFFA39}"/>
                  </a:ext>
                </a:extLst>
              </p:cNvPr>
              <p:cNvSpPr/>
              <p:nvPr/>
            </p:nvSpPr>
            <p:spPr>
              <a:xfrm>
                <a:off x="1863707" y="5225726"/>
                <a:ext cx="150876" cy="110236"/>
              </a:xfrm>
              <a:custGeom>
                <a:avLst/>
                <a:gdLst>
                  <a:gd name="csX0" fmla="*/ 0 w 150876"/>
                  <a:gd name="csY0" fmla="*/ 0 h 110236"/>
                  <a:gd name="csX1" fmla="*/ 0 w 150876"/>
                  <a:gd name="csY1" fmla="*/ 110236 h 110236"/>
                  <a:gd name="csX2" fmla="*/ 150876 w 150876"/>
                  <a:gd name="csY2" fmla="*/ 110236 h 110236"/>
                  <a:gd name="csX3" fmla="*/ 150876 w 150876"/>
                  <a:gd name="csY3" fmla="*/ 0 h 110236"/>
                  <a:gd name="csX4" fmla="*/ 0 w 150876"/>
                  <a:gd name="csY4" fmla="*/ 0 h 110236"/>
                </a:gdLst>
                <a:ahLst/>
                <a:cxnLst>
                  <a:cxn ang="0">
                    <a:pos x="csX0" y="csY0"/>
                  </a:cxn>
                  <a:cxn ang="0">
                    <a:pos x="csX1" y="csY1"/>
                  </a:cxn>
                  <a:cxn ang="0">
                    <a:pos x="csX2" y="csY2"/>
                  </a:cxn>
                  <a:cxn ang="0">
                    <a:pos x="csX3" y="csY3"/>
                  </a:cxn>
                  <a:cxn ang="0">
                    <a:pos x="csX4" y="csY4"/>
                  </a:cxn>
                </a:cxnLst>
                <a:rect l="l" t="t" r="r" b="b"/>
                <a:pathLst>
                  <a:path w="150876" h="110236">
                    <a:moveTo>
                      <a:pt x="0" y="0"/>
                    </a:moveTo>
                    <a:lnTo>
                      <a:pt x="0" y="110236"/>
                    </a:lnTo>
                    <a:lnTo>
                      <a:pt x="150876" y="110236"/>
                    </a:lnTo>
                    <a:lnTo>
                      <a:pt x="150876"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151" name="Freeform 150">
                <a:extLst>
                  <a:ext uri="{FF2B5EF4-FFF2-40B4-BE49-F238E27FC236}">
                    <a16:creationId xmlns:a16="http://schemas.microsoft.com/office/drawing/2014/main" id="{23462C58-47BF-7025-5E51-BA171FECC9CA}"/>
                  </a:ext>
                </a:extLst>
              </p:cNvPr>
              <p:cNvSpPr/>
              <p:nvPr/>
            </p:nvSpPr>
            <p:spPr>
              <a:xfrm>
                <a:off x="1863708" y="5275765"/>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152" name="Oval 151">
                <a:extLst>
                  <a:ext uri="{FF2B5EF4-FFF2-40B4-BE49-F238E27FC236}">
                    <a16:creationId xmlns:a16="http://schemas.microsoft.com/office/drawing/2014/main" id="{75299913-432E-19E7-CC80-45A7E3F2C9DD}"/>
                  </a:ext>
                </a:extLst>
              </p:cNvPr>
              <p:cNvSpPr/>
              <p:nvPr/>
            </p:nvSpPr>
            <p:spPr>
              <a:xfrm>
                <a:off x="936227" y="4981633"/>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53" name="Oval 152">
                <a:extLst>
                  <a:ext uri="{FF2B5EF4-FFF2-40B4-BE49-F238E27FC236}">
                    <a16:creationId xmlns:a16="http://schemas.microsoft.com/office/drawing/2014/main" id="{94020DF5-B5B1-3980-61AC-47EE94187ED1}"/>
                  </a:ext>
                </a:extLst>
              </p:cNvPr>
              <p:cNvSpPr/>
              <p:nvPr/>
            </p:nvSpPr>
            <p:spPr>
              <a:xfrm>
                <a:off x="937243" y="457205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54" name="Oval 153">
                <a:extLst>
                  <a:ext uri="{FF2B5EF4-FFF2-40B4-BE49-F238E27FC236}">
                    <a16:creationId xmlns:a16="http://schemas.microsoft.com/office/drawing/2014/main" id="{7A39E821-3A06-8601-1378-2322DC1A65FD}"/>
                  </a:ext>
                </a:extLst>
              </p:cNvPr>
              <p:cNvSpPr/>
              <p:nvPr/>
            </p:nvSpPr>
            <p:spPr>
              <a:xfrm>
                <a:off x="904604" y="5185722"/>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55" name="Oval 154">
                <a:extLst>
                  <a:ext uri="{FF2B5EF4-FFF2-40B4-BE49-F238E27FC236}">
                    <a16:creationId xmlns:a16="http://schemas.microsoft.com/office/drawing/2014/main" id="{0B404A39-8468-5E02-FC4A-1C4AC8DFF2FA}"/>
                  </a:ext>
                </a:extLst>
              </p:cNvPr>
              <p:cNvSpPr/>
              <p:nvPr/>
            </p:nvSpPr>
            <p:spPr>
              <a:xfrm>
                <a:off x="931909" y="5224330"/>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56" name="Oval 155">
                <a:extLst>
                  <a:ext uri="{FF2B5EF4-FFF2-40B4-BE49-F238E27FC236}">
                    <a16:creationId xmlns:a16="http://schemas.microsoft.com/office/drawing/2014/main" id="{BEDE1886-D931-C6D0-3C5F-4A25A0871152}"/>
                  </a:ext>
                </a:extLst>
              </p:cNvPr>
              <p:cNvSpPr/>
              <p:nvPr/>
            </p:nvSpPr>
            <p:spPr>
              <a:xfrm>
                <a:off x="922511" y="519105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57" name="Oval 156">
                <a:extLst>
                  <a:ext uri="{FF2B5EF4-FFF2-40B4-BE49-F238E27FC236}">
                    <a16:creationId xmlns:a16="http://schemas.microsoft.com/office/drawing/2014/main" id="{341EECE8-A24C-9938-794E-088C9C439825}"/>
                  </a:ext>
                </a:extLst>
              </p:cNvPr>
              <p:cNvSpPr/>
              <p:nvPr/>
            </p:nvSpPr>
            <p:spPr>
              <a:xfrm>
                <a:off x="916288" y="5216710"/>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58" name="Oval 157">
                <a:extLst>
                  <a:ext uri="{FF2B5EF4-FFF2-40B4-BE49-F238E27FC236}">
                    <a16:creationId xmlns:a16="http://schemas.microsoft.com/office/drawing/2014/main" id="{191C2438-0071-8A9E-DF34-4AE2D58C50E2}"/>
                  </a:ext>
                </a:extLst>
              </p:cNvPr>
              <p:cNvSpPr/>
              <p:nvPr/>
            </p:nvSpPr>
            <p:spPr>
              <a:xfrm>
                <a:off x="1178670" y="471861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59" name="Oval 158">
                <a:extLst>
                  <a:ext uri="{FF2B5EF4-FFF2-40B4-BE49-F238E27FC236}">
                    <a16:creationId xmlns:a16="http://schemas.microsoft.com/office/drawing/2014/main" id="{C2565235-8098-7463-9C6C-E5841BDC5D3E}"/>
                  </a:ext>
                </a:extLst>
              </p:cNvPr>
              <p:cNvSpPr/>
              <p:nvPr/>
            </p:nvSpPr>
            <p:spPr>
              <a:xfrm>
                <a:off x="1148444" y="4806627"/>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60" name="Oval 159">
                <a:extLst>
                  <a:ext uri="{FF2B5EF4-FFF2-40B4-BE49-F238E27FC236}">
                    <a16:creationId xmlns:a16="http://schemas.microsoft.com/office/drawing/2014/main" id="{8426C98C-6BC1-59F6-E150-F3C8EB457BF7}"/>
                  </a:ext>
                </a:extLst>
              </p:cNvPr>
              <p:cNvSpPr/>
              <p:nvPr/>
            </p:nvSpPr>
            <p:spPr>
              <a:xfrm>
                <a:off x="1174733" y="4815009"/>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61" name="Oval 160">
                <a:extLst>
                  <a:ext uri="{FF2B5EF4-FFF2-40B4-BE49-F238E27FC236}">
                    <a16:creationId xmlns:a16="http://schemas.microsoft.com/office/drawing/2014/main" id="{342B9B84-B68E-1286-CC4D-F9C9200D9FDE}"/>
                  </a:ext>
                </a:extLst>
              </p:cNvPr>
              <p:cNvSpPr/>
              <p:nvPr/>
            </p:nvSpPr>
            <p:spPr>
              <a:xfrm>
                <a:off x="1177146" y="489260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62" name="Oval 161">
                <a:extLst>
                  <a:ext uri="{FF2B5EF4-FFF2-40B4-BE49-F238E27FC236}">
                    <a16:creationId xmlns:a16="http://schemas.microsoft.com/office/drawing/2014/main" id="{981016AD-F57E-F216-5388-915256330887}"/>
                  </a:ext>
                </a:extLst>
              </p:cNvPr>
              <p:cNvSpPr/>
              <p:nvPr/>
            </p:nvSpPr>
            <p:spPr>
              <a:xfrm>
                <a:off x="1164700" y="5008557"/>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63" name="Oval 162">
                <a:extLst>
                  <a:ext uri="{FF2B5EF4-FFF2-40B4-BE49-F238E27FC236}">
                    <a16:creationId xmlns:a16="http://schemas.microsoft.com/office/drawing/2014/main" id="{8814BF87-2FA3-2FF8-2B04-1BF3B54D5C48}"/>
                  </a:ext>
                </a:extLst>
              </p:cNvPr>
              <p:cNvSpPr/>
              <p:nvPr/>
            </p:nvSpPr>
            <p:spPr>
              <a:xfrm>
                <a:off x="1177781" y="4973505"/>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64" name="Oval 163">
                <a:extLst>
                  <a:ext uri="{FF2B5EF4-FFF2-40B4-BE49-F238E27FC236}">
                    <a16:creationId xmlns:a16="http://schemas.microsoft.com/office/drawing/2014/main" id="{D05BA95D-C849-08B9-045E-CA1BE8B0C505}"/>
                  </a:ext>
                </a:extLst>
              </p:cNvPr>
              <p:cNvSpPr/>
              <p:nvPr/>
            </p:nvSpPr>
            <p:spPr>
              <a:xfrm>
                <a:off x="1188576" y="5031544"/>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65" name="Oval 164">
                <a:extLst>
                  <a:ext uri="{FF2B5EF4-FFF2-40B4-BE49-F238E27FC236}">
                    <a16:creationId xmlns:a16="http://schemas.microsoft.com/office/drawing/2014/main" id="{32716D2D-12DB-6A70-6EF0-9AFBEA680AA8}"/>
                  </a:ext>
                </a:extLst>
              </p:cNvPr>
              <p:cNvSpPr/>
              <p:nvPr/>
            </p:nvSpPr>
            <p:spPr>
              <a:xfrm>
                <a:off x="1405873" y="535818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82" name="Oval 781">
                <a:extLst>
                  <a:ext uri="{FF2B5EF4-FFF2-40B4-BE49-F238E27FC236}">
                    <a16:creationId xmlns:a16="http://schemas.microsoft.com/office/drawing/2014/main" id="{C7B32911-46A9-E03A-2E7F-5AEAF51D6D80}"/>
                  </a:ext>
                </a:extLst>
              </p:cNvPr>
              <p:cNvSpPr/>
              <p:nvPr/>
            </p:nvSpPr>
            <p:spPr>
              <a:xfrm>
                <a:off x="1416287" y="5246047"/>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83" name="Oval 782">
                <a:extLst>
                  <a:ext uri="{FF2B5EF4-FFF2-40B4-BE49-F238E27FC236}">
                    <a16:creationId xmlns:a16="http://schemas.microsoft.com/office/drawing/2014/main" id="{BAE3B093-28C8-4694-38C1-E986C9E1AB90}"/>
                  </a:ext>
                </a:extLst>
              </p:cNvPr>
              <p:cNvSpPr/>
              <p:nvPr/>
            </p:nvSpPr>
            <p:spPr>
              <a:xfrm>
                <a:off x="1945115" y="5300784"/>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84" name="Oval 783">
                <a:extLst>
                  <a:ext uri="{FF2B5EF4-FFF2-40B4-BE49-F238E27FC236}">
                    <a16:creationId xmlns:a16="http://schemas.microsoft.com/office/drawing/2014/main" id="{44AC6462-09F5-C72B-3611-D3A4B5C002B0}"/>
                  </a:ext>
                </a:extLst>
              </p:cNvPr>
              <p:cNvSpPr/>
              <p:nvPr/>
            </p:nvSpPr>
            <p:spPr>
              <a:xfrm>
                <a:off x="1901935" y="5212519"/>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86" name="Oval 785">
                <a:extLst>
                  <a:ext uri="{FF2B5EF4-FFF2-40B4-BE49-F238E27FC236}">
                    <a16:creationId xmlns:a16="http://schemas.microsoft.com/office/drawing/2014/main" id="{84D808B1-54CC-8926-C09A-5F6D1EFA5092}"/>
                  </a:ext>
                </a:extLst>
              </p:cNvPr>
              <p:cNvSpPr/>
              <p:nvPr/>
            </p:nvSpPr>
            <p:spPr>
              <a:xfrm>
                <a:off x="1919842" y="5323517"/>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87" name="Oval 786">
                <a:extLst>
                  <a:ext uri="{FF2B5EF4-FFF2-40B4-BE49-F238E27FC236}">
                    <a16:creationId xmlns:a16="http://schemas.microsoft.com/office/drawing/2014/main" id="{62DA7A89-7D91-071E-85F0-F1F3339A8A0C}"/>
                  </a:ext>
                </a:extLst>
              </p:cNvPr>
              <p:cNvSpPr/>
              <p:nvPr/>
            </p:nvSpPr>
            <p:spPr>
              <a:xfrm>
                <a:off x="1924160" y="5206296"/>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88" name="Oval 787">
                <a:extLst>
                  <a:ext uri="{FF2B5EF4-FFF2-40B4-BE49-F238E27FC236}">
                    <a16:creationId xmlns:a16="http://schemas.microsoft.com/office/drawing/2014/main" id="{D95D5CB9-BBE6-5D12-ED79-AE62043823F9}"/>
                  </a:ext>
                </a:extLst>
              </p:cNvPr>
              <p:cNvSpPr/>
              <p:nvPr/>
            </p:nvSpPr>
            <p:spPr>
              <a:xfrm>
                <a:off x="1941432" y="5348028"/>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89" name="Oval 788">
                <a:extLst>
                  <a:ext uri="{FF2B5EF4-FFF2-40B4-BE49-F238E27FC236}">
                    <a16:creationId xmlns:a16="http://schemas.microsoft.com/office/drawing/2014/main" id="{96AA6621-2883-E5E2-BE74-BE67E75B0E83}"/>
                  </a:ext>
                </a:extLst>
              </p:cNvPr>
              <p:cNvSpPr/>
              <p:nvPr/>
            </p:nvSpPr>
            <p:spPr>
              <a:xfrm>
                <a:off x="1902951" y="5148765"/>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90" name="TextBox 789">
                <a:extLst>
                  <a:ext uri="{FF2B5EF4-FFF2-40B4-BE49-F238E27FC236}">
                    <a16:creationId xmlns:a16="http://schemas.microsoft.com/office/drawing/2014/main" id="{F1D44DE5-8BAE-CA76-3104-20E2F8EE7007}"/>
                  </a:ext>
                </a:extLst>
              </p:cNvPr>
              <p:cNvSpPr txBox="1"/>
              <p:nvPr/>
            </p:nvSpPr>
            <p:spPr>
              <a:xfrm>
                <a:off x="799645" y="4359574"/>
                <a:ext cx="570352"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p = 0.074</a:t>
                </a:r>
              </a:p>
            </p:txBody>
          </p:sp>
          <p:sp>
            <p:nvSpPr>
              <p:cNvPr id="791" name="Freeform 790">
                <a:extLst>
                  <a:ext uri="{FF2B5EF4-FFF2-40B4-BE49-F238E27FC236}">
                    <a16:creationId xmlns:a16="http://schemas.microsoft.com/office/drawing/2014/main" id="{738C514D-BDF7-9E84-34A5-47B77991C7C0}"/>
                  </a:ext>
                </a:extLst>
              </p:cNvPr>
              <p:cNvSpPr/>
              <p:nvPr/>
            </p:nvSpPr>
            <p:spPr>
              <a:xfrm>
                <a:off x="933306" y="4509701"/>
                <a:ext cx="226314" cy="12700"/>
              </a:xfrm>
              <a:custGeom>
                <a:avLst/>
                <a:gdLst>
                  <a:gd name="csX0" fmla="*/ 0 w 226314"/>
                  <a:gd name="csY0" fmla="*/ 0 h 12700"/>
                  <a:gd name="csX1" fmla="*/ 226314 w 226314"/>
                  <a:gd name="csY1" fmla="*/ 0 h 12700"/>
                </a:gdLst>
                <a:ahLst/>
                <a:cxnLst>
                  <a:cxn ang="0">
                    <a:pos x="csX0" y="csY0"/>
                  </a:cxn>
                  <a:cxn ang="0">
                    <a:pos x="csX1" y="csY1"/>
                  </a:cxn>
                </a:cxnLst>
                <a:rect l="l" t="t" r="r" b="b"/>
                <a:pathLst>
                  <a:path w="226314" h="12700">
                    <a:moveTo>
                      <a:pt x="0" y="0"/>
                    </a:moveTo>
                    <a:lnTo>
                      <a:pt x="226314" y="0"/>
                    </a:lnTo>
                  </a:path>
                </a:pathLst>
              </a:custGeom>
              <a:ln w="13589" cap="rnd">
                <a:solidFill>
                  <a:srgbClr val="000000"/>
                </a:solidFill>
                <a:prstDash val="solid"/>
                <a:round/>
              </a:ln>
            </p:spPr>
            <p:txBody>
              <a:bodyPr/>
              <a:lstStyle/>
              <a:p>
                <a:pPr algn="ctr"/>
                <a:endParaRPr lang="en-US" sz="2646"/>
              </a:p>
            </p:txBody>
          </p:sp>
          <p:sp>
            <p:nvSpPr>
              <p:cNvPr id="792" name="TextBox 791">
                <a:extLst>
                  <a:ext uri="{FF2B5EF4-FFF2-40B4-BE49-F238E27FC236}">
                    <a16:creationId xmlns:a16="http://schemas.microsoft.com/office/drawing/2014/main" id="{38A6C542-0CEA-2C09-3294-FCF117B12303}"/>
                  </a:ext>
                </a:extLst>
              </p:cNvPr>
              <p:cNvSpPr txBox="1"/>
              <p:nvPr/>
            </p:nvSpPr>
            <p:spPr>
              <a:xfrm>
                <a:off x="1328969" y="4314717"/>
                <a:ext cx="495708"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793" name="Freeform 792">
                <a:extLst>
                  <a:ext uri="{FF2B5EF4-FFF2-40B4-BE49-F238E27FC236}">
                    <a16:creationId xmlns:a16="http://schemas.microsoft.com/office/drawing/2014/main" id="{81AEC3C7-F922-348E-A718-4EF47420B7E4}"/>
                  </a:ext>
                </a:extLst>
              </p:cNvPr>
              <p:cNvSpPr/>
              <p:nvPr/>
            </p:nvSpPr>
            <p:spPr>
              <a:xfrm>
                <a:off x="1209912" y="4509701"/>
                <a:ext cx="729234" cy="12700"/>
              </a:xfrm>
              <a:custGeom>
                <a:avLst/>
                <a:gdLst>
                  <a:gd name="csX0" fmla="*/ 0 w 729234"/>
                  <a:gd name="csY0" fmla="*/ 0 h 12700"/>
                  <a:gd name="csX1" fmla="*/ 729234 w 729234"/>
                  <a:gd name="csY1" fmla="*/ 0 h 12700"/>
                </a:gdLst>
                <a:ahLst/>
                <a:cxnLst>
                  <a:cxn ang="0">
                    <a:pos x="csX0" y="csY0"/>
                  </a:cxn>
                  <a:cxn ang="0">
                    <a:pos x="csX1" y="csY1"/>
                  </a:cxn>
                </a:cxnLst>
                <a:rect l="l" t="t" r="r" b="b"/>
                <a:pathLst>
                  <a:path w="729234" h="12700">
                    <a:moveTo>
                      <a:pt x="0" y="0"/>
                    </a:moveTo>
                    <a:lnTo>
                      <a:pt x="729234" y="0"/>
                    </a:lnTo>
                  </a:path>
                </a:pathLst>
              </a:custGeom>
              <a:ln w="13589" cap="rnd">
                <a:solidFill>
                  <a:srgbClr val="000000"/>
                </a:solidFill>
                <a:prstDash val="solid"/>
                <a:round/>
              </a:ln>
            </p:spPr>
            <p:txBody>
              <a:bodyPr/>
              <a:lstStyle/>
              <a:p>
                <a:pPr algn="ctr"/>
                <a:endParaRPr lang="en-US" sz="2646"/>
              </a:p>
            </p:txBody>
          </p:sp>
          <p:sp>
            <p:nvSpPr>
              <p:cNvPr id="794" name="TextBox 793">
                <a:extLst>
                  <a:ext uri="{FF2B5EF4-FFF2-40B4-BE49-F238E27FC236}">
                    <a16:creationId xmlns:a16="http://schemas.microsoft.com/office/drawing/2014/main" id="{0AF81A34-53B7-97EE-3BA0-836B6511F73D}"/>
                  </a:ext>
                </a:extLst>
              </p:cNvPr>
              <p:cNvSpPr txBox="1"/>
              <p:nvPr/>
            </p:nvSpPr>
            <p:spPr>
              <a:xfrm>
                <a:off x="1240244" y="4108850"/>
                <a:ext cx="395617"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795" name="Freeform 794">
                <a:extLst>
                  <a:ext uri="{FF2B5EF4-FFF2-40B4-BE49-F238E27FC236}">
                    <a16:creationId xmlns:a16="http://schemas.microsoft.com/office/drawing/2014/main" id="{5F4CDDA4-8E6A-7510-5E49-CB4D532B636B}"/>
                  </a:ext>
                </a:extLst>
              </p:cNvPr>
              <p:cNvSpPr/>
              <p:nvPr/>
            </p:nvSpPr>
            <p:spPr>
              <a:xfrm>
                <a:off x="933306" y="4303707"/>
                <a:ext cx="1005840" cy="12700"/>
              </a:xfrm>
              <a:custGeom>
                <a:avLst/>
                <a:gdLst>
                  <a:gd name="csX0" fmla="*/ 0 w 1005840"/>
                  <a:gd name="csY0" fmla="*/ 0 h 12700"/>
                  <a:gd name="csX1" fmla="*/ 1005840 w 1005840"/>
                  <a:gd name="csY1" fmla="*/ 0 h 12700"/>
                </a:gdLst>
                <a:ahLst/>
                <a:cxnLst>
                  <a:cxn ang="0">
                    <a:pos x="csX0" y="csY0"/>
                  </a:cxn>
                  <a:cxn ang="0">
                    <a:pos x="csX1" y="csY1"/>
                  </a:cxn>
                </a:cxnLst>
                <a:rect l="l" t="t" r="r" b="b"/>
                <a:pathLst>
                  <a:path w="1005840" h="12700">
                    <a:moveTo>
                      <a:pt x="0" y="0"/>
                    </a:moveTo>
                    <a:lnTo>
                      <a:pt x="1005840" y="0"/>
                    </a:lnTo>
                  </a:path>
                </a:pathLst>
              </a:custGeom>
              <a:ln w="13589" cap="rnd">
                <a:solidFill>
                  <a:srgbClr val="000000"/>
                </a:solidFill>
                <a:prstDash val="solid"/>
                <a:round/>
              </a:ln>
            </p:spPr>
            <p:txBody>
              <a:bodyPr/>
              <a:lstStyle/>
              <a:p>
                <a:pPr algn="ctr"/>
                <a:endParaRPr lang="en-US" sz="2646"/>
              </a:p>
            </p:txBody>
          </p:sp>
        </p:grpSp>
        <p:grpSp>
          <p:nvGrpSpPr>
            <p:cNvPr id="796" name="Graphic 11">
              <a:extLst>
                <a:ext uri="{FF2B5EF4-FFF2-40B4-BE49-F238E27FC236}">
                  <a16:creationId xmlns:a16="http://schemas.microsoft.com/office/drawing/2014/main" id="{AAF8B495-16F3-83D5-64D7-2BD3061F102A}"/>
                </a:ext>
              </a:extLst>
            </p:cNvPr>
            <p:cNvGrpSpPr/>
            <p:nvPr/>
          </p:nvGrpSpPr>
          <p:grpSpPr>
            <a:xfrm>
              <a:off x="322415" y="4118414"/>
              <a:ext cx="1767607" cy="1606627"/>
              <a:chOff x="322415" y="4118414"/>
              <a:chExt cx="1767607" cy="1606627"/>
            </a:xfrm>
          </p:grpSpPr>
          <p:sp>
            <p:nvSpPr>
              <p:cNvPr id="797" name="Freeform 796">
                <a:extLst>
                  <a:ext uri="{FF2B5EF4-FFF2-40B4-BE49-F238E27FC236}">
                    <a16:creationId xmlns:a16="http://schemas.microsoft.com/office/drawing/2014/main" id="{BA1FC2E5-C6B2-DA96-B42E-E6AF2E4E8D3F}"/>
                  </a:ext>
                </a:extLst>
              </p:cNvPr>
              <p:cNvSpPr/>
              <p:nvPr/>
            </p:nvSpPr>
            <p:spPr>
              <a:xfrm>
                <a:off x="782430" y="4118414"/>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pPr algn="ctr"/>
                <a:endParaRPr lang="en-US" sz="2646"/>
              </a:p>
            </p:txBody>
          </p:sp>
          <p:sp>
            <p:nvSpPr>
              <p:cNvPr id="798" name="TextBox 797">
                <a:extLst>
                  <a:ext uri="{FF2B5EF4-FFF2-40B4-BE49-F238E27FC236}">
                    <a16:creationId xmlns:a16="http://schemas.microsoft.com/office/drawing/2014/main" id="{E1B9FE86-F286-B976-A260-A8AE9F607CF5}"/>
                  </a:ext>
                </a:extLst>
              </p:cNvPr>
              <p:cNvSpPr txBox="1"/>
              <p:nvPr/>
            </p:nvSpPr>
            <p:spPr>
              <a:xfrm>
                <a:off x="466733" y="5308957"/>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0.0</a:t>
                </a:r>
              </a:p>
            </p:txBody>
          </p:sp>
          <p:sp>
            <p:nvSpPr>
              <p:cNvPr id="799" name="TextBox 798">
                <a:extLst>
                  <a:ext uri="{FF2B5EF4-FFF2-40B4-BE49-F238E27FC236}">
                    <a16:creationId xmlns:a16="http://schemas.microsoft.com/office/drawing/2014/main" id="{61A27BF2-6AC6-17A3-E7EF-9A35983239F0}"/>
                  </a:ext>
                </a:extLst>
              </p:cNvPr>
              <p:cNvSpPr txBox="1"/>
              <p:nvPr/>
            </p:nvSpPr>
            <p:spPr>
              <a:xfrm>
                <a:off x="466733" y="4841978"/>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0.2</a:t>
                </a:r>
              </a:p>
            </p:txBody>
          </p:sp>
          <p:sp>
            <p:nvSpPr>
              <p:cNvPr id="800" name="TextBox 799">
                <a:extLst>
                  <a:ext uri="{FF2B5EF4-FFF2-40B4-BE49-F238E27FC236}">
                    <a16:creationId xmlns:a16="http://schemas.microsoft.com/office/drawing/2014/main" id="{27D4DF18-DC4E-161E-05CC-55332F383AAA}"/>
                  </a:ext>
                </a:extLst>
              </p:cNvPr>
              <p:cNvSpPr txBox="1"/>
              <p:nvPr/>
            </p:nvSpPr>
            <p:spPr>
              <a:xfrm>
                <a:off x="466733" y="4374999"/>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0.4</a:t>
                </a:r>
              </a:p>
            </p:txBody>
          </p:sp>
          <p:sp>
            <p:nvSpPr>
              <p:cNvPr id="801" name="Freeform 800">
                <a:extLst>
                  <a:ext uri="{FF2B5EF4-FFF2-40B4-BE49-F238E27FC236}">
                    <a16:creationId xmlns:a16="http://schemas.microsoft.com/office/drawing/2014/main" id="{5F125BF3-72C8-9692-7BC7-FC7F541E3DFE}"/>
                  </a:ext>
                </a:extLst>
              </p:cNvPr>
              <p:cNvSpPr/>
              <p:nvPr/>
            </p:nvSpPr>
            <p:spPr>
              <a:xfrm>
                <a:off x="747631" y="541584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802" name="Freeform 801">
                <a:extLst>
                  <a:ext uri="{FF2B5EF4-FFF2-40B4-BE49-F238E27FC236}">
                    <a16:creationId xmlns:a16="http://schemas.microsoft.com/office/drawing/2014/main" id="{4925006F-2CB1-FF95-70A7-17B8E6BF1E27}"/>
                  </a:ext>
                </a:extLst>
              </p:cNvPr>
              <p:cNvSpPr/>
              <p:nvPr/>
            </p:nvSpPr>
            <p:spPr>
              <a:xfrm>
                <a:off x="747631" y="494886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803" name="Freeform 802">
                <a:extLst>
                  <a:ext uri="{FF2B5EF4-FFF2-40B4-BE49-F238E27FC236}">
                    <a16:creationId xmlns:a16="http://schemas.microsoft.com/office/drawing/2014/main" id="{28F081F8-1E02-DBEC-7365-1B361EA6FA24}"/>
                  </a:ext>
                </a:extLst>
              </p:cNvPr>
              <p:cNvSpPr/>
              <p:nvPr/>
            </p:nvSpPr>
            <p:spPr>
              <a:xfrm>
                <a:off x="747631" y="448188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804" name="Freeform 803">
                <a:extLst>
                  <a:ext uri="{FF2B5EF4-FFF2-40B4-BE49-F238E27FC236}">
                    <a16:creationId xmlns:a16="http://schemas.microsoft.com/office/drawing/2014/main" id="{004CDDFE-6F2A-E781-78D8-407E5BF2B028}"/>
                  </a:ext>
                </a:extLst>
              </p:cNvPr>
              <p:cNvSpPr/>
              <p:nvPr/>
            </p:nvSpPr>
            <p:spPr>
              <a:xfrm>
                <a:off x="782430" y="5477568"/>
                <a:ext cx="1307592" cy="12700"/>
              </a:xfrm>
              <a:custGeom>
                <a:avLst/>
                <a:gdLst>
                  <a:gd name="csX0" fmla="*/ 0 w 1307592"/>
                  <a:gd name="csY0" fmla="*/ 0 h 12700"/>
                  <a:gd name="csX1" fmla="*/ 1307592 w 1307592"/>
                  <a:gd name="csY1" fmla="*/ 0 h 12700"/>
                </a:gdLst>
                <a:ahLst/>
                <a:cxnLst>
                  <a:cxn ang="0">
                    <a:pos x="csX0" y="csY0"/>
                  </a:cxn>
                  <a:cxn ang="0">
                    <a:pos x="csX1" y="csY1"/>
                  </a:cxn>
                </a:cxnLst>
                <a:rect l="l" t="t" r="r" b="b"/>
                <a:pathLst>
                  <a:path w="1307592" h="12700">
                    <a:moveTo>
                      <a:pt x="0" y="0"/>
                    </a:moveTo>
                    <a:lnTo>
                      <a:pt x="1307592" y="0"/>
                    </a:lnTo>
                  </a:path>
                </a:pathLst>
              </a:custGeom>
              <a:noFill/>
              <a:ln w="13589" cap="sq">
                <a:solidFill>
                  <a:srgbClr val="000000"/>
                </a:solidFill>
                <a:prstDash val="solid"/>
                <a:round/>
              </a:ln>
            </p:spPr>
            <p:txBody>
              <a:bodyPr/>
              <a:lstStyle/>
              <a:p>
                <a:pPr algn="ctr"/>
                <a:endParaRPr lang="en-US" sz="2646"/>
              </a:p>
            </p:txBody>
          </p:sp>
          <p:sp>
            <p:nvSpPr>
              <p:cNvPr id="805" name="Freeform 804">
                <a:extLst>
                  <a:ext uri="{FF2B5EF4-FFF2-40B4-BE49-F238E27FC236}">
                    <a16:creationId xmlns:a16="http://schemas.microsoft.com/office/drawing/2014/main" id="{664A99B8-F35C-07B3-5769-0437CDAEEB7C}"/>
                  </a:ext>
                </a:extLst>
              </p:cNvPr>
              <p:cNvSpPr/>
              <p:nvPr/>
            </p:nvSpPr>
            <p:spPr>
              <a:xfrm>
                <a:off x="933305" y="5477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06" name="Freeform 805">
                <a:extLst>
                  <a:ext uri="{FF2B5EF4-FFF2-40B4-BE49-F238E27FC236}">
                    <a16:creationId xmlns:a16="http://schemas.microsoft.com/office/drawing/2014/main" id="{65047390-CCB3-9DA4-1AA9-915E86E0F522}"/>
                  </a:ext>
                </a:extLst>
              </p:cNvPr>
              <p:cNvSpPr/>
              <p:nvPr/>
            </p:nvSpPr>
            <p:spPr>
              <a:xfrm>
                <a:off x="1184765" y="5477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07" name="Freeform 806">
                <a:extLst>
                  <a:ext uri="{FF2B5EF4-FFF2-40B4-BE49-F238E27FC236}">
                    <a16:creationId xmlns:a16="http://schemas.microsoft.com/office/drawing/2014/main" id="{32DE97D0-916B-3922-7DB8-DF4F024116B3}"/>
                  </a:ext>
                </a:extLst>
              </p:cNvPr>
              <p:cNvSpPr/>
              <p:nvPr/>
            </p:nvSpPr>
            <p:spPr>
              <a:xfrm>
                <a:off x="1436226" y="5477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08" name="Freeform 807">
                <a:extLst>
                  <a:ext uri="{FF2B5EF4-FFF2-40B4-BE49-F238E27FC236}">
                    <a16:creationId xmlns:a16="http://schemas.microsoft.com/office/drawing/2014/main" id="{BDE3D604-5147-8AFA-3056-0DDAB73383F1}"/>
                  </a:ext>
                </a:extLst>
              </p:cNvPr>
              <p:cNvSpPr/>
              <p:nvPr/>
            </p:nvSpPr>
            <p:spPr>
              <a:xfrm>
                <a:off x="1687685" y="5477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09" name="Freeform 808">
                <a:extLst>
                  <a:ext uri="{FF2B5EF4-FFF2-40B4-BE49-F238E27FC236}">
                    <a16:creationId xmlns:a16="http://schemas.microsoft.com/office/drawing/2014/main" id="{3128BF6B-9392-DC8F-A7A9-3F67C808AAD5}"/>
                  </a:ext>
                </a:extLst>
              </p:cNvPr>
              <p:cNvSpPr/>
              <p:nvPr/>
            </p:nvSpPr>
            <p:spPr>
              <a:xfrm>
                <a:off x="1939145" y="547756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10" name="TextBox 809">
                <a:extLst>
                  <a:ext uri="{FF2B5EF4-FFF2-40B4-BE49-F238E27FC236}">
                    <a16:creationId xmlns:a16="http://schemas.microsoft.com/office/drawing/2014/main" id="{FCC38133-8560-48BB-63B6-72854C3847E1}"/>
                  </a:ext>
                </a:extLst>
              </p:cNvPr>
              <p:cNvSpPr txBox="1"/>
              <p:nvPr/>
            </p:nvSpPr>
            <p:spPr>
              <a:xfrm>
                <a:off x="790196" y="5473422"/>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811" name="TextBox 810">
                <a:extLst>
                  <a:ext uri="{FF2B5EF4-FFF2-40B4-BE49-F238E27FC236}">
                    <a16:creationId xmlns:a16="http://schemas.microsoft.com/office/drawing/2014/main" id="{4C73929F-11C1-23CC-D019-10A533FC4A19}"/>
                  </a:ext>
                </a:extLst>
              </p:cNvPr>
              <p:cNvSpPr txBox="1"/>
              <p:nvPr/>
            </p:nvSpPr>
            <p:spPr>
              <a:xfrm>
                <a:off x="1072236" y="5473422"/>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812" name="TextBox 811">
                <a:extLst>
                  <a:ext uri="{FF2B5EF4-FFF2-40B4-BE49-F238E27FC236}">
                    <a16:creationId xmlns:a16="http://schemas.microsoft.com/office/drawing/2014/main" id="{56C1BF2E-F0EF-BD79-0DC2-851E3372B60C}"/>
                  </a:ext>
                </a:extLst>
              </p:cNvPr>
              <p:cNvSpPr txBox="1"/>
              <p:nvPr/>
            </p:nvSpPr>
            <p:spPr>
              <a:xfrm>
                <a:off x="1292259" y="5473422"/>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813" name="TextBox 812">
                <a:extLst>
                  <a:ext uri="{FF2B5EF4-FFF2-40B4-BE49-F238E27FC236}">
                    <a16:creationId xmlns:a16="http://schemas.microsoft.com/office/drawing/2014/main" id="{9F7CF36B-0E2D-2045-4E85-DCF0C4D28791}"/>
                  </a:ext>
                </a:extLst>
              </p:cNvPr>
              <p:cNvSpPr txBox="1"/>
              <p:nvPr/>
            </p:nvSpPr>
            <p:spPr>
              <a:xfrm>
                <a:off x="1516463" y="5473422"/>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814" name="TextBox 813">
                <a:extLst>
                  <a:ext uri="{FF2B5EF4-FFF2-40B4-BE49-F238E27FC236}">
                    <a16:creationId xmlns:a16="http://schemas.microsoft.com/office/drawing/2014/main" id="{3B447EBE-29EF-D532-ECC0-441883A12C3A}"/>
                  </a:ext>
                </a:extLst>
              </p:cNvPr>
              <p:cNvSpPr txBox="1"/>
              <p:nvPr/>
            </p:nvSpPr>
            <p:spPr>
              <a:xfrm>
                <a:off x="1808444" y="5473422"/>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816" name="TextBox 815">
                <a:extLst>
                  <a:ext uri="{FF2B5EF4-FFF2-40B4-BE49-F238E27FC236}">
                    <a16:creationId xmlns:a16="http://schemas.microsoft.com/office/drawing/2014/main" id="{BDF7DF71-8FC8-BCDD-146E-2452BA1E1AF4}"/>
                  </a:ext>
                </a:extLst>
              </p:cNvPr>
              <p:cNvSpPr txBox="1"/>
              <p:nvPr/>
            </p:nvSpPr>
            <p:spPr>
              <a:xfrm rot="16200000">
                <a:off x="20986" y="4668346"/>
                <a:ext cx="862145" cy="259288"/>
              </a:xfrm>
              <a:prstGeom prst="rect">
                <a:avLst/>
              </a:prstGeom>
              <a:noFill/>
            </p:spPr>
            <p:txBody>
              <a:bodyPr wrap="none" rtlCol="0">
                <a:spAutoFit/>
              </a:bodyPr>
              <a:lstStyle/>
              <a:p>
                <a:pPr algn="ctr"/>
                <a:r>
                  <a:rPr lang="en-US" sz="992" dirty="0">
                    <a:ln/>
                    <a:solidFill>
                      <a:srgbClr val="000000"/>
                    </a:solidFill>
                    <a:latin typeface="Arial"/>
                    <a:cs typeface="Arial"/>
                    <a:sym typeface="Arial"/>
                    <a:rtl val="0"/>
                  </a:rPr>
                  <a:t>Expression</a:t>
                </a:r>
              </a:p>
            </p:txBody>
          </p:sp>
        </p:grpSp>
      </p:grpSp>
      <p:grpSp>
        <p:nvGrpSpPr>
          <p:cNvPr id="953" name="Group 952">
            <a:extLst>
              <a:ext uri="{FF2B5EF4-FFF2-40B4-BE49-F238E27FC236}">
                <a16:creationId xmlns:a16="http://schemas.microsoft.com/office/drawing/2014/main" id="{12E5DED8-464E-C883-BC75-618900440977}"/>
              </a:ext>
            </a:extLst>
          </p:cNvPr>
          <p:cNvGrpSpPr/>
          <p:nvPr/>
        </p:nvGrpSpPr>
        <p:grpSpPr>
          <a:xfrm>
            <a:off x="3623707" y="1969953"/>
            <a:ext cx="1670227" cy="1518114"/>
            <a:chOff x="4176473" y="4047523"/>
            <a:chExt cx="1767610" cy="1606627"/>
          </a:xfrm>
        </p:grpSpPr>
        <p:grpSp>
          <p:nvGrpSpPr>
            <p:cNvPr id="820" name="Graphic 13">
              <a:extLst>
                <a:ext uri="{FF2B5EF4-FFF2-40B4-BE49-F238E27FC236}">
                  <a16:creationId xmlns:a16="http://schemas.microsoft.com/office/drawing/2014/main" id="{00F04C91-7B70-F845-CA7D-3D949D64FC98}"/>
                </a:ext>
              </a:extLst>
            </p:cNvPr>
            <p:cNvGrpSpPr/>
            <p:nvPr/>
          </p:nvGrpSpPr>
          <p:grpSpPr>
            <a:xfrm>
              <a:off x="4698975" y="4047523"/>
              <a:ext cx="1245108" cy="1359154"/>
              <a:chOff x="4749415" y="3837563"/>
              <a:chExt cx="1245108" cy="1359154"/>
            </a:xfrm>
          </p:grpSpPr>
          <p:sp>
            <p:nvSpPr>
              <p:cNvPr id="821" name="Rectangle 820">
                <a:extLst>
                  <a:ext uri="{FF2B5EF4-FFF2-40B4-BE49-F238E27FC236}">
                    <a16:creationId xmlns:a16="http://schemas.microsoft.com/office/drawing/2014/main" id="{28B8AF11-7A92-D17C-471F-2F1C1B8BC643}"/>
                  </a:ext>
                </a:extLst>
              </p:cNvPr>
              <p:cNvSpPr/>
              <p:nvPr/>
            </p:nvSpPr>
            <p:spPr>
              <a:xfrm>
                <a:off x="4749415" y="3837563"/>
                <a:ext cx="1245108" cy="1359154"/>
              </a:xfrm>
              <a:prstGeom prst="rect">
                <a:avLst/>
              </a:prstGeom>
              <a:solidFill>
                <a:srgbClr val="FFFFFF"/>
              </a:solidFill>
              <a:ln w="13589" cap="rnd">
                <a:noFill/>
                <a:prstDash val="solid"/>
                <a:round/>
              </a:ln>
            </p:spPr>
            <p:txBody>
              <a:bodyPr/>
              <a:lstStyle/>
              <a:p>
                <a:pPr algn="ctr"/>
                <a:endParaRPr lang="en-US" sz="2646" dirty="0"/>
              </a:p>
            </p:txBody>
          </p:sp>
          <p:sp>
            <p:nvSpPr>
              <p:cNvPr id="822" name="Freeform 821">
                <a:extLst>
                  <a:ext uri="{FF2B5EF4-FFF2-40B4-BE49-F238E27FC236}">
                    <a16:creationId xmlns:a16="http://schemas.microsoft.com/office/drawing/2014/main" id="{53C14FBF-3DF3-68D8-4E4A-77DF10F4CF33}"/>
                  </a:ext>
                </a:extLst>
              </p:cNvPr>
              <p:cNvSpPr/>
              <p:nvPr/>
            </p:nvSpPr>
            <p:spPr>
              <a:xfrm>
                <a:off x="4893052" y="4555240"/>
                <a:ext cx="12700" cy="46989"/>
              </a:xfrm>
              <a:custGeom>
                <a:avLst/>
                <a:gdLst>
                  <a:gd name="csX0" fmla="*/ 0 w 12700"/>
                  <a:gd name="csY0" fmla="*/ 46990 h 46989"/>
                  <a:gd name="csX1" fmla="*/ 0 w 12700"/>
                  <a:gd name="csY1" fmla="*/ 0 h 46989"/>
                </a:gdLst>
                <a:ahLst/>
                <a:cxnLst>
                  <a:cxn ang="0">
                    <a:pos x="csX0" y="csY0"/>
                  </a:cxn>
                  <a:cxn ang="0">
                    <a:pos x="csX1" y="csY1"/>
                  </a:cxn>
                </a:cxnLst>
                <a:rect l="l" t="t" r="r" b="b"/>
                <a:pathLst>
                  <a:path w="12700" h="46989">
                    <a:moveTo>
                      <a:pt x="0" y="46990"/>
                    </a:moveTo>
                    <a:lnTo>
                      <a:pt x="0" y="0"/>
                    </a:lnTo>
                  </a:path>
                </a:pathLst>
              </a:custGeom>
              <a:ln w="13589" cap="flat">
                <a:solidFill>
                  <a:srgbClr val="333333"/>
                </a:solidFill>
                <a:prstDash val="solid"/>
                <a:round/>
              </a:ln>
            </p:spPr>
            <p:txBody>
              <a:bodyPr/>
              <a:lstStyle/>
              <a:p>
                <a:pPr algn="ctr"/>
                <a:endParaRPr lang="en-US" sz="2646"/>
              </a:p>
            </p:txBody>
          </p:sp>
          <p:sp>
            <p:nvSpPr>
              <p:cNvPr id="823" name="Freeform 822">
                <a:extLst>
                  <a:ext uri="{FF2B5EF4-FFF2-40B4-BE49-F238E27FC236}">
                    <a16:creationId xmlns:a16="http://schemas.microsoft.com/office/drawing/2014/main" id="{52ADB796-FF89-C718-0CCD-3A97E3FAF24F}"/>
                  </a:ext>
                </a:extLst>
              </p:cNvPr>
              <p:cNvSpPr/>
              <p:nvPr/>
            </p:nvSpPr>
            <p:spPr>
              <a:xfrm>
                <a:off x="4893052" y="4905379"/>
                <a:ext cx="12700" cy="204343"/>
              </a:xfrm>
              <a:custGeom>
                <a:avLst/>
                <a:gdLst>
                  <a:gd name="csX0" fmla="*/ 0 w 12700"/>
                  <a:gd name="csY0" fmla="*/ 0 h 204343"/>
                  <a:gd name="csX1" fmla="*/ 0 w 12700"/>
                  <a:gd name="csY1" fmla="*/ 204343 h 204343"/>
                </a:gdLst>
                <a:ahLst/>
                <a:cxnLst>
                  <a:cxn ang="0">
                    <a:pos x="csX0" y="csY0"/>
                  </a:cxn>
                  <a:cxn ang="0">
                    <a:pos x="csX1" y="csY1"/>
                  </a:cxn>
                </a:cxnLst>
                <a:rect l="l" t="t" r="r" b="b"/>
                <a:pathLst>
                  <a:path w="12700" h="204343">
                    <a:moveTo>
                      <a:pt x="0" y="0"/>
                    </a:moveTo>
                    <a:lnTo>
                      <a:pt x="0" y="204343"/>
                    </a:lnTo>
                  </a:path>
                </a:pathLst>
              </a:custGeom>
              <a:ln w="13589" cap="flat">
                <a:solidFill>
                  <a:srgbClr val="333333"/>
                </a:solidFill>
                <a:prstDash val="solid"/>
                <a:round/>
              </a:ln>
            </p:spPr>
            <p:txBody>
              <a:bodyPr/>
              <a:lstStyle/>
              <a:p>
                <a:pPr algn="ctr"/>
                <a:endParaRPr lang="en-US" sz="2646"/>
              </a:p>
            </p:txBody>
          </p:sp>
          <p:sp>
            <p:nvSpPr>
              <p:cNvPr id="824" name="Freeform 823">
                <a:extLst>
                  <a:ext uri="{FF2B5EF4-FFF2-40B4-BE49-F238E27FC236}">
                    <a16:creationId xmlns:a16="http://schemas.microsoft.com/office/drawing/2014/main" id="{5A8B7D81-7279-E9E7-D565-9E3FBB81EB55}"/>
                  </a:ext>
                </a:extLst>
              </p:cNvPr>
              <p:cNvSpPr/>
              <p:nvPr/>
            </p:nvSpPr>
            <p:spPr>
              <a:xfrm>
                <a:off x="4821296" y="4602230"/>
                <a:ext cx="143637" cy="303148"/>
              </a:xfrm>
              <a:custGeom>
                <a:avLst/>
                <a:gdLst>
                  <a:gd name="csX0" fmla="*/ 0 w 143637"/>
                  <a:gd name="csY0" fmla="*/ 0 h 303148"/>
                  <a:gd name="csX1" fmla="*/ 0 w 143637"/>
                  <a:gd name="csY1" fmla="*/ 303149 h 303148"/>
                  <a:gd name="csX2" fmla="*/ 143637 w 143637"/>
                  <a:gd name="csY2" fmla="*/ 303149 h 303148"/>
                  <a:gd name="csX3" fmla="*/ 143637 w 143637"/>
                  <a:gd name="csY3" fmla="*/ 0 h 303148"/>
                  <a:gd name="csX4" fmla="*/ 0 w 143637"/>
                  <a:gd name="csY4" fmla="*/ 0 h 303148"/>
                </a:gdLst>
                <a:ahLst/>
                <a:cxnLst>
                  <a:cxn ang="0">
                    <a:pos x="csX0" y="csY0"/>
                  </a:cxn>
                  <a:cxn ang="0">
                    <a:pos x="csX1" y="csY1"/>
                  </a:cxn>
                  <a:cxn ang="0">
                    <a:pos x="csX2" y="csY2"/>
                  </a:cxn>
                  <a:cxn ang="0">
                    <a:pos x="csX3" y="csY3"/>
                  </a:cxn>
                  <a:cxn ang="0">
                    <a:pos x="csX4" y="csY4"/>
                  </a:cxn>
                </a:cxnLst>
                <a:rect l="l" t="t" r="r" b="b"/>
                <a:pathLst>
                  <a:path w="143637" h="303148">
                    <a:moveTo>
                      <a:pt x="0" y="0"/>
                    </a:moveTo>
                    <a:lnTo>
                      <a:pt x="0" y="303149"/>
                    </a:lnTo>
                    <a:lnTo>
                      <a:pt x="143637" y="303149"/>
                    </a:lnTo>
                    <a:lnTo>
                      <a:pt x="143637"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825" name="Freeform 824">
                <a:extLst>
                  <a:ext uri="{FF2B5EF4-FFF2-40B4-BE49-F238E27FC236}">
                    <a16:creationId xmlns:a16="http://schemas.microsoft.com/office/drawing/2014/main" id="{E3B396E3-26E1-7C2C-4DA8-C90AD21AC00C}"/>
                  </a:ext>
                </a:extLst>
              </p:cNvPr>
              <p:cNvSpPr/>
              <p:nvPr/>
            </p:nvSpPr>
            <p:spPr>
              <a:xfrm>
                <a:off x="4821297" y="4776347"/>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pPr algn="ctr"/>
                <a:endParaRPr lang="en-US" sz="2646"/>
              </a:p>
            </p:txBody>
          </p:sp>
          <p:sp>
            <p:nvSpPr>
              <p:cNvPr id="826" name="Freeform 825">
                <a:extLst>
                  <a:ext uri="{FF2B5EF4-FFF2-40B4-BE49-F238E27FC236}">
                    <a16:creationId xmlns:a16="http://schemas.microsoft.com/office/drawing/2014/main" id="{CF9D8A4E-79EA-EAC3-9A2B-A273C17920FD}"/>
                  </a:ext>
                </a:extLst>
              </p:cNvPr>
              <p:cNvSpPr/>
              <p:nvPr/>
            </p:nvSpPr>
            <p:spPr>
              <a:xfrm>
                <a:off x="5132574" y="4471166"/>
                <a:ext cx="12700" cy="151892"/>
              </a:xfrm>
              <a:custGeom>
                <a:avLst/>
                <a:gdLst>
                  <a:gd name="csX0" fmla="*/ 0 w 12700"/>
                  <a:gd name="csY0" fmla="*/ 151892 h 151892"/>
                  <a:gd name="csX1" fmla="*/ 0 w 12700"/>
                  <a:gd name="csY1" fmla="*/ 0 h 151892"/>
                </a:gdLst>
                <a:ahLst/>
                <a:cxnLst>
                  <a:cxn ang="0">
                    <a:pos x="csX0" y="csY0"/>
                  </a:cxn>
                  <a:cxn ang="0">
                    <a:pos x="csX1" y="csY1"/>
                  </a:cxn>
                </a:cxnLst>
                <a:rect l="l" t="t" r="r" b="b"/>
                <a:pathLst>
                  <a:path w="12700" h="151892">
                    <a:moveTo>
                      <a:pt x="0" y="151892"/>
                    </a:moveTo>
                    <a:lnTo>
                      <a:pt x="0" y="0"/>
                    </a:lnTo>
                  </a:path>
                </a:pathLst>
              </a:custGeom>
              <a:ln w="13589" cap="flat">
                <a:solidFill>
                  <a:srgbClr val="333333"/>
                </a:solidFill>
                <a:prstDash val="solid"/>
                <a:round/>
              </a:ln>
            </p:spPr>
            <p:txBody>
              <a:bodyPr/>
              <a:lstStyle/>
              <a:p>
                <a:pPr algn="ctr"/>
                <a:endParaRPr lang="en-US" sz="2646"/>
              </a:p>
            </p:txBody>
          </p:sp>
          <p:sp>
            <p:nvSpPr>
              <p:cNvPr id="827" name="Freeform 826">
                <a:extLst>
                  <a:ext uri="{FF2B5EF4-FFF2-40B4-BE49-F238E27FC236}">
                    <a16:creationId xmlns:a16="http://schemas.microsoft.com/office/drawing/2014/main" id="{EE786E5E-F350-2BB0-67DC-76EE74BBFF41}"/>
                  </a:ext>
                </a:extLst>
              </p:cNvPr>
              <p:cNvSpPr/>
              <p:nvPr/>
            </p:nvSpPr>
            <p:spPr>
              <a:xfrm>
                <a:off x="5132574" y="4784475"/>
                <a:ext cx="12700" cy="30733"/>
              </a:xfrm>
              <a:custGeom>
                <a:avLst/>
                <a:gdLst>
                  <a:gd name="csX0" fmla="*/ 0 w 12700"/>
                  <a:gd name="csY0" fmla="*/ 0 h 30733"/>
                  <a:gd name="csX1" fmla="*/ 0 w 12700"/>
                  <a:gd name="csY1" fmla="*/ 30734 h 30733"/>
                </a:gdLst>
                <a:ahLst/>
                <a:cxnLst>
                  <a:cxn ang="0">
                    <a:pos x="csX0" y="csY0"/>
                  </a:cxn>
                  <a:cxn ang="0">
                    <a:pos x="csX1" y="csY1"/>
                  </a:cxn>
                </a:cxnLst>
                <a:rect l="l" t="t" r="r" b="b"/>
                <a:pathLst>
                  <a:path w="12700" h="30733">
                    <a:moveTo>
                      <a:pt x="0" y="0"/>
                    </a:moveTo>
                    <a:lnTo>
                      <a:pt x="0" y="30734"/>
                    </a:lnTo>
                  </a:path>
                </a:pathLst>
              </a:custGeom>
              <a:ln w="13589" cap="flat">
                <a:solidFill>
                  <a:srgbClr val="333333"/>
                </a:solidFill>
                <a:prstDash val="solid"/>
                <a:round/>
              </a:ln>
            </p:spPr>
            <p:txBody>
              <a:bodyPr/>
              <a:lstStyle/>
              <a:p>
                <a:pPr algn="ctr"/>
                <a:endParaRPr lang="en-US" sz="2646"/>
              </a:p>
            </p:txBody>
          </p:sp>
          <p:sp>
            <p:nvSpPr>
              <p:cNvPr id="828" name="Freeform 827">
                <a:extLst>
                  <a:ext uri="{FF2B5EF4-FFF2-40B4-BE49-F238E27FC236}">
                    <a16:creationId xmlns:a16="http://schemas.microsoft.com/office/drawing/2014/main" id="{BE45892B-69CD-897A-11FC-DD2DDAFEF5C8}"/>
                  </a:ext>
                </a:extLst>
              </p:cNvPr>
              <p:cNvSpPr/>
              <p:nvPr/>
            </p:nvSpPr>
            <p:spPr>
              <a:xfrm>
                <a:off x="5060691" y="4623058"/>
                <a:ext cx="143637" cy="161416"/>
              </a:xfrm>
              <a:custGeom>
                <a:avLst/>
                <a:gdLst>
                  <a:gd name="csX0" fmla="*/ 0 w 143637"/>
                  <a:gd name="csY0" fmla="*/ 0 h 161416"/>
                  <a:gd name="csX1" fmla="*/ 0 w 143637"/>
                  <a:gd name="csY1" fmla="*/ 161417 h 161416"/>
                  <a:gd name="csX2" fmla="*/ 143637 w 143637"/>
                  <a:gd name="csY2" fmla="*/ 161417 h 161416"/>
                  <a:gd name="csX3" fmla="*/ 143637 w 143637"/>
                  <a:gd name="csY3" fmla="*/ 0 h 161416"/>
                  <a:gd name="csX4" fmla="*/ 0 w 143637"/>
                  <a:gd name="csY4" fmla="*/ 0 h 161416"/>
                </a:gdLst>
                <a:ahLst/>
                <a:cxnLst>
                  <a:cxn ang="0">
                    <a:pos x="csX0" y="csY0"/>
                  </a:cxn>
                  <a:cxn ang="0">
                    <a:pos x="csX1" y="csY1"/>
                  </a:cxn>
                  <a:cxn ang="0">
                    <a:pos x="csX2" y="csY2"/>
                  </a:cxn>
                  <a:cxn ang="0">
                    <a:pos x="csX3" y="csY3"/>
                  </a:cxn>
                  <a:cxn ang="0">
                    <a:pos x="csX4" y="csY4"/>
                  </a:cxn>
                </a:cxnLst>
                <a:rect l="l" t="t" r="r" b="b"/>
                <a:pathLst>
                  <a:path w="143637" h="161416">
                    <a:moveTo>
                      <a:pt x="0" y="0"/>
                    </a:moveTo>
                    <a:lnTo>
                      <a:pt x="0" y="161417"/>
                    </a:lnTo>
                    <a:lnTo>
                      <a:pt x="143637" y="161417"/>
                    </a:lnTo>
                    <a:lnTo>
                      <a:pt x="143637"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829" name="Freeform 828">
                <a:extLst>
                  <a:ext uri="{FF2B5EF4-FFF2-40B4-BE49-F238E27FC236}">
                    <a16:creationId xmlns:a16="http://schemas.microsoft.com/office/drawing/2014/main" id="{308F7863-9B39-3650-AAF1-5A328E183E1F}"/>
                  </a:ext>
                </a:extLst>
              </p:cNvPr>
              <p:cNvSpPr/>
              <p:nvPr/>
            </p:nvSpPr>
            <p:spPr>
              <a:xfrm>
                <a:off x="5060692" y="4707005"/>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pPr algn="ctr"/>
                <a:endParaRPr lang="en-US" sz="2646"/>
              </a:p>
            </p:txBody>
          </p:sp>
          <p:sp>
            <p:nvSpPr>
              <p:cNvPr id="830" name="Freeform 829">
                <a:extLst>
                  <a:ext uri="{FF2B5EF4-FFF2-40B4-BE49-F238E27FC236}">
                    <a16:creationId xmlns:a16="http://schemas.microsoft.com/office/drawing/2014/main" id="{693F8326-BACF-33F6-5BE1-A6C2A737A465}"/>
                  </a:ext>
                </a:extLst>
              </p:cNvPr>
              <p:cNvSpPr/>
              <p:nvPr/>
            </p:nvSpPr>
            <p:spPr>
              <a:xfrm>
                <a:off x="5371969" y="4485898"/>
                <a:ext cx="12700" cy="30353"/>
              </a:xfrm>
              <a:custGeom>
                <a:avLst/>
                <a:gdLst>
                  <a:gd name="csX0" fmla="*/ 0 w 12700"/>
                  <a:gd name="csY0" fmla="*/ 30353 h 30353"/>
                  <a:gd name="csX1" fmla="*/ 0 w 12700"/>
                  <a:gd name="csY1" fmla="*/ 0 h 30353"/>
                </a:gdLst>
                <a:ahLst/>
                <a:cxnLst>
                  <a:cxn ang="0">
                    <a:pos x="csX0" y="csY0"/>
                  </a:cxn>
                  <a:cxn ang="0">
                    <a:pos x="csX1" y="csY1"/>
                  </a:cxn>
                </a:cxnLst>
                <a:rect l="l" t="t" r="r" b="b"/>
                <a:pathLst>
                  <a:path w="12700" h="30353">
                    <a:moveTo>
                      <a:pt x="0" y="30353"/>
                    </a:moveTo>
                    <a:lnTo>
                      <a:pt x="0" y="0"/>
                    </a:lnTo>
                  </a:path>
                </a:pathLst>
              </a:custGeom>
              <a:ln w="13589" cap="flat">
                <a:solidFill>
                  <a:srgbClr val="333333"/>
                </a:solidFill>
                <a:prstDash val="solid"/>
                <a:round/>
              </a:ln>
            </p:spPr>
            <p:txBody>
              <a:bodyPr/>
              <a:lstStyle/>
              <a:p>
                <a:pPr algn="ctr"/>
                <a:endParaRPr lang="en-US" sz="2646"/>
              </a:p>
            </p:txBody>
          </p:sp>
          <p:sp>
            <p:nvSpPr>
              <p:cNvPr id="831" name="Freeform 830">
                <a:extLst>
                  <a:ext uri="{FF2B5EF4-FFF2-40B4-BE49-F238E27FC236}">
                    <a16:creationId xmlns:a16="http://schemas.microsoft.com/office/drawing/2014/main" id="{FF6DDE32-DE33-0E76-5C60-A2241624F162}"/>
                  </a:ext>
                </a:extLst>
              </p:cNvPr>
              <p:cNvSpPr/>
              <p:nvPr/>
            </p:nvSpPr>
            <p:spPr>
              <a:xfrm>
                <a:off x="5371969" y="4577211"/>
                <a:ext cx="12700" cy="30353"/>
              </a:xfrm>
              <a:custGeom>
                <a:avLst/>
                <a:gdLst>
                  <a:gd name="csX0" fmla="*/ 0 w 12700"/>
                  <a:gd name="csY0" fmla="*/ 0 h 30353"/>
                  <a:gd name="csX1" fmla="*/ 0 w 12700"/>
                  <a:gd name="csY1" fmla="*/ 30353 h 30353"/>
                </a:gdLst>
                <a:ahLst/>
                <a:cxnLst>
                  <a:cxn ang="0">
                    <a:pos x="csX0" y="csY0"/>
                  </a:cxn>
                  <a:cxn ang="0">
                    <a:pos x="csX1" y="csY1"/>
                  </a:cxn>
                </a:cxnLst>
                <a:rect l="l" t="t" r="r" b="b"/>
                <a:pathLst>
                  <a:path w="12700" h="30353">
                    <a:moveTo>
                      <a:pt x="0" y="0"/>
                    </a:moveTo>
                    <a:lnTo>
                      <a:pt x="0" y="30353"/>
                    </a:lnTo>
                  </a:path>
                </a:pathLst>
              </a:custGeom>
              <a:ln w="13589" cap="flat">
                <a:solidFill>
                  <a:srgbClr val="333333"/>
                </a:solidFill>
                <a:prstDash val="solid"/>
                <a:round/>
              </a:ln>
            </p:spPr>
            <p:txBody>
              <a:bodyPr/>
              <a:lstStyle/>
              <a:p>
                <a:pPr algn="ctr"/>
                <a:endParaRPr lang="en-US" sz="2646"/>
              </a:p>
            </p:txBody>
          </p:sp>
          <p:sp>
            <p:nvSpPr>
              <p:cNvPr id="896" name="Freeform 895">
                <a:extLst>
                  <a:ext uri="{FF2B5EF4-FFF2-40B4-BE49-F238E27FC236}">
                    <a16:creationId xmlns:a16="http://schemas.microsoft.com/office/drawing/2014/main" id="{F1021B37-0705-399B-131E-456FA6327030}"/>
                  </a:ext>
                </a:extLst>
              </p:cNvPr>
              <p:cNvSpPr/>
              <p:nvPr/>
            </p:nvSpPr>
            <p:spPr>
              <a:xfrm>
                <a:off x="5300213" y="4516250"/>
                <a:ext cx="143637" cy="60960"/>
              </a:xfrm>
              <a:custGeom>
                <a:avLst/>
                <a:gdLst>
                  <a:gd name="csX0" fmla="*/ 0 w 143637"/>
                  <a:gd name="csY0" fmla="*/ 0 h 60960"/>
                  <a:gd name="csX1" fmla="*/ 0 w 143637"/>
                  <a:gd name="csY1" fmla="*/ 60960 h 60960"/>
                  <a:gd name="csX2" fmla="*/ 143637 w 143637"/>
                  <a:gd name="csY2" fmla="*/ 60960 h 60960"/>
                  <a:gd name="csX3" fmla="*/ 143637 w 143637"/>
                  <a:gd name="csY3" fmla="*/ 0 h 60960"/>
                  <a:gd name="csX4" fmla="*/ 0 w 143637"/>
                  <a:gd name="csY4" fmla="*/ 0 h 60960"/>
                </a:gdLst>
                <a:ahLst/>
                <a:cxnLst>
                  <a:cxn ang="0">
                    <a:pos x="csX0" y="csY0"/>
                  </a:cxn>
                  <a:cxn ang="0">
                    <a:pos x="csX1" y="csY1"/>
                  </a:cxn>
                  <a:cxn ang="0">
                    <a:pos x="csX2" y="csY2"/>
                  </a:cxn>
                  <a:cxn ang="0">
                    <a:pos x="csX3" y="csY3"/>
                  </a:cxn>
                  <a:cxn ang="0">
                    <a:pos x="csX4" y="csY4"/>
                  </a:cxn>
                </a:cxnLst>
                <a:rect l="l" t="t" r="r" b="b"/>
                <a:pathLst>
                  <a:path w="143637" h="60960">
                    <a:moveTo>
                      <a:pt x="0" y="0"/>
                    </a:moveTo>
                    <a:lnTo>
                      <a:pt x="0" y="60960"/>
                    </a:lnTo>
                    <a:lnTo>
                      <a:pt x="143637" y="60960"/>
                    </a:lnTo>
                    <a:lnTo>
                      <a:pt x="143637"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897" name="Freeform 896">
                <a:extLst>
                  <a:ext uri="{FF2B5EF4-FFF2-40B4-BE49-F238E27FC236}">
                    <a16:creationId xmlns:a16="http://schemas.microsoft.com/office/drawing/2014/main" id="{51759269-0644-9B05-D5BB-A09906156BFE}"/>
                  </a:ext>
                </a:extLst>
              </p:cNvPr>
              <p:cNvSpPr/>
              <p:nvPr/>
            </p:nvSpPr>
            <p:spPr>
              <a:xfrm>
                <a:off x="5300214" y="4546731"/>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pPr algn="ctr"/>
                <a:endParaRPr lang="en-US" sz="2646"/>
              </a:p>
            </p:txBody>
          </p:sp>
          <p:sp>
            <p:nvSpPr>
              <p:cNvPr id="898" name="Freeform 897">
                <a:extLst>
                  <a:ext uri="{FF2B5EF4-FFF2-40B4-BE49-F238E27FC236}">
                    <a16:creationId xmlns:a16="http://schemas.microsoft.com/office/drawing/2014/main" id="{5E2AAA4A-A26C-D79C-2BAC-BB169EDC4EFC}"/>
                  </a:ext>
                </a:extLst>
              </p:cNvPr>
              <p:cNvSpPr/>
              <p:nvPr/>
            </p:nvSpPr>
            <p:spPr>
              <a:xfrm>
                <a:off x="5850886" y="4605532"/>
                <a:ext cx="12700" cy="97662"/>
              </a:xfrm>
              <a:custGeom>
                <a:avLst/>
                <a:gdLst>
                  <a:gd name="csX0" fmla="*/ 0 w 12700"/>
                  <a:gd name="csY0" fmla="*/ 97663 h 97662"/>
                  <a:gd name="csX1" fmla="*/ 0 w 12700"/>
                  <a:gd name="csY1" fmla="*/ 0 h 97662"/>
                </a:gdLst>
                <a:ahLst/>
                <a:cxnLst>
                  <a:cxn ang="0">
                    <a:pos x="csX0" y="csY0"/>
                  </a:cxn>
                  <a:cxn ang="0">
                    <a:pos x="csX1" y="csY1"/>
                  </a:cxn>
                </a:cxnLst>
                <a:rect l="l" t="t" r="r" b="b"/>
                <a:pathLst>
                  <a:path w="12700" h="97662">
                    <a:moveTo>
                      <a:pt x="0" y="97663"/>
                    </a:moveTo>
                    <a:lnTo>
                      <a:pt x="0" y="0"/>
                    </a:lnTo>
                  </a:path>
                </a:pathLst>
              </a:custGeom>
              <a:ln w="13589" cap="flat">
                <a:solidFill>
                  <a:srgbClr val="333333"/>
                </a:solidFill>
                <a:prstDash val="solid"/>
                <a:round/>
              </a:ln>
            </p:spPr>
            <p:txBody>
              <a:bodyPr/>
              <a:lstStyle/>
              <a:p>
                <a:pPr algn="ctr"/>
                <a:endParaRPr lang="en-US" sz="2646"/>
              </a:p>
            </p:txBody>
          </p:sp>
          <p:sp>
            <p:nvSpPr>
              <p:cNvPr id="899" name="Freeform 898">
                <a:extLst>
                  <a:ext uri="{FF2B5EF4-FFF2-40B4-BE49-F238E27FC236}">
                    <a16:creationId xmlns:a16="http://schemas.microsoft.com/office/drawing/2014/main" id="{F1EC67C9-459E-9DF7-23A1-D64DCD342C3D}"/>
                  </a:ext>
                </a:extLst>
              </p:cNvPr>
              <p:cNvSpPr/>
              <p:nvPr/>
            </p:nvSpPr>
            <p:spPr>
              <a:xfrm>
                <a:off x="5850886" y="4918587"/>
                <a:ext cx="12700" cy="182880"/>
              </a:xfrm>
              <a:custGeom>
                <a:avLst/>
                <a:gdLst>
                  <a:gd name="csX0" fmla="*/ 0 w 12700"/>
                  <a:gd name="csY0" fmla="*/ 0 h 182880"/>
                  <a:gd name="csX1" fmla="*/ 0 w 12700"/>
                  <a:gd name="csY1" fmla="*/ 182880 h 182880"/>
                </a:gdLst>
                <a:ahLst/>
                <a:cxnLst>
                  <a:cxn ang="0">
                    <a:pos x="csX0" y="csY0"/>
                  </a:cxn>
                  <a:cxn ang="0">
                    <a:pos x="csX1" y="csY1"/>
                  </a:cxn>
                </a:cxnLst>
                <a:rect l="l" t="t" r="r" b="b"/>
                <a:pathLst>
                  <a:path w="12700" h="182880">
                    <a:moveTo>
                      <a:pt x="0" y="0"/>
                    </a:moveTo>
                    <a:lnTo>
                      <a:pt x="0" y="182880"/>
                    </a:lnTo>
                  </a:path>
                </a:pathLst>
              </a:custGeom>
              <a:ln w="13589" cap="flat">
                <a:solidFill>
                  <a:srgbClr val="333333"/>
                </a:solidFill>
                <a:prstDash val="solid"/>
                <a:round/>
              </a:ln>
            </p:spPr>
            <p:txBody>
              <a:bodyPr/>
              <a:lstStyle/>
              <a:p>
                <a:pPr algn="ctr"/>
                <a:endParaRPr lang="en-US" sz="2646"/>
              </a:p>
            </p:txBody>
          </p:sp>
          <p:sp>
            <p:nvSpPr>
              <p:cNvPr id="900" name="Freeform 899">
                <a:extLst>
                  <a:ext uri="{FF2B5EF4-FFF2-40B4-BE49-F238E27FC236}">
                    <a16:creationId xmlns:a16="http://schemas.microsoft.com/office/drawing/2014/main" id="{4FE33687-7F2B-A0D8-B3F7-2D4F65063F01}"/>
                  </a:ext>
                </a:extLst>
              </p:cNvPr>
              <p:cNvSpPr/>
              <p:nvPr/>
            </p:nvSpPr>
            <p:spPr>
              <a:xfrm>
                <a:off x="5779004" y="4703194"/>
                <a:ext cx="143636" cy="215391"/>
              </a:xfrm>
              <a:custGeom>
                <a:avLst/>
                <a:gdLst>
                  <a:gd name="csX0" fmla="*/ 0 w 143636"/>
                  <a:gd name="csY0" fmla="*/ 0 h 215391"/>
                  <a:gd name="csX1" fmla="*/ 0 w 143636"/>
                  <a:gd name="csY1" fmla="*/ 215392 h 215391"/>
                  <a:gd name="csX2" fmla="*/ 143637 w 143636"/>
                  <a:gd name="csY2" fmla="*/ 215392 h 215391"/>
                  <a:gd name="csX3" fmla="*/ 143637 w 143636"/>
                  <a:gd name="csY3" fmla="*/ 0 h 215391"/>
                  <a:gd name="csX4" fmla="*/ 0 w 143636"/>
                  <a:gd name="csY4" fmla="*/ 0 h 215391"/>
                </a:gdLst>
                <a:ahLst/>
                <a:cxnLst>
                  <a:cxn ang="0">
                    <a:pos x="csX0" y="csY0"/>
                  </a:cxn>
                  <a:cxn ang="0">
                    <a:pos x="csX1" y="csY1"/>
                  </a:cxn>
                  <a:cxn ang="0">
                    <a:pos x="csX2" y="csY2"/>
                  </a:cxn>
                  <a:cxn ang="0">
                    <a:pos x="csX3" y="csY3"/>
                  </a:cxn>
                  <a:cxn ang="0">
                    <a:pos x="csX4" y="csY4"/>
                  </a:cxn>
                </a:cxnLst>
                <a:rect l="l" t="t" r="r" b="b"/>
                <a:pathLst>
                  <a:path w="143636" h="215391">
                    <a:moveTo>
                      <a:pt x="0" y="0"/>
                    </a:moveTo>
                    <a:lnTo>
                      <a:pt x="0" y="215392"/>
                    </a:lnTo>
                    <a:lnTo>
                      <a:pt x="143637" y="215392"/>
                    </a:lnTo>
                    <a:lnTo>
                      <a:pt x="143637"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901" name="Freeform 900">
                <a:extLst>
                  <a:ext uri="{FF2B5EF4-FFF2-40B4-BE49-F238E27FC236}">
                    <a16:creationId xmlns:a16="http://schemas.microsoft.com/office/drawing/2014/main" id="{0D161BF9-C7FE-4913-9D60-5230C6A4390C}"/>
                  </a:ext>
                </a:extLst>
              </p:cNvPr>
              <p:cNvSpPr/>
              <p:nvPr/>
            </p:nvSpPr>
            <p:spPr>
              <a:xfrm>
                <a:off x="5779004" y="4793873"/>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pPr algn="ctr"/>
                <a:endParaRPr lang="en-US" sz="2646"/>
              </a:p>
            </p:txBody>
          </p:sp>
          <p:sp>
            <p:nvSpPr>
              <p:cNvPr id="902" name="Oval 901">
                <a:extLst>
                  <a:ext uri="{FF2B5EF4-FFF2-40B4-BE49-F238E27FC236}">
                    <a16:creationId xmlns:a16="http://schemas.microsoft.com/office/drawing/2014/main" id="{F28D256B-7BD8-02EE-216F-876F3D6C1436}"/>
                  </a:ext>
                </a:extLst>
              </p:cNvPr>
              <p:cNvSpPr/>
              <p:nvPr/>
            </p:nvSpPr>
            <p:spPr>
              <a:xfrm>
                <a:off x="5373874" y="4589911"/>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03" name="Oval 902">
                <a:extLst>
                  <a:ext uri="{FF2B5EF4-FFF2-40B4-BE49-F238E27FC236}">
                    <a16:creationId xmlns:a16="http://schemas.microsoft.com/office/drawing/2014/main" id="{67096ADD-6D41-7736-2CBD-EDB49B264531}"/>
                  </a:ext>
                </a:extLst>
              </p:cNvPr>
              <p:cNvSpPr/>
              <p:nvPr/>
            </p:nvSpPr>
            <p:spPr>
              <a:xfrm>
                <a:off x="5135495" y="4751201"/>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04" name="Oval 903">
                <a:extLst>
                  <a:ext uri="{FF2B5EF4-FFF2-40B4-BE49-F238E27FC236}">
                    <a16:creationId xmlns:a16="http://schemas.microsoft.com/office/drawing/2014/main" id="{AEC2B569-4ED8-9D74-B008-87D2032E1A1C}"/>
                  </a:ext>
                </a:extLst>
              </p:cNvPr>
              <p:cNvSpPr/>
              <p:nvPr/>
            </p:nvSpPr>
            <p:spPr>
              <a:xfrm>
                <a:off x="5104253" y="4549144"/>
                <a:ext cx="36068" cy="36067"/>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05" name="Oval 904">
                <a:extLst>
                  <a:ext uri="{FF2B5EF4-FFF2-40B4-BE49-F238E27FC236}">
                    <a16:creationId xmlns:a16="http://schemas.microsoft.com/office/drawing/2014/main" id="{EC79915E-9C60-7B6E-9B5A-8DC0E949F481}"/>
                  </a:ext>
                </a:extLst>
              </p:cNvPr>
              <p:cNvSpPr/>
              <p:nvPr/>
            </p:nvSpPr>
            <p:spPr>
              <a:xfrm>
                <a:off x="5848600" y="4854452"/>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06" name="Oval 905">
                <a:extLst>
                  <a:ext uri="{FF2B5EF4-FFF2-40B4-BE49-F238E27FC236}">
                    <a16:creationId xmlns:a16="http://schemas.microsoft.com/office/drawing/2014/main" id="{63F23A9C-DDFE-5A0B-2EDE-ACC4071329E2}"/>
                  </a:ext>
                </a:extLst>
              </p:cNvPr>
              <p:cNvSpPr/>
              <p:nvPr/>
            </p:nvSpPr>
            <p:spPr>
              <a:xfrm>
                <a:off x="4881876" y="4918079"/>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07" name="Oval 906">
                <a:extLst>
                  <a:ext uri="{FF2B5EF4-FFF2-40B4-BE49-F238E27FC236}">
                    <a16:creationId xmlns:a16="http://schemas.microsoft.com/office/drawing/2014/main" id="{42C332C4-1787-8963-E875-D62A326C2349}"/>
                  </a:ext>
                </a:extLst>
              </p:cNvPr>
              <p:cNvSpPr/>
              <p:nvPr/>
            </p:nvSpPr>
            <p:spPr>
              <a:xfrm>
                <a:off x="5833741" y="4916174"/>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08" name="Oval 907">
                <a:extLst>
                  <a:ext uri="{FF2B5EF4-FFF2-40B4-BE49-F238E27FC236}">
                    <a16:creationId xmlns:a16="http://schemas.microsoft.com/office/drawing/2014/main" id="{72E14716-DBB1-1AB6-5857-537F3B59A771}"/>
                  </a:ext>
                </a:extLst>
              </p:cNvPr>
              <p:cNvSpPr/>
              <p:nvPr/>
            </p:nvSpPr>
            <p:spPr>
              <a:xfrm>
                <a:off x="4886448" y="4538095"/>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09" name="Oval 908">
                <a:extLst>
                  <a:ext uri="{FF2B5EF4-FFF2-40B4-BE49-F238E27FC236}">
                    <a16:creationId xmlns:a16="http://schemas.microsoft.com/office/drawing/2014/main" id="{291379B3-69F3-C74B-40FF-6C4CF7065399}"/>
                  </a:ext>
                </a:extLst>
              </p:cNvPr>
              <p:cNvSpPr/>
              <p:nvPr/>
            </p:nvSpPr>
            <p:spPr>
              <a:xfrm>
                <a:off x="5815326" y="458749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0" name="Oval 909">
                <a:extLst>
                  <a:ext uri="{FF2B5EF4-FFF2-40B4-BE49-F238E27FC236}">
                    <a16:creationId xmlns:a16="http://schemas.microsoft.com/office/drawing/2014/main" id="{B5F9EEDE-72C5-156B-B747-4F3411EC9182}"/>
                  </a:ext>
                </a:extLst>
              </p:cNvPr>
              <p:cNvSpPr/>
              <p:nvPr/>
            </p:nvSpPr>
            <p:spPr>
              <a:xfrm>
                <a:off x="4882638" y="4794762"/>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1" name="Oval 910">
                <a:extLst>
                  <a:ext uri="{FF2B5EF4-FFF2-40B4-BE49-F238E27FC236}">
                    <a16:creationId xmlns:a16="http://schemas.microsoft.com/office/drawing/2014/main" id="{58670CCA-114D-974E-EE3B-AE699BFF9904}"/>
                  </a:ext>
                </a:extLst>
              </p:cNvPr>
              <p:cNvSpPr/>
              <p:nvPr/>
            </p:nvSpPr>
            <p:spPr>
              <a:xfrm>
                <a:off x="5842631" y="468071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2" name="Oval 911">
                <a:extLst>
                  <a:ext uri="{FF2B5EF4-FFF2-40B4-BE49-F238E27FC236}">
                    <a16:creationId xmlns:a16="http://schemas.microsoft.com/office/drawing/2014/main" id="{DB03536C-7DB4-4AE6-434C-0FE54385A90D}"/>
                  </a:ext>
                </a:extLst>
              </p:cNvPr>
              <p:cNvSpPr/>
              <p:nvPr/>
            </p:nvSpPr>
            <p:spPr>
              <a:xfrm>
                <a:off x="4872986" y="4721102"/>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3" name="Oval 912">
                <a:extLst>
                  <a:ext uri="{FF2B5EF4-FFF2-40B4-BE49-F238E27FC236}">
                    <a16:creationId xmlns:a16="http://schemas.microsoft.com/office/drawing/2014/main" id="{0F642BED-5035-B90F-6A68-8716C48603D1}"/>
                  </a:ext>
                </a:extLst>
              </p:cNvPr>
              <p:cNvSpPr/>
              <p:nvPr/>
            </p:nvSpPr>
            <p:spPr>
              <a:xfrm>
                <a:off x="5843266" y="5083560"/>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4" name="Oval 913">
                <a:extLst>
                  <a:ext uri="{FF2B5EF4-FFF2-40B4-BE49-F238E27FC236}">
                    <a16:creationId xmlns:a16="http://schemas.microsoft.com/office/drawing/2014/main" id="{1BF7FE47-1140-3DA8-3A16-EC7FA216CB4E}"/>
                  </a:ext>
                </a:extLst>
              </p:cNvPr>
              <p:cNvSpPr/>
              <p:nvPr/>
            </p:nvSpPr>
            <p:spPr>
              <a:xfrm>
                <a:off x="4895846" y="4536952"/>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5" name="Oval 914">
                <a:extLst>
                  <a:ext uri="{FF2B5EF4-FFF2-40B4-BE49-F238E27FC236}">
                    <a16:creationId xmlns:a16="http://schemas.microsoft.com/office/drawing/2014/main" id="{CB1D1F9A-E75C-32AF-68DE-CE0498BF3BD2}"/>
                  </a:ext>
                </a:extLst>
              </p:cNvPr>
              <p:cNvSpPr/>
              <p:nvPr/>
            </p:nvSpPr>
            <p:spPr>
              <a:xfrm>
                <a:off x="5102856" y="4661031"/>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6" name="Oval 915">
                <a:extLst>
                  <a:ext uri="{FF2B5EF4-FFF2-40B4-BE49-F238E27FC236}">
                    <a16:creationId xmlns:a16="http://schemas.microsoft.com/office/drawing/2014/main" id="{9F81D4BB-3847-EF0E-119A-F1783DE9E31B}"/>
                  </a:ext>
                </a:extLst>
              </p:cNvPr>
              <p:cNvSpPr/>
              <p:nvPr/>
            </p:nvSpPr>
            <p:spPr>
              <a:xfrm>
                <a:off x="5831074" y="4697226"/>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7" name="Oval 916">
                <a:extLst>
                  <a:ext uri="{FF2B5EF4-FFF2-40B4-BE49-F238E27FC236}">
                    <a16:creationId xmlns:a16="http://schemas.microsoft.com/office/drawing/2014/main" id="{B9027EC6-A99A-EBD0-F485-6AA5B22E74B7}"/>
                  </a:ext>
                </a:extLst>
              </p:cNvPr>
              <p:cNvSpPr/>
              <p:nvPr/>
            </p:nvSpPr>
            <p:spPr>
              <a:xfrm>
                <a:off x="4896100" y="509219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8" name="Oval 917">
                <a:extLst>
                  <a:ext uri="{FF2B5EF4-FFF2-40B4-BE49-F238E27FC236}">
                    <a16:creationId xmlns:a16="http://schemas.microsoft.com/office/drawing/2014/main" id="{5769A145-7F3E-745C-FA6B-18290281A30C}"/>
                  </a:ext>
                </a:extLst>
              </p:cNvPr>
              <p:cNvSpPr/>
              <p:nvPr/>
            </p:nvSpPr>
            <p:spPr>
              <a:xfrm>
                <a:off x="5376795" y="446811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19" name="Oval 918">
                <a:extLst>
                  <a:ext uri="{FF2B5EF4-FFF2-40B4-BE49-F238E27FC236}">
                    <a16:creationId xmlns:a16="http://schemas.microsoft.com/office/drawing/2014/main" id="{7035FC35-CF68-062D-DE58-D52B439C88B4}"/>
                  </a:ext>
                </a:extLst>
              </p:cNvPr>
              <p:cNvSpPr/>
              <p:nvPr/>
            </p:nvSpPr>
            <p:spPr>
              <a:xfrm>
                <a:off x="5096252" y="4688590"/>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20" name="Oval 919">
                <a:extLst>
                  <a:ext uri="{FF2B5EF4-FFF2-40B4-BE49-F238E27FC236}">
                    <a16:creationId xmlns:a16="http://schemas.microsoft.com/office/drawing/2014/main" id="{624C8642-347F-3913-285F-E4AA49A28FFF}"/>
                  </a:ext>
                </a:extLst>
              </p:cNvPr>
              <p:cNvSpPr/>
              <p:nvPr/>
            </p:nvSpPr>
            <p:spPr>
              <a:xfrm>
                <a:off x="5113270" y="4453005"/>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21" name="Oval 920">
                <a:extLst>
                  <a:ext uri="{FF2B5EF4-FFF2-40B4-BE49-F238E27FC236}">
                    <a16:creationId xmlns:a16="http://schemas.microsoft.com/office/drawing/2014/main" id="{B81650CB-27CD-0DD2-2849-D06FC6B96386}"/>
                  </a:ext>
                </a:extLst>
              </p:cNvPr>
              <p:cNvSpPr/>
              <p:nvPr/>
            </p:nvSpPr>
            <p:spPr>
              <a:xfrm>
                <a:off x="5117461" y="4781300"/>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922" name="Oval 921">
                <a:extLst>
                  <a:ext uri="{FF2B5EF4-FFF2-40B4-BE49-F238E27FC236}">
                    <a16:creationId xmlns:a16="http://schemas.microsoft.com/office/drawing/2014/main" id="{FE085FD6-FB90-4AC0-5A59-C2C406DEC8DE}"/>
                  </a:ext>
                </a:extLst>
              </p:cNvPr>
              <p:cNvSpPr/>
              <p:nvPr/>
            </p:nvSpPr>
            <p:spPr>
              <a:xfrm>
                <a:off x="5133844" y="4797302"/>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grpSp>
        <p:grpSp>
          <p:nvGrpSpPr>
            <p:cNvPr id="929" name="Graphic 13">
              <a:extLst>
                <a:ext uri="{FF2B5EF4-FFF2-40B4-BE49-F238E27FC236}">
                  <a16:creationId xmlns:a16="http://schemas.microsoft.com/office/drawing/2014/main" id="{B2E5E662-33D3-0ED0-AB73-80B72F4D54B6}"/>
                </a:ext>
              </a:extLst>
            </p:cNvPr>
            <p:cNvGrpSpPr/>
            <p:nvPr/>
          </p:nvGrpSpPr>
          <p:grpSpPr>
            <a:xfrm>
              <a:off x="4176473" y="4053873"/>
              <a:ext cx="1767609" cy="1600277"/>
              <a:chOff x="4226913" y="3843913"/>
              <a:chExt cx="1767609" cy="1600277"/>
            </a:xfrm>
          </p:grpSpPr>
          <p:sp>
            <p:nvSpPr>
              <p:cNvPr id="930" name="Freeform 929">
                <a:extLst>
                  <a:ext uri="{FF2B5EF4-FFF2-40B4-BE49-F238E27FC236}">
                    <a16:creationId xmlns:a16="http://schemas.microsoft.com/office/drawing/2014/main" id="{9B709519-9CC9-B05B-B27D-1669E68FB11D}"/>
                  </a:ext>
                </a:extLst>
              </p:cNvPr>
              <p:cNvSpPr/>
              <p:nvPr/>
            </p:nvSpPr>
            <p:spPr>
              <a:xfrm>
                <a:off x="4749414" y="3843913"/>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pPr algn="ctr"/>
                <a:endParaRPr lang="en-US" sz="2646"/>
              </a:p>
            </p:txBody>
          </p:sp>
          <p:sp>
            <p:nvSpPr>
              <p:cNvPr id="931" name="TextBox 930">
                <a:extLst>
                  <a:ext uri="{FF2B5EF4-FFF2-40B4-BE49-F238E27FC236}">
                    <a16:creationId xmlns:a16="http://schemas.microsoft.com/office/drawing/2014/main" id="{FB6B2909-8DFD-7AB7-25A6-4B3A655209F8}"/>
                  </a:ext>
                </a:extLst>
              </p:cNvPr>
              <p:cNvSpPr txBox="1"/>
              <p:nvPr/>
            </p:nvSpPr>
            <p:spPr>
              <a:xfrm>
                <a:off x="4371203" y="4799506"/>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0.50</a:t>
                </a:r>
              </a:p>
            </p:txBody>
          </p:sp>
          <p:sp>
            <p:nvSpPr>
              <p:cNvPr id="932" name="TextBox 931">
                <a:extLst>
                  <a:ext uri="{FF2B5EF4-FFF2-40B4-BE49-F238E27FC236}">
                    <a16:creationId xmlns:a16="http://schemas.microsoft.com/office/drawing/2014/main" id="{148DC073-F7A5-5600-578B-CD6CFDAE9A77}"/>
                  </a:ext>
                </a:extLst>
              </p:cNvPr>
              <p:cNvSpPr txBox="1"/>
              <p:nvPr/>
            </p:nvSpPr>
            <p:spPr>
              <a:xfrm>
                <a:off x="4371203" y="4445176"/>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0.75</a:t>
                </a:r>
              </a:p>
            </p:txBody>
          </p:sp>
          <p:sp>
            <p:nvSpPr>
              <p:cNvPr id="933" name="TextBox 932">
                <a:extLst>
                  <a:ext uri="{FF2B5EF4-FFF2-40B4-BE49-F238E27FC236}">
                    <a16:creationId xmlns:a16="http://schemas.microsoft.com/office/drawing/2014/main" id="{B385A3FD-A9D4-F92B-14AA-D118481A08E7}"/>
                  </a:ext>
                </a:extLst>
              </p:cNvPr>
              <p:cNvSpPr txBox="1"/>
              <p:nvPr/>
            </p:nvSpPr>
            <p:spPr>
              <a:xfrm>
                <a:off x="4371203" y="4090973"/>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1.00</a:t>
                </a:r>
              </a:p>
            </p:txBody>
          </p:sp>
          <p:sp>
            <p:nvSpPr>
              <p:cNvPr id="936" name="Freeform 935">
                <a:extLst>
                  <a:ext uri="{FF2B5EF4-FFF2-40B4-BE49-F238E27FC236}">
                    <a16:creationId xmlns:a16="http://schemas.microsoft.com/office/drawing/2014/main" id="{400293DF-1524-4564-02A4-01CF8B414676}"/>
                  </a:ext>
                </a:extLst>
              </p:cNvPr>
              <p:cNvSpPr/>
              <p:nvPr/>
            </p:nvSpPr>
            <p:spPr>
              <a:xfrm>
                <a:off x="4714617" y="490639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937" name="Freeform 936">
                <a:extLst>
                  <a:ext uri="{FF2B5EF4-FFF2-40B4-BE49-F238E27FC236}">
                    <a16:creationId xmlns:a16="http://schemas.microsoft.com/office/drawing/2014/main" id="{5DF77D29-F4F6-BE38-12DB-7644C1921FCC}"/>
                  </a:ext>
                </a:extLst>
              </p:cNvPr>
              <p:cNvSpPr/>
              <p:nvPr/>
            </p:nvSpPr>
            <p:spPr>
              <a:xfrm>
                <a:off x="4714617" y="4552065"/>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938" name="Freeform 937">
                <a:extLst>
                  <a:ext uri="{FF2B5EF4-FFF2-40B4-BE49-F238E27FC236}">
                    <a16:creationId xmlns:a16="http://schemas.microsoft.com/office/drawing/2014/main" id="{47F313D7-9137-5EC0-7A7E-9DA7225C683B}"/>
                  </a:ext>
                </a:extLst>
              </p:cNvPr>
              <p:cNvSpPr/>
              <p:nvPr/>
            </p:nvSpPr>
            <p:spPr>
              <a:xfrm>
                <a:off x="4714617" y="4197861"/>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940" name="Freeform 939">
                <a:extLst>
                  <a:ext uri="{FF2B5EF4-FFF2-40B4-BE49-F238E27FC236}">
                    <a16:creationId xmlns:a16="http://schemas.microsoft.com/office/drawing/2014/main" id="{2BA4DE4A-54B8-D120-CDBC-45A5472C93EE}"/>
                  </a:ext>
                </a:extLst>
              </p:cNvPr>
              <p:cNvSpPr/>
              <p:nvPr/>
            </p:nvSpPr>
            <p:spPr>
              <a:xfrm>
                <a:off x="4749414" y="5196717"/>
                <a:ext cx="1245108" cy="12700"/>
              </a:xfrm>
              <a:custGeom>
                <a:avLst/>
                <a:gdLst>
                  <a:gd name="csX0" fmla="*/ 0 w 1245108"/>
                  <a:gd name="csY0" fmla="*/ 0 h 12700"/>
                  <a:gd name="csX1" fmla="*/ 1245108 w 1245108"/>
                  <a:gd name="csY1" fmla="*/ 0 h 12700"/>
                </a:gdLst>
                <a:ahLst/>
                <a:cxnLst>
                  <a:cxn ang="0">
                    <a:pos x="csX0" y="csY0"/>
                  </a:cxn>
                  <a:cxn ang="0">
                    <a:pos x="csX1" y="csY1"/>
                  </a:cxn>
                </a:cxnLst>
                <a:rect l="l" t="t" r="r" b="b"/>
                <a:pathLst>
                  <a:path w="1245108" h="12700">
                    <a:moveTo>
                      <a:pt x="0" y="0"/>
                    </a:moveTo>
                    <a:lnTo>
                      <a:pt x="1245108" y="0"/>
                    </a:lnTo>
                  </a:path>
                </a:pathLst>
              </a:custGeom>
              <a:noFill/>
              <a:ln w="13589" cap="sq">
                <a:solidFill>
                  <a:srgbClr val="000000"/>
                </a:solidFill>
                <a:prstDash val="solid"/>
                <a:round/>
              </a:ln>
            </p:spPr>
            <p:txBody>
              <a:bodyPr/>
              <a:lstStyle/>
              <a:p>
                <a:pPr algn="ctr"/>
                <a:endParaRPr lang="en-US" sz="2646"/>
              </a:p>
            </p:txBody>
          </p:sp>
          <p:sp>
            <p:nvSpPr>
              <p:cNvPr id="941" name="Freeform 940">
                <a:extLst>
                  <a:ext uri="{FF2B5EF4-FFF2-40B4-BE49-F238E27FC236}">
                    <a16:creationId xmlns:a16="http://schemas.microsoft.com/office/drawing/2014/main" id="{E3B93187-C5DA-5B5D-9B19-569C9F845D51}"/>
                  </a:ext>
                </a:extLst>
              </p:cNvPr>
              <p:cNvSpPr/>
              <p:nvPr/>
            </p:nvSpPr>
            <p:spPr>
              <a:xfrm>
                <a:off x="4893052" y="51967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942" name="Freeform 941">
                <a:extLst>
                  <a:ext uri="{FF2B5EF4-FFF2-40B4-BE49-F238E27FC236}">
                    <a16:creationId xmlns:a16="http://schemas.microsoft.com/office/drawing/2014/main" id="{51DCB9A7-01CA-6B85-4A06-2C019D904594}"/>
                  </a:ext>
                </a:extLst>
              </p:cNvPr>
              <p:cNvSpPr/>
              <p:nvPr/>
            </p:nvSpPr>
            <p:spPr>
              <a:xfrm>
                <a:off x="5132574" y="51967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943" name="Freeform 942">
                <a:extLst>
                  <a:ext uri="{FF2B5EF4-FFF2-40B4-BE49-F238E27FC236}">
                    <a16:creationId xmlns:a16="http://schemas.microsoft.com/office/drawing/2014/main" id="{F17B860F-7EFD-5D09-345B-B092DED836E5}"/>
                  </a:ext>
                </a:extLst>
              </p:cNvPr>
              <p:cNvSpPr/>
              <p:nvPr/>
            </p:nvSpPr>
            <p:spPr>
              <a:xfrm>
                <a:off x="5371969" y="51967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944" name="Freeform 943">
                <a:extLst>
                  <a:ext uri="{FF2B5EF4-FFF2-40B4-BE49-F238E27FC236}">
                    <a16:creationId xmlns:a16="http://schemas.microsoft.com/office/drawing/2014/main" id="{B7D67326-E1B8-510A-B554-75A5BFD3401F}"/>
                  </a:ext>
                </a:extLst>
              </p:cNvPr>
              <p:cNvSpPr/>
              <p:nvPr/>
            </p:nvSpPr>
            <p:spPr>
              <a:xfrm>
                <a:off x="5611363" y="51967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945" name="Freeform 944">
                <a:extLst>
                  <a:ext uri="{FF2B5EF4-FFF2-40B4-BE49-F238E27FC236}">
                    <a16:creationId xmlns:a16="http://schemas.microsoft.com/office/drawing/2014/main" id="{9B4CE707-A344-457F-61C6-0AF8FC430ADA}"/>
                  </a:ext>
                </a:extLst>
              </p:cNvPr>
              <p:cNvSpPr/>
              <p:nvPr/>
            </p:nvSpPr>
            <p:spPr>
              <a:xfrm>
                <a:off x="5850885" y="51967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946" name="TextBox 945">
                <a:extLst>
                  <a:ext uri="{FF2B5EF4-FFF2-40B4-BE49-F238E27FC236}">
                    <a16:creationId xmlns:a16="http://schemas.microsoft.com/office/drawing/2014/main" id="{AB839618-6873-49A9-D77B-39EE13EFE0E1}"/>
                  </a:ext>
                </a:extLst>
              </p:cNvPr>
              <p:cNvSpPr txBox="1"/>
              <p:nvPr/>
            </p:nvSpPr>
            <p:spPr>
              <a:xfrm>
                <a:off x="4749942" y="5192571"/>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947" name="TextBox 946">
                <a:extLst>
                  <a:ext uri="{FF2B5EF4-FFF2-40B4-BE49-F238E27FC236}">
                    <a16:creationId xmlns:a16="http://schemas.microsoft.com/office/drawing/2014/main" id="{6273E6E1-2EB7-F67B-6BF2-EC7FE3787CC2}"/>
                  </a:ext>
                </a:extLst>
              </p:cNvPr>
              <p:cNvSpPr txBox="1"/>
              <p:nvPr/>
            </p:nvSpPr>
            <p:spPr>
              <a:xfrm>
                <a:off x="5020044" y="5192571"/>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948" name="TextBox 947">
                <a:extLst>
                  <a:ext uri="{FF2B5EF4-FFF2-40B4-BE49-F238E27FC236}">
                    <a16:creationId xmlns:a16="http://schemas.microsoft.com/office/drawing/2014/main" id="{890AF86C-8FFD-D391-81CB-4CC4D23B6EBB}"/>
                  </a:ext>
                </a:extLst>
              </p:cNvPr>
              <p:cNvSpPr txBox="1"/>
              <p:nvPr/>
            </p:nvSpPr>
            <p:spPr>
              <a:xfrm>
                <a:off x="5228001" y="5192571"/>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949" name="TextBox 948">
                <a:extLst>
                  <a:ext uri="{FF2B5EF4-FFF2-40B4-BE49-F238E27FC236}">
                    <a16:creationId xmlns:a16="http://schemas.microsoft.com/office/drawing/2014/main" id="{3E9553F1-4384-13AC-2858-6FB281B0EA56}"/>
                  </a:ext>
                </a:extLst>
              </p:cNvPr>
              <p:cNvSpPr txBox="1"/>
              <p:nvPr/>
            </p:nvSpPr>
            <p:spPr>
              <a:xfrm>
                <a:off x="5440142" y="5192571"/>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950" name="TextBox 949">
                <a:extLst>
                  <a:ext uri="{FF2B5EF4-FFF2-40B4-BE49-F238E27FC236}">
                    <a16:creationId xmlns:a16="http://schemas.microsoft.com/office/drawing/2014/main" id="{047DD055-F601-3499-D49C-978017057A91}"/>
                  </a:ext>
                </a:extLst>
              </p:cNvPr>
              <p:cNvSpPr txBox="1"/>
              <p:nvPr/>
            </p:nvSpPr>
            <p:spPr>
              <a:xfrm>
                <a:off x="5720185" y="5192571"/>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952" name="TextBox 951">
                <a:extLst>
                  <a:ext uri="{FF2B5EF4-FFF2-40B4-BE49-F238E27FC236}">
                    <a16:creationId xmlns:a16="http://schemas.microsoft.com/office/drawing/2014/main" id="{DFE1EE66-E8A8-3199-E0BE-AD5D268FE9C4}"/>
                  </a:ext>
                </a:extLst>
              </p:cNvPr>
              <p:cNvSpPr txBox="1"/>
              <p:nvPr/>
            </p:nvSpPr>
            <p:spPr>
              <a:xfrm rot="16200000">
                <a:off x="3893252" y="4387495"/>
                <a:ext cx="926610" cy="259288"/>
              </a:xfrm>
              <a:prstGeom prst="rect">
                <a:avLst/>
              </a:prstGeom>
              <a:noFill/>
            </p:spPr>
            <p:txBody>
              <a:bodyPr wrap="none" rtlCol="0">
                <a:spAutoFit/>
              </a:bodyPr>
              <a:lstStyle/>
              <a:p>
                <a:pPr algn="ctr"/>
                <a:r>
                  <a:rPr lang="en-US" sz="992" err="1">
                    <a:ln/>
                    <a:solidFill>
                      <a:srgbClr val="000000"/>
                    </a:solidFill>
                    <a:latin typeface="Arial"/>
                    <a:cs typeface="Arial"/>
                    <a:sym typeface="Arial"/>
                    <a:rtl val="0"/>
                  </a:rPr>
                  <a:t>CytoTRACE</a:t>
                </a:r>
                <a:endParaRPr lang="en-US" sz="992">
                  <a:ln/>
                  <a:solidFill>
                    <a:srgbClr val="000000"/>
                  </a:solidFill>
                  <a:latin typeface="Arial"/>
                  <a:cs typeface="Arial"/>
                  <a:sym typeface="Arial"/>
                  <a:rtl val="0"/>
                </a:endParaRPr>
              </a:p>
            </p:txBody>
          </p:sp>
        </p:grpSp>
      </p:grpSp>
      <p:grpSp>
        <p:nvGrpSpPr>
          <p:cNvPr id="29" name="Graphic 27">
            <a:extLst>
              <a:ext uri="{FF2B5EF4-FFF2-40B4-BE49-F238E27FC236}">
                <a16:creationId xmlns:a16="http://schemas.microsoft.com/office/drawing/2014/main" id="{2981F55E-E91A-F813-6CAD-2F93E683B7F2}"/>
              </a:ext>
            </a:extLst>
          </p:cNvPr>
          <p:cNvGrpSpPr/>
          <p:nvPr/>
        </p:nvGrpSpPr>
        <p:grpSpPr>
          <a:xfrm>
            <a:off x="9889" y="3701818"/>
            <a:ext cx="1670341" cy="1518114"/>
            <a:chOff x="105902" y="5853979"/>
            <a:chExt cx="1767729" cy="1606627"/>
          </a:xfrm>
        </p:grpSpPr>
        <p:grpSp>
          <p:nvGrpSpPr>
            <p:cNvPr id="32" name="Graphic 27">
              <a:extLst>
                <a:ext uri="{FF2B5EF4-FFF2-40B4-BE49-F238E27FC236}">
                  <a16:creationId xmlns:a16="http://schemas.microsoft.com/office/drawing/2014/main" id="{5660E4B2-BA23-8A9B-7CE1-D82CD558BEA9}"/>
                </a:ext>
              </a:extLst>
            </p:cNvPr>
            <p:cNvGrpSpPr/>
            <p:nvPr/>
          </p:nvGrpSpPr>
          <p:grpSpPr>
            <a:xfrm>
              <a:off x="628142" y="5853979"/>
              <a:ext cx="1245489" cy="1359154"/>
              <a:chOff x="628142" y="5853979"/>
              <a:chExt cx="1245489" cy="1359154"/>
            </a:xfrm>
          </p:grpSpPr>
          <p:sp>
            <p:nvSpPr>
              <p:cNvPr id="34" name="Rectangle 33">
                <a:extLst>
                  <a:ext uri="{FF2B5EF4-FFF2-40B4-BE49-F238E27FC236}">
                    <a16:creationId xmlns:a16="http://schemas.microsoft.com/office/drawing/2014/main" id="{9E60F1C2-BE6A-3BDD-05F2-DF547FA62CA7}"/>
                  </a:ext>
                </a:extLst>
              </p:cNvPr>
              <p:cNvSpPr/>
              <p:nvPr/>
            </p:nvSpPr>
            <p:spPr>
              <a:xfrm>
                <a:off x="628142" y="5853979"/>
                <a:ext cx="1245489" cy="1359154"/>
              </a:xfrm>
              <a:prstGeom prst="rect">
                <a:avLst/>
              </a:prstGeom>
              <a:solidFill>
                <a:srgbClr val="FFFFFF"/>
              </a:solidFill>
              <a:ln w="13589" cap="rnd">
                <a:noFill/>
                <a:prstDash val="solid"/>
                <a:round/>
              </a:ln>
            </p:spPr>
            <p:txBody>
              <a:bodyPr/>
              <a:lstStyle/>
              <a:p>
                <a:pPr algn="ctr"/>
                <a:endParaRPr lang="en-US" sz="2646"/>
              </a:p>
            </p:txBody>
          </p:sp>
          <p:sp>
            <p:nvSpPr>
              <p:cNvPr id="36" name="Freeform 35">
                <a:extLst>
                  <a:ext uri="{FF2B5EF4-FFF2-40B4-BE49-F238E27FC236}">
                    <a16:creationId xmlns:a16="http://schemas.microsoft.com/office/drawing/2014/main" id="{2FF1B721-4BFA-E080-B3A7-1EE199ABDE51}"/>
                  </a:ext>
                </a:extLst>
              </p:cNvPr>
              <p:cNvSpPr/>
              <p:nvPr/>
            </p:nvSpPr>
            <p:spPr>
              <a:xfrm>
                <a:off x="771779" y="6665255"/>
                <a:ext cx="12700" cy="42544"/>
              </a:xfrm>
              <a:custGeom>
                <a:avLst/>
                <a:gdLst>
                  <a:gd name="csX0" fmla="*/ 0 w 12700"/>
                  <a:gd name="csY0" fmla="*/ 42545 h 42544"/>
                  <a:gd name="csX1" fmla="*/ 0 w 12700"/>
                  <a:gd name="csY1" fmla="*/ 0 h 42544"/>
                </a:gdLst>
                <a:ahLst/>
                <a:cxnLst>
                  <a:cxn ang="0">
                    <a:pos x="csX0" y="csY0"/>
                  </a:cxn>
                  <a:cxn ang="0">
                    <a:pos x="csX1" y="csY1"/>
                  </a:cxn>
                </a:cxnLst>
                <a:rect l="l" t="t" r="r" b="b"/>
                <a:pathLst>
                  <a:path w="12700" h="42544">
                    <a:moveTo>
                      <a:pt x="0" y="42545"/>
                    </a:moveTo>
                    <a:lnTo>
                      <a:pt x="0" y="0"/>
                    </a:lnTo>
                  </a:path>
                </a:pathLst>
              </a:custGeom>
              <a:ln w="13589" cap="flat">
                <a:solidFill>
                  <a:srgbClr val="333333"/>
                </a:solidFill>
                <a:prstDash val="solid"/>
                <a:round/>
              </a:ln>
            </p:spPr>
            <p:txBody>
              <a:bodyPr/>
              <a:lstStyle/>
              <a:p>
                <a:pPr algn="ctr"/>
                <a:endParaRPr lang="en-US" sz="2646"/>
              </a:p>
            </p:txBody>
          </p:sp>
          <p:sp>
            <p:nvSpPr>
              <p:cNvPr id="37" name="Freeform 36">
                <a:extLst>
                  <a:ext uri="{FF2B5EF4-FFF2-40B4-BE49-F238E27FC236}">
                    <a16:creationId xmlns:a16="http://schemas.microsoft.com/office/drawing/2014/main" id="{06C1A533-9707-270B-3294-B1FD069EC01A}"/>
                  </a:ext>
                </a:extLst>
              </p:cNvPr>
              <p:cNvSpPr/>
              <p:nvPr/>
            </p:nvSpPr>
            <p:spPr>
              <a:xfrm>
                <a:off x="771779" y="7061114"/>
                <a:ext cx="12700" cy="85978"/>
              </a:xfrm>
              <a:custGeom>
                <a:avLst/>
                <a:gdLst>
                  <a:gd name="csX0" fmla="*/ 0 w 12700"/>
                  <a:gd name="csY0" fmla="*/ 0 h 85978"/>
                  <a:gd name="csX1" fmla="*/ 0 w 12700"/>
                  <a:gd name="csY1" fmla="*/ 85979 h 85978"/>
                </a:gdLst>
                <a:ahLst/>
                <a:cxnLst>
                  <a:cxn ang="0">
                    <a:pos x="csX0" y="csY0"/>
                  </a:cxn>
                  <a:cxn ang="0">
                    <a:pos x="csX1" y="csY1"/>
                  </a:cxn>
                </a:cxnLst>
                <a:rect l="l" t="t" r="r" b="b"/>
                <a:pathLst>
                  <a:path w="12700" h="85978">
                    <a:moveTo>
                      <a:pt x="0" y="0"/>
                    </a:moveTo>
                    <a:lnTo>
                      <a:pt x="0" y="85979"/>
                    </a:lnTo>
                  </a:path>
                </a:pathLst>
              </a:custGeom>
              <a:ln w="13589" cap="flat">
                <a:solidFill>
                  <a:srgbClr val="333333"/>
                </a:solidFill>
                <a:prstDash val="solid"/>
                <a:round/>
              </a:ln>
            </p:spPr>
            <p:txBody>
              <a:bodyPr/>
              <a:lstStyle/>
              <a:p>
                <a:pPr algn="ctr"/>
                <a:endParaRPr lang="en-US" sz="2646"/>
              </a:p>
            </p:txBody>
          </p:sp>
          <p:sp>
            <p:nvSpPr>
              <p:cNvPr id="38" name="Freeform 37">
                <a:extLst>
                  <a:ext uri="{FF2B5EF4-FFF2-40B4-BE49-F238E27FC236}">
                    <a16:creationId xmlns:a16="http://schemas.microsoft.com/office/drawing/2014/main" id="{89AF0E4F-8766-5129-0990-9CD6F6A436F2}"/>
                  </a:ext>
                </a:extLst>
              </p:cNvPr>
              <p:cNvSpPr/>
              <p:nvPr/>
            </p:nvSpPr>
            <p:spPr>
              <a:xfrm>
                <a:off x="699897" y="6707799"/>
                <a:ext cx="143763" cy="353313"/>
              </a:xfrm>
              <a:custGeom>
                <a:avLst/>
                <a:gdLst>
                  <a:gd name="csX0" fmla="*/ 0 w 143763"/>
                  <a:gd name="csY0" fmla="*/ 0 h 353313"/>
                  <a:gd name="csX1" fmla="*/ 0 w 143763"/>
                  <a:gd name="csY1" fmla="*/ 353314 h 353313"/>
                  <a:gd name="csX2" fmla="*/ 143764 w 143763"/>
                  <a:gd name="csY2" fmla="*/ 353314 h 353313"/>
                  <a:gd name="csX3" fmla="*/ 143764 w 143763"/>
                  <a:gd name="csY3" fmla="*/ 0 h 353313"/>
                  <a:gd name="csX4" fmla="*/ 0 w 143763"/>
                  <a:gd name="csY4" fmla="*/ 0 h 353313"/>
                </a:gdLst>
                <a:ahLst/>
                <a:cxnLst>
                  <a:cxn ang="0">
                    <a:pos x="csX0" y="csY0"/>
                  </a:cxn>
                  <a:cxn ang="0">
                    <a:pos x="csX1" y="csY1"/>
                  </a:cxn>
                  <a:cxn ang="0">
                    <a:pos x="csX2" y="csY2"/>
                  </a:cxn>
                  <a:cxn ang="0">
                    <a:pos x="csX3" y="csY3"/>
                  </a:cxn>
                  <a:cxn ang="0">
                    <a:pos x="csX4" y="csY4"/>
                  </a:cxn>
                </a:cxnLst>
                <a:rect l="l" t="t" r="r" b="b"/>
                <a:pathLst>
                  <a:path w="143763" h="353313">
                    <a:moveTo>
                      <a:pt x="0" y="0"/>
                    </a:moveTo>
                    <a:lnTo>
                      <a:pt x="0" y="353314"/>
                    </a:lnTo>
                    <a:lnTo>
                      <a:pt x="143764" y="353314"/>
                    </a:lnTo>
                    <a:lnTo>
                      <a:pt x="143764"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43" name="Freeform 42">
                <a:extLst>
                  <a:ext uri="{FF2B5EF4-FFF2-40B4-BE49-F238E27FC236}">
                    <a16:creationId xmlns:a16="http://schemas.microsoft.com/office/drawing/2014/main" id="{593F90F4-085C-D229-0348-EA04337D71A0}"/>
                  </a:ext>
                </a:extLst>
              </p:cNvPr>
              <p:cNvSpPr/>
              <p:nvPr/>
            </p:nvSpPr>
            <p:spPr>
              <a:xfrm>
                <a:off x="699897" y="6917858"/>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44" name="Freeform 43">
                <a:extLst>
                  <a:ext uri="{FF2B5EF4-FFF2-40B4-BE49-F238E27FC236}">
                    <a16:creationId xmlns:a16="http://schemas.microsoft.com/office/drawing/2014/main" id="{5AC3D47E-D506-7753-EBCB-81D9E2F871AC}"/>
                  </a:ext>
                </a:extLst>
              </p:cNvPr>
              <p:cNvSpPr/>
              <p:nvPr/>
            </p:nvSpPr>
            <p:spPr>
              <a:xfrm>
                <a:off x="1011301" y="6643157"/>
                <a:ext cx="12700" cy="130175"/>
              </a:xfrm>
              <a:custGeom>
                <a:avLst/>
                <a:gdLst>
                  <a:gd name="csX0" fmla="*/ 0 w 12700"/>
                  <a:gd name="csY0" fmla="*/ 130175 h 130175"/>
                  <a:gd name="csX1" fmla="*/ 0 w 12700"/>
                  <a:gd name="csY1" fmla="*/ 0 h 130175"/>
                </a:gdLst>
                <a:ahLst/>
                <a:cxnLst>
                  <a:cxn ang="0">
                    <a:pos x="csX0" y="csY0"/>
                  </a:cxn>
                  <a:cxn ang="0">
                    <a:pos x="csX1" y="csY1"/>
                  </a:cxn>
                </a:cxnLst>
                <a:rect l="l" t="t" r="r" b="b"/>
                <a:pathLst>
                  <a:path w="12700" h="130175">
                    <a:moveTo>
                      <a:pt x="0" y="130175"/>
                    </a:moveTo>
                    <a:lnTo>
                      <a:pt x="0" y="0"/>
                    </a:lnTo>
                  </a:path>
                </a:pathLst>
              </a:custGeom>
              <a:ln w="13589" cap="flat">
                <a:solidFill>
                  <a:srgbClr val="333333"/>
                </a:solidFill>
                <a:prstDash val="solid"/>
                <a:round/>
              </a:ln>
            </p:spPr>
            <p:txBody>
              <a:bodyPr/>
              <a:lstStyle/>
              <a:p>
                <a:pPr algn="ctr"/>
                <a:endParaRPr lang="en-US" sz="2646"/>
              </a:p>
            </p:txBody>
          </p:sp>
          <p:sp>
            <p:nvSpPr>
              <p:cNvPr id="45" name="Freeform 44">
                <a:extLst>
                  <a:ext uri="{FF2B5EF4-FFF2-40B4-BE49-F238E27FC236}">
                    <a16:creationId xmlns:a16="http://schemas.microsoft.com/office/drawing/2014/main" id="{5BC8E2D9-81A0-78C9-100F-9C3D657FB87D}"/>
                  </a:ext>
                </a:extLst>
              </p:cNvPr>
              <p:cNvSpPr/>
              <p:nvPr/>
            </p:nvSpPr>
            <p:spPr>
              <a:xfrm>
                <a:off x="1011301" y="7037365"/>
                <a:ext cx="12700" cy="27812"/>
              </a:xfrm>
              <a:custGeom>
                <a:avLst/>
                <a:gdLst>
                  <a:gd name="csX0" fmla="*/ 0 w 12700"/>
                  <a:gd name="csY0" fmla="*/ 0 h 27812"/>
                  <a:gd name="csX1" fmla="*/ 0 w 12700"/>
                  <a:gd name="csY1" fmla="*/ 27813 h 27812"/>
                </a:gdLst>
                <a:ahLst/>
                <a:cxnLst>
                  <a:cxn ang="0">
                    <a:pos x="csX0" y="csY0"/>
                  </a:cxn>
                  <a:cxn ang="0">
                    <a:pos x="csX1" y="csY1"/>
                  </a:cxn>
                </a:cxnLst>
                <a:rect l="l" t="t" r="r" b="b"/>
                <a:pathLst>
                  <a:path w="12700" h="27812">
                    <a:moveTo>
                      <a:pt x="0" y="0"/>
                    </a:moveTo>
                    <a:lnTo>
                      <a:pt x="0" y="27813"/>
                    </a:lnTo>
                  </a:path>
                </a:pathLst>
              </a:custGeom>
              <a:ln w="13589" cap="flat">
                <a:solidFill>
                  <a:srgbClr val="333333"/>
                </a:solidFill>
                <a:prstDash val="solid"/>
                <a:round/>
              </a:ln>
            </p:spPr>
            <p:txBody>
              <a:bodyPr/>
              <a:lstStyle/>
              <a:p>
                <a:pPr algn="ctr"/>
                <a:endParaRPr lang="en-US" sz="2646"/>
              </a:p>
            </p:txBody>
          </p:sp>
          <p:sp>
            <p:nvSpPr>
              <p:cNvPr id="54" name="Freeform 53">
                <a:extLst>
                  <a:ext uri="{FF2B5EF4-FFF2-40B4-BE49-F238E27FC236}">
                    <a16:creationId xmlns:a16="http://schemas.microsoft.com/office/drawing/2014/main" id="{14B76333-D153-EBF9-174E-AEEDE574FAF9}"/>
                  </a:ext>
                </a:extLst>
              </p:cNvPr>
              <p:cNvSpPr/>
              <p:nvPr/>
            </p:nvSpPr>
            <p:spPr>
              <a:xfrm>
                <a:off x="939419" y="6773332"/>
                <a:ext cx="143763" cy="264033"/>
              </a:xfrm>
              <a:custGeom>
                <a:avLst/>
                <a:gdLst>
                  <a:gd name="csX0" fmla="*/ 0 w 143763"/>
                  <a:gd name="csY0" fmla="*/ 0 h 264033"/>
                  <a:gd name="csX1" fmla="*/ 0 w 143763"/>
                  <a:gd name="csY1" fmla="*/ 264033 h 264033"/>
                  <a:gd name="csX2" fmla="*/ 143764 w 143763"/>
                  <a:gd name="csY2" fmla="*/ 264033 h 264033"/>
                  <a:gd name="csX3" fmla="*/ 143764 w 143763"/>
                  <a:gd name="csY3" fmla="*/ 0 h 264033"/>
                  <a:gd name="csX4" fmla="*/ 0 w 143763"/>
                  <a:gd name="csY4" fmla="*/ 0 h 264033"/>
                </a:gdLst>
                <a:ahLst/>
                <a:cxnLst>
                  <a:cxn ang="0">
                    <a:pos x="csX0" y="csY0"/>
                  </a:cxn>
                  <a:cxn ang="0">
                    <a:pos x="csX1" y="csY1"/>
                  </a:cxn>
                  <a:cxn ang="0">
                    <a:pos x="csX2" y="csY2"/>
                  </a:cxn>
                  <a:cxn ang="0">
                    <a:pos x="csX3" y="csY3"/>
                  </a:cxn>
                  <a:cxn ang="0">
                    <a:pos x="csX4" y="csY4"/>
                  </a:cxn>
                </a:cxnLst>
                <a:rect l="l" t="t" r="r" b="b"/>
                <a:pathLst>
                  <a:path w="143763" h="264033">
                    <a:moveTo>
                      <a:pt x="0" y="0"/>
                    </a:moveTo>
                    <a:lnTo>
                      <a:pt x="0" y="264033"/>
                    </a:lnTo>
                    <a:lnTo>
                      <a:pt x="143764" y="264033"/>
                    </a:lnTo>
                    <a:lnTo>
                      <a:pt x="143764"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55" name="Freeform 54">
                <a:extLst>
                  <a:ext uri="{FF2B5EF4-FFF2-40B4-BE49-F238E27FC236}">
                    <a16:creationId xmlns:a16="http://schemas.microsoft.com/office/drawing/2014/main" id="{23C0ACA5-A188-1B5A-80C9-68E44D084F88}"/>
                  </a:ext>
                </a:extLst>
              </p:cNvPr>
              <p:cNvSpPr/>
              <p:nvPr/>
            </p:nvSpPr>
            <p:spPr>
              <a:xfrm>
                <a:off x="939419" y="6931193"/>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56" name="Freeform 55">
                <a:extLst>
                  <a:ext uri="{FF2B5EF4-FFF2-40B4-BE49-F238E27FC236}">
                    <a16:creationId xmlns:a16="http://schemas.microsoft.com/office/drawing/2014/main" id="{9B2BEEE7-E886-EDEA-CA8A-4EEA447D9B17}"/>
                  </a:ext>
                </a:extLst>
              </p:cNvPr>
              <p:cNvSpPr/>
              <p:nvPr/>
            </p:nvSpPr>
            <p:spPr>
              <a:xfrm>
                <a:off x="1250823" y="6589690"/>
                <a:ext cx="12700" cy="26796"/>
              </a:xfrm>
              <a:custGeom>
                <a:avLst/>
                <a:gdLst>
                  <a:gd name="csX0" fmla="*/ 0 w 12700"/>
                  <a:gd name="csY0" fmla="*/ 26797 h 26796"/>
                  <a:gd name="csX1" fmla="*/ 0 w 12700"/>
                  <a:gd name="csY1" fmla="*/ 0 h 26796"/>
                </a:gdLst>
                <a:ahLst/>
                <a:cxnLst>
                  <a:cxn ang="0">
                    <a:pos x="csX0" y="csY0"/>
                  </a:cxn>
                  <a:cxn ang="0">
                    <a:pos x="csX1" y="csY1"/>
                  </a:cxn>
                </a:cxnLst>
                <a:rect l="l" t="t" r="r" b="b"/>
                <a:pathLst>
                  <a:path w="12700" h="26796">
                    <a:moveTo>
                      <a:pt x="0" y="26797"/>
                    </a:moveTo>
                    <a:lnTo>
                      <a:pt x="0" y="0"/>
                    </a:lnTo>
                  </a:path>
                </a:pathLst>
              </a:custGeom>
              <a:ln w="13589" cap="flat">
                <a:solidFill>
                  <a:srgbClr val="333333"/>
                </a:solidFill>
                <a:prstDash val="solid"/>
                <a:round/>
              </a:ln>
            </p:spPr>
            <p:txBody>
              <a:bodyPr/>
              <a:lstStyle/>
              <a:p>
                <a:pPr algn="ctr"/>
                <a:endParaRPr lang="en-US" sz="2646"/>
              </a:p>
            </p:txBody>
          </p:sp>
          <p:sp>
            <p:nvSpPr>
              <p:cNvPr id="57" name="Freeform 56">
                <a:extLst>
                  <a:ext uri="{FF2B5EF4-FFF2-40B4-BE49-F238E27FC236}">
                    <a16:creationId xmlns:a16="http://schemas.microsoft.com/office/drawing/2014/main" id="{3EE02781-87A3-3B17-6BA5-8F818C8D877C}"/>
                  </a:ext>
                </a:extLst>
              </p:cNvPr>
              <p:cNvSpPr/>
              <p:nvPr/>
            </p:nvSpPr>
            <p:spPr>
              <a:xfrm>
                <a:off x="1250823" y="6669827"/>
                <a:ext cx="12700" cy="26669"/>
              </a:xfrm>
              <a:custGeom>
                <a:avLst/>
                <a:gdLst>
                  <a:gd name="csX0" fmla="*/ 0 w 12700"/>
                  <a:gd name="csY0" fmla="*/ 0 h 26669"/>
                  <a:gd name="csX1" fmla="*/ 0 w 12700"/>
                  <a:gd name="csY1" fmla="*/ 26670 h 26669"/>
                </a:gdLst>
                <a:ahLst/>
                <a:cxnLst>
                  <a:cxn ang="0">
                    <a:pos x="csX0" y="csY0"/>
                  </a:cxn>
                  <a:cxn ang="0">
                    <a:pos x="csX1" y="csY1"/>
                  </a:cxn>
                </a:cxnLst>
                <a:rect l="l" t="t" r="r" b="b"/>
                <a:pathLst>
                  <a:path w="12700" h="26669">
                    <a:moveTo>
                      <a:pt x="0" y="0"/>
                    </a:moveTo>
                    <a:lnTo>
                      <a:pt x="0" y="26670"/>
                    </a:lnTo>
                  </a:path>
                </a:pathLst>
              </a:custGeom>
              <a:ln w="13589" cap="flat">
                <a:solidFill>
                  <a:srgbClr val="333333"/>
                </a:solidFill>
                <a:prstDash val="solid"/>
                <a:round/>
              </a:ln>
            </p:spPr>
            <p:txBody>
              <a:bodyPr/>
              <a:lstStyle/>
              <a:p>
                <a:pPr algn="ctr"/>
                <a:endParaRPr lang="en-US" sz="2646"/>
              </a:p>
            </p:txBody>
          </p:sp>
          <p:sp>
            <p:nvSpPr>
              <p:cNvPr id="58" name="Freeform 57">
                <a:extLst>
                  <a:ext uri="{FF2B5EF4-FFF2-40B4-BE49-F238E27FC236}">
                    <a16:creationId xmlns:a16="http://schemas.microsoft.com/office/drawing/2014/main" id="{D5FBA735-5317-645A-5A25-B33CA13F6E1E}"/>
                  </a:ext>
                </a:extLst>
              </p:cNvPr>
              <p:cNvSpPr/>
              <p:nvPr/>
            </p:nvSpPr>
            <p:spPr>
              <a:xfrm>
                <a:off x="1178941" y="6616486"/>
                <a:ext cx="143763" cy="53340"/>
              </a:xfrm>
              <a:custGeom>
                <a:avLst/>
                <a:gdLst>
                  <a:gd name="csX0" fmla="*/ 0 w 143763"/>
                  <a:gd name="csY0" fmla="*/ 0 h 53340"/>
                  <a:gd name="csX1" fmla="*/ 0 w 143763"/>
                  <a:gd name="csY1" fmla="*/ 53340 h 53340"/>
                  <a:gd name="csX2" fmla="*/ 143764 w 143763"/>
                  <a:gd name="csY2" fmla="*/ 53340 h 53340"/>
                  <a:gd name="csX3" fmla="*/ 143764 w 143763"/>
                  <a:gd name="csY3" fmla="*/ 0 h 53340"/>
                  <a:gd name="csX4" fmla="*/ 0 w 143763"/>
                  <a:gd name="csY4" fmla="*/ 0 h 53340"/>
                </a:gdLst>
                <a:ahLst/>
                <a:cxnLst>
                  <a:cxn ang="0">
                    <a:pos x="csX0" y="csY0"/>
                  </a:cxn>
                  <a:cxn ang="0">
                    <a:pos x="csX1" y="csY1"/>
                  </a:cxn>
                  <a:cxn ang="0">
                    <a:pos x="csX2" y="csY2"/>
                  </a:cxn>
                  <a:cxn ang="0">
                    <a:pos x="csX3" y="csY3"/>
                  </a:cxn>
                  <a:cxn ang="0">
                    <a:pos x="csX4" y="csY4"/>
                  </a:cxn>
                </a:cxnLst>
                <a:rect l="l" t="t" r="r" b="b"/>
                <a:pathLst>
                  <a:path w="143763" h="53340">
                    <a:moveTo>
                      <a:pt x="0" y="0"/>
                    </a:moveTo>
                    <a:lnTo>
                      <a:pt x="0" y="53340"/>
                    </a:lnTo>
                    <a:lnTo>
                      <a:pt x="143764" y="53340"/>
                    </a:lnTo>
                    <a:lnTo>
                      <a:pt x="143764"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59" name="Freeform 58">
                <a:extLst>
                  <a:ext uri="{FF2B5EF4-FFF2-40B4-BE49-F238E27FC236}">
                    <a16:creationId xmlns:a16="http://schemas.microsoft.com/office/drawing/2014/main" id="{C6C8C4F4-6C00-765F-9AA1-158E843D7016}"/>
                  </a:ext>
                </a:extLst>
              </p:cNvPr>
              <p:cNvSpPr/>
              <p:nvPr/>
            </p:nvSpPr>
            <p:spPr>
              <a:xfrm>
                <a:off x="1178941" y="6643157"/>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pPr algn="ctr"/>
                <a:endParaRPr lang="en-US" sz="2646"/>
              </a:p>
            </p:txBody>
          </p:sp>
          <p:sp>
            <p:nvSpPr>
              <p:cNvPr id="61" name="Freeform 60">
                <a:extLst>
                  <a:ext uri="{FF2B5EF4-FFF2-40B4-BE49-F238E27FC236}">
                    <a16:creationId xmlns:a16="http://schemas.microsoft.com/office/drawing/2014/main" id="{5839FBE9-0780-7487-3A16-A86912327D58}"/>
                  </a:ext>
                </a:extLst>
              </p:cNvPr>
              <p:cNvSpPr/>
              <p:nvPr/>
            </p:nvSpPr>
            <p:spPr>
              <a:xfrm>
                <a:off x="1729867" y="6628425"/>
                <a:ext cx="12700" cy="40132"/>
              </a:xfrm>
              <a:custGeom>
                <a:avLst/>
                <a:gdLst>
                  <a:gd name="csX0" fmla="*/ 0 w 12700"/>
                  <a:gd name="csY0" fmla="*/ 40132 h 40132"/>
                  <a:gd name="csX1" fmla="*/ 0 w 12700"/>
                  <a:gd name="csY1" fmla="*/ 0 h 40132"/>
                </a:gdLst>
                <a:ahLst/>
                <a:cxnLst>
                  <a:cxn ang="0">
                    <a:pos x="csX0" y="csY0"/>
                  </a:cxn>
                  <a:cxn ang="0">
                    <a:pos x="csX1" y="csY1"/>
                  </a:cxn>
                </a:cxnLst>
                <a:rect l="l" t="t" r="r" b="b"/>
                <a:pathLst>
                  <a:path w="12700" h="40132">
                    <a:moveTo>
                      <a:pt x="0" y="40132"/>
                    </a:moveTo>
                    <a:lnTo>
                      <a:pt x="0" y="0"/>
                    </a:lnTo>
                  </a:path>
                </a:pathLst>
              </a:custGeom>
              <a:ln w="13589" cap="flat">
                <a:solidFill>
                  <a:srgbClr val="333333"/>
                </a:solidFill>
                <a:prstDash val="solid"/>
                <a:round/>
              </a:ln>
            </p:spPr>
            <p:txBody>
              <a:bodyPr/>
              <a:lstStyle/>
              <a:p>
                <a:pPr algn="ctr"/>
                <a:endParaRPr lang="en-US" sz="2646"/>
              </a:p>
            </p:txBody>
          </p:sp>
          <p:sp>
            <p:nvSpPr>
              <p:cNvPr id="62" name="Freeform 61">
                <a:extLst>
                  <a:ext uri="{FF2B5EF4-FFF2-40B4-BE49-F238E27FC236}">
                    <a16:creationId xmlns:a16="http://schemas.microsoft.com/office/drawing/2014/main" id="{C85C7DAB-3A59-E9CB-0519-4F224D0CCE67}"/>
                  </a:ext>
                </a:extLst>
              </p:cNvPr>
              <p:cNvSpPr/>
              <p:nvPr/>
            </p:nvSpPr>
            <p:spPr>
              <a:xfrm>
                <a:off x="1729867" y="6846865"/>
                <a:ext cx="12700" cy="100203"/>
              </a:xfrm>
              <a:custGeom>
                <a:avLst/>
                <a:gdLst>
                  <a:gd name="csX0" fmla="*/ 0 w 12700"/>
                  <a:gd name="csY0" fmla="*/ 0 h 100203"/>
                  <a:gd name="csX1" fmla="*/ 0 w 12700"/>
                  <a:gd name="csY1" fmla="*/ 100203 h 100203"/>
                </a:gdLst>
                <a:ahLst/>
                <a:cxnLst>
                  <a:cxn ang="0">
                    <a:pos x="csX0" y="csY0"/>
                  </a:cxn>
                  <a:cxn ang="0">
                    <a:pos x="csX1" y="csY1"/>
                  </a:cxn>
                </a:cxnLst>
                <a:rect l="l" t="t" r="r" b="b"/>
                <a:pathLst>
                  <a:path w="12700" h="100203">
                    <a:moveTo>
                      <a:pt x="0" y="0"/>
                    </a:moveTo>
                    <a:lnTo>
                      <a:pt x="0" y="100203"/>
                    </a:lnTo>
                  </a:path>
                </a:pathLst>
              </a:custGeom>
              <a:ln w="13589" cap="flat">
                <a:solidFill>
                  <a:srgbClr val="333333"/>
                </a:solidFill>
                <a:prstDash val="solid"/>
                <a:round/>
              </a:ln>
            </p:spPr>
            <p:txBody>
              <a:bodyPr/>
              <a:lstStyle/>
              <a:p>
                <a:pPr algn="ctr"/>
                <a:endParaRPr lang="en-US" sz="2646"/>
              </a:p>
            </p:txBody>
          </p:sp>
          <p:sp>
            <p:nvSpPr>
              <p:cNvPr id="63" name="Freeform 62">
                <a:extLst>
                  <a:ext uri="{FF2B5EF4-FFF2-40B4-BE49-F238E27FC236}">
                    <a16:creationId xmlns:a16="http://schemas.microsoft.com/office/drawing/2014/main" id="{12CAB7A4-3F7E-EACA-B873-1E89347581CA}"/>
                  </a:ext>
                </a:extLst>
              </p:cNvPr>
              <p:cNvSpPr/>
              <p:nvPr/>
            </p:nvSpPr>
            <p:spPr>
              <a:xfrm>
                <a:off x="1657985" y="6668557"/>
                <a:ext cx="143636" cy="178308"/>
              </a:xfrm>
              <a:custGeom>
                <a:avLst/>
                <a:gdLst>
                  <a:gd name="csX0" fmla="*/ 0 w 143636"/>
                  <a:gd name="csY0" fmla="*/ 0 h 178308"/>
                  <a:gd name="csX1" fmla="*/ 0 w 143636"/>
                  <a:gd name="csY1" fmla="*/ 178308 h 178308"/>
                  <a:gd name="csX2" fmla="*/ 143637 w 143636"/>
                  <a:gd name="csY2" fmla="*/ 178308 h 178308"/>
                  <a:gd name="csX3" fmla="*/ 143637 w 143636"/>
                  <a:gd name="csY3" fmla="*/ 0 h 178308"/>
                  <a:gd name="csX4" fmla="*/ 0 w 143636"/>
                  <a:gd name="csY4" fmla="*/ 0 h 178308"/>
                </a:gdLst>
                <a:ahLst/>
                <a:cxnLst>
                  <a:cxn ang="0">
                    <a:pos x="csX0" y="csY0"/>
                  </a:cxn>
                  <a:cxn ang="0">
                    <a:pos x="csX1" y="csY1"/>
                  </a:cxn>
                  <a:cxn ang="0">
                    <a:pos x="csX2" y="csY2"/>
                  </a:cxn>
                  <a:cxn ang="0">
                    <a:pos x="csX3" y="csY3"/>
                  </a:cxn>
                  <a:cxn ang="0">
                    <a:pos x="csX4" y="csY4"/>
                  </a:cxn>
                </a:cxnLst>
                <a:rect l="l" t="t" r="r" b="b"/>
                <a:pathLst>
                  <a:path w="143636" h="178308">
                    <a:moveTo>
                      <a:pt x="0" y="0"/>
                    </a:moveTo>
                    <a:lnTo>
                      <a:pt x="0" y="178308"/>
                    </a:lnTo>
                    <a:lnTo>
                      <a:pt x="143637" y="178308"/>
                    </a:lnTo>
                    <a:lnTo>
                      <a:pt x="143637"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1889" name="Freeform 1888">
                <a:extLst>
                  <a:ext uri="{FF2B5EF4-FFF2-40B4-BE49-F238E27FC236}">
                    <a16:creationId xmlns:a16="http://schemas.microsoft.com/office/drawing/2014/main" id="{CFF2BF58-83BB-2400-4E30-114C7E85C5BC}"/>
                  </a:ext>
                </a:extLst>
              </p:cNvPr>
              <p:cNvSpPr/>
              <p:nvPr/>
            </p:nvSpPr>
            <p:spPr>
              <a:xfrm>
                <a:off x="1657985" y="6802034"/>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pPr algn="ctr"/>
                <a:endParaRPr lang="en-US" sz="2646"/>
              </a:p>
            </p:txBody>
          </p:sp>
          <p:sp>
            <p:nvSpPr>
              <p:cNvPr id="1891" name="Oval 1890">
                <a:extLst>
                  <a:ext uri="{FF2B5EF4-FFF2-40B4-BE49-F238E27FC236}">
                    <a16:creationId xmlns:a16="http://schemas.microsoft.com/office/drawing/2014/main" id="{A6D98F7A-2628-4958-E856-8420462AA12A}"/>
                  </a:ext>
                </a:extLst>
              </p:cNvPr>
              <p:cNvSpPr/>
              <p:nvPr/>
            </p:nvSpPr>
            <p:spPr>
              <a:xfrm>
                <a:off x="773684" y="6661064"/>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62" name="Oval 1961">
                <a:extLst>
                  <a:ext uri="{FF2B5EF4-FFF2-40B4-BE49-F238E27FC236}">
                    <a16:creationId xmlns:a16="http://schemas.microsoft.com/office/drawing/2014/main" id="{B437157F-8B67-5F70-1A50-52EE63BFC773}"/>
                  </a:ext>
                </a:extLst>
              </p:cNvPr>
              <p:cNvSpPr/>
              <p:nvPr/>
            </p:nvSpPr>
            <p:spPr>
              <a:xfrm>
                <a:off x="774700" y="6773205"/>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68" name="Oval 1967">
                <a:extLst>
                  <a:ext uri="{FF2B5EF4-FFF2-40B4-BE49-F238E27FC236}">
                    <a16:creationId xmlns:a16="http://schemas.microsoft.com/office/drawing/2014/main" id="{1B836DB8-5F1C-922D-21AA-E5C553F25898}"/>
                  </a:ext>
                </a:extLst>
              </p:cNvPr>
              <p:cNvSpPr/>
              <p:nvPr/>
            </p:nvSpPr>
            <p:spPr>
              <a:xfrm>
                <a:off x="743458" y="702631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72" name="Oval 1971">
                <a:extLst>
                  <a:ext uri="{FF2B5EF4-FFF2-40B4-BE49-F238E27FC236}">
                    <a16:creationId xmlns:a16="http://schemas.microsoft.com/office/drawing/2014/main" id="{3834641A-03F3-F1A8-4E2B-19801BE03363}"/>
                  </a:ext>
                </a:extLst>
              </p:cNvPr>
              <p:cNvSpPr/>
              <p:nvPr/>
            </p:nvSpPr>
            <p:spPr>
              <a:xfrm>
                <a:off x="769620" y="7129059"/>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73" name="Oval 1972">
                <a:extLst>
                  <a:ext uri="{FF2B5EF4-FFF2-40B4-BE49-F238E27FC236}">
                    <a16:creationId xmlns:a16="http://schemas.microsoft.com/office/drawing/2014/main" id="{29D15D55-EBA6-A467-2F33-BF4A6DBDB692}"/>
                  </a:ext>
                </a:extLst>
              </p:cNvPr>
              <p:cNvSpPr/>
              <p:nvPr/>
            </p:nvSpPr>
            <p:spPr>
              <a:xfrm>
                <a:off x="760603" y="664734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74" name="Oval 1973">
                <a:extLst>
                  <a:ext uri="{FF2B5EF4-FFF2-40B4-BE49-F238E27FC236}">
                    <a16:creationId xmlns:a16="http://schemas.microsoft.com/office/drawing/2014/main" id="{8F9B88AB-1ABB-E047-E5C7-A55450E8AF94}"/>
                  </a:ext>
                </a:extLst>
              </p:cNvPr>
              <p:cNvSpPr/>
              <p:nvPr/>
            </p:nvSpPr>
            <p:spPr>
              <a:xfrm>
                <a:off x="754634" y="7048287"/>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75" name="Oval 1974">
                <a:extLst>
                  <a:ext uri="{FF2B5EF4-FFF2-40B4-BE49-F238E27FC236}">
                    <a16:creationId xmlns:a16="http://schemas.microsoft.com/office/drawing/2014/main" id="{5FEB1326-AD31-1BC5-D7FF-8E10ED41DF65}"/>
                  </a:ext>
                </a:extLst>
              </p:cNvPr>
              <p:cNvSpPr/>
              <p:nvPr/>
            </p:nvSpPr>
            <p:spPr>
              <a:xfrm>
                <a:off x="1004569" y="6999519"/>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76" name="Oval 1975">
                <a:extLst>
                  <a:ext uri="{FF2B5EF4-FFF2-40B4-BE49-F238E27FC236}">
                    <a16:creationId xmlns:a16="http://schemas.microsoft.com/office/drawing/2014/main" id="{CF206B0D-967C-5292-218F-AE69344B86DF}"/>
                  </a:ext>
                </a:extLst>
              </p:cNvPr>
              <p:cNvSpPr/>
              <p:nvPr/>
            </p:nvSpPr>
            <p:spPr>
              <a:xfrm>
                <a:off x="975741" y="6635791"/>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77" name="Oval 1976">
                <a:extLst>
                  <a:ext uri="{FF2B5EF4-FFF2-40B4-BE49-F238E27FC236}">
                    <a16:creationId xmlns:a16="http://schemas.microsoft.com/office/drawing/2014/main" id="{DB7D310C-67F0-93E5-0880-84F557FCA0B5}"/>
                  </a:ext>
                </a:extLst>
              </p:cNvPr>
              <p:cNvSpPr/>
              <p:nvPr/>
            </p:nvSpPr>
            <p:spPr>
              <a:xfrm>
                <a:off x="1000760" y="7038889"/>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78" name="Oval 1977">
                <a:extLst>
                  <a:ext uri="{FF2B5EF4-FFF2-40B4-BE49-F238E27FC236}">
                    <a16:creationId xmlns:a16="http://schemas.microsoft.com/office/drawing/2014/main" id="{2187AB7A-0168-2FDF-2346-1D38BD3DD21B}"/>
                  </a:ext>
                </a:extLst>
              </p:cNvPr>
              <p:cNvSpPr/>
              <p:nvPr/>
            </p:nvSpPr>
            <p:spPr>
              <a:xfrm>
                <a:off x="1003046" y="6873916"/>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79" name="Oval 1978">
                <a:extLst>
                  <a:ext uri="{FF2B5EF4-FFF2-40B4-BE49-F238E27FC236}">
                    <a16:creationId xmlns:a16="http://schemas.microsoft.com/office/drawing/2014/main" id="{44CFCFDC-C8C8-38B1-49F2-EAC989374540}"/>
                  </a:ext>
                </a:extLst>
              </p:cNvPr>
              <p:cNvSpPr/>
              <p:nvPr/>
            </p:nvSpPr>
            <p:spPr>
              <a:xfrm>
                <a:off x="991235" y="7047271"/>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80" name="Oval 1979">
                <a:extLst>
                  <a:ext uri="{FF2B5EF4-FFF2-40B4-BE49-F238E27FC236}">
                    <a16:creationId xmlns:a16="http://schemas.microsoft.com/office/drawing/2014/main" id="{3A36A8FC-9C96-351E-8185-5851E77702E8}"/>
                  </a:ext>
                </a:extLst>
              </p:cNvPr>
              <p:cNvSpPr/>
              <p:nvPr/>
            </p:nvSpPr>
            <p:spPr>
              <a:xfrm>
                <a:off x="1003807" y="6912905"/>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81" name="Oval 1980">
                <a:extLst>
                  <a:ext uri="{FF2B5EF4-FFF2-40B4-BE49-F238E27FC236}">
                    <a16:creationId xmlns:a16="http://schemas.microsoft.com/office/drawing/2014/main" id="{311A39EA-64DF-DD1B-1DB4-6E54E53CA757}"/>
                  </a:ext>
                </a:extLst>
              </p:cNvPr>
              <p:cNvSpPr/>
              <p:nvPr/>
            </p:nvSpPr>
            <p:spPr>
              <a:xfrm>
                <a:off x="1014094" y="6625885"/>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82" name="Oval 1981">
                <a:extLst>
                  <a:ext uri="{FF2B5EF4-FFF2-40B4-BE49-F238E27FC236}">
                    <a16:creationId xmlns:a16="http://schemas.microsoft.com/office/drawing/2014/main" id="{EAF18A42-4A91-F277-93D4-FE7133B581D9}"/>
                  </a:ext>
                </a:extLst>
              </p:cNvPr>
              <p:cNvSpPr/>
              <p:nvPr/>
            </p:nvSpPr>
            <p:spPr>
              <a:xfrm>
                <a:off x="1221105" y="6571275"/>
                <a:ext cx="36068" cy="36067"/>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983" name="Oval 1982">
                <a:extLst>
                  <a:ext uri="{FF2B5EF4-FFF2-40B4-BE49-F238E27FC236}">
                    <a16:creationId xmlns:a16="http://schemas.microsoft.com/office/drawing/2014/main" id="{2B0A3C51-2CAA-FD16-EDB6-326E3C515C24}"/>
                  </a:ext>
                </a:extLst>
              </p:cNvPr>
              <p:cNvSpPr/>
              <p:nvPr/>
            </p:nvSpPr>
            <p:spPr>
              <a:xfrm>
                <a:off x="1231011" y="6679098"/>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73" name="Oval 72">
                <a:extLst>
                  <a:ext uri="{FF2B5EF4-FFF2-40B4-BE49-F238E27FC236}">
                    <a16:creationId xmlns:a16="http://schemas.microsoft.com/office/drawing/2014/main" id="{80E0771C-0D18-DAFA-C803-2153BDD6015F}"/>
                  </a:ext>
                </a:extLst>
              </p:cNvPr>
              <p:cNvSpPr/>
              <p:nvPr/>
            </p:nvSpPr>
            <p:spPr>
              <a:xfrm>
                <a:off x="1493393" y="6709197"/>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3" name="Oval 102">
                <a:extLst>
                  <a:ext uri="{FF2B5EF4-FFF2-40B4-BE49-F238E27FC236}">
                    <a16:creationId xmlns:a16="http://schemas.microsoft.com/office/drawing/2014/main" id="{4FB818B3-C075-567C-9915-D0BCF573557C}"/>
                  </a:ext>
                </a:extLst>
              </p:cNvPr>
              <p:cNvSpPr/>
              <p:nvPr/>
            </p:nvSpPr>
            <p:spPr>
              <a:xfrm>
                <a:off x="1734692" y="6609883"/>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4" name="Oval 103">
                <a:extLst>
                  <a:ext uri="{FF2B5EF4-FFF2-40B4-BE49-F238E27FC236}">
                    <a16:creationId xmlns:a16="http://schemas.microsoft.com/office/drawing/2014/main" id="{55A88BF2-58D8-79BC-C352-8CD30EC624FC}"/>
                  </a:ext>
                </a:extLst>
              </p:cNvPr>
              <p:cNvSpPr/>
              <p:nvPr/>
            </p:nvSpPr>
            <p:spPr>
              <a:xfrm>
                <a:off x="1693418" y="6796954"/>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5" name="Oval 104">
                <a:extLst>
                  <a:ext uri="{FF2B5EF4-FFF2-40B4-BE49-F238E27FC236}">
                    <a16:creationId xmlns:a16="http://schemas.microsoft.com/office/drawing/2014/main" id="{B561F948-4214-4417-C237-DA2D6E058518}"/>
                  </a:ext>
                </a:extLst>
              </p:cNvPr>
              <p:cNvSpPr/>
              <p:nvPr/>
            </p:nvSpPr>
            <p:spPr>
              <a:xfrm>
                <a:off x="1710563" y="6929161"/>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6" name="Oval 105">
                <a:extLst>
                  <a:ext uri="{FF2B5EF4-FFF2-40B4-BE49-F238E27FC236}">
                    <a16:creationId xmlns:a16="http://schemas.microsoft.com/office/drawing/2014/main" id="{A3F18F6B-40D3-9968-6F69-84AF4D1785BD}"/>
                  </a:ext>
                </a:extLst>
              </p:cNvPr>
              <p:cNvSpPr/>
              <p:nvPr/>
            </p:nvSpPr>
            <p:spPr>
              <a:xfrm>
                <a:off x="1714627" y="6770919"/>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7" name="Oval 106">
                <a:extLst>
                  <a:ext uri="{FF2B5EF4-FFF2-40B4-BE49-F238E27FC236}">
                    <a16:creationId xmlns:a16="http://schemas.microsoft.com/office/drawing/2014/main" id="{98B248F8-4DFB-10CF-957F-35AFF405E31B}"/>
                  </a:ext>
                </a:extLst>
              </p:cNvPr>
              <p:cNvSpPr/>
              <p:nvPr/>
            </p:nvSpPr>
            <p:spPr>
              <a:xfrm>
                <a:off x="1731136" y="6337722"/>
                <a:ext cx="36067" cy="36068"/>
              </a:xfrm>
              <a:prstGeom prst="ellipse">
                <a:avLst/>
              </a:prstGeom>
              <a:solidFill>
                <a:srgbClr val="000000"/>
              </a:solidFill>
              <a:ln w="9017" cap="rnd">
                <a:solidFill>
                  <a:srgbClr val="000000"/>
                </a:solidFill>
                <a:prstDash val="solid"/>
                <a:round/>
              </a:ln>
            </p:spPr>
            <p:txBody>
              <a:bodyPr/>
              <a:lstStyle/>
              <a:p>
                <a:pPr algn="ctr"/>
                <a:endParaRPr lang="en-US" sz="2646"/>
              </a:p>
            </p:txBody>
          </p:sp>
          <p:sp>
            <p:nvSpPr>
              <p:cNvPr id="108" name="Oval 107">
                <a:extLst>
                  <a:ext uri="{FF2B5EF4-FFF2-40B4-BE49-F238E27FC236}">
                    <a16:creationId xmlns:a16="http://schemas.microsoft.com/office/drawing/2014/main" id="{8F5401F0-B0F4-C28A-437D-B65D14B3DD6C}"/>
                  </a:ext>
                </a:extLst>
              </p:cNvPr>
              <p:cNvSpPr/>
              <p:nvPr/>
            </p:nvSpPr>
            <p:spPr>
              <a:xfrm>
                <a:off x="1694434" y="6838737"/>
                <a:ext cx="36068" cy="36068"/>
              </a:xfrm>
              <a:prstGeom prst="ellipse">
                <a:avLst/>
              </a:prstGeom>
              <a:solidFill>
                <a:srgbClr val="000000"/>
              </a:solidFill>
              <a:ln w="9017" cap="rnd">
                <a:solidFill>
                  <a:srgbClr val="000000"/>
                </a:solidFill>
                <a:prstDash val="solid"/>
                <a:round/>
              </a:ln>
            </p:spPr>
            <p:txBody>
              <a:bodyPr/>
              <a:lstStyle/>
              <a:p>
                <a:pPr algn="ctr"/>
                <a:endParaRPr lang="en-US" sz="2646"/>
              </a:p>
            </p:txBody>
          </p:sp>
        </p:grpSp>
        <p:grpSp>
          <p:nvGrpSpPr>
            <p:cNvPr id="109" name="Graphic 27">
              <a:extLst>
                <a:ext uri="{FF2B5EF4-FFF2-40B4-BE49-F238E27FC236}">
                  <a16:creationId xmlns:a16="http://schemas.microsoft.com/office/drawing/2014/main" id="{06C32D30-0DE1-1A73-486D-32042B31076F}"/>
                </a:ext>
              </a:extLst>
            </p:cNvPr>
            <p:cNvGrpSpPr/>
            <p:nvPr/>
          </p:nvGrpSpPr>
          <p:grpSpPr>
            <a:xfrm>
              <a:off x="105902" y="5853979"/>
              <a:ext cx="1767601" cy="1606627"/>
              <a:chOff x="105902" y="5853979"/>
              <a:chExt cx="1767601" cy="1606627"/>
            </a:xfrm>
          </p:grpSpPr>
          <p:sp>
            <p:nvSpPr>
              <p:cNvPr id="110" name="Freeform 109">
                <a:extLst>
                  <a:ext uri="{FF2B5EF4-FFF2-40B4-BE49-F238E27FC236}">
                    <a16:creationId xmlns:a16="http://schemas.microsoft.com/office/drawing/2014/main" id="{119FAAE3-5C26-FE86-4F89-F9EC4FD52960}"/>
                  </a:ext>
                </a:extLst>
              </p:cNvPr>
              <p:cNvSpPr/>
              <p:nvPr/>
            </p:nvSpPr>
            <p:spPr>
              <a:xfrm>
                <a:off x="628141" y="5853979"/>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pPr algn="ctr"/>
                <a:endParaRPr lang="en-US" sz="2646"/>
              </a:p>
            </p:txBody>
          </p:sp>
          <p:sp>
            <p:nvSpPr>
              <p:cNvPr id="111" name="TextBox 110">
                <a:extLst>
                  <a:ext uri="{FF2B5EF4-FFF2-40B4-BE49-F238E27FC236}">
                    <a16:creationId xmlns:a16="http://schemas.microsoft.com/office/drawing/2014/main" id="{9D942E57-C7F1-41F4-F6C6-11EC43511CA7}"/>
                  </a:ext>
                </a:extLst>
              </p:cNvPr>
              <p:cNvSpPr txBox="1"/>
              <p:nvPr/>
            </p:nvSpPr>
            <p:spPr>
              <a:xfrm>
                <a:off x="249803" y="6776933"/>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0.25</a:t>
                </a:r>
              </a:p>
            </p:txBody>
          </p:sp>
          <p:sp>
            <p:nvSpPr>
              <p:cNvPr id="112" name="TextBox 111">
                <a:extLst>
                  <a:ext uri="{FF2B5EF4-FFF2-40B4-BE49-F238E27FC236}">
                    <a16:creationId xmlns:a16="http://schemas.microsoft.com/office/drawing/2014/main" id="{721F09E3-D873-97D0-2A40-922254691537}"/>
                  </a:ext>
                </a:extLst>
              </p:cNvPr>
              <p:cNvSpPr txBox="1"/>
              <p:nvPr/>
            </p:nvSpPr>
            <p:spPr>
              <a:xfrm>
                <a:off x="249803" y="6426921"/>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0.50</a:t>
                </a:r>
              </a:p>
            </p:txBody>
          </p:sp>
          <p:sp>
            <p:nvSpPr>
              <p:cNvPr id="113" name="TextBox 112">
                <a:extLst>
                  <a:ext uri="{FF2B5EF4-FFF2-40B4-BE49-F238E27FC236}">
                    <a16:creationId xmlns:a16="http://schemas.microsoft.com/office/drawing/2014/main" id="{1FF66B48-B422-CA7A-4FA8-1640E6927F6F}"/>
                  </a:ext>
                </a:extLst>
              </p:cNvPr>
              <p:cNvSpPr txBox="1"/>
              <p:nvPr/>
            </p:nvSpPr>
            <p:spPr>
              <a:xfrm>
                <a:off x="249803" y="6076909"/>
                <a:ext cx="444814"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0.75</a:t>
                </a:r>
              </a:p>
            </p:txBody>
          </p:sp>
          <p:sp>
            <p:nvSpPr>
              <p:cNvPr id="114" name="Freeform 113">
                <a:extLst>
                  <a:ext uri="{FF2B5EF4-FFF2-40B4-BE49-F238E27FC236}">
                    <a16:creationId xmlns:a16="http://schemas.microsoft.com/office/drawing/2014/main" id="{80A027B1-F811-A8C2-D745-7E19392C02F0}"/>
                  </a:ext>
                </a:extLst>
              </p:cNvPr>
              <p:cNvSpPr/>
              <p:nvPr/>
            </p:nvSpPr>
            <p:spPr>
              <a:xfrm>
                <a:off x="593344" y="6883821"/>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15" name="Freeform 114">
                <a:extLst>
                  <a:ext uri="{FF2B5EF4-FFF2-40B4-BE49-F238E27FC236}">
                    <a16:creationId xmlns:a16="http://schemas.microsoft.com/office/drawing/2014/main" id="{86B85313-4688-3473-E138-9EDFABD49951}"/>
                  </a:ext>
                </a:extLst>
              </p:cNvPr>
              <p:cNvSpPr/>
              <p:nvPr/>
            </p:nvSpPr>
            <p:spPr>
              <a:xfrm>
                <a:off x="593344" y="653380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16" name="Freeform 115">
                <a:extLst>
                  <a:ext uri="{FF2B5EF4-FFF2-40B4-BE49-F238E27FC236}">
                    <a16:creationId xmlns:a16="http://schemas.microsoft.com/office/drawing/2014/main" id="{F52BB4F4-6937-E567-67C4-27B80D62C770}"/>
                  </a:ext>
                </a:extLst>
              </p:cNvPr>
              <p:cNvSpPr/>
              <p:nvPr/>
            </p:nvSpPr>
            <p:spPr>
              <a:xfrm>
                <a:off x="593344" y="618379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17" name="Freeform 116">
                <a:extLst>
                  <a:ext uri="{FF2B5EF4-FFF2-40B4-BE49-F238E27FC236}">
                    <a16:creationId xmlns:a16="http://schemas.microsoft.com/office/drawing/2014/main" id="{F7F54C7F-965F-9AD3-A809-9FD41822678D}"/>
                  </a:ext>
                </a:extLst>
              </p:cNvPr>
              <p:cNvSpPr/>
              <p:nvPr/>
            </p:nvSpPr>
            <p:spPr>
              <a:xfrm>
                <a:off x="628141" y="7213133"/>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sq">
                <a:solidFill>
                  <a:srgbClr val="000000"/>
                </a:solidFill>
                <a:prstDash val="solid"/>
                <a:round/>
              </a:ln>
            </p:spPr>
            <p:txBody>
              <a:bodyPr/>
              <a:lstStyle/>
              <a:p>
                <a:pPr algn="ctr"/>
                <a:endParaRPr lang="en-US" sz="2646"/>
              </a:p>
            </p:txBody>
          </p:sp>
          <p:sp>
            <p:nvSpPr>
              <p:cNvPr id="118" name="Freeform 117">
                <a:extLst>
                  <a:ext uri="{FF2B5EF4-FFF2-40B4-BE49-F238E27FC236}">
                    <a16:creationId xmlns:a16="http://schemas.microsoft.com/office/drawing/2014/main" id="{8558A895-CF1F-8ADE-1091-C2976666DC64}"/>
                  </a:ext>
                </a:extLst>
              </p:cNvPr>
              <p:cNvSpPr/>
              <p:nvPr/>
            </p:nvSpPr>
            <p:spPr>
              <a:xfrm>
                <a:off x="771779" y="7213133"/>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19" name="Freeform 118">
                <a:extLst>
                  <a:ext uri="{FF2B5EF4-FFF2-40B4-BE49-F238E27FC236}">
                    <a16:creationId xmlns:a16="http://schemas.microsoft.com/office/drawing/2014/main" id="{BEAF6DDA-4FA7-471D-27FE-11CDDF2F2DBD}"/>
                  </a:ext>
                </a:extLst>
              </p:cNvPr>
              <p:cNvSpPr/>
              <p:nvPr/>
            </p:nvSpPr>
            <p:spPr>
              <a:xfrm>
                <a:off x="1011300" y="7213133"/>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20" name="Freeform 119">
                <a:extLst>
                  <a:ext uri="{FF2B5EF4-FFF2-40B4-BE49-F238E27FC236}">
                    <a16:creationId xmlns:a16="http://schemas.microsoft.com/office/drawing/2014/main" id="{060D347E-07CD-0DED-4D10-60A6D15E4BF1}"/>
                  </a:ext>
                </a:extLst>
              </p:cNvPr>
              <p:cNvSpPr/>
              <p:nvPr/>
            </p:nvSpPr>
            <p:spPr>
              <a:xfrm>
                <a:off x="1250822" y="7213133"/>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21" name="Freeform 120">
                <a:extLst>
                  <a:ext uri="{FF2B5EF4-FFF2-40B4-BE49-F238E27FC236}">
                    <a16:creationId xmlns:a16="http://schemas.microsoft.com/office/drawing/2014/main" id="{276A8307-F3F3-20B5-8085-61C3D6DCD7CC}"/>
                  </a:ext>
                </a:extLst>
              </p:cNvPr>
              <p:cNvSpPr/>
              <p:nvPr/>
            </p:nvSpPr>
            <p:spPr>
              <a:xfrm>
                <a:off x="1490344" y="7213133"/>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22" name="Freeform 121">
                <a:extLst>
                  <a:ext uri="{FF2B5EF4-FFF2-40B4-BE49-F238E27FC236}">
                    <a16:creationId xmlns:a16="http://schemas.microsoft.com/office/drawing/2014/main" id="{BA15F019-358D-58E2-F1B8-6CD2A7757AC6}"/>
                  </a:ext>
                </a:extLst>
              </p:cNvPr>
              <p:cNvSpPr/>
              <p:nvPr/>
            </p:nvSpPr>
            <p:spPr>
              <a:xfrm>
                <a:off x="1729866" y="7213133"/>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123" name="TextBox 122">
                <a:extLst>
                  <a:ext uri="{FF2B5EF4-FFF2-40B4-BE49-F238E27FC236}">
                    <a16:creationId xmlns:a16="http://schemas.microsoft.com/office/drawing/2014/main" id="{A01759F4-F089-B4BE-3FE4-F4C8AA5243B4}"/>
                  </a:ext>
                </a:extLst>
              </p:cNvPr>
              <p:cNvSpPr txBox="1"/>
              <p:nvPr/>
            </p:nvSpPr>
            <p:spPr>
              <a:xfrm>
                <a:off x="628669" y="7208987"/>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124" name="TextBox 123">
                <a:extLst>
                  <a:ext uri="{FF2B5EF4-FFF2-40B4-BE49-F238E27FC236}">
                    <a16:creationId xmlns:a16="http://schemas.microsoft.com/office/drawing/2014/main" id="{84ADFA52-A982-333C-BC4A-BE90541EABE3}"/>
                  </a:ext>
                </a:extLst>
              </p:cNvPr>
              <p:cNvSpPr txBox="1"/>
              <p:nvPr/>
            </p:nvSpPr>
            <p:spPr>
              <a:xfrm>
                <a:off x="898772" y="7208987"/>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125" name="TextBox 124">
                <a:extLst>
                  <a:ext uri="{FF2B5EF4-FFF2-40B4-BE49-F238E27FC236}">
                    <a16:creationId xmlns:a16="http://schemas.microsoft.com/office/drawing/2014/main" id="{A2443BE5-51B9-028C-7172-35B33DFB9F9B}"/>
                  </a:ext>
                </a:extLst>
              </p:cNvPr>
              <p:cNvSpPr txBox="1"/>
              <p:nvPr/>
            </p:nvSpPr>
            <p:spPr>
              <a:xfrm>
                <a:off x="1106856" y="7208987"/>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126" name="TextBox 125">
                <a:extLst>
                  <a:ext uri="{FF2B5EF4-FFF2-40B4-BE49-F238E27FC236}">
                    <a16:creationId xmlns:a16="http://schemas.microsoft.com/office/drawing/2014/main" id="{B09962A3-5B8B-E2FB-B5B2-E01BFC6BC484}"/>
                  </a:ext>
                </a:extLst>
              </p:cNvPr>
              <p:cNvSpPr txBox="1"/>
              <p:nvPr/>
            </p:nvSpPr>
            <p:spPr>
              <a:xfrm>
                <a:off x="1319123" y="7208987"/>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127" name="TextBox 126">
                <a:extLst>
                  <a:ext uri="{FF2B5EF4-FFF2-40B4-BE49-F238E27FC236}">
                    <a16:creationId xmlns:a16="http://schemas.microsoft.com/office/drawing/2014/main" id="{57436884-C2E3-07E8-BB80-52DCB606E335}"/>
                  </a:ext>
                </a:extLst>
              </p:cNvPr>
              <p:cNvSpPr txBox="1"/>
              <p:nvPr/>
            </p:nvSpPr>
            <p:spPr>
              <a:xfrm>
                <a:off x="1599165" y="7208987"/>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sp>
            <p:nvSpPr>
              <p:cNvPr id="129" name="TextBox 128">
                <a:extLst>
                  <a:ext uri="{FF2B5EF4-FFF2-40B4-BE49-F238E27FC236}">
                    <a16:creationId xmlns:a16="http://schemas.microsoft.com/office/drawing/2014/main" id="{C6B0ED3F-0D36-43F3-6DA1-78D4C8752B3D}"/>
                  </a:ext>
                </a:extLst>
              </p:cNvPr>
              <p:cNvSpPr txBox="1"/>
              <p:nvPr/>
            </p:nvSpPr>
            <p:spPr>
              <a:xfrm rot="16200000">
                <a:off x="-195527" y="6403911"/>
                <a:ext cx="862145" cy="259288"/>
              </a:xfrm>
              <a:prstGeom prst="rect">
                <a:avLst/>
              </a:prstGeom>
              <a:noFill/>
            </p:spPr>
            <p:txBody>
              <a:bodyPr wrap="none" rtlCol="0">
                <a:spAutoFit/>
              </a:bodyPr>
              <a:lstStyle/>
              <a:p>
                <a:pPr algn="ctr"/>
                <a:r>
                  <a:rPr lang="en-US" sz="992" dirty="0">
                    <a:ln/>
                    <a:solidFill>
                      <a:srgbClr val="000000"/>
                    </a:solidFill>
                    <a:latin typeface="Arial"/>
                    <a:cs typeface="Arial"/>
                    <a:sym typeface="Arial"/>
                    <a:rtl val="0"/>
                  </a:rPr>
                  <a:t>Expression</a:t>
                </a:r>
              </a:p>
            </p:txBody>
          </p:sp>
        </p:grpSp>
      </p:grpSp>
      <p:sp>
        <p:nvSpPr>
          <p:cNvPr id="130" name="TextBox 129">
            <a:extLst>
              <a:ext uri="{FF2B5EF4-FFF2-40B4-BE49-F238E27FC236}">
                <a16:creationId xmlns:a16="http://schemas.microsoft.com/office/drawing/2014/main" id="{DEFC5728-D3D6-E5F9-2DAD-06E66754CCEA}"/>
              </a:ext>
            </a:extLst>
          </p:cNvPr>
          <p:cNvSpPr txBox="1"/>
          <p:nvPr/>
        </p:nvSpPr>
        <p:spPr>
          <a:xfrm>
            <a:off x="495701" y="5107235"/>
            <a:ext cx="1190770" cy="245003"/>
          </a:xfrm>
          <a:prstGeom prst="rect">
            <a:avLst/>
          </a:prstGeom>
          <a:noFill/>
        </p:spPr>
        <p:txBody>
          <a:bodyPr wrap="square" rtlCol="0">
            <a:spAutoFit/>
          </a:bodyPr>
          <a:lstStyle/>
          <a:p>
            <a:pPr algn="ctr"/>
            <a:r>
              <a:rPr lang="en-US" sz="992" dirty="0">
                <a:ln/>
                <a:solidFill>
                  <a:srgbClr val="000000"/>
                </a:solidFill>
                <a:latin typeface="Arial"/>
                <a:cs typeface="Arial"/>
                <a:sym typeface="Arial"/>
                <a:rtl val="0"/>
              </a:rPr>
              <a:t>Phase</a:t>
            </a:r>
          </a:p>
        </p:txBody>
      </p:sp>
      <p:sp>
        <p:nvSpPr>
          <p:cNvPr id="1158" name="TextBox 1157">
            <a:extLst>
              <a:ext uri="{FF2B5EF4-FFF2-40B4-BE49-F238E27FC236}">
                <a16:creationId xmlns:a16="http://schemas.microsoft.com/office/drawing/2014/main" id="{8F97A9B9-9C51-FF7B-C02D-7A8C19147C4C}"/>
              </a:ext>
            </a:extLst>
          </p:cNvPr>
          <p:cNvSpPr txBox="1"/>
          <p:nvPr/>
        </p:nvSpPr>
        <p:spPr>
          <a:xfrm>
            <a:off x="12426" y="6428"/>
            <a:ext cx="5400146" cy="295915"/>
          </a:xfrm>
          <a:prstGeom prst="rect">
            <a:avLst/>
          </a:prstGeom>
          <a:noFill/>
          <a:ln>
            <a:noFill/>
          </a:ln>
        </p:spPr>
        <p:txBody>
          <a:bodyPr wrap="square" rtlCol="0">
            <a:spAutoFit/>
          </a:bodyPr>
          <a:lstStyle/>
          <a:p>
            <a:pPr algn="ctr"/>
            <a:r>
              <a:rPr lang="en-US" sz="1323" i="1" dirty="0">
                <a:latin typeface="Arial" panose="020B0604020202020204" pitchFamily="34" charset="0"/>
                <a:cs typeface="Arial" panose="020B0604020202020204" pitchFamily="34" charset="0"/>
              </a:rPr>
              <a:t>drd3</a:t>
            </a:r>
          </a:p>
        </p:txBody>
      </p:sp>
      <p:sp>
        <p:nvSpPr>
          <p:cNvPr id="1343" name="TextBox 1342">
            <a:extLst>
              <a:ext uri="{FF2B5EF4-FFF2-40B4-BE49-F238E27FC236}">
                <a16:creationId xmlns:a16="http://schemas.microsoft.com/office/drawing/2014/main" id="{3C2A4C12-5205-F4E5-439B-D69521790A30}"/>
              </a:ext>
            </a:extLst>
          </p:cNvPr>
          <p:cNvSpPr txBox="1"/>
          <p:nvPr/>
        </p:nvSpPr>
        <p:spPr>
          <a:xfrm>
            <a:off x="4101799" y="1963978"/>
            <a:ext cx="1260034" cy="188911"/>
          </a:xfrm>
          <a:prstGeom prst="rect">
            <a:avLst/>
          </a:prstGeom>
          <a:noFill/>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660" dirty="0">
                <a:ln/>
                <a:solidFill>
                  <a:srgbClr val="000000"/>
                </a:solidFill>
                <a:latin typeface="Arial"/>
                <a:cs typeface="Arial"/>
                <a:sym typeface="Arial"/>
                <a:rtl val="0"/>
              </a:rPr>
              <a:t>Main effect p &gt; 0.05</a:t>
            </a:r>
          </a:p>
        </p:txBody>
      </p:sp>
      <p:sp>
        <p:nvSpPr>
          <p:cNvPr id="1345" name="TextBox 1344">
            <a:extLst>
              <a:ext uri="{FF2B5EF4-FFF2-40B4-BE49-F238E27FC236}">
                <a16:creationId xmlns:a16="http://schemas.microsoft.com/office/drawing/2014/main" id="{91CB7D0D-6E19-D7DF-D516-AC66C2D82666}"/>
              </a:ext>
            </a:extLst>
          </p:cNvPr>
          <p:cNvSpPr txBox="1"/>
          <p:nvPr/>
        </p:nvSpPr>
        <p:spPr>
          <a:xfrm>
            <a:off x="495701" y="3722026"/>
            <a:ext cx="1260034" cy="188911"/>
          </a:xfrm>
          <a:prstGeom prst="rect">
            <a:avLst/>
          </a:prstGeom>
          <a:noFill/>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660" dirty="0">
                <a:ln/>
                <a:solidFill>
                  <a:srgbClr val="000000"/>
                </a:solidFill>
                <a:latin typeface="Arial"/>
                <a:cs typeface="Arial"/>
                <a:sym typeface="Arial"/>
                <a:rtl val="0"/>
              </a:rPr>
              <a:t>Main effect q &gt; 0.05</a:t>
            </a:r>
          </a:p>
        </p:txBody>
      </p:sp>
      <p:sp>
        <p:nvSpPr>
          <p:cNvPr id="1347" name="TextBox 1346">
            <a:extLst>
              <a:ext uri="{FF2B5EF4-FFF2-40B4-BE49-F238E27FC236}">
                <a16:creationId xmlns:a16="http://schemas.microsoft.com/office/drawing/2014/main" id="{0B6C7774-B576-E359-5594-1804F6812DF1}"/>
              </a:ext>
            </a:extLst>
          </p:cNvPr>
          <p:cNvSpPr txBox="1"/>
          <p:nvPr/>
        </p:nvSpPr>
        <p:spPr>
          <a:xfrm>
            <a:off x="4058934" y="431952"/>
            <a:ext cx="1260034" cy="188911"/>
          </a:xfrm>
          <a:prstGeom prst="rect">
            <a:avLst/>
          </a:prstGeom>
          <a:noFill/>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660" dirty="0">
                <a:ln/>
                <a:solidFill>
                  <a:srgbClr val="000000"/>
                </a:solidFill>
                <a:latin typeface="Arial"/>
                <a:cs typeface="Arial"/>
                <a:sym typeface="Arial"/>
                <a:rtl val="0"/>
              </a:rPr>
              <a:t>Main effect p &gt; 0.05</a:t>
            </a:r>
          </a:p>
        </p:txBody>
      </p:sp>
      <p:sp>
        <p:nvSpPr>
          <p:cNvPr id="1351" name="Rectangle 1350">
            <a:extLst>
              <a:ext uri="{FF2B5EF4-FFF2-40B4-BE49-F238E27FC236}">
                <a16:creationId xmlns:a16="http://schemas.microsoft.com/office/drawing/2014/main" id="{624C9CB4-5380-E52A-C255-B05E98AD8FCC}"/>
              </a:ext>
            </a:extLst>
          </p:cNvPr>
          <p:cNvSpPr/>
          <p:nvPr/>
        </p:nvSpPr>
        <p:spPr>
          <a:xfrm>
            <a:off x="12426" y="3443220"/>
            <a:ext cx="5400146" cy="19020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dirty="0"/>
          </a:p>
        </p:txBody>
      </p:sp>
      <p:sp>
        <p:nvSpPr>
          <p:cNvPr id="1353" name="Rectangle 1352">
            <a:extLst>
              <a:ext uri="{FF2B5EF4-FFF2-40B4-BE49-F238E27FC236}">
                <a16:creationId xmlns:a16="http://schemas.microsoft.com/office/drawing/2014/main" id="{3939E674-2336-BF38-5981-2634684DBD47}"/>
              </a:ext>
            </a:extLst>
          </p:cNvPr>
          <p:cNvSpPr/>
          <p:nvPr/>
        </p:nvSpPr>
        <p:spPr>
          <a:xfrm>
            <a:off x="12426" y="1721743"/>
            <a:ext cx="5400146" cy="17220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dirty="0"/>
          </a:p>
        </p:txBody>
      </p:sp>
      <p:sp>
        <p:nvSpPr>
          <p:cNvPr id="1355" name="Rectangle 1354">
            <a:extLst>
              <a:ext uri="{FF2B5EF4-FFF2-40B4-BE49-F238E27FC236}">
                <a16:creationId xmlns:a16="http://schemas.microsoft.com/office/drawing/2014/main" id="{5D3FA449-D082-42F9-2F80-86A1808104F8}"/>
              </a:ext>
            </a:extLst>
          </p:cNvPr>
          <p:cNvSpPr/>
          <p:nvPr/>
        </p:nvSpPr>
        <p:spPr>
          <a:xfrm>
            <a:off x="12426" y="0"/>
            <a:ext cx="5400146" cy="17220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dirty="0"/>
          </a:p>
        </p:txBody>
      </p:sp>
      <p:sp>
        <p:nvSpPr>
          <p:cNvPr id="1616" name="TextBox 1615">
            <a:extLst>
              <a:ext uri="{FF2B5EF4-FFF2-40B4-BE49-F238E27FC236}">
                <a16:creationId xmlns:a16="http://schemas.microsoft.com/office/drawing/2014/main" id="{43BAAB20-9C2A-545B-3D0E-17524F341837}"/>
              </a:ext>
            </a:extLst>
          </p:cNvPr>
          <p:cNvSpPr txBox="1"/>
          <p:nvPr/>
        </p:nvSpPr>
        <p:spPr>
          <a:xfrm>
            <a:off x="12425" y="1704772"/>
            <a:ext cx="5400146" cy="290826"/>
          </a:xfrm>
          <a:prstGeom prst="rect">
            <a:avLst/>
          </a:prstGeom>
          <a:noFill/>
          <a:ln>
            <a:noFill/>
          </a:ln>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1323" i="1" dirty="0">
                <a:ln/>
                <a:solidFill>
                  <a:srgbClr val="000000"/>
                </a:solidFill>
                <a:latin typeface="Arial"/>
                <a:cs typeface="Arial"/>
                <a:sym typeface="Arial"/>
                <a:rtl val="0"/>
              </a:rPr>
              <a:t>tacr3a</a:t>
            </a:r>
            <a:endParaRPr lang="en-US" sz="1323" dirty="0">
              <a:ln/>
              <a:solidFill>
                <a:srgbClr val="000000"/>
              </a:solidFill>
              <a:latin typeface="Arial"/>
              <a:cs typeface="Arial"/>
              <a:sym typeface="Arial"/>
              <a:rtl val="0"/>
            </a:endParaRPr>
          </a:p>
        </p:txBody>
      </p:sp>
      <p:cxnSp>
        <p:nvCxnSpPr>
          <p:cNvPr id="1357" name="Straight Connector 1356">
            <a:extLst>
              <a:ext uri="{FF2B5EF4-FFF2-40B4-BE49-F238E27FC236}">
                <a16:creationId xmlns:a16="http://schemas.microsoft.com/office/drawing/2014/main" id="{2AA80AB7-551E-27A0-BFED-781B2420CD16}"/>
              </a:ext>
            </a:extLst>
          </p:cNvPr>
          <p:cNvCxnSpPr>
            <a:cxnSpLocks/>
          </p:cNvCxnSpPr>
          <p:nvPr/>
        </p:nvCxnSpPr>
        <p:spPr>
          <a:xfrm flipV="1">
            <a:off x="12427" y="1963978"/>
            <a:ext cx="5400145" cy="0"/>
          </a:xfrm>
          <a:prstGeom prst="line">
            <a:avLst/>
          </a:prstGeom>
        </p:spPr>
        <p:style>
          <a:lnRef idx="2">
            <a:schemeClr val="dk1"/>
          </a:lnRef>
          <a:fillRef idx="0">
            <a:schemeClr val="dk1"/>
          </a:fillRef>
          <a:effectRef idx="1">
            <a:schemeClr val="dk1"/>
          </a:effectRef>
          <a:fontRef idx="minor">
            <a:schemeClr val="tx1"/>
          </a:fontRef>
        </p:style>
      </p:cxnSp>
      <p:cxnSp>
        <p:nvCxnSpPr>
          <p:cNvPr id="1359" name="Straight Connector 1358">
            <a:extLst>
              <a:ext uri="{FF2B5EF4-FFF2-40B4-BE49-F238E27FC236}">
                <a16:creationId xmlns:a16="http://schemas.microsoft.com/office/drawing/2014/main" id="{8B7CEFB0-8D3B-F32B-FCB9-BC5CE21761BF}"/>
              </a:ext>
            </a:extLst>
          </p:cNvPr>
          <p:cNvCxnSpPr>
            <a:cxnSpLocks/>
          </p:cNvCxnSpPr>
          <p:nvPr/>
        </p:nvCxnSpPr>
        <p:spPr>
          <a:xfrm flipV="1">
            <a:off x="12426" y="3678917"/>
            <a:ext cx="5400145" cy="0"/>
          </a:xfrm>
          <a:prstGeom prst="line">
            <a:avLst/>
          </a:prstGeom>
        </p:spPr>
        <p:style>
          <a:lnRef idx="2">
            <a:schemeClr val="dk1"/>
          </a:lnRef>
          <a:fillRef idx="0">
            <a:schemeClr val="dk1"/>
          </a:fillRef>
          <a:effectRef idx="1">
            <a:schemeClr val="dk1"/>
          </a:effectRef>
          <a:fontRef idx="minor">
            <a:schemeClr val="tx1"/>
          </a:fontRef>
        </p:style>
      </p:cxnSp>
      <p:sp>
        <p:nvSpPr>
          <p:cNvPr id="1362" name="TextBox 1361">
            <a:extLst>
              <a:ext uri="{FF2B5EF4-FFF2-40B4-BE49-F238E27FC236}">
                <a16:creationId xmlns:a16="http://schemas.microsoft.com/office/drawing/2014/main" id="{CF4C5ECE-DF90-A49A-2557-E41FFBCD5F49}"/>
              </a:ext>
            </a:extLst>
          </p:cNvPr>
          <p:cNvSpPr txBox="1"/>
          <p:nvPr/>
        </p:nvSpPr>
        <p:spPr>
          <a:xfrm>
            <a:off x="-10912" y="-31028"/>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A</a:t>
            </a:r>
          </a:p>
        </p:txBody>
      </p:sp>
      <p:sp>
        <p:nvSpPr>
          <p:cNvPr id="1368" name="TextBox 1367">
            <a:extLst>
              <a:ext uri="{FF2B5EF4-FFF2-40B4-BE49-F238E27FC236}">
                <a16:creationId xmlns:a16="http://schemas.microsoft.com/office/drawing/2014/main" id="{767D47B5-6D99-0D90-C399-242FF1E3E8DB}"/>
              </a:ext>
            </a:extLst>
          </p:cNvPr>
          <p:cNvSpPr txBox="1"/>
          <p:nvPr/>
        </p:nvSpPr>
        <p:spPr>
          <a:xfrm>
            <a:off x="61090" y="1664496"/>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B</a:t>
            </a:r>
          </a:p>
        </p:txBody>
      </p:sp>
      <p:sp>
        <p:nvSpPr>
          <p:cNvPr id="1374" name="TextBox 1373">
            <a:extLst>
              <a:ext uri="{FF2B5EF4-FFF2-40B4-BE49-F238E27FC236}">
                <a16:creationId xmlns:a16="http://schemas.microsoft.com/office/drawing/2014/main" id="{D54E938C-DC9C-AFB2-7CE0-FB056C8DB91C}"/>
              </a:ext>
            </a:extLst>
          </p:cNvPr>
          <p:cNvSpPr txBox="1"/>
          <p:nvPr/>
        </p:nvSpPr>
        <p:spPr>
          <a:xfrm>
            <a:off x="-10420" y="3373759"/>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C</a:t>
            </a:r>
          </a:p>
        </p:txBody>
      </p:sp>
      <p:cxnSp>
        <p:nvCxnSpPr>
          <p:cNvPr id="1379" name="Straight Connector 1378">
            <a:extLst>
              <a:ext uri="{FF2B5EF4-FFF2-40B4-BE49-F238E27FC236}">
                <a16:creationId xmlns:a16="http://schemas.microsoft.com/office/drawing/2014/main" id="{5EB5D5CC-0DDB-910D-75D8-9DA115884E37}"/>
              </a:ext>
            </a:extLst>
          </p:cNvPr>
          <p:cNvCxnSpPr>
            <a:cxnSpLocks/>
          </p:cNvCxnSpPr>
          <p:nvPr/>
        </p:nvCxnSpPr>
        <p:spPr>
          <a:xfrm flipV="1">
            <a:off x="12426" y="265635"/>
            <a:ext cx="5400145" cy="0"/>
          </a:xfrm>
          <a:prstGeom prst="line">
            <a:avLst/>
          </a:prstGeom>
        </p:spPr>
        <p:style>
          <a:lnRef idx="2">
            <a:schemeClr val="dk1"/>
          </a:lnRef>
          <a:fillRef idx="0">
            <a:schemeClr val="dk1"/>
          </a:fillRef>
          <a:effectRef idx="1">
            <a:schemeClr val="dk1"/>
          </a:effectRef>
          <a:fontRef idx="minor">
            <a:schemeClr val="tx1"/>
          </a:fontRef>
        </p:style>
      </p:cxnSp>
      <p:sp>
        <p:nvSpPr>
          <p:cNvPr id="1381" name="Rectangle 1380">
            <a:extLst>
              <a:ext uri="{FF2B5EF4-FFF2-40B4-BE49-F238E27FC236}">
                <a16:creationId xmlns:a16="http://schemas.microsoft.com/office/drawing/2014/main" id="{4E973E1C-4EA5-C949-0F97-7B9D8A8B15E9}"/>
              </a:ext>
            </a:extLst>
          </p:cNvPr>
          <p:cNvSpPr/>
          <p:nvPr/>
        </p:nvSpPr>
        <p:spPr>
          <a:xfrm>
            <a:off x="12424" y="5345271"/>
            <a:ext cx="5400145" cy="23966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a:t>
            </a:r>
          </a:p>
        </p:txBody>
      </p:sp>
    </p:spTree>
    <p:extLst>
      <p:ext uri="{BB962C8B-B14F-4D97-AF65-F5344CB8AC3E}">
        <p14:creationId xmlns:p14="http://schemas.microsoft.com/office/powerpoint/2010/main" val="1768464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9D1B0E6-D930-13A8-B729-BF27C1C59D7E}"/>
              </a:ext>
            </a:extLst>
          </p:cNvPr>
          <p:cNvSpPr txBox="1"/>
          <p:nvPr/>
        </p:nvSpPr>
        <p:spPr>
          <a:xfrm>
            <a:off x="0" y="304800"/>
            <a:ext cx="6480175" cy="2492990"/>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Fig.6. Changes to 6_POA_Mixed Drive Differential Regulation of Gonadotrophs. (A) Left panel expression of </a:t>
            </a:r>
            <a:r>
              <a:rPr lang="en-US" sz="1200" i="1" dirty="0">
                <a:latin typeface="Arial" panose="020B0604020202020204" pitchFamily="34" charset="0"/>
                <a:cs typeface="Arial" panose="020B0604020202020204" pitchFamily="34" charset="0"/>
              </a:rPr>
              <a:t>drd3</a:t>
            </a:r>
            <a:r>
              <a:rPr lang="en-US" sz="1200" dirty="0">
                <a:latin typeface="Arial" panose="020B0604020202020204" pitchFamily="34" charset="0"/>
                <a:cs typeface="Arial" panose="020B0604020202020204" pitchFamily="34" charset="0"/>
              </a:rPr>
              <a:t>  by phase. Middle panel: Percent of 6_POA_Mixed cells expressing </a:t>
            </a:r>
            <a:r>
              <a:rPr lang="en-US" sz="1200" i="1" dirty="0">
                <a:latin typeface="Arial" panose="020B0604020202020204" pitchFamily="34" charset="0"/>
                <a:cs typeface="Arial" panose="020B0604020202020204" pitchFamily="34" charset="0"/>
              </a:rPr>
              <a:t>drd3</a:t>
            </a:r>
            <a:r>
              <a:rPr lang="en-US" sz="1200" dirty="0">
                <a:latin typeface="Arial" panose="020B0604020202020204" pitchFamily="34" charset="0"/>
                <a:cs typeface="Arial" panose="020B0604020202020204" pitchFamily="34" charset="0"/>
              </a:rPr>
              <a:t> by phase. Right panel: </a:t>
            </a:r>
            <a:r>
              <a:rPr lang="en-US" sz="1200" dirty="0" err="1">
                <a:latin typeface="Arial" panose="020B0604020202020204" pitchFamily="34" charset="0"/>
                <a:cs typeface="Arial" panose="020B0604020202020204" pitchFamily="34" charset="0"/>
              </a:rPr>
              <a:t>CyoTRACE</a:t>
            </a:r>
            <a:r>
              <a:rPr lang="en-US" sz="1200" dirty="0">
                <a:latin typeface="Arial" panose="020B0604020202020204" pitchFamily="34" charset="0"/>
                <a:cs typeface="Arial" panose="020B0604020202020204" pitchFamily="34" charset="0"/>
              </a:rPr>
              <a:t> score for </a:t>
            </a:r>
            <a:r>
              <a:rPr lang="en-US" sz="1200" i="1" dirty="0">
                <a:latin typeface="Arial" panose="020B0604020202020204" pitchFamily="34" charset="0"/>
                <a:cs typeface="Arial" panose="020B0604020202020204" pitchFamily="34" charset="0"/>
              </a:rPr>
              <a:t>drd3</a:t>
            </a:r>
            <a:r>
              <a:rPr lang="en-US" sz="1200" dirty="0">
                <a:latin typeface="Arial" panose="020B0604020202020204" pitchFamily="34" charset="0"/>
                <a:cs typeface="Arial" panose="020B0604020202020204" pitchFamily="34" charset="0"/>
              </a:rPr>
              <a:t>+ cells by phase.(B) Left panel expression of </a:t>
            </a:r>
            <a:r>
              <a:rPr lang="en-US" sz="1200" i="1" dirty="0">
                <a:latin typeface="Arial" panose="020B0604020202020204" pitchFamily="34" charset="0"/>
                <a:cs typeface="Arial" panose="020B0604020202020204" pitchFamily="34" charset="0"/>
              </a:rPr>
              <a:t>tacr3a</a:t>
            </a:r>
            <a:r>
              <a:rPr lang="en-US" sz="1200" dirty="0">
                <a:latin typeface="Arial" panose="020B0604020202020204" pitchFamily="34" charset="0"/>
                <a:cs typeface="Arial" panose="020B0604020202020204" pitchFamily="34" charset="0"/>
              </a:rPr>
              <a:t>  by phase. Middle panel: Percent of 6_POA_Mixed cells expressing </a:t>
            </a:r>
            <a:r>
              <a:rPr lang="en-US" sz="1200" i="1" dirty="0">
                <a:latin typeface="Arial" panose="020B0604020202020204" pitchFamily="34" charset="0"/>
                <a:cs typeface="Arial" panose="020B0604020202020204" pitchFamily="34" charset="0"/>
              </a:rPr>
              <a:t>tacr3a</a:t>
            </a:r>
            <a:r>
              <a:rPr lang="en-US" sz="1200" dirty="0">
                <a:latin typeface="Arial" panose="020B0604020202020204" pitchFamily="34" charset="0"/>
                <a:cs typeface="Arial" panose="020B0604020202020204" pitchFamily="34" charset="0"/>
              </a:rPr>
              <a:t> by phase. Right panel: </a:t>
            </a:r>
            <a:r>
              <a:rPr lang="en-US" sz="1200" dirty="0" err="1">
                <a:latin typeface="Arial" panose="020B0604020202020204" pitchFamily="34" charset="0"/>
                <a:cs typeface="Arial" panose="020B0604020202020204" pitchFamily="34" charset="0"/>
              </a:rPr>
              <a:t>CyoTRACE</a:t>
            </a:r>
            <a:r>
              <a:rPr lang="en-US" sz="1200" dirty="0">
                <a:latin typeface="Arial" panose="020B0604020202020204" pitchFamily="34" charset="0"/>
                <a:cs typeface="Arial" panose="020B0604020202020204" pitchFamily="34" charset="0"/>
              </a:rPr>
              <a:t> score for </a:t>
            </a:r>
            <a:r>
              <a:rPr lang="en-US" sz="1200" i="1" dirty="0">
                <a:latin typeface="Arial" panose="020B0604020202020204" pitchFamily="34" charset="0"/>
                <a:cs typeface="Arial" panose="020B0604020202020204" pitchFamily="34" charset="0"/>
              </a:rPr>
              <a:t>tacr3a</a:t>
            </a:r>
            <a:r>
              <a:rPr lang="en-US" sz="1200" dirty="0">
                <a:latin typeface="Arial" panose="020B0604020202020204" pitchFamily="34" charset="0"/>
                <a:cs typeface="Arial" panose="020B0604020202020204" pitchFamily="34" charset="0"/>
              </a:rPr>
              <a:t>+ cells by phase.(C) Left panel expression of </a:t>
            </a:r>
            <a:r>
              <a:rPr lang="en-US" sz="1200" i="1" dirty="0" err="1">
                <a:latin typeface="Arial" panose="020B0604020202020204" pitchFamily="34" charset="0"/>
                <a:cs typeface="Arial" panose="020B0604020202020204" pitchFamily="34" charset="0"/>
              </a:rPr>
              <a:t>cckb</a:t>
            </a:r>
            <a:r>
              <a:rPr lang="en-US" sz="1200" dirty="0">
                <a:latin typeface="Arial" panose="020B0604020202020204" pitchFamily="34" charset="0"/>
                <a:cs typeface="Arial" panose="020B0604020202020204" pitchFamily="34" charset="0"/>
              </a:rPr>
              <a:t>  by phase. Middle panel: Percent of 6_POA_Mixed cells expressing </a:t>
            </a:r>
            <a:r>
              <a:rPr lang="en-US" sz="1200" i="1" dirty="0" err="1">
                <a:latin typeface="Arial" panose="020B0604020202020204" pitchFamily="34" charset="0"/>
                <a:cs typeface="Arial" panose="020B0604020202020204" pitchFamily="34" charset="0"/>
              </a:rPr>
              <a:t>cckb</a:t>
            </a:r>
            <a:r>
              <a:rPr lang="en-US" sz="1200" dirty="0">
                <a:latin typeface="Arial" panose="020B0604020202020204" pitchFamily="34" charset="0"/>
                <a:cs typeface="Arial" panose="020B0604020202020204" pitchFamily="34" charset="0"/>
              </a:rPr>
              <a:t> by phase. Right panel: </a:t>
            </a:r>
            <a:r>
              <a:rPr lang="en-US" sz="1200" dirty="0" err="1">
                <a:latin typeface="Arial" panose="020B0604020202020204" pitchFamily="34" charset="0"/>
                <a:cs typeface="Arial" panose="020B0604020202020204" pitchFamily="34" charset="0"/>
              </a:rPr>
              <a:t>CyoTRACE</a:t>
            </a:r>
            <a:r>
              <a:rPr lang="en-US" sz="1200" dirty="0">
                <a:latin typeface="Arial" panose="020B0604020202020204" pitchFamily="34" charset="0"/>
                <a:cs typeface="Arial" panose="020B0604020202020204" pitchFamily="34" charset="0"/>
              </a:rPr>
              <a:t> score for </a:t>
            </a:r>
            <a:r>
              <a:rPr lang="en-US" sz="1200" i="1" dirty="0" err="1">
                <a:latin typeface="Arial" panose="020B0604020202020204" pitchFamily="34" charset="0"/>
                <a:cs typeface="Arial" panose="020B0604020202020204" pitchFamily="34" charset="0"/>
              </a:rPr>
              <a:t>cckb</a:t>
            </a:r>
            <a:r>
              <a:rPr lang="en-US" sz="1200" i="1"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 cells by phase. Points indicate the mean for each individual. Asterisks: “*”: p &lt; 0.05, “**”: p &lt; 0.01, “***”: p &lt; 0.001. “Main effect Main effect p &gt; 0.05” indicates type III tests were not significant so pairwise comparisons were not computed. </a:t>
            </a:r>
          </a:p>
          <a:p>
            <a:endParaRPr lang="en-US" sz="1200" dirty="0"/>
          </a:p>
          <a:p>
            <a:endParaRPr lang="en-US" sz="1200" dirty="0"/>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1125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aphic 15">
            <a:extLst>
              <a:ext uri="{FF2B5EF4-FFF2-40B4-BE49-F238E27FC236}">
                <a16:creationId xmlns:a16="http://schemas.microsoft.com/office/drawing/2014/main" id="{347238A0-2806-9014-C620-AA655AB2BD8D}"/>
              </a:ext>
            </a:extLst>
          </p:cNvPr>
          <p:cNvGrpSpPr/>
          <p:nvPr/>
        </p:nvGrpSpPr>
        <p:grpSpPr>
          <a:xfrm>
            <a:off x="2838798" y="462324"/>
            <a:ext cx="2596387" cy="1728046"/>
            <a:chOff x="3004313" y="138534"/>
            <a:chExt cx="2747769" cy="1828799"/>
          </a:xfrm>
        </p:grpSpPr>
        <p:sp>
          <p:nvSpPr>
            <p:cNvPr id="22" name="Freeform 21">
              <a:extLst>
                <a:ext uri="{FF2B5EF4-FFF2-40B4-BE49-F238E27FC236}">
                  <a16:creationId xmlns:a16="http://schemas.microsoft.com/office/drawing/2014/main" id="{3707A60A-6004-44B1-F640-307805723849}"/>
                </a:ext>
              </a:extLst>
            </p:cNvPr>
            <p:cNvSpPr/>
            <p:nvPr/>
          </p:nvSpPr>
          <p:spPr>
            <a:xfrm>
              <a:off x="3008883" y="138534"/>
              <a:ext cx="2743199" cy="1828799"/>
            </a:xfrm>
            <a:custGeom>
              <a:avLst/>
              <a:gdLst>
                <a:gd name="csX0" fmla="*/ 0 w 2743199"/>
                <a:gd name="csY0" fmla="*/ 0 h 1828799"/>
                <a:gd name="csX1" fmla="*/ 2743199 w 2743199"/>
                <a:gd name="csY1" fmla="*/ 0 h 1828799"/>
                <a:gd name="csX2" fmla="*/ 2743199 w 2743199"/>
                <a:gd name="csY2" fmla="*/ 1828799 h 1828799"/>
                <a:gd name="csX3" fmla="*/ 0 w 2743199"/>
                <a:gd name="csY3" fmla="*/ 1828799 h 1828799"/>
              </a:gdLst>
              <a:ahLst/>
              <a:cxnLst>
                <a:cxn ang="0">
                  <a:pos x="csX0" y="csY0"/>
                </a:cxn>
                <a:cxn ang="0">
                  <a:pos x="csX1" y="csY1"/>
                </a:cxn>
                <a:cxn ang="0">
                  <a:pos x="csX2" y="csY2"/>
                </a:cxn>
                <a:cxn ang="0">
                  <a:pos x="csX3" y="csY3"/>
                </a:cxn>
              </a:cxnLst>
              <a:rect l="l" t="t" r="r" b="b"/>
              <a:pathLst>
                <a:path w="2743199" h="1828799">
                  <a:moveTo>
                    <a:pt x="0" y="0"/>
                  </a:moveTo>
                  <a:lnTo>
                    <a:pt x="2743199" y="0"/>
                  </a:lnTo>
                  <a:lnTo>
                    <a:pt x="2743199" y="1828799"/>
                  </a:lnTo>
                  <a:lnTo>
                    <a:pt x="0" y="1828799"/>
                  </a:lnTo>
                  <a:close/>
                </a:path>
              </a:pathLst>
            </a:custGeom>
            <a:solidFill>
              <a:srgbClr val="FFFFFF"/>
            </a:solidFill>
            <a:ln w="12656" cap="rnd">
              <a:noFill/>
              <a:prstDash val="solid"/>
              <a:round/>
            </a:ln>
          </p:spPr>
          <p:txBody>
            <a:bodyPr/>
            <a:lstStyle/>
            <a:p>
              <a:pPr algn="ctr"/>
              <a:endParaRPr lang="en-US" sz="2268"/>
            </a:p>
          </p:txBody>
        </p:sp>
        <p:sp>
          <p:nvSpPr>
            <p:cNvPr id="23" name="Freeform 22">
              <a:extLst>
                <a:ext uri="{FF2B5EF4-FFF2-40B4-BE49-F238E27FC236}">
                  <a16:creationId xmlns:a16="http://schemas.microsoft.com/office/drawing/2014/main" id="{ADFD77FD-8170-38B5-6F1E-7F8645CA09C3}"/>
                </a:ext>
              </a:extLst>
            </p:cNvPr>
            <p:cNvSpPr/>
            <p:nvPr/>
          </p:nvSpPr>
          <p:spPr>
            <a:xfrm>
              <a:off x="3008883" y="138534"/>
              <a:ext cx="2743199" cy="1828799"/>
            </a:xfrm>
            <a:custGeom>
              <a:avLst/>
              <a:gdLst>
                <a:gd name="csX0" fmla="*/ 0 w 2743199"/>
                <a:gd name="csY0" fmla="*/ 0 h 1828799"/>
                <a:gd name="csX1" fmla="*/ 2743199 w 2743199"/>
                <a:gd name="csY1" fmla="*/ 0 h 1828799"/>
                <a:gd name="csX2" fmla="*/ 2743199 w 2743199"/>
                <a:gd name="csY2" fmla="*/ 1828799 h 1828799"/>
                <a:gd name="csX3" fmla="*/ 0 w 2743199"/>
                <a:gd name="csY3" fmla="*/ 1828799 h 1828799"/>
              </a:gdLst>
              <a:ahLst/>
              <a:cxnLst>
                <a:cxn ang="0">
                  <a:pos x="csX0" y="csY0"/>
                </a:cxn>
                <a:cxn ang="0">
                  <a:pos x="csX1" y="csY1"/>
                </a:cxn>
                <a:cxn ang="0">
                  <a:pos x="csX2" y="csY2"/>
                </a:cxn>
                <a:cxn ang="0">
                  <a:pos x="csX3" y="csY3"/>
                </a:cxn>
              </a:cxnLst>
              <a:rect l="l" t="t" r="r" b="b"/>
              <a:pathLst>
                <a:path w="2743199" h="1828799">
                  <a:moveTo>
                    <a:pt x="0" y="0"/>
                  </a:moveTo>
                  <a:lnTo>
                    <a:pt x="2743199" y="0"/>
                  </a:lnTo>
                  <a:lnTo>
                    <a:pt x="2743199" y="1828799"/>
                  </a:lnTo>
                  <a:lnTo>
                    <a:pt x="0" y="1828799"/>
                  </a:lnTo>
                  <a:close/>
                </a:path>
              </a:pathLst>
            </a:custGeom>
            <a:solidFill>
              <a:srgbClr val="FFFFFF"/>
            </a:solidFill>
            <a:ln w="13542" cap="rnd">
              <a:solidFill>
                <a:srgbClr val="FFFFFF"/>
              </a:solidFill>
              <a:prstDash val="solid"/>
              <a:round/>
            </a:ln>
          </p:spPr>
          <p:txBody>
            <a:bodyPr/>
            <a:lstStyle/>
            <a:p>
              <a:pPr algn="ctr"/>
              <a:endParaRPr lang="en-US" sz="2268"/>
            </a:p>
          </p:txBody>
        </p:sp>
        <p:grpSp>
          <p:nvGrpSpPr>
            <p:cNvPr id="24" name="Graphic 15">
              <a:extLst>
                <a:ext uri="{FF2B5EF4-FFF2-40B4-BE49-F238E27FC236}">
                  <a16:creationId xmlns:a16="http://schemas.microsoft.com/office/drawing/2014/main" id="{B5F5C79F-0A9A-27CA-5906-25CCFC53536F}"/>
                </a:ext>
              </a:extLst>
            </p:cNvPr>
            <p:cNvGrpSpPr/>
            <p:nvPr/>
          </p:nvGrpSpPr>
          <p:grpSpPr>
            <a:xfrm>
              <a:off x="3352586" y="164809"/>
              <a:ext cx="2370165" cy="1402473"/>
              <a:chOff x="3352586" y="164809"/>
              <a:chExt cx="2370165" cy="1402473"/>
            </a:xfrm>
          </p:grpSpPr>
          <p:sp>
            <p:nvSpPr>
              <p:cNvPr id="25" name="Freeform 24">
                <a:extLst>
                  <a:ext uri="{FF2B5EF4-FFF2-40B4-BE49-F238E27FC236}">
                    <a16:creationId xmlns:a16="http://schemas.microsoft.com/office/drawing/2014/main" id="{99E2C9DF-653F-E5B0-61BD-F773CA052493}"/>
                  </a:ext>
                </a:extLst>
              </p:cNvPr>
              <p:cNvSpPr/>
              <p:nvPr/>
            </p:nvSpPr>
            <p:spPr>
              <a:xfrm>
                <a:off x="3367530" y="208129"/>
                <a:ext cx="2314955" cy="1359153"/>
              </a:xfrm>
              <a:custGeom>
                <a:avLst/>
                <a:gdLst>
                  <a:gd name="csX0" fmla="*/ 0 w 2314955"/>
                  <a:gd name="csY0" fmla="*/ 0 h 1359153"/>
                  <a:gd name="csX1" fmla="*/ 2314955 w 2314955"/>
                  <a:gd name="csY1" fmla="*/ 0 h 1359153"/>
                  <a:gd name="csX2" fmla="*/ 2314955 w 2314955"/>
                  <a:gd name="csY2" fmla="*/ 1359153 h 1359153"/>
                  <a:gd name="csX3" fmla="*/ 0 w 2314955"/>
                  <a:gd name="csY3" fmla="*/ 1359153 h 1359153"/>
                </a:gdLst>
                <a:ahLst/>
                <a:cxnLst>
                  <a:cxn ang="0">
                    <a:pos x="csX0" y="csY0"/>
                  </a:cxn>
                  <a:cxn ang="0">
                    <a:pos x="csX1" y="csY1"/>
                  </a:cxn>
                  <a:cxn ang="0">
                    <a:pos x="csX2" y="csY2"/>
                  </a:cxn>
                  <a:cxn ang="0">
                    <a:pos x="csX3" y="csY3"/>
                  </a:cxn>
                </a:cxnLst>
                <a:rect l="l" t="t" r="r" b="b"/>
                <a:pathLst>
                  <a:path w="2314955" h="1359153">
                    <a:moveTo>
                      <a:pt x="0" y="0"/>
                    </a:moveTo>
                    <a:lnTo>
                      <a:pt x="2314955" y="0"/>
                    </a:lnTo>
                    <a:lnTo>
                      <a:pt x="2314955" y="1359153"/>
                    </a:lnTo>
                    <a:lnTo>
                      <a:pt x="0" y="1359153"/>
                    </a:lnTo>
                    <a:close/>
                  </a:path>
                </a:pathLst>
              </a:custGeom>
              <a:solidFill>
                <a:srgbClr val="FFFFFF"/>
              </a:solidFill>
              <a:ln w="26957" cap="rnd">
                <a:solidFill>
                  <a:srgbClr val="000000"/>
                </a:solidFill>
                <a:prstDash val="solid"/>
                <a:round/>
              </a:ln>
            </p:spPr>
            <p:txBody>
              <a:bodyPr/>
              <a:lstStyle/>
              <a:p>
                <a:pPr algn="ctr"/>
                <a:endParaRPr lang="en-US" sz="2268"/>
              </a:p>
            </p:txBody>
          </p:sp>
          <p:sp>
            <p:nvSpPr>
              <p:cNvPr id="26" name="Freeform 25">
                <a:extLst>
                  <a:ext uri="{FF2B5EF4-FFF2-40B4-BE49-F238E27FC236}">
                    <a16:creationId xmlns:a16="http://schemas.microsoft.com/office/drawing/2014/main" id="{1E84C0A9-EEEE-73DE-97E0-676EB6A018D7}"/>
                  </a:ext>
                </a:extLst>
              </p:cNvPr>
              <p:cNvSpPr/>
              <p:nvPr/>
            </p:nvSpPr>
            <p:spPr>
              <a:xfrm>
                <a:off x="3409821" y="689713"/>
                <a:ext cx="254126" cy="12699"/>
              </a:xfrm>
              <a:custGeom>
                <a:avLst/>
                <a:gdLst>
                  <a:gd name="csX0" fmla="*/ 0 w 254126"/>
                  <a:gd name="csY0" fmla="*/ 0 h 12699"/>
                  <a:gd name="csX1" fmla="*/ 254127 w 254126"/>
                  <a:gd name="csY1" fmla="*/ 0 h 12699"/>
                </a:gdLst>
                <a:ahLst/>
                <a:cxnLst>
                  <a:cxn ang="0">
                    <a:pos x="csX0" y="csY0"/>
                  </a:cxn>
                  <a:cxn ang="0">
                    <a:pos x="csX1" y="csY1"/>
                  </a:cxn>
                </a:cxnLst>
                <a:rect l="l" t="t" r="r" b="b"/>
                <a:pathLst>
                  <a:path w="254126" h="12699">
                    <a:moveTo>
                      <a:pt x="0" y="0"/>
                    </a:moveTo>
                    <a:lnTo>
                      <a:pt x="254127" y="0"/>
                    </a:lnTo>
                  </a:path>
                </a:pathLst>
              </a:custGeom>
              <a:ln w="33791" cap="flat">
                <a:solidFill>
                  <a:srgbClr val="F8766D"/>
                </a:solidFill>
                <a:prstDash val="solid"/>
                <a:miter/>
              </a:ln>
            </p:spPr>
            <p:txBody>
              <a:bodyPr/>
              <a:lstStyle/>
              <a:p>
                <a:pPr algn="ctr"/>
                <a:endParaRPr lang="en-US" sz="2268"/>
              </a:p>
            </p:txBody>
          </p:sp>
          <p:sp>
            <p:nvSpPr>
              <p:cNvPr id="27" name="Freeform 26">
                <a:extLst>
                  <a:ext uri="{FF2B5EF4-FFF2-40B4-BE49-F238E27FC236}">
                    <a16:creationId xmlns:a16="http://schemas.microsoft.com/office/drawing/2014/main" id="{B27F4D2F-4969-5638-8C27-8D674200299E}"/>
                  </a:ext>
                </a:extLst>
              </p:cNvPr>
              <p:cNvSpPr/>
              <p:nvPr/>
            </p:nvSpPr>
            <p:spPr>
              <a:xfrm>
                <a:off x="3692142" y="1204571"/>
                <a:ext cx="254126" cy="12699"/>
              </a:xfrm>
              <a:custGeom>
                <a:avLst/>
                <a:gdLst>
                  <a:gd name="csX0" fmla="*/ 0 w 254126"/>
                  <a:gd name="csY0" fmla="*/ 0 h 12699"/>
                  <a:gd name="csX1" fmla="*/ 254127 w 254126"/>
                  <a:gd name="csY1" fmla="*/ 0 h 12699"/>
                </a:gdLst>
                <a:ahLst/>
                <a:cxnLst>
                  <a:cxn ang="0">
                    <a:pos x="csX0" y="csY0"/>
                  </a:cxn>
                  <a:cxn ang="0">
                    <a:pos x="csX1" y="csY1"/>
                  </a:cxn>
                </a:cxnLst>
                <a:rect l="l" t="t" r="r" b="b"/>
                <a:pathLst>
                  <a:path w="254126" h="12699">
                    <a:moveTo>
                      <a:pt x="0" y="0"/>
                    </a:moveTo>
                    <a:lnTo>
                      <a:pt x="254127" y="0"/>
                    </a:lnTo>
                  </a:path>
                </a:pathLst>
              </a:custGeom>
              <a:ln w="33791" cap="flat">
                <a:solidFill>
                  <a:srgbClr val="00BFC4"/>
                </a:solidFill>
                <a:prstDash val="solid"/>
                <a:miter/>
              </a:ln>
            </p:spPr>
            <p:txBody>
              <a:bodyPr/>
              <a:lstStyle/>
              <a:p>
                <a:pPr algn="ctr"/>
                <a:endParaRPr lang="en-US" sz="2268"/>
              </a:p>
            </p:txBody>
          </p:sp>
          <p:sp>
            <p:nvSpPr>
              <p:cNvPr id="28" name="Freeform 27">
                <a:extLst>
                  <a:ext uri="{FF2B5EF4-FFF2-40B4-BE49-F238E27FC236}">
                    <a16:creationId xmlns:a16="http://schemas.microsoft.com/office/drawing/2014/main" id="{82C0B324-F494-C51C-51FB-B71620E91271}"/>
                  </a:ext>
                </a:extLst>
              </p:cNvPr>
              <p:cNvSpPr/>
              <p:nvPr/>
            </p:nvSpPr>
            <p:spPr>
              <a:xfrm>
                <a:off x="3974463" y="930632"/>
                <a:ext cx="254126" cy="12699"/>
              </a:xfrm>
              <a:custGeom>
                <a:avLst/>
                <a:gdLst>
                  <a:gd name="csX0" fmla="*/ 0 w 254126"/>
                  <a:gd name="csY0" fmla="*/ 0 h 12699"/>
                  <a:gd name="csX1" fmla="*/ 254127 w 254126"/>
                  <a:gd name="csY1" fmla="*/ 0 h 12699"/>
                </a:gdLst>
                <a:ahLst/>
                <a:cxnLst>
                  <a:cxn ang="0">
                    <a:pos x="csX0" y="csY0"/>
                  </a:cxn>
                  <a:cxn ang="0">
                    <a:pos x="csX1" y="csY1"/>
                  </a:cxn>
                </a:cxnLst>
                <a:rect l="l" t="t" r="r" b="b"/>
                <a:pathLst>
                  <a:path w="254126" h="12699">
                    <a:moveTo>
                      <a:pt x="0" y="0"/>
                    </a:moveTo>
                    <a:lnTo>
                      <a:pt x="254127" y="0"/>
                    </a:lnTo>
                  </a:path>
                </a:pathLst>
              </a:custGeom>
              <a:ln w="33791" cap="flat">
                <a:solidFill>
                  <a:srgbClr val="F8766D"/>
                </a:solidFill>
                <a:prstDash val="solid"/>
                <a:miter/>
              </a:ln>
            </p:spPr>
            <p:txBody>
              <a:bodyPr/>
              <a:lstStyle/>
              <a:p>
                <a:pPr algn="ctr"/>
                <a:endParaRPr lang="en-US" sz="2268"/>
              </a:p>
            </p:txBody>
          </p:sp>
          <p:sp>
            <p:nvSpPr>
              <p:cNvPr id="29" name="Freeform 28">
                <a:extLst>
                  <a:ext uri="{FF2B5EF4-FFF2-40B4-BE49-F238E27FC236}">
                    <a16:creationId xmlns:a16="http://schemas.microsoft.com/office/drawing/2014/main" id="{27A7BF01-A73A-7E92-66C0-15B4B7561DD4}"/>
                  </a:ext>
                </a:extLst>
              </p:cNvPr>
              <p:cNvSpPr/>
              <p:nvPr/>
            </p:nvSpPr>
            <p:spPr>
              <a:xfrm>
                <a:off x="4256784" y="1272516"/>
                <a:ext cx="254126" cy="12699"/>
              </a:xfrm>
              <a:custGeom>
                <a:avLst/>
                <a:gdLst>
                  <a:gd name="csX0" fmla="*/ 0 w 254126"/>
                  <a:gd name="csY0" fmla="*/ 0 h 12699"/>
                  <a:gd name="csX1" fmla="*/ 254127 w 254126"/>
                  <a:gd name="csY1" fmla="*/ 0 h 12699"/>
                </a:gdLst>
                <a:ahLst/>
                <a:cxnLst>
                  <a:cxn ang="0">
                    <a:pos x="csX0" y="csY0"/>
                  </a:cxn>
                  <a:cxn ang="0">
                    <a:pos x="csX1" y="csY1"/>
                  </a:cxn>
                </a:cxnLst>
                <a:rect l="l" t="t" r="r" b="b"/>
                <a:pathLst>
                  <a:path w="254126" h="12699">
                    <a:moveTo>
                      <a:pt x="0" y="0"/>
                    </a:moveTo>
                    <a:lnTo>
                      <a:pt x="254127" y="0"/>
                    </a:lnTo>
                  </a:path>
                </a:pathLst>
              </a:custGeom>
              <a:ln w="33791" cap="flat">
                <a:solidFill>
                  <a:srgbClr val="00BFC4"/>
                </a:solidFill>
                <a:prstDash val="solid"/>
                <a:miter/>
              </a:ln>
            </p:spPr>
            <p:txBody>
              <a:bodyPr/>
              <a:lstStyle/>
              <a:p>
                <a:pPr algn="ctr"/>
                <a:endParaRPr lang="en-US" sz="2268"/>
              </a:p>
            </p:txBody>
          </p:sp>
          <p:sp>
            <p:nvSpPr>
              <p:cNvPr id="30" name="Freeform 29">
                <a:extLst>
                  <a:ext uri="{FF2B5EF4-FFF2-40B4-BE49-F238E27FC236}">
                    <a16:creationId xmlns:a16="http://schemas.microsoft.com/office/drawing/2014/main" id="{AE1C2B73-6EBD-F452-674D-17C4780442F9}"/>
                  </a:ext>
                </a:extLst>
              </p:cNvPr>
              <p:cNvSpPr/>
              <p:nvPr/>
            </p:nvSpPr>
            <p:spPr>
              <a:xfrm>
                <a:off x="4539105" y="885547"/>
                <a:ext cx="254126" cy="12699"/>
              </a:xfrm>
              <a:custGeom>
                <a:avLst/>
                <a:gdLst>
                  <a:gd name="csX0" fmla="*/ 0 w 254126"/>
                  <a:gd name="csY0" fmla="*/ 0 h 12699"/>
                  <a:gd name="csX1" fmla="*/ 254127 w 254126"/>
                  <a:gd name="csY1" fmla="*/ 0 h 12699"/>
                </a:gdLst>
                <a:ahLst/>
                <a:cxnLst>
                  <a:cxn ang="0">
                    <a:pos x="csX0" y="csY0"/>
                  </a:cxn>
                  <a:cxn ang="0">
                    <a:pos x="csX1" y="csY1"/>
                  </a:cxn>
                </a:cxnLst>
                <a:rect l="l" t="t" r="r" b="b"/>
                <a:pathLst>
                  <a:path w="254126" h="12699">
                    <a:moveTo>
                      <a:pt x="0" y="0"/>
                    </a:moveTo>
                    <a:lnTo>
                      <a:pt x="254127" y="0"/>
                    </a:lnTo>
                  </a:path>
                </a:pathLst>
              </a:custGeom>
              <a:ln w="33791" cap="flat">
                <a:solidFill>
                  <a:srgbClr val="F8766D"/>
                </a:solidFill>
                <a:prstDash val="solid"/>
                <a:miter/>
              </a:ln>
            </p:spPr>
            <p:txBody>
              <a:bodyPr/>
              <a:lstStyle/>
              <a:p>
                <a:pPr algn="ctr"/>
                <a:endParaRPr lang="en-US" sz="2268"/>
              </a:p>
            </p:txBody>
          </p:sp>
          <p:sp>
            <p:nvSpPr>
              <p:cNvPr id="31" name="Freeform 30">
                <a:extLst>
                  <a:ext uri="{FF2B5EF4-FFF2-40B4-BE49-F238E27FC236}">
                    <a16:creationId xmlns:a16="http://schemas.microsoft.com/office/drawing/2014/main" id="{D5DB9FE9-3496-BFA3-81E6-C26983D16AE0}"/>
                  </a:ext>
                </a:extLst>
              </p:cNvPr>
              <p:cNvSpPr/>
              <p:nvPr/>
            </p:nvSpPr>
            <p:spPr>
              <a:xfrm>
                <a:off x="4821426" y="1211810"/>
                <a:ext cx="254126" cy="12699"/>
              </a:xfrm>
              <a:custGeom>
                <a:avLst/>
                <a:gdLst>
                  <a:gd name="csX0" fmla="*/ 0 w 254126"/>
                  <a:gd name="csY0" fmla="*/ 0 h 12699"/>
                  <a:gd name="csX1" fmla="*/ 254127 w 254126"/>
                  <a:gd name="csY1" fmla="*/ 0 h 12699"/>
                </a:gdLst>
                <a:ahLst/>
                <a:cxnLst>
                  <a:cxn ang="0">
                    <a:pos x="csX0" y="csY0"/>
                  </a:cxn>
                  <a:cxn ang="0">
                    <a:pos x="csX1" y="csY1"/>
                  </a:cxn>
                </a:cxnLst>
                <a:rect l="l" t="t" r="r" b="b"/>
                <a:pathLst>
                  <a:path w="254126" h="12699">
                    <a:moveTo>
                      <a:pt x="0" y="0"/>
                    </a:moveTo>
                    <a:lnTo>
                      <a:pt x="254127" y="0"/>
                    </a:lnTo>
                  </a:path>
                </a:pathLst>
              </a:custGeom>
              <a:ln w="33791" cap="flat">
                <a:solidFill>
                  <a:srgbClr val="00BFC4"/>
                </a:solidFill>
                <a:prstDash val="solid"/>
                <a:miter/>
              </a:ln>
            </p:spPr>
            <p:txBody>
              <a:bodyPr/>
              <a:lstStyle/>
              <a:p>
                <a:pPr algn="ctr"/>
                <a:endParaRPr lang="en-US" sz="2268"/>
              </a:p>
            </p:txBody>
          </p:sp>
          <p:sp>
            <p:nvSpPr>
              <p:cNvPr id="32" name="Freeform 31">
                <a:extLst>
                  <a:ext uri="{FF2B5EF4-FFF2-40B4-BE49-F238E27FC236}">
                    <a16:creationId xmlns:a16="http://schemas.microsoft.com/office/drawing/2014/main" id="{81323190-C290-FA6A-4A06-E259074D7957}"/>
                  </a:ext>
                </a:extLst>
              </p:cNvPr>
              <p:cNvSpPr/>
              <p:nvPr/>
            </p:nvSpPr>
            <p:spPr>
              <a:xfrm>
                <a:off x="3480433" y="625578"/>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33" name="Freeform 32">
                <a:extLst>
                  <a:ext uri="{FF2B5EF4-FFF2-40B4-BE49-F238E27FC236}">
                    <a16:creationId xmlns:a16="http://schemas.microsoft.com/office/drawing/2014/main" id="{2297CC87-06B3-E773-30B2-FCE310256144}"/>
                  </a:ext>
                </a:extLst>
              </p:cNvPr>
              <p:cNvSpPr/>
              <p:nvPr/>
            </p:nvSpPr>
            <p:spPr>
              <a:xfrm>
                <a:off x="3536821" y="625578"/>
                <a:ext cx="12699" cy="128396"/>
              </a:xfrm>
              <a:custGeom>
                <a:avLst/>
                <a:gdLst>
                  <a:gd name="csX0" fmla="*/ 0 w 12699"/>
                  <a:gd name="csY0" fmla="*/ 0 h 128396"/>
                  <a:gd name="csX1" fmla="*/ 0 w 12699"/>
                  <a:gd name="csY1" fmla="*/ 128397 h 128396"/>
                </a:gdLst>
                <a:ahLst/>
                <a:cxnLst>
                  <a:cxn ang="0">
                    <a:pos x="csX0" y="csY0"/>
                  </a:cxn>
                  <a:cxn ang="0">
                    <a:pos x="csX1" y="csY1"/>
                  </a:cxn>
                </a:cxnLst>
                <a:rect l="l" t="t" r="r" b="b"/>
                <a:pathLst>
                  <a:path w="12699" h="128396">
                    <a:moveTo>
                      <a:pt x="0" y="0"/>
                    </a:moveTo>
                    <a:lnTo>
                      <a:pt x="0" y="128397"/>
                    </a:lnTo>
                  </a:path>
                </a:pathLst>
              </a:custGeom>
              <a:noFill/>
              <a:ln w="13542" cap="flat">
                <a:solidFill>
                  <a:srgbClr val="000000"/>
                </a:solidFill>
                <a:prstDash val="solid"/>
                <a:round/>
              </a:ln>
            </p:spPr>
            <p:txBody>
              <a:bodyPr/>
              <a:lstStyle/>
              <a:p>
                <a:pPr algn="ctr"/>
                <a:endParaRPr lang="en-US" sz="2268"/>
              </a:p>
            </p:txBody>
          </p:sp>
          <p:sp>
            <p:nvSpPr>
              <p:cNvPr id="34" name="Freeform 33">
                <a:extLst>
                  <a:ext uri="{FF2B5EF4-FFF2-40B4-BE49-F238E27FC236}">
                    <a16:creationId xmlns:a16="http://schemas.microsoft.com/office/drawing/2014/main" id="{E9120FA3-CD38-CF62-270D-87DDFB324630}"/>
                  </a:ext>
                </a:extLst>
              </p:cNvPr>
              <p:cNvSpPr/>
              <p:nvPr/>
            </p:nvSpPr>
            <p:spPr>
              <a:xfrm>
                <a:off x="3480433" y="753975"/>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35" name="Freeform 34">
                <a:extLst>
                  <a:ext uri="{FF2B5EF4-FFF2-40B4-BE49-F238E27FC236}">
                    <a16:creationId xmlns:a16="http://schemas.microsoft.com/office/drawing/2014/main" id="{4CB7A3DC-1BBA-236D-8E9E-CD9BF3095E3E}"/>
                  </a:ext>
                </a:extLst>
              </p:cNvPr>
              <p:cNvSpPr/>
              <p:nvPr/>
            </p:nvSpPr>
            <p:spPr>
              <a:xfrm>
                <a:off x="3762754" y="1140182"/>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36" name="Freeform 35">
                <a:extLst>
                  <a:ext uri="{FF2B5EF4-FFF2-40B4-BE49-F238E27FC236}">
                    <a16:creationId xmlns:a16="http://schemas.microsoft.com/office/drawing/2014/main" id="{10E911A6-C2FA-448C-A754-49FC4619032A}"/>
                  </a:ext>
                </a:extLst>
              </p:cNvPr>
              <p:cNvSpPr/>
              <p:nvPr/>
            </p:nvSpPr>
            <p:spPr>
              <a:xfrm>
                <a:off x="3819142" y="1140182"/>
                <a:ext cx="12699" cy="128777"/>
              </a:xfrm>
              <a:custGeom>
                <a:avLst/>
                <a:gdLst>
                  <a:gd name="csX0" fmla="*/ 0 w 12699"/>
                  <a:gd name="csY0" fmla="*/ 0 h 128777"/>
                  <a:gd name="csX1" fmla="*/ 0 w 12699"/>
                  <a:gd name="csY1" fmla="*/ 128778 h 128777"/>
                </a:gdLst>
                <a:ahLst/>
                <a:cxnLst>
                  <a:cxn ang="0">
                    <a:pos x="csX0" y="csY0"/>
                  </a:cxn>
                  <a:cxn ang="0">
                    <a:pos x="csX1" y="csY1"/>
                  </a:cxn>
                </a:cxnLst>
                <a:rect l="l" t="t" r="r" b="b"/>
                <a:pathLst>
                  <a:path w="12699" h="128777">
                    <a:moveTo>
                      <a:pt x="0" y="0"/>
                    </a:moveTo>
                    <a:lnTo>
                      <a:pt x="0" y="128778"/>
                    </a:lnTo>
                  </a:path>
                </a:pathLst>
              </a:custGeom>
              <a:noFill/>
              <a:ln w="13542" cap="flat">
                <a:solidFill>
                  <a:srgbClr val="000000"/>
                </a:solidFill>
                <a:prstDash val="solid"/>
                <a:round/>
              </a:ln>
            </p:spPr>
            <p:txBody>
              <a:bodyPr/>
              <a:lstStyle/>
              <a:p>
                <a:pPr algn="ctr"/>
                <a:endParaRPr lang="en-US" sz="2268"/>
              </a:p>
            </p:txBody>
          </p:sp>
          <p:sp>
            <p:nvSpPr>
              <p:cNvPr id="37" name="Freeform 36">
                <a:extLst>
                  <a:ext uri="{FF2B5EF4-FFF2-40B4-BE49-F238E27FC236}">
                    <a16:creationId xmlns:a16="http://schemas.microsoft.com/office/drawing/2014/main" id="{E0F634F9-6DFD-52DB-F7B1-046265EE1CFC}"/>
                  </a:ext>
                </a:extLst>
              </p:cNvPr>
              <p:cNvSpPr/>
              <p:nvPr/>
            </p:nvSpPr>
            <p:spPr>
              <a:xfrm>
                <a:off x="3762754" y="1268960"/>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38" name="Freeform 37">
                <a:extLst>
                  <a:ext uri="{FF2B5EF4-FFF2-40B4-BE49-F238E27FC236}">
                    <a16:creationId xmlns:a16="http://schemas.microsoft.com/office/drawing/2014/main" id="{73D8F575-C9E7-BC23-943D-A52A8A8DE402}"/>
                  </a:ext>
                </a:extLst>
              </p:cNvPr>
              <p:cNvSpPr/>
              <p:nvPr/>
            </p:nvSpPr>
            <p:spPr>
              <a:xfrm>
                <a:off x="4045075" y="876530"/>
                <a:ext cx="112903" cy="12699"/>
              </a:xfrm>
              <a:custGeom>
                <a:avLst/>
                <a:gdLst>
                  <a:gd name="csX0" fmla="*/ 0 w 112903"/>
                  <a:gd name="csY0" fmla="*/ 0 h 12699"/>
                  <a:gd name="csX1" fmla="*/ 112903 w 112903"/>
                  <a:gd name="csY1" fmla="*/ 0 h 12699"/>
                </a:gdLst>
                <a:ahLst/>
                <a:cxnLst>
                  <a:cxn ang="0">
                    <a:pos x="csX0" y="csY0"/>
                  </a:cxn>
                  <a:cxn ang="0">
                    <a:pos x="csX1" y="csY1"/>
                  </a:cxn>
                </a:cxnLst>
                <a:rect l="l" t="t" r="r" b="b"/>
                <a:pathLst>
                  <a:path w="112903"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39" name="Freeform 38">
                <a:extLst>
                  <a:ext uri="{FF2B5EF4-FFF2-40B4-BE49-F238E27FC236}">
                    <a16:creationId xmlns:a16="http://schemas.microsoft.com/office/drawing/2014/main" id="{4064FD99-F74D-D1B2-83A6-8FE343328FD0}"/>
                  </a:ext>
                </a:extLst>
              </p:cNvPr>
              <p:cNvSpPr/>
              <p:nvPr/>
            </p:nvSpPr>
            <p:spPr>
              <a:xfrm>
                <a:off x="4101463" y="876530"/>
                <a:ext cx="12699" cy="108203"/>
              </a:xfrm>
              <a:custGeom>
                <a:avLst/>
                <a:gdLst>
                  <a:gd name="csX0" fmla="*/ 0 w 12699"/>
                  <a:gd name="csY0" fmla="*/ 0 h 108203"/>
                  <a:gd name="csX1" fmla="*/ 0 w 12699"/>
                  <a:gd name="csY1" fmla="*/ 108204 h 108203"/>
                </a:gdLst>
                <a:ahLst/>
                <a:cxnLst>
                  <a:cxn ang="0">
                    <a:pos x="csX0" y="csY0"/>
                  </a:cxn>
                  <a:cxn ang="0">
                    <a:pos x="csX1" y="csY1"/>
                  </a:cxn>
                </a:cxnLst>
                <a:rect l="l" t="t" r="r" b="b"/>
                <a:pathLst>
                  <a:path w="12699" h="108203">
                    <a:moveTo>
                      <a:pt x="0" y="0"/>
                    </a:moveTo>
                    <a:lnTo>
                      <a:pt x="0" y="108204"/>
                    </a:lnTo>
                  </a:path>
                </a:pathLst>
              </a:custGeom>
              <a:noFill/>
              <a:ln w="13542" cap="flat">
                <a:solidFill>
                  <a:srgbClr val="000000"/>
                </a:solidFill>
                <a:prstDash val="solid"/>
                <a:round/>
              </a:ln>
            </p:spPr>
            <p:txBody>
              <a:bodyPr/>
              <a:lstStyle/>
              <a:p>
                <a:pPr algn="ctr"/>
                <a:endParaRPr lang="en-US" sz="2268"/>
              </a:p>
            </p:txBody>
          </p:sp>
          <p:sp>
            <p:nvSpPr>
              <p:cNvPr id="40" name="Freeform 39">
                <a:extLst>
                  <a:ext uri="{FF2B5EF4-FFF2-40B4-BE49-F238E27FC236}">
                    <a16:creationId xmlns:a16="http://schemas.microsoft.com/office/drawing/2014/main" id="{E873C61A-D143-49D4-5728-CFBDBE53139C}"/>
                  </a:ext>
                </a:extLst>
              </p:cNvPr>
              <p:cNvSpPr/>
              <p:nvPr/>
            </p:nvSpPr>
            <p:spPr>
              <a:xfrm>
                <a:off x="4045075" y="984734"/>
                <a:ext cx="112903" cy="12699"/>
              </a:xfrm>
              <a:custGeom>
                <a:avLst/>
                <a:gdLst>
                  <a:gd name="csX0" fmla="*/ 0 w 112903"/>
                  <a:gd name="csY0" fmla="*/ 0 h 12699"/>
                  <a:gd name="csX1" fmla="*/ 112903 w 112903"/>
                  <a:gd name="csY1" fmla="*/ 0 h 12699"/>
                </a:gdLst>
                <a:ahLst/>
                <a:cxnLst>
                  <a:cxn ang="0">
                    <a:pos x="csX0" y="csY0"/>
                  </a:cxn>
                  <a:cxn ang="0">
                    <a:pos x="csX1" y="csY1"/>
                  </a:cxn>
                </a:cxnLst>
                <a:rect l="l" t="t" r="r" b="b"/>
                <a:pathLst>
                  <a:path w="112903"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41" name="Freeform 40">
                <a:extLst>
                  <a:ext uri="{FF2B5EF4-FFF2-40B4-BE49-F238E27FC236}">
                    <a16:creationId xmlns:a16="http://schemas.microsoft.com/office/drawing/2014/main" id="{FE3A14C5-AB87-B71D-8D33-AB677C32CCD1}"/>
                  </a:ext>
                </a:extLst>
              </p:cNvPr>
              <p:cNvSpPr/>
              <p:nvPr/>
            </p:nvSpPr>
            <p:spPr>
              <a:xfrm>
                <a:off x="4327396" y="1226542"/>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42" name="Freeform 41">
                <a:extLst>
                  <a:ext uri="{FF2B5EF4-FFF2-40B4-BE49-F238E27FC236}">
                    <a16:creationId xmlns:a16="http://schemas.microsoft.com/office/drawing/2014/main" id="{46953779-8F75-1742-DF05-2F0B66E851FC}"/>
                  </a:ext>
                </a:extLst>
              </p:cNvPr>
              <p:cNvSpPr/>
              <p:nvPr/>
            </p:nvSpPr>
            <p:spPr>
              <a:xfrm>
                <a:off x="4383784" y="1226542"/>
                <a:ext cx="12699" cy="91820"/>
              </a:xfrm>
              <a:custGeom>
                <a:avLst/>
                <a:gdLst>
                  <a:gd name="csX0" fmla="*/ 0 w 12699"/>
                  <a:gd name="csY0" fmla="*/ 0 h 91820"/>
                  <a:gd name="csX1" fmla="*/ 0 w 12699"/>
                  <a:gd name="csY1" fmla="*/ 91821 h 91820"/>
                </a:gdLst>
                <a:ahLst/>
                <a:cxnLst>
                  <a:cxn ang="0">
                    <a:pos x="csX0" y="csY0"/>
                  </a:cxn>
                  <a:cxn ang="0">
                    <a:pos x="csX1" y="csY1"/>
                  </a:cxn>
                </a:cxnLst>
                <a:rect l="l" t="t" r="r" b="b"/>
                <a:pathLst>
                  <a:path w="12699" h="91820">
                    <a:moveTo>
                      <a:pt x="0" y="0"/>
                    </a:moveTo>
                    <a:lnTo>
                      <a:pt x="0" y="91821"/>
                    </a:lnTo>
                  </a:path>
                </a:pathLst>
              </a:custGeom>
              <a:noFill/>
              <a:ln w="13542" cap="flat">
                <a:solidFill>
                  <a:srgbClr val="000000"/>
                </a:solidFill>
                <a:prstDash val="solid"/>
                <a:round/>
              </a:ln>
            </p:spPr>
            <p:txBody>
              <a:bodyPr/>
              <a:lstStyle/>
              <a:p>
                <a:pPr algn="ctr"/>
                <a:endParaRPr lang="en-US" sz="2268"/>
              </a:p>
            </p:txBody>
          </p:sp>
          <p:sp>
            <p:nvSpPr>
              <p:cNvPr id="43" name="Freeform 42">
                <a:extLst>
                  <a:ext uri="{FF2B5EF4-FFF2-40B4-BE49-F238E27FC236}">
                    <a16:creationId xmlns:a16="http://schemas.microsoft.com/office/drawing/2014/main" id="{D6956CF2-6586-5053-E239-C3DA72E6F0C2}"/>
                  </a:ext>
                </a:extLst>
              </p:cNvPr>
              <p:cNvSpPr/>
              <p:nvPr/>
            </p:nvSpPr>
            <p:spPr>
              <a:xfrm>
                <a:off x="4327396" y="1318363"/>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44" name="Freeform 43">
                <a:extLst>
                  <a:ext uri="{FF2B5EF4-FFF2-40B4-BE49-F238E27FC236}">
                    <a16:creationId xmlns:a16="http://schemas.microsoft.com/office/drawing/2014/main" id="{8CB24A1B-82B4-BEE6-3CE8-9618DEFFB592}"/>
                  </a:ext>
                </a:extLst>
              </p:cNvPr>
              <p:cNvSpPr/>
              <p:nvPr/>
            </p:nvSpPr>
            <p:spPr>
              <a:xfrm>
                <a:off x="4609717" y="744196"/>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45" name="Freeform 44">
                <a:extLst>
                  <a:ext uri="{FF2B5EF4-FFF2-40B4-BE49-F238E27FC236}">
                    <a16:creationId xmlns:a16="http://schemas.microsoft.com/office/drawing/2014/main" id="{A5BD5341-D36C-E63E-7F46-C59624944A86}"/>
                  </a:ext>
                </a:extLst>
              </p:cNvPr>
              <p:cNvSpPr/>
              <p:nvPr/>
            </p:nvSpPr>
            <p:spPr>
              <a:xfrm>
                <a:off x="4666105" y="744196"/>
                <a:ext cx="12699" cy="282701"/>
              </a:xfrm>
              <a:custGeom>
                <a:avLst/>
                <a:gdLst>
                  <a:gd name="csX0" fmla="*/ 0 w 12699"/>
                  <a:gd name="csY0" fmla="*/ 0 h 282701"/>
                  <a:gd name="csX1" fmla="*/ 0 w 12699"/>
                  <a:gd name="csY1" fmla="*/ 282702 h 282701"/>
                </a:gdLst>
                <a:ahLst/>
                <a:cxnLst>
                  <a:cxn ang="0">
                    <a:pos x="csX0" y="csY0"/>
                  </a:cxn>
                  <a:cxn ang="0">
                    <a:pos x="csX1" y="csY1"/>
                  </a:cxn>
                </a:cxnLst>
                <a:rect l="l" t="t" r="r" b="b"/>
                <a:pathLst>
                  <a:path w="12699" h="282701">
                    <a:moveTo>
                      <a:pt x="0" y="0"/>
                    </a:moveTo>
                    <a:lnTo>
                      <a:pt x="0" y="282702"/>
                    </a:lnTo>
                  </a:path>
                </a:pathLst>
              </a:custGeom>
              <a:noFill/>
              <a:ln w="13542" cap="flat">
                <a:solidFill>
                  <a:srgbClr val="000000"/>
                </a:solidFill>
                <a:prstDash val="solid"/>
                <a:round/>
              </a:ln>
            </p:spPr>
            <p:txBody>
              <a:bodyPr/>
              <a:lstStyle/>
              <a:p>
                <a:pPr algn="ctr"/>
                <a:endParaRPr lang="en-US" sz="2268"/>
              </a:p>
            </p:txBody>
          </p:sp>
          <p:sp>
            <p:nvSpPr>
              <p:cNvPr id="46" name="Freeform 45">
                <a:extLst>
                  <a:ext uri="{FF2B5EF4-FFF2-40B4-BE49-F238E27FC236}">
                    <a16:creationId xmlns:a16="http://schemas.microsoft.com/office/drawing/2014/main" id="{78147DA9-0608-DFE2-4B96-2367440EBA91}"/>
                  </a:ext>
                </a:extLst>
              </p:cNvPr>
              <p:cNvSpPr/>
              <p:nvPr/>
            </p:nvSpPr>
            <p:spPr>
              <a:xfrm>
                <a:off x="4609717" y="1026898"/>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47" name="Freeform 46">
                <a:extLst>
                  <a:ext uri="{FF2B5EF4-FFF2-40B4-BE49-F238E27FC236}">
                    <a16:creationId xmlns:a16="http://schemas.microsoft.com/office/drawing/2014/main" id="{C4B78DA0-4A9A-620F-BC15-74AA2942B3E0}"/>
                  </a:ext>
                </a:extLst>
              </p:cNvPr>
              <p:cNvSpPr/>
              <p:nvPr/>
            </p:nvSpPr>
            <p:spPr>
              <a:xfrm>
                <a:off x="4892038" y="1114020"/>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48" name="Freeform 47">
                <a:extLst>
                  <a:ext uri="{FF2B5EF4-FFF2-40B4-BE49-F238E27FC236}">
                    <a16:creationId xmlns:a16="http://schemas.microsoft.com/office/drawing/2014/main" id="{D2B5CEA0-AECC-AC35-BA51-32B051E199D3}"/>
                  </a:ext>
                </a:extLst>
              </p:cNvPr>
              <p:cNvSpPr/>
              <p:nvPr/>
            </p:nvSpPr>
            <p:spPr>
              <a:xfrm>
                <a:off x="4948426" y="1114020"/>
                <a:ext cx="12699" cy="195706"/>
              </a:xfrm>
              <a:custGeom>
                <a:avLst/>
                <a:gdLst>
                  <a:gd name="csX0" fmla="*/ 0 w 12699"/>
                  <a:gd name="csY0" fmla="*/ 0 h 195706"/>
                  <a:gd name="csX1" fmla="*/ 0 w 12699"/>
                  <a:gd name="csY1" fmla="*/ 195707 h 195706"/>
                </a:gdLst>
                <a:ahLst/>
                <a:cxnLst>
                  <a:cxn ang="0">
                    <a:pos x="csX0" y="csY0"/>
                  </a:cxn>
                  <a:cxn ang="0">
                    <a:pos x="csX1" y="csY1"/>
                  </a:cxn>
                </a:cxnLst>
                <a:rect l="l" t="t" r="r" b="b"/>
                <a:pathLst>
                  <a:path w="12699" h="195706">
                    <a:moveTo>
                      <a:pt x="0" y="0"/>
                    </a:moveTo>
                    <a:lnTo>
                      <a:pt x="0" y="195707"/>
                    </a:lnTo>
                  </a:path>
                </a:pathLst>
              </a:custGeom>
              <a:noFill/>
              <a:ln w="13542" cap="flat">
                <a:solidFill>
                  <a:srgbClr val="000000"/>
                </a:solidFill>
                <a:prstDash val="solid"/>
                <a:round/>
              </a:ln>
            </p:spPr>
            <p:txBody>
              <a:bodyPr/>
              <a:lstStyle/>
              <a:p>
                <a:pPr algn="ctr"/>
                <a:endParaRPr lang="en-US" sz="2268"/>
              </a:p>
            </p:txBody>
          </p:sp>
          <p:sp>
            <p:nvSpPr>
              <p:cNvPr id="49" name="Freeform 48">
                <a:extLst>
                  <a:ext uri="{FF2B5EF4-FFF2-40B4-BE49-F238E27FC236}">
                    <a16:creationId xmlns:a16="http://schemas.microsoft.com/office/drawing/2014/main" id="{1BC098D4-D99D-D24B-D0CC-E4DD3EFDEC52}"/>
                  </a:ext>
                </a:extLst>
              </p:cNvPr>
              <p:cNvSpPr/>
              <p:nvPr/>
            </p:nvSpPr>
            <p:spPr>
              <a:xfrm>
                <a:off x="4892038" y="1309727"/>
                <a:ext cx="112902" cy="12699"/>
              </a:xfrm>
              <a:custGeom>
                <a:avLst/>
                <a:gdLst>
                  <a:gd name="csX0" fmla="*/ 0 w 112902"/>
                  <a:gd name="csY0" fmla="*/ 0 h 12699"/>
                  <a:gd name="csX1" fmla="*/ 112903 w 112902"/>
                  <a:gd name="csY1" fmla="*/ 0 h 12699"/>
                </a:gdLst>
                <a:ahLst/>
                <a:cxnLst>
                  <a:cxn ang="0">
                    <a:pos x="csX0" y="csY0"/>
                  </a:cxn>
                  <a:cxn ang="0">
                    <a:pos x="csX1" y="csY1"/>
                  </a:cxn>
                </a:cxnLst>
                <a:rect l="l" t="t" r="r" b="b"/>
                <a:pathLst>
                  <a:path w="112902" h="12699">
                    <a:moveTo>
                      <a:pt x="0" y="0"/>
                    </a:moveTo>
                    <a:lnTo>
                      <a:pt x="112903" y="0"/>
                    </a:lnTo>
                  </a:path>
                </a:pathLst>
              </a:custGeom>
              <a:noFill/>
              <a:ln w="13542" cap="flat">
                <a:solidFill>
                  <a:srgbClr val="000000"/>
                </a:solidFill>
                <a:prstDash val="solid"/>
                <a:round/>
              </a:ln>
            </p:spPr>
            <p:txBody>
              <a:bodyPr/>
              <a:lstStyle/>
              <a:p>
                <a:pPr algn="ctr"/>
                <a:endParaRPr lang="en-US" sz="2268"/>
              </a:p>
            </p:txBody>
          </p:sp>
          <p:sp>
            <p:nvSpPr>
              <p:cNvPr id="50" name="Freeform 49">
                <a:extLst>
                  <a:ext uri="{FF2B5EF4-FFF2-40B4-BE49-F238E27FC236}">
                    <a16:creationId xmlns:a16="http://schemas.microsoft.com/office/drawing/2014/main" id="{13EFADA7-FF52-C85F-7E45-008ACD01F517}"/>
                  </a:ext>
                </a:extLst>
              </p:cNvPr>
              <p:cNvSpPr/>
              <p:nvPr/>
            </p:nvSpPr>
            <p:spPr>
              <a:xfrm>
                <a:off x="3960366" y="208129"/>
                <a:ext cx="12699" cy="1359153"/>
              </a:xfrm>
              <a:custGeom>
                <a:avLst/>
                <a:gdLst>
                  <a:gd name="csX0" fmla="*/ 0 w 12699"/>
                  <a:gd name="csY0" fmla="*/ 1359153 h 1359153"/>
                  <a:gd name="csX1" fmla="*/ 0 w 12699"/>
                  <a:gd name="csY1" fmla="*/ 0 h 1359153"/>
                </a:gdLst>
                <a:ahLst/>
                <a:cxnLst>
                  <a:cxn ang="0">
                    <a:pos x="csX0" y="csY0"/>
                  </a:cxn>
                  <a:cxn ang="0">
                    <a:pos x="csX1" y="csY1"/>
                  </a:cxn>
                </a:cxnLst>
                <a:rect l="l" t="t" r="r" b="b"/>
                <a:pathLst>
                  <a:path w="12699" h="1359153">
                    <a:moveTo>
                      <a:pt x="0" y="1359153"/>
                    </a:moveTo>
                    <a:lnTo>
                      <a:pt x="0" y="0"/>
                    </a:lnTo>
                  </a:path>
                </a:pathLst>
              </a:custGeom>
              <a:ln w="13542" cap="flat">
                <a:solidFill>
                  <a:srgbClr val="000000"/>
                </a:solidFill>
                <a:prstDash val="solid"/>
                <a:round/>
              </a:ln>
            </p:spPr>
            <p:txBody>
              <a:bodyPr/>
              <a:lstStyle/>
              <a:p>
                <a:pPr algn="ctr"/>
                <a:endParaRPr lang="en-US" sz="2268"/>
              </a:p>
            </p:txBody>
          </p:sp>
          <p:sp>
            <p:nvSpPr>
              <p:cNvPr id="51" name="Freeform 50">
                <a:extLst>
                  <a:ext uri="{FF2B5EF4-FFF2-40B4-BE49-F238E27FC236}">
                    <a16:creationId xmlns:a16="http://schemas.microsoft.com/office/drawing/2014/main" id="{59E4F0CC-9584-D50B-1035-61F3BA1F3A02}"/>
                  </a:ext>
                </a:extLst>
              </p:cNvPr>
              <p:cNvSpPr/>
              <p:nvPr/>
            </p:nvSpPr>
            <p:spPr>
              <a:xfrm>
                <a:off x="4525008" y="208129"/>
                <a:ext cx="12699" cy="1359153"/>
              </a:xfrm>
              <a:custGeom>
                <a:avLst/>
                <a:gdLst>
                  <a:gd name="csX0" fmla="*/ 0 w 12699"/>
                  <a:gd name="csY0" fmla="*/ 1359153 h 1359153"/>
                  <a:gd name="csX1" fmla="*/ 0 w 12699"/>
                  <a:gd name="csY1" fmla="*/ 0 h 1359153"/>
                </a:gdLst>
                <a:ahLst/>
                <a:cxnLst>
                  <a:cxn ang="0">
                    <a:pos x="csX0" y="csY0"/>
                  </a:cxn>
                  <a:cxn ang="0">
                    <a:pos x="csX1" y="csY1"/>
                  </a:cxn>
                </a:cxnLst>
                <a:rect l="l" t="t" r="r" b="b"/>
                <a:pathLst>
                  <a:path w="12699" h="1359153">
                    <a:moveTo>
                      <a:pt x="0" y="1359153"/>
                    </a:moveTo>
                    <a:lnTo>
                      <a:pt x="0" y="0"/>
                    </a:lnTo>
                  </a:path>
                </a:pathLst>
              </a:custGeom>
              <a:ln w="13542" cap="flat">
                <a:solidFill>
                  <a:srgbClr val="000000"/>
                </a:solidFill>
                <a:prstDash val="solid"/>
                <a:round/>
              </a:ln>
            </p:spPr>
            <p:txBody>
              <a:bodyPr/>
              <a:lstStyle/>
              <a:p>
                <a:pPr algn="ctr"/>
                <a:endParaRPr lang="en-US" sz="2268"/>
              </a:p>
            </p:txBody>
          </p:sp>
          <p:sp>
            <p:nvSpPr>
              <p:cNvPr id="52" name="Freeform 51">
                <a:extLst>
                  <a:ext uri="{FF2B5EF4-FFF2-40B4-BE49-F238E27FC236}">
                    <a16:creationId xmlns:a16="http://schemas.microsoft.com/office/drawing/2014/main" id="{67A814E9-9C20-EACF-D5A3-F742B0CC58AF}"/>
                  </a:ext>
                </a:extLst>
              </p:cNvPr>
              <p:cNvSpPr/>
              <p:nvPr/>
            </p:nvSpPr>
            <p:spPr>
              <a:xfrm>
                <a:off x="5089650" y="208129"/>
                <a:ext cx="12699" cy="1359153"/>
              </a:xfrm>
              <a:custGeom>
                <a:avLst/>
                <a:gdLst>
                  <a:gd name="csX0" fmla="*/ 0 w 12699"/>
                  <a:gd name="csY0" fmla="*/ 1359153 h 1359153"/>
                  <a:gd name="csX1" fmla="*/ 0 w 12699"/>
                  <a:gd name="csY1" fmla="*/ 0 h 1359153"/>
                </a:gdLst>
                <a:ahLst/>
                <a:cxnLst>
                  <a:cxn ang="0">
                    <a:pos x="csX0" y="csY0"/>
                  </a:cxn>
                  <a:cxn ang="0">
                    <a:pos x="csX1" y="csY1"/>
                  </a:cxn>
                </a:cxnLst>
                <a:rect l="l" t="t" r="r" b="b"/>
                <a:pathLst>
                  <a:path w="12699" h="1359153">
                    <a:moveTo>
                      <a:pt x="0" y="1359153"/>
                    </a:moveTo>
                    <a:lnTo>
                      <a:pt x="0" y="0"/>
                    </a:lnTo>
                  </a:path>
                </a:pathLst>
              </a:custGeom>
              <a:ln w="13542" cap="flat">
                <a:solidFill>
                  <a:srgbClr val="000000"/>
                </a:solidFill>
                <a:prstDash val="solid"/>
                <a:round/>
              </a:ln>
            </p:spPr>
            <p:txBody>
              <a:bodyPr/>
              <a:lstStyle/>
              <a:p>
                <a:pPr algn="ctr"/>
                <a:endParaRPr lang="en-US" sz="2268"/>
              </a:p>
            </p:txBody>
          </p:sp>
          <p:sp>
            <p:nvSpPr>
              <p:cNvPr id="53" name="Freeform 52">
                <a:extLst>
                  <a:ext uri="{FF2B5EF4-FFF2-40B4-BE49-F238E27FC236}">
                    <a16:creationId xmlns:a16="http://schemas.microsoft.com/office/drawing/2014/main" id="{02CFB78B-5130-6CE0-0333-2A730D1D6C7B}"/>
                  </a:ext>
                </a:extLst>
              </p:cNvPr>
              <p:cNvSpPr/>
              <p:nvPr/>
            </p:nvSpPr>
            <p:spPr>
              <a:xfrm>
                <a:off x="3678045" y="689713"/>
                <a:ext cx="12699" cy="514857"/>
              </a:xfrm>
              <a:custGeom>
                <a:avLst/>
                <a:gdLst>
                  <a:gd name="csX0" fmla="*/ 0 w 12699"/>
                  <a:gd name="csY0" fmla="*/ 0 h 514857"/>
                  <a:gd name="csX1" fmla="*/ 0 w 12699"/>
                  <a:gd name="csY1" fmla="*/ 514858 h 514857"/>
                </a:gdLst>
                <a:ahLst/>
                <a:cxnLst>
                  <a:cxn ang="0">
                    <a:pos x="csX0" y="csY0"/>
                  </a:cxn>
                  <a:cxn ang="0">
                    <a:pos x="csX1" y="csY1"/>
                  </a:cxn>
                </a:cxnLst>
                <a:rect l="l" t="t" r="r" b="b"/>
                <a:pathLst>
                  <a:path w="12699" h="514857">
                    <a:moveTo>
                      <a:pt x="0" y="0"/>
                    </a:moveTo>
                    <a:lnTo>
                      <a:pt x="0" y="514858"/>
                    </a:lnTo>
                  </a:path>
                </a:pathLst>
              </a:custGeom>
              <a:ln w="13542" cap="flat">
                <a:solidFill>
                  <a:srgbClr val="000000"/>
                </a:solidFill>
                <a:prstDash val="solid"/>
                <a:round/>
              </a:ln>
            </p:spPr>
            <p:txBody>
              <a:bodyPr/>
              <a:lstStyle/>
              <a:p>
                <a:pPr algn="ctr"/>
                <a:endParaRPr lang="en-US" sz="2268"/>
              </a:p>
            </p:txBody>
          </p:sp>
          <p:sp>
            <p:nvSpPr>
              <p:cNvPr id="54" name="Freeform 53">
                <a:extLst>
                  <a:ext uri="{FF2B5EF4-FFF2-40B4-BE49-F238E27FC236}">
                    <a16:creationId xmlns:a16="http://schemas.microsoft.com/office/drawing/2014/main" id="{5A6E3CB4-F2AC-6C7D-ABFC-30B064DB1204}"/>
                  </a:ext>
                </a:extLst>
              </p:cNvPr>
              <p:cNvSpPr/>
              <p:nvPr/>
            </p:nvSpPr>
            <p:spPr>
              <a:xfrm>
                <a:off x="3641977" y="689713"/>
                <a:ext cx="72008" cy="62356"/>
              </a:xfrm>
              <a:custGeom>
                <a:avLst/>
                <a:gdLst>
                  <a:gd name="csX0" fmla="*/ 72009 w 72008"/>
                  <a:gd name="csY0" fmla="*/ 62357 h 62356"/>
                  <a:gd name="csX1" fmla="*/ 36068 w 72008"/>
                  <a:gd name="csY1" fmla="*/ 0 h 62356"/>
                  <a:gd name="csX2" fmla="*/ 0 w 72008"/>
                  <a:gd name="csY2" fmla="*/ 62357 h 62356"/>
                </a:gdLst>
                <a:ahLst/>
                <a:cxnLst>
                  <a:cxn ang="0">
                    <a:pos x="csX0" y="csY0"/>
                  </a:cxn>
                  <a:cxn ang="0">
                    <a:pos x="csX1" y="csY1"/>
                  </a:cxn>
                  <a:cxn ang="0">
                    <a:pos x="csX2" y="csY2"/>
                  </a:cxn>
                </a:cxnLst>
                <a:rect l="l" t="t" r="r" b="b"/>
                <a:pathLst>
                  <a:path w="72008" h="62356">
                    <a:moveTo>
                      <a:pt x="72009" y="62357"/>
                    </a:moveTo>
                    <a:lnTo>
                      <a:pt x="36068" y="0"/>
                    </a:lnTo>
                    <a:lnTo>
                      <a:pt x="0" y="62357"/>
                    </a:lnTo>
                  </a:path>
                </a:pathLst>
              </a:custGeom>
              <a:noFill/>
              <a:ln w="13542" cap="flat">
                <a:solidFill>
                  <a:srgbClr val="000000"/>
                </a:solidFill>
                <a:prstDash val="solid"/>
                <a:round/>
              </a:ln>
            </p:spPr>
            <p:txBody>
              <a:bodyPr/>
              <a:lstStyle/>
              <a:p>
                <a:pPr algn="ctr"/>
                <a:endParaRPr lang="en-US" sz="2268"/>
              </a:p>
            </p:txBody>
          </p:sp>
          <p:sp>
            <p:nvSpPr>
              <p:cNvPr id="55" name="Freeform 54">
                <a:extLst>
                  <a:ext uri="{FF2B5EF4-FFF2-40B4-BE49-F238E27FC236}">
                    <a16:creationId xmlns:a16="http://schemas.microsoft.com/office/drawing/2014/main" id="{96C0F775-75E7-67E5-949D-A2C14036D3A2}"/>
                  </a:ext>
                </a:extLst>
              </p:cNvPr>
              <p:cNvSpPr/>
              <p:nvPr/>
            </p:nvSpPr>
            <p:spPr>
              <a:xfrm>
                <a:off x="3641977" y="1142214"/>
                <a:ext cx="72008" cy="62357"/>
              </a:xfrm>
              <a:custGeom>
                <a:avLst/>
                <a:gdLst>
                  <a:gd name="csX0" fmla="*/ 0 w 72008"/>
                  <a:gd name="csY0" fmla="*/ 0 h 62357"/>
                  <a:gd name="csX1" fmla="*/ 36068 w 72008"/>
                  <a:gd name="csY1" fmla="*/ 62357 h 62357"/>
                  <a:gd name="csX2" fmla="*/ 72009 w 72008"/>
                  <a:gd name="csY2" fmla="*/ 0 h 62357"/>
                </a:gdLst>
                <a:ahLst/>
                <a:cxnLst>
                  <a:cxn ang="0">
                    <a:pos x="csX0" y="csY0"/>
                  </a:cxn>
                  <a:cxn ang="0">
                    <a:pos x="csX1" y="csY1"/>
                  </a:cxn>
                  <a:cxn ang="0">
                    <a:pos x="csX2" y="csY2"/>
                  </a:cxn>
                </a:cxnLst>
                <a:rect l="l" t="t" r="r" b="b"/>
                <a:pathLst>
                  <a:path w="72008" h="62357">
                    <a:moveTo>
                      <a:pt x="0" y="0"/>
                    </a:moveTo>
                    <a:lnTo>
                      <a:pt x="36068" y="62357"/>
                    </a:lnTo>
                    <a:lnTo>
                      <a:pt x="72009" y="0"/>
                    </a:lnTo>
                  </a:path>
                </a:pathLst>
              </a:custGeom>
              <a:noFill/>
              <a:ln w="13542" cap="flat">
                <a:solidFill>
                  <a:srgbClr val="000000"/>
                </a:solidFill>
                <a:prstDash val="solid"/>
                <a:round/>
              </a:ln>
            </p:spPr>
            <p:txBody>
              <a:bodyPr/>
              <a:lstStyle/>
              <a:p>
                <a:pPr algn="ctr"/>
                <a:endParaRPr lang="en-US" sz="2268"/>
              </a:p>
            </p:txBody>
          </p:sp>
          <p:sp>
            <p:nvSpPr>
              <p:cNvPr id="56" name="TextBox 55">
                <a:extLst>
                  <a:ext uri="{FF2B5EF4-FFF2-40B4-BE49-F238E27FC236}">
                    <a16:creationId xmlns:a16="http://schemas.microsoft.com/office/drawing/2014/main" id="{DB349E24-A024-BB3F-B7C8-FFB7B0330DAB}"/>
                  </a:ext>
                </a:extLst>
              </p:cNvPr>
              <p:cNvSpPr txBox="1"/>
              <p:nvPr/>
            </p:nvSpPr>
            <p:spPr>
              <a:xfrm>
                <a:off x="3612851" y="771421"/>
                <a:ext cx="412581"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1.44x</a:t>
                </a:r>
              </a:p>
            </p:txBody>
          </p:sp>
          <p:sp>
            <p:nvSpPr>
              <p:cNvPr id="88" name="Freeform 87">
                <a:extLst>
                  <a:ext uri="{FF2B5EF4-FFF2-40B4-BE49-F238E27FC236}">
                    <a16:creationId xmlns:a16="http://schemas.microsoft.com/office/drawing/2014/main" id="{41587D8E-0A2D-D047-4F47-2AA5CFD9BF58}"/>
                  </a:ext>
                </a:extLst>
              </p:cNvPr>
              <p:cNvSpPr/>
              <p:nvPr/>
            </p:nvSpPr>
            <p:spPr>
              <a:xfrm>
                <a:off x="4242687" y="930632"/>
                <a:ext cx="12699" cy="341883"/>
              </a:xfrm>
              <a:custGeom>
                <a:avLst/>
                <a:gdLst>
                  <a:gd name="csX0" fmla="*/ 0 w 12699"/>
                  <a:gd name="csY0" fmla="*/ 0 h 341883"/>
                  <a:gd name="csX1" fmla="*/ 0 w 12699"/>
                  <a:gd name="csY1" fmla="*/ 341884 h 341883"/>
                </a:gdLst>
                <a:ahLst/>
                <a:cxnLst>
                  <a:cxn ang="0">
                    <a:pos x="csX0" y="csY0"/>
                  </a:cxn>
                  <a:cxn ang="0">
                    <a:pos x="csX1" y="csY1"/>
                  </a:cxn>
                </a:cxnLst>
                <a:rect l="l" t="t" r="r" b="b"/>
                <a:pathLst>
                  <a:path w="12699" h="341883">
                    <a:moveTo>
                      <a:pt x="0" y="0"/>
                    </a:moveTo>
                    <a:lnTo>
                      <a:pt x="0" y="341884"/>
                    </a:lnTo>
                  </a:path>
                </a:pathLst>
              </a:custGeom>
              <a:ln w="13542" cap="flat">
                <a:solidFill>
                  <a:srgbClr val="000000"/>
                </a:solidFill>
                <a:prstDash val="solid"/>
                <a:round/>
              </a:ln>
            </p:spPr>
            <p:txBody>
              <a:bodyPr/>
              <a:lstStyle/>
              <a:p>
                <a:pPr algn="ctr"/>
                <a:endParaRPr lang="en-US" sz="2268"/>
              </a:p>
            </p:txBody>
          </p:sp>
          <p:sp>
            <p:nvSpPr>
              <p:cNvPr id="89" name="Freeform 88">
                <a:extLst>
                  <a:ext uri="{FF2B5EF4-FFF2-40B4-BE49-F238E27FC236}">
                    <a16:creationId xmlns:a16="http://schemas.microsoft.com/office/drawing/2014/main" id="{092D1237-817C-5533-A4A1-07A41C498DA9}"/>
                  </a:ext>
                </a:extLst>
              </p:cNvPr>
              <p:cNvSpPr/>
              <p:nvPr/>
            </p:nvSpPr>
            <p:spPr>
              <a:xfrm>
                <a:off x="4206619" y="930632"/>
                <a:ext cx="72009" cy="62356"/>
              </a:xfrm>
              <a:custGeom>
                <a:avLst/>
                <a:gdLst>
                  <a:gd name="csX0" fmla="*/ 72009 w 72009"/>
                  <a:gd name="csY0" fmla="*/ 62357 h 62356"/>
                  <a:gd name="csX1" fmla="*/ 36068 w 72009"/>
                  <a:gd name="csY1" fmla="*/ 0 h 62356"/>
                  <a:gd name="csX2" fmla="*/ 0 w 72009"/>
                  <a:gd name="csY2" fmla="*/ 62357 h 62356"/>
                </a:gdLst>
                <a:ahLst/>
                <a:cxnLst>
                  <a:cxn ang="0">
                    <a:pos x="csX0" y="csY0"/>
                  </a:cxn>
                  <a:cxn ang="0">
                    <a:pos x="csX1" y="csY1"/>
                  </a:cxn>
                  <a:cxn ang="0">
                    <a:pos x="csX2" y="csY2"/>
                  </a:cxn>
                </a:cxnLst>
                <a:rect l="l" t="t" r="r" b="b"/>
                <a:pathLst>
                  <a:path w="72009" h="62356">
                    <a:moveTo>
                      <a:pt x="72009" y="62357"/>
                    </a:moveTo>
                    <a:lnTo>
                      <a:pt x="36068" y="0"/>
                    </a:lnTo>
                    <a:lnTo>
                      <a:pt x="0" y="62357"/>
                    </a:lnTo>
                  </a:path>
                </a:pathLst>
              </a:custGeom>
              <a:noFill/>
              <a:ln w="13542" cap="flat">
                <a:solidFill>
                  <a:srgbClr val="000000"/>
                </a:solidFill>
                <a:prstDash val="solid"/>
                <a:round/>
              </a:ln>
            </p:spPr>
            <p:txBody>
              <a:bodyPr/>
              <a:lstStyle/>
              <a:p>
                <a:pPr algn="ctr"/>
                <a:endParaRPr lang="en-US" sz="2268"/>
              </a:p>
            </p:txBody>
          </p:sp>
          <p:sp>
            <p:nvSpPr>
              <p:cNvPr id="90" name="Freeform 89">
                <a:extLst>
                  <a:ext uri="{FF2B5EF4-FFF2-40B4-BE49-F238E27FC236}">
                    <a16:creationId xmlns:a16="http://schemas.microsoft.com/office/drawing/2014/main" id="{32DFE284-DAEF-515A-B100-750AA35F6C0A}"/>
                  </a:ext>
                </a:extLst>
              </p:cNvPr>
              <p:cNvSpPr/>
              <p:nvPr/>
            </p:nvSpPr>
            <p:spPr>
              <a:xfrm>
                <a:off x="4206619" y="1210159"/>
                <a:ext cx="72009" cy="62357"/>
              </a:xfrm>
              <a:custGeom>
                <a:avLst/>
                <a:gdLst>
                  <a:gd name="csX0" fmla="*/ 0 w 72009"/>
                  <a:gd name="csY0" fmla="*/ 0 h 62357"/>
                  <a:gd name="csX1" fmla="*/ 36068 w 72009"/>
                  <a:gd name="csY1" fmla="*/ 62357 h 62357"/>
                  <a:gd name="csX2" fmla="*/ 72009 w 72009"/>
                  <a:gd name="csY2" fmla="*/ 0 h 62357"/>
                </a:gdLst>
                <a:ahLst/>
                <a:cxnLst>
                  <a:cxn ang="0">
                    <a:pos x="csX0" y="csY0"/>
                  </a:cxn>
                  <a:cxn ang="0">
                    <a:pos x="csX1" y="csY1"/>
                  </a:cxn>
                  <a:cxn ang="0">
                    <a:pos x="csX2" y="csY2"/>
                  </a:cxn>
                </a:cxnLst>
                <a:rect l="l" t="t" r="r" b="b"/>
                <a:pathLst>
                  <a:path w="72009" h="62357">
                    <a:moveTo>
                      <a:pt x="0" y="0"/>
                    </a:moveTo>
                    <a:lnTo>
                      <a:pt x="36068" y="62357"/>
                    </a:lnTo>
                    <a:lnTo>
                      <a:pt x="72009" y="0"/>
                    </a:lnTo>
                  </a:path>
                </a:pathLst>
              </a:custGeom>
              <a:noFill/>
              <a:ln w="13542" cap="flat">
                <a:solidFill>
                  <a:srgbClr val="000000"/>
                </a:solidFill>
                <a:prstDash val="solid"/>
                <a:round/>
              </a:ln>
            </p:spPr>
            <p:txBody>
              <a:bodyPr/>
              <a:lstStyle/>
              <a:p>
                <a:pPr algn="ctr"/>
                <a:endParaRPr lang="en-US" sz="2268"/>
              </a:p>
            </p:txBody>
          </p:sp>
          <p:sp>
            <p:nvSpPr>
              <p:cNvPr id="91" name="TextBox 90">
                <a:extLst>
                  <a:ext uri="{FF2B5EF4-FFF2-40B4-BE49-F238E27FC236}">
                    <a16:creationId xmlns:a16="http://schemas.microsoft.com/office/drawing/2014/main" id="{74AAA51B-70AE-6E4C-9286-F59276369894}"/>
                  </a:ext>
                </a:extLst>
              </p:cNvPr>
              <p:cNvSpPr txBox="1"/>
              <p:nvPr/>
            </p:nvSpPr>
            <p:spPr>
              <a:xfrm>
                <a:off x="4177493" y="945886"/>
                <a:ext cx="412581"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1.31x</a:t>
                </a:r>
              </a:p>
            </p:txBody>
          </p:sp>
          <p:sp>
            <p:nvSpPr>
              <p:cNvPr id="123" name="Freeform 122">
                <a:extLst>
                  <a:ext uri="{FF2B5EF4-FFF2-40B4-BE49-F238E27FC236}">
                    <a16:creationId xmlns:a16="http://schemas.microsoft.com/office/drawing/2014/main" id="{6C249353-36A6-654D-870E-94A1540F6C4A}"/>
                  </a:ext>
                </a:extLst>
              </p:cNvPr>
              <p:cNvSpPr/>
              <p:nvPr/>
            </p:nvSpPr>
            <p:spPr>
              <a:xfrm>
                <a:off x="4807329" y="885547"/>
                <a:ext cx="12699" cy="326262"/>
              </a:xfrm>
              <a:custGeom>
                <a:avLst/>
                <a:gdLst>
                  <a:gd name="csX0" fmla="*/ 0 w 12699"/>
                  <a:gd name="csY0" fmla="*/ 0 h 326262"/>
                  <a:gd name="csX1" fmla="*/ 0 w 12699"/>
                  <a:gd name="csY1" fmla="*/ 326263 h 326262"/>
                </a:gdLst>
                <a:ahLst/>
                <a:cxnLst>
                  <a:cxn ang="0">
                    <a:pos x="csX0" y="csY0"/>
                  </a:cxn>
                  <a:cxn ang="0">
                    <a:pos x="csX1" y="csY1"/>
                  </a:cxn>
                </a:cxnLst>
                <a:rect l="l" t="t" r="r" b="b"/>
                <a:pathLst>
                  <a:path w="12699" h="326262">
                    <a:moveTo>
                      <a:pt x="0" y="0"/>
                    </a:moveTo>
                    <a:lnTo>
                      <a:pt x="0" y="326263"/>
                    </a:lnTo>
                  </a:path>
                </a:pathLst>
              </a:custGeom>
              <a:ln w="13542" cap="flat">
                <a:solidFill>
                  <a:srgbClr val="000000"/>
                </a:solidFill>
                <a:prstDash val="solid"/>
                <a:round/>
              </a:ln>
            </p:spPr>
            <p:txBody>
              <a:bodyPr/>
              <a:lstStyle/>
              <a:p>
                <a:pPr algn="ctr"/>
                <a:endParaRPr lang="en-US" sz="2268"/>
              </a:p>
            </p:txBody>
          </p:sp>
          <p:sp>
            <p:nvSpPr>
              <p:cNvPr id="124" name="Freeform 123">
                <a:extLst>
                  <a:ext uri="{FF2B5EF4-FFF2-40B4-BE49-F238E27FC236}">
                    <a16:creationId xmlns:a16="http://schemas.microsoft.com/office/drawing/2014/main" id="{F588379C-FB7B-7CB9-1621-F08341BCE710}"/>
                  </a:ext>
                </a:extLst>
              </p:cNvPr>
              <p:cNvSpPr/>
              <p:nvPr/>
            </p:nvSpPr>
            <p:spPr>
              <a:xfrm>
                <a:off x="4771261" y="885547"/>
                <a:ext cx="72008" cy="62356"/>
              </a:xfrm>
              <a:custGeom>
                <a:avLst/>
                <a:gdLst>
                  <a:gd name="csX0" fmla="*/ 72009 w 72008"/>
                  <a:gd name="csY0" fmla="*/ 62357 h 62356"/>
                  <a:gd name="csX1" fmla="*/ 36068 w 72008"/>
                  <a:gd name="csY1" fmla="*/ 0 h 62356"/>
                  <a:gd name="csX2" fmla="*/ 0 w 72008"/>
                  <a:gd name="csY2" fmla="*/ 62357 h 62356"/>
                </a:gdLst>
                <a:ahLst/>
                <a:cxnLst>
                  <a:cxn ang="0">
                    <a:pos x="csX0" y="csY0"/>
                  </a:cxn>
                  <a:cxn ang="0">
                    <a:pos x="csX1" y="csY1"/>
                  </a:cxn>
                  <a:cxn ang="0">
                    <a:pos x="csX2" y="csY2"/>
                  </a:cxn>
                </a:cxnLst>
                <a:rect l="l" t="t" r="r" b="b"/>
                <a:pathLst>
                  <a:path w="72008" h="62356">
                    <a:moveTo>
                      <a:pt x="72009" y="62357"/>
                    </a:moveTo>
                    <a:lnTo>
                      <a:pt x="36068" y="0"/>
                    </a:lnTo>
                    <a:lnTo>
                      <a:pt x="0" y="62357"/>
                    </a:lnTo>
                  </a:path>
                </a:pathLst>
              </a:custGeom>
              <a:noFill/>
              <a:ln w="13542" cap="flat">
                <a:solidFill>
                  <a:srgbClr val="000000"/>
                </a:solidFill>
                <a:prstDash val="solid"/>
                <a:round/>
              </a:ln>
            </p:spPr>
            <p:txBody>
              <a:bodyPr/>
              <a:lstStyle/>
              <a:p>
                <a:pPr algn="ctr"/>
                <a:endParaRPr lang="en-US" sz="2268"/>
              </a:p>
            </p:txBody>
          </p:sp>
          <p:sp>
            <p:nvSpPr>
              <p:cNvPr id="125" name="Freeform 124">
                <a:extLst>
                  <a:ext uri="{FF2B5EF4-FFF2-40B4-BE49-F238E27FC236}">
                    <a16:creationId xmlns:a16="http://schemas.microsoft.com/office/drawing/2014/main" id="{62C0E687-D3BB-3AEB-4B64-06851287768B}"/>
                  </a:ext>
                </a:extLst>
              </p:cNvPr>
              <p:cNvSpPr/>
              <p:nvPr/>
            </p:nvSpPr>
            <p:spPr>
              <a:xfrm>
                <a:off x="4771261" y="1149453"/>
                <a:ext cx="72008" cy="62357"/>
              </a:xfrm>
              <a:custGeom>
                <a:avLst/>
                <a:gdLst>
                  <a:gd name="csX0" fmla="*/ 0 w 72008"/>
                  <a:gd name="csY0" fmla="*/ 0 h 62357"/>
                  <a:gd name="csX1" fmla="*/ 36068 w 72008"/>
                  <a:gd name="csY1" fmla="*/ 62357 h 62357"/>
                  <a:gd name="csX2" fmla="*/ 72009 w 72008"/>
                  <a:gd name="csY2" fmla="*/ 0 h 62357"/>
                </a:gdLst>
                <a:ahLst/>
                <a:cxnLst>
                  <a:cxn ang="0">
                    <a:pos x="csX0" y="csY0"/>
                  </a:cxn>
                  <a:cxn ang="0">
                    <a:pos x="csX1" y="csY1"/>
                  </a:cxn>
                  <a:cxn ang="0">
                    <a:pos x="csX2" y="csY2"/>
                  </a:cxn>
                </a:cxnLst>
                <a:rect l="l" t="t" r="r" b="b"/>
                <a:pathLst>
                  <a:path w="72008" h="62357">
                    <a:moveTo>
                      <a:pt x="0" y="0"/>
                    </a:moveTo>
                    <a:lnTo>
                      <a:pt x="36068" y="62357"/>
                    </a:lnTo>
                    <a:lnTo>
                      <a:pt x="72009" y="0"/>
                    </a:lnTo>
                  </a:path>
                </a:pathLst>
              </a:custGeom>
              <a:noFill/>
              <a:ln w="13542" cap="flat">
                <a:solidFill>
                  <a:srgbClr val="000000"/>
                </a:solidFill>
                <a:prstDash val="solid"/>
                <a:round/>
              </a:ln>
            </p:spPr>
            <p:txBody>
              <a:bodyPr/>
              <a:lstStyle/>
              <a:p>
                <a:pPr algn="ctr"/>
                <a:endParaRPr lang="en-US" sz="2268"/>
              </a:p>
            </p:txBody>
          </p:sp>
          <p:sp>
            <p:nvSpPr>
              <p:cNvPr id="126" name="TextBox 125">
                <a:extLst>
                  <a:ext uri="{FF2B5EF4-FFF2-40B4-BE49-F238E27FC236}">
                    <a16:creationId xmlns:a16="http://schemas.microsoft.com/office/drawing/2014/main" id="{F6704BF2-A836-F003-B3DE-544460622217}"/>
                  </a:ext>
                </a:extLst>
              </p:cNvPr>
              <p:cNvSpPr txBox="1"/>
              <p:nvPr/>
            </p:nvSpPr>
            <p:spPr>
              <a:xfrm>
                <a:off x="4742135" y="913216"/>
                <a:ext cx="412581"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1.28x</a:t>
                </a:r>
              </a:p>
            </p:txBody>
          </p:sp>
          <p:sp>
            <p:nvSpPr>
              <p:cNvPr id="158" name="Freeform 157">
                <a:extLst>
                  <a:ext uri="{FF2B5EF4-FFF2-40B4-BE49-F238E27FC236}">
                    <a16:creationId xmlns:a16="http://schemas.microsoft.com/office/drawing/2014/main" id="{9AFF0334-CE46-847A-0FAB-058B38B1D6F1}"/>
                  </a:ext>
                </a:extLst>
              </p:cNvPr>
              <p:cNvSpPr/>
              <p:nvPr/>
            </p:nvSpPr>
            <p:spPr>
              <a:xfrm>
                <a:off x="5371971" y="896469"/>
                <a:ext cx="12699" cy="326262"/>
              </a:xfrm>
              <a:custGeom>
                <a:avLst/>
                <a:gdLst>
                  <a:gd name="csX0" fmla="*/ 0 w 12699"/>
                  <a:gd name="csY0" fmla="*/ 0 h 326262"/>
                  <a:gd name="csX1" fmla="*/ 0 w 12699"/>
                  <a:gd name="csY1" fmla="*/ 326263 h 326262"/>
                </a:gdLst>
                <a:ahLst/>
                <a:cxnLst>
                  <a:cxn ang="0">
                    <a:pos x="csX0" y="csY0"/>
                  </a:cxn>
                  <a:cxn ang="0">
                    <a:pos x="csX1" y="csY1"/>
                  </a:cxn>
                </a:cxnLst>
                <a:rect l="l" t="t" r="r" b="b"/>
                <a:pathLst>
                  <a:path w="12699" h="326262">
                    <a:moveTo>
                      <a:pt x="0" y="0"/>
                    </a:moveTo>
                    <a:lnTo>
                      <a:pt x="0" y="326263"/>
                    </a:lnTo>
                  </a:path>
                </a:pathLst>
              </a:custGeom>
              <a:ln w="13542" cap="flat">
                <a:solidFill>
                  <a:srgbClr val="000000"/>
                </a:solidFill>
                <a:prstDash val="solid"/>
                <a:round/>
              </a:ln>
            </p:spPr>
            <p:txBody>
              <a:bodyPr/>
              <a:lstStyle/>
              <a:p>
                <a:pPr algn="ctr"/>
                <a:endParaRPr lang="en-US" sz="2268"/>
              </a:p>
            </p:txBody>
          </p:sp>
          <p:sp>
            <p:nvSpPr>
              <p:cNvPr id="159" name="Freeform 158">
                <a:extLst>
                  <a:ext uri="{FF2B5EF4-FFF2-40B4-BE49-F238E27FC236}">
                    <a16:creationId xmlns:a16="http://schemas.microsoft.com/office/drawing/2014/main" id="{9E83F5F9-82FD-97BB-08BD-11073FFE2A06}"/>
                  </a:ext>
                </a:extLst>
              </p:cNvPr>
              <p:cNvSpPr/>
              <p:nvPr/>
            </p:nvSpPr>
            <p:spPr>
              <a:xfrm>
                <a:off x="5335903" y="896469"/>
                <a:ext cx="72008" cy="62356"/>
              </a:xfrm>
              <a:custGeom>
                <a:avLst/>
                <a:gdLst>
                  <a:gd name="csX0" fmla="*/ 72009 w 72008"/>
                  <a:gd name="csY0" fmla="*/ 62357 h 62356"/>
                  <a:gd name="csX1" fmla="*/ 36068 w 72008"/>
                  <a:gd name="csY1" fmla="*/ 0 h 62356"/>
                  <a:gd name="csX2" fmla="*/ 0 w 72008"/>
                  <a:gd name="csY2" fmla="*/ 62357 h 62356"/>
                </a:gdLst>
                <a:ahLst/>
                <a:cxnLst>
                  <a:cxn ang="0">
                    <a:pos x="csX0" y="csY0"/>
                  </a:cxn>
                  <a:cxn ang="0">
                    <a:pos x="csX1" y="csY1"/>
                  </a:cxn>
                  <a:cxn ang="0">
                    <a:pos x="csX2" y="csY2"/>
                  </a:cxn>
                </a:cxnLst>
                <a:rect l="l" t="t" r="r" b="b"/>
                <a:pathLst>
                  <a:path w="72008" h="62356">
                    <a:moveTo>
                      <a:pt x="72009" y="62357"/>
                    </a:moveTo>
                    <a:lnTo>
                      <a:pt x="36068" y="0"/>
                    </a:lnTo>
                    <a:lnTo>
                      <a:pt x="0" y="62357"/>
                    </a:lnTo>
                  </a:path>
                </a:pathLst>
              </a:custGeom>
              <a:noFill/>
              <a:ln w="13542" cap="flat">
                <a:solidFill>
                  <a:srgbClr val="000000"/>
                </a:solidFill>
                <a:prstDash val="solid"/>
                <a:round/>
              </a:ln>
            </p:spPr>
            <p:txBody>
              <a:bodyPr/>
              <a:lstStyle/>
              <a:p>
                <a:pPr algn="ctr"/>
                <a:endParaRPr lang="en-US" sz="2268"/>
              </a:p>
            </p:txBody>
          </p:sp>
          <p:sp>
            <p:nvSpPr>
              <p:cNvPr id="160" name="Freeform 159">
                <a:extLst>
                  <a:ext uri="{FF2B5EF4-FFF2-40B4-BE49-F238E27FC236}">
                    <a16:creationId xmlns:a16="http://schemas.microsoft.com/office/drawing/2014/main" id="{8FE08A3C-2E6B-5CF7-CEB5-6E89A0A3F074}"/>
                  </a:ext>
                </a:extLst>
              </p:cNvPr>
              <p:cNvSpPr/>
              <p:nvPr/>
            </p:nvSpPr>
            <p:spPr>
              <a:xfrm>
                <a:off x="5335903" y="1160375"/>
                <a:ext cx="72008" cy="62357"/>
              </a:xfrm>
              <a:custGeom>
                <a:avLst/>
                <a:gdLst>
                  <a:gd name="csX0" fmla="*/ 0 w 72008"/>
                  <a:gd name="csY0" fmla="*/ 0 h 62357"/>
                  <a:gd name="csX1" fmla="*/ 36068 w 72008"/>
                  <a:gd name="csY1" fmla="*/ 62357 h 62357"/>
                  <a:gd name="csX2" fmla="*/ 72009 w 72008"/>
                  <a:gd name="csY2" fmla="*/ 0 h 62357"/>
                </a:gdLst>
                <a:ahLst/>
                <a:cxnLst>
                  <a:cxn ang="0">
                    <a:pos x="csX0" y="csY0"/>
                  </a:cxn>
                  <a:cxn ang="0">
                    <a:pos x="csX1" y="csY1"/>
                  </a:cxn>
                  <a:cxn ang="0">
                    <a:pos x="csX2" y="csY2"/>
                  </a:cxn>
                </a:cxnLst>
                <a:rect l="l" t="t" r="r" b="b"/>
                <a:pathLst>
                  <a:path w="72008" h="62357">
                    <a:moveTo>
                      <a:pt x="0" y="0"/>
                    </a:moveTo>
                    <a:lnTo>
                      <a:pt x="36068" y="62357"/>
                    </a:lnTo>
                    <a:lnTo>
                      <a:pt x="72009" y="0"/>
                    </a:lnTo>
                  </a:path>
                </a:pathLst>
              </a:custGeom>
              <a:noFill/>
              <a:ln w="13542" cap="flat">
                <a:solidFill>
                  <a:srgbClr val="000000"/>
                </a:solidFill>
                <a:prstDash val="solid"/>
                <a:round/>
              </a:ln>
            </p:spPr>
            <p:txBody>
              <a:bodyPr/>
              <a:lstStyle/>
              <a:p>
                <a:pPr algn="ctr"/>
                <a:endParaRPr lang="en-US" sz="2268"/>
              </a:p>
            </p:txBody>
          </p:sp>
          <p:sp>
            <p:nvSpPr>
              <p:cNvPr id="161" name="TextBox 160">
                <a:extLst>
                  <a:ext uri="{FF2B5EF4-FFF2-40B4-BE49-F238E27FC236}">
                    <a16:creationId xmlns:a16="http://schemas.microsoft.com/office/drawing/2014/main" id="{1EF5F6FE-D873-3C1A-BAA7-82F1FE96FE7E}"/>
                  </a:ext>
                </a:extLst>
              </p:cNvPr>
              <p:cNvSpPr txBox="1"/>
              <p:nvPr/>
            </p:nvSpPr>
            <p:spPr>
              <a:xfrm>
                <a:off x="5306776" y="964459"/>
                <a:ext cx="412581"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1.28x</a:t>
                </a:r>
              </a:p>
            </p:txBody>
          </p:sp>
          <p:sp>
            <p:nvSpPr>
              <p:cNvPr id="193" name="Freeform 192">
                <a:extLst>
                  <a:ext uri="{FF2B5EF4-FFF2-40B4-BE49-F238E27FC236}">
                    <a16:creationId xmlns:a16="http://schemas.microsoft.com/office/drawing/2014/main" id="{4077DFCC-5F65-0BC8-C1B7-D445712CD7D1}"/>
                  </a:ext>
                </a:extLst>
              </p:cNvPr>
              <p:cNvSpPr/>
              <p:nvPr/>
            </p:nvSpPr>
            <p:spPr>
              <a:xfrm>
                <a:off x="4621909" y="995275"/>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194" name="Freeform 193">
                <a:extLst>
                  <a:ext uri="{FF2B5EF4-FFF2-40B4-BE49-F238E27FC236}">
                    <a16:creationId xmlns:a16="http://schemas.microsoft.com/office/drawing/2014/main" id="{AE3CB5BD-0876-876D-E7ED-5EC59341760E}"/>
                  </a:ext>
                </a:extLst>
              </p:cNvPr>
              <p:cNvSpPr/>
              <p:nvPr/>
            </p:nvSpPr>
            <p:spPr>
              <a:xfrm>
                <a:off x="4921883" y="1260578"/>
                <a:ext cx="85089" cy="73787"/>
              </a:xfrm>
              <a:custGeom>
                <a:avLst/>
                <a:gdLst>
                  <a:gd name="csX0" fmla="*/ 42545 w 85089"/>
                  <a:gd name="csY0" fmla="*/ 0 h 73787"/>
                  <a:gd name="csX1" fmla="*/ 85090 w 85089"/>
                  <a:gd name="csY1" fmla="*/ 73787 h 73787"/>
                  <a:gd name="csX2" fmla="*/ 0 w 85089"/>
                  <a:gd name="csY2" fmla="*/ 73787 h 73787"/>
                </a:gdLst>
                <a:ahLst/>
                <a:cxnLst>
                  <a:cxn ang="0">
                    <a:pos x="csX0" y="csY0"/>
                  </a:cxn>
                  <a:cxn ang="0">
                    <a:pos x="csX1" y="csY1"/>
                  </a:cxn>
                  <a:cxn ang="0">
                    <a:pos x="csX2" y="csY2"/>
                  </a:cxn>
                </a:cxnLst>
                <a:rect l="l" t="t" r="r" b="b"/>
                <a:pathLst>
                  <a:path w="85089" h="73787">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195" name="Freeform 194">
                <a:extLst>
                  <a:ext uri="{FF2B5EF4-FFF2-40B4-BE49-F238E27FC236}">
                    <a16:creationId xmlns:a16="http://schemas.microsoft.com/office/drawing/2014/main" id="{489E627F-BE16-2BB2-A2B3-08841DF29B3E}"/>
                  </a:ext>
                </a:extLst>
              </p:cNvPr>
              <p:cNvSpPr/>
              <p:nvPr/>
            </p:nvSpPr>
            <p:spPr>
              <a:xfrm>
                <a:off x="4051425" y="930124"/>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196" name="Freeform 195">
                <a:extLst>
                  <a:ext uri="{FF2B5EF4-FFF2-40B4-BE49-F238E27FC236}">
                    <a16:creationId xmlns:a16="http://schemas.microsoft.com/office/drawing/2014/main" id="{B8882049-A39A-2FEA-7ACD-76FF5DAF177A}"/>
                  </a:ext>
                </a:extLst>
              </p:cNvPr>
              <p:cNvSpPr/>
              <p:nvPr/>
            </p:nvSpPr>
            <p:spPr>
              <a:xfrm>
                <a:off x="4334635" y="1195300"/>
                <a:ext cx="85089" cy="73786"/>
              </a:xfrm>
              <a:custGeom>
                <a:avLst/>
                <a:gdLst>
                  <a:gd name="csX0" fmla="*/ 42545 w 85089"/>
                  <a:gd name="csY0" fmla="*/ 0 h 73786"/>
                  <a:gd name="csX1" fmla="*/ 85090 w 85089"/>
                  <a:gd name="csY1" fmla="*/ 73787 h 73786"/>
                  <a:gd name="csX2" fmla="*/ 0 w 85089"/>
                  <a:gd name="csY2" fmla="*/ 73787 h 73786"/>
                </a:gdLst>
                <a:ahLst/>
                <a:cxnLst>
                  <a:cxn ang="0">
                    <a:pos x="csX0" y="csY0"/>
                  </a:cxn>
                  <a:cxn ang="0">
                    <a:pos x="csX1" y="csY1"/>
                  </a:cxn>
                  <a:cxn ang="0">
                    <a:pos x="csX2" y="csY2"/>
                  </a:cxn>
                </a:cxnLst>
                <a:rect l="l" t="t" r="r" b="b"/>
                <a:pathLst>
                  <a:path w="85089"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197" name="Freeform 196">
                <a:extLst>
                  <a:ext uri="{FF2B5EF4-FFF2-40B4-BE49-F238E27FC236}">
                    <a16:creationId xmlns:a16="http://schemas.microsoft.com/office/drawing/2014/main" id="{FE999B15-0912-27A1-014F-E3173A80B592}"/>
                  </a:ext>
                </a:extLst>
              </p:cNvPr>
              <p:cNvSpPr/>
              <p:nvPr/>
            </p:nvSpPr>
            <p:spPr>
              <a:xfrm>
                <a:off x="4054854" y="930124"/>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198" name="Freeform 197">
                <a:extLst>
                  <a:ext uri="{FF2B5EF4-FFF2-40B4-BE49-F238E27FC236}">
                    <a16:creationId xmlns:a16="http://schemas.microsoft.com/office/drawing/2014/main" id="{7042EFEF-8C6A-7174-5C0E-46EF15F8E21F}"/>
                  </a:ext>
                </a:extLst>
              </p:cNvPr>
              <p:cNvSpPr/>
              <p:nvPr/>
            </p:nvSpPr>
            <p:spPr>
              <a:xfrm>
                <a:off x="4336159" y="1260578"/>
                <a:ext cx="85216" cy="73787"/>
              </a:xfrm>
              <a:custGeom>
                <a:avLst/>
                <a:gdLst>
                  <a:gd name="csX0" fmla="*/ 42545 w 85216"/>
                  <a:gd name="csY0" fmla="*/ 0 h 73787"/>
                  <a:gd name="csX1" fmla="*/ 85217 w 85216"/>
                  <a:gd name="csY1" fmla="*/ 73787 h 73787"/>
                  <a:gd name="csX2" fmla="*/ 0 w 85216"/>
                  <a:gd name="csY2" fmla="*/ 73787 h 73787"/>
                </a:gdLst>
                <a:ahLst/>
                <a:cxnLst>
                  <a:cxn ang="0">
                    <a:pos x="csX0" y="csY0"/>
                  </a:cxn>
                  <a:cxn ang="0">
                    <a:pos x="csX1" y="csY1"/>
                  </a:cxn>
                  <a:cxn ang="0">
                    <a:pos x="csX2" y="csY2"/>
                  </a:cxn>
                </a:cxnLst>
                <a:rect l="l" t="t" r="r" b="b"/>
                <a:pathLst>
                  <a:path w="85216" h="73787">
                    <a:moveTo>
                      <a:pt x="42545" y="0"/>
                    </a:moveTo>
                    <a:lnTo>
                      <a:pt x="85217"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199" name="Freeform 198">
                <a:extLst>
                  <a:ext uri="{FF2B5EF4-FFF2-40B4-BE49-F238E27FC236}">
                    <a16:creationId xmlns:a16="http://schemas.microsoft.com/office/drawing/2014/main" id="{52C48C64-F2EA-1174-DB18-3A3AD1E01DC0}"/>
                  </a:ext>
                </a:extLst>
              </p:cNvPr>
              <p:cNvSpPr/>
              <p:nvPr/>
            </p:nvSpPr>
            <p:spPr>
              <a:xfrm>
                <a:off x="3520946" y="625451"/>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00" name="Freeform 199">
                <a:extLst>
                  <a:ext uri="{FF2B5EF4-FFF2-40B4-BE49-F238E27FC236}">
                    <a16:creationId xmlns:a16="http://schemas.microsoft.com/office/drawing/2014/main" id="{2E1070B4-5690-2F22-B5C9-3203E620940D}"/>
                  </a:ext>
                </a:extLst>
              </p:cNvPr>
              <p:cNvSpPr/>
              <p:nvPr/>
            </p:nvSpPr>
            <p:spPr>
              <a:xfrm>
                <a:off x="3753864" y="1238861"/>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01" name="Freeform 200">
                <a:extLst>
                  <a:ext uri="{FF2B5EF4-FFF2-40B4-BE49-F238E27FC236}">
                    <a16:creationId xmlns:a16="http://schemas.microsoft.com/office/drawing/2014/main" id="{9B6B2F7B-E1B8-DB59-C151-411C5174A711}"/>
                  </a:ext>
                </a:extLst>
              </p:cNvPr>
              <p:cNvSpPr/>
              <p:nvPr/>
            </p:nvSpPr>
            <p:spPr>
              <a:xfrm>
                <a:off x="3489704" y="625451"/>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02" name="Freeform 201">
                <a:extLst>
                  <a:ext uri="{FF2B5EF4-FFF2-40B4-BE49-F238E27FC236}">
                    <a16:creationId xmlns:a16="http://schemas.microsoft.com/office/drawing/2014/main" id="{74FBF4F4-14C1-80E7-C7B4-C735E3C481DA}"/>
                  </a:ext>
                </a:extLst>
              </p:cNvPr>
              <p:cNvSpPr/>
              <p:nvPr/>
            </p:nvSpPr>
            <p:spPr>
              <a:xfrm>
                <a:off x="3759706" y="934315"/>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03" name="Freeform 202">
                <a:extLst>
                  <a:ext uri="{FF2B5EF4-FFF2-40B4-BE49-F238E27FC236}">
                    <a16:creationId xmlns:a16="http://schemas.microsoft.com/office/drawing/2014/main" id="{59EFE430-B0F6-8B6D-019A-C0F756303E33}"/>
                  </a:ext>
                </a:extLst>
              </p:cNvPr>
              <p:cNvSpPr/>
              <p:nvPr/>
            </p:nvSpPr>
            <p:spPr>
              <a:xfrm>
                <a:off x="3504055" y="734290"/>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04" name="Freeform 203">
                <a:extLst>
                  <a:ext uri="{FF2B5EF4-FFF2-40B4-BE49-F238E27FC236}">
                    <a16:creationId xmlns:a16="http://schemas.microsoft.com/office/drawing/2014/main" id="{7C85F297-6207-CEAF-0169-DB88EF5150F9}"/>
                  </a:ext>
                </a:extLst>
              </p:cNvPr>
              <p:cNvSpPr/>
              <p:nvPr/>
            </p:nvSpPr>
            <p:spPr>
              <a:xfrm>
                <a:off x="3785487" y="1173583"/>
                <a:ext cx="85089" cy="73786"/>
              </a:xfrm>
              <a:custGeom>
                <a:avLst/>
                <a:gdLst>
                  <a:gd name="csX0" fmla="*/ 42545 w 85089"/>
                  <a:gd name="csY0" fmla="*/ 0 h 73786"/>
                  <a:gd name="csX1" fmla="*/ 85090 w 85089"/>
                  <a:gd name="csY1" fmla="*/ 73787 h 73786"/>
                  <a:gd name="csX2" fmla="*/ 0 w 85089"/>
                  <a:gd name="csY2" fmla="*/ 73787 h 73786"/>
                </a:gdLst>
                <a:ahLst/>
                <a:cxnLst>
                  <a:cxn ang="0">
                    <a:pos x="csX0" y="csY0"/>
                  </a:cxn>
                  <a:cxn ang="0">
                    <a:pos x="csX1" y="csY1"/>
                  </a:cxn>
                  <a:cxn ang="0">
                    <a:pos x="csX2" y="csY2"/>
                  </a:cxn>
                </a:cxnLst>
                <a:rect l="l" t="t" r="r" b="b"/>
                <a:pathLst>
                  <a:path w="85089"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205" name="Freeform 204">
                <a:extLst>
                  <a:ext uri="{FF2B5EF4-FFF2-40B4-BE49-F238E27FC236}">
                    <a16:creationId xmlns:a16="http://schemas.microsoft.com/office/drawing/2014/main" id="{864D4E47-AF09-EE3B-44C9-F6AD214710C6}"/>
                  </a:ext>
                </a:extLst>
              </p:cNvPr>
              <p:cNvSpPr/>
              <p:nvPr/>
            </p:nvSpPr>
            <p:spPr>
              <a:xfrm>
                <a:off x="3525645" y="429744"/>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06" name="Freeform 205">
                <a:extLst>
                  <a:ext uri="{FF2B5EF4-FFF2-40B4-BE49-F238E27FC236}">
                    <a16:creationId xmlns:a16="http://schemas.microsoft.com/office/drawing/2014/main" id="{05ACD6B8-0EFE-C21E-D4BA-A9A009335A0F}"/>
                  </a:ext>
                </a:extLst>
              </p:cNvPr>
              <p:cNvSpPr/>
              <p:nvPr/>
            </p:nvSpPr>
            <p:spPr>
              <a:xfrm>
                <a:off x="3760976" y="1043027"/>
                <a:ext cx="85089" cy="73786"/>
              </a:xfrm>
              <a:custGeom>
                <a:avLst/>
                <a:gdLst>
                  <a:gd name="csX0" fmla="*/ 42545 w 85089"/>
                  <a:gd name="csY0" fmla="*/ 0 h 73786"/>
                  <a:gd name="csX1" fmla="*/ 85090 w 85089"/>
                  <a:gd name="csY1" fmla="*/ 73787 h 73786"/>
                  <a:gd name="csX2" fmla="*/ 0 w 85089"/>
                  <a:gd name="csY2" fmla="*/ 73787 h 73786"/>
                </a:gdLst>
                <a:ahLst/>
                <a:cxnLst>
                  <a:cxn ang="0">
                    <a:pos x="csX0" y="csY0"/>
                  </a:cxn>
                  <a:cxn ang="0">
                    <a:pos x="csX1" y="csY1"/>
                  </a:cxn>
                  <a:cxn ang="0">
                    <a:pos x="csX2" y="csY2"/>
                  </a:cxn>
                </a:cxnLst>
                <a:rect l="l" t="t" r="r" b="b"/>
                <a:pathLst>
                  <a:path w="85089"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207" name="Freeform 206">
                <a:extLst>
                  <a:ext uri="{FF2B5EF4-FFF2-40B4-BE49-F238E27FC236}">
                    <a16:creationId xmlns:a16="http://schemas.microsoft.com/office/drawing/2014/main" id="{80F8E9BE-245F-E333-512E-A2AC0EE90EA0}"/>
                  </a:ext>
                </a:extLst>
              </p:cNvPr>
              <p:cNvSpPr/>
              <p:nvPr/>
            </p:nvSpPr>
            <p:spPr>
              <a:xfrm>
                <a:off x="3485259" y="625451"/>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08" name="Freeform 207">
                <a:extLst>
                  <a:ext uri="{FF2B5EF4-FFF2-40B4-BE49-F238E27FC236}">
                    <a16:creationId xmlns:a16="http://schemas.microsoft.com/office/drawing/2014/main" id="{630FC25C-4A41-821B-BECD-9C94B5D96901}"/>
                  </a:ext>
                </a:extLst>
              </p:cNvPr>
              <p:cNvSpPr/>
              <p:nvPr/>
            </p:nvSpPr>
            <p:spPr>
              <a:xfrm>
                <a:off x="3760849" y="1151866"/>
                <a:ext cx="85090" cy="73659"/>
              </a:xfrm>
              <a:custGeom>
                <a:avLst/>
                <a:gdLst>
                  <a:gd name="csX0" fmla="*/ 42545 w 85090"/>
                  <a:gd name="csY0" fmla="*/ 0 h 73659"/>
                  <a:gd name="csX1" fmla="*/ 85090 w 85090"/>
                  <a:gd name="csY1" fmla="*/ 73660 h 73659"/>
                  <a:gd name="csX2" fmla="*/ 0 w 85090"/>
                  <a:gd name="csY2" fmla="*/ 73660 h 73659"/>
                </a:gdLst>
                <a:ahLst/>
                <a:cxnLst>
                  <a:cxn ang="0">
                    <a:pos x="csX0" y="csY0"/>
                  </a:cxn>
                  <a:cxn ang="0">
                    <a:pos x="csX1" y="csY1"/>
                  </a:cxn>
                  <a:cxn ang="0">
                    <a:pos x="csX2" y="csY2"/>
                  </a:cxn>
                </a:cxnLst>
                <a:rect l="l" t="t" r="r" b="b"/>
                <a:pathLst>
                  <a:path w="85090"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09" name="Freeform 208">
                <a:extLst>
                  <a:ext uri="{FF2B5EF4-FFF2-40B4-BE49-F238E27FC236}">
                    <a16:creationId xmlns:a16="http://schemas.microsoft.com/office/drawing/2014/main" id="{E7536040-6D57-99CA-1749-F13E009B7965}"/>
                  </a:ext>
                </a:extLst>
              </p:cNvPr>
              <p:cNvSpPr/>
              <p:nvPr/>
            </p:nvSpPr>
            <p:spPr>
              <a:xfrm>
                <a:off x="4047615" y="799568"/>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10" name="Freeform 209">
                <a:extLst>
                  <a:ext uri="{FF2B5EF4-FFF2-40B4-BE49-F238E27FC236}">
                    <a16:creationId xmlns:a16="http://schemas.microsoft.com/office/drawing/2014/main" id="{F430370A-B10E-CFBB-B310-D76BE8CDD6A0}"/>
                  </a:ext>
                </a:extLst>
              </p:cNvPr>
              <p:cNvSpPr/>
              <p:nvPr/>
            </p:nvSpPr>
            <p:spPr>
              <a:xfrm>
                <a:off x="4355717" y="1086588"/>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11" name="Freeform 210">
                <a:extLst>
                  <a:ext uri="{FF2B5EF4-FFF2-40B4-BE49-F238E27FC236}">
                    <a16:creationId xmlns:a16="http://schemas.microsoft.com/office/drawing/2014/main" id="{6B050117-0470-7BB7-E830-4383DF1A7D98}"/>
                  </a:ext>
                </a:extLst>
              </p:cNvPr>
              <p:cNvSpPr/>
              <p:nvPr/>
            </p:nvSpPr>
            <p:spPr>
              <a:xfrm>
                <a:off x="3524756" y="908280"/>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12" name="Freeform 211">
                <a:extLst>
                  <a:ext uri="{FF2B5EF4-FFF2-40B4-BE49-F238E27FC236}">
                    <a16:creationId xmlns:a16="http://schemas.microsoft.com/office/drawing/2014/main" id="{5426C570-285B-0D7E-4917-2DAE1379315F}"/>
                  </a:ext>
                </a:extLst>
              </p:cNvPr>
              <p:cNvSpPr/>
              <p:nvPr/>
            </p:nvSpPr>
            <p:spPr>
              <a:xfrm>
                <a:off x="3791202" y="1391134"/>
                <a:ext cx="85090" cy="73659"/>
              </a:xfrm>
              <a:custGeom>
                <a:avLst/>
                <a:gdLst>
                  <a:gd name="csX0" fmla="*/ 42545 w 85090"/>
                  <a:gd name="csY0" fmla="*/ 0 h 73659"/>
                  <a:gd name="csX1" fmla="*/ 85090 w 85090"/>
                  <a:gd name="csY1" fmla="*/ 73660 h 73659"/>
                  <a:gd name="csX2" fmla="*/ 0 w 85090"/>
                  <a:gd name="csY2" fmla="*/ 73660 h 73659"/>
                </a:gdLst>
                <a:ahLst/>
                <a:cxnLst>
                  <a:cxn ang="0">
                    <a:pos x="csX0" y="csY0"/>
                  </a:cxn>
                  <a:cxn ang="0">
                    <a:pos x="csX1" y="csY1"/>
                  </a:cxn>
                  <a:cxn ang="0">
                    <a:pos x="csX2" y="csY2"/>
                  </a:cxn>
                </a:cxnLst>
                <a:rect l="l" t="t" r="r" b="b"/>
                <a:pathLst>
                  <a:path w="85090"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13" name="Freeform 212">
                <a:extLst>
                  <a:ext uri="{FF2B5EF4-FFF2-40B4-BE49-F238E27FC236}">
                    <a16:creationId xmlns:a16="http://schemas.microsoft.com/office/drawing/2014/main" id="{0CA507ED-6921-E92A-FA97-77560D29A1F1}"/>
                  </a:ext>
                </a:extLst>
              </p:cNvPr>
              <p:cNvSpPr/>
              <p:nvPr/>
            </p:nvSpPr>
            <p:spPr>
              <a:xfrm>
                <a:off x="4653532" y="712573"/>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14" name="Freeform 213">
                <a:extLst>
                  <a:ext uri="{FF2B5EF4-FFF2-40B4-BE49-F238E27FC236}">
                    <a16:creationId xmlns:a16="http://schemas.microsoft.com/office/drawing/2014/main" id="{6B58D44A-B659-AC17-FA70-ACDCA2BC1883}"/>
                  </a:ext>
                </a:extLst>
              </p:cNvPr>
              <p:cNvSpPr/>
              <p:nvPr/>
            </p:nvSpPr>
            <p:spPr>
              <a:xfrm>
                <a:off x="4922010" y="1064871"/>
                <a:ext cx="85217" cy="73659"/>
              </a:xfrm>
              <a:custGeom>
                <a:avLst/>
                <a:gdLst>
                  <a:gd name="csX0" fmla="*/ 42672 w 85217"/>
                  <a:gd name="csY0" fmla="*/ 0 h 73659"/>
                  <a:gd name="csX1" fmla="*/ 85217 w 85217"/>
                  <a:gd name="csY1" fmla="*/ 73660 h 73659"/>
                  <a:gd name="csX2" fmla="*/ 0 w 85217"/>
                  <a:gd name="csY2" fmla="*/ 73660 h 73659"/>
                </a:gdLst>
                <a:ahLst/>
                <a:cxnLst>
                  <a:cxn ang="0">
                    <a:pos x="csX0" y="csY0"/>
                  </a:cxn>
                  <a:cxn ang="0">
                    <a:pos x="csX1" y="csY1"/>
                  </a:cxn>
                  <a:cxn ang="0">
                    <a:pos x="csX2" y="csY2"/>
                  </a:cxn>
                </a:cxnLst>
                <a:rect l="l" t="t" r="r" b="b"/>
                <a:pathLst>
                  <a:path w="85217" h="73659">
                    <a:moveTo>
                      <a:pt x="42672" y="0"/>
                    </a:moveTo>
                    <a:lnTo>
                      <a:pt x="85217"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15" name="Freeform 214">
                <a:extLst>
                  <a:ext uri="{FF2B5EF4-FFF2-40B4-BE49-F238E27FC236}">
                    <a16:creationId xmlns:a16="http://schemas.microsoft.com/office/drawing/2014/main" id="{49D85795-BB0B-A6E6-B356-1219762518E5}"/>
                  </a:ext>
                </a:extLst>
              </p:cNvPr>
              <p:cNvSpPr/>
              <p:nvPr/>
            </p:nvSpPr>
            <p:spPr>
              <a:xfrm>
                <a:off x="4062601" y="951841"/>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16" name="Freeform 215">
                <a:extLst>
                  <a:ext uri="{FF2B5EF4-FFF2-40B4-BE49-F238E27FC236}">
                    <a16:creationId xmlns:a16="http://schemas.microsoft.com/office/drawing/2014/main" id="{F093768E-62DC-40B6-445B-A4285BDE78C2}"/>
                  </a:ext>
                </a:extLst>
              </p:cNvPr>
              <p:cNvSpPr/>
              <p:nvPr/>
            </p:nvSpPr>
            <p:spPr>
              <a:xfrm>
                <a:off x="4339080" y="1217144"/>
                <a:ext cx="85090" cy="73659"/>
              </a:xfrm>
              <a:custGeom>
                <a:avLst/>
                <a:gdLst>
                  <a:gd name="csX0" fmla="*/ 42545 w 85090"/>
                  <a:gd name="csY0" fmla="*/ 0 h 73659"/>
                  <a:gd name="csX1" fmla="*/ 85090 w 85090"/>
                  <a:gd name="csY1" fmla="*/ 73660 h 73659"/>
                  <a:gd name="csX2" fmla="*/ 0 w 85090"/>
                  <a:gd name="csY2" fmla="*/ 73660 h 73659"/>
                </a:gdLst>
                <a:ahLst/>
                <a:cxnLst>
                  <a:cxn ang="0">
                    <a:pos x="csX0" y="csY0"/>
                  </a:cxn>
                  <a:cxn ang="0">
                    <a:pos x="csX1" y="csY1"/>
                  </a:cxn>
                  <a:cxn ang="0">
                    <a:pos x="csX2" y="csY2"/>
                  </a:cxn>
                </a:cxnLst>
                <a:rect l="l" t="t" r="r" b="b"/>
                <a:pathLst>
                  <a:path w="85090"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17" name="Freeform 216">
                <a:extLst>
                  <a:ext uri="{FF2B5EF4-FFF2-40B4-BE49-F238E27FC236}">
                    <a16:creationId xmlns:a16="http://schemas.microsoft.com/office/drawing/2014/main" id="{43A6B4EB-68F1-2D3E-0BB1-9F5A26399DE5}"/>
                  </a:ext>
                </a:extLst>
              </p:cNvPr>
              <p:cNvSpPr/>
              <p:nvPr/>
            </p:nvSpPr>
            <p:spPr>
              <a:xfrm>
                <a:off x="4062347" y="1038836"/>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18" name="Freeform 217">
                <a:extLst>
                  <a:ext uri="{FF2B5EF4-FFF2-40B4-BE49-F238E27FC236}">
                    <a16:creationId xmlns:a16="http://schemas.microsoft.com/office/drawing/2014/main" id="{EF756DBB-401E-851F-E8EB-3B45D1D18C35}"/>
                  </a:ext>
                </a:extLst>
              </p:cNvPr>
              <p:cNvSpPr/>
              <p:nvPr/>
            </p:nvSpPr>
            <p:spPr>
              <a:xfrm>
                <a:off x="4324729" y="1456412"/>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19" name="Freeform 218">
                <a:extLst>
                  <a:ext uri="{FF2B5EF4-FFF2-40B4-BE49-F238E27FC236}">
                    <a16:creationId xmlns:a16="http://schemas.microsoft.com/office/drawing/2014/main" id="{517929DD-441F-AB10-519D-17EF25609504}"/>
                  </a:ext>
                </a:extLst>
              </p:cNvPr>
              <p:cNvSpPr/>
              <p:nvPr/>
            </p:nvSpPr>
            <p:spPr>
              <a:xfrm>
                <a:off x="5206490" y="864846"/>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20" name="Freeform 219">
                <a:extLst>
                  <a:ext uri="{FF2B5EF4-FFF2-40B4-BE49-F238E27FC236}">
                    <a16:creationId xmlns:a16="http://schemas.microsoft.com/office/drawing/2014/main" id="{88522E16-D75D-5D7A-98DC-F5655C040949}"/>
                  </a:ext>
                </a:extLst>
              </p:cNvPr>
              <p:cNvSpPr/>
              <p:nvPr/>
            </p:nvSpPr>
            <p:spPr>
              <a:xfrm>
                <a:off x="5450965" y="1173583"/>
                <a:ext cx="85090" cy="73786"/>
              </a:xfrm>
              <a:custGeom>
                <a:avLst/>
                <a:gdLst>
                  <a:gd name="csX0" fmla="*/ 42545 w 85090"/>
                  <a:gd name="csY0" fmla="*/ 0 h 73786"/>
                  <a:gd name="csX1" fmla="*/ 85090 w 85090"/>
                  <a:gd name="csY1" fmla="*/ 73787 h 73786"/>
                  <a:gd name="csX2" fmla="*/ 0 w 85090"/>
                  <a:gd name="csY2" fmla="*/ 73787 h 73786"/>
                </a:gdLst>
                <a:ahLst/>
                <a:cxnLst>
                  <a:cxn ang="0">
                    <a:pos x="csX0" y="csY0"/>
                  </a:cxn>
                  <a:cxn ang="0">
                    <a:pos x="csX1" y="csY1"/>
                  </a:cxn>
                  <a:cxn ang="0">
                    <a:pos x="csX2" y="csY2"/>
                  </a:cxn>
                </a:cxnLst>
                <a:rect l="l" t="t" r="r" b="b"/>
                <a:pathLst>
                  <a:path w="85090"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221" name="Freeform 220">
                <a:extLst>
                  <a:ext uri="{FF2B5EF4-FFF2-40B4-BE49-F238E27FC236}">
                    <a16:creationId xmlns:a16="http://schemas.microsoft.com/office/drawing/2014/main" id="{196B892A-ED28-83DF-89FC-99EB4BFDB23E}"/>
                  </a:ext>
                </a:extLst>
              </p:cNvPr>
              <p:cNvSpPr/>
              <p:nvPr/>
            </p:nvSpPr>
            <p:spPr>
              <a:xfrm>
                <a:off x="4067554" y="1017119"/>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22" name="Freeform 221">
                <a:extLst>
                  <a:ext uri="{FF2B5EF4-FFF2-40B4-BE49-F238E27FC236}">
                    <a16:creationId xmlns:a16="http://schemas.microsoft.com/office/drawing/2014/main" id="{A3F1AFCD-E899-3E08-5570-C5B8257F8D2F}"/>
                  </a:ext>
                </a:extLst>
              </p:cNvPr>
              <p:cNvSpPr/>
              <p:nvPr/>
            </p:nvSpPr>
            <p:spPr>
              <a:xfrm>
                <a:off x="4342636" y="1238861"/>
                <a:ext cx="85217" cy="73659"/>
              </a:xfrm>
              <a:custGeom>
                <a:avLst/>
                <a:gdLst>
                  <a:gd name="csX0" fmla="*/ 42545 w 85217"/>
                  <a:gd name="csY0" fmla="*/ 0 h 73659"/>
                  <a:gd name="csX1" fmla="*/ 85217 w 85217"/>
                  <a:gd name="csY1" fmla="*/ 73660 h 73659"/>
                  <a:gd name="csX2" fmla="*/ 0 w 85217"/>
                  <a:gd name="csY2" fmla="*/ 73660 h 73659"/>
                </a:gdLst>
                <a:ahLst/>
                <a:cxnLst>
                  <a:cxn ang="0">
                    <a:pos x="csX0" y="csY0"/>
                  </a:cxn>
                  <a:cxn ang="0">
                    <a:pos x="csX1" y="csY1"/>
                  </a:cxn>
                  <a:cxn ang="0">
                    <a:pos x="csX2" y="csY2"/>
                  </a:cxn>
                </a:cxnLst>
                <a:rect l="l" t="t" r="r" b="b"/>
                <a:pathLst>
                  <a:path w="85217" h="73659">
                    <a:moveTo>
                      <a:pt x="42545" y="0"/>
                    </a:moveTo>
                    <a:lnTo>
                      <a:pt x="85217"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223" name="Freeform 222">
                <a:extLst>
                  <a:ext uri="{FF2B5EF4-FFF2-40B4-BE49-F238E27FC236}">
                    <a16:creationId xmlns:a16="http://schemas.microsoft.com/office/drawing/2014/main" id="{331A45B0-A2CA-3ADF-548E-5E97BD139AC4}"/>
                  </a:ext>
                </a:extLst>
              </p:cNvPr>
              <p:cNvSpPr/>
              <p:nvPr/>
            </p:nvSpPr>
            <p:spPr>
              <a:xfrm>
                <a:off x="4061839" y="625451"/>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224" name="Freeform 223">
                <a:extLst>
                  <a:ext uri="{FF2B5EF4-FFF2-40B4-BE49-F238E27FC236}">
                    <a16:creationId xmlns:a16="http://schemas.microsoft.com/office/drawing/2014/main" id="{12C9768B-E1F7-F63C-C2FE-4D36A58CC0DF}"/>
                  </a:ext>
                </a:extLst>
              </p:cNvPr>
              <p:cNvSpPr/>
              <p:nvPr/>
            </p:nvSpPr>
            <p:spPr>
              <a:xfrm>
                <a:off x="4353304" y="1108305"/>
                <a:ext cx="85089" cy="73786"/>
              </a:xfrm>
              <a:custGeom>
                <a:avLst/>
                <a:gdLst>
                  <a:gd name="csX0" fmla="*/ 42545 w 85089"/>
                  <a:gd name="csY0" fmla="*/ 0 h 73786"/>
                  <a:gd name="csX1" fmla="*/ 85090 w 85089"/>
                  <a:gd name="csY1" fmla="*/ 73787 h 73786"/>
                  <a:gd name="csX2" fmla="*/ 0 w 85089"/>
                  <a:gd name="csY2" fmla="*/ 73787 h 73786"/>
                </a:gdLst>
                <a:ahLst/>
                <a:cxnLst>
                  <a:cxn ang="0">
                    <a:pos x="csX0" y="csY0"/>
                  </a:cxn>
                  <a:cxn ang="0">
                    <a:pos x="csX1" y="csY1"/>
                  </a:cxn>
                  <a:cxn ang="0">
                    <a:pos x="csX2" y="csY2"/>
                  </a:cxn>
                </a:cxnLst>
                <a:rect l="l" t="t" r="r" b="b"/>
                <a:pathLst>
                  <a:path w="85089"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225" name="TextBox 224">
                <a:extLst>
                  <a:ext uri="{FF2B5EF4-FFF2-40B4-BE49-F238E27FC236}">
                    <a16:creationId xmlns:a16="http://schemas.microsoft.com/office/drawing/2014/main" id="{EA4AB6C2-DC20-11F7-7DB0-53D896BF05E0}"/>
                  </a:ext>
                </a:extLst>
              </p:cNvPr>
              <p:cNvSpPr txBox="1"/>
              <p:nvPr/>
            </p:nvSpPr>
            <p:spPr>
              <a:xfrm>
                <a:off x="4199548" y="164809"/>
                <a:ext cx="3684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   </a:t>
                </a:r>
              </a:p>
            </p:txBody>
          </p:sp>
          <p:sp>
            <p:nvSpPr>
              <p:cNvPr id="226" name="TextBox 225">
                <a:extLst>
                  <a:ext uri="{FF2B5EF4-FFF2-40B4-BE49-F238E27FC236}">
                    <a16:creationId xmlns:a16="http://schemas.microsoft.com/office/drawing/2014/main" id="{B6755BB2-C83C-D075-282D-599811BA63B4}"/>
                  </a:ext>
                </a:extLst>
              </p:cNvPr>
              <p:cNvSpPr txBox="1"/>
              <p:nvPr/>
            </p:nvSpPr>
            <p:spPr>
              <a:xfrm>
                <a:off x="5303385" y="164809"/>
                <a:ext cx="41936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abc </a:t>
                </a:r>
              </a:p>
            </p:txBody>
          </p:sp>
          <p:sp>
            <p:nvSpPr>
              <p:cNvPr id="227" name="TextBox 226">
                <a:extLst>
                  <a:ext uri="{FF2B5EF4-FFF2-40B4-BE49-F238E27FC236}">
                    <a16:creationId xmlns:a16="http://schemas.microsoft.com/office/drawing/2014/main" id="{0E4CC092-8073-9050-AEA3-123085DFD12A}"/>
                  </a:ext>
                </a:extLst>
              </p:cNvPr>
              <p:cNvSpPr txBox="1"/>
              <p:nvPr/>
            </p:nvSpPr>
            <p:spPr>
              <a:xfrm>
                <a:off x="4749769" y="164809"/>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  </a:t>
                </a:r>
              </a:p>
            </p:txBody>
          </p:sp>
          <p:sp>
            <p:nvSpPr>
              <p:cNvPr id="228" name="TextBox 227">
                <a:extLst>
                  <a:ext uri="{FF2B5EF4-FFF2-40B4-BE49-F238E27FC236}">
                    <a16:creationId xmlns:a16="http://schemas.microsoft.com/office/drawing/2014/main" id="{37A3152B-AF4C-510C-BB40-FD4FC429507C}"/>
                  </a:ext>
                </a:extLst>
              </p:cNvPr>
              <p:cNvSpPr txBox="1"/>
              <p:nvPr/>
            </p:nvSpPr>
            <p:spPr>
              <a:xfrm>
                <a:off x="3620485" y="164809"/>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  </a:t>
                </a:r>
              </a:p>
            </p:txBody>
          </p:sp>
          <p:sp>
            <p:nvSpPr>
              <p:cNvPr id="229" name="TextBox 228">
                <a:extLst>
                  <a:ext uri="{FF2B5EF4-FFF2-40B4-BE49-F238E27FC236}">
                    <a16:creationId xmlns:a16="http://schemas.microsoft.com/office/drawing/2014/main" id="{3E4E6F99-196A-C07E-C566-F8B1A3F9CD7C}"/>
                  </a:ext>
                </a:extLst>
              </p:cNvPr>
              <p:cNvSpPr txBox="1"/>
              <p:nvPr/>
            </p:nvSpPr>
            <p:spPr>
              <a:xfrm>
                <a:off x="3920620" y="164809"/>
                <a:ext cx="36168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c </a:t>
                </a:r>
              </a:p>
            </p:txBody>
          </p:sp>
          <p:sp>
            <p:nvSpPr>
              <p:cNvPr id="230" name="TextBox 229">
                <a:extLst>
                  <a:ext uri="{FF2B5EF4-FFF2-40B4-BE49-F238E27FC236}">
                    <a16:creationId xmlns:a16="http://schemas.microsoft.com/office/drawing/2014/main" id="{0B8A8C9F-1920-1A23-38C0-609E29463E26}"/>
                  </a:ext>
                </a:extLst>
              </p:cNvPr>
              <p:cNvSpPr txBox="1"/>
              <p:nvPr/>
            </p:nvSpPr>
            <p:spPr>
              <a:xfrm>
                <a:off x="5021063" y="164809"/>
                <a:ext cx="41936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bcd</a:t>
                </a:r>
              </a:p>
            </p:txBody>
          </p:sp>
          <p:sp>
            <p:nvSpPr>
              <p:cNvPr id="231" name="TextBox 230">
                <a:extLst>
                  <a:ext uri="{FF2B5EF4-FFF2-40B4-BE49-F238E27FC236}">
                    <a16:creationId xmlns:a16="http://schemas.microsoft.com/office/drawing/2014/main" id="{3A609360-AD2A-20AE-632C-C3EE76EA2138}"/>
                  </a:ext>
                </a:extLst>
              </p:cNvPr>
              <p:cNvSpPr txBox="1"/>
              <p:nvPr/>
            </p:nvSpPr>
            <p:spPr>
              <a:xfrm>
                <a:off x="4470840" y="164809"/>
                <a:ext cx="39052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cd</a:t>
                </a:r>
              </a:p>
            </p:txBody>
          </p:sp>
          <p:sp>
            <p:nvSpPr>
              <p:cNvPr id="232" name="TextBox 231">
                <a:extLst>
                  <a:ext uri="{FF2B5EF4-FFF2-40B4-BE49-F238E27FC236}">
                    <a16:creationId xmlns:a16="http://schemas.microsoft.com/office/drawing/2014/main" id="{3A5BC457-BB66-743D-3EAA-211DDCC1CCB5}"/>
                  </a:ext>
                </a:extLst>
              </p:cNvPr>
              <p:cNvSpPr txBox="1"/>
              <p:nvPr/>
            </p:nvSpPr>
            <p:spPr>
              <a:xfrm>
                <a:off x="3352586" y="164809"/>
                <a:ext cx="3684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d</a:t>
                </a:r>
              </a:p>
            </p:txBody>
          </p:sp>
          <p:sp>
            <p:nvSpPr>
              <p:cNvPr id="233" name="Freeform 232">
                <a:extLst>
                  <a:ext uri="{FF2B5EF4-FFF2-40B4-BE49-F238E27FC236}">
                    <a16:creationId xmlns:a16="http://schemas.microsoft.com/office/drawing/2014/main" id="{6772CF45-A374-87A6-12E7-345409E139B0}"/>
                  </a:ext>
                </a:extLst>
              </p:cNvPr>
              <p:cNvSpPr/>
              <p:nvPr/>
            </p:nvSpPr>
            <p:spPr>
              <a:xfrm>
                <a:off x="3367530" y="208129"/>
                <a:ext cx="2314955" cy="1359153"/>
              </a:xfrm>
              <a:custGeom>
                <a:avLst/>
                <a:gdLst>
                  <a:gd name="csX0" fmla="*/ 0 w 2314955"/>
                  <a:gd name="csY0" fmla="*/ 0 h 1359153"/>
                  <a:gd name="csX1" fmla="*/ 2314955 w 2314955"/>
                  <a:gd name="csY1" fmla="*/ 0 h 1359153"/>
                  <a:gd name="csX2" fmla="*/ 2314955 w 2314955"/>
                  <a:gd name="csY2" fmla="*/ 1359153 h 1359153"/>
                  <a:gd name="csX3" fmla="*/ 0 w 2314955"/>
                  <a:gd name="csY3" fmla="*/ 1359153 h 1359153"/>
                </a:gdLst>
                <a:ahLst/>
                <a:cxnLst>
                  <a:cxn ang="0">
                    <a:pos x="csX0" y="csY0"/>
                  </a:cxn>
                  <a:cxn ang="0">
                    <a:pos x="csX1" y="csY1"/>
                  </a:cxn>
                  <a:cxn ang="0">
                    <a:pos x="csX2" y="csY2"/>
                  </a:cxn>
                  <a:cxn ang="0">
                    <a:pos x="csX3" y="csY3"/>
                  </a:cxn>
                </a:cxnLst>
                <a:rect l="l" t="t" r="r" b="b"/>
                <a:pathLst>
                  <a:path w="2314955" h="1359153">
                    <a:moveTo>
                      <a:pt x="0" y="0"/>
                    </a:moveTo>
                    <a:lnTo>
                      <a:pt x="2314955" y="0"/>
                    </a:lnTo>
                    <a:lnTo>
                      <a:pt x="2314955" y="1359153"/>
                    </a:lnTo>
                    <a:lnTo>
                      <a:pt x="0" y="1359153"/>
                    </a:lnTo>
                    <a:close/>
                  </a:path>
                </a:pathLst>
              </a:custGeom>
              <a:noFill/>
              <a:ln w="13542" cap="rnd">
                <a:solidFill>
                  <a:srgbClr val="333333"/>
                </a:solidFill>
                <a:prstDash val="solid"/>
                <a:round/>
              </a:ln>
            </p:spPr>
            <p:txBody>
              <a:bodyPr/>
              <a:lstStyle/>
              <a:p>
                <a:pPr algn="ctr"/>
                <a:endParaRPr lang="en-US" sz="2268"/>
              </a:p>
            </p:txBody>
          </p:sp>
        </p:grpSp>
        <p:grpSp>
          <p:nvGrpSpPr>
            <p:cNvPr id="234" name="Graphic 15">
              <a:extLst>
                <a:ext uri="{FF2B5EF4-FFF2-40B4-BE49-F238E27FC236}">
                  <a16:creationId xmlns:a16="http://schemas.microsoft.com/office/drawing/2014/main" id="{A89E1792-884C-A3E1-FEFC-B37EA97D139A}"/>
                </a:ext>
              </a:extLst>
            </p:cNvPr>
            <p:cNvGrpSpPr/>
            <p:nvPr/>
          </p:nvGrpSpPr>
          <p:grpSpPr>
            <a:xfrm>
              <a:off x="3004313" y="448153"/>
              <a:ext cx="2696384" cy="1351132"/>
              <a:chOff x="3004313" y="448153"/>
              <a:chExt cx="2696384" cy="1351132"/>
            </a:xfrm>
          </p:grpSpPr>
          <p:sp>
            <p:nvSpPr>
              <p:cNvPr id="235" name="TextBox 234">
                <a:extLst>
                  <a:ext uri="{FF2B5EF4-FFF2-40B4-BE49-F238E27FC236}">
                    <a16:creationId xmlns:a16="http://schemas.microsoft.com/office/drawing/2014/main" id="{4B5FC9AC-64A0-8670-3914-104A37632A73}"/>
                  </a:ext>
                </a:extLst>
              </p:cNvPr>
              <p:cNvSpPr txBox="1"/>
              <p:nvPr/>
            </p:nvSpPr>
            <p:spPr>
              <a:xfrm>
                <a:off x="3143892" y="1398672"/>
                <a:ext cx="259899"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4</a:t>
                </a:r>
              </a:p>
            </p:txBody>
          </p:sp>
          <p:sp>
            <p:nvSpPr>
              <p:cNvPr id="236" name="TextBox 235">
                <a:extLst>
                  <a:ext uri="{FF2B5EF4-FFF2-40B4-BE49-F238E27FC236}">
                    <a16:creationId xmlns:a16="http://schemas.microsoft.com/office/drawing/2014/main" id="{47B5355D-5009-1E9D-7AD8-61406A183A1A}"/>
                  </a:ext>
                </a:extLst>
              </p:cNvPr>
              <p:cNvSpPr txBox="1"/>
              <p:nvPr/>
            </p:nvSpPr>
            <p:spPr>
              <a:xfrm>
                <a:off x="3143892" y="963571"/>
                <a:ext cx="259899"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6</a:t>
                </a:r>
              </a:p>
            </p:txBody>
          </p:sp>
          <p:sp>
            <p:nvSpPr>
              <p:cNvPr id="237" name="TextBox 236">
                <a:extLst>
                  <a:ext uri="{FF2B5EF4-FFF2-40B4-BE49-F238E27FC236}">
                    <a16:creationId xmlns:a16="http://schemas.microsoft.com/office/drawing/2014/main" id="{6C25AE1D-AF1E-3936-CA54-603FE42B8EC6}"/>
                  </a:ext>
                </a:extLst>
              </p:cNvPr>
              <p:cNvSpPr txBox="1"/>
              <p:nvPr/>
            </p:nvSpPr>
            <p:spPr>
              <a:xfrm>
                <a:off x="3143892" y="528469"/>
                <a:ext cx="259899"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8</a:t>
                </a:r>
              </a:p>
            </p:txBody>
          </p:sp>
          <p:sp>
            <p:nvSpPr>
              <p:cNvPr id="238" name="Freeform 237">
                <a:extLst>
                  <a:ext uri="{FF2B5EF4-FFF2-40B4-BE49-F238E27FC236}">
                    <a16:creationId xmlns:a16="http://schemas.microsoft.com/office/drawing/2014/main" id="{1D77B7FC-532B-A795-5374-B9444E8A66B3}"/>
                  </a:ext>
                </a:extLst>
              </p:cNvPr>
              <p:cNvSpPr/>
              <p:nvPr/>
            </p:nvSpPr>
            <p:spPr>
              <a:xfrm>
                <a:off x="3332732" y="1505561"/>
                <a:ext cx="34797" cy="12699"/>
              </a:xfrm>
              <a:custGeom>
                <a:avLst/>
                <a:gdLst>
                  <a:gd name="csX0" fmla="*/ 0 w 34797"/>
                  <a:gd name="csY0" fmla="*/ 0 h 12699"/>
                  <a:gd name="csX1" fmla="*/ 34798 w 34797"/>
                  <a:gd name="csY1" fmla="*/ 0 h 12699"/>
                </a:gdLst>
                <a:ahLst/>
                <a:cxnLst>
                  <a:cxn ang="0">
                    <a:pos x="csX0" y="csY0"/>
                  </a:cxn>
                  <a:cxn ang="0">
                    <a:pos x="csX1" y="csY1"/>
                  </a:cxn>
                </a:cxnLst>
                <a:rect l="l" t="t" r="r" b="b"/>
                <a:pathLst>
                  <a:path w="34797" h="12699">
                    <a:moveTo>
                      <a:pt x="0" y="0"/>
                    </a:moveTo>
                    <a:lnTo>
                      <a:pt x="34798" y="0"/>
                    </a:lnTo>
                  </a:path>
                </a:pathLst>
              </a:custGeom>
              <a:noFill/>
              <a:ln w="13542" cap="flat">
                <a:solidFill>
                  <a:srgbClr val="333333"/>
                </a:solidFill>
                <a:prstDash val="solid"/>
                <a:round/>
              </a:ln>
            </p:spPr>
            <p:txBody>
              <a:bodyPr/>
              <a:lstStyle/>
              <a:p>
                <a:pPr algn="ctr"/>
                <a:endParaRPr lang="en-US" sz="2268"/>
              </a:p>
            </p:txBody>
          </p:sp>
          <p:sp>
            <p:nvSpPr>
              <p:cNvPr id="239" name="Freeform 238">
                <a:extLst>
                  <a:ext uri="{FF2B5EF4-FFF2-40B4-BE49-F238E27FC236}">
                    <a16:creationId xmlns:a16="http://schemas.microsoft.com/office/drawing/2014/main" id="{47D68EE4-1BA9-0CD6-3EA7-2A810D9CC8DF}"/>
                  </a:ext>
                </a:extLst>
              </p:cNvPr>
              <p:cNvSpPr/>
              <p:nvPr/>
            </p:nvSpPr>
            <p:spPr>
              <a:xfrm>
                <a:off x="3332732" y="1070459"/>
                <a:ext cx="34797" cy="12699"/>
              </a:xfrm>
              <a:custGeom>
                <a:avLst/>
                <a:gdLst>
                  <a:gd name="csX0" fmla="*/ 0 w 34797"/>
                  <a:gd name="csY0" fmla="*/ 0 h 12699"/>
                  <a:gd name="csX1" fmla="*/ 34798 w 34797"/>
                  <a:gd name="csY1" fmla="*/ 0 h 12699"/>
                </a:gdLst>
                <a:ahLst/>
                <a:cxnLst>
                  <a:cxn ang="0">
                    <a:pos x="csX0" y="csY0"/>
                  </a:cxn>
                  <a:cxn ang="0">
                    <a:pos x="csX1" y="csY1"/>
                  </a:cxn>
                </a:cxnLst>
                <a:rect l="l" t="t" r="r" b="b"/>
                <a:pathLst>
                  <a:path w="34797" h="12699">
                    <a:moveTo>
                      <a:pt x="0" y="0"/>
                    </a:moveTo>
                    <a:lnTo>
                      <a:pt x="34798" y="0"/>
                    </a:lnTo>
                  </a:path>
                </a:pathLst>
              </a:custGeom>
              <a:noFill/>
              <a:ln w="13542" cap="flat">
                <a:solidFill>
                  <a:srgbClr val="333333"/>
                </a:solidFill>
                <a:prstDash val="solid"/>
                <a:round/>
              </a:ln>
            </p:spPr>
            <p:txBody>
              <a:bodyPr/>
              <a:lstStyle/>
              <a:p>
                <a:pPr algn="ctr"/>
                <a:endParaRPr lang="en-US" sz="2268"/>
              </a:p>
            </p:txBody>
          </p:sp>
          <p:sp>
            <p:nvSpPr>
              <p:cNvPr id="240" name="Freeform 239">
                <a:extLst>
                  <a:ext uri="{FF2B5EF4-FFF2-40B4-BE49-F238E27FC236}">
                    <a16:creationId xmlns:a16="http://schemas.microsoft.com/office/drawing/2014/main" id="{3EBCAB10-9050-BB6C-7E04-453BF3EDEDBA}"/>
                  </a:ext>
                </a:extLst>
              </p:cNvPr>
              <p:cNvSpPr/>
              <p:nvPr/>
            </p:nvSpPr>
            <p:spPr>
              <a:xfrm>
                <a:off x="3332732" y="635357"/>
                <a:ext cx="34797" cy="12699"/>
              </a:xfrm>
              <a:custGeom>
                <a:avLst/>
                <a:gdLst>
                  <a:gd name="csX0" fmla="*/ 0 w 34797"/>
                  <a:gd name="csY0" fmla="*/ 0 h 12699"/>
                  <a:gd name="csX1" fmla="*/ 34798 w 34797"/>
                  <a:gd name="csY1" fmla="*/ 0 h 12699"/>
                </a:gdLst>
                <a:ahLst/>
                <a:cxnLst>
                  <a:cxn ang="0">
                    <a:pos x="csX0" y="csY0"/>
                  </a:cxn>
                  <a:cxn ang="0">
                    <a:pos x="csX1" y="csY1"/>
                  </a:cxn>
                </a:cxnLst>
                <a:rect l="l" t="t" r="r" b="b"/>
                <a:pathLst>
                  <a:path w="34797" h="12699">
                    <a:moveTo>
                      <a:pt x="0" y="0"/>
                    </a:moveTo>
                    <a:lnTo>
                      <a:pt x="34798" y="0"/>
                    </a:lnTo>
                  </a:path>
                </a:pathLst>
              </a:custGeom>
              <a:noFill/>
              <a:ln w="13542" cap="flat">
                <a:solidFill>
                  <a:srgbClr val="333333"/>
                </a:solidFill>
                <a:prstDash val="solid"/>
                <a:round/>
              </a:ln>
            </p:spPr>
            <p:txBody>
              <a:bodyPr/>
              <a:lstStyle/>
              <a:p>
                <a:pPr algn="ctr"/>
                <a:endParaRPr lang="en-US" sz="2268"/>
              </a:p>
            </p:txBody>
          </p:sp>
          <p:sp>
            <p:nvSpPr>
              <p:cNvPr id="241" name="Freeform 240">
                <a:extLst>
                  <a:ext uri="{FF2B5EF4-FFF2-40B4-BE49-F238E27FC236}">
                    <a16:creationId xmlns:a16="http://schemas.microsoft.com/office/drawing/2014/main" id="{5C9B6AEC-CE86-941B-ACFF-A96157B304E3}"/>
                  </a:ext>
                </a:extLst>
              </p:cNvPr>
              <p:cNvSpPr/>
              <p:nvPr/>
            </p:nvSpPr>
            <p:spPr>
              <a:xfrm>
                <a:off x="3536821"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242" name="Freeform 241">
                <a:extLst>
                  <a:ext uri="{FF2B5EF4-FFF2-40B4-BE49-F238E27FC236}">
                    <a16:creationId xmlns:a16="http://schemas.microsoft.com/office/drawing/2014/main" id="{6906C134-0A55-0A42-0796-B35267578072}"/>
                  </a:ext>
                </a:extLst>
              </p:cNvPr>
              <p:cNvSpPr/>
              <p:nvPr/>
            </p:nvSpPr>
            <p:spPr>
              <a:xfrm>
                <a:off x="3819142"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243" name="Freeform 242">
                <a:extLst>
                  <a:ext uri="{FF2B5EF4-FFF2-40B4-BE49-F238E27FC236}">
                    <a16:creationId xmlns:a16="http://schemas.microsoft.com/office/drawing/2014/main" id="{A1C59A32-6041-8644-F358-5FADF03671E3}"/>
                  </a:ext>
                </a:extLst>
              </p:cNvPr>
              <p:cNvSpPr/>
              <p:nvPr/>
            </p:nvSpPr>
            <p:spPr>
              <a:xfrm>
                <a:off x="4101463"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244" name="Freeform 243">
                <a:extLst>
                  <a:ext uri="{FF2B5EF4-FFF2-40B4-BE49-F238E27FC236}">
                    <a16:creationId xmlns:a16="http://schemas.microsoft.com/office/drawing/2014/main" id="{34A0A3F5-2468-8264-C0E0-97E93957982C}"/>
                  </a:ext>
                </a:extLst>
              </p:cNvPr>
              <p:cNvSpPr/>
              <p:nvPr/>
            </p:nvSpPr>
            <p:spPr>
              <a:xfrm>
                <a:off x="4383784"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245" name="Freeform 244">
                <a:extLst>
                  <a:ext uri="{FF2B5EF4-FFF2-40B4-BE49-F238E27FC236}">
                    <a16:creationId xmlns:a16="http://schemas.microsoft.com/office/drawing/2014/main" id="{E238C562-CE96-8EC7-0BD1-D9EA128E5126}"/>
                  </a:ext>
                </a:extLst>
              </p:cNvPr>
              <p:cNvSpPr/>
              <p:nvPr/>
            </p:nvSpPr>
            <p:spPr>
              <a:xfrm>
                <a:off x="4666105"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246" name="Freeform 245">
                <a:extLst>
                  <a:ext uri="{FF2B5EF4-FFF2-40B4-BE49-F238E27FC236}">
                    <a16:creationId xmlns:a16="http://schemas.microsoft.com/office/drawing/2014/main" id="{7D3292D0-BFF6-C7D7-01D4-4BA42C4A635A}"/>
                  </a:ext>
                </a:extLst>
              </p:cNvPr>
              <p:cNvSpPr/>
              <p:nvPr/>
            </p:nvSpPr>
            <p:spPr>
              <a:xfrm>
                <a:off x="4948426"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247" name="Freeform 246">
                <a:extLst>
                  <a:ext uri="{FF2B5EF4-FFF2-40B4-BE49-F238E27FC236}">
                    <a16:creationId xmlns:a16="http://schemas.microsoft.com/office/drawing/2014/main" id="{8B76002A-6A83-7AFF-6ADC-BF5205E04FE4}"/>
                  </a:ext>
                </a:extLst>
              </p:cNvPr>
              <p:cNvSpPr/>
              <p:nvPr/>
            </p:nvSpPr>
            <p:spPr>
              <a:xfrm>
                <a:off x="5230747"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248" name="Freeform 247">
                <a:extLst>
                  <a:ext uri="{FF2B5EF4-FFF2-40B4-BE49-F238E27FC236}">
                    <a16:creationId xmlns:a16="http://schemas.microsoft.com/office/drawing/2014/main" id="{E25FAB71-D867-6399-E720-B34A22B03D2C}"/>
                  </a:ext>
                </a:extLst>
              </p:cNvPr>
              <p:cNvSpPr/>
              <p:nvPr/>
            </p:nvSpPr>
            <p:spPr>
              <a:xfrm>
                <a:off x="5513067"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249" name="TextBox 248">
                <a:extLst>
                  <a:ext uri="{FF2B5EF4-FFF2-40B4-BE49-F238E27FC236}">
                    <a16:creationId xmlns:a16="http://schemas.microsoft.com/office/drawing/2014/main" id="{61CAE3C8-FA6E-918E-7F14-142B9A03024F}"/>
                  </a:ext>
                </a:extLst>
              </p:cNvPr>
              <p:cNvSpPr txBox="1"/>
              <p:nvPr/>
            </p:nvSpPr>
            <p:spPr>
              <a:xfrm>
                <a:off x="3403478" y="1563137"/>
                <a:ext cx="266685"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F</a:t>
                </a:r>
              </a:p>
            </p:txBody>
          </p:sp>
          <p:sp>
            <p:nvSpPr>
              <p:cNvPr id="250" name="TextBox 249">
                <a:extLst>
                  <a:ext uri="{FF2B5EF4-FFF2-40B4-BE49-F238E27FC236}">
                    <a16:creationId xmlns:a16="http://schemas.microsoft.com/office/drawing/2014/main" id="{F8DE0A2A-5611-489F-0240-14F4867E6744}"/>
                  </a:ext>
                </a:extLst>
              </p:cNvPr>
              <p:cNvSpPr txBox="1"/>
              <p:nvPr/>
            </p:nvSpPr>
            <p:spPr>
              <a:xfrm>
                <a:off x="3673076" y="1563137"/>
                <a:ext cx="29213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M</a:t>
                </a:r>
              </a:p>
            </p:txBody>
          </p:sp>
          <p:sp>
            <p:nvSpPr>
              <p:cNvPr id="251" name="TextBox 250">
                <a:extLst>
                  <a:ext uri="{FF2B5EF4-FFF2-40B4-BE49-F238E27FC236}">
                    <a16:creationId xmlns:a16="http://schemas.microsoft.com/office/drawing/2014/main" id="{EE36D4E7-A3C3-EEC6-1A28-E8C3C586E765}"/>
                  </a:ext>
                </a:extLst>
              </p:cNvPr>
              <p:cNvSpPr txBox="1"/>
              <p:nvPr/>
            </p:nvSpPr>
            <p:spPr>
              <a:xfrm>
                <a:off x="3987631" y="1563137"/>
                <a:ext cx="227666"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I</a:t>
                </a:r>
              </a:p>
            </p:txBody>
          </p:sp>
          <p:sp>
            <p:nvSpPr>
              <p:cNvPr id="252" name="TextBox 251">
                <a:extLst>
                  <a:ext uri="{FF2B5EF4-FFF2-40B4-BE49-F238E27FC236}">
                    <a16:creationId xmlns:a16="http://schemas.microsoft.com/office/drawing/2014/main" id="{ED51B32F-483D-AD38-F052-FB2620641DA4}"/>
                  </a:ext>
                </a:extLst>
              </p:cNvPr>
              <p:cNvSpPr txBox="1"/>
              <p:nvPr/>
            </p:nvSpPr>
            <p:spPr>
              <a:xfrm>
                <a:off x="4231780" y="1563137"/>
                <a:ext cx="304006"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IP</a:t>
                </a:r>
              </a:p>
            </p:txBody>
          </p:sp>
          <p:sp>
            <p:nvSpPr>
              <p:cNvPr id="253" name="TextBox 252">
                <a:extLst>
                  <a:ext uri="{FF2B5EF4-FFF2-40B4-BE49-F238E27FC236}">
                    <a16:creationId xmlns:a16="http://schemas.microsoft.com/office/drawing/2014/main" id="{7F9E651B-0057-BBF1-8BA8-A37C274D27F4}"/>
                  </a:ext>
                </a:extLst>
              </p:cNvPr>
              <p:cNvSpPr txBox="1"/>
              <p:nvPr/>
            </p:nvSpPr>
            <p:spPr>
              <a:xfrm>
                <a:off x="4520039" y="1563137"/>
                <a:ext cx="29213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LI</a:t>
                </a:r>
              </a:p>
            </p:txBody>
          </p:sp>
          <p:sp>
            <p:nvSpPr>
              <p:cNvPr id="254" name="TextBox 253">
                <a:extLst>
                  <a:ext uri="{FF2B5EF4-FFF2-40B4-BE49-F238E27FC236}">
                    <a16:creationId xmlns:a16="http://schemas.microsoft.com/office/drawing/2014/main" id="{1986E4A4-A7DE-8BFC-CE4E-5B8E6253FFAD}"/>
                  </a:ext>
                </a:extLst>
              </p:cNvPr>
              <p:cNvSpPr txBox="1"/>
              <p:nvPr/>
            </p:nvSpPr>
            <p:spPr>
              <a:xfrm>
                <a:off x="4764190" y="1563137"/>
                <a:ext cx="36847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LIP</a:t>
                </a:r>
              </a:p>
            </p:txBody>
          </p:sp>
          <p:sp>
            <p:nvSpPr>
              <p:cNvPr id="255" name="TextBox 254">
                <a:extLst>
                  <a:ext uri="{FF2B5EF4-FFF2-40B4-BE49-F238E27FC236}">
                    <a16:creationId xmlns:a16="http://schemas.microsoft.com/office/drawing/2014/main" id="{435082C4-0EAF-091A-3FF5-6F88968C573A}"/>
                  </a:ext>
                </a:extLst>
              </p:cNvPr>
              <p:cNvSpPr txBox="1"/>
              <p:nvPr/>
            </p:nvSpPr>
            <p:spPr>
              <a:xfrm>
                <a:off x="5055841" y="1563137"/>
                <a:ext cx="34981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NF</a:t>
                </a:r>
              </a:p>
            </p:txBody>
          </p:sp>
          <p:sp>
            <p:nvSpPr>
              <p:cNvPr id="256" name="TextBox 255">
                <a:extLst>
                  <a:ext uri="{FF2B5EF4-FFF2-40B4-BE49-F238E27FC236}">
                    <a16:creationId xmlns:a16="http://schemas.microsoft.com/office/drawing/2014/main" id="{5435DDC6-7ABD-F91C-6D89-EFCCA4F13E19}"/>
                  </a:ext>
                </a:extLst>
              </p:cNvPr>
              <p:cNvSpPr txBox="1"/>
              <p:nvPr/>
            </p:nvSpPr>
            <p:spPr>
              <a:xfrm>
                <a:off x="5325439" y="1563137"/>
                <a:ext cx="375258"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NM</a:t>
                </a:r>
              </a:p>
            </p:txBody>
          </p:sp>
          <p:sp>
            <p:nvSpPr>
              <p:cNvPr id="258" name="TextBox 257">
                <a:extLst>
                  <a:ext uri="{FF2B5EF4-FFF2-40B4-BE49-F238E27FC236}">
                    <a16:creationId xmlns:a16="http://schemas.microsoft.com/office/drawing/2014/main" id="{1D1D5F4E-6E21-16B4-A3F0-25A45EA6B7A1}"/>
                  </a:ext>
                </a:extLst>
              </p:cNvPr>
              <p:cNvSpPr txBox="1"/>
              <p:nvPr/>
            </p:nvSpPr>
            <p:spPr>
              <a:xfrm rot="16200000">
                <a:off x="2690568" y="761898"/>
                <a:ext cx="879109"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Length (cm)</a:t>
                </a:r>
              </a:p>
            </p:txBody>
          </p:sp>
        </p:grpSp>
      </p:grpSp>
      <p:grpSp>
        <p:nvGrpSpPr>
          <p:cNvPr id="17" name="Group 16">
            <a:extLst>
              <a:ext uri="{FF2B5EF4-FFF2-40B4-BE49-F238E27FC236}">
                <a16:creationId xmlns:a16="http://schemas.microsoft.com/office/drawing/2014/main" id="{6F0B1EA6-7B4F-1A82-1406-7B5680ABC2D5}"/>
              </a:ext>
            </a:extLst>
          </p:cNvPr>
          <p:cNvGrpSpPr/>
          <p:nvPr/>
        </p:nvGrpSpPr>
        <p:grpSpPr>
          <a:xfrm>
            <a:off x="5411619" y="733469"/>
            <a:ext cx="1070268" cy="614062"/>
            <a:chOff x="3427368" y="303313"/>
            <a:chExt cx="1132670" cy="649865"/>
          </a:xfrm>
        </p:grpSpPr>
        <p:pic>
          <p:nvPicPr>
            <p:cNvPr id="18" name="Graphic 17">
              <a:extLst>
                <a:ext uri="{FF2B5EF4-FFF2-40B4-BE49-F238E27FC236}">
                  <a16:creationId xmlns:a16="http://schemas.microsoft.com/office/drawing/2014/main" id="{6C0CF9E4-500A-B382-0242-262B38011627}"/>
                </a:ext>
              </a:extLst>
            </p:cNvPr>
            <p:cNvPicPr>
              <a:picLocks noChangeAspect="1"/>
            </p:cNvPicPr>
            <p:nvPr/>
          </p:nvPicPr>
          <p:blipFill>
            <a:blip>
              <a:extLst>
                <a:ext uri="{96DAC541-7B7A-43D3-8B79-37D633B846F1}">
                  <asvg:svgBlip xmlns:asvg="http://schemas.microsoft.com/office/drawing/2016/SVG/main" r:embed="rId3"/>
                </a:ext>
              </a:extLst>
            </a:blip>
            <a:srcRect l="64053" t="21771" r="6855" b="67280"/>
            <a:stretch>
              <a:fillRect/>
            </a:stretch>
          </p:blipFill>
          <p:spPr>
            <a:xfrm>
              <a:off x="3445840" y="303313"/>
              <a:ext cx="1114198" cy="239597"/>
            </a:xfrm>
            <a:prstGeom prst="rect">
              <a:avLst/>
            </a:prstGeom>
          </p:spPr>
        </p:pic>
        <p:pic>
          <p:nvPicPr>
            <p:cNvPr id="19" name="Graphic 18">
              <a:extLst>
                <a:ext uri="{FF2B5EF4-FFF2-40B4-BE49-F238E27FC236}">
                  <a16:creationId xmlns:a16="http://schemas.microsoft.com/office/drawing/2014/main" id="{ECF76C1E-243D-F30E-250C-78DC05F0814A}"/>
                </a:ext>
              </a:extLst>
            </p:cNvPr>
            <p:cNvPicPr>
              <a:picLocks noChangeAspect="1"/>
            </p:cNvPicPr>
            <p:nvPr/>
          </p:nvPicPr>
          <p:blipFill>
            <a:blip>
              <a:extLst>
                <a:ext uri="{96DAC541-7B7A-43D3-8B79-37D633B846F1}">
                  <asvg:svgBlip xmlns:asvg="http://schemas.microsoft.com/office/drawing/2016/SVG/main" r:embed="rId3"/>
                </a:ext>
              </a:extLst>
            </a:blip>
            <a:srcRect l="67855" t="34726" r="4681" b="54631"/>
            <a:stretch>
              <a:fillRect/>
            </a:stretch>
          </p:blipFill>
          <p:spPr>
            <a:xfrm>
              <a:off x="3445840" y="539825"/>
              <a:ext cx="1051798" cy="232924"/>
            </a:xfrm>
            <a:prstGeom prst="rect">
              <a:avLst/>
            </a:prstGeom>
          </p:spPr>
        </p:pic>
        <p:pic>
          <p:nvPicPr>
            <p:cNvPr id="20" name="Graphic 19">
              <a:extLst>
                <a:ext uri="{FF2B5EF4-FFF2-40B4-BE49-F238E27FC236}">
                  <a16:creationId xmlns:a16="http://schemas.microsoft.com/office/drawing/2014/main" id="{B367F8DA-9B5B-4CB3-9D77-E50E0677B739}"/>
                </a:ext>
              </a:extLst>
            </p:cNvPr>
            <p:cNvPicPr>
              <a:picLocks noChangeAspect="1"/>
            </p:cNvPicPr>
            <p:nvPr/>
          </p:nvPicPr>
          <p:blipFill>
            <a:blip>
              <a:extLst>
                <a:ext uri="{96DAC541-7B7A-43D3-8B79-37D633B846F1}">
                  <asvg:svgBlip xmlns:asvg="http://schemas.microsoft.com/office/drawing/2016/SVG/main" r:embed="rId3"/>
                </a:ext>
              </a:extLst>
            </a:blip>
            <a:srcRect l="67553" t="47870" r="3489" b="43886"/>
            <a:stretch>
              <a:fillRect/>
            </a:stretch>
          </p:blipFill>
          <p:spPr>
            <a:xfrm>
              <a:off x="3427368" y="772749"/>
              <a:ext cx="1109049" cy="180429"/>
            </a:xfrm>
            <a:prstGeom prst="rect">
              <a:avLst/>
            </a:prstGeom>
          </p:spPr>
        </p:pic>
      </p:grpSp>
      <p:sp>
        <p:nvSpPr>
          <p:cNvPr id="2450" name="TextBox 2449">
            <a:extLst>
              <a:ext uri="{FF2B5EF4-FFF2-40B4-BE49-F238E27FC236}">
                <a16:creationId xmlns:a16="http://schemas.microsoft.com/office/drawing/2014/main" id="{23E04479-750B-AC3B-D7DA-DAFC5BE481CE}"/>
              </a:ext>
            </a:extLst>
          </p:cNvPr>
          <p:cNvSpPr txBox="1"/>
          <p:nvPr/>
        </p:nvSpPr>
        <p:spPr>
          <a:xfrm>
            <a:off x="2704822" y="307067"/>
            <a:ext cx="303288" cy="325025"/>
          </a:xfrm>
          <a:prstGeom prst="rect">
            <a:avLst/>
          </a:prstGeom>
          <a:noFill/>
        </p:spPr>
        <p:txBody>
          <a:bodyPr wrap="none" rtlCol="0">
            <a:spAutoFit/>
          </a:bodyPr>
          <a:lstStyle/>
          <a:p>
            <a:pPr algn="ctr"/>
            <a:r>
              <a:rPr lang="en-US" sz="1512" b="1">
                <a:latin typeface="Helvetica" pitchFamily="2" charset="0"/>
              </a:rPr>
              <a:t>b</a:t>
            </a:r>
            <a:endParaRPr lang="en-US" sz="4536" b="1">
              <a:latin typeface="Helvetica" pitchFamily="2" charset="0"/>
            </a:endParaRPr>
          </a:p>
        </p:txBody>
      </p:sp>
      <p:grpSp>
        <p:nvGrpSpPr>
          <p:cNvPr id="4" name="Group 3">
            <a:extLst>
              <a:ext uri="{FF2B5EF4-FFF2-40B4-BE49-F238E27FC236}">
                <a16:creationId xmlns:a16="http://schemas.microsoft.com/office/drawing/2014/main" id="{67B94D08-61DD-123A-7A52-FAA0806F8794}"/>
              </a:ext>
            </a:extLst>
          </p:cNvPr>
          <p:cNvGrpSpPr/>
          <p:nvPr/>
        </p:nvGrpSpPr>
        <p:grpSpPr>
          <a:xfrm>
            <a:off x="29369" y="458046"/>
            <a:ext cx="2596384" cy="1732323"/>
            <a:chOff x="29369" y="458046"/>
            <a:chExt cx="2596384" cy="1732323"/>
          </a:xfrm>
        </p:grpSpPr>
        <p:grpSp>
          <p:nvGrpSpPr>
            <p:cNvPr id="259" name="Graphic 14">
              <a:extLst>
                <a:ext uri="{FF2B5EF4-FFF2-40B4-BE49-F238E27FC236}">
                  <a16:creationId xmlns:a16="http://schemas.microsoft.com/office/drawing/2014/main" id="{9134A183-525E-4E55-A84F-3A040A94E6AB}"/>
                </a:ext>
              </a:extLst>
            </p:cNvPr>
            <p:cNvGrpSpPr/>
            <p:nvPr/>
          </p:nvGrpSpPr>
          <p:grpSpPr>
            <a:xfrm>
              <a:off x="29369" y="458046"/>
              <a:ext cx="2596384" cy="1732323"/>
              <a:chOff x="31081" y="134007"/>
              <a:chExt cx="2747766" cy="1833326"/>
            </a:xfrm>
          </p:grpSpPr>
          <p:sp>
            <p:nvSpPr>
              <p:cNvPr id="260" name="Freeform 259">
                <a:extLst>
                  <a:ext uri="{FF2B5EF4-FFF2-40B4-BE49-F238E27FC236}">
                    <a16:creationId xmlns:a16="http://schemas.microsoft.com/office/drawing/2014/main" id="{69AA6392-E524-3F2C-E415-A83BA3BFD512}"/>
                  </a:ext>
                </a:extLst>
              </p:cNvPr>
              <p:cNvSpPr/>
              <p:nvPr/>
            </p:nvSpPr>
            <p:spPr>
              <a:xfrm>
                <a:off x="35648" y="138534"/>
                <a:ext cx="2743199" cy="1828799"/>
              </a:xfrm>
              <a:custGeom>
                <a:avLst/>
                <a:gdLst>
                  <a:gd name="csX0" fmla="*/ 0 w 2743199"/>
                  <a:gd name="csY0" fmla="*/ 0 h 1828799"/>
                  <a:gd name="csX1" fmla="*/ 2743199 w 2743199"/>
                  <a:gd name="csY1" fmla="*/ 0 h 1828799"/>
                  <a:gd name="csX2" fmla="*/ 2743199 w 2743199"/>
                  <a:gd name="csY2" fmla="*/ 1828799 h 1828799"/>
                  <a:gd name="csX3" fmla="*/ 0 w 2743199"/>
                  <a:gd name="csY3" fmla="*/ 1828799 h 1828799"/>
                </a:gdLst>
                <a:ahLst/>
                <a:cxnLst>
                  <a:cxn ang="0">
                    <a:pos x="csX0" y="csY0"/>
                  </a:cxn>
                  <a:cxn ang="0">
                    <a:pos x="csX1" y="csY1"/>
                  </a:cxn>
                  <a:cxn ang="0">
                    <a:pos x="csX2" y="csY2"/>
                  </a:cxn>
                  <a:cxn ang="0">
                    <a:pos x="csX3" y="csY3"/>
                  </a:cxn>
                </a:cxnLst>
                <a:rect l="l" t="t" r="r" b="b"/>
                <a:pathLst>
                  <a:path w="2743199" h="1828799">
                    <a:moveTo>
                      <a:pt x="0" y="0"/>
                    </a:moveTo>
                    <a:lnTo>
                      <a:pt x="2743199" y="0"/>
                    </a:lnTo>
                    <a:lnTo>
                      <a:pt x="2743199" y="1828799"/>
                    </a:lnTo>
                    <a:lnTo>
                      <a:pt x="0" y="1828799"/>
                    </a:lnTo>
                    <a:close/>
                  </a:path>
                </a:pathLst>
              </a:custGeom>
              <a:solidFill>
                <a:srgbClr val="FFFFFF"/>
              </a:solidFill>
              <a:ln w="12656" cap="rnd">
                <a:noFill/>
                <a:prstDash val="solid"/>
                <a:round/>
              </a:ln>
            </p:spPr>
            <p:txBody>
              <a:bodyPr/>
              <a:lstStyle/>
              <a:p>
                <a:pPr algn="ctr"/>
                <a:endParaRPr lang="en-US" sz="2268"/>
              </a:p>
            </p:txBody>
          </p:sp>
          <p:sp>
            <p:nvSpPr>
              <p:cNvPr id="261" name="Freeform 260">
                <a:extLst>
                  <a:ext uri="{FF2B5EF4-FFF2-40B4-BE49-F238E27FC236}">
                    <a16:creationId xmlns:a16="http://schemas.microsoft.com/office/drawing/2014/main" id="{FF9AAD7A-F0E3-4068-DFBD-20C7F2ADEDFA}"/>
                  </a:ext>
                </a:extLst>
              </p:cNvPr>
              <p:cNvSpPr/>
              <p:nvPr/>
            </p:nvSpPr>
            <p:spPr>
              <a:xfrm>
                <a:off x="35648" y="138534"/>
                <a:ext cx="2743199" cy="1828799"/>
              </a:xfrm>
              <a:custGeom>
                <a:avLst/>
                <a:gdLst>
                  <a:gd name="csX0" fmla="*/ 0 w 2743199"/>
                  <a:gd name="csY0" fmla="*/ 0 h 1828799"/>
                  <a:gd name="csX1" fmla="*/ 2743199 w 2743199"/>
                  <a:gd name="csY1" fmla="*/ 0 h 1828799"/>
                  <a:gd name="csX2" fmla="*/ 2743199 w 2743199"/>
                  <a:gd name="csY2" fmla="*/ 1828799 h 1828799"/>
                  <a:gd name="csX3" fmla="*/ 0 w 2743199"/>
                  <a:gd name="csY3" fmla="*/ 1828799 h 1828799"/>
                </a:gdLst>
                <a:ahLst/>
                <a:cxnLst>
                  <a:cxn ang="0">
                    <a:pos x="csX0" y="csY0"/>
                  </a:cxn>
                  <a:cxn ang="0">
                    <a:pos x="csX1" y="csY1"/>
                  </a:cxn>
                  <a:cxn ang="0">
                    <a:pos x="csX2" y="csY2"/>
                  </a:cxn>
                  <a:cxn ang="0">
                    <a:pos x="csX3" y="csY3"/>
                  </a:cxn>
                </a:cxnLst>
                <a:rect l="l" t="t" r="r" b="b"/>
                <a:pathLst>
                  <a:path w="2743199" h="1828799">
                    <a:moveTo>
                      <a:pt x="0" y="0"/>
                    </a:moveTo>
                    <a:lnTo>
                      <a:pt x="2743199" y="0"/>
                    </a:lnTo>
                    <a:lnTo>
                      <a:pt x="2743199" y="1828799"/>
                    </a:lnTo>
                    <a:lnTo>
                      <a:pt x="0" y="1828799"/>
                    </a:lnTo>
                    <a:close/>
                  </a:path>
                </a:pathLst>
              </a:custGeom>
              <a:solidFill>
                <a:srgbClr val="FFFFFF"/>
              </a:solidFill>
              <a:ln w="13542" cap="rnd">
                <a:solidFill>
                  <a:srgbClr val="FFFFFF"/>
                </a:solidFill>
                <a:prstDash val="solid"/>
                <a:round/>
              </a:ln>
            </p:spPr>
            <p:txBody>
              <a:bodyPr/>
              <a:lstStyle/>
              <a:p>
                <a:pPr algn="ctr"/>
                <a:endParaRPr lang="en-US" sz="2268"/>
              </a:p>
            </p:txBody>
          </p:sp>
          <p:grpSp>
            <p:nvGrpSpPr>
              <p:cNvPr id="262" name="Graphic 14">
                <a:extLst>
                  <a:ext uri="{FF2B5EF4-FFF2-40B4-BE49-F238E27FC236}">
                    <a16:creationId xmlns:a16="http://schemas.microsoft.com/office/drawing/2014/main" id="{867D8DC8-C85B-DD30-A7CA-15342FAE41ED}"/>
                  </a:ext>
                </a:extLst>
              </p:cNvPr>
              <p:cNvGrpSpPr/>
              <p:nvPr/>
            </p:nvGrpSpPr>
            <p:grpSpPr>
              <a:xfrm>
                <a:off x="437009" y="164809"/>
                <a:ext cx="2317079" cy="1402473"/>
                <a:chOff x="437009" y="164809"/>
                <a:chExt cx="2317079" cy="1402473"/>
              </a:xfrm>
            </p:grpSpPr>
            <p:sp>
              <p:nvSpPr>
                <p:cNvPr id="263" name="Freeform 262">
                  <a:extLst>
                    <a:ext uri="{FF2B5EF4-FFF2-40B4-BE49-F238E27FC236}">
                      <a16:creationId xmlns:a16="http://schemas.microsoft.com/office/drawing/2014/main" id="{61F0EF87-B0BE-37FF-DDB7-4C3ABAE1C6F1}"/>
                    </a:ext>
                  </a:extLst>
                </p:cNvPr>
                <p:cNvSpPr/>
                <p:nvPr/>
              </p:nvSpPr>
              <p:spPr>
                <a:xfrm>
                  <a:off x="456398" y="208129"/>
                  <a:ext cx="2252852" cy="1359153"/>
                </a:xfrm>
                <a:custGeom>
                  <a:avLst/>
                  <a:gdLst>
                    <a:gd name="csX0" fmla="*/ 0 w 2252852"/>
                    <a:gd name="csY0" fmla="*/ 0 h 1359153"/>
                    <a:gd name="csX1" fmla="*/ 2252852 w 2252852"/>
                    <a:gd name="csY1" fmla="*/ 0 h 1359153"/>
                    <a:gd name="csX2" fmla="*/ 2252852 w 2252852"/>
                    <a:gd name="csY2" fmla="*/ 1359153 h 1359153"/>
                    <a:gd name="csX3" fmla="*/ 0 w 2252852"/>
                    <a:gd name="csY3" fmla="*/ 1359153 h 1359153"/>
                  </a:gdLst>
                  <a:ahLst/>
                  <a:cxnLst>
                    <a:cxn ang="0">
                      <a:pos x="csX0" y="csY0"/>
                    </a:cxn>
                    <a:cxn ang="0">
                      <a:pos x="csX1" y="csY1"/>
                    </a:cxn>
                    <a:cxn ang="0">
                      <a:pos x="csX2" y="csY2"/>
                    </a:cxn>
                    <a:cxn ang="0">
                      <a:pos x="csX3" y="csY3"/>
                    </a:cxn>
                  </a:cxnLst>
                  <a:rect l="l" t="t" r="r" b="b"/>
                  <a:pathLst>
                    <a:path w="2252852" h="1359153">
                      <a:moveTo>
                        <a:pt x="0" y="0"/>
                      </a:moveTo>
                      <a:lnTo>
                        <a:pt x="2252852" y="0"/>
                      </a:lnTo>
                      <a:lnTo>
                        <a:pt x="2252852" y="1359153"/>
                      </a:lnTo>
                      <a:lnTo>
                        <a:pt x="0" y="1359153"/>
                      </a:lnTo>
                      <a:close/>
                    </a:path>
                  </a:pathLst>
                </a:custGeom>
                <a:solidFill>
                  <a:srgbClr val="FFFFFF"/>
                </a:solidFill>
                <a:ln w="26957" cap="rnd">
                  <a:solidFill>
                    <a:srgbClr val="000000"/>
                  </a:solidFill>
                  <a:prstDash val="solid"/>
                  <a:round/>
                </a:ln>
              </p:spPr>
              <p:txBody>
                <a:bodyPr/>
                <a:lstStyle/>
                <a:p>
                  <a:pPr algn="ctr"/>
                  <a:endParaRPr lang="en-US" sz="2268"/>
                </a:p>
              </p:txBody>
            </p:sp>
            <p:sp>
              <p:nvSpPr>
                <p:cNvPr id="264" name="Freeform 263">
                  <a:extLst>
                    <a:ext uri="{FF2B5EF4-FFF2-40B4-BE49-F238E27FC236}">
                      <a16:creationId xmlns:a16="http://schemas.microsoft.com/office/drawing/2014/main" id="{99B0DDB9-A7A8-B47B-27A9-8CA7698743D2}"/>
                    </a:ext>
                  </a:extLst>
                </p:cNvPr>
                <p:cNvSpPr/>
                <p:nvPr/>
              </p:nvSpPr>
              <p:spPr>
                <a:xfrm>
                  <a:off x="497546" y="780137"/>
                  <a:ext cx="247268" cy="12699"/>
                </a:xfrm>
                <a:custGeom>
                  <a:avLst/>
                  <a:gdLst>
                    <a:gd name="csX0" fmla="*/ 0 w 247268"/>
                    <a:gd name="csY0" fmla="*/ 0 h 12699"/>
                    <a:gd name="csX1" fmla="*/ 247269 w 247268"/>
                    <a:gd name="csY1" fmla="*/ 0 h 12699"/>
                  </a:gdLst>
                  <a:ahLst/>
                  <a:cxnLst>
                    <a:cxn ang="0">
                      <a:pos x="csX0" y="csY0"/>
                    </a:cxn>
                    <a:cxn ang="0">
                      <a:pos x="csX1" y="csY1"/>
                    </a:cxn>
                  </a:cxnLst>
                  <a:rect l="l" t="t" r="r" b="b"/>
                  <a:pathLst>
                    <a:path w="247268" h="12699">
                      <a:moveTo>
                        <a:pt x="0" y="0"/>
                      </a:moveTo>
                      <a:lnTo>
                        <a:pt x="247269" y="0"/>
                      </a:lnTo>
                    </a:path>
                  </a:pathLst>
                </a:custGeom>
                <a:ln w="33791" cap="flat">
                  <a:solidFill>
                    <a:srgbClr val="F8766D"/>
                  </a:solidFill>
                  <a:prstDash val="solid"/>
                  <a:miter/>
                </a:ln>
              </p:spPr>
              <p:txBody>
                <a:bodyPr/>
                <a:lstStyle/>
                <a:p>
                  <a:pPr algn="ctr"/>
                  <a:endParaRPr lang="en-US" sz="2268"/>
                </a:p>
              </p:txBody>
            </p:sp>
            <p:sp>
              <p:nvSpPr>
                <p:cNvPr id="265" name="Freeform 264">
                  <a:extLst>
                    <a:ext uri="{FF2B5EF4-FFF2-40B4-BE49-F238E27FC236}">
                      <a16:creationId xmlns:a16="http://schemas.microsoft.com/office/drawing/2014/main" id="{292ED27A-785F-E572-E717-7B70C5D66339}"/>
                    </a:ext>
                  </a:extLst>
                </p:cNvPr>
                <p:cNvSpPr/>
                <p:nvPr/>
              </p:nvSpPr>
              <p:spPr>
                <a:xfrm>
                  <a:off x="772374" y="1353923"/>
                  <a:ext cx="247268" cy="12699"/>
                </a:xfrm>
                <a:custGeom>
                  <a:avLst/>
                  <a:gdLst>
                    <a:gd name="csX0" fmla="*/ 0 w 247268"/>
                    <a:gd name="csY0" fmla="*/ 0 h 12699"/>
                    <a:gd name="csX1" fmla="*/ 247269 w 247268"/>
                    <a:gd name="csY1" fmla="*/ 0 h 12699"/>
                  </a:gdLst>
                  <a:ahLst/>
                  <a:cxnLst>
                    <a:cxn ang="0">
                      <a:pos x="csX0" y="csY0"/>
                    </a:cxn>
                    <a:cxn ang="0">
                      <a:pos x="csX1" y="csY1"/>
                    </a:cxn>
                  </a:cxnLst>
                  <a:rect l="l" t="t" r="r" b="b"/>
                  <a:pathLst>
                    <a:path w="247268" h="12699">
                      <a:moveTo>
                        <a:pt x="0" y="0"/>
                      </a:moveTo>
                      <a:lnTo>
                        <a:pt x="247269" y="0"/>
                      </a:lnTo>
                    </a:path>
                  </a:pathLst>
                </a:custGeom>
                <a:ln w="33791" cap="flat">
                  <a:solidFill>
                    <a:srgbClr val="00BFC4"/>
                  </a:solidFill>
                  <a:prstDash val="solid"/>
                  <a:miter/>
                </a:ln>
              </p:spPr>
              <p:txBody>
                <a:bodyPr/>
                <a:lstStyle/>
                <a:p>
                  <a:pPr algn="ctr"/>
                  <a:endParaRPr lang="en-US" sz="2268"/>
                </a:p>
              </p:txBody>
            </p:sp>
            <p:sp>
              <p:nvSpPr>
                <p:cNvPr id="266" name="Freeform 265">
                  <a:extLst>
                    <a:ext uri="{FF2B5EF4-FFF2-40B4-BE49-F238E27FC236}">
                      <a16:creationId xmlns:a16="http://schemas.microsoft.com/office/drawing/2014/main" id="{E1F4501B-A91C-9235-1A90-19F9BF6A405D}"/>
                    </a:ext>
                  </a:extLst>
                </p:cNvPr>
                <p:cNvSpPr/>
                <p:nvPr/>
              </p:nvSpPr>
              <p:spPr>
                <a:xfrm>
                  <a:off x="1047075" y="1131800"/>
                  <a:ext cx="247268" cy="12699"/>
                </a:xfrm>
                <a:custGeom>
                  <a:avLst/>
                  <a:gdLst>
                    <a:gd name="csX0" fmla="*/ 0 w 247268"/>
                    <a:gd name="csY0" fmla="*/ 0 h 12699"/>
                    <a:gd name="csX1" fmla="*/ 247269 w 247268"/>
                    <a:gd name="csY1" fmla="*/ 0 h 12699"/>
                  </a:gdLst>
                  <a:ahLst/>
                  <a:cxnLst>
                    <a:cxn ang="0">
                      <a:pos x="csX0" y="csY0"/>
                    </a:cxn>
                    <a:cxn ang="0">
                      <a:pos x="csX1" y="csY1"/>
                    </a:cxn>
                  </a:cxnLst>
                  <a:rect l="l" t="t" r="r" b="b"/>
                  <a:pathLst>
                    <a:path w="247268" h="12699">
                      <a:moveTo>
                        <a:pt x="0" y="0"/>
                      </a:moveTo>
                      <a:lnTo>
                        <a:pt x="247269" y="0"/>
                      </a:lnTo>
                    </a:path>
                  </a:pathLst>
                </a:custGeom>
                <a:ln w="33791" cap="flat">
                  <a:solidFill>
                    <a:srgbClr val="F8766D"/>
                  </a:solidFill>
                  <a:prstDash val="solid"/>
                  <a:miter/>
                </a:ln>
              </p:spPr>
              <p:txBody>
                <a:bodyPr/>
                <a:lstStyle/>
                <a:p>
                  <a:pPr algn="ctr"/>
                  <a:endParaRPr lang="en-US" sz="2268"/>
                </a:p>
              </p:txBody>
            </p:sp>
            <p:sp>
              <p:nvSpPr>
                <p:cNvPr id="267" name="Freeform 266">
                  <a:extLst>
                    <a:ext uri="{FF2B5EF4-FFF2-40B4-BE49-F238E27FC236}">
                      <a16:creationId xmlns:a16="http://schemas.microsoft.com/office/drawing/2014/main" id="{0509AECB-9A06-805E-E1C2-7C97715408C6}"/>
                    </a:ext>
                  </a:extLst>
                </p:cNvPr>
                <p:cNvSpPr/>
                <p:nvPr/>
              </p:nvSpPr>
              <p:spPr>
                <a:xfrm>
                  <a:off x="1321776" y="1412978"/>
                  <a:ext cx="247268" cy="12699"/>
                </a:xfrm>
                <a:custGeom>
                  <a:avLst/>
                  <a:gdLst>
                    <a:gd name="csX0" fmla="*/ 0 w 247268"/>
                    <a:gd name="csY0" fmla="*/ 0 h 12699"/>
                    <a:gd name="csX1" fmla="*/ 247269 w 247268"/>
                    <a:gd name="csY1" fmla="*/ 0 h 12699"/>
                  </a:gdLst>
                  <a:ahLst/>
                  <a:cxnLst>
                    <a:cxn ang="0">
                      <a:pos x="csX0" y="csY0"/>
                    </a:cxn>
                    <a:cxn ang="0">
                      <a:pos x="csX1" y="csY1"/>
                    </a:cxn>
                  </a:cxnLst>
                  <a:rect l="l" t="t" r="r" b="b"/>
                  <a:pathLst>
                    <a:path w="247268" h="12699">
                      <a:moveTo>
                        <a:pt x="0" y="0"/>
                      </a:moveTo>
                      <a:lnTo>
                        <a:pt x="247269" y="0"/>
                      </a:lnTo>
                    </a:path>
                  </a:pathLst>
                </a:custGeom>
                <a:ln w="33791" cap="flat">
                  <a:solidFill>
                    <a:srgbClr val="00BFC4"/>
                  </a:solidFill>
                  <a:prstDash val="solid"/>
                  <a:miter/>
                </a:ln>
              </p:spPr>
              <p:txBody>
                <a:bodyPr/>
                <a:lstStyle/>
                <a:p>
                  <a:pPr algn="ctr"/>
                  <a:endParaRPr lang="en-US" sz="2268"/>
                </a:p>
              </p:txBody>
            </p:sp>
            <p:sp>
              <p:nvSpPr>
                <p:cNvPr id="268" name="Freeform 267">
                  <a:extLst>
                    <a:ext uri="{FF2B5EF4-FFF2-40B4-BE49-F238E27FC236}">
                      <a16:creationId xmlns:a16="http://schemas.microsoft.com/office/drawing/2014/main" id="{E238A6AE-EDE7-95B2-EF0C-02130B3BC2CA}"/>
                    </a:ext>
                  </a:extLst>
                </p:cNvPr>
                <p:cNvSpPr/>
                <p:nvPr/>
              </p:nvSpPr>
              <p:spPr>
                <a:xfrm>
                  <a:off x="1596604" y="1073507"/>
                  <a:ext cx="247268" cy="12699"/>
                </a:xfrm>
                <a:custGeom>
                  <a:avLst/>
                  <a:gdLst>
                    <a:gd name="csX0" fmla="*/ 0 w 247268"/>
                    <a:gd name="csY0" fmla="*/ 0 h 12699"/>
                    <a:gd name="csX1" fmla="*/ 247269 w 247268"/>
                    <a:gd name="csY1" fmla="*/ 0 h 12699"/>
                  </a:gdLst>
                  <a:ahLst/>
                  <a:cxnLst>
                    <a:cxn ang="0">
                      <a:pos x="csX0" y="csY0"/>
                    </a:cxn>
                    <a:cxn ang="0">
                      <a:pos x="csX1" y="csY1"/>
                    </a:cxn>
                  </a:cxnLst>
                  <a:rect l="l" t="t" r="r" b="b"/>
                  <a:pathLst>
                    <a:path w="247268" h="12699">
                      <a:moveTo>
                        <a:pt x="0" y="0"/>
                      </a:moveTo>
                      <a:lnTo>
                        <a:pt x="247269" y="0"/>
                      </a:lnTo>
                    </a:path>
                  </a:pathLst>
                </a:custGeom>
                <a:ln w="33791" cap="flat">
                  <a:solidFill>
                    <a:srgbClr val="F8766D"/>
                  </a:solidFill>
                  <a:prstDash val="solid"/>
                  <a:miter/>
                </a:ln>
              </p:spPr>
              <p:txBody>
                <a:bodyPr/>
                <a:lstStyle/>
                <a:p>
                  <a:pPr algn="ctr"/>
                  <a:endParaRPr lang="en-US" sz="2268"/>
                </a:p>
              </p:txBody>
            </p:sp>
            <p:sp>
              <p:nvSpPr>
                <p:cNvPr id="269" name="Freeform 268">
                  <a:extLst>
                    <a:ext uri="{FF2B5EF4-FFF2-40B4-BE49-F238E27FC236}">
                      <a16:creationId xmlns:a16="http://schemas.microsoft.com/office/drawing/2014/main" id="{27C094E2-7EFC-077F-87F0-EA3C67F04669}"/>
                    </a:ext>
                  </a:extLst>
                </p:cNvPr>
                <p:cNvSpPr/>
                <p:nvPr/>
              </p:nvSpPr>
              <p:spPr>
                <a:xfrm>
                  <a:off x="1871305" y="1373227"/>
                  <a:ext cx="247268" cy="12699"/>
                </a:xfrm>
                <a:custGeom>
                  <a:avLst/>
                  <a:gdLst>
                    <a:gd name="csX0" fmla="*/ 0 w 247268"/>
                    <a:gd name="csY0" fmla="*/ 0 h 12699"/>
                    <a:gd name="csX1" fmla="*/ 247269 w 247268"/>
                    <a:gd name="csY1" fmla="*/ 0 h 12699"/>
                  </a:gdLst>
                  <a:ahLst/>
                  <a:cxnLst>
                    <a:cxn ang="0">
                      <a:pos x="csX0" y="csY0"/>
                    </a:cxn>
                    <a:cxn ang="0">
                      <a:pos x="csX1" y="csY1"/>
                    </a:cxn>
                  </a:cxnLst>
                  <a:rect l="l" t="t" r="r" b="b"/>
                  <a:pathLst>
                    <a:path w="247268" h="12699">
                      <a:moveTo>
                        <a:pt x="0" y="0"/>
                      </a:moveTo>
                      <a:lnTo>
                        <a:pt x="247269" y="0"/>
                      </a:lnTo>
                    </a:path>
                  </a:pathLst>
                </a:custGeom>
                <a:ln w="33791" cap="flat">
                  <a:solidFill>
                    <a:srgbClr val="00BFC4"/>
                  </a:solidFill>
                  <a:prstDash val="solid"/>
                  <a:miter/>
                </a:ln>
              </p:spPr>
              <p:txBody>
                <a:bodyPr/>
                <a:lstStyle/>
                <a:p>
                  <a:pPr algn="ctr"/>
                  <a:endParaRPr lang="en-US" sz="2268"/>
                </a:p>
              </p:txBody>
            </p:sp>
            <p:sp>
              <p:nvSpPr>
                <p:cNvPr id="270" name="Freeform 269">
                  <a:extLst>
                    <a:ext uri="{FF2B5EF4-FFF2-40B4-BE49-F238E27FC236}">
                      <a16:creationId xmlns:a16="http://schemas.microsoft.com/office/drawing/2014/main" id="{F0C685F9-2039-D796-9910-17155666EDB7}"/>
                    </a:ext>
                  </a:extLst>
                </p:cNvPr>
                <p:cNvSpPr/>
                <p:nvPr/>
              </p:nvSpPr>
              <p:spPr>
                <a:xfrm>
                  <a:off x="566253" y="680188"/>
                  <a:ext cx="109854" cy="12699"/>
                </a:xfrm>
                <a:custGeom>
                  <a:avLst/>
                  <a:gdLst>
                    <a:gd name="csX0" fmla="*/ 0 w 109854"/>
                    <a:gd name="csY0" fmla="*/ 0 h 12699"/>
                    <a:gd name="csX1" fmla="*/ 109855 w 109854"/>
                    <a:gd name="csY1" fmla="*/ 0 h 12699"/>
                  </a:gdLst>
                  <a:ahLst/>
                  <a:cxnLst>
                    <a:cxn ang="0">
                      <a:pos x="csX0" y="csY0"/>
                    </a:cxn>
                    <a:cxn ang="0">
                      <a:pos x="csX1" y="csY1"/>
                    </a:cxn>
                  </a:cxnLst>
                  <a:rect l="l" t="t" r="r" b="b"/>
                  <a:pathLst>
                    <a:path w="109854" h="12699">
                      <a:moveTo>
                        <a:pt x="0" y="0"/>
                      </a:moveTo>
                      <a:lnTo>
                        <a:pt x="109855" y="0"/>
                      </a:lnTo>
                    </a:path>
                  </a:pathLst>
                </a:custGeom>
                <a:noFill/>
                <a:ln w="13542" cap="flat">
                  <a:solidFill>
                    <a:srgbClr val="000000"/>
                  </a:solidFill>
                  <a:prstDash val="solid"/>
                  <a:round/>
                </a:ln>
              </p:spPr>
              <p:txBody>
                <a:bodyPr/>
                <a:lstStyle/>
                <a:p>
                  <a:pPr algn="ctr"/>
                  <a:endParaRPr lang="en-US" sz="2268"/>
                </a:p>
              </p:txBody>
            </p:sp>
            <p:sp>
              <p:nvSpPr>
                <p:cNvPr id="271" name="Freeform 270">
                  <a:extLst>
                    <a:ext uri="{FF2B5EF4-FFF2-40B4-BE49-F238E27FC236}">
                      <a16:creationId xmlns:a16="http://schemas.microsoft.com/office/drawing/2014/main" id="{13F781E6-F554-09B6-1FB8-3855AB85F586}"/>
                    </a:ext>
                  </a:extLst>
                </p:cNvPr>
                <p:cNvSpPr/>
                <p:nvPr/>
              </p:nvSpPr>
              <p:spPr>
                <a:xfrm>
                  <a:off x="621244" y="680188"/>
                  <a:ext cx="12699" cy="200024"/>
                </a:xfrm>
                <a:custGeom>
                  <a:avLst/>
                  <a:gdLst>
                    <a:gd name="csX0" fmla="*/ 0 w 12699"/>
                    <a:gd name="csY0" fmla="*/ 0 h 200024"/>
                    <a:gd name="csX1" fmla="*/ 0 w 12699"/>
                    <a:gd name="csY1" fmla="*/ 200025 h 200024"/>
                  </a:gdLst>
                  <a:ahLst/>
                  <a:cxnLst>
                    <a:cxn ang="0">
                      <a:pos x="csX0" y="csY0"/>
                    </a:cxn>
                    <a:cxn ang="0">
                      <a:pos x="csX1" y="csY1"/>
                    </a:cxn>
                  </a:cxnLst>
                  <a:rect l="l" t="t" r="r" b="b"/>
                  <a:pathLst>
                    <a:path w="12699" h="200024">
                      <a:moveTo>
                        <a:pt x="0" y="0"/>
                      </a:moveTo>
                      <a:lnTo>
                        <a:pt x="0" y="200025"/>
                      </a:lnTo>
                    </a:path>
                  </a:pathLst>
                </a:custGeom>
                <a:noFill/>
                <a:ln w="13542" cap="flat">
                  <a:solidFill>
                    <a:srgbClr val="000000"/>
                  </a:solidFill>
                  <a:prstDash val="solid"/>
                  <a:round/>
                </a:ln>
              </p:spPr>
              <p:txBody>
                <a:bodyPr/>
                <a:lstStyle/>
                <a:p>
                  <a:pPr algn="ctr"/>
                  <a:endParaRPr lang="en-US" sz="2268"/>
                </a:p>
              </p:txBody>
            </p:sp>
            <p:sp>
              <p:nvSpPr>
                <p:cNvPr id="272" name="Freeform 271">
                  <a:extLst>
                    <a:ext uri="{FF2B5EF4-FFF2-40B4-BE49-F238E27FC236}">
                      <a16:creationId xmlns:a16="http://schemas.microsoft.com/office/drawing/2014/main" id="{833635DE-C158-C1DA-2CBC-75E0CAEEC303}"/>
                    </a:ext>
                  </a:extLst>
                </p:cNvPr>
                <p:cNvSpPr/>
                <p:nvPr/>
              </p:nvSpPr>
              <p:spPr>
                <a:xfrm>
                  <a:off x="566253" y="880213"/>
                  <a:ext cx="109854" cy="12699"/>
                </a:xfrm>
                <a:custGeom>
                  <a:avLst/>
                  <a:gdLst>
                    <a:gd name="csX0" fmla="*/ 0 w 109854"/>
                    <a:gd name="csY0" fmla="*/ 0 h 12699"/>
                    <a:gd name="csX1" fmla="*/ 109855 w 109854"/>
                    <a:gd name="csY1" fmla="*/ 0 h 12699"/>
                  </a:gdLst>
                  <a:ahLst/>
                  <a:cxnLst>
                    <a:cxn ang="0">
                      <a:pos x="csX0" y="csY0"/>
                    </a:cxn>
                    <a:cxn ang="0">
                      <a:pos x="csX1" y="csY1"/>
                    </a:cxn>
                  </a:cxnLst>
                  <a:rect l="l" t="t" r="r" b="b"/>
                  <a:pathLst>
                    <a:path w="109854" h="12699">
                      <a:moveTo>
                        <a:pt x="0" y="0"/>
                      </a:moveTo>
                      <a:lnTo>
                        <a:pt x="109855" y="0"/>
                      </a:lnTo>
                    </a:path>
                  </a:pathLst>
                </a:custGeom>
                <a:noFill/>
                <a:ln w="13542" cap="flat">
                  <a:solidFill>
                    <a:srgbClr val="000000"/>
                  </a:solidFill>
                  <a:prstDash val="solid"/>
                  <a:round/>
                </a:ln>
              </p:spPr>
              <p:txBody>
                <a:bodyPr/>
                <a:lstStyle/>
                <a:p>
                  <a:pPr algn="ctr"/>
                  <a:endParaRPr lang="en-US" sz="2268"/>
                </a:p>
              </p:txBody>
            </p:sp>
            <p:sp>
              <p:nvSpPr>
                <p:cNvPr id="273" name="Freeform 272">
                  <a:extLst>
                    <a:ext uri="{FF2B5EF4-FFF2-40B4-BE49-F238E27FC236}">
                      <a16:creationId xmlns:a16="http://schemas.microsoft.com/office/drawing/2014/main" id="{35778245-762C-5A2A-227F-E67BA01A8DC6}"/>
                    </a:ext>
                  </a:extLst>
                </p:cNvPr>
                <p:cNvSpPr/>
                <p:nvPr/>
              </p:nvSpPr>
              <p:spPr>
                <a:xfrm>
                  <a:off x="840954" y="1314299"/>
                  <a:ext cx="109981" cy="12699"/>
                </a:xfrm>
                <a:custGeom>
                  <a:avLst/>
                  <a:gdLst>
                    <a:gd name="csX0" fmla="*/ 0 w 109981"/>
                    <a:gd name="csY0" fmla="*/ 0 h 12699"/>
                    <a:gd name="csX1" fmla="*/ 109982 w 109981"/>
                    <a:gd name="csY1" fmla="*/ 0 h 12699"/>
                  </a:gdLst>
                  <a:ahLst/>
                  <a:cxnLst>
                    <a:cxn ang="0">
                      <a:pos x="csX0" y="csY0"/>
                    </a:cxn>
                    <a:cxn ang="0">
                      <a:pos x="csX1" y="csY1"/>
                    </a:cxn>
                  </a:cxnLst>
                  <a:rect l="l" t="t" r="r" b="b"/>
                  <a:pathLst>
                    <a:path w="109981" h="12699">
                      <a:moveTo>
                        <a:pt x="0" y="0"/>
                      </a:moveTo>
                      <a:lnTo>
                        <a:pt x="109982" y="0"/>
                      </a:lnTo>
                    </a:path>
                  </a:pathLst>
                </a:custGeom>
                <a:noFill/>
                <a:ln w="13542" cap="flat">
                  <a:solidFill>
                    <a:srgbClr val="000000"/>
                  </a:solidFill>
                  <a:prstDash val="solid"/>
                  <a:round/>
                </a:ln>
              </p:spPr>
              <p:txBody>
                <a:bodyPr/>
                <a:lstStyle/>
                <a:p>
                  <a:pPr algn="ctr"/>
                  <a:endParaRPr lang="en-US" sz="2268"/>
                </a:p>
              </p:txBody>
            </p:sp>
            <p:sp>
              <p:nvSpPr>
                <p:cNvPr id="274" name="Freeform 273">
                  <a:extLst>
                    <a:ext uri="{FF2B5EF4-FFF2-40B4-BE49-F238E27FC236}">
                      <a16:creationId xmlns:a16="http://schemas.microsoft.com/office/drawing/2014/main" id="{83900F59-0B3B-72BF-0CAB-0E920C2BF922}"/>
                    </a:ext>
                  </a:extLst>
                </p:cNvPr>
                <p:cNvSpPr/>
                <p:nvPr/>
              </p:nvSpPr>
              <p:spPr>
                <a:xfrm>
                  <a:off x="895945" y="1314299"/>
                  <a:ext cx="12699" cy="79247"/>
                </a:xfrm>
                <a:custGeom>
                  <a:avLst/>
                  <a:gdLst>
                    <a:gd name="csX0" fmla="*/ 0 w 12699"/>
                    <a:gd name="csY0" fmla="*/ 0 h 79247"/>
                    <a:gd name="csX1" fmla="*/ 0 w 12699"/>
                    <a:gd name="csY1" fmla="*/ 79248 h 79247"/>
                  </a:gdLst>
                  <a:ahLst/>
                  <a:cxnLst>
                    <a:cxn ang="0">
                      <a:pos x="csX0" y="csY0"/>
                    </a:cxn>
                    <a:cxn ang="0">
                      <a:pos x="csX1" y="csY1"/>
                    </a:cxn>
                  </a:cxnLst>
                  <a:rect l="l" t="t" r="r" b="b"/>
                  <a:pathLst>
                    <a:path w="12699" h="79247">
                      <a:moveTo>
                        <a:pt x="0" y="0"/>
                      </a:moveTo>
                      <a:lnTo>
                        <a:pt x="0" y="79248"/>
                      </a:lnTo>
                    </a:path>
                  </a:pathLst>
                </a:custGeom>
                <a:noFill/>
                <a:ln w="13542" cap="flat">
                  <a:solidFill>
                    <a:srgbClr val="000000"/>
                  </a:solidFill>
                  <a:prstDash val="solid"/>
                  <a:round/>
                </a:ln>
              </p:spPr>
              <p:txBody>
                <a:bodyPr/>
                <a:lstStyle/>
                <a:p>
                  <a:pPr algn="ctr"/>
                  <a:endParaRPr lang="en-US" sz="2268"/>
                </a:p>
              </p:txBody>
            </p:sp>
            <p:sp>
              <p:nvSpPr>
                <p:cNvPr id="275" name="Freeform 274">
                  <a:extLst>
                    <a:ext uri="{FF2B5EF4-FFF2-40B4-BE49-F238E27FC236}">
                      <a16:creationId xmlns:a16="http://schemas.microsoft.com/office/drawing/2014/main" id="{81C14748-4FB8-8965-87BD-DBB0063260A6}"/>
                    </a:ext>
                  </a:extLst>
                </p:cNvPr>
                <p:cNvSpPr/>
                <p:nvPr/>
              </p:nvSpPr>
              <p:spPr>
                <a:xfrm>
                  <a:off x="840954" y="1393547"/>
                  <a:ext cx="109981" cy="12699"/>
                </a:xfrm>
                <a:custGeom>
                  <a:avLst/>
                  <a:gdLst>
                    <a:gd name="csX0" fmla="*/ 0 w 109981"/>
                    <a:gd name="csY0" fmla="*/ 0 h 12699"/>
                    <a:gd name="csX1" fmla="*/ 109982 w 109981"/>
                    <a:gd name="csY1" fmla="*/ 0 h 12699"/>
                  </a:gdLst>
                  <a:ahLst/>
                  <a:cxnLst>
                    <a:cxn ang="0">
                      <a:pos x="csX0" y="csY0"/>
                    </a:cxn>
                    <a:cxn ang="0">
                      <a:pos x="csX1" y="csY1"/>
                    </a:cxn>
                  </a:cxnLst>
                  <a:rect l="l" t="t" r="r" b="b"/>
                  <a:pathLst>
                    <a:path w="109981" h="12699">
                      <a:moveTo>
                        <a:pt x="0" y="0"/>
                      </a:moveTo>
                      <a:lnTo>
                        <a:pt x="109982" y="0"/>
                      </a:lnTo>
                    </a:path>
                  </a:pathLst>
                </a:custGeom>
                <a:noFill/>
                <a:ln w="13542" cap="flat">
                  <a:solidFill>
                    <a:srgbClr val="000000"/>
                  </a:solidFill>
                  <a:prstDash val="solid"/>
                  <a:round/>
                </a:ln>
              </p:spPr>
              <p:txBody>
                <a:bodyPr/>
                <a:lstStyle/>
                <a:p>
                  <a:pPr algn="ctr"/>
                  <a:endParaRPr lang="en-US" sz="2268"/>
                </a:p>
              </p:txBody>
            </p:sp>
            <p:sp>
              <p:nvSpPr>
                <p:cNvPr id="276" name="Freeform 275">
                  <a:extLst>
                    <a:ext uri="{FF2B5EF4-FFF2-40B4-BE49-F238E27FC236}">
                      <a16:creationId xmlns:a16="http://schemas.microsoft.com/office/drawing/2014/main" id="{DF7E9D7C-655E-BCD1-5D9B-D77F6FFF36DE}"/>
                    </a:ext>
                  </a:extLst>
                </p:cNvPr>
                <p:cNvSpPr/>
                <p:nvPr/>
              </p:nvSpPr>
              <p:spPr>
                <a:xfrm>
                  <a:off x="1115782" y="1083794"/>
                  <a:ext cx="109854" cy="12699"/>
                </a:xfrm>
                <a:custGeom>
                  <a:avLst/>
                  <a:gdLst>
                    <a:gd name="csX0" fmla="*/ 0 w 109854"/>
                    <a:gd name="csY0" fmla="*/ 0 h 12699"/>
                    <a:gd name="csX1" fmla="*/ 109855 w 109854"/>
                    <a:gd name="csY1" fmla="*/ 0 h 12699"/>
                  </a:gdLst>
                  <a:ahLst/>
                  <a:cxnLst>
                    <a:cxn ang="0">
                      <a:pos x="csX0" y="csY0"/>
                    </a:cxn>
                    <a:cxn ang="0">
                      <a:pos x="csX1" y="csY1"/>
                    </a:cxn>
                  </a:cxnLst>
                  <a:rect l="l" t="t" r="r" b="b"/>
                  <a:pathLst>
                    <a:path w="109854" h="12699">
                      <a:moveTo>
                        <a:pt x="0" y="0"/>
                      </a:moveTo>
                      <a:lnTo>
                        <a:pt x="109855" y="0"/>
                      </a:lnTo>
                    </a:path>
                  </a:pathLst>
                </a:custGeom>
                <a:noFill/>
                <a:ln w="13542" cap="flat">
                  <a:solidFill>
                    <a:srgbClr val="000000"/>
                  </a:solidFill>
                  <a:prstDash val="solid"/>
                  <a:round/>
                </a:ln>
              </p:spPr>
              <p:txBody>
                <a:bodyPr/>
                <a:lstStyle/>
                <a:p>
                  <a:pPr algn="ctr"/>
                  <a:endParaRPr lang="en-US" sz="2268"/>
                </a:p>
              </p:txBody>
            </p:sp>
            <p:sp>
              <p:nvSpPr>
                <p:cNvPr id="277" name="Freeform 276">
                  <a:extLst>
                    <a:ext uri="{FF2B5EF4-FFF2-40B4-BE49-F238E27FC236}">
                      <a16:creationId xmlns:a16="http://schemas.microsoft.com/office/drawing/2014/main" id="{6F2BEE1F-3CB1-C737-782A-AE8D7090D840}"/>
                    </a:ext>
                  </a:extLst>
                </p:cNvPr>
                <p:cNvSpPr/>
                <p:nvPr/>
              </p:nvSpPr>
              <p:spPr>
                <a:xfrm>
                  <a:off x="1170646" y="1083794"/>
                  <a:ext cx="12699" cy="96011"/>
                </a:xfrm>
                <a:custGeom>
                  <a:avLst/>
                  <a:gdLst>
                    <a:gd name="csX0" fmla="*/ 0 w 12699"/>
                    <a:gd name="csY0" fmla="*/ 0 h 96011"/>
                    <a:gd name="csX1" fmla="*/ 0 w 12699"/>
                    <a:gd name="csY1" fmla="*/ 96012 h 96011"/>
                  </a:gdLst>
                  <a:ahLst/>
                  <a:cxnLst>
                    <a:cxn ang="0">
                      <a:pos x="csX0" y="csY0"/>
                    </a:cxn>
                    <a:cxn ang="0">
                      <a:pos x="csX1" y="csY1"/>
                    </a:cxn>
                  </a:cxnLst>
                  <a:rect l="l" t="t" r="r" b="b"/>
                  <a:pathLst>
                    <a:path w="12699" h="96011">
                      <a:moveTo>
                        <a:pt x="0" y="0"/>
                      </a:moveTo>
                      <a:lnTo>
                        <a:pt x="0" y="96012"/>
                      </a:lnTo>
                    </a:path>
                  </a:pathLst>
                </a:custGeom>
                <a:noFill/>
                <a:ln w="13542" cap="flat">
                  <a:solidFill>
                    <a:srgbClr val="000000"/>
                  </a:solidFill>
                  <a:prstDash val="solid"/>
                  <a:round/>
                </a:ln>
              </p:spPr>
              <p:txBody>
                <a:bodyPr/>
                <a:lstStyle/>
                <a:p>
                  <a:pPr algn="ctr"/>
                  <a:endParaRPr lang="en-US" sz="2268"/>
                </a:p>
              </p:txBody>
            </p:sp>
            <p:sp>
              <p:nvSpPr>
                <p:cNvPr id="278" name="Freeform 277">
                  <a:extLst>
                    <a:ext uri="{FF2B5EF4-FFF2-40B4-BE49-F238E27FC236}">
                      <a16:creationId xmlns:a16="http://schemas.microsoft.com/office/drawing/2014/main" id="{752F9E4E-8D57-1DFC-0F08-81D86524B042}"/>
                    </a:ext>
                  </a:extLst>
                </p:cNvPr>
                <p:cNvSpPr/>
                <p:nvPr/>
              </p:nvSpPr>
              <p:spPr>
                <a:xfrm>
                  <a:off x="1115782" y="1179806"/>
                  <a:ext cx="109854" cy="12699"/>
                </a:xfrm>
                <a:custGeom>
                  <a:avLst/>
                  <a:gdLst>
                    <a:gd name="csX0" fmla="*/ 0 w 109854"/>
                    <a:gd name="csY0" fmla="*/ 0 h 12699"/>
                    <a:gd name="csX1" fmla="*/ 109855 w 109854"/>
                    <a:gd name="csY1" fmla="*/ 0 h 12699"/>
                  </a:gdLst>
                  <a:ahLst/>
                  <a:cxnLst>
                    <a:cxn ang="0">
                      <a:pos x="csX0" y="csY0"/>
                    </a:cxn>
                    <a:cxn ang="0">
                      <a:pos x="csX1" y="csY1"/>
                    </a:cxn>
                  </a:cxnLst>
                  <a:rect l="l" t="t" r="r" b="b"/>
                  <a:pathLst>
                    <a:path w="109854" h="12699">
                      <a:moveTo>
                        <a:pt x="0" y="0"/>
                      </a:moveTo>
                      <a:lnTo>
                        <a:pt x="109855" y="0"/>
                      </a:lnTo>
                    </a:path>
                  </a:pathLst>
                </a:custGeom>
                <a:noFill/>
                <a:ln w="13542" cap="flat">
                  <a:solidFill>
                    <a:srgbClr val="000000"/>
                  </a:solidFill>
                  <a:prstDash val="solid"/>
                  <a:round/>
                </a:ln>
              </p:spPr>
              <p:txBody>
                <a:bodyPr/>
                <a:lstStyle/>
                <a:p>
                  <a:pPr algn="ctr"/>
                  <a:endParaRPr lang="en-US" sz="2268"/>
                </a:p>
              </p:txBody>
            </p:sp>
            <p:sp>
              <p:nvSpPr>
                <p:cNvPr id="279" name="Freeform 278">
                  <a:extLst>
                    <a:ext uri="{FF2B5EF4-FFF2-40B4-BE49-F238E27FC236}">
                      <a16:creationId xmlns:a16="http://schemas.microsoft.com/office/drawing/2014/main" id="{BF139656-8115-F747-A338-E8B54B8E1FB4}"/>
                    </a:ext>
                  </a:extLst>
                </p:cNvPr>
                <p:cNvSpPr/>
                <p:nvPr/>
              </p:nvSpPr>
              <p:spPr>
                <a:xfrm>
                  <a:off x="1390483" y="1393420"/>
                  <a:ext cx="109854" cy="12699"/>
                </a:xfrm>
                <a:custGeom>
                  <a:avLst/>
                  <a:gdLst>
                    <a:gd name="csX0" fmla="*/ 0 w 109854"/>
                    <a:gd name="csY0" fmla="*/ 0 h 12699"/>
                    <a:gd name="csX1" fmla="*/ 109855 w 109854"/>
                    <a:gd name="csY1" fmla="*/ 0 h 12699"/>
                  </a:gdLst>
                  <a:ahLst/>
                  <a:cxnLst>
                    <a:cxn ang="0">
                      <a:pos x="csX0" y="csY0"/>
                    </a:cxn>
                    <a:cxn ang="0">
                      <a:pos x="csX1" y="csY1"/>
                    </a:cxn>
                  </a:cxnLst>
                  <a:rect l="l" t="t" r="r" b="b"/>
                  <a:pathLst>
                    <a:path w="109854" h="12699">
                      <a:moveTo>
                        <a:pt x="0" y="0"/>
                      </a:moveTo>
                      <a:lnTo>
                        <a:pt x="109855" y="0"/>
                      </a:lnTo>
                    </a:path>
                  </a:pathLst>
                </a:custGeom>
                <a:noFill/>
                <a:ln w="13542" cap="flat">
                  <a:solidFill>
                    <a:srgbClr val="000000"/>
                  </a:solidFill>
                  <a:prstDash val="solid"/>
                  <a:round/>
                </a:ln>
              </p:spPr>
              <p:txBody>
                <a:bodyPr/>
                <a:lstStyle/>
                <a:p>
                  <a:pPr algn="ctr"/>
                  <a:endParaRPr lang="en-US" sz="2268"/>
                </a:p>
              </p:txBody>
            </p:sp>
            <p:sp>
              <p:nvSpPr>
                <p:cNvPr id="280" name="Freeform 279">
                  <a:extLst>
                    <a:ext uri="{FF2B5EF4-FFF2-40B4-BE49-F238E27FC236}">
                      <a16:creationId xmlns:a16="http://schemas.microsoft.com/office/drawing/2014/main" id="{2A2D51D2-538B-BFBE-D8B6-F1FEF9383C66}"/>
                    </a:ext>
                  </a:extLst>
                </p:cNvPr>
                <p:cNvSpPr/>
                <p:nvPr/>
              </p:nvSpPr>
              <p:spPr>
                <a:xfrm>
                  <a:off x="1445474" y="1393420"/>
                  <a:ext cx="12699" cy="39116"/>
                </a:xfrm>
                <a:custGeom>
                  <a:avLst/>
                  <a:gdLst>
                    <a:gd name="csX0" fmla="*/ 0 w 12699"/>
                    <a:gd name="csY0" fmla="*/ 0 h 39116"/>
                    <a:gd name="csX1" fmla="*/ 0 w 12699"/>
                    <a:gd name="csY1" fmla="*/ 39116 h 39116"/>
                  </a:gdLst>
                  <a:ahLst/>
                  <a:cxnLst>
                    <a:cxn ang="0">
                      <a:pos x="csX0" y="csY0"/>
                    </a:cxn>
                    <a:cxn ang="0">
                      <a:pos x="csX1" y="csY1"/>
                    </a:cxn>
                  </a:cxnLst>
                  <a:rect l="l" t="t" r="r" b="b"/>
                  <a:pathLst>
                    <a:path w="12699" h="39116">
                      <a:moveTo>
                        <a:pt x="0" y="0"/>
                      </a:moveTo>
                      <a:lnTo>
                        <a:pt x="0" y="39116"/>
                      </a:lnTo>
                    </a:path>
                  </a:pathLst>
                </a:custGeom>
                <a:noFill/>
                <a:ln w="13542" cap="flat">
                  <a:solidFill>
                    <a:srgbClr val="000000"/>
                  </a:solidFill>
                  <a:prstDash val="solid"/>
                  <a:round/>
                </a:ln>
              </p:spPr>
              <p:txBody>
                <a:bodyPr/>
                <a:lstStyle/>
                <a:p>
                  <a:pPr algn="ctr"/>
                  <a:endParaRPr lang="en-US" sz="2268"/>
                </a:p>
              </p:txBody>
            </p:sp>
            <p:sp>
              <p:nvSpPr>
                <p:cNvPr id="281" name="Freeform 280">
                  <a:extLst>
                    <a:ext uri="{FF2B5EF4-FFF2-40B4-BE49-F238E27FC236}">
                      <a16:creationId xmlns:a16="http://schemas.microsoft.com/office/drawing/2014/main" id="{981CCCD7-6E90-F7FF-35A3-4C92C62C38A7}"/>
                    </a:ext>
                  </a:extLst>
                </p:cNvPr>
                <p:cNvSpPr/>
                <p:nvPr/>
              </p:nvSpPr>
              <p:spPr>
                <a:xfrm>
                  <a:off x="1390483" y="1432536"/>
                  <a:ext cx="109854" cy="12699"/>
                </a:xfrm>
                <a:custGeom>
                  <a:avLst/>
                  <a:gdLst>
                    <a:gd name="csX0" fmla="*/ 0 w 109854"/>
                    <a:gd name="csY0" fmla="*/ 0 h 12699"/>
                    <a:gd name="csX1" fmla="*/ 109855 w 109854"/>
                    <a:gd name="csY1" fmla="*/ 0 h 12699"/>
                  </a:gdLst>
                  <a:ahLst/>
                  <a:cxnLst>
                    <a:cxn ang="0">
                      <a:pos x="csX0" y="csY0"/>
                    </a:cxn>
                    <a:cxn ang="0">
                      <a:pos x="csX1" y="csY1"/>
                    </a:cxn>
                  </a:cxnLst>
                  <a:rect l="l" t="t" r="r" b="b"/>
                  <a:pathLst>
                    <a:path w="109854" h="12699">
                      <a:moveTo>
                        <a:pt x="0" y="0"/>
                      </a:moveTo>
                      <a:lnTo>
                        <a:pt x="109855" y="0"/>
                      </a:lnTo>
                    </a:path>
                  </a:pathLst>
                </a:custGeom>
                <a:noFill/>
                <a:ln w="13542" cap="flat">
                  <a:solidFill>
                    <a:srgbClr val="000000"/>
                  </a:solidFill>
                  <a:prstDash val="solid"/>
                  <a:round/>
                </a:ln>
              </p:spPr>
              <p:txBody>
                <a:bodyPr/>
                <a:lstStyle/>
                <a:p>
                  <a:pPr algn="ctr"/>
                  <a:endParaRPr lang="en-US" sz="2268"/>
                </a:p>
              </p:txBody>
            </p:sp>
            <p:sp>
              <p:nvSpPr>
                <p:cNvPr id="282" name="Freeform 281">
                  <a:extLst>
                    <a:ext uri="{FF2B5EF4-FFF2-40B4-BE49-F238E27FC236}">
                      <a16:creationId xmlns:a16="http://schemas.microsoft.com/office/drawing/2014/main" id="{295C4B20-A527-DD8A-CBF4-64C21A6886CC}"/>
                    </a:ext>
                  </a:extLst>
                </p:cNvPr>
                <p:cNvSpPr/>
                <p:nvPr/>
              </p:nvSpPr>
              <p:spPr>
                <a:xfrm>
                  <a:off x="1665184" y="967462"/>
                  <a:ext cx="109982" cy="12699"/>
                </a:xfrm>
                <a:custGeom>
                  <a:avLst/>
                  <a:gdLst>
                    <a:gd name="csX0" fmla="*/ 0 w 109982"/>
                    <a:gd name="csY0" fmla="*/ 0 h 12699"/>
                    <a:gd name="csX1" fmla="*/ 109982 w 109982"/>
                    <a:gd name="csY1" fmla="*/ 0 h 12699"/>
                  </a:gdLst>
                  <a:ahLst/>
                  <a:cxnLst>
                    <a:cxn ang="0">
                      <a:pos x="csX0" y="csY0"/>
                    </a:cxn>
                    <a:cxn ang="0">
                      <a:pos x="csX1" y="csY1"/>
                    </a:cxn>
                  </a:cxnLst>
                  <a:rect l="l" t="t" r="r" b="b"/>
                  <a:pathLst>
                    <a:path w="109982" h="12699">
                      <a:moveTo>
                        <a:pt x="0" y="0"/>
                      </a:moveTo>
                      <a:lnTo>
                        <a:pt x="109982" y="0"/>
                      </a:lnTo>
                    </a:path>
                  </a:pathLst>
                </a:custGeom>
                <a:noFill/>
                <a:ln w="13542" cap="flat">
                  <a:solidFill>
                    <a:srgbClr val="000000"/>
                  </a:solidFill>
                  <a:prstDash val="solid"/>
                  <a:round/>
                </a:ln>
              </p:spPr>
              <p:txBody>
                <a:bodyPr/>
                <a:lstStyle/>
                <a:p>
                  <a:pPr algn="ctr"/>
                  <a:endParaRPr lang="en-US" sz="2268"/>
                </a:p>
              </p:txBody>
            </p:sp>
            <p:sp>
              <p:nvSpPr>
                <p:cNvPr id="283" name="Freeform 282">
                  <a:extLst>
                    <a:ext uri="{FF2B5EF4-FFF2-40B4-BE49-F238E27FC236}">
                      <a16:creationId xmlns:a16="http://schemas.microsoft.com/office/drawing/2014/main" id="{8934717F-D560-68A8-8B50-13DA6B096F41}"/>
                    </a:ext>
                  </a:extLst>
                </p:cNvPr>
                <p:cNvSpPr/>
                <p:nvPr/>
              </p:nvSpPr>
              <p:spPr>
                <a:xfrm>
                  <a:off x="1720175" y="967462"/>
                  <a:ext cx="12699" cy="211962"/>
                </a:xfrm>
                <a:custGeom>
                  <a:avLst/>
                  <a:gdLst>
                    <a:gd name="csX0" fmla="*/ 0 w 12699"/>
                    <a:gd name="csY0" fmla="*/ 0 h 211962"/>
                    <a:gd name="csX1" fmla="*/ 0 w 12699"/>
                    <a:gd name="csY1" fmla="*/ 211963 h 211962"/>
                  </a:gdLst>
                  <a:ahLst/>
                  <a:cxnLst>
                    <a:cxn ang="0">
                      <a:pos x="csX0" y="csY0"/>
                    </a:cxn>
                    <a:cxn ang="0">
                      <a:pos x="csX1" y="csY1"/>
                    </a:cxn>
                  </a:cxnLst>
                  <a:rect l="l" t="t" r="r" b="b"/>
                  <a:pathLst>
                    <a:path w="12699" h="211962">
                      <a:moveTo>
                        <a:pt x="0" y="0"/>
                      </a:moveTo>
                      <a:lnTo>
                        <a:pt x="0" y="211963"/>
                      </a:lnTo>
                    </a:path>
                  </a:pathLst>
                </a:custGeom>
                <a:noFill/>
                <a:ln w="13542" cap="flat">
                  <a:solidFill>
                    <a:srgbClr val="000000"/>
                  </a:solidFill>
                  <a:prstDash val="solid"/>
                  <a:round/>
                </a:ln>
              </p:spPr>
              <p:txBody>
                <a:bodyPr/>
                <a:lstStyle/>
                <a:p>
                  <a:pPr algn="ctr"/>
                  <a:endParaRPr lang="en-US" sz="2268"/>
                </a:p>
              </p:txBody>
            </p:sp>
            <p:sp>
              <p:nvSpPr>
                <p:cNvPr id="284" name="Freeform 283">
                  <a:extLst>
                    <a:ext uri="{FF2B5EF4-FFF2-40B4-BE49-F238E27FC236}">
                      <a16:creationId xmlns:a16="http://schemas.microsoft.com/office/drawing/2014/main" id="{130068B5-5760-9A09-A544-C612A95B5D56}"/>
                    </a:ext>
                  </a:extLst>
                </p:cNvPr>
                <p:cNvSpPr/>
                <p:nvPr/>
              </p:nvSpPr>
              <p:spPr>
                <a:xfrm>
                  <a:off x="1665184" y="1179425"/>
                  <a:ext cx="109982" cy="12699"/>
                </a:xfrm>
                <a:custGeom>
                  <a:avLst/>
                  <a:gdLst>
                    <a:gd name="csX0" fmla="*/ 0 w 109982"/>
                    <a:gd name="csY0" fmla="*/ 0 h 12699"/>
                    <a:gd name="csX1" fmla="*/ 109982 w 109982"/>
                    <a:gd name="csY1" fmla="*/ 0 h 12699"/>
                  </a:gdLst>
                  <a:ahLst/>
                  <a:cxnLst>
                    <a:cxn ang="0">
                      <a:pos x="csX0" y="csY0"/>
                    </a:cxn>
                    <a:cxn ang="0">
                      <a:pos x="csX1" y="csY1"/>
                    </a:cxn>
                  </a:cxnLst>
                  <a:rect l="l" t="t" r="r" b="b"/>
                  <a:pathLst>
                    <a:path w="109982" h="12699">
                      <a:moveTo>
                        <a:pt x="0" y="0"/>
                      </a:moveTo>
                      <a:lnTo>
                        <a:pt x="109982" y="0"/>
                      </a:lnTo>
                    </a:path>
                  </a:pathLst>
                </a:custGeom>
                <a:noFill/>
                <a:ln w="13542" cap="flat">
                  <a:solidFill>
                    <a:srgbClr val="000000"/>
                  </a:solidFill>
                  <a:prstDash val="solid"/>
                  <a:round/>
                </a:ln>
              </p:spPr>
              <p:txBody>
                <a:bodyPr/>
                <a:lstStyle/>
                <a:p>
                  <a:pPr algn="ctr"/>
                  <a:endParaRPr lang="en-US" sz="2268"/>
                </a:p>
              </p:txBody>
            </p:sp>
            <p:sp>
              <p:nvSpPr>
                <p:cNvPr id="285" name="Freeform 284">
                  <a:extLst>
                    <a:ext uri="{FF2B5EF4-FFF2-40B4-BE49-F238E27FC236}">
                      <a16:creationId xmlns:a16="http://schemas.microsoft.com/office/drawing/2014/main" id="{75DE7806-E773-CC73-3DC0-ED9253485649}"/>
                    </a:ext>
                  </a:extLst>
                </p:cNvPr>
                <p:cNvSpPr/>
                <p:nvPr/>
              </p:nvSpPr>
              <p:spPr>
                <a:xfrm>
                  <a:off x="1940012" y="1304012"/>
                  <a:ext cx="109855" cy="12699"/>
                </a:xfrm>
                <a:custGeom>
                  <a:avLst/>
                  <a:gdLst>
                    <a:gd name="csX0" fmla="*/ 0 w 109855"/>
                    <a:gd name="csY0" fmla="*/ 0 h 12699"/>
                    <a:gd name="csX1" fmla="*/ 109855 w 109855"/>
                    <a:gd name="csY1" fmla="*/ 0 h 12699"/>
                  </a:gdLst>
                  <a:ahLst/>
                  <a:cxnLst>
                    <a:cxn ang="0">
                      <a:pos x="csX0" y="csY0"/>
                    </a:cxn>
                    <a:cxn ang="0">
                      <a:pos x="csX1" y="csY1"/>
                    </a:cxn>
                  </a:cxnLst>
                  <a:rect l="l" t="t" r="r" b="b"/>
                  <a:pathLst>
                    <a:path w="109855" h="12699">
                      <a:moveTo>
                        <a:pt x="0" y="0"/>
                      </a:moveTo>
                      <a:lnTo>
                        <a:pt x="109855" y="0"/>
                      </a:lnTo>
                    </a:path>
                  </a:pathLst>
                </a:custGeom>
                <a:noFill/>
                <a:ln w="13542" cap="flat">
                  <a:solidFill>
                    <a:srgbClr val="000000"/>
                  </a:solidFill>
                  <a:prstDash val="solid"/>
                  <a:round/>
                </a:ln>
              </p:spPr>
              <p:txBody>
                <a:bodyPr/>
                <a:lstStyle/>
                <a:p>
                  <a:pPr algn="ctr"/>
                  <a:endParaRPr lang="en-US" sz="2268"/>
                </a:p>
              </p:txBody>
            </p:sp>
            <p:sp>
              <p:nvSpPr>
                <p:cNvPr id="286" name="Freeform 285">
                  <a:extLst>
                    <a:ext uri="{FF2B5EF4-FFF2-40B4-BE49-F238E27FC236}">
                      <a16:creationId xmlns:a16="http://schemas.microsoft.com/office/drawing/2014/main" id="{2304263A-FE99-3AB6-CF80-8000E7692A12}"/>
                    </a:ext>
                  </a:extLst>
                </p:cNvPr>
                <p:cNvSpPr/>
                <p:nvPr/>
              </p:nvSpPr>
              <p:spPr>
                <a:xfrm>
                  <a:off x="1994876" y="1304012"/>
                  <a:ext cx="12699" cy="138429"/>
                </a:xfrm>
                <a:custGeom>
                  <a:avLst/>
                  <a:gdLst>
                    <a:gd name="csX0" fmla="*/ 0 w 12699"/>
                    <a:gd name="csY0" fmla="*/ 0 h 138429"/>
                    <a:gd name="csX1" fmla="*/ 0 w 12699"/>
                    <a:gd name="csY1" fmla="*/ 138430 h 138429"/>
                  </a:gdLst>
                  <a:ahLst/>
                  <a:cxnLst>
                    <a:cxn ang="0">
                      <a:pos x="csX0" y="csY0"/>
                    </a:cxn>
                    <a:cxn ang="0">
                      <a:pos x="csX1" y="csY1"/>
                    </a:cxn>
                  </a:cxnLst>
                  <a:rect l="l" t="t" r="r" b="b"/>
                  <a:pathLst>
                    <a:path w="12699" h="138429">
                      <a:moveTo>
                        <a:pt x="0" y="0"/>
                      </a:moveTo>
                      <a:lnTo>
                        <a:pt x="0" y="138430"/>
                      </a:lnTo>
                    </a:path>
                  </a:pathLst>
                </a:custGeom>
                <a:noFill/>
                <a:ln w="13542" cap="flat">
                  <a:solidFill>
                    <a:srgbClr val="000000"/>
                  </a:solidFill>
                  <a:prstDash val="solid"/>
                  <a:round/>
                </a:ln>
              </p:spPr>
              <p:txBody>
                <a:bodyPr/>
                <a:lstStyle/>
                <a:p>
                  <a:pPr algn="ctr"/>
                  <a:endParaRPr lang="en-US" sz="2268"/>
                </a:p>
              </p:txBody>
            </p:sp>
            <p:sp>
              <p:nvSpPr>
                <p:cNvPr id="287" name="Freeform 286">
                  <a:extLst>
                    <a:ext uri="{FF2B5EF4-FFF2-40B4-BE49-F238E27FC236}">
                      <a16:creationId xmlns:a16="http://schemas.microsoft.com/office/drawing/2014/main" id="{83B6AD80-7511-D216-2020-E3F7191E61DD}"/>
                    </a:ext>
                  </a:extLst>
                </p:cNvPr>
                <p:cNvSpPr/>
                <p:nvPr/>
              </p:nvSpPr>
              <p:spPr>
                <a:xfrm>
                  <a:off x="1940012" y="1442442"/>
                  <a:ext cx="109855" cy="12699"/>
                </a:xfrm>
                <a:custGeom>
                  <a:avLst/>
                  <a:gdLst>
                    <a:gd name="csX0" fmla="*/ 0 w 109855"/>
                    <a:gd name="csY0" fmla="*/ 0 h 12699"/>
                    <a:gd name="csX1" fmla="*/ 109855 w 109855"/>
                    <a:gd name="csY1" fmla="*/ 0 h 12699"/>
                  </a:gdLst>
                  <a:ahLst/>
                  <a:cxnLst>
                    <a:cxn ang="0">
                      <a:pos x="csX0" y="csY0"/>
                    </a:cxn>
                    <a:cxn ang="0">
                      <a:pos x="csX1" y="csY1"/>
                    </a:cxn>
                  </a:cxnLst>
                  <a:rect l="l" t="t" r="r" b="b"/>
                  <a:pathLst>
                    <a:path w="109855" h="12699">
                      <a:moveTo>
                        <a:pt x="0" y="0"/>
                      </a:moveTo>
                      <a:lnTo>
                        <a:pt x="109855" y="0"/>
                      </a:lnTo>
                    </a:path>
                  </a:pathLst>
                </a:custGeom>
                <a:noFill/>
                <a:ln w="13542" cap="flat">
                  <a:solidFill>
                    <a:srgbClr val="000000"/>
                  </a:solidFill>
                  <a:prstDash val="solid"/>
                  <a:round/>
                </a:ln>
              </p:spPr>
              <p:txBody>
                <a:bodyPr/>
                <a:lstStyle/>
                <a:p>
                  <a:pPr algn="ctr"/>
                  <a:endParaRPr lang="en-US" sz="2268"/>
                </a:p>
              </p:txBody>
            </p:sp>
            <p:sp>
              <p:nvSpPr>
                <p:cNvPr id="288" name="Freeform 287">
                  <a:extLst>
                    <a:ext uri="{FF2B5EF4-FFF2-40B4-BE49-F238E27FC236}">
                      <a16:creationId xmlns:a16="http://schemas.microsoft.com/office/drawing/2014/main" id="{86922F69-DEA0-67E2-FF67-CB43BFE6E48F}"/>
                    </a:ext>
                  </a:extLst>
                </p:cNvPr>
                <p:cNvSpPr/>
                <p:nvPr/>
              </p:nvSpPr>
              <p:spPr>
                <a:xfrm>
                  <a:off x="1033359" y="208129"/>
                  <a:ext cx="12699" cy="1359153"/>
                </a:xfrm>
                <a:custGeom>
                  <a:avLst/>
                  <a:gdLst>
                    <a:gd name="csX0" fmla="*/ 0 w 12699"/>
                    <a:gd name="csY0" fmla="*/ 1359153 h 1359153"/>
                    <a:gd name="csX1" fmla="*/ 0 w 12699"/>
                    <a:gd name="csY1" fmla="*/ 0 h 1359153"/>
                  </a:gdLst>
                  <a:ahLst/>
                  <a:cxnLst>
                    <a:cxn ang="0">
                      <a:pos x="csX0" y="csY0"/>
                    </a:cxn>
                    <a:cxn ang="0">
                      <a:pos x="csX1" y="csY1"/>
                    </a:cxn>
                  </a:cxnLst>
                  <a:rect l="l" t="t" r="r" b="b"/>
                  <a:pathLst>
                    <a:path w="12699" h="1359153">
                      <a:moveTo>
                        <a:pt x="0" y="1359153"/>
                      </a:moveTo>
                      <a:lnTo>
                        <a:pt x="0" y="0"/>
                      </a:lnTo>
                    </a:path>
                  </a:pathLst>
                </a:custGeom>
                <a:ln w="13542" cap="flat">
                  <a:solidFill>
                    <a:srgbClr val="000000"/>
                  </a:solidFill>
                  <a:prstDash val="solid"/>
                  <a:round/>
                </a:ln>
              </p:spPr>
              <p:txBody>
                <a:bodyPr/>
                <a:lstStyle/>
                <a:p>
                  <a:pPr algn="ctr"/>
                  <a:endParaRPr lang="en-US" sz="2268"/>
                </a:p>
              </p:txBody>
            </p:sp>
            <p:sp>
              <p:nvSpPr>
                <p:cNvPr id="289" name="Freeform 288">
                  <a:extLst>
                    <a:ext uri="{FF2B5EF4-FFF2-40B4-BE49-F238E27FC236}">
                      <a16:creationId xmlns:a16="http://schemas.microsoft.com/office/drawing/2014/main" id="{6213EF0D-A81A-372C-7D12-AD544D2C8925}"/>
                    </a:ext>
                  </a:extLst>
                </p:cNvPr>
                <p:cNvSpPr/>
                <p:nvPr/>
              </p:nvSpPr>
              <p:spPr>
                <a:xfrm>
                  <a:off x="1582761" y="208129"/>
                  <a:ext cx="12699" cy="1359153"/>
                </a:xfrm>
                <a:custGeom>
                  <a:avLst/>
                  <a:gdLst>
                    <a:gd name="csX0" fmla="*/ 0 w 12699"/>
                    <a:gd name="csY0" fmla="*/ 1359153 h 1359153"/>
                    <a:gd name="csX1" fmla="*/ 0 w 12699"/>
                    <a:gd name="csY1" fmla="*/ 0 h 1359153"/>
                  </a:gdLst>
                  <a:ahLst/>
                  <a:cxnLst>
                    <a:cxn ang="0">
                      <a:pos x="csX0" y="csY0"/>
                    </a:cxn>
                    <a:cxn ang="0">
                      <a:pos x="csX1" y="csY1"/>
                    </a:cxn>
                  </a:cxnLst>
                  <a:rect l="l" t="t" r="r" b="b"/>
                  <a:pathLst>
                    <a:path w="12699" h="1359153">
                      <a:moveTo>
                        <a:pt x="0" y="1359153"/>
                      </a:moveTo>
                      <a:lnTo>
                        <a:pt x="0" y="0"/>
                      </a:lnTo>
                    </a:path>
                  </a:pathLst>
                </a:custGeom>
                <a:ln w="13542" cap="flat">
                  <a:solidFill>
                    <a:srgbClr val="000000"/>
                  </a:solidFill>
                  <a:prstDash val="solid"/>
                  <a:round/>
                </a:ln>
              </p:spPr>
              <p:txBody>
                <a:bodyPr/>
                <a:lstStyle/>
                <a:p>
                  <a:pPr algn="ctr"/>
                  <a:endParaRPr lang="en-US" sz="2268"/>
                </a:p>
              </p:txBody>
            </p:sp>
            <p:sp>
              <p:nvSpPr>
                <p:cNvPr id="290" name="Freeform 289">
                  <a:extLst>
                    <a:ext uri="{FF2B5EF4-FFF2-40B4-BE49-F238E27FC236}">
                      <a16:creationId xmlns:a16="http://schemas.microsoft.com/office/drawing/2014/main" id="{DAB5FDA6-2CA3-0288-A0D8-C48FB4FF67F8}"/>
                    </a:ext>
                  </a:extLst>
                </p:cNvPr>
                <p:cNvSpPr/>
                <p:nvPr/>
              </p:nvSpPr>
              <p:spPr>
                <a:xfrm>
                  <a:off x="2132290" y="208129"/>
                  <a:ext cx="12699" cy="1359153"/>
                </a:xfrm>
                <a:custGeom>
                  <a:avLst/>
                  <a:gdLst>
                    <a:gd name="csX0" fmla="*/ 0 w 12699"/>
                    <a:gd name="csY0" fmla="*/ 1359153 h 1359153"/>
                    <a:gd name="csX1" fmla="*/ 0 w 12699"/>
                    <a:gd name="csY1" fmla="*/ 0 h 1359153"/>
                  </a:gdLst>
                  <a:ahLst/>
                  <a:cxnLst>
                    <a:cxn ang="0">
                      <a:pos x="csX0" y="csY0"/>
                    </a:cxn>
                    <a:cxn ang="0">
                      <a:pos x="csX1" y="csY1"/>
                    </a:cxn>
                  </a:cxnLst>
                  <a:rect l="l" t="t" r="r" b="b"/>
                  <a:pathLst>
                    <a:path w="12699" h="1359153">
                      <a:moveTo>
                        <a:pt x="0" y="1359153"/>
                      </a:moveTo>
                      <a:lnTo>
                        <a:pt x="0" y="0"/>
                      </a:lnTo>
                    </a:path>
                  </a:pathLst>
                </a:custGeom>
                <a:ln w="13542" cap="flat">
                  <a:solidFill>
                    <a:srgbClr val="000000"/>
                  </a:solidFill>
                  <a:prstDash val="solid"/>
                  <a:round/>
                </a:ln>
              </p:spPr>
              <p:txBody>
                <a:bodyPr/>
                <a:lstStyle/>
                <a:p>
                  <a:pPr algn="ctr"/>
                  <a:endParaRPr lang="en-US" sz="2268"/>
                </a:p>
              </p:txBody>
            </p:sp>
            <p:sp>
              <p:nvSpPr>
                <p:cNvPr id="291" name="Freeform 290">
                  <a:extLst>
                    <a:ext uri="{FF2B5EF4-FFF2-40B4-BE49-F238E27FC236}">
                      <a16:creationId xmlns:a16="http://schemas.microsoft.com/office/drawing/2014/main" id="{32DAAB91-7C57-A7E5-D54E-1DF6C2AECB30}"/>
                    </a:ext>
                  </a:extLst>
                </p:cNvPr>
                <p:cNvSpPr/>
                <p:nvPr/>
              </p:nvSpPr>
              <p:spPr>
                <a:xfrm>
                  <a:off x="758531" y="780137"/>
                  <a:ext cx="12699" cy="573785"/>
                </a:xfrm>
                <a:custGeom>
                  <a:avLst/>
                  <a:gdLst>
                    <a:gd name="csX0" fmla="*/ 0 w 12699"/>
                    <a:gd name="csY0" fmla="*/ 0 h 573785"/>
                    <a:gd name="csX1" fmla="*/ 0 w 12699"/>
                    <a:gd name="csY1" fmla="*/ 573786 h 573785"/>
                  </a:gdLst>
                  <a:ahLst/>
                  <a:cxnLst>
                    <a:cxn ang="0">
                      <a:pos x="csX0" y="csY0"/>
                    </a:cxn>
                    <a:cxn ang="0">
                      <a:pos x="csX1" y="csY1"/>
                    </a:cxn>
                  </a:cxnLst>
                  <a:rect l="l" t="t" r="r" b="b"/>
                  <a:pathLst>
                    <a:path w="12699" h="573785">
                      <a:moveTo>
                        <a:pt x="0" y="0"/>
                      </a:moveTo>
                      <a:lnTo>
                        <a:pt x="0" y="573786"/>
                      </a:lnTo>
                    </a:path>
                  </a:pathLst>
                </a:custGeom>
                <a:ln w="13542" cap="flat">
                  <a:solidFill>
                    <a:srgbClr val="000000"/>
                  </a:solidFill>
                  <a:prstDash val="solid"/>
                  <a:round/>
                </a:ln>
              </p:spPr>
              <p:txBody>
                <a:bodyPr/>
                <a:lstStyle/>
                <a:p>
                  <a:pPr algn="ctr"/>
                  <a:endParaRPr lang="en-US" sz="2268"/>
                </a:p>
              </p:txBody>
            </p:sp>
            <p:sp>
              <p:nvSpPr>
                <p:cNvPr id="292" name="Freeform 291">
                  <a:extLst>
                    <a:ext uri="{FF2B5EF4-FFF2-40B4-BE49-F238E27FC236}">
                      <a16:creationId xmlns:a16="http://schemas.microsoft.com/office/drawing/2014/main" id="{603BA227-0CBF-8AAC-8CCC-9D6E95A7F5D1}"/>
                    </a:ext>
                  </a:extLst>
                </p:cNvPr>
                <p:cNvSpPr/>
                <p:nvPr/>
              </p:nvSpPr>
              <p:spPr>
                <a:xfrm>
                  <a:off x="722590" y="780137"/>
                  <a:ext cx="72008" cy="62356"/>
                </a:xfrm>
                <a:custGeom>
                  <a:avLst/>
                  <a:gdLst>
                    <a:gd name="csX0" fmla="*/ 72009 w 72008"/>
                    <a:gd name="csY0" fmla="*/ 62357 h 62356"/>
                    <a:gd name="csX1" fmla="*/ 35941 w 72008"/>
                    <a:gd name="csY1" fmla="*/ 0 h 62356"/>
                    <a:gd name="csX2" fmla="*/ 0 w 72008"/>
                    <a:gd name="csY2" fmla="*/ 62357 h 62356"/>
                  </a:gdLst>
                  <a:ahLst/>
                  <a:cxnLst>
                    <a:cxn ang="0">
                      <a:pos x="csX0" y="csY0"/>
                    </a:cxn>
                    <a:cxn ang="0">
                      <a:pos x="csX1" y="csY1"/>
                    </a:cxn>
                    <a:cxn ang="0">
                      <a:pos x="csX2" y="csY2"/>
                    </a:cxn>
                  </a:cxnLst>
                  <a:rect l="l" t="t" r="r" b="b"/>
                  <a:pathLst>
                    <a:path w="72008" h="62356">
                      <a:moveTo>
                        <a:pt x="72009" y="62357"/>
                      </a:moveTo>
                      <a:lnTo>
                        <a:pt x="35941" y="0"/>
                      </a:lnTo>
                      <a:lnTo>
                        <a:pt x="0" y="62357"/>
                      </a:lnTo>
                    </a:path>
                  </a:pathLst>
                </a:custGeom>
                <a:noFill/>
                <a:ln w="13542" cap="flat">
                  <a:solidFill>
                    <a:srgbClr val="000000"/>
                  </a:solidFill>
                  <a:prstDash val="solid"/>
                  <a:round/>
                </a:ln>
              </p:spPr>
              <p:txBody>
                <a:bodyPr/>
                <a:lstStyle/>
                <a:p>
                  <a:pPr algn="ctr"/>
                  <a:endParaRPr lang="en-US" sz="2268"/>
                </a:p>
              </p:txBody>
            </p:sp>
            <p:sp>
              <p:nvSpPr>
                <p:cNvPr id="293" name="Freeform 292">
                  <a:extLst>
                    <a:ext uri="{FF2B5EF4-FFF2-40B4-BE49-F238E27FC236}">
                      <a16:creationId xmlns:a16="http://schemas.microsoft.com/office/drawing/2014/main" id="{A6ABE13E-5753-F720-E0AA-1D753C045B46}"/>
                    </a:ext>
                  </a:extLst>
                </p:cNvPr>
                <p:cNvSpPr/>
                <p:nvPr/>
              </p:nvSpPr>
              <p:spPr>
                <a:xfrm>
                  <a:off x="722590" y="1291566"/>
                  <a:ext cx="72008" cy="62356"/>
                </a:xfrm>
                <a:custGeom>
                  <a:avLst/>
                  <a:gdLst>
                    <a:gd name="csX0" fmla="*/ 0 w 72008"/>
                    <a:gd name="csY0" fmla="*/ 0 h 62356"/>
                    <a:gd name="csX1" fmla="*/ 35941 w 72008"/>
                    <a:gd name="csY1" fmla="*/ 62357 h 62356"/>
                    <a:gd name="csX2" fmla="*/ 72009 w 72008"/>
                    <a:gd name="csY2" fmla="*/ 0 h 62356"/>
                  </a:gdLst>
                  <a:ahLst/>
                  <a:cxnLst>
                    <a:cxn ang="0">
                      <a:pos x="csX0" y="csY0"/>
                    </a:cxn>
                    <a:cxn ang="0">
                      <a:pos x="csX1" y="csY1"/>
                    </a:cxn>
                    <a:cxn ang="0">
                      <a:pos x="csX2" y="csY2"/>
                    </a:cxn>
                  </a:cxnLst>
                  <a:rect l="l" t="t" r="r" b="b"/>
                  <a:pathLst>
                    <a:path w="72008" h="62356">
                      <a:moveTo>
                        <a:pt x="0" y="0"/>
                      </a:moveTo>
                      <a:lnTo>
                        <a:pt x="35941" y="62357"/>
                      </a:lnTo>
                      <a:lnTo>
                        <a:pt x="72009" y="0"/>
                      </a:lnTo>
                    </a:path>
                  </a:pathLst>
                </a:custGeom>
                <a:noFill/>
                <a:ln w="13542" cap="flat">
                  <a:solidFill>
                    <a:srgbClr val="000000"/>
                  </a:solidFill>
                  <a:prstDash val="solid"/>
                  <a:round/>
                </a:ln>
              </p:spPr>
              <p:txBody>
                <a:bodyPr/>
                <a:lstStyle/>
                <a:p>
                  <a:pPr algn="ctr"/>
                  <a:endParaRPr lang="en-US" sz="2268"/>
                </a:p>
              </p:txBody>
            </p:sp>
            <p:sp>
              <p:nvSpPr>
                <p:cNvPr id="326" name="Freeform 325">
                  <a:extLst>
                    <a:ext uri="{FF2B5EF4-FFF2-40B4-BE49-F238E27FC236}">
                      <a16:creationId xmlns:a16="http://schemas.microsoft.com/office/drawing/2014/main" id="{2BA1690E-151B-577E-4B9C-14E443352446}"/>
                    </a:ext>
                  </a:extLst>
                </p:cNvPr>
                <p:cNvSpPr/>
                <p:nvPr/>
              </p:nvSpPr>
              <p:spPr>
                <a:xfrm>
                  <a:off x="1308060" y="1131800"/>
                  <a:ext cx="12699" cy="281177"/>
                </a:xfrm>
                <a:custGeom>
                  <a:avLst/>
                  <a:gdLst>
                    <a:gd name="csX0" fmla="*/ 0 w 12699"/>
                    <a:gd name="csY0" fmla="*/ 0 h 281177"/>
                    <a:gd name="csX1" fmla="*/ 0 w 12699"/>
                    <a:gd name="csY1" fmla="*/ 281178 h 281177"/>
                  </a:gdLst>
                  <a:ahLst/>
                  <a:cxnLst>
                    <a:cxn ang="0">
                      <a:pos x="csX0" y="csY0"/>
                    </a:cxn>
                    <a:cxn ang="0">
                      <a:pos x="csX1" y="csY1"/>
                    </a:cxn>
                  </a:cxnLst>
                  <a:rect l="l" t="t" r="r" b="b"/>
                  <a:pathLst>
                    <a:path w="12699" h="281177">
                      <a:moveTo>
                        <a:pt x="0" y="0"/>
                      </a:moveTo>
                      <a:lnTo>
                        <a:pt x="0" y="281178"/>
                      </a:lnTo>
                    </a:path>
                  </a:pathLst>
                </a:custGeom>
                <a:ln w="13542" cap="flat">
                  <a:solidFill>
                    <a:srgbClr val="000000"/>
                  </a:solidFill>
                  <a:prstDash val="solid"/>
                  <a:round/>
                </a:ln>
              </p:spPr>
              <p:txBody>
                <a:bodyPr/>
                <a:lstStyle/>
                <a:p>
                  <a:pPr algn="ctr"/>
                  <a:endParaRPr lang="en-US" sz="2268"/>
                </a:p>
              </p:txBody>
            </p:sp>
            <p:sp>
              <p:nvSpPr>
                <p:cNvPr id="327" name="Freeform 326">
                  <a:extLst>
                    <a:ext uri="{FF2B5EF4-FFF2-40B4-BE49-F238E27FC236}">
                      <a16:creationId xmlns:a16="http://schemas.microsoft.com/office/drawing/2014/main" id="{775CACDD-0E85-5534-0DA8-0C7C12A83790}"/>
                    </a:ext>
                  </a:extLst>
                </p:cNvPr>
                <p:cNvSpPr/>
                <p:nvPr/>
              </p:nvSpPr>
              <p:spPr>
                <a:xfrm>
                  <a:off x="1272119" y="1131800"/>
                  <a:ext cx="72008" cy="62357"/>
                </a:xfrm>
                <a:custGeom>
                  <a:avLst/>
                  <a:gdLst>
                    <a:gd name="csX0" fmla="*/ 72009 w 72008"/>
                    <a:gd name="csY0" fmla="*/ 62357 h 62357"/>
                    <a:gd name="csX1" fmla="*/ 35941 w 72008"/>
                    <a:gd name="csY1" fmla="*/ 0 h 62357"/>
                    <a:gd name="csX2" fmla="*/ 0 w 72008"/>
                    <a:gd name="csY2" fmla="*/ 62357 h 62357"/>
                  </a:gdLst>
                  <a:ahLst/>
                  <a:cxnLst>
                    <a:cxn ang="0">
                      <a:pos x="csX0" y="csY0"/>
                    </a:cxn>
                    <a:cxn ang="0">
                      <a:pos x="csX1" y="csY1"/>
                    </a:cxn>
                    <a:cxn ang="0">
                      <a:pos x="csX2" y="csY2"/>
                    </a:cxn>
                  </a:cxnLst>
                  <a:rect l="l" t="t" r="r" b="b"/>
                  <a:pathLst>
                    <a:path w="72008" h="62357">
                      <a:moveTo>
                        <a:pt x="72009" y="62357"/>
                      </a:moveTo>
                      <a:lnTo>
                        <a:pt x="35941" y="0"/>
                      </a:lnTo>
                      <a:lnTo>
                        <a:pt x="0" y="62357"/>
                      </a:lnTo>
                    </a:path>
                  </a:pathLst>
                </a:custGeom>
                <a:noFill/>
                <a:ln w="13542" cap="flat">
                  <a:solidFill>
                    <a:srgbClr val="000000"/>
                  </a:solidFill>
                  <a:prstDash val="solid"/>
                  <a:round/>
                </a:ln>
              </p:spPr>
              <p:txBody>
                <a:bodyPr/>
                <a:lstStyle/>
                <a:p>
                  <a:pPr algn="ctr"/>
                  <a:endParaRPr lang="en-US" sz="2268"/>
                </a:p>
              </p:txBody>
            </p:sp>
            <p:sp>
              <p:nvSpPr>
                <p:cNvPr id="328" name="Freeform 327">
                  <a:extLst>
                    <a:ext uri="{FF2B5EF4-FFF2-40B4-BE49-F238E27FC236}">
                      <a16:creationId xmlns:a16="http://schemas.microsoft.com/office/drawing/2014/main" id="{B5B3DE0C-0893-1473-A800-B116E378A283}"/>
                    </a:ext>
                  </a:extLst>
                </p:cNvPr>
                <p:cNvSpPr/>
                <p:nvPr/>
              </p:nvSpPr>
              <p:spPr>
                <a:xfrm>
                  <a:off x="1272119" y="1350621"/>
                  <a:ext cx="72008" cy="62356"/>
                </a:xfrm>
                <a:custGeom>
                  <a:avLst/>
                  <a:gdLst>
                    <a:gd name="csX0" fmla="*/ 0 w 72008"/>
                    <a:gd name="csY0" fmla="*/ 0 h 62356"/>
                    <a:gd name="csX1" fmla="*/ 35941 w 72008"/>
                    <a:gd name="csY1" fmla="*/ 62357 h 62356"/>
                    <a:gd name="csX2" fmla="*/ 72009 w 72008"/>
                    <a:gd name="csY2" fmla="*/ 0 h 62356"/>
                  </a:gdLst>
                  <a:ahLst/>
                  <a:cxnLst>
                    <a:cxn ang="0">
                      <a:pos x="csX0" y="csY0"/>
                    </a:cxn>
                    <a:cxn ang="0">
                      <a:pos x="csX1" y="csY1"/>
                    </a:cxn>
                    <a:cxn ang="0">
                      <a:pos x="csX2" y="csY2"/>
                    </a:cxn>
                  </a:cxnLst>
                  <a:rect l="l" t="t" r="r" b="b"/>
                  <a:pathLst>
                    <a:path w="72008" h="62356">
                      <a:moveTo>
                        <a:pt x="0" y="0"/>
                      </a:moveTo>
                      <a:lnTo>
                        <a:pt x="35941" y="62357"/>
                      </a:lnTo>
                      <a:lnTo>
                        <a:pt x="72009" y="0"/>
                      </a:lnTo>
                    </a:path>
                  </a:pathLst>
                </a:custGeom>
                <a:noFill/>
                <a:ln w="13542" cap="flat">
                  <a:solidFill>
                    <a:srgbClr val="000000"/>
                  </a:solidFill>
                  <a:prstDash val="solid"/>
                  <a:round/>
                </a:ln>
              </p:spPr>
              <p:txBody>
                <a:bodyPr/>
                <a:lstStyle/>
                <a:p>
                  <a:pPr algn="ctr"/>
                  <a:endParaRPr lang="en-US" sz="2268"/>
                </a:p>
              </p:txBody>
            </p:sp>
            <p:sp>
              <p:nvSpPr>
                <p:cNvPr id="329" name="TextBox 328">
                  <a:extLst>
                    <a:ext uri="{FF2B5EF4-FFF2-40B4-BE49-F238E27FC236}">
                      <a16:creationId xmlns:a16="http://schemas.microsoft.com/office/drawing/2014/main" id="{450FC739-BC4C-C404-19E0-756808C2DDEF}"/>
                    </a:ext>
                  </a:extLst>
                </p:cNvPr>
                <p:cNvSpPr txBox="1"/>
                <p:nvPr/>
              </p:nvSpPr>
              <p:spPr>
                <a:xfrm>
                  <a:off x="1239183" y="1143709"/>
                  <a:ext cx="412581"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2.33x</a:t>
                  </a:r>
                </a:p>
              </p:txBody>
            </p:sp>
            <p:sp>
              <p:nvSpPr>
                <p:cNvPr id="361" name="Freeform 360">
                  <a:extLst>
                    <a:ext uri="{FF2B5EF4-FFF2-40B4-BE49-F238E27FC236}">
                      <a16:creationId xmlns:a16="http://schemas.microsoft.com/office/drawing/2014/main" id="{197954B6-894B-B350-CB38-8232579F0667}"/>
                    </a:ext>
                  </a:extLst>
                </p:cNvPr>
                <p:cNvSpPr/>
                <p:nvPr/>
              </p:nvSpPr>
              <p:spPr>
                <a:xfrm>
                  <a:off x="1857589" y="1073507"/>
                  <a:ext cx="12699" cy="299719"/>
                </a:xfrm>
                <a:custGeom>
                  <a:avLst/>
                  <a:gdLst>
                    <a:gd name="csX0" fmla="*/ 0 w 12699"/>
                    <a:gd name="csY0" fmla="*/ 0 h 299719"/>
                    <a:gd name="csX1" fmla="*/ 0 w 12699"/>
                    <a:gd name="csY1" fmla="*/ 299720 h 299719"/>
                  </a:gdLst>
                  <a:ahLst/>
                  <a:cxnLst>
                    <a:cxn ang="0">
                      <a:pos x="csX0" y="csY0"/>
                    </a:cxn>
                    <a:cxn ang="0">
                      <a:pos x="csX1" y="csY1"/>
                    </a:cxn>
                  </a:cxnLst>
                  <a:rect l="l" t="t" r="r" b="b"/>
                  <a:pathLst>
                    <a:path w="12699" h="299719">
                      <a:moveTo>
                        <a:pt x="0" y="0"/>
                      </a:moveTo>
                      <a:lnTo>
                        <a:pt x="0" y="299720"/>
                      </a:lnTo>
                    </a:path>
                  </a:pathLst>
                </a:custGeom>
                <a:ln w="13542" cap="flat">
                  <a:solidFill>
                    <a:srgbClr val="000000"/>
                  </a:solidFill>
                  <a:prstDash val="solid"/>
                  <a:round/>
                </a:ln>
              </p:spPr>
              <p:txBody>
                <a:bodyPr/>
                <a:lstStyle/>
                <a:p>
                  <a:pPr algn="ctr"/>
                  <a:endParaRPr lang="en-US" sz="2268"/>
                </a:p>
              </p:txBody>
            </p:sp>
            <p:sp>
              <p:nvSpPr>
                <p:cNvPr id="362" name="Freeform 361">
                  <a:extLst>
                    <a:ext uri="{FF2B5EF4-FFF2-40B4-BE49-F238E27FC236}">
                      <a16:creationId xmlns:a16="http://schemas.microsoft.com/office/drawing/2014/main" id="{87E0BCFF-8396-3FBE-8372-BCA40C67806A}"/>
                    </a:ext>
                  </a:extLst>
                </p:cNvPr>
                <p:cNvSpPr/>
                <p:nvPr/>
              </p:nvSpPr>
              <p:spPr>
                <a:xfrm>
                  <a:off x="1821521" y="1073507"/>
                  <a:ext cx="72008" cy="62356"/>
                </a:xfrm>
                <a:custGeom>
                  <a:avLst/>
                  <a:gdLst>
                    <a:gd name="csX0" fmla="*/ 72009 w 72008"/>
                    <a:gd name="csY0" fmla="*/ 62357 h 62356"/>
                    <a:gd name="csX1" fmla="*/ 36068 w 72008"/>
                    <a:gd name="csY1" fmla="*/ 0 h 62356"/>
                    <a:gd name="csX2" fmla="*/ 0 w 72008"/>
                    <a:gd name="csY2" fmla="*/ 62357 h 62356"/>
                  </a:gdLst>
                  <a:ahLst/>
                  <a:cxnLst>
                    <a:cxn ang="0">
                      <a:pos x="csX0" y="csY0"/>
                    </a:cxn>
                    <a:cxn ang="0">
                      <a:pos x="csX1" y="csY1"/>
                    </a:cxn>
                    <a:cxn ang="0">
                      <a:pos x="csX2" y="csY2"/>
                    </a:cxn>
                  </a:cxnLst>
                  <a:rect l="l" t="t" r="r" b="b"/>
                  <a:pathLst>
                    <a:path w="72008" h="62356">
                      <a:moveTo>
                        <a:pt x="72009" y="62357"/>
                      </a:moveTo>
                      <a:lnTo>
                        <a:pt x="36068" y="0"/>
                      </a:lnTo>
                      <a:lnTo>
                        <a:pt x="0" y="62357"/>
                      </a:lnTo>
                    </a:path>
                  </a:pathLst>
                </a:custGeom>
                <a:noFill/>
                <a:ln w="13542" cap="flat">
                  <a:solidFill>
                    <a:srgbClr val="000000"/>
                  </a:solidFill>
                  <a:prstDash val="solid"/>
                  <a:round/>
                </a:ln>
              </p:spPr>
              <p:txBody>
                <a:bodyPr/>
                <a:lstStyle/>
                <a:p>
                  <a:pPr algn="ctr"/>
                  <a:endParaRPr lang="en-US" sz="2268"/>
                </a:p>
              </p:txBody>
            </p:sp>
            <p:sp>
              <p:nvSpPr>
                <p:cNvPr id="363" name="Freeform 362">
                  <a:extLst>
                    <a:ext uri="{FF2B5EF4-FFF2-40B4-BE49-F238E27FC236}">
                      <a16:creationId xmlns:a16="http://schemas.microsoft.com/office/drawing/2014/main" id="{DD9E1EE5-A40E-44BC-CD47-301A72A97B4C}"/>
                    </a:ext>
                  </a:extLst>
                </p:cNvPr>
                <p:cNvSpPr/>
                <p:nvPr/>
              </p:nvSpPr>
              <p:spPr>
                <a:xfrm>
                  <a:off x="1821521" y="1310870"/>
                  <a:ext cx="72008" cy="62357"/>
                </a:xfrm>
                <a:custGeom>
                  <a:avLst/>
                  <a:gdLst>
                    <a:gd name="csX0" fmla="*/ 0 w 72008"/>
                    <a:gd name="csY0" fmla="*/ 0 h 62357"/>
                    <a:gd name="csX1" fmla="*/ 36068 w 72008"/>
                    <a:gd name="csY1" fmla="*/ 62357 h 62357"/>
                    <a:gd name="csX2" fmla="*/ 72009 w 72008"/>
                    <a:gd name="csY2" fmla="*/ 0 h 62357"/>
                  </a:gdLst>
                  <a:ahLst/>
                  <a:cxnLst>
                    <a:cxn ang="0">
                      <a:pos x="csX0" y="csY0"/>
                    </a:cxn>
                    <a:cxn ang="0">
                      <a:pos x="csX1" y="csY1"/>
                    </a:cxn>
                    <a:cxn ang="0">
                      <a:pos x="csX2" y="csY2"/>
                    </a:cxn>
                  </a:cxnLst>
                  <a:rect l="l" t="t" r="r" b="b"/>
                  <a:pathLst>
                    <a:path w="72008" h="62357">
                      <a:moveTo>
                        <a:pt x="0" y="0"/>
                      </a:moveTo>
                      <a:lnTo>
                        <a:pt x="36068" y="62357"/>
                      </a:lnTo>
                      <a:lnTo>
                        <a:pt x="72009" y="0"/>
                      </a:lnTo>
                    </a:path>
                  </a:pathLst>
                </a:custGeom>
                <a:noFill/>
                <a:ln w="13542" cap="flat">
                  <a:solidFill>
                    <a:srgbClr val="000000"/>
                  </a:solidFill>
                  <a:prstDash val="solid"/>
                  <a:round/>
                </a:ln>
              </p:spPr>
              <p:txBody>
                <a:bodyPr/>
                <a:lstStyle/>
                <a:p>
                  <a:pPr algn="ctr"/>
                  <a:endParaRPr lang="en-US" sz="2268"/>
                </a:p>
              </p:txBody>
            </p:sp>
            <p:sp>
              <p:nvSpPr>
                <p:cNvPr id="364" name="TextBox 363">
                  <a:extLst>
                    <a:ext uri="{FF2B5EF4-FFF2-40B4-BE49-F238E27FC236}">
                      <a16:creationId xmlns:a16="http://schemas.microsoft.com/office/drawing/2014/main" id="{DD57FF99-9326-F316-2755-5FB0CBCAF74D}"/>
                    </a:ext>
                  </a:extLst>
                </p:cNvPr>
                <p:cNvSpPr txBox="1"/>
                <p:nvPr/>
              </p:nvSpPr>
              <p:spPr>
                <a:xfrm>
                  <a:off x="1788585" y="1087839"/>
                  <a:ext cx="412581"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2.19x</a:t>
                  </a:r>
                </a:p>
              </p:txBody>
            </p:sp>
            <p:sp>
              <p:nvSpPr>
                <p:cNvPr id="396" name="Freeform 395">
                  <a:extLst>
                    <a:ext uri="{FF2B5EF4-FFF2-40B4-BE49-F238E27FC236}">
                      <a16:creationId xmlns:a16="http://schemas.microsoft.com/office/drawing/2014/main" id="{39F22F5A-D5AD-26A3-2497-3CF3A85EF9E9}"/>
                    </a:ext>
                  </a:extLst>
                </p:cNvPr>
                <p:cNvSpPr/>
                <p:nvPr/>
              </p:nvSpPr>
              <p:spPr>
                <a:xfrm>
                  <a:off x="2406991" y="1040106"/>
                  <a:ext cx="12699" cy="352932"/>
                </a:xfrm>
                <a:custGeom>
                  <a:avLst/>
                  <a:gdLst>
                    <a:gd name="csX0" fmla="*/ 0 w 12699"/>
                    <a:gd name="csY0" fmla="*/ 0 h 352932"/>
                    <a:gd name="csX1" fmla="*/ 0 w 12699"/>
                    <a:gd name="csY1" fmla="*/ 352933 h 352932"/>
                  </a:gdLst>
                  <a:ahLst/>
                  <a:cxnLst>
                    <a:cxn ang="0">
                      <a:pos x="csX0" y="csY0"/>
                    </a:cxn>
                    <a:cxn ang="0">
                      <a:pos x="csX1" y="csY1"/>
                    </a:cxn>
                  </a:cxnLst>
                  <a:rect l="l" t="t" r="r" b="b"/>
                  <a:pathLst>
                    <a:path w="12699" h="352932">
                      <a:moveTo>
                        <a:pt x="0" y="0"/>
                      </a:moveTo>
                      <a:lnTo>
                        <a:pt x="0" y="352933"/>
                      </a:lnTo>
                    </a:path>
                  </a:pathLst>
                </a:custGeom>
                <a:ln w="13542" cap="flat">
                  <a:solidFill>
                    <a:srgbClr val="000000"/>
                  </a:solidFill>
                  <a:prstDash val="solid"/>
                  <a:round/>
                </a:ln>
              </p:spPr>
              <p:txBody>
                <a:bodyPr/>
                <a:lstStyle/>
                <a:p>
                  <a:pPr algn="ctr"/>
                  <a:endParaRPr lang="en-US" sz="2268"/>
                </a:p>
              </p:txBody>
            </p:sp>
            <p:sp>
              <p:nvSpPr>
                <p:cNvPr id="397" name="Freeform 396">
                  <a:extLst>
                    <a:ext uri="{FF2B5EF4-FFF2-40B4-BE49-F238E27FC236}">
                      <a16:creationId xmlns:a16="http://schemas.microsoft.com/office/drawing/2014/main" id="{95634E6D-7D17-896E-841D-B4FAC3F8B043}"/>
                    </a:ext>
                  </a:extLst>
                </p:cNvPr>
                <p:cNvSpPr/>
                <p:nvPr/>
              </p:nvSpPr>
              <p:spPr>
                <a:xfrm>
                  <a:off x="2371050" y="1040106"/>
                  <a:ext cx="72008" cy="62357"/>
                </a:xfrm>
                <a:custGeom>
                  <a:avLst/>
                  <a:gdLst>
                    <a:gd name="csX0" fmla="*/ 72009 w 72008"/>
                    <a:gd name="csY0" fmla="*/ 62357 h 62357"/>
                    <a:gd name="csX1" fmla="*/ 35941 w 72008"/>
                    <a:gd name="csY1" fmla="*/ 0 h 62357"/>
                    <a:gd name="csX2" fmla="*/ 0 w 72008"/>
                    <a:gd name="csY2" fmla="*/ 62357 h 62357"/>
                  </a:gdLst>
                  <a:ahLst/>
                  <a:cxnLst>
                    <a:cxn ang="0">
                      <a:pos x="csX0" y="csY0"/>
                    </a:cxn>
                    <a:cxn ang="0">
                      <a:pos x="csX1" y="csY1"/>
                    </a:cxn>
                    <a:cxn ang="0">
                      <a:pos x="csX2" y="csY2"/>
                    </a:cxn>
                  </a:cxnLst>
                  <a:rect l="l" t="t" r="r" b="b"/>
                  <a:pathLst>
                    <a:path w="72008" h="62357">
                      <a:moveTo>
                        <a:pt x="72009" y="62357"/>
                      </a:moveTo>
                      <a:lnTo>
                        <a:pt x="35941" y="0"/>
                      </a:lnTo>
                      <a:lnTo>
                        <a:pt x="0" y="62357"/>
                      </a:lnTo>
                    </a:path>
                  </a:pathLst>
                </a:custGeom>
                <a:noFill/>
                <a:ln w="13542" cap="flat">
                  <a:solidFill>
                    <a:srgbClr val="000000"/>
                  </a:solidFill>
                  <a:prstDash val="solid"/>
                  <a:round/>
                </a:ln>
              </p:spPr>
              <p:txBody>
                <a:bodyPr/>
                <a:lstStyle/>
                <a:p>
                  <a:pPr algn="ctr"/>
                  <a:endParaRPr lang="en-US" sz="2268"/>
                </a:p>
              </p:txBody>
            </p:sp>
            <p:sp>
              <p:nvSpPr>
                <p:cNvPr id="398" name="Freeform 397">
                  <a:extLst>
                    <a:ext uri="{FF2B5EF4-FFF2-40B4-BE49-F238E27FC236}">
                      <a16:creationId xmlns:a16="http://schemas.microsoft.com/office/drawing/2014/main" id="{AE7A39FF-FAAB-450D-C21F-2247BDF6CCCC}"/>
                    </a:ext>
                  </a:extLst>
                </p:cNvPr>
                <p:cNvSpPr/>
                <p:nvPr/>
              </p:nvSpPr>
              <p:spPr>
                <a:xfrm>
                  <a:off x="2371050" y="1330682"/>
                  <a:ext cx="72008" cy="62356"/>
                </a:xfrm>
                <a:custGeom>
                  <a:avLst/>
                  <a:gdLst>
                    <a:gd name="csX0" fmla="*/ 0 w 72008"/>
                    <a:gd name="csY0" fmla="*/ 0 h 62356"/>
                    <a:gd name="csX1" fmla="*/ 35941 w 72008"/>
                    <a:gd name="csY1" fmla="*/ 62357 h 62356"/>
                    <a:gd name="csX2" fmla="*/ 72009 w 72008"/>
                    <a:gd name="csY2" fmla="*/ 0 h 62356"/>
                  </a:gdLst>
                  <a:ahLst/>
                  <a:cxnLst>
                    <a:cxn ang="0">
                      <a:pos x="csX0" y="csY0"/>
                    </a:cxn>
                    <a:cxn ang="0">
                      <a:pos x="csX1" y="csY1"/>
                    </a:cxn>
                    <a:cxn ang="0">
                      <a:pos x="csX2" y="csY2"/>
                    </a:cxn>
                  </a:cxnLst>
                  <a:rect l="l" t="t" r="r" b="b"/>
                  <a:pathLst>
                    <a:path w="72008" h="62356">
                      <a:moveTo>
                        <a:pt x="0" y="0"/>
                      </a:moveTo>
                      <a:lnTo>
                        <a:pt x="35941" y="62357"/>
                      </a:lnTo>
                      <a:lnTo>
                        <a:pt x="72009" y="0"/>
                      </a:lnTo>
                    </a:path>
                  </a:pathLst>
                </a:custGeom>
                <a:noFill/>
                <a:ln w="13542" cap="flat">
                  <a:solidFill>
                    <a:srgbClr val="000000"/>
                  </a:solidFill>
                  <a:prstDash val="solid"/>
                  <a:round/>
                </a:ln>
              </p:spPr>
              <p:txBody>
                <a:bodyPr/>
                <a:lstStyle/>
                <a:p>
                  <a:pPr algn="ctr"/>
                  <a:endParaRPr lang="en-US" sz="2268"/>
                </a:p>
              </p:txBody>
            </p:sp>
            <p:sp>
              <p:nvSpPr>
                <p:cNvPr id="399" name="TextBox 398">
                  <a:extLst>
                    <a:ext uri="{FF2B5EF4-FFF2-40B4-BE49-F238E27FC236}">
                      <a16:creationId xmlns:a16="http://schemas.microsoft.com/office/drawing/2014/main" id="{28E65384-6F98-56A9-85CF-A2A1C62A10DD}"/>
                    </a:ext>
                  </a:extLst>
                </p:cNvPr>
                <p:cNvSpPr txBox="1"/>
                <p:nvPr/>
              </p:nvSpPr>
              <p:spPr>
                <a:xfrm>
                  <a:off x="2338113" y="1121430"/>
                  <a:ext cx="412581"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2.52x</a:t>
                  </a:r>
                </a:p>
              </p:txBody>
            </p:sp>
            <p:sp>
              <p:nvSpPr>
                <p:cNvPr id="431" name="Freeform 430">
                  <a:extLst>
                    <a:ext uri="{FF2B5EF4-FFF2-40B4-BE49-F238E27FC236}">
                      <a16:creationId xmlns:a16="http://schemas.microsoft.com/office/drawing/2014/main" id="{181F268E-2672-BD74-C089-88C75FBD47B0}"/>
                    </a:ext>
                  </a:extLst>
                </p:cNvPr>
                <p:cNvSpPr/>
                <p:nvPr/>
              </p:nvSpPr>
              <p:spPr>
                <a:xfrm>
                  <a:off x="1680043" y="1147802"/>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32" name="Freeform 431">
                  <a:extLst>
                    <a:ext uri="{FF2B5EF4-FFF2-40B4-BE49-F238E27FC236}">
                      <a16:creationId xmlns:a16="http://schemas.microsoft.com/office/drawing/2014/main" id="{4828B1D2-7CE9-AEFC-5874-270B64C31627}"/>
                    </a:ext>
                  </a:extLst>
                </p:cNvPr>
                <p:cNvSpPr/>
                <p:nvPr/>
              </p:nvSpPr>
              <p:spPr>
                <a:xfrm>
                  <a:off x="1974429" y="1393293"/>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33" name="Freeform 432">
                  <a:extLst>
                    <a:ext uri="{FF2B5EF4-FFF2-40B4-BE49-F238E27FC236}">
                      <a16:creationId xmlns:a16="http://schemas.microsoft.com/office/drawing/2014/main" id="{7BF72837-26EA-8231-413F-E6F928068FD7}"/>
                    </a:ext>
                  </a:extLst>
                </p:cNvPr>
                <p:cNvSpPr/>
                <p:nvPr/>
              </p:nvSpPr>
              <p:spPr>
                <a:xfrm>
                  <a:off x="1128355" y="1184124"/>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34" name="Freeform 433">
                  <a:extLst>
                    <a:ext uri="{FF2B5EF4-FFF2-40B4-BE49-F238E27FC236}">
                      <a16:creationId xmlns:a16="http://schemas.microsoft.com/office/drawing/2014/main" id="{2A883898-0A07-7054-24C6-F033E8F811DF}"/>
                    </a:ext>
                  </a:extLst>
                </p:cNvPr>
                <p:cNvSpPr/>
                <p:nvPr/>
              </p:nvSpPr>
              <p:spPr>
                <a:xfrm>
                  <a:off x="1403564" y="1363829"/>
                  <a:ext cx="85090" cy="73786"/>
                </a:xfrm>
                <a:custGeom>
                  <a:avLst/>
                  <a:gdLst>
                    <a:gd name="csX0" fmla="*/ 42545 w 85090"/>
                    <a:gd name="csY0" fmla="*/ 0 h 73786"/>
                    <a:gd name="csX1" fmla="*/ 85090 w 85090"/>
                    <a:gd name="csY1" fmla="*/ 73787 h 73786"/>
                    <a:gd name="csX2" fmla="*/ 0 w 85090"/>
                    <a:gd name="csY2" fmla="*/ 73787 h 73786"/>
                  </a:gdLst>
                  <a:ahLst/>
                  <a:cxnLst>
                    <a:cxn ang="0">
                      <a:pos x="csX0" y="csY0"/>
                    </a:cxn>
                    <a:cxn ang="0">
                      <a:pos x="csX1" y="csY1"/>
                    </a:cxn>
                    <a:cxn ang="0">
                      <a:pos x="csX2" y="csY2"/>
                    </a:cxn>
                  </a:cxnLst>
                  <a:rect l="l" t="t" r="r" b="b"/>
                  <a:pathLst>
                    <a:path w="85090"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435" name="Freeform 434">
                  <a:extLst>
                    <a:ext uri="{FF2B5EF4-FFF2-40B4-BE49-F238E27FC236}">
                      <a16:creationId xmlns:a16="http://schemas.microsoft.com/office/drawing/2014/main" id="{51B5A4B0-70BB-A0E0-A70D-72B77C4C306C}"/>
                    </a:ext>
                  </a:extLst>
                </p:cNvPr>
                <p:cNvSpPr/>
                <p:nvPr/>
              </p:nvSpPr>
              <p:spPr>
                <a:xfrm>
                  <a:off x="1120354" y="1132181"/>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36" name="Freeform 435">
                  <a:extLst>
                    <a:ext uri="{FF2B5EF4-FFF2-40B4-BE49-F238E27FC236}">
                      <a16:creationId xmlns:a16="http://schemas.microsoft.com/office/drawing/2014/main" id="{E3D02DF8-2A13-3A3B-7327-D6C5D7E6F4A6}"/>
                    </a:ext>
                  </a:extLst>
                </p:cNvPr>
                <p:cNvSpPr/>
                <p:nvPr/>
              </p:nvSpPr>
              <p:spPr>
                <a:xfrm>
                  <a:off x="1404453" y="1398500"/>
                  <a:ext cx="85090" cy="73659"/>
                </a:xfrm>
                <a:custGeom>
                  <a:avLst/>
                  <a:gdLst>
                    <a:gd name="csX0" fmla="*/ 42545 w 85090"/>
                    <a:gd name="csY0" fmla="*/ 0 h 73659"/>
                    <a:gd name="csX1" fmla="*/ 85090 w 85090"/>
                    <a:gd name="csY1" fmla="*/ 73660 h 73659"/>
                    <a:gd name="csX2" fmla="*/ 0 w 85090"/>
                    <a:gd name="csY2" fmla="*/ 73660 h 73659"/>
                  </a:gdLst>
                  <a:ahLst/>
                  <a:cxnLst>
                    <a:cxn ang="0">
                      <a:pos x="csX0" y="csY0"/>
                    </a:cxn>
                    <a:cxn ang="0">
                      <a:pos x="csX1" y="csY1"/>
                    </a:cxn>
                    <a:cxn ang="0">
                      <a:pos x="csX2" y="csY2"/>
                    </a:cxn>
                  </a:cxnLst>
                  <a:rect l="l" t="t" r="r" b="b"/>
                  <a:pathLst>
                    <a:path w="85090"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37" name="Freeform 436">
                  <a:extLst>
                    <a:ext uri="{FF2B5EF4-FFF2-40B4-BE49-F238E27FC236}">
                      <a16:creationId xmlns:a16="http://schemas.microsoft.com/office/drawing/2014/main" id="{609622AD-CA14-46E8-8190-B80E64E8294D}"/>
                    </a:ext>
                  </a:extLst>
                </p:cNvPr>
                <p:cNvSpPr/>
                <p:nvPr/>
              </p:nvSpPr>
              <p:spPr>
                <a:xfrm>
                  <a:off x="596860" y="675489"/>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38" name="Freeform 437">
                  <a:extLst>
                    <a:ext uri="{FF2B5EF4-FFF2-40B4-BE49-F238E27FC236}">
                      <a16:creationId xmlns:a16="http://schemas.microsoft.com/office/drawing/2014/main" id="{4402B982-C731-60AF-F916-966EC5E2A713}"/>
                    </a:ext>
                  </a:extLst>
                </p:cNvPr>
                <p:cNvSpPr/>
                <p:nvPr/>
              </p:nvSpPr>
              <p:spPr>
                <a:xfrm>
                  <a:off x="853527" y="1360400"/>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39" name="Freeform 438">
                  <a:extLst>
                    <a:ext uri="{FF2B5EF4-FFF2-40B4-BE49-F238E27FC236}">
                      <a16:creationId xmlns:a16="http://schemas.microsoft.com/office/drawing/2014/main" id="{29238895-9EB0-3F04-55FB-C12A9FC5CEF3}"/>
                    </a:ext>
                  </a:extLst>
                </p:cNvPr>
                <p:cNvSpPr/>
                <p:nvPr/>
              </p:nvSpPr>
              <p:spPr>
                <a:xfrm>
                  <a:off x="567650" y="722225"/>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40" name="Freeform 439">
                  <a:extLst>
                    <a:ext uri="{FF2B5EF4-FFF2-40B4-BE49-F238E27FC236}">
                      <a16:creationId xmlns:a16="http://schemas.microsoft.com/office/drawing/2014/main" id="{20C9B492-A5B6-DE88-9F98-D4CE2499A105}"/>
                    </a:ext>
                  </a:extLst>
                </p:cNvPr>
                <p:cNvSpPr/>
                <p:nvPr/>
              </p:nvSpPr>
              <p:spPr>
                <a:xfrm>
                  <a:off x="872450" y="1166598"/>
                  <a:ext cx="85089" cy="73787"/>
                </a:xfrm>
                <a:custGeom>
                  <a:avLst/>
                  <a:gdLst>
                    <a:gd name="csX0" fmla="*/ 42545 w 85089"/>
                    <a:gd name="csY0" fmla="*/ 0 h 73787"/>
                    <a:gd name="csX1" fmla="*/ 85090 w 85089"/>
                    <a:gd name="csY1" fmla="*/ 73787 h 73787"/>
                    <a:gd name="csX2" fmla="*/ 0 w 85089"/>
                    <a:gd name="csY2" fmla="*/ 73787 h 73787"/>
                  </a:gdLst>
                  <a:ahLst/>
                  <a:cxnLst>
                    <a:cxn ang="0">
                      <a:pos x="csX0" y="csY0"/>
                    </a:cxn>
                    <a:cxn ang="0">
                      <a:pos x="csX1" y="csY1"/>
                    </a:cxn>
                    <a:cxn ang="0">
                      <a:pos x="csX2" y="csY2"/>
                    </a:cxn>
                  </a:cxnLst>
                  <a:rect l="l" t="t" r="r" b="b"/>
                  <a:pathLst>
                    <a:path w="85089" h="73787">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441" name="Freeform 440">
                  <a:extLst>
                    <a:ext uri="{FF2B5EF4-FFF2-40B4-BE49-F238E27FC236}">
                      <a16:creationId xmlns:a16="http://schemas.microsoft.com/office/drawing/2014/main" id="{C984B8B5-3AD1-8BAC-9E08-5515C46D2E5E}"/>
                    </a:ext>
                  </a:extLst>
                </p:cNvPr>
                <p:cNvSpPr/>
                <p:nvPr/>
              </p:nvSpPr>
              <p:spPr>
                <a:xfrm>
                  <a:off x="595844" y="839827"/>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42" name="Freeform 441">
                  <a:extLst>
                    <a:ext uri="{FF2B5EF4-FFF2-40B4-BE49-F238E27FC236}">
                      <a16:creationId xmlns:a16="http://schemas.microsoft.com/office/drawing/2014/main" id="{5FA5E2AD-24F2-59EE-1EB2-58B5C0B705E3}"/>
                    </a:ext>
                  </a:extLst>
                </p:cNvPr>
                <p:cNvSpPr/>
                <p:nvPr/>
              </p:nvSpPr>
              <p:spPr>
                <a:xfrm>
                  <a:off x="870164" y="1338810"/>
                  <a:ext cx="85090" cy="73659"/>
                </a:xfrm>
                <a:custGeom>
                  <a:avLst/>
                  <a:gdLst>
                    <a:gd name="csX0" fmla="*/ 42545 w 85090"/>
                    <a:gd name="csY0" fmla="*/ 0 h 73659"/>
                    <a:gd name="csX1" fmla="*/ 85090 w 85090"/>
                    <a:gd name="csY1" fmla="*/ 73660 h 73659"/>
                    <a:gd name="csX2" fmla="*/ 0 w 85090"/>
                    <a:gd name="csY2" fmla="*/ 73660 h 73659"/>
                  </a:gdLst>
                  <a:ahLst/>
                  <a:cxnLst>
                    <a:cxn ang="0">
                      <a:pos x="csX0" y="csY0"/>
                    </a:cxn>
                    <a:cxn ang="0">
                      <a:pos x="csX1" y="csY1"/>
                    </a:cxn>
                    <a:cxn ang="0">
                      <a:pos x="csX2" y="csY2"/>
                    </a:cxn>
                  </a:cxnLst>
                  <a:rect l="l" t="t" r="r" b="b"/>
                  <a:pathLst>
                    <a:path w="85090"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43" name="Freeform 442">
                  <a:extLst>
                    <a:ext uri="{FF2B5EF4-FFF2-40B4-BE49-F238E27FC236}">
                      <a16:creationId xmlns:a16="http://schemas.microsoft.com/office/drawing/2014/main" id="{514EEF4C-786E-CBE5-5005-9FE9682C5219}"/>
                    </a:ext>
                  </a:extLst>
                </p:cNvPr>
                <p:cNvSpPr/>
                <p:nvPr/>
              </p:nvSpPr>
              <p:spPr>
                <a:xfrm>
                  <a:off x="598130" y="361418"/>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44" name="Freeform 443">
                  <a:extLst>
                    <a:ext uri="{FF2B5EF4-FFF2-40B4-BE49-F238E27FC236}">
                      <a16:creationId xmlns:a16="http://schemas.microsoft.com/office/drawing/2014/main" id="{65C3D1E2-C63E-2BE8-6A99-33224FEC5A33}"/>
                    </a:ext>
                  </a:extLst>
                </p:cNvPr>
                <p:cNvSpPr/>
                <p:nvPr/>
              </p:nvSpPr>
              <p:spPr>
                <a:xfrm>
                  <a:off x="853781" y="1219430"/>
                  <a:ext cx="85090" cy="73659"/>
                </a:xfrm>
                <a:custGeom>
                  <a:avLst/>
                  <a:gdLst>
                    <a:gd name="csX0" fmla="*/ 42545 w 85090"/>
                    <a:gd name="csY0" fmla="*/ 0 h 73659"/>
                    <a:gd name="csX1" fmla="*/ 85090 w 85090"/>
                    <a:gd name="csY1" fmla="*/ 73660 h 73659"/>
                    <a:gd name="csX2" fmla="*/ 0 w 85090"/>
                    <a:gd name="csY2" fmla="*/ 73660 h 73659"/>
                  </a:gdLst>
                  <a:ahLst/>
                  <a:cxnLst>
                    <a:cxn ang="0">
                      <a:pos x="csX0" y="csY0"/>
                    </a:cxn>
                    <a:cxn ang="0">
                      <a:pos x="csX1" y="csY1"/>
                    </a:cxn>
                    <a:cxn ang="0">
                      <a:pos x="csX2" y="csY2"/>
                    </a:cxn>
                  </a:cxnLst>
                  <a:rect l="l" t="t" r="r" b="b"/>
                  <a:pathLst>
                    <a:path w="85090"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45" name="Freeform 444">
                  <a:extLst>
                    <a:ext uri="{FF2B5EF4-FFF2-40B4-BE49-F238E27FC236}">
                      <a16:creationId xmlns:a16="http://schemas.microsoft.com/office/drawing/2014/main" id="{72E983CE-562C-37AC-0A60-451B506D7130}"/>
                    </a:ext>
                  </a:extLst>
                </p:cNvPr>
                <p:cNvSpPr/>
                <p:nvPr/>
              </p:nvSpPr>
              <p:spPr>
                <a:xfrm>
                  <a:off x="596479" y="776708"/>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46" name="Freeform 445">
                  <a:extLst>
                    <a:ext uri="{FF2B5EF4-FFF2-40B4-BE49-F238E27FC236}">
                      <a16:creationId xmlns:a16="http://schemas.microsoft.com/office/drawing/2014/main" id="{B4F0E750-92A4-23AE-AC20-DA71820E08E7}"/>
                    </a:ext>
                  </a:extLst>
                </p:cNvPr>
                <p:cNvSpPr/>
                <p:nvPr/>
              </p:nvSpPr>
              <p:spPr>
                <a:xfrm>
                  <a:off x="866862" y="1310235"/>
                  <a:ext cx="85090" cy="73659"/>
                </a:xfrm>
                <a:custGeom>
                  <a:avLst/>
                  <a:gdLst>
                    <a:gd name="csX0" fmla="*/ 42545 w 85090"/>
                    <a:gd name="csY0" fmla="*/ 0 h 73659"/>
                    <a:gd name="csX1" fmla="*/ 85090 w 85090"/>
                    <a:gd name="csY1" fmla="*/ 73660 h 73659"/>
                    <a:gd name="csX2" fmla="*/ 0 w 85090"/>
                    <a:gd name="csY2" fmla="*/ 73660 h 73659"/>
                  </a:gdLst>
                  <a:ahLst/>
                  <a:cxnLst>
                    <a:cxn ang="0">
                      <a:pos x="csX0" y="csY0"/>
                    </a:cxn>
                    <a:cxn ang="0">
                      <a:pos x="csX1" y="csY1"/>
                    </a:cxn>
                    <a:cxn ang="0">
                      <a:pos x="csX2" y="csY2"/>
                    </a:cxn>
                  </a:cxnLst>
                  <a:rect l="l" t="t" r="r" b="b"/>
                  <a:pathLst>
                    <a:path w="85090"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47" name="Freeform 446">
                  <a:extLst>
                    <a:ext uri="{FF2B5EF4-FFF2-40B4-BE49-F238E27FC236}">
                      <a16:creationId xmlns:a16="http://schemas.microsoft.com/office/drawing/2014/main" id="{6B1717A9-171A-CE8B-00A9-40D407FDA9E4}"/>
                    </a:ext>
                  </a:extLst>
                </p:cNvPr>
                <p:cNvSpPr/>
                <p:nvPr/>
              </p:nvSpPr>
              <p:spPr>
                <a:xfrm>
                  <a:off x="1136483" y="1009372"/>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48" name="Freeform 447">
                  <a:extLst>
                    <a:ext uri="{FF2B5EF4-FFF2-40B4-BE49-F238E27FC236}">
                      <a16:creationId xmlns:a16="http://schemas.microsoft.com/office/drawing/2014/main" id="{A2D55573-76F6-566C-89A3-7EB698464C93}"/>
                    </a:ext>
                  </a:extLst>
                </p:cNvPr>
                <p:cNvSpPr/>
                <p:nvPr/>
              </p:nvSpPr>
              <p:spPr>
                <a:xfrm>
                  <a:off x="1393277" y="1294614"/>
                  <a:ext cx="85089" cy="73786"/>
                </a:xfrm>
                <a:custGeom>
                  <a:avLst/>
                  <a:gdLst>
                    <a:gd name="csX0" fmla="*/ 42545 w 85089"/>
                    <a:gd name="csY0" fmla="*/ 0 h 73786"/>
                    <a:gd name="csX1" fmla="*/ 85090 w 85089"/>
                    <a:gd name="csY1" fmla="*/ 73787 h 73786"/>
                    <a:gd name="csX2" fmla="*/ 0 w 85089"/>
                    <a:gd name="csY2" fmla="*/ 73787 h 73786"/>
                  </a:gdLst>
                  <a:ahLst/>
                  <a:cxnLst>
                    <a:cxn ang="0">
                      <a:pos x="csX0" y="csY0"/>
                    </a:cxn>
                    <a:cxn ang="0">
                      <a:pos x="csX1" y="csY1"/>
                    </a:cxn>
                    <a:cxn ang="0">
                      <a:pos x="csX2" y="csY2"/>
                    </a:cxn>
                  </a:cxnLst>
                  <a:rect l="l" t="t" r="r" b="b"/>
                  <a:pathLst>
                    <a:path w="85089"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449" name="Freeform 448">
                  <a:extLst>
                    <a:ext uri="{FF2B5EF4-FFF2-40B4-BE49-F238E27FC236}">
                      <a16:creationId xmlns:a16="http://schemas.microsoft.com/office/drawing/2014/main" id="{E39685C8-DDF1-C22B-AFDF-58B5E9951632}"/>
                    </a:ext>
                  </a:extLst>
                </p:cNvPr>
                <p:cNvSpPr/>
                <p:nvPr/>
              </p:nvSpPr>
              <p:spPr>
                <a:xfrm>
                  <a:off x="578064" y="1115798"/>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50" name="Freeform 449">
                  <a:extLst>
                    <a:ext uri="{FF2B5EF4-FFF2-40B4-BE49-F238E27FC236}">
                      <a16:creationId xmlns:a16="http://schemas.microsoft.com/office/drawing/2014/main" id="{50295940-4CCF-187B-3684-C60F5C7E5698}"/>
                    </a:ext>
                  </a:extLst>
                </p:cNvPr>
                <p:cNvSpPr/>
                <p:nvPr/>
              </p:nvSpPr>
              <p:spPr>
                <a:xfrm>
                  <a:off x="858607" y="1433044"/>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51" name="Freeform 450">
                  <a:extLst>
                    <a:ext uri="{FF2B5EF4-FFF2-40B4-BE49-F238E27FC236}">
                      <a16:creationId xmlns:a16="http://schemas.microsoft.com/office/drawing/2014/main" id="{240D5C65-8B43-192B-F574-3BDF2063E353}"/>
                    </a:ext>
                  </a:extLst>
                </p:cNvPr>
                <p:cNvSpPr/>
                <p:nvPr/>
              </p:nvSpPr>
              <p:spPr>
                <a:xfrm>
                  <a:off x="1707983" y="935839"/>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52" name="Freeform 451">
                  <a:extLst>
                    <a:ext uri="{FF2B5EF4-FFF2-40B4-BE49-F238E27FC236}">
                      <a16:creationId xmlns:a16="http://schemas.microsoft.com/office/drawing/2014/main" id="{9EF740A9-0871-710B-ECBA-1928C900DC8B}"/>
                    </a:ext>
                  </a:extLst>
                </p:cNvPr>
                <p:cNvSpPr/>
                <p:nvPr/>
              </p:nvSpPr>
              <p:spPr>
                <a:xfrm>
                  <a:off x="1945219" y="1254863"/>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53" name="Freeform 452">
                  <a:extLst>
                    <a:ext uri="{FF2B5EF4-FFF2-40B4-BE49-F238E27FC236}">
                      <a16:creationId xmlns:a16="http://schemas.microsoft.com/office/drawing/2014/main" id="{90BA32FC-D5A2-22A3-03B2-70DEF09D30A1}"/>
                    </a:ext>
                  </a:extLst>
                </p:cNvPr>
                <p:cNvSpPr/>
                <p:nvPr/>
              </p:nvSpPr>
              <p:spPr>
                <a:xfrm>
                  <a:off x="1120354" y="1094970"/>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54" name="Freeform 453">
                  <a:extLst>
                    <a:ext uri="{FF2B5EF4-FFF2-40B4-BE49-F238E27FC236}">
                      <a16:creationId xmlns:a16="http://schemas.microsoft.com/office/drawing/2014/main" id="{DFAF701E-3DB2-62B9-4A5A-263489DCB142}"/>
                    </a:ext>
                  </a:extLst>
                </p:cNvPr>
                <p:cNvSpPr/>
                <p:nvPr/>
              </p:nvSpPr>
              <p:spPr>
                <a:xfrm>
                  <a:off x="1394547" y="1346557"/>
                  <a:ext cx="85089" cy="73659"/>
                </a:xfrm>
                <a:custGeom>
                  <a:avLst/>
                  <a:gdLst>
                    <a:gd name="csX0" fmla="*/ 42545 w 85089"/>
                    <a:gd name="csY0" fmla="*/ 0 h 73659"/>
                    <a:gd name="csX1" fmla="*/ 85090 w 85089"/>
                    <a:gd name="csY1" fmla="*/ 73660 h 73659"/>
                    <a:gd name="csX2" fmla="*/ 0 w 85089"/>
                    <a:gd name="csY2" fmla="*/ 73660 h 73659"/>
                  </a:gdLst>
                  <a:ahLst/>
                  <a:cxnLst>
                    <a:cxn ang="0">
                      <a:pos x="csX0" y="csY0"/>
                    </a:cxn>
                    <a:cxn ang="0">
                      <a:pos x="csX1" y="csY1"/>
                    </a:cxn>
                    <a:cxn ang="0">
                      <a:pos x="csX2" y="csY2"/>
                    </a:cxn>
                  </a:cxnLst>
                  <a:rect l="l" t="t" r="r" b="b"/>
                  <a:pathLst>
                    <a:path w="85089" h="73659">
                      <a:moveTo>
                        <a:pt x="42545" y="0"/>
                      </a:moveTo>
                      <a:lnTo>
                        <a:pt x="85090"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55" name="Freeform 454">
                  <a:extLst>
                    <a:ext uri="{FF2B5EF4-FFF2-40B4-BE49-F238E27FC236}">
                      <a16:creationId xmlns:a16="http://schemas.microsoft.com/office/drawing/2014/main" id="{303ED240-918E-4305-4D4A-93C1C7E3D51F}"/>
                    </a:ext>
                  </a:extLst>
                </p:cNvPr>
                <p:cNvSpPr/>
                <p:nvPr/>
              </p:nvSpPr>
              <p:spPr>
                <a:xfrm>
                  <a:off x="1125434" y="1217017"/>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56" name="Freeform 455">
                  <a:extLst>
                    <a:ext uri="{FF2B5EF4-FFF2-40B4-BE49-F238E27FC236}">
                      <a16:creationId xmlns:a16="http://schemas.microsoft.com/office/drawing/2014/main" id="{8EFE8525-4981-F740-03C7-C65396E311A5}"/>
                    </a:ext>
                  </a:extLst>
                </p:cNvPr>
                <p:cNvSpPr/>
                <p:nvPr/>
              </p:nvSpPr>
              <p:spPr>
                <a:xfrm>
                  <a:off x="1408898" y="1456412"/>
                  <a:ext cx="85216" cy="73659"/>
                </a:xfrm>
                <a:custGeom>
                  <a:avLst/>
                  <a:gdLst>
                    <a:gd name="csX0" fmla="*/ 42545 w 85216"/>
                    <a:gd name="csY0" fmla="*/ 0 h 73659"/>
                    <a:gd name="csX1" fmla="*/ 85217 w 85216"/>
                    <a:gd name="csY1" fmla="*/ 73660 h 73659"/>
                    <a:gd name="csX2" fmla="*/ 0 w 85216"/>
                    <a:gd name="csY2" fmla="*/ 73660 h 73659"/>
                  </a:gdLst>
                  <a:ahLst/>
                  <a:cxnLst>
                    <a:cxn ang="0">
                      <a:pos x="csX0" y="csY0"/>
                    </a:cxn>
                    <a:cxn ang="0">
                      <a:pos x="csX1" y="csY1"/>
                    </a:cxn>
                    <a:cxn ang="0">
                      <a:pos x="csX2" y="csY2"/>
                    </a:cxn>
                  </a:cxnLst>
                  <a:rect l="l" t="t" r="r" b="b"/>
                  <a:pathLst>
                    <a:path w="85216" h="73659">
                      <a:moveTo>
                        <a:pt x="42545" y="0"/>
                      </a:moveTo>
                      <a:lnTo>
                        <a:pt x="85217"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57" name="Freeform 456">
                  <a:extLst>
                    <a:ext uri="{FF2B5EF4-FFF2-40B4-BE49-F238E27FC236}">
                      <a16:creationId xmlns:a16="http://schemas.microsoft.com/office/drawing/2014/main" id="{8CB3F68B-6CF6-D243-C0C9-19E7965738DA}"/>
                    </a:ext>
                  </a:extLst>
                </p:cNvPr>
                <p:cNvSpPr/>
                <p:nvPr/>
              </p:nvSpPr>
              <p:spPr>
                <a:xfrm>
                  <a:off x="2247479" y="1008483"/>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58" name="Freeform 457">
                  <a:extLst>
                    <a:ext uri="{FF2B5EF4-FFF2-40B4-BE49-F238E27FC236}">
                      <a16:creationId xmlns:a16="http://schemas.microsoft.com/office/drawing/2014/main" id="{C2FD9E94-1D08-543F-43CA-1C141B56D03B}"/>
                    </a:ext>
                  </a:extLst>
                </p:cNvPr>
                <p:cNvSpPr/>
                <p:nvPr/>
              </p:nvSpPr>
              <p:spPr>
                <a:xfrm>
                  <a:off x="2480397" y="1343890"/>
                  <a:ext cx="85089" cy="73786"/>
                </a:xfrm>
                <a:custGeom>
                  <a:avLst/>
                  <a:gdLst>
                    <a:gd name="csX0" fmla="*/ 42545 w 85089"/>
                    <a:gd name="csY0" fmla="*/ 0 h 73786"/>
                    <a:gd name="csX1" fmla="*/ 85090 w 85089"/>
                    <a:gd name="csY1" fmla="*/ 73787 h 73786"/>
                    <a:gd name="csX2" fmla="*/ 0 w 85089"/>
                    <a:gd name="csY2" fmla="*/ 73787 h 73786"/>
                  </a:gdLst>
                  <a:ahLst/>
                  <a:cxnLst>
                    <a:cxn ang="0">
                      <a:pos x="csX0" y="csY0"/>
                    </a:cxn>
                    <a:cxn ang="0">
                      <a:pos x="csX1" y="csY1"/>
                    </a:cxn>
                    <a:cxn ang="0">
                      <a:pos x="csX2" y="csY2"/>
                    </a:cxn>
                  </a:cxnLst>
                  <a:rect l="l" t="t" r="r" b="b"/>
                  <a:pathLst>
                    <a:path w="85089"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459" name="Freeform 458">
                  <a:extLst>
                    <a:ext uri="{FF2B5EF4-FFF2-40B4-BE49-F238E27FC236}">
                      <a16:creationId xmlns:a16="http://schemas.microsoft.com/office/drawing/2014/main" id="{ECD8F5CB-16E5-A694-3FD7-D0182397F526}"/>
                    </a:ext>
                  </a:extLst>
                </p:cNvPr>
                <p:cNvSpPr/>
                <p:nvPr/>
              </p:nvSpPr>
              <p:spPr>
                <a:xfrm>
                  <a:off x="1126831" y="1201396"/>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60" name="Freeform 459">
                  <a:extLst>
                    <a:ext uri="{FF2B5EF4-FFF2-40B4-BE49-F238E27FC236}">
                      <a16:creationId xmlns:a16="http://schemas.microsoft.com/office/drawing/2014/main" id="{1EA6668C-D6C6-9EEA-6274-E48AD0EE4DF0}"/>
                    </a:ext>
                  </a:extLst>
                </p:cNvPr>
                <p:cNvSpPr/>
                <p:nvPr/>
              </p:nvSpPr>
              <p:spPr>
                <a:xfrm>
                  <a:off x="1405215" y="1358622"/>
                  <a:ext cx="85090" cy="73786"/>
                </a:xfrm>
                <a:custGeom>
                  <a:avLst/>
                  <a:gdLst>
                    <a:gd name="csX0" fmla="*/ 42545 w 85090"/>
                    <a:gd name="csY0" fmla="*/ 0 h 73786"/>
                    <a:gd name="csX1" fmla="*/ 85090 w 85090"/>
                    <a:gd name="csY1" fmla="*/ 73787 h 73786"/>
                    <a:gd name="csX2" fmla="*/ 0 w 85090"/>
                    <a:gd name="csY2" fmla="*/ 73787 h 73786"/>
                  </a:gdLst>
                  <a:ahLst/>
                  <a:cxnLst>
                    <a:cxn ang="0">
                      <a:pos x="csX0" y="csY0"/>
                    </a:cxn>
                    <a:cxn ang="0">
                      <a:pos x="csX1" y="csY1"/>
                    </a:cxn>
                    <a:cxn ang="0">
                      <a:pos x="csX2" y="csY2"/>
                    </a:cxn>
                  </a:cxnLst>
                  <a:rect l="l" t="t" r="r" b="b"/>
                  <a:pathLst>
                    <a:path w="85090" h="73786">
                      <a:moveTo>
                        <a:pt x="42545" y="0"/>
                      </a:moveTo>
                      <a:lnTo>
                        <a:pt x="85090" y="73787"/>
                      </a:lnTo>
                      <a:lnTo>
                        <a:pt x="0" y="73787"/>
                      </a:lnTo>
                      <a:close/>
                    </a:path>
                  </a:pathLst>
                </a:custGeom>
                <a:solidFill>
                  <a:srgbClr val="00BFC4"/>
                </a:solidFill>
                <a:ln w="8986" cap="rnd">
                  <a:noFill/>
                  <a:prstDash val="solid"/>
                  <a:round/>
                </a:ln>
              </p:spPr>
              <p:txBody>
                <a:bodyPr/>
                <a:lstStyle/>
                <a:p>
                  <a:pPr algn="ctr"/>
                  <a:endParaRPr lang="en-US" sz="2268"/>
                </a:p>
              </p:txBody>
            </p:sp>
            <p:sp>
              <p:nvSpPr>
                <p:cNvPr id="461" name="Freeform 460">
                  <a:extLst>
                    <a:ext uri="{FF2B5EF4-FFF2-40B4-BE49-F238E27FC236}">
                      <a16:creationId xmlns:a16="http://schemas.microsoft.com/office/drawing/2014/main" id="{5D3286DF-B5D8-67C2-C74C-A679C5AF7A32}"/>
                    </a:ext>
                  </a:extLst>
                </p:cNvPr>
                <p:cNvSpPr/>
                <p:nvPr/>
              </p:nvSpPr>
              <p:spPr>
                <a:xfrm>
                  <a:off x="1151977" y="862306"/>
                  <a:ext cx="63245" cy="63245"/>
                </a:xfrm>
                <a:custGeom>
                  <a:avLst/>
                  <a:gdLst>
                    <a:gd name="csX0" fmla="*/ 63246 w 63245"/>
                    <a:gd name="csY0" fmla="*/ 31623 h 63245"/>
                    <a:gd name="csX1" fmla="*/ 31623 w 63245"/>
                    <a:gd name="csY1" fmla="*/ 63246 h 63245"/>
                    <a:gd name="csX2" fmla="*/ 0 w 63245"/>
                    <a:gd name="csY2" fmla="*/ 31623 h 63245"/>
                    <a:gd name="csX3" fmla="*/ 31623 w 63245"/>
                    <a:gd name="csY3" fmla="*/ 0 h 63245"/>
                    <a:gd name="csX4" fmla="*/ 63246 w 63245"/>
                    <a:gd name="csY4" fmla="*/ 31623 h 63245"/>
                  </a:gdLst>
                  <a:ahLst/>
                  <a:cxnLst>
                    <a:cxn ang="0">
                      <a:pos x="csX0" y="csY0"/>
                    </a:cxn>
                    <a:cxn ang="0">
                      <a:pos x="csX1" y="csY1"/>
                    </a:cxn>
                    <a:cxn ang="0">
                      <a:pos x="csX2" y="csY2"/>
                    </a:cxn>
                    <a:cxn ang="0">
                      <a:pos x="csX3" y="csY3"/>
                    </a:cxn>
                    <a:cxn ang="0">
                      <a:pos x="csX4" y="csY4"/>
                    </a:cxn>
                  </a:cxnLst>
                  <a:rect l="l" t="t" r="r" b="b"/>
                  <a:pathLst>
                    <a:path w="63245" h="63245">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rgbClr val="F8766D"/>
                </a:solidFill>
                <a:ln w="8986" cap="rnd">
                  <a:noFill/>
                  <a:prstDash val="solid"/>
                  <a:round/>
                </a:ln>
              </p:spPr>
              <p:txBody>
                <a:bodyPr/>
                <a:lstStyle/>
                <a:p>
                  <a:pPr algn="ctr"/>
                  <a:endParaRPr lang="en-US" sz="2268"/>
                </a:p>
              </p:txBody>
            </p:sp>
            <p:sp>
              <p:nvSpPr>
                <p:cNvPr id="462" name="Freeform 461">
                  <a:extLst>
                    <a:ext uri="{FF2B5EF4-FFF2-40B4-BE49-F238E27FC236}">
                      <a16:creationId xmlns:a16="http://schemas.microsoft.com/office/drawing/2014/main" id="{DF4DB73B-76A4-5BC2-CD05-787527454112}"/>
                    </a:ext>
                  </a:extLst>
                </p:cNvPr>
                <p:cNvSpPr/>
                <p:nvPr/>
              </p:nvSpPr>
              <p:spPr>
                <a:xfrm>
                  <a:off x="1410168" y="1328396"/>
                  <a:ext cx="85216" cy="73659"/>
                </a:xfrm>
                <a:custGeom>
                  <a:avLst/>
                  <a:gdLst>
                    <a:gd name="csX0" fmla="*/ 42672 w 85216"/>
                    <a:gd name="csY0" fmla="*/ 0 h 73659"/>
                    <a:gd name="csX1" fmla="*/ 85217 w 85216"/>
                    <a:gd name="csY1" fmla="*/ 73660 h 73659"/>
                    <a:gd name="csX2" fmla="*/ 0 w 85216"/>
                    <a:gd name="csY2" fmla="*/ 73660 h 73659"/>
                  </a:gdLst>
                  <a:ahLst/>
                  <a:cxnLst>
                    <a:cxn ang="0">
                      <a:pos x="csX0" y="csY0"/>
                    </a:cxn>
                    <a:cxn ang="0">
                      <a:pos x="csX1" y="csY1"/>
                    </a:cxn>
                    <a:cxn ang="0">
                      <a:pos x="csX2" y="csY2"/>
                    </a:cxn>
                  </a:cxnLst>
                  <a:rect l="l" t="t" r="r" b="b"/>
                  <a:pathLst>
                    <a:path w="85216" h="73659">
                      <a:moveTo>
                        <a:pt x="42672" y="0"/>
                      </a:moveTo>
                      <a:lnTo>
                        <a:pt x="85217" y="73660"/>
                      </a:lnTo>
                      <a:lnTo>
                        <a:pt x="0" y="73660"/>
                      </a:lnTo>
                      <a:close/>
                    </a:path>
                  </a:pathLst>
                </a:custGeom>
                <a:solidFill>
                  <a:srgbClr val="00BFC4"/>
                </a:solidFill>
                <a:ln w="8986" cap="rnd">
                  <a:noFill/>
                  <a:prstDash val="solid"/>
                  <a:round/>
                </a:ln>
              </p:spPr>
              <p:txBody>
                <a:bodyPr/>
                <a:lstStyle/>
                <a:p>
                  <a:pPr algn="ctr"/>
                  <a:endParaRPr lang="en-US" sz="2268"/>
                </a:p>
              </p:txBody>
            </p:sp>
            <p:sp>
              <p:nvSpPr>
                <p:cNvPr id="463" name="TextBox 462">
                  <a:extLst>
                    <a:ext uri="{FF2B5EF4-FFF2-40B4-BE49-F238E27FC236}">
                      <a16:creationId xmlns:a16="http://schemas.microsoft.com/office/drawing/2014/main" id="{A3A75D38-3C54-7B97-A0D0-B48903A773EB}"/>
                    </a:ext>
                  </a:extLst>
                </p:cNvPr>
                <p:cNvSpPr txBox="1"/>
                <p:nvPr/>
              </p:nvSpPr>
              <p:spPr>
                <a:xfrm>
                  <a:off x="1261238" y="164809"/>
                  <a:ext cx="3684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   </a:t>
                  </a:r>
                </a:p>
              </p:txBody>
            </p:sp>
            <p:sp>
              <p:nvSpPr>
                <p:cNvPr id="464" name="TextBox 463">
                  <a:extLst>
                    <a:ext uri="{FF2B5EF4-FFF2-40B4-BE49-F238E27FC236}">
                      <a16:creationId xmlns:a16="http://schemas.microsoft.com/office/drawing/2014/main" id="{91F071FD-1972-498F-4845-F118C0DEC89C}"/>
                    </a:ext>
                  </a:extLst>
                </p:cNvPr>
                <p:cNvSpPr txBox="1"/>
                <p:nvPr/>
              </p:nvSpPr>
              <p:spPr>
                <a:xfrm>
                  <a:off x="2334722" y="164809"/>
                  <a:ext cx="41936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abc </a:t>
                  </a:r>
                </a:p>
              </p:txBody>
            </p:sp>
            <p:sp>
              <p:nvSpPr>
                <p:cNvPr id="465" name="TextBox 464">
                  <a:extLst>
                    <a:ext uri="{FF2B5EF4-FFF2-40B4-BE49-F238E27FC236}">
                      <a16:creationId xmlns:a16="http://schemas.microsoft.com/office/drawing/2014/main" id="{592458B7-41F9-239F-B0BC-40121C5D7424}"/>
                    </a:ext>
                  </a:extLst>
                </p:cNvPr>
                <p:cNvSpPr txBox="1"/>
                <p:nvPr/>
              </p:nvSpPr>
              <p:spPr>
                <a:xfrm>
                  <a:off x="1796219" y="164809"/>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  </a:t>
                  </a:r>
                </a:p>
              </p:txBody>
            </p:sp>
            <p:sp>
              <p:nvSpPr>
                <p:cNvPr id="466" name="TextBox 465">
                  <a:extLst>
                    <a:ext uri="{FF2B5EF4-FFF2-40B4-BE49-F238E27FC236}">
                      <a16:creationId xmlns:a16="http://schemas.microsoft.com/office/drawing/2014/main" id="{D78A3F36-5A6A-DECA-BA3F-6B9157B5A392}"/>
                    </a:ext>
                  </a:extLst>
                </p:cNvPr>
                <p:cNvSpPr txBox="1"/>
                <p:nvPr/>
              </p:nvSpPr>
              <p:spPr>
                <a:xfrm>
                  <a:off x="697288" y="164809"/>
                  <a:ext cx="39731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ab  </a:t>
                  </a:r>
                </a:p>
              </p:txBody>
            </p:sp>
            <p:sp>
              <p:nvSpPr>
                <p:cNvPr id="467" name="TextBox 466">
                  <a:extLst>
                    <a:ext uri="{FF2B5EF4-FFF2-40B4-BE49-F238E27FC236}">
                      <a16:creationId xmlns:a16="http://schemas.microsoft.com/office/drawing/2014/main" id="{E45BA34D-8049-3548-3C62-0A898A585B45}"/>
                    </a:ext>
                  </a:extLst>
                </p:cNvPr>
                <p:cNvSpPr txBox="1"/>
                <p:nvPr/>
              </p:nvSpPr>
              <p:spPr>
                <a:xfrm>
                  <a:off x="989803" y="164809"/>
                  <a:ext cx="36168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c </a:t>
                  </a:r>
                </a:p>
              </p:txBody>
            </p:sp>
            <p:sp>
              <p:nvSpPr>
                <p:cNvPr id="468" name="TextBox 467">
                  <a:extLst>
                    <a:ext uri="{FF2B5EF4-FFF2-40B4-BE49-F238E27FC236}">
                      <a16:creationId xmlns:a16="http://schemas.microsoft.com/office/drawing/2014/main" id="{D93EBD95-8AD2-439F-CA0F-09086EDD7A4C}"/>
                    </a:ext>
                  </a:extLst>
                </p:cNvPr>
                <p:cNvSpPr txBox="1"/>
                <p:nvPr/>
              </p:nvSpPr>
              <p:spPr>
                <a:xfrm>
                  <a:off x="1539332" y="164809"/>
                  <a:ext cx="36168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c </a:t>
                  </a:r>
                </a:p>
              </p:txBody>
            </p:sp>
            <p:sp>
              <p:nvSpPr>
                <p:cNvPr id="469" name="TextBox 468">
                  <a:extLst>
                    <a:ext uri="{FF2B5EF4-FFF2-40B4-BE49-F238E27FC236}">
                      <a16:creationId xmlns:a16="http://schemas.microsoft.com/office/drawing/2014/main" id="{79C4C1E7-BA9A-B8CB-70F5-74BF1029F17B}"/>
                    </a:ext>
                  </a:extLst>
                </p:cNvPr>
                <p:cNvSpPr txBox="1"/>
                <p:nvPr/>
              </p:nvSpPr>
              <p:spPr>
                <a:xfrm>
                  <a:off x="2060021" y="164809"/>
                  <a:ext cx="41936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bcd</a:t>
                  </a:r>
                </a:p>
              </p:txBody>
            </p:sp>
            <p:sp>
              <p:nvSpPr>
                <p:cNvPr id="470" name="TextBox 469">
                  <a:extLst>
                    <a:ext uri="{FF2B5EF4-FFF2-40B4-BE49-F238E27FC236}">
                      <a16:creationId xmlns:a16="http://schemas.microsoft.com/office/drawing/2014/main" id="{CC352567-D51A-E252-1062-42FC7C70004F}"/>
                    </a:ext>
                  </a:extLst>
                </p:cNvPr>
                <p:cNvSpPr txBox="1"/>
                <p:nvPr/>
              </p:nvSpPr>
              <p:spPr>
                <a:xfrm>
                  <a:off x="437009" y="164809"/>
                  <a:ext cx="36847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    d</a:t>
                  </a:r>
                </a:p>
              </p:txBody>
            </p:sp>
            <p:sp>
              <p:nvSpPr>
                <p:cNvPr id="471" name="Freeform 470">
                  <a:extLst>
                    <a:ext uri="{FF2B5EF4-FFF2-40B4-BE49-F238E27FC236}">
                      <a16:creationId xmlns:a16="http://schemas.microsoft.com/office/drawing/2014/main" id="{0220EEAC-0F7A-AC0C-F743-C3BF55429C6F}"/>
                    </a:ext>
                  </a:extLst>
                </p:cNvPr>
                <p:cNvSpPr/>
                <p:nvPr/>
              </p:nvSpPr>
              <p:spPr>
                <a:xfrm>
                  <a:off x="456398" y="208129"/>
                  <a:ext cx="2252852" cy="1359153"/>
                </a:xfrm>
                <a:custGeom>
                  <a:avLst/>
                  <a:gdLst>
                    <a:gd name="csX0" fmla="*/ 0 w 2252852"/>
                    <a:gd name="csY0" fmla="*/ 0 h 1359153"/>
                    <a:gd name="csX1" fmla="*/ 2252852 w 2252852"/>
                    <a:gd name="csY1" fmla="*/ 0 h 1359153"/>
                    <a:gd name="csX2" fmla="*/ 2252852 w 2252852"/>
                    <a:gd name="csY2" fmla="*/ 1359153 h 1359153"/>
                    <a:gd name="csX3" fmla="*/ 0 w 2252852"/>
                    <a:gd name="csY3" fmla="*/ 1359153 h 1359153"/>
                  </a:gdLst>
                  <a:ahLst/>
                  <a:cxnLst>
                    <a:cxn ang="0">
                      <a:pos x="csX0" y="csY0"/>
                    </a:cxn>
                    <a:cxn ang="0">
                      <a:pos x="csX1" y="csY1"/>
                    </a:cxn>
                    <a:cxn ang="0">
                      <a:pos x="csX2" y="csY2"/>
                    </a:cxn>
                    <a:cxn ang="0">
                      <a:pos x="csX3" y="csY3"/>
                    </a:cxn>
                  </a:cxnLst>
                  <a:rect l="l" t="t" r="r" b="b"/>
                  <a:pathLst>
                    <a:path w="2252852" h="1359153">
                      <a:moveTo>
                        <a:pt x="0" y="0"/>
                      </a:moveTo>
                      <a:lnTo>
                        <a:pt x="2252852" y="0"/>
                      </a:lnTo>
                      <a:lnTo>
                        <a:pt x="2252852" y="1359153"/>
                      </a:lnTo>
                      <a:lnTo>
                        <a:pt x="0" y="1359153"/>
                      </a:lnTo>
                      <a:close/>
                    </a:path>
                  </a:pathLst>
                </a:custGeom>
                <a:noFill/>
                <a:ln w="13542" cap="rnd">
                  <a:solidFill>
                    <a:srgbClr val="333333"/>
                  </a:solidFill>
                  <a:prstDash val="solid"/>
                  <a:round/>
                </a:ln>
              </p:spPr>
              <p:txBody>
                <a:bodyPr/>
                <a:lstStyle/>
                <a:p>
                  <a:pPr algn="ctr"/>
                  <a:endParaRPr lang="en-US" sz="2268"/>
                </a:p>
              </p:txBody>
            </p:sp>
          </p:grpSp>
          <p:grpSp>
            <p:nvGrpSpPr>
              <p:cNvPr id="472" name="Graphic 14">
                <a:extLst>
                  <a:ext uri="{FF2B5EF4-FFF2-40B4-BE49-F238E27FC236}">
                    <a16:creationId xmlns:a16="http://schemas.microsoft.com/office/drawing/2014/main" id="{C1E1D2F9-F29C-836A-D6CF-1579254A7121}"/>
                  </a:ext>
                </a:extLst>
              </p:cNvPr>
              <p:cNvGrpSpPr/>
              <p:nvPr/>
            </p:nvGrpSpPr>
            <p:grpSpPr>
              <a:xfrm>
                <a:off x="31081" y="134007"/>
                <a:ext cx="2700953" cy="1813698"/>
                <a:chOff x="31081" y="134007"/>
                <a:chExt cx="2700953" cy="1813698"/>
              </a:xfrm>
            </p:grpSpPr>
            <p:sp>
              <p:nvSpPr>
                <p:cNvPr id="473" name="TextBox 472">
                  <a:extLst>
                    <a:ext uri="{FF2B5EF4-FFF2-40B4-BE49-F238E27FC236}">
                      <a16:creationId xmlns:a16="http://schemas.microsoft.com/office/drawing/2014/main" id="{4079580D-96A9-EE10-AD6F-474BA0100B8C}"/>
                    </a:ext>
                  </a:extLst>
                </p:cNvPr>
                <p:cNvSpPr txBox="1"/>
                <p:nvPr/>
              </p:nvSpPr>
              <p:spPr>
                <a:xfrm>
                  <a:off x="232760" y="1171978"/>
                  <a:ext cx="25990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4</a:t>
                  </a:r>
                </a:p>
              </p:txBody>
            </p:sp>
            <p:sp>
              <p:nvSpPr>
                <p:cNvPr id="474" name="TextBox 473">
                  <a:extLst>
                    <a:ext uri="{FF2B5EF4-FFF2-40B4-BE49-F238E27FC236}">
                      <a16:creationId xmlns:a16="http://schemas.microsoft.com/office/drawing/2014/main" id="{659D4EB1-23AA-2DBE-1FE8-AE60DFB610FA}"/>
                    </a:ext>
                  </a:extLst>
                </p:cNvPr>
                <p:cNvSpPr txBox="1"/>
                <p:nvPr/>
              </p:nvSpPr>
              <p:spPr>
                <a:xfrm>
                  <a:off x="232760" y="826030"/>
                  <a:ext cx="259900"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8</a:t>
                  </a:r>
                </a:p>
              </p:txBody>
            </p:sp>
            <p:sp>
              <p:nvSpPr>
                <p:cNvPr id="475" name="TextBox 474">
                  <a:extLst>
                    <a:ext uri="{FF2B5EF4-FFF2-40B4-BE49-F238E27FC236}">
                      <a16:creationId xmlns:a16="http://schemas.microsoft.com/office/drawing/2014/main" id="{C917AB0A-FFCD-1722-3561-F6E719AA78B6}"/>
                    </a:ext>
                  </a:extLst>
                </p:cNvPr>
                <p:cNvSpPr txBox="1"/>
                <p:nvPr/>
              </p:nvSpPr>
              <p:spPr>
                <a:xfrm>
                  <a:off x="169449" y="479955"/>
                  <a:ext cx="324364"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12</a:t>
                  </a:r>
                </a:p>
              </p:txBody>
            </p:sp>
            <p:sp>
              <p:nvSpPr>
                <p:cNvPr id="476" name="TextBox 475">
                  <a:extLst>
                    <a:ext uri="{FF2B5EF4-FFF2-40B4-BE49-F238E27FC236}">
                      <a16:creationId xmlns:a16="http://schemas.microsoft.com/office/drawing/2014/main" id="{F0EB1202-C9E4-9269-A33D-35C9A102274D}"/>
                    </a:ext>
                  </a:extLst>
                </p:cNvPr>
                <p:cNvSpPr txBox="1"/>
                <p:nvPr/>
              </p:nvSpPr>
              <p:spPr>
                <a:xfrm>
                  <a:off x="169449" y="134007"/>
                  <a:ext cx="324364"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16</a:t>
                  </a:r>
                </a:p>
              </p:txBody>
            </p:sp>
            <p:sp>
              <p:nvSpPr>
                <p:cNvPr id="477" name="Freeform 476">
                  <a:extLst>
                    <a:ext uri="{FF2B5EF4-FFF2-40B4-BE49-F238E27FC236}">
                      <a16:creationId xmlns:a16="http://schemas.microsoft.com/office/drawing/2014/main" id="{0053ABA5-92B0-275E-D102-4D3AFCDDCA57}"/>
                    </a:ext>
                  </a:extLst>
                </p:cNvPr>
                <p:cNvSpPr/>
                <p:nvPr/>
              </p:nvSpPr>
              <p:spPr>
                <a:xfrm>
                  <a:off x="421600" y="1278866"/>
                  <a:ext cx="34798" cy="12699"/>
                </a:xfrm>
                <a:custGeom>
                  <a:avLst/>
                  <a:gdLst>
                    <a:gd name="csX0" fmla="*/ 0 w 34798"/>
                    <a:gd name="csY0" fmla="*/ 0 h 12699"/>
                    <a:gd name="csX1" fmla="*/ 34798 w 34798"/>
                    <a:gd name="csY1" fmla="*/ 0 h 12699"/>
                  </a:gdLst>
                  <a:ahLst/>
                  <a:cxnLst>
                    <a:cxn ang="0">
                      <a:pos x="csX0" y="csY0"/>
                    </a:cxn>
                    <a:cxn ang="0">
                      <a:pos x="csX1" y="csY1"/>
                    </a:cxn>
                  </a:cxnLst>
                  <a:rect l="l" t="t" r="r" b="b"/>
                  <a:pathLst>
                    <a:path w="34798" h="12699">
                      <a:moveTo>
                        <a:pt x="0" y="0"/>
                      </a:moveTo>
                      <a:lnTo>
                        <a:pt x="34798" y="0"/>
                      </a:lnTo>
                    </a:path>
                  </a:pathLst>
                </a:custGeom>
                <a:noFill/>
                <a:ln w="13542" cap="flat">
                  <a:solidFill>
                    <a:srgbClr val="333333"/>
                  </a:solidFill>
                  <a:prstDash val="solid"/>
                  <a:round/>
                </a:ln>
              </p:spPr>
              <p:txBody>
                <a:bodyPr/>
                <a:lstStyle/>
                <a:p>
                  <a:pPr algn="ctr"/>
                  <a:endParaRPr lang="en-US" sz="2268"/>
                </a:p>
              </p:txBody>
            </p:sp>
            <p:sp>
              <p:nvSpPr>
                <p:cNvPr id="478" name="Freeform 477">
                  <a:extLst>
                    <a:ext uri="{FF2B5EF4-FFF2-40B4-BE49-F238E27FC236}">
                      <a16:creationId xmlns:a16="http://schemas.microsoft.com/office/drawing/2014/main" id="{4FC80E9B-3C4D-52E2-B1E8-6469E8FC3931}"/>
                    </a:ext>
                  </a:extLst>
                </p:cNvPr>
                <p:cNvSpPr/>
                <p:nvPr/>
              </p:nvSpPr>
              <p:spPr>
                <a:xfrm>
                  <a:off x="421600" y="932918"/>
                  <a:ext cx="34798" cy="12699"/>
                </a:xfrm>
                <a:custGeom>
                  <a:avLst/>
                  <a:gdLst>
                    <a:gd name="csX0" fmla="*/ 0 w 34798"/>
                    <a:gd name="csY0" fmla="*/ 0 h 12699"/>
                    <a:gd name="csX1" fmla="*/ 34798 w 34798"/>
                    <a:gd name="csY1" fmla="*/ 0 h 12699"/>
                  </a:gdLst>
                  <a:ahLst/>
                  <a:cxnLst>
                    <a:cxn ang="0">
                      <a:pos x="csX0" y="csY0"/>
                    </a:cxn>
                    <a:cxn ang="0">
                      <a:pos x="csX1" y="csY1"/>
                    </a:cxn>
                  </a:cxnLst>
                  <a:rect l="l" t="t" r="r" b="b"/>
                  <a:pathLst>
                    <a:path w="34798" h="12699">
                      <a:moveTo>
                        <a:pt x="0" y="0"/>
                      </a:moveTo>
                      <a:lnTo>
                        <a:pt x="34798" y="0"/>
                      </a:lnTo>
                    </a:path>
                  </a:pathLst>
                </a:custGeom>
                <a:noFill/>
                <a:ln w="13542" cap="flat">
                  <a:solidFill>
                    <a:srgbClr val="333333"/>
                  </a:solidFill>
                  <a:prstDash val="solid"/>
                  <a:round/>
                </a:ln>
              </p:spPr>
              <p:txBody>
                <a:bodyPr/>
                <a:lstStyle/>
                <a:p>
                  <a:pPr algn="ctr"/>
                  <a:endParaRPr lang="en-US" sz="2268"/>
                </a:p>
              </p:txBody>
            </p:sp>
            <p:sp>
              <p:nvSpPr>
                <p:cNvPr id="479" name="Freeform 478">
                  <a:extLst>
                    <a:ext uri="{FF2B5EF4-FFF2-40B4-BE49-F238E27FC236}">
                      <a16:creationId xmlns:a16="http://schemas.microsoft.com/office/drawing/2014/main" id="{BBD6986F-919B-A277-5FDA-85EB3E730A2B}"/>
                    </a:ext>
                  </a:extLst>
                </p:cNvPr>
                <p:cNvSpPr/>
                <p:nvPr/>
              </p:nvSpPr>
              <p:spPr>
                <a:xfrm>
                  <a:off x="421600" y="586843"/>
                  <a:ext cx="34798" cy="12699"/>
                </a:xfrm>
                <a:custGeom>
                  <a:avLst/>
                  <a:gdLst>
                    <a:gd name="csX0" fmla="*/ 0 w 34798"/>
                    <a:gd name="csY0" fmla="*/ 0 h 12699"/>
                    <a:gd name="csX1" fmla="*/ 34798 w 34798"/>
                    <a:gd name="csY1" fmla="*/ 0 h 12699"/>
                  </a:gdLst>
                  <a:ahLst/>
                  <a:cxnLst>
                    <a:cxn ang="0">
                      <a:pos x="csX0" y="csY0"/>
                    </a:cxn>
                    <a:cxn ang="0">
                      <a:pos x="csX1" y="csY1"/>
                    </a:cxn>
                  </a:cxnLst>
                  <a:rect l="l" t="t" r="r" b="b"/>
                  <a:pathLst>
                    <a:path w="34798" h="12699">
                      <a:moveTo>
                        <a:pt x="0" y="0"/>
                      </a:moveTo>
                      <a:lnTo>
                        <a:pt x="34798" y="0"/>
                      </a:lnTo>
                    </a:path>
                  </a:pathLst>
                </a:custGeom>
                <a:noFill/>
                <a:ln w="13542" cap="flat">
                  <a:solidFill>
                    <a:srgbClr val="333333"/>
                  </a:solidFill>
                  <a:prstDash val="solid"/>
                  <a:round/>
                </a:ln>
              </p:spPr>
              <p:txBody>
                <a:bodyPr/>
                <a:lstStyle/>
                <a:p>
                  <a:pPr algn="ctr"/>
                  <a:endParaRPr lang="en-US" sz="2268"/>
                </a:p>
              </p:txBody>
            </p:sp>
            <p:sp>
              <p:nvSpPr>
                <p:cNvPr id="480" name="Freeform 479">
                  <a:extLst>
                    <a:ext uri="{FF2B5EF4-FFF2-40B4-BE49-F238E27FC236}">
                      <a16:creationId xmlns:a16="http://schemas.microsoft.com/office/drawing/2014/main" id="{5D86B8D0-BB05-C633-5FAE-A4400B27C72A}"/>
                    </a:ext>
                  </a:extLst>
                </p:cNvPr>
                <p:cNvSpPr/>
                <p:nvPr/>
              </p:nvSpPr>
              <p:spPr>
                <a:xfrm>
                  <a:off x="421600" y="240895"/>
                  <a:ext cx="34798" cy="12699"/>
                </a:xfrm>
                <a:custGeom>
                  <a:avLst/>
                  <a:gdLst>
                    <a:gd name="csX0" fmla="*/ 0 w 34798"/>
                    <a:gd name="csY0" fmla="*/ 0 h 12699"/>
                    <a:gd name="csX1" fmla="*/ 34798 w 34798"/>
                    <a:gd name="csY1" fmla="*/ 0 h 12699"/>
                  </a:gdLst>
                  <a:ahLst/>
                  <a:cxnLst>
                    <a:cxn ang="0">
                      <a:pos x="csX0" y="csY0"/>
                    </a:cxn>
                    <a:cxn ang="0">
                      <a:pos x="csX1" y="csY1"/>
                    </a:cxn>
                  </a:cxnLst>
                  <a:rect l="l" t="t" r="r" b="b"/>
                  <a:pathLst>
                    <a:path w="34798" h="12699">
                      <a:moveTo>
                        <a:pt x="0" y="0"/>
                      </a:moveTo>
                      <a:lnTo>
                        <a:pt x="34798" y="0"/>
                      </a:lnTo>
                    </a:path>
                  </a:pathLst>
                </a:custGeom>
                <a:noFill/>
                <a:ln w="13542" cap="flat">
                  <a:solidFill>
                    <a:srgbClr val="333333"/>
                  </a:solidFill>
                  <a:prstDash val="solid"/>
                  <a:round/>
                </a:ln>
              </p:spPr>
              <p:txBody>
                <a:bodyPr/>
                <a:lstStyle/>
                <a:p>
                  <a:pPr algn="ctr"/>
                  <a:endParaRPr lang="en-US" sz="2268"/>
                </a:p>
              </p:txBody>
            </p:sp>
            <p:sp>
              <p:nvSpPr>
                <p:cNvPr id="481" name="Freeform 480">
                  <a:extLst>
                    <a:ext uri="{FF2B5EF4-FFF2-40B4-BE49-F238E27FC236}">
                      <a16:creationId xmlns:a16="http://schemas.microsoft.com/office/drawing/2014/main" id="{27438BFF-1974-22F2-9DAD-811EFB0A7E39}"/>
                    </a:ext>
                  </a:extLst>
                </p:cNvPr>
                <p:cNvSpPr/>
                <p:nvPr/>
              </p:nvSpPr>
              <p:spPr>
                <a:xfrm>
                  <a:off x="621244"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482" name="Freeform 481">
                  <a:extLst>
                    <a:ext uri="{FF2B5EF4-FFF2-40B4-BE49-F238E27FC236}">
                      <a16:creationId xmlns:a16="http://schemas.microsoft.com/office/drawing/2014/main" id="{DB2426ED-2936-75B9-1250-76F235EF4EC8}"/>
                    </a:ext>
                  </a:extLst>
                </p:cNvPr>
                <p:cNvSpPr/>
                <p:nvPr/>
              </p:nvSpPr>
              <p:spPr>
                <a:xfrm>
                  <a:off x="895945"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483" name="Freeform 482">
                  <a:extLst>
                    <a:ext uri="{FF2B5EF4-FFF2-40B4-BE49-F238E27FC236}">
                      <a16:creationId xmlns:a16="http://schemas.microsoft.com/office/drawing/2014/main" id="{2B2A3183-AA0A-623F-BA5A-53D86D4E2A32}"/>
                    </a:ext>
                  </a:extLst>
                </p:cNvPr>
                <p:cNvSpPr/>
                <p:nvPr/>
              </p:nvSpPr>
              <p:spPr>
                <a:xfrm>
                  <a:off x="1170646"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484" name="Freeform 483">
                  <a:extLst>
                    <a:ext uri="{FF2B5EF4-FFF2-40B4-BE49-F238E27FC236}">
                      <a16:creationId xmlns:a16="http://schemas.microsoft.com/office/drawing/2014/main" id="{AA6EE822-0CA5-3DEB-FA92-7D8B701ECF26}"/>
                    </a:ext>
                  </a:extLst>
                </p:cNvPr>
                <p:cNvSpPr/>
                <p:nvPr/>
              </p:nvSpPr>
              <p:spPr>
                <a:xfrm>
                  <a:off x="1445474"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485" name="Freeform 484">
                  <a:extLst>
                    <a:ext uri="{FF2B5EF4-FFF2-40B4-BE49-F238E27FC236}">
                      <a16:creationId xmlns:a16="http://schemas.microsoft.com/office/drawing/2014/main" id="{BAEB9915-CC76-F16F-3427-B81EAC78D48A}"/>
                    </a:ext>
                  </a:extLst>
                </p:cNvPr>
                <p:cNvSpPr/>
                <p:nvPr/>
              </p:nvSpPr>
              <p:spPr>
                <a:xfrm>
                  <a:off x="1720175"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486" name="Freeform 485">
                  <a:extLst>
                    <a:ext uri="{FF2B5EF4-FFF2-40B4-BE49-F238E27FC236}">
                      <a16:creationId xmlns:a16="http://schemas.microsoft.com/office/drawing/2014/main" id="{66D282EE-96CD-65B1-9F0E-F8FBE30C3779}"/>
                    </a:ext>
                  </a:extLst>
                </p:cNvPr>
                <p:cNvSpPr/>
                <p:nvPr/>
              </p:nvSpPr>
              <p:spPr>
                <a:xfrm>
                  <a:off x="1994876"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487" name="Freeform 486">
                  <a:extLst>
                    <a:ext uri="{FF2B5EF4-FFF2-40B4-BE49-F238E27FC236}">
                      <a16:creationId xmlns:a16="http://schemas.microsoft.com/office/drawing/2014/main" id="{DFB5930B-3CC2-8CB5-1217-D1F5760D9381}"/>
                    </a:ext>
                  </a:extLst>
                </p:cNvPr>
                <p:cNvSpPr/>
                <p:nvPr/>
              </p:nvSpPr>
              <p:spPr>
                <a:xfrm>
                  <a:off x="2269704"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488" name="Freeform 487">
                  <a:extLst>
                    <a:ext uri="{FF2B5EF4-FFF2-40B4-BE49-F238E27FC236}">
                      <a16:creationId xmlns:a16="http://schemas.microsoft.com/office/drawing/2014/main" id="{91E4DADF-C530-30EF-BA3E-BF1C3837F7C4}"/>
                    </a:ext>
                  </a:extLst>
                </p:cNvPr>
                <p:cNvSpPr/>
                <p:nvPr/>
              </p:nvSpPr>
              <p:spPr>
                <a:xfrm>
                  <a:off x="2544405" y="1567283"/>
                  <a:ext cx="12699" cy="34797"/>
                </a:xfrm>
                <a:custGeom>
                  <a:avLst/>
                  <a:gdLst>
                    <a:gd name="csX0" fmla="*/ 0 w 12699"/>
                    <a:gd name="csY0" fmla="*/ 34798 h 34797"/>
                    <a:gd name="csX1" fmla="*/ 0 w 12699"/>
                    <a:gd name="csY1" fmla="*/ 0 h 34797"/>
                  </a:gdLst>
                  <a:ahLst/>
                  <a:cxnLst>
                    <a:cxn ang="0">
                      <a:pos x="csX0" y="csY0"/>
                    </a:cxn>
                    <a:cxn ang="0">
                      <a:pos x="csX1" y="csY1"/>
                    </a:cxn>
                  </a:cxnLst>
                  <a:rect l="l" t="t" r="r" b="b"/>
                  <a:pathLst>
                    <a:path w="12699" h="34797">
                      <a:moveTo>
                        <a:pt x="0" y="34798"/>
                      </a:moveTo>
                      <a:lnTo>
                        <a:pt x="0" y="0"/>
                      </a:lnTo>
                    </a:path>
                  </a:pathLst>
                </a:custGeom>
                <a:noFill/>
                <a:ln w="13542" cap="flat">
                  <a:solidFill>
                    <a:srgbClr val="333333"/>
                  </a:solidFill>
                  <a:prstDash val="solid"/>
                  <a:round/>
                </a:ln>
              </p:spPr>
              <p:txBody>
                <a:bodyPr/>
                <a:lstStyle/>
                <a:p>
                  <a:pPr algn="ctr"/>
                  <a:endParaRPr lang="en-US" sz="2268"/>
                </a:p>
              </p:txBody>
            </p:sp>
            <p:sp>
              <p:nvSpPr>
                <p:cNvPr id="489" name="TextBox 488">
                  <a:extLst>
                    <a:ext uri="{FF2B5EF4-FFF2-40B4-BE49-F238E27FC236}">
                      <a16:creationId xmlns:a16="http://schemas.microsoft.com/office/drawing/2014/main" id="{D25AA14C-07AE-22BC-0471-2A001DAB3259}"/>
                    </a:ext>
                  </a:extLst>
                </p:cNvPr>
                <p:cNvSpPr txBox="1"/>
                <p:nvPr/>
              </p:nvSpPr>
              <p:spPr>
                <a:xfrm>
                  <a:off x="487902" y="1563137"/>
                  <a:ext cx="266685"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F</a:t>
                  </a:r>
                </a:p>
              </p:txBody>
            </p:sp>
            <p:sp>
              <p:nvSpPr>
                <p:cNvPr id="490" name="TextBox 489">
                  <a:extLst>
                    <a:ext uri="{FF2B5EF4-FFF2-40B4-BE49-F238E27FC236}">
                      <a16:creationId xmlns:a16="http://schemas.microsoft.com/office/drawing/2014/main" id="{5F85F86A-F1A5-B17F-9DEB-0399AA76DA6E}"/>
                    </a:ext>
                  </a:extLst>
                </p:cNvPr>
                <p:cNvSpPr txBox="1"/>
                <p:nvPr/>
              </p:nvSpPr>
              <p:spPr>
                <a:xfrm>
                  <a:off x="749880" y="1563137"/>
                  <a:ext cx="29213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M</a:t>
                  </a:r>
                </a:p>
              </p:txBody>
            </p:sp>
            <p:sp>
              <p:nvSpPr>
                <p:cNvPr id="491" name="TextBox 490">
                  <a:extLst>
                    <a:ext uri="{FF2B5EF4-FFF2-40B4-BE49-F238E27FC236}">
                      <a16:creationId xmlns:a16="http://schemas.microsoft.com/office/drawing/2014/main" id="{F0B9B52C-5FBC-6968-2805-640715CC5251}"/>
                    </a:ext>
                  </a:extLst>
                </p:cNvPr>
                <p:cNvSpPr txBox="1"/>
                <p:nvPr/>
              </p:nvSpPr>
              <p:spPr>
                <a:xfrm>
                  <a:off x="1056813" y="1563137"/>
                  <a:ext cx="227666"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I</a:t>
                  </a:r>
                </a:p>
              </p:txBody>
            </p:sp>
            <p:sp>
              <p:nvSpPr>
                <p:cNvPr id="492" name="TextBox 491">
                  <a:extLst>
                    <a:ext uri="{FF2B5EF4-FFF2-40B4-BE49-F238E27FC236}">
                      <a16:creationId xmlns:a16="http://schemas.microsoft.com/office/drawing/2014/main" id="{1078861D-D79C-ABAA-B292-4789739CAF6C}"/>
                    </a:ext>
                  </a:extLst>
                </p:cNvPr>
                <p:cNvSpPr txBox="1"/>
                <p:nvPr/>
              </p:nvSpPr>
              <p:spPr>
                <a:xfrm>
                  <a:off x="1293470" y="1563137"/>
                  <a:ext cx="304006"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IP</a:t>
                  </a:r>
                </a:p>
              </p:txBody>
            </p:sp>
            <p:sp>
              <p:nvSpPr>
                <p:cNvPr id="493" name="TextBox 492">
                  <a:extLst>
                    <a:ext uri="{FF2B5EF4-FFF2-40B4-BE49-F238E27FC236}">
                      <a16:creationId xmlns:a16="http://schemas.microsoft.com/office/drawing/2014/main" id="{79F7C6C9-ECA6-456D-37DD-05573FEFC2B9}"/>
                    </a:ext>
                  </a:extLst>
                </p:cNvPr>
                <p:cNvSpPr txBox="1"/>
                <p:nvPr/>
              </p:nvSpPr>
              <p:spPr>
                <a:xfrm>
                  <a:off x="1574109" y="1563137"/>
                  <a:ext cx="29213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LI</a:t>
                  </a:r>
                </a:p>
              </p:txBody>
            </p:sp>
            <p:sp>
              <p:nvSpPr>
                <p:cNvPr id="494" name="TextBox 493">
                  <a:extLst>
                    <a:ext uri="{FF2B5EF4-FFF2-40B4-BE49-F238E27FC236}">
                      <a16:creationId xmlns:a16="http://schemas.microsoft.com/office/drawing/2014/main" id="{9F7B63FF-5FC4-FD6C-566D-05F839E560F1}"/>
                    </a:ext>
                  </a:extLst>
                </p:cNvPr>
                <p:cNvSpPr txBox="1"/>
                <p:nvPr/>
              </p:nvSpPr>
              <p:spPr>
                <a:xfrm>
                  <a:off x="1810640" y="1563137"/>
                  <a:ext cx="36847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LIP</a:t>
                  </a:r>
                </a:p>
              </p:txBody>
            </p:sp>
            <p:sp>
              <p:nvSpPr>
                <p:cNvPr id="495" name="TextBox 494">
                  <a:extLst>
                    <a:ext uri="{FF2B5EF4-FFF2-40B4-BE49-F238E27FC236}">
                      <a16:creationId xmlns:a16="http://schemas.microsoft.com/office/drawing/2014/main" id="{0BEE58D8-400F-4BD2-BF96-6309AFB302C2}"/>
                    </a:ext>
                  </a:extLst>
                </p:cNvPr>
                <p:cNvSpPr txBox="1"/>
                <p:nvPr/>
              </p:nvSpPr>
              <p:spPr>
                <a:xfrm>
                  <a:off x="2094798" y="1563137"/>
                  <a:ext cx="349812"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NF</a:t>
                  </a:r>
                </a:p>
              </p:txBody>
            </p:sp>
            <p:sp>
              <p:nvSpPr>
                <p:cNvPr id="496" name="TextBox 495">
                  <a:extLst>
                    <a:ext uri="{FF2B5EF4-FFF2-40B4-BE49-F238E27FC236}">
                      <a16:creationId xmlns:a16="http://schemas.microsoft.com/office/drawing/2014/main" id="{8E6E850E-999C-1C90-BEF1-B6EE3B232D6B}"/>
                    </a:ext>
                  </a:extLst>
                </p:cNvPr>
                <p:cNvSpPr txBox="1"/>
                <p:nvPr/>
              </p:nvSpPr>
              <p:spPr>
                <a:xfrm>
                  <a:off x="2356776" y="1563137"/>
                  <a:ext cx="375258" cy="236148"/>
                </a:xfrm>
                <a:prstGeom prst="rect">
                  <a:avLst/>
                </a:prstGeom>
                <a:noFill/>
              </p:spPr>
              <p:txBody>
                <a:bodyPr wrap="none" rtlCol="0">
                  <a:spAutoFit/>
                </a:bodyPr>
                <a:lstStyle/>
                <a:p>
                  <a:pPr algn="ctr"/>
                  <a:r>
                    <a:rPr lang="en-US" sz="850">
                      <a:ln/>
                      <a:solidFill>
                        <a:srgbClr val="4D4D4D"/>
                      </a:solidFill>
                      <a:latin typeface="Arial"/>
                      <a:cs typeface="Arial"/>
                      <a:sym typeface="Arial"/>
                      <a:rtl val="0"/>
                    </a:rPr>
                    <a:t>NM</a:t>
                  </a:r>
                </a:p>
              </p:txBody>
            </p:sp>
            <p:sp>
              <p:nvSpPr>
                <p:cNvPr id="497" name="TextBox 496">
                  <a:extLst>
                    <a:ext uri="{FF2B5EF4-FFF2-40B4-BE49-F238E27FC236}">
                      <a16:creationId xmlns:a16="http://schemas.microsoft.com/office/drawing/2014/main" id="{2E9BEA84-3854-64A4-7124-CE3932755409}"/>
                    </a:ext>
                  </a:extLst>
                </p:cNvPr>
                <p:cNvSpPr txBox="1"/>
                <p:nvPr/>
              </p:nvSpPr>
              <p:spPr>
                <a:xfrm>
                  <a:off x="1303524" y="1696086"/>
                  <a:ext cx="5584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Phase</a:t>
                  </a:r>
                </a:p>
              </p:txBody>
            </p:sp>
            <p:sp>
              <p:nvSpPr>
                <p:cNvPr id="498" name="TextBox 497">
                  <a:extLst>
                    <a:ext uri="{FF2B5EF4-FFF2-40B4-BE49-F238E27FC236}">
                      <a16:creationId xmlns:a16="http://schemas.microsoft.com/office/drawing/2014/main" id="{AF9B7CBB-606F-3890-5673-AA29EA434BE1}"/>
                    </a:ext>
                  </a:extLst>
                </p:cNvPr>
                <p:cNvSpPr txBox="1"/>
                <p:nvPr/>
              </p:nvSpPr>
              <p:spPr>
                <a:xfrm rot="16200000">
                  <a:off x="-190207" y="761898"/>
                  <a:ext cx="694195"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Mass (g)</a:t>
                  </a:r>
                </a:p>
              </p:txBody>
            </p:sp>
          </p:grpSp>
        </p:grpSp>
        <p:sp>
          <p:nvSpPr>
            <p:cNvPr id="3" name="TextBox 2">
              <a:extLst>
                <a:ext uri="{FF2B5EF4-FFF2-40B4-BE49-F238E27FC236}">
                  <a16:creationId xmlns:a16="http://schemas.microsoft.com/office/drawing/2014/main" id="{69418A1C-3D1A-DB4B-6EC7-58C309D6E56E}"/>
                </a:ext>
              </a:extLst>
            </p:cNvPr>
            <p:cNvSpPr txBox="1"/>
            <p:nvPr/>
          </p:nvSpPr>
          <p:spPr>
            <a:xfrm>
              <a:off x="636090" y="1229332"/>
              <a:ext cx="389850" cy="194027"/>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3.12x</a:t>
              </a:r>
            </a:p>
          </p:txBody>
        </p:sp>
      </p:grpSp>
      <p:sp>
        <p:nvSpPr>
          <p:cNvPr id="6" name="TextBox 5">
            <a:extLst>
              <a:ext uri="{FF2B5EF4-FFF2-40B4-BE49-F238E27FC236}">
                <a16:creationId xmlns:a16="http://schemas.microsoft.com/office/drawing/2014/main" id="{3118392C-E453-EEC8-AF97-495987D080D1}"/>
              </a:ext>
            </a:extLst>
          </p:cNvPr>
          <p:cNvSpPr txBox="1"/>
          <p:nvPr/>
        </p:nvSpPr>
        <p:spPr>
          <a:xfrm>
            <a:off x="-64982" y="307067"/>
            <a:ext cx="292068" cy="325025"/>
          </a:xfrm>
          <a:prstGeom prst="rect">
            <a:avLst/>
          </a:prstGeom>
          <a:noFill/>
        </p:spPr>
        <p:txBody>
          <a:bodyPr wrap="none" rtlCol="0">
            <a:spAutoFit/>
          </a:bodyPr>
          <a:lstStyle/>
          <a:p>
            <a:pPr algn="ctr"/>
            <a:r>
              <a:rPr lang="en-US" sz="1512" b="1" dirty="0">
                <a:latin typeface="Helvetica" pitchFamily="2" charset="0"/>
              </a:rPr>
              <a:t>a</a:t>
            </a:r>
            <a:endParaRPr lang="en-US" sz="4536" b="1" dirty="0">
              <a:latin typeface="Helvetica" pitchFamily="2" charset="0"/>
            </a:endParaRPr>
          </a:p>
        </p:txBody>
      </p:sp>
      <p:sp>
        <p:nvSpPr>
          <p:cNvPr id="8" name="TextBox 7">
            <a:extLst>
              <a:ext uri="{FF2B5EF4-FFF2-40B4-BE49-F238E27FC236}">
                <a16:creationId xmlns:a16="http://schemas.microsoft.com/office/drawing/2014/main" id="{7CD1D06A-017F-EBA1-8DD5-5C90CFD8A78D}"/>
              </a:ext>
            </a:extLst>
          </p:cNvPr>
          <p:cNvSpPr txBox="1"/>
          <p:nvPr/>
        </p:nvSpPr>
        <p:spPr>
          <a:xfrm>
            <a:off x="-35735" y="3693459"/>
            <a:ext cx="6480175" cy="1015663"/>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Supplementary Fig.1. (A) Body mass by phase. (B) Body length by phase. Plots are subdivided such that the dominant and subordinate individuals from each pair appear together reflected by shape and color.. Arrows indicate fold-difference between the two groups. Crossbar indicates mean, error bars indicate standard error of the mean (SEM). Letters indicate significance: groups that do not share a letter are significantly different.. </a:t>
            </a:r>
          </a:p>
        </p:txBody>
      </p:sp>
    </p:spTree>
    <p:extLst>
      <p:ext uri="{BB962C8B-B14F-4D97-AF65-F5344CB8AC3E}">
        <p14:creationId xmlns:p14="http://schemas.microsoft.com/office/powerpoint/2010/main" val="895921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2B9FF51-7FD4-0538-40A3-98DC63702A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764" y="184879"/>
            <a:ext cx="4422765" cy="7257196"/>
          </a:xfrm>
          <a:prstGeom prst="rect">
            <a:avLst/>
          </a:prstGeom>
        </p:spPr>
      </p:pic>
    </p:spTree>
    <p:extLst>
      <p:ext uri="{BB962C8B-B14F-4D97-AF65-F5344CB8AC3E}">
        <p14:creationId xmlns:p14="http://schemas.microsoft.com/office/powerpoint/2010/main" val="430224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935113-0147-7B44-4162-44ED9FDF9439}"/>
              </a:ext>
            </a:extLst>
          </p:cNvPr>
          <p:cNvSpPr txBox="1"/>
          <p:nvPr/>
        </p:nvSpPr>
        <p:spPr>
          <a:xfrm>
            <a:off x="0" y="519954"/>
            <a:ext cx="6480175" cy="461665"/>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Supplementary Fig.2. Drawings of each section  sequenced with </a:t>
            </a:r>
            <a:r>
              <a:rPr lang="en-US" sz="1200" dirty="0" err="1">
                <a:latin typeface="Arial" panose="020B0604020202020204" pitchFamily="34" charset="0"/>
                <a:cs typeface="Arial" panose="020B0604020202020204" pitchFamily="34" charset="0"/>
              </a:rPr>
              <a:t>Visium</a:t>
            </a:r>
            <a:r>
              <a:rPr lang="en-US" sz="1200" dirty="0">
                <a:latin typeface="Arial" panose="020B0604020202020204" pitchFamily="34" charset="0"/>
                <a:cs typeface="Arial" panose="020B0604020202020204" pitchFamily="34" charset="0"/>
              </a:rPr>
              <a:t> HD with neurobiological regions labeled. </a:t>
            </a:r>
          </a:p>
        </p:txBody>
      </p:sp>
    </p:spTree>
    <p:extLst>
      <p:ext uri="{BB962C8B-B14F-4D97-AF65-F5344CB8AC3E}">
        <p14:creationId xmlns:p14="http://schemas.microsoft.com/office/powerpoint/2010/main" val="47543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48" name="Group 2447">
            <a:extLst>
              <a:ext uri="{FF2B5EF4-FFF2-40B4-BE49-F238E27FC236}">
                <a16:creationId xmlns:a16="http://schemas.microsoft.com/office/drawing/2014/main" id="{16731F23-2A90-089C-9E96-70956D847639}"/>
              </a:ext>
            </a:extLst>
          </p:cNvPr>
          <p:cNvGrpSpPr/>
          <p:nvPr/>
        </p:nvGrpSpPr>
        <p:grpSpPr>
          <a:xfrm>
            <a:off x="-53429" y="301162"/>
            <a:ext cx="6538246" cy="2544619"/>
            <a:chOff x="-51646" y="1857736"/>
            <a:chExt cx="6919457" cy="2692982"/>
          </a:xfrm>
        </p:grpSpPr>
        <p:grpSp>
          <p:nvGrpSpPr>
            <p:cNvPr id="2441" name="Group 2440">
              <a:extLst>
                <a:ext uri="{FF2B5EF4-FFF2-40B4-BE49-F238E27FC236}">
                  <a16:creationId xmlns:a16="http://schemas.microsoft.com/office/drawing/2014/main" id="{65D6AD06-44C4-5E50-BCC0-948D4448CA24}"/>
                </a:ext>
              </a:extLst>
            </p:cNvPr>
            <p:cNvGrpSpPr/>
            <p:nvPr/>
          </p:nvGrpSpPr>
          <p:grpSpPr>
            <a:xfrm>
              <a:off x="-51646" y="2044085"/>
              <a:ext cx="6901643" cy="2506633"/>
              <a:chOff x="-51646" y="2044085"/>
              <a:chExt cx="6901643" cy="2506633"/>
            </a:xfrm>
          </p:grpSpPr>
          <p:grpSp>
            <p:nvGrpSpPr>
              <p:cNvPr id="610" name="Graphic 585">
                <a:extLst>
                  <a:ext uri="{FF2B5EF4-FFF2-40B4-BE49-F238E27FC236}">
                    <a16:creationId xmlns:a16="http://schemas.microsoft.com/office/drawing/2014/main" id="{3D0BBFA0-D331-5FCB-E89E-E6EAD004DB92}"/>
                  </a:ext>
                </a:extLst>
              </p:cNvPr>
              <p:cNvGrpSpPr/>
              <p:nvPr/>
            </p:nvGrpSpPr>
            <p:grpSpPr>
              <a:xfrm>
                <a:off x="68839" y="2058218"/>
                <a:ext cx="1229625" cy="1196086"/>
                <a:chOff x="357246" y="2312178"/>
                <a:chExt cx="1229625" cy="1196086"/>
              </a:xfrm>
            </p:grpSpPr>
            <p:grpSp>
              <p:nvGrpSpPr>
                <p:cNvPr id="613" name="Graphic 585">
                  <a:extLst>
                    <a:ext uri="{FF2B5EF4-FFF2-40B4-BE49-F238E27FC236}">
                      <a16:creationId xmlns:a16="http://schemas.microsoft.com/office/drawing/2014/main" id="{DC6CCB9C-F2E8-6873-0FD3-687315743D9F}"/>
                    </a:ext>
                  </a:extLst>
                </p:cNvPr>
                <p:cNvGrpSpPr/>
                <p:nvPr/>
              </p:nvGrpSpPr>
              <p:grpSpPr>
                <a:xfrm>
                  <a:off x="659999" y="2509239"/>
                  <a:ext cx="854967" cy="782486"/>
                  <a:chOff x="659999" y="2509239"/>
                  <a:chExt cx="854967" cy="782486"/>
                </a:xfrm>
              </p:grpSpPr>
              <p:sp>
                <p:nvSpPr>
                  <p:cNvPr id="614" name="Freeform 613">
                    <a:extLst>
                      <a:ext uri="{FF2B5EF4-FFF2-40B4-BE49-F238E27FC236}">
                        <a16:creationId xmlns:a16="http://schemas.microsoft.com/office/drawing/2014/main" id="{0D243C14-C369-0F27-14F0-7494A72D878D}"/>
                      </a:ext>
                    </a:extLst>
                  </p:cNvPr>
                  <p:cNvSpPr/>
                  <p:nvPr/>
                </p:nvSpPr>
                <p:spPr>
                  <a:xfrm>
                    <a:off x="733027" y="2614434"/>
                    <a:ext cx="781939" cy="677290"/>
                  </a:xfrm>
                  <a:custGeom>
                    <a:avLst/>
                    <a:gdLst>
                      <a:gd name="csX0" fmla="*/ 0 w 781939"/>
                      <a:gd name="csY0" fmla="*/ 0 h 677290"/>
                      <a:gd name="csX1" fmla="*/ 781939 w 781939"/>
                      <a:gd name="csY1" fmla="*/ 0 h 677290"/>
                      <a:gd name="csX2" fmla="*/ 781939 w 781939"/>
                      <a:gd name="csY2" fmla="*/ 677291 h 677290"/>
                      <a:gd name="csX3" fmla="*/ 0 w 781939"/>
                      <a:gd name="csY3" fmla="*/ 677291 h 677290"/>
                    </a:gdLst>
                    <a:ahLst/>
                    <a:cxnLst>
                      <a:cxn ang="0">
                        <a:pos x="csX0" y="csY0"/>
                      </a:cxn>
                      <a:cxn ang="0">
                        <a:pos x="csX1" y="csY1"/>
                      </a:cxn>
                      <a:cxn ang="0">
                        <a:pos x="csX2" y="csY2"/>
                      </a:cxn>
                      <a:cxn ang="0">
                        <a:pos x="csX3" y="csY3"/>
                      </a:cxn>
                    </a:cxnLst>
                    <a:rect l="l" t="t" r="r" b="b"/>
                    <a:pathLst>
                      <a:path w="781939" h="677290">
                        <a:moveTo>
                          <a:pt x="0" y="0"/>
                        </a:moveTo>
                        <a:lnTo>
                          <a:pt x="781939" y="0"/>
                        </a:lnTo>
                        <a:lnTo>
                          <a:pt x="781939"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615" name="Freeform 614">
                    <a:extLst>
                      <a:ext uri="{FF2B5EF4-FFF2-40B4-BE49-F238E27FC236}">
                        <a16:creationId xmlns:a16="http://schemas.microsoft.com/office/drawing/2014/main" id="{EBEF3E25-A392-35B9-8549-3D02786E176B}"/>
                      </a:ext>
                    </a:extLst>
                  </p:cNvPr>
                  <p:cNvSpPr/>
                  <p:nvPr/>
                </p:nvSpPr>
                <p:spPr>
                  <a:xfrm>
                    <a:off x="778112" y="2900946"/>
                    <a:ext cx="90170" cy="390652"/>
                  </a:xfrm>
                  <a:custGeom>
                    <a:avLst/>
                    <a:gdLst>
                      <a:gd name="csX0" fmla="*/ 0 w 90170"/>
                      <a:gd name="csY0" fmla="*/ 0 h 390652"/>
                      <a:gd name="csX1" fmla="*/ 90170 w 90170"/>
                      <a:gd name="csY1" fmla="*/ 0 h 390652"/>
                      <a:gd name="csX2" fmla="*/ 90170 w 90170"/>
                      <a:gd name="csY2" fmla="*/ 390652 h 390652"/>
                      <a:gd name="csX3" fmla="*/ 0 w 90170"/>
                      <a:gd name="csY3" fmla="*/ 390652 h 390652"/>
                    </a:gdLst>
                    <a:ahLst/>
                    <a:cxnLst>
                      <a:cxn ang="0">
                        <a:pos x="csX0" y="csY0"/>
                      </a:cxn>
                      <a:cxn ang="0">
                        <a:pos x="csX1" y="csY1"/>
                      </a:cxn>
                      <a:cxn ang="0">
                        <a:pos x="csX2" y="csY2"/>
                      </a:cxn>
                      <a:cxn ang="0">
                        <a:pos x="csX3" y="csY3"/>
                      </a:cxn>
                    </a:cxnLst>
                    <a:rect l="l" t="t" r="r" b="b"/>
                    <a:pathLst>
                      <a:path w="90170" h="390652">
                        <a:moveTo>
                          <a:pt x="0" y="0"/>
                        </a:moveTo>
                        <a:lnTo>
                          <a:pt x="90170" y="0"/>
                        </a:lnTo>
                        <a:lnTo>
                          <a:pt x="90170" y="390652"/>
                        </a:lnTo>
                        <a:lnTo>
                          <a:pt x="0" y="390652"/>
                        </a:lnTo>
                        <a:close/>
                      </a:path>
                    </a:pathLst>
                  </a:custGeom>
                  <a:solidFill>
                    <a:srgbClr val="1965B0"/>
                  </a:solidFill>
                  <a:ln w="13589" cap="flat">
                    <a:noFill/>
                    <a:prstDash val="solid"/>
                    <a:miter/>
                  </a:ln>
                </p:spPr>
                <p:txBody>
                  <a:bodyPr/>
                  <a:lstStyle/>
                  <a:p>
                    <a:pPr algn="ctr"/>
                    <a:endParaRPr lang="en-US" sz="1890"/>
                  </a:p>
                </p:txBody>
              </p:sp>
              <p:sp>
                <p:nvSpPr>
                  <p:cNvPr id="616" name="Freeform 615">
                    <a:extLst>
                      <a:ext uri="{FF2B5EF4-FFF2-40B4-BE49-F238E27FC236}">
                        <a16:creationId xmlns:a16="http://schemas.microsoft.com/office/drawing/2014/main" id="{FEFEF286-6BBF-318E-9807-B96C553BF5CC}"/>
                      </a:ext>
                    </a:extLst>
                  </p:cNvPr>
                  <p:cNvSpPr/>
                  <p:nvPr/>
                </p:nvSpPr>
                <p:spPr>
                  <a:xfrm>
                    <a:off x="928480" y="2897390"/>
                    <a:ext cx="90170" cy="394335"/>
                  </a:xfrm>
                  <a:custGeom>
                    <a:avLst/>
                    <a:gdLst>
                      <a:gd name="csX0" fmla="*/ 0 w 90170"/>
                      <a:gd name="csY0" fmla="*/ 0 h 394335"/>
                      <a:gd name="csX1" fmla="*/ 90170 w 90170"/>
                      <a:gd name="csY1" fmla="*/ 0 h 394335"/>
                      <a:gd name="csX2" fmla="*/ 90170 w 90170"/>
                      <a:gd name="csY2" fmla="*/ 394335 h 394335"/>
                      <a:gd name="csX3" fmla="*/ 0 w 90170"/>
                      <a:gd name="csY3" fmla="*/ 394335 h 394335"/>
                    </a:gdLst>
                    <a:ahLst/>
                    <a:cxnLst>
                      <a:cxn ang="0">
                        <a:pos x="csX0" y="csY0"/>
                      </a:cxn>
                      <a:cxn ang="0">
                        <a:pos x="csX1" y="csY1"/>
                      </a:cxn>
                      <a:cxn ang="0">
                        <a:pos x="csX2" y="csY2"/>
                      </a:cxn>
                      <a:cxn ang="0">
                        <a:pos x="csX3" y="csY3"/>
                      </a:cxn>
                    </a:cxnLst>
                    <a:rect l="l" t="t" r="r" b="b"/>
                    <a:pathLst>
                      <a:path w="90170" h="394335">
                        <a:moveTo>
                          <a:pt x="0" y="0"/>
                        </a:moveTo>
                        <a:lnTo>
                          <a:pt x="90170" y="0"/>
                        </a:lnTo>
                        <a:lnTo>
                          <a:pt x="90170" y="394335"/>
                        </a:lnTo>
                        <a:lnTo>
                          <a:pt x="0" y="394335"/>
                        </a:lnTo>
                        <a:close/>
                      </a:path>
                    </a:pathLst>
                  </a:custGeom>
                  <a:solidFill>
                    <a:srgbClr val="4EB265"/>
                  </a:solidFill>
                  <a:ln w="13589" cap="flat">
                    <a:noFill/>
                    <a:prstDash val="solid"/>
                    <a:miter/>
                  </a:ln>
                </p:spPr>
                <p:txBody>
                  <a:bodyPr/>
                  <a:lstStyle/>
                  <a:p>
                    <a:pPr algn="ctr"/>
                    <a:endParaRPr lang="en-US" sz="1890"/>
                  </a:p>
                </p:txBody>
              </p:sp>
              <p:sp>
                <p:nvSpPr>
                  <p:cNvPr id="617" name="Freeform 616">
                    <a:extLst>
                      <a:ext uri="{FF2B5EF4-FFF2-40B4-BE49-F238E27FC236}">
                        <a16:creationId xmlns:a16="http://schemas.microsoft.com/office/drawing/2014/main" id="{C2565269-CE4C-E06A-1999-5503335A3A6E}"/>
                      </a:ext>
                    </a:extLst>
                  </p:cNvPr>
                  <p:cNvSpPr/>
                  <p:nvPr/>
                </p:nvSpPr>
                <p:spPr>
                  <a:xfrm>
                    <a:off x="1078848" y="2982099"/>
                    <a:ext cx="90169" cy="309498"/>
                  </a:xfrm>
                  <a:custGeom>
                    <a:avLst/>
                    <a:gdLst>
                      <a:gd name="csX0" fmla="*/ 0 w 90169"/>
                      <a:gd name="csY0" fmla="*/ 0 h 309498"/>
                      <a:gd name="csX1" fmla="*/ 90170 w 90169"/>
                      <a:gd name="csY1" fmla="*/ 0 h 309498"/>
                      <a:gd name="csX2" fmla="*/ 90170 w 90169"/>
                      <a:gd name="csY2" fmla="*/ 309499 h 309498"/>
                      <a:gd name="csX3" fmla="*/ 0 w 90169"/>
                      <a:gd name="csY3" fmla="*/ 309499 h 309498"/>
                    </a:gdLst>
                    <a:ahLst/>
                    <a:cxnLst>
                      <a:cxn ang="0">
                        <a:pos x="csX0" y="csY0"/>
                      </a:cxn>
                      <a:cxn ang="0">
                        <a:pos x="csX1" y="csY1"/>
                      </a:cxn>
                      <a:cxn ang="0">
                        <a:pos x="csX2" y="csY2"/>
                      </a:cxn>
                      <a:cxn ang="0">
                        <a:pos x="csX3" y="csY3"/>
                      </a:cxn>
                    </a:cxnLst>
                    <a:rect l="l" t="t" r="r" b="b"/>
                    <a:pathLst>
                      <a:path w="90169" h="309498">
                        <a:moveTo>
                          <a:pt x="0" y="0"/>
                        </a:moveTo>
                        <a:lnTo>
                          <a:pt x="90170" y="0"/>
                        </a:lnTo>
                        <a:lnTo>
                          <a:pt x="90170" y="309499"/>
                        </a:lnTo>
                        <a:lnTo>
                          <a:pt x="0" y="309499"/>
                        </a:lnTo>
                        <a:close/>
                      </a:path>
                    </a:pathLst>
                  </a:custGeom>
                  <a:solidFill>
                    <a:srgbClr val="F7F056"/>
                  </a:solidFill>
                  <a:ln w="13589" cap="flat">
                    <a:noFill/>
                    <a:prstDash val="solid"/>
                    <a:miter/>
                  </a:ln>
                </p:spPr>
                <p:txBody>
                  <a:bodyPr/>
                  <a:lstStyle/>
                  <a:p>
                    <a:pPr algn="ctr"/>
                    <a:endParaRPr lang="en-US" sz="1890"/>
                  </a:p>
                </p:txBody>
              </p:sp>
              <p:sp>
                <p:nvSpPr>
                  <p:cNvPr id="618" name="Freeform 617">
                    <a:extLst>
                      <a:ext uri="{FF2B5EF4-FFF2-40B4-BE49-F238E27FC236}">
                        <a16:creationId xmlns:a16="http://schemas.microsoft.com/office/drawing/2014/main" id="{BEB7478B-81CC-5492-DA37-7756E891A15C}"/>
                      </a:ext>
                    </a:extLst>
                  </p:cNvPr>
                  <p:cNvSpPr/>
                  <p:nvPr/>
                </p:nvSpPr>
                <p:spPr>
                  <a:xfrm>
                    <a:off x="1229216" y="2911995"/>
                    <a:ext cx="90169" cy="379729"/>
                  </a:xfrm>
                  <a:custGeom>
                    <a:avLst/>
                    <a:gdLst>
                      <a:gd name="csX0" fmla="*/ 0 w 90169"/>
                      <a:gd name="csY0" fmla="*/ 0 h 379729"/>
                      <a:gd name="csX1" fmla="*/ 90170 w 90169"/>
                      <a:gd name="csY1" fmla="*/ 0 h 379729"/>
                      <a:gd name="csX2" fmla="*/ 90170 w 90169"/>
                      <a:gd name="csY2" fmla="*/ 379730 h 379729"/>
                      <a:gd name="csX3" fmla="*/ 0 w 90169"/>
                      <a:gd name="csY3" fmla="*/ 379730 h 379729"/>
                    </a:gdLst>
                    <a:ahLst/>
                    <a:cxnLst>
                      <a:cxn ang="0">
                        <a:pos x="csX0" y="csY0"/>
                      </a:cxn>
                      <a:cxn ang="0">
                        <a:pos x="csX1" y="csY1"/>
                      </a:cxn>
                      <a:cxn ang="0">
                        <a:pos x="csX2" y="csY2"/>
                      </a:cxn>
                      <a:cxn ang="0">
                        <a:pos x="csX3" y="csY3"/>
                      </a:cxn>
                    </a:cxnLst>
                    <a:rect l="l" t="t" r="r" b="b"/>
                    <a:pathLst>
                      <a:path w="90169" h="379729">
                        <a:moveTo>
                          <a:pt x="0" y="0"/>
                        </a:moveTo>
                        <a:lnTo>
                          <a:pt x="90170" y="0"/>
                        </a:lnTo>
                        <a:lnTo>
                          <a:pt x="90170" y="379730"/>
                        </a:lnTo>
                        <a:lnTo>
                          <a:pt x="0" y="379730"/>
                        </a:lnTo>
                        <a:close/>
                      </a:path>
                    </a:pathLst>
                  </a:custGeom>
                  <a:solidFill>
                    <a:srgbClr val="7BAFDE"/>
                  </a:solidFill>
                  <a:ln w="13589" cap="flat">
                    <a:noFill/>
                    <a:prstDash val="solid"/>
                    <a:miter/>
                  </a:ln>
                </p:spPr>
                <p:txBody>
                  <a:bodyPr/>
                  <a:lstStyle/>
                  <a:p>
                    <a:pPr algn="ctr"/>
                    <a:endParaRPr lang="en-US" sz="1890"/>
                  </a:p>
                </p:txBody>
              </p:sp>
              <p:sp>
                <p:nvSpPr>
                  <p:cNvPr id="619" name="Freeform 618">
                    <a:extLst>
                      <a:ext uri="{FF2B5EF4-FFF2-40B4-BE49-F238E27FC236}">
                        <a16:creationId xmlns:a16="http://schemas.microsoft.com/office/drawing/2014/main" id="{34E2D3EC-1F44-8112-DA2D-543ED41ED3CF}"/>
                      </a:ext>
                    </a:extLst>
                  </p:cNvPr>
                  <p:cNvSpPr/>
                  <p:nvPr/>
                </p:nvSpPr>
                <p:spPr>
                  <a:xfrm>
                    <a:off x="1379584" y="2931299"/>
                    <a:ext cx="90169" cy="360298"/>
                  </a:xfrm>
                  <a:custGeom>
                    <a:avLst/>
                    <a:gdLst>
                      <a:gd name="csX0" fmla="*/ 0 w 90169"/>
                      <a:gd name="csY0" fmla="*/ 0 h 360298"/>
                      <a:gd name="csX1" fmla="*/ 90170 w 90169"/>
                      <a:gd name="csY1" fmla="*/ 0 h 360298"/>
                      <a:gd name="csX2" fmla="*/ 90170 w 90169"/>
                      <a:gd name="csY2" fmla="*/ 360299 h 360298"/>
                      <a:gd name="csX3" fmla="*/ 0 w 90169"/>
                      <a:gd name="csY3" fmla="*/ 360299 h 360298"/>
                    </a:gdLst>
                    <a:ahLst/>
                    <a:cxnLst>
                      <a:cxn ang="0">
                        <a:pos x="csX0" y="csY0"/>
                      </a:cxn>
                      <a:cxn ang="0">
                        <a:pos x="csX1" y="csY1"/>
                      </a:cxn>
                      <a:cxn ang="0">
                        <a:pos x="csX2" y="csY2"/>
                      </a:cxn>
                      <a:cxn ang="0">
                        <a:pos x="csX3" y="csY3"/>
                      </a:cxn>
                    </a:cxnLst>
                    <a:rect l="l" t="t" r="r" b="b"/>
                    <a:pathLst>
                      <a:path w="90169" h="360298">
                        <a:moveTo>
                          <a:pt x="0" y="0"/>
                        </a:moveTo>
                        <a:lnTo>
                          <a:pt x="90170" y="0"/>
                        </a:lnTo>
                        <a:lnTo>
                          <a:pt x="90170" y="360299"/>
                        </a:lnTo>
                        <a:lnTo>
                          <a:pt x="0" y="360299"/>
                        </a:lnTo>
                        <a:close/>
                      </a:path>
                    </a:pathLst>
                  </a:custGeom>
                  <a:solidFill>
                    <a:srgbClr val="DC050C"/>
                  </a:solidFill>
                  <a:ln w="13589" cap="flat">
                    <a:noFill/>
                    <a:prstDash val="solid"/>
                    <a:miter/>
                  </a:ln>
                </p:spPr>
                <p:txBody>
                  <a:bodyPr/>
                  <a:lstStyle/>
                  <a:p>
                    <a:pPr algn="ctr"/>
                    <a:endParaRPr lang="en-US" sz="1890"/>
                  </a:p>
                </p:txBody>
              </p:sp>
              <p:sp>
                <p:nvSpPr>
                  <p:cNvPr id="620" name="Freeform 619">
                    <a:extLst>
                      <a:ext uri="{FF2B5EF4-FFF2-40B4-BE49-F238E27FC236}">
                        <a16:creationId xmlns:a16="http://schemas.microsoft.com/office/drawing/2014/main" id="{AB1C5A7F-1422-6BF1-5816-B936E7BF5DD5}"/>
                      </a:ext>
                    </a:extLst>
                  </p:cNvPr>
                  <p:cNvSpPr/>
                  <p:nvPr/>
                </p:nvSpPr>
                <p:spPr>
                  <a:xfrm>
                    <a:off x="793097" y="2876942"/>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621" name="Freeform 620">
                    <a:extLst>
                      <a:ext uri="{FF2B5EF4-FFF2-40B4-BE49-F238E27FC236}">
                        <a16:creationId xmlns:a16="http://schemas.microsoft.com/office/drawing/2014/main" id="{ABC30AA6-DA1E-8D96-B4AF-1481AACAA500}"/>
                      </a:ext>
                    </a:extLst>
                  </p:cNvPr>
                  <p:cNvSpPr/>
                  <p:nvPr/>
                </p:nvSpPr>
                <p:spPr>
                  <a:xfrm>
                    <a:off x="823197" y="2876942"/>
                    <a:ext cx="12700" cy="47879"/>
                  </a:xfrm>
                  <a:custGeom>
                    <a:avLst/>
                    <a:gdLst>
                      <a:gd name="csX0" fmla="*/ 0 w 12700"/>
                      <a:gd name="csY0" fmla="*/ 0 h 47879"/>
                      <a:gd name="csX1" fmla="*/ 0 w 12700"/>
                      <a:gd name="csY1" fmla="*/ 47879 h 47879"/>
                    </a:gdLst>
                    <a:ahLst/>
                    <a:cxnLst>
                      <a:cxn ang="0">
                        <a:pos x="csX0" y="csY0"/>
                      </a:cxn>
                      <a:cxn ang="0">
                        <a:pos x="csX1" y="csY1"/>
                      </a:cxn>
                    </a:cxnLst>
                    <a:rect l="l" t="t" r="r" b="b"/>
                    <a:pathLst>
                      <a:path w="12700" h="47879">
                        <a:moveTo>
                          <a:pt x="0" y="0"/>
                        </a:moveTo>
                        <a:lnTo>
                          <a:pt x="0" y="47879"/>
                        </a:lnTo>
                      </a:path>
                    </a:pathLst>
                  </a:custGeom>
                  <a:noFill/>
                  <a:ln w="13589" cap="flat">
                    <a:solidFill>
                      <a:srgbClr val="000000"/>
                    </a:solidFill>
                    <a:prstDash val="solid"/>
                    <a:round/>
                  </a:ln>
                </p:spPr>
                <p:txBody>
                  <a:bodyPr/>
                  <a:lstStyle/>
                  <a:p>
                    <a:pPr algn="ctr"/>
                    <a:endParaRPr lang="en-US" sz="1890"/>
                  </a:p>
                </p:txBody>
              </p:sp>
              <p:sp>
                <p:nvSpPr>
                  <p:cNvPr id="622" name="Freeform 621">
                    <a:extLst>
                      <a:ext uri="{FF2B5EF4-FFF2-40B4-BE49-F238E27FC236}">
                        <a16:creationId xmlns:a16="http://schemas.microsoft.com/office/drawing/2014/main" id="{690FEE4C-AA26-A836-BF64-7A12C2520B71}"/>
                      </a:ext>
                    </a:extLst>
                  </p:cNvPr>
                  <p:cNvSpPr/>
                  <p:nvPr/>
                </p:nvSpPr>
                <p:spPr>
                  <a:xfrm>
                    <a:off x="793097" y="2924821"/>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623" name="Freeform 622">
                    <a:extLst>
                      <a:ext uri="{FF2B5EF4-FFF2-40B4-BE49-F238E27FC236}">
                        <a16:creationId xmlns:a16="http://schemas.microsoft.com/office/drawing/2014/main" id="{CC65C693-3990-1400-E5FE-AA4286D1BA92}"/>
                      </a:ext>
                    </a:extLst>
                  </p:cNvPr>
                  <p:cNvSpPr/>
                  <p:nvPr/>
                </p:nvSpPr>
                <p:spPr>
                  <a:xfrm>
                    <a:off x="943465" y="2880117"/>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624" name="Freeform 623">
                    <a:extLst>
                      <a:ext uri="{FF2B5EF4-FFF2-40B4-BE49-F238E27FC236}">
                        <a16:creationId xmlns:a16="http://schemas.microsoft.com/office/drawing/2014/main" id="{733108A7-D8AE-3062-7D81-2B97285C69D2}"/>
                      </a:ext>
                    </a:extLst>
                  </p:cNvPr>
                  <p:cNvSpPr/>
                  <p:nvPr/>
                </p:nvSpPr>
                <p:spPr>
                  <a:xfrm>
                    <a:off x="973565" y="2880117"/>
                    <a:ext cx="12700" cy="34417"/>
                  </a:xfrm>
                  <a:custGeom>
                    <a:avLst/>
                    <a:gdLst>
                      <a:gd name="csX0" fmla="*/ 0 w 12700"/>
                      <a:gd name="csY0" fmla="*/ 0 h 34417"/>
                      <a:gd name="csX1" fmla="*/ 0 w 12700"/>
                      <a:gd name="csY1" fmla="*/ 34417 h 34417"/>
                    </a:gdLst>
                    <a:ahLst/>
                    <a:cxnLst>
                      <a:cxn ang="0">
                        <a:pos x="csX0" y="csY0"/>
                      </a:cxn>
                      <a:cxn ang="0">
                        <a:pos x="csX1" y="csY1"/>
                      </a:cxn>
                    </a:cxnLst>
                    <a:rect l="l" t="t" r="r" b="b"/>
                    <a:pathLst>
                      <a:path w="12700" h="34417">
                        <a:moveTo>
                          <a:pt x="0" y="0"/>
                        </a:moveTo>
                        <a:lnTo>
                          <a:pt x="0" y="34417"/>
                        </a:lnTo>
                      </a:path>
                    </a:pathLst>
                  </a:custGeom>
                  <a:noFill/>
                  <a:ln w="13589" cap="flat">
                    <a:solidFill>
                      <a:srgbClr val="000000"/>
                    </a:solidFill>
                    <a:prstDash val="solid"/>
                    <a:round/>
                  </a:ln>
                </p:spPr>
                <p:txBody>
                  <a:bodyPr/>
                  <a:lstStyle/>
                  <a:p>
                    <a:pPr algn="ctr"/>
                    <a:endParaRPr lang="en-US" sz="1890"/>
                  </a:p>
                </p:txBody>
              </p:sp>
              <p:sp>
                <p:nvSpPr>
                  <p:cNvPr id="625" name="Freeform 624">
                    <a:extLst>
                      <a:ext uri="{FF2B5EF4-FFF2-40B4-BE49-F238E27FC236}">
                        <a16:creationId xmlns:a16="http://schemas.microsoft.com/office/drawing/2014/main" id="{A7883F74-C28D-F2EB-D5FA-9CE6A930AE15}"/>
                      </a:ext>
                    </a:extLst>
                  </p:cNvPr>
                  <p:cNvSpPr/>
                  <p:nvPr/>
                </p:nvSpPr>
                <p:spPr>
                  <a:xfrm>
                    <a:off x="943465" y="2914535"/>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626" name="Freeform 625">
                    <a:extLst>
                      <a:ext uri="{FF2B5EF4-FFF2-40B4-BE49-F238E27FC236}">
                        <a16:creationId xmlns:a16="http://schemas.microsoft.com/office/drawing/2014/main" id="{FDA35F21-1BE5-9E70-5BFC-7E65D8DAC73D}"/>
                      </a:ext>
                    </a:extLst>
                  </p:cNvPr>
                  <p:cNvSpPr/>
                  <p:nvPr/>
                </p:nvSpPr>
                <p:spPr>
                  <a:xfrm>
                    <a:off x="1093834" y="2978670"/>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627" name="Freeform 626">
                    <a:extLst>
                      <a:ext uri="{FF2B5EF4-FFF2-40B4-BE49-F238E27FC236}">
                        <a16:creationId xmlns:a16="http://schemas.microsoft.com/office/drawing/2014/main" id="{B128BD20-0B86-0FA1-F19E-7DB47481983C}"/>
                      </a:ext>
                    </a:extLst>
                  </p:cNvPr>
                  <p:cNvSpPr/>
                  <p:nvPr/>
                </p:nvSpPr>
                <p:spPr>
                  <a:xfrm>
                    <a:off x="1123932" y="2978670"/>
                    <a:ext cx="12700" cy="6984"/>
                  </a:xfrm>
                  <a:custGeom>
                    <a:avLst/>
                    <a:gdLst>
                      <a:gd name="csX0" fmla="*/ 0 w 12700"/>
                      <a:gd name="csY0" fmla="*/ 0 h 6984"/>
                      <a:gd name="csX1" fmla="*/ 0 w 12700"/>
                      <a:gd name="csY1" fmla="*/ 6985 h 6984"/>
                    </a:gdLst>
                    <a:ahLst/>
                    <a:cxnLst>
                      <a:cxn ang="0">
                        <a:pos x="csX0" y="csY0"/>
                      </a:cxn>
                      <a:cxn ang="0">
                        <a:pos x="csX1" y="csY1"/>
                      </a:cxn>
                    </a:cxnLst>
                    <a:rect l="l" t="t" r="r" b="b"/>
                    <a:pathLst>
                      <a:path w="12700" h="6984">
                        <a:moveTo>
                          <a:pt x="0" y="0"/>
                        </a:moveTo>
                        <a:lnTo>
                          <a:pt x="0" y="6985"/>
                        </a:lnTo>
                      </a:path>
                    </a:pathLst>
                  </a:custGeom>
                  <a:noFill/>
                  <a:ln w="13589" cap="flat">
                    <a:solidFill>
                      <a:srgbClr val="000000"/>
                    </a:solidFill>
                    <a:prstDash val="solid"/>
                    <a:round/>
                  </a:ln>
                </p:spPr>
                <p:txBody>
                  <a:bodyPr/>
                  <a:lstStyle/>
                  <a:p>
                    <a:pPr algn="ctr"/>
                    <a:endParaRPr lang="en-US" sz="1890"/>
                  </a:p>
                </p:txBody>
              </p:sp>
              <p:sp>
                <p:nvSpPr>
                  <p:cNvPr id="628" name="Freeform 627">
                    <a:extLst>
                      <a:ext uri="{FF2B5EF4-FFF2-40B4-BE49-F238E27FC236}">
                        <a16:creationId xmlns:a16="http://schemas.microsoft.com/office/drawing/2014/main" id="{76A2967E-F58E-8DC1-124D-0778EC945E6E}"/>
                      </a:ext>
                    </a:extLst>
                  </p:cNvPr>
                  <p:cNvSpPr/>
                  <p:nvPr/>
                </p:nvSpPr>
                <p:spPr>
                  <a:xfrm>
                    <a:off x="1093834" y="2985654"/>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629" name="Freeform 628">
                    <a:extLst>
                      <a:ext uri="{FF2B5EF4-FFF2-40B4-BE49-F238E27FC236}">
                        <a16:creationId xmlns:a16="http://schemas.microsoft.com/office/drawing/2014/main" id="{3BBF66FA-4AC2-43EB-CBEC-4162FC5BE668}"/>
                      </a:ext>
                    </a:extLst>
                  </p:cNvPr>
                  <p:cNvSpPr/>
                  <p:nvPr/>
                </p:nvSpPr>
                <p:spPr>
                  <a:xfrm>
                    <a:off x="1394570" y="2907677"/>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630" name="Freeform 629">
                    <a:extLst>
                      <a:ext uri="{FF2B5EF4-FFF2-40B4-BE49-F238E27FC236}">
                        <a16:creationId xmlns:a16="http://schemas.microsoft.com/office/drawing/2014/main" id="{9CC5FCDB-7EC5-145D-2E6D-16B89AF731A6}"/>
                      </a:ext>
                    </a:extLst>
                  </p:cNvPr>
                  <p:cNvSpPr/>
                  <p:nvPr/>
                </p:nvSpPr>
                <p:spPr>
                  <a:xfrm>
                    <a:off x="1424668" y="2907677"/>
                    <a:ext cx="12700" cy="47370"/>
                  </a:xfrm>
                  <a:custGeom>
                    <a:avLst/>
                    <a:gdLst>
                      <a:gd name="csX0" fmla="*/ 0 w 12700"/>
                      <a:gd name="csY0" fmla="*/ 0 h 47370"/>
                      <a:gd name="csX1" fmla="*/ 0 w 12700"/>
                      <a:gd name="csY1" fmla="*/ 47371 h 47370"/>
                    </a:gdLst>
                    <a:ahLst/>
                    <a:cxnLst>
                      <a:cxn ang="0">
                        <a:pos x="csX0" y="csY0"/>
                      </a:cxn>
                      <a:cxn ang="0">
                        <a:pos x="csX1" y="csY1"/>
                      </a:cxn>
                    </a:cxnLst>
                    <a:rect l="l" t="t" r="r" b="b"/>
                    <a:pathLst>
                      <a:path w="12700" h="47370">
                        <a:moveTo>
                          <a:pt x="0" y="0"/>
                        </a:moveTo>
                        <a:lnTo>
                          <a:pt x="0" y="47371"/>
                        </a:lnTo>
                      </a:path>
                    </a:pathLst>
                  </a:custGeom>
                  <a:noFill/>
                  <a:ln w="13589" cap="flat">
                    <a:solidFill>
                      <a:srgbClr val="000000"/>
                    </a:solidFill>
                    <a:prstDash val="solid"/>
                    <a:round/>
                  </a:ln>
                </p:spPr>
                <p:txBody>
                  <a:bodyPr/>
                  <a:lstStyle/>
                  <a:p>
                    <a:pPr algn="ctr"/>
                    <a:endParaRPr lang="en-US" sz="1890"/>
                  </a:p>
                </p:txBody>
              </p:sp>
              <p:sp>
                <p:nvSpPr>
                  <p:cNvPr id="631" name="Freeform 630">
                    <a:extLst>
                      <a:ext uri="{FF2B5EF4-FFF2-40B4-BE49-F238E27FC236}">
                        <a16:creationId xmlns:a16="http://schemas.microsoft.com/office/drawing/2014/main" id="{8F84565F-EDA0-5FF9-FEF4-F9CA8673BD8A}"/>
                      </a:ext>
                    </a:extLst>
                  </p:cNvPr>
                  <p:cNvSpPr/>
                  <p:nvPr/>
                </p:nvSpPr>
                <p:spPr>
                  <a:xfrm>
                    <a:off x="1394570" y="2955048"/>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632" name="Freeform 631">
                    <a:extLst>
                      <a:ext uri="{FF2B5EF4-FFF2-40B4-BE49-F238E27FC236}">
                        <a16:creationId xmlns:a16="http://schemas.microsoft.com/office/drawing/2014/main" id="{5012F915-CF25-C425-3B63-91ECFDBE5191}"/>
                      </a:ext>
                    </a:extLst>
                  </p:cNvPr>
                  <p:cNvSpPr/>
                  <p:nvPr/>
                </p:nvSpPr>
                <p:spPr>
                  <a:xfrm>
                    <a:off x="1118345" y="296724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33" name="Freeform 632">
                    <a:extLst>
                      <a:ext uri="{FF2B5EF4-FFF2-40B4-BE49-F238E27FC236}">
                        <a16:creationId xmlns:a16="http://schemas.microsoft.com/office/drawing/2014/main" id="{8C70B669-C404-7B31-44E8-B7BDAE96E6EF}"/>
                      </a:ext>
                    </a:extLst>
                  </p:cNvPr>
                  <p:cNvSpPr/>
                  <p:nvPr/>
                </p:nvSpPr>
                <p:spPr>
                  <a:xfrm>
                    <a:off x="968612" y="290856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34" name="Freeform 633">
                    <a:extLst>
                      <a:ext uri="{FF2B5EF4-FFF2-40B4-BE49-F238E27FC236}">
                        <a16:creationId xmlns:a16="http://schemas.microsoft.com/office/drawing/2014/main" id="{7F9CC5DA-AFA6-E4C4-0803-15335CF3F1B0}"/>
                      </a:ext>
                    </a:extLst>
                  </p:cNvPr>
                  <p:cNvSpPr/>
                  <p:nvPr/>
                </p:nvSpPr>
                <p:spPr>
                  <a:xfrm>
                    <a:off x="949054" y="28789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35" name="Freeform 634">
                    <a:extLst>
                      <a:ext uri="{FF2B5EF4-FFF2-40B4-BE49-F238E27FC236}">
                        <a16:creationId xmlns:a16="http://schemas.microsoft.com/office/drawing/2014/main" id="{E929BC8F-E858-93A5-E1A4-8968A57AFA1A}"/>
                      </a:ext>
                    </a:extLst>
                  </p:cNvPr>
                  <p:cNvSpPr/>
                  <p:nvPr/>
                </p:nvSpPr>
                <p:spPr>
                  <a:xfrm>
                    <a:off x="1416541" y="28962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36" name="Freeform 635">
                    <a:extLst>
                      <a:ext uri="{FF2B5EF4-FFF2-40B4-BE49-F238E27FC236}">
                        <a16:creationId xmlns:a16="http://schemas.microsoft.com/office/drawing/2014/main" id="{AC1535AF-E88B-D7B1-99A9-27903FBD3D01}"/>
                      </a:ext>
                    </a:extLst>
                  </p:cNvPr>
                  <p:cNvSpPr/>
                  <p:nvPr/>
                </p:nvSpPr>
                <p:spPr>
                  <a:xfrm>
                    <a:off x="809354" y="282436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37" name="Freeform 636">
                    <a:extLst>
                      <a:ext uri="{FF2B5EF4-FFF2-40B4-BE49-F238E27FC236}">
                        <a16:creationId xmlns:a16="http://schemas.microsoft.com/office/drawing/2014/main" id="{1225A24E-1E00-6FDD-6695-BF5D92710F20}"/>
                      </a:ext>
                    </a:extLst>
                  </p:cNvPr>
                  <p:cNvSpPr/>
                  <p:nvPr/>
                </p:nvSpPr>
                <p:spPr>
                  <a:xfrm>
                    <a:off x="1407143" y="295492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38" name="Freeform 637">
                    <a:extLst>
                      <a:ext uri="{FF2B5EF4-FFF2-40B4-BE49-F238E27FC236}">
                        <a16:creationId xmlns:a16="http://schemas.microsoft.com/office/drawing/2014/main" id="{EFDC65AE-00A3-F61C-C039-B1ABD6B3230D}"/>
                      </a:ext>
                    </a:extLst>
                  </p:cNvPr>
                  <p:cNvSpPr/>
                  <p:nvPr/>
                </p:nvSpPr>
                <p:spPr>
                  <a:xfrm>
                    <a:off x="812275" y="29914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39" name="Freeform 638">
                    <a:extLst>
                      <a:ext uri="{FF2B5EF4-FFF2-40B4-BE49-F238E27FC236}">
                        <a16:creationId xmlns:a16="http://schemas.microsoft.com/office/drawing/2014/main" id="{84861ED2-0D03-7FAD-492E-C9D2AC59FCF3}"/>
                      </a:ext>
                    </a:extLst>
                  </p:cNvPr>
                  <p:cNvSpPr/>
                  <p:nvPr/>
                </p:nvSpPr>
                <p:spPr>
                  <a:xfrm>
                    <a:off x="1395586" y="300775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0" name="Freeform 639">
                    <a:extLst>
                      <a:ext uri="{FF2B5EF4-FFF2-40B4-BE49-F238E27FC236}">
                        <a16:creationId xmlns:a16="http://schemas.microsoft.com/office/drawing/2014/main" id="{82FFCD76-829C-00AE-F5B3-EDAC61F83318}"/>
                      </a:ext>
                    </a:extLst>
                  </p:cNvPr>
                  <p:cNvSpPr/>
                  <p:nvPr/>
                </p:nvSpPr>
                <p:spPr>
                  <a:xfrm>
                    <a:off x="809862" y="28647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1" name="Freeform 640">
                    <a:extLst>
                      <a:ext uri="{FF2B5EF4-FFF2-40B4-BE49-F238E27FC236}">
                        <a16:creationId xmlns:a16="http://schemas.microsoft.com/office/drawing/2014/main" id="{26573939-9C84-5EA6-28E0-19AD3E9F5846}"/>
                      </a:ext>
                    </a:extLst>
                  </p:cNvPr>
                  <p:cNvSpPr/>
                  <p:nvPr/>
                </p:nvSpPr>
                <p:spPr>
                  <a:xfrm>
                    <a:off x="1412731" y="289713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2" name="Freeform 641">
                    <a:extLst>
                      <a:ext uri="{FF2B5EF4-FFF2-40B4-BE49-F238E27FC236}">
                        <a16:creationId xmlns:a16="http://schemas.microsoft.com/office/drawing/2014/main" id="{5DC3825C-03E2-A84F-65F4-1852E5824915}"/>
                      </a:ext>
                    </a:extLst>
                  </p:cNvPr>
                  <p:cNvSpPr/>
                  <p:nvPr/>
                </p:nvSpPr>
                <p:spPr>
                  <a:xfrm>
                    <a:off x="803893" y="288659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3" name="Freeform 642">
                    <a:extLst>
                      <a:ext uri="{FF2B5EF4-FFF2-40B4-BE49-F238E27FC236}">
                        <a16:creationId xmlns:a16="http://schemas.microsoft.com/office/drawing/2014/main" id="{E47CE922-94D0-FBC9-1840-F77893384FDC}"/>
                      </a:ext>
                    </a:extLst>
                  </p:cNvPr>
                  <p:cNvSpPr/>
                  <p:nvPr/>
                </p:nvSpPr>
                <p:spPr>
                  <a:xfrm>
                    <a:off x="1413239" y="287224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4" name="Freeform 643">
                    <a:extLst>
                      <a:ext uri="{FF2B5EF4-FFF2-40B4-BE49-F238E27FC236}">
                        <a16:creationId xmlns:a16="http://schemas.microsoft.com/office/drawing/2014/main" id="{66808009-316E-F769-2E71-8D32B33DB930}"/>
                      </a:ext>
                    </a:extLst>
                  </p:cNvPr>
                  <p:cNvSpPr/>
                  <p:nvPr/>
                </p:nvSpPr>
                <p:spPr>
                  <a:xfrm>
                    <a:off x="818244" y="28432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5" name="Freeform 644">
                    <a:extLst>
                      <a:ext uri="{FF2B5EF4-FFF2-40B4-BE49-F238E27FC236}">
                        <a16:creationId xmlns:a16="http://schemas.microsoft.com/office/drawing/2014/main" id="{05061114-0DFC-7424-81A0-68124639E2AA}"/>
                      </a:ext>
                    </a:extLst>
                  </p:cNvPr>
                  <p:cNvSpPr/>
                  <p:nvPr/>
                </p:nvSpPr>
                <p:spPr>
                  <a:xfrm>
                    <a:off x="948165" y="282195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6" name="Freeform 645">
                    <a:extLst>
                      <a:ext uri="{FF2B5EF4-FFF2-40B4-BE49-F238E27FC236}">
                        <a16:creationId xmlns:a16="http://schemas.microsoft.com/office/drawing/2014/main" id="{BF2F2664-27EC-8E34-6760-560F5616A36E}"/>
                      </a:ext>
                    </a:extLst>
                  </p:cNvPr>
                  <p:cNvSpPr/>
                  <p:nvPr/>
                </p:nvSpPr>
                <p:spPr>
                  <a:xfrm>
                    <a:off x="1405492" y="28511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7" name="Freeform 646">
                    <a:extLst>
                      <a:ext uri="{FF2B5EF4-FFF2-40B4-BE49-F238E27FC236}">
                        <a16:creationId xmlns:a16="http://schemas.microsoft.com/office/drawing/2014/main" id="{4D2996FB-4A3E-18B3-1894-551038315A6A}"/>
                      </a:ext>
                    </a:extLst>
                  </p:cNvPr>
                  <p:cNvSpPr/>
                  <p:nvPr/>
                </p:nvSpPr>
                <p:spPr>
                  <a:xfrm>
                    <a:off x="818371" y="288735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8" name="Freeform 647">
                    <a:extLst>
                      <a:ext uri="{FF2B5EF4-FFF2-40B4-BE49-F238E27FC236}">
                        <a16:creationId xmlns:a16="http://schemas.microsoft.com/office/drawing/2014/main" id="{4EAFFEC7-941B-9412-A304-CE19421038E6}"/>
                      </a:ext>
                    </a:extLst>
                  </p:cNvPr>
                  <p:cNvSpPr/>
                  <p:nvPr/>
                </p:nvSpPr>
                <p:spPr>
                  <a:xfrm>
                    <a:off x="1120250" y="296038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49" name="Freeform 648">
                    <a:extLst>
                      <a:ext uri="{FF2B5EF4-FFF2-40B4-BE49-F238E27FC236}">
                        <a16:creationId xmlns:a16="http://schemas.microsoft.com/office/drawing/2014/main" id="{2FA51EFE-6D67-E031-A9B3-103C23B60FC1}"/>
                      </a:ext>
                    </a:extLst>
                  </p:cNvPr>
                  <p:cNvSpPr/>
                  <p:nvPr/>
                </p:nvSpPr>
                <p:spPr>
                  <a:xfrm>
                    <a:off x="943974" y="28321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50" name="Freeform 649">
                    <a:extLst>
                      <a:ext uri="{FF2B5EF4-FFF2-40B4-BE49-F238E27FC236}">
                        <a16:creationId xmlns:a16="http://schemas.microsoft.com/office/drawing/2014/main" id="{AD5601C2-F594-6014-18D6-C79A44003A56}"/>
                      </a:ext>
                    </a:extLst>
                  </p:cNvPr>
                  <p:cNvSpPr/>
                  <p:nvPr/>
                </p:nvSpPr>
                <p:spPr>
                  <a:xfrm>
                    <a:off x="954769" y="29408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51" name="Freeform 650">
                    <a:extLst>
                      <a:ext uri="{FF2B5EF4-FFF2-40B4-BE49-F238E27FC236}">
                        <a16:creationId xmlns:a16="http://schemas.microsoft.com/office/drawing/2014/main" id="{7C08F493-7610-6739-0273-AA0E3FA95C06}"/>
                      </a:ext>
                    </a:extLst>
                  </p:cNvPr>
                  <p:cNvSpPr/>
                  <p:nvPr/>
                </p:nvSpPr>
                <p:spPr>
                  <a:xfrm>
                    <a:off x="1258045" y="28939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52" name="Freeform 651">
                    <a:extLst>
                      <a:ext uri="{FF2B5EF4-FFF2-40B4-BE49-F238E27FC236}">
                        <a16:creationId xmlns:a16="http://schemas.microsoft.com/office/drawing/2014/main" id="{9EEBA8C9-47E1-513D-A112-44CE0C444DE0}"/>
                      </a:ext>
                    </a:extLst>
                  </p:cNvPr>
                  <p:cNvSpPr/>
                  <p:nvPr/>
                </p:nvSpPr>
                <p:spPr>
                  <a:xfrm>
                    <a:off x="967723" y="292012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53" name="Freeform 652">
                    <a:extLst>
                      <a:ext uri="{FF2B5EF4-FFF2-40B4-BE49-F238E27FC236}">
                        <a16:creationId xmlns:a16="http://schemas.microsoft.com/office/drawing/2014/main" id="{DBD70890-9F74-97DB-BBF8-FE64FB3CD159}"/>
                      </a:ext>
                    </a:extLst>
                  </p:cNvPr>
                  <p:cNvSpPr/>
                  <p:nvPr/>
                </p:nvSpPr>
                <p:spPr>
                  <a:xfrm>
                    <a:off x="944609" y="28525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654" name="TextBox 653">
                    <a:extLst>
                      <a:ext uri="{FF2B5EF4-FFF2-40B4-BE49-F238E27FC236}">
                        <a16:creationId xmlns:a16="http://schemas.microsoft.com/office/drawing/2014/main" id="{3AA70D4C-4EF7-E7B3-46F5-746E293F380E}"/>
                      </a:ext>
                    </a:extLst>
                  </p:cNvPr>
                  <p:cNvSpPr txBox="1"/>
                  <p:nvPr/>
                </p:nvSpPr>
                <p:spPr>
                  <a:xfrm>
                    <a:off x="659999" y="2670312"/>
                    <a:ext cx="461779"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0.779</a:t>
                    </a:r>
                  </a:p>
                </p:txBody>
              </p:sp>
              <p:sp>
                <p:nvSpPr>
                  <p:cNvPr id="655" name="Freeform 654">
                    <a:extLst>
                      <a:ext uri="{FF2B5EF4-FFF2-40B4-BE49-F238E27FC236}">
                        <a16:creationId xmlns:a16="http://schemas.microsoft.com/office/drawing/2014/main" id="{A4106AE8-7793-9A72-2B51-39A610098701}"/>
                      </a:ext>
                    </a:extLst>
                  </p:cNvPr>
                  <p:cNvSpPr/>
                  <p:nvPr/>
                </p:nvSpPr>
                <p:spPr>
                  <a:xfrm>
                    <a:off x="823197" y="2795028"/>
                    <a:ext cx="135254" cy="12700"/>
                  </a:xfrm>
                  <a:custGeom>
                    <a:avLst/>
                    <a:gdLst>
                      <a:gd name="csX0" fmla="*/ 0 w 135254"/>
                      <a:gd name="csY0" fmla="*/ 0 h 12700"/>
                      <a:gd name="csX1" fmla="*/ 135255 w 135254"/>
                      <a:gd name="csY1" fmla="*/ 0 h 12700"/>
                    </a:gdLst>
                    <a:ahLst/>
                    <a:cxnLst>
                      <a:cxn ang="0">
                        <a:pos x="csX0" y="csY0"/>
                      </a:cxn>
                      <a:cxn ang="0">
                        <a:pos x="csX1" y="csY1"/>
                      </a:cxn>
                    </a:cxnLst>
                    <a:rect l="l" t="t" r="r" b="b"/>
                    <a:pathLst>
                      <a:path w="135254" h="12700">
                        <a:moveTo>
                          <a:pt x="0" y="0"/>
                        </a:moveTo>
                        <a:lnTo>
                          <a:pt x="135255" y="0"/>
                        </a:lnTo>
                      </a:path>
                    </a:pathLst>
                  </a:custGeom>
                  <a:ln w="13589" cap="rnd">
                    <a:solidFill>
                      <a:srgbClr val="000000"/>
                    </a:solidFill>
                    <a:prstDash val="solid"/>
                    <a:round/>
                  </a:ln>
                </p:spPr>
                <p:txBody>
                  <a:bodyPr/>
                  <a:lstStyle/>
                  <a:p>
                    <a:pPr algn="ctr"/>
                    <a:endParaRPr lang="en-US" sz="1890"/>
                  </a:p>
                </p:txBody>
              </p:sp>
              <p:sp>
                <p:nvSpPr>
                  <p:cNvPr id="656" name="TextBox 655">
                    <a:extLst>
                      <a:ext uri="{FF2B5EF4-FFF2-40B4-BE49-F238E27FC236}">
                        <a16:creationId xmlns:a16="http://schemas.microsoft.com/office/drawing/2014/main" id="{65CCCC13-DA58-CB16-9042-754C0383086E}"/>
                      </a:ext>
                    </a:extLst>
                  </p:cNvPr>
                  <p:cNvSpPr txBox="1"/>
                  <p:nvPr/>
                </p:nvSpPr>
                <p:spPr>
                  <a:xfrm>
                    <a:off x="989292" y="2622142"/>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657" name="Freeform 656">
                    <a:extLst>
                      <a:ext uri="{FF2B5EF4-FFF2-40B4-BE49-F238E27FC236}">
                        <a16:creationId xmlns:a16="http://schemas.microsoft.com/office/drawing/2014/main" id="{DFBBD260-9922-22B9-773A-31AA6CA8A987}"/>
                      </a:ext>
                    </a:extLst>
                  </p:cNvPr>
                  <p:cNvSpPr/>
                  <p:nvPr/>
                </p:nvSpPr>
                <p:spPr>
                  <a:xfrm>
                    <a:off x="988551" y="2795028"/>
                    <a:ext cx="436118" cy="12700"/>
                  </a:xfrm>
                  <a:custGeom>
                    <a:avLst/>
                    <a:gdLst>
                      <a:gd name="csX0" fmla="*/ 0 w 436118"/>
                      <a:gd name="csY0" fmla="*/ 0 h 12700"/>
                      <a:gd name="csX1" fmla="*/ 436118 w 436118"/>
                      <a:gd name="csY1" fmla="*/ 0 h 12700"/>
                    </a:gdLst>
                    <a:ahLst/>
                    <a:cxnLst>
                      <a:cxn ang="0">
                        <a:pos x="csX0" y="csY0"/>
                      </a:cxn>
                      <a:cxn ang="0">
                        <a:pos x="csX1" y="csY1"/>
                      </a:cxn>
                    </a:cxnLst>
                    <a:rect l="l" t="t" r="r" b="b"/>
                    <a:pathLst>
                      <a:path w="436118" h="12700">
                        <a:moveTo>
                          <a:pt x="0" y="0"/>
                        </a:moveTo>
                        <a:lnTo>
                          <a:pt x="436118" y="0"/>
                        </a:lnTo>
                      </a:path>
                    </a:pathLst>
                  </a:custGeom>
                  <a:ln w="13589" cap="rnd">
                    <a:solidFill>
                      <a:srgbClr val="000000"/>
                    </a:solidFill>
                    <a:prstDash val="solid"/>
                    <a:round/>
                  </a:ln>
                </p:spPr>
                <p:txBody>
                  <a:bodyPr/>
                  <a:lstStyle/>
                  <a:p>
                    <a:pPr algn="ctr"/>
                    <a:endParaRPr lang="en-US" sz="1890"/>
                  </a:p>
                </p:txBody>
              </p:sp>
              <p:sp>
                <p:nvSpPr>
                  <p:cNvPr id="658" name="TextBox 657">
                    <a:extLst>
                      <a:ext uri="{FF2B5EF4-FFF2-40B4-BE49-F238E27FC236}">
                        <a16:creationId xmlns:a16="http://schemas.microsoft.com/office/drawing/2014/main" id="{90CEE697-2AE7-4548-B925-2761574ED05F}"/>
                      </a:ext>
                    </a:extLst>
                  </p:cNvPr>
                  <p:cNvSpPr txBox="1"/>
                  <p:nvPr/>
                </p:nvSpPr>
                <p:spPr>
                  <a:xfrm>
                    <a:off x="906616" y="2509239"/>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659" name="Freeform 658">
                    <a:extLst>
                      <a:ext uri="{FF2B5EF4-FFF2-40B4-BE49-F238E27FC236}">
                        <a16:creationId xmlns:a16="http://schemas.microsoft.com/office/drawing/2014/main" id="{8D94CFCC-E159-7F6B-5C54-476DD07FADB8}"/>
                      </a:ext>
                    </a:extLst>
                  </p:cNvPr>
                  <p:cNvSpPr/>
                  <p:nvPr/>
                </p:nvSpPr>
                <p:spPr>
                  <a:xfrm>
                    <a:off x="823197" y="2682125"/>
                    <a:ext cx="601472" cy="12700"/>
                  </a:xfrm>
                  <a:custGeom>
                    <a:avLst/>
                    <a:gdLst>
                      <a:gd name="csX0" fmla="*/ 0 w 601472"/>
                      <a:gd name="csY0" fmla="*/ 0 h 12700"/>
                      <a:gd name="csX1" fmla="*/ 601472 w 601472"/>
                      <a:gd name="csY1" fmla="*/ 0 h 12700"/>
                    </a:gdLst>
                    <a:ahLst/>
                    <a:cxnLst>
                      <a:cxn ang="0">
                        <a:pos x="csX0" y="csY0"/>
                      </a:cxn>
                      <a:cxn ang="0">
                        <a:pos x="csX1" y="csY1"/>
                      </a:cxn>
                    </a:cxnLst>
                    <a:rect l="l" t="t" r="r" b="b"/>
                    <a:pathLst>
                      <a:path w="601472" h="12700">
                        <a:moveTo>
                          <a:pt x="0" y="0"/>
                        </a:moveTo>
                        <a:lnTo>
                          <a:pt x="601472" y="0"/>
                        </a:lnTo>
                      </a:path>
                    </a:pathLst>
                  </a:custGeom>
                  <a:ln w="13589" cap="rnd">
                    <a:solidFill>
                      <a:srgbClr val="000000"/>
                    </a:solidFill>
                    <a:prstDash val="solid"/>
                    <a:round/>
                  </a:ln>
                </p:spPr>
                <p:txBody>
                  <a:bodyPr/>
                  <a:lstStyle/>
                  <a:p>
                    <a:pPr algn="ctr"/>
                    <a:endParaRPr lang="en-US" sz="1890"/>
                  </a:p>
                </p:txBody>
              </p:sp>
            </p:grpSp>
            <p:grpSp>
              <p:nvGrpSpPr>
                <p:cNvPr id="660" name="Graphic 585">
                  <a:extLst>
                    <a:ext uri="{FF2B5EF4-FFF2-40B4-BE49-F238E27FC236}">
                      <a16:creationId xmlns:a16="http://schemas.microsoft.com/office/drawing/2014/main" id="{7EB8E218-2A2C-C503-B39B-71F891C66CFB}"/>
                    </a:ext>
                  </a:extLst>
                </p:cNvPr>
                <p:cNvGrpSpPr/>
                <p:nvPr/>
              </p:nvGrpSpPr>
              <p:grpSpPr>
                <a:xfrm>
                  <a:off x="357246" y="2312178"/>
                  <a:ext cx="1229625" cy="1196086"/>
                  <a:chOff x="357246" y="2312178"/>
                  <a:chExt cx="1229625" cy="1196086"/>
                </a:xfrm>
              </p:grpSpPr>
              <p:sp>
                <p:nvSpPr>
                  <p:cNvPr id="661" name="Freeform 660">
                    <a:extLst>
                      <a:ext uri="{FF2B5EF4-FFF2-40B4-BE49-F238E27FC236}">
                        <a16:creationId xmlns:a16="http://schemas.microsoft.com/office/drawing/2014/main" id="{E79649D6-FF25-48A7-ADB3-210C52AD77CD}"/>
                      </a:ext>
                    </a:extLst>
                  </p:cNvPr>
                  <p:cNvSpPr/>
                  <p:nvPr/>
                </p:nvSpPr>
                <p:spPr>
                  <a:xfrm>
                    <a:off x="733026" y="2614434"/>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662" name="TextBox 661">
                    <a:extLst>
                      <a:ext uri="{FF2B5EF4-FFF2-40B4-BE49-F238E27FC236}">
                        <a16:creationId xmlns:a16="http://schemas.microsoft.com/office/drawing/2014/main" id="{53C37816-48A6-1C30-BDB5-21FBA6D557E9}"/>
                      </a:ext>
                    </a:extLst>
                  </p:cNvPr>
                  <p:cNvSpPr txBox="1"/>
                  <p:nvPr/>
                </p:nvSpPr>
                <p:spPr>
                  <a:xfrm>
                    <a:off x="417163" y="3184709"/>
                    <a:ext cx="34472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663" name="TextBox 662">
                    <a:extLst>
                      <a:ext uri="{FF2B5EF4-FFF2-40B4-BE49-F238E27FC236}">
                        <a16:creationId xmlns:a16="http://schemas.microsoft.com/office/drawing/2014/main" id="{4D26CDB0-3033-4683-3CCC-3C47EBF0CDF1}"/>
                      </a:ext>
                    </a:extLst>
                  </p:cNvPr>
                  <p:cNvSpPr txBox="1"/>
                  <p:nvPr/>
                </p:nvSpPr>
                <p:spPr>
                  <a:xfrm>
                    <a:off x="357246" y="2994082"/>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a:t>
                    </a:r>
                  </a:p>
                </p:txBody>
              </p:sp>
              <p:sp>
                <p:nvSpPr>
                  <p:cNvPr id="664" name="TextBox 663">
                    <a:extLst>
                      <a:ext uri="{FF2B5EF4-FFF2-40B4-BE49-F238E27FC236}">
                        <a16:creationId xmlns:a16="http://schemas.microsoft.com/office/drawing/2014/main" id="{B264C2A7-0401-28B8-3B17-E687F2A89954}"/>
                      </a:ext>
                    </a:extLst>
                  </p:cNvPr>
                  <p:cNvSpPr txBox="1"/>
                  <p:nvPr/>
                </p:nvSpPr>
                <p:spPr>
                  <a:xfrm>
                    <a:off x="357246" y="2803455"/>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20%</a:t>
                    </a:r>
                  </a:p>
                </p:txBody>
              </p:sp>
              <p:sp>
                <p:nvSpPr>
                  <p:cNvPr id="665" name="TextBox 664">
                    <a:extLst>
                      <a:ext uri="{FF2B5EF4-FFF2-40B4-BE49-F238E27FC236}">
                        <a16:creationId xmlns:a16="http://schemas.microsoft.com/office/drawing/2014/main" id="{BE486BBD-D8A8-3444-DEC2-68D17881E74F}"/>
                      </a:ext>
                    </a:extLst>
                  </p:cNvPr>
                  <p:cNvSpPr txBox="1"/>
                  <p:nvPr/>
                </p:nvSpPr>
                <p:spPr>
                  <a:xfrm>
                    <a:off x="357246" y="2612828"/>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30%</a:t>
                    </a:r>
                  </a:p>
                </p:txBody>
              </p:sp>
              <p:sp>
                <p:nvSpPr>
                  <p:cNvPr id="666" name="Freeform 665">
                    <a:extLst>
                      <a:ext uri="{FF2B5EF4-FFF2-40B4-BE49-F238E27FC236}">
                        <a16:creationId xmlns:a16="http://schemas.microsoft.com/office/drawing/2014/main" id="{7BAB3556-8434-8A7E-D529-E5FA01F6AE99}"/>
                      </a:ext>
                    </a:extLst>
                  </p:cNvPr>
                  <p:cNvSpPr/>
                  <p:nvPr/>
                </p:nvSpPr>
                <p:spPr>
                  <a:xfrm>
                    <a:off x="698229" y="329159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667" name="Freeform 666">
                    <a:extLst>
                      <a:ext uri="{FF2B5EF4-FFF2-40B4-BE49-F238E27FC236}">
                        <a16:creationId xmlns:a16="http://schemas.microsoft.com/office/drawing/2014/main" id="{FC213C24-A384-4297-24D8-FC5982249C11}"/>
                      </a:ext>
                    </a:extLst>
                  </p:cNvPr>
                  <p:cNvSpPr/>
                  <p:nvPr/>
                </p:nvSpPr>
                <p:spPr>
                  <a:xfrm>
                    <a:off x="698229" y="3100971"/>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668" name="Freeform 667">
                    <a:extLst>
                      <a:ext uri="{FF2B5EF4-FFF2-40B4-BE49-F238E27FC236}">
                        <a16:creationId xmlns:a16="http://schemas.microsoft.com/office/drawing/2014/main" id="{BD398C2E-2BCD-1CB2-685B-D69A4A4FD7D9}"/>
                      </a:ext>
                    </a:extLst>
                  </p:cNvPr>
                  <p:cNvSpPr/>
                  <p:nvPr/>
                </p:nvSpPr>
                <p:spPr>
                  <a:xfrm>
                    <a:off x="698229" y="291034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669" name="Freeform 668">
                    <a:extLst>
                      <a:ext uri="{FF2B5EF4-FFF2-40B4-BE49-F238E27FC236}">
                        <a16:creationId xmlns:a16="http://schemas.microsoft.com/office/drawing/2014/main" id="{E6F21D97-47B9-DC4F-3F10-1E3DA654E59F}"/>
                      </a:ext>
                    </a:extLst>
                  </p:cNvPr>
                  <p:cNvSpPr/>
                  <p:nvPr/>
                </p:nvSpPr>
                <p:spPr>
                  <a:xfrm>
                    <a:off x="698229" y="271971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670" name="Freeform 669">
                    <a:extLst>
                      <a:ext uri="{FF2B5EF4-FFF2-40B4-BE49-F238E27FC236}">
                        <a16:creationId xmlns:a16="http://schemas.microsoft.com/office/drawing/2014/main" id="{876A090C-4CBE-9C12-1F2D-5BEF82D92A30}"/>
                      </a:ext>
                    </a:extLst>
                  </p:cNvPr>
                  <p:cNvSpPr/>
                  <p:nvPr/>
                </p:nvSpPr>
                <p:spPr>
                  <a:xfrm>
                    <a:off x="733026" y="3291598"/>
                    <a:ext cx="781811" cy="12700"/>
                  </a:xfrm>
                  <a:custGeom>
                    <a:avLst/>
                    <a:gdLst>
                      <a:gd name="csX0" fmla="*/ 0 w 781811"/>
                      <a:gd name="csY0" fmla="*/ 0 h 12700"/>
                      <a:gd name="csX1" fmla="*/ 781812 w 781811"/>
                      <a:gd name="csY1" fmla="*/ 0 h 12700"/>
                    </a:gdLst>
                    <a:ahLst/>
                    <a:cxnLst>
                      <a:cxn ang="0">
                        <a:pos x="csX0" y="csY0"/>
                      </a:cxn>
                      <a:cxn ang="0">
                        <a:pos x="csX1" y="csY1"/>
                      </a:cxn>
                    </a:cxnLst>
                    <a:rect l="l" t="t" r="r" b="b"/>
                    <a:pathLst>
                      <a:path w="781811" h="12700">
                        <a:moveTo>
                          <a:pt x="0" y="0"/>
                        </a:moveTo>
                        <a:lnTo>
                          <a:pt x="781812" y="0"/>
                        </a:lnTo>
                      </a:path>
                    </a:pathLst>
                  </a:custGeom>
                  <a:noFill/>
                  <a:ln w="13589" cap="sq">
                    <a:solidFill>
                      <a:srgbClr val="000000"/>
                    </a:solidFill>
                    <a:prstDash val="solid"/>
                    <a:round/>
                  </a:ln>
                </p:spPr>
                <p:txBody>
                  <a:bodyPr/>
                  <a:lstStyle/>
                  <a:p>
                    <a:pPr algn="ctr"/>
                    <a:endParaRPr lang="en-US" sz="1890"/>
                  </a:p>
                </p:txBody>
              </p:sp>
              <p:sp>
                <p:nvSpPr>
                  <p:cNvPr id="671" name="Freeform 670">
                    <a:extLst>
                      <a:ext uri="{FF2B5EF4-FFF2-40B4-BE49-F238E27FC236}">
                        <a16:creationId xmlns:a16="http://schemas.microsoft.com/office/drawing/2014/main" id="{16476D6E-87B2-2DF0-D5DB-2C288CDF0C63}"/>
                      </a:ext>
                    </a:extLst>
                  </p:cNvPr>
                  <p:cNvSpPr/>
                  <p:nvPr/>
                </p:nvSpPr>
                <p:spPr>
                  <a:xfrm>
                    <a:off x="823197"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672" name="Freeform 671">
                    <a:extLst>
                      <a:ext uri="{FF2B5EF4-FFF2-40B4-BE49-F238E27FC236}">
                        <a16:creationId xmlns:a16="http://schemas.microsoft.com/office/drawing/2014/main" id="{E6C86179-878F-7B8E-0906-9E05C1540F21}"/>
                      </a:ext>
                    </a:extLst>
                  </p:cNvPr>
                  <p:cNvSpPr/>
                  <p:nvPr/>
                </p:nvSpPr>
                <p:spPr>
                  <a:xfrm>
                    <a:off x="973565"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673" name="Freeform 672">
                    <a:extLst>
                      <a:ext uri="{FF2B5EF4-FFF2-40B4-BE49-F238E27FC236}">
                        <a16:creationId xmlns:a16="http://schemas.microsoft.com/office/drawing/2014/main" id="{C9B93C6E-2D67-B00D-E97A-58A805BF14E4}"/>
                      </a:ext>
                    </a:extLst>
                  </p:cNvPr>
                  <p:cNvSpPr/>
                  <p:nvPr/>
                </p:nvSpPr>
                <p:spPr>
                  <a:xfrm>
                    <a:off x="1123932"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674" name="Freeform 673">
                    <a:extLst>
                      <a:ext uri="{FF2B5EF4-FFF2-40B4-BE49-F238E27FC236}">
                        <a16:creationId xmlns:a16="http://schemas.microsoft.com/office/drawing/2014/main" id="{75373980-F544-7606-2EF9-562477BA2171}"/>
                      </a:ext>
                    </a:extLst>
                  </p:cNvPr>
                  <p:cNvSpPr/>
                  <p:nvPr/>
                </p:nvSpPr>
                <p:spPr>
                  <a:xfrm>
                    <a:off x="1274301"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675" name="Freeform 674">
                    <a:extLst>
                      <a:ext uri="{FF2B5EF4-FFF2-40B4-BE49-F238E27FC236}">
                        <a16:creationId xmlns:a16="http://schemas.microsoft.com/office/drawing/2014/main" id="{2B6C56C7-7C35-E14C-BCC4-E839A87A5711}"/>
                      </a:ext>
                    </a:extLst>
                  </p:cNvPr>
                  <p:cNvSpPr/>
                  <p:nvPr/>
                </p:nvSpPr>
                <p:spPr>
                  <a:xfrm>
                    <a:off x="1424668"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676" name="TextBox 675">
                    <a:extLst>
                      <a:ext uri="{FF2B5EF4-FFF2-40B4-BE49-F238E27FC236}">
                        <a16:creationId xmlns:a16="http://schemas.microsoft.com/office/drawing/2014/main" id="{16DD1FED-971A-6345-D36C-1C240981F457}"/>
                      </a:ext>
                    </a:extLst>
                  </p:cNvPr>
                  <p:cNvSpPr txBox="1"/>
                  <p:nvPr/>
                </p:nvSpPr>
                <p:spPr>
                  <a:xfrm>
                    <a:off x="683068" y="3287452"/>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677" name="TextBox 676">
                    <a:extLst>
                      <a:ext uri="{FF2B5EF4-FFF2-40B4-BE49-F238E27FC236}">
                        <a16:creationId xmlns:a16="http://schemas.microsoft.com/office/drawing/2014/main" id="{7B79F1E7-E0E2-E325-8C5F-3A07C0CEEECD}"/>
                      </a:ext>
                    </a:extLst>
                  </p:cNvPr>
                  <p:cNvSpPr txBox="1"/>
                  <p:nvPr/>
                </p:nvSpPr>
                <p:spPr>
                  <a:xfrm>
                    <a:off x="861428" y="3287452"/>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678" name="TextBox 677">
                    <a:extLst>
                      <a:ext uri="{FF2B5EF4-FFF2-40B4-BE49-F238E27FC236}">
                        <a16:creationId xmlns:a16="http://schemas.microsoft.com/office/drawing/2014/main" id="{B72665CD-8198-2E72-AD95-3A06CBCCEC6C}"/>
                      </a:ext>
                    </a:extLst>
                  </p:cNvPr>
                  <p:cNvSpPr txBox="1"/>
                  <p:nvPr/>
                </p:nvSpPr>
                <p:spPr>
                  <a:xfrm>
                    <a:off x="982956" y="3287452"/>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679" name="TextBox 678">
                    <a:extLst>
                      <a:ext uri="{FF2B5EF4-FFF2-40B4-BE49-F238E27FC236}">
                        <a16:creationId xmlns:a16="http://schemas.microsoft.com/office/drawing/2014/main" id="{3DC6188B-22FC-251C-C82D-08FA5E04CEF4}"/>
                      </a:ext>
                    </a:extLst>
                  </p:cNvPr>
                  <p:cNvSpPr txBox="1"/>
                  <p:nvPr/>
                </p:nvSpPr>
                <p:spPr>
                  <a:xfrm>
                    <a:off x="1107876" y="3287452"/>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680" name="TextBox 679">
                    <a:extLst>
                      <a:ext uri="{FF2B5EF4-FFF2-40B4-BE49-F238E27FC236}">
                        <a16:creationId xmlns:a16="http://schemas.microsoft.com/office/drawing/2014/main" id="{A4E5DB5D-F071-BB85-1CC2-EE43E96B6547}"/>
                      </a:ext>
                    </a:extLst>
                  </p:cNvPr>
                  <p:cNvSpPr txBox="1"/>
                  <p:nvPr/>
                </p:nvSpPr>
                <p:spPr>
                  <a:xfrm>
                    <a:off x="1295567" y="3287452"/>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683" name="TextBox 682">
                    <a:extLst>
                      <a:ext uri="{FF2B5EF4-FFF2-40B4-BE49-F238E27FC236}">
                        <a16:creationId xmlns:a16="http://schemas.microsoft.com/office/drawing/2014/main" id="{7A465BCD-183A-5668-6480-9B2BBD040FE0}"/>
                      </a:ext>
                    </a:extLst>
                  </p:cNvPr>
                  <p:cNvSpPr txBox="1"/>
                  <p:nvPr/>
                </p:nvSpPr>
                <p:spPr>
                  <a:xfrm>
                    <a:off x="549991" y="2312178"/>
                    <a:ext cx="1036880"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0_Spall_Mixed</a:t>
                    </a:r>
                  </a:p>
                </p:txBody>
              </p:sp>
            </p:grpSp>
          </p:grpSp>
          <p:grpSp>
            <p:nvGrpSpPr>
              <p:cNvPr id="762" name="Graphic 589">
                <a:extLst>
                  <a:ext uri="{FF2B5EF4-FFF2-40B4-BE49-F238E27FC236}">
                    <a16:creationId xmlns:a16="http://schemas.microsoft.com/office/drawing/2014/main" id="{3B431A53-AA8F-BC73-F5D8-8AACC6A29E16}"/>
                  </a:ext>
                </a:extLst>
              </p:cNvPr>
              <p:cNvGrpSpPr/>
              <p:nvPr/>
            </p:nvGrpSpPr>
            <p:grpSpPr>
              <a:xfrm>
                <a:off x="2270428" y="2049426"/>
                <a:ext cx="1196524" cy="1196086"/>
                <a:chOff x="3037384" y="2312178"/>
                <a:chExt cx="1196524" cy="1196086"/>
              </a:xfrm>
            </p:grpSpPr>
            <p:grpSp>
              <p:nvGrpSpPr>
                <p:cNvPr id="765" name="Graphic 589">
                  <a:extLst>
                    <a:ext uri="{FF2B5EF4-FFF2-40B4-BE49-F238E27FC236}">
                      <a16:creationId xmlns:a16="http://schemas.microsoft.com/office/drawing/2014/main" id="{6A2553E1-42CB-C1F0-B77A-0E936888509C}"/>
                    </a:ext>
                  </a:extLst>
                </p:cNvPr>
                <p:cNvGrpSpPr/>
                <p:nvPr/>
              </p:nvGrpSpPr>
              <p:grpSpPr>
                <a:xfrm>
                  <a:off x="3353708" y="2509239"/>
                  <a:ext cx="841396" cy="782486"/>
                  <a:chOff x="3353708" y="2509239"/>
                  <a:chExt cx="841396" cy="782486"/>
                </a:xfrm>
              </p:grpSpPr>
              <p:sp>
                <p:nvSpPr>
                  <p:cNvPr id="766" name="Freeform 765">
                    <a:extLst>
                      <a:ext uri="{FF2B5EF4-FFF2-40B4-BE49-F238E27FC236}">
                        <a16:creationId xmlns:a16="http://schemas.microsoft.com/office/drawing/2014/main" id="{892B6C10-B11C-2D6E-07A2-AC6DFD171EB4}"/>
                      </a:ext>
                    </a:extLst>
                  </p:cNvPr>
                  <p:cNvSpPr/>
                  <p:nvPr/>
                </p:nvSpPr>
                <p:spPr>
                  <a:xfrm>
                    <a:off x="3413165" y="2614434"/>
                    <a:ext cx="781939" cy="677290"/>
                  </a:xfrm>
                  <a:custGeom>
                    <a:avLst/>
                    <a:gdLst>
                      <a:gd name="csX0" fmla="*/ 0 w 781939"/>
                      <a:gd name="csY0" fmla="*/ 0 h 677290"/>
                      <a:gd name="csX1" fmla="*/ 781939 w 781939"/>
                      <a:gd name="csY1" fmla="*/ 0 h 677290"/>
                      <a:gd name="csX2" fmla="*/ 781939 w 781939"/>
                      <a:gd name="csY2" fmla="*/ 677291 h 677290"/>
                      <a:gd name="csX3" fmla="*/ 0 w 781939"/>
                      <a:gd name="csY3" fmla="*/ 677291 h 677290"/>
                    </a:gdLst>
                    <a:ahLst/>
                    <a:cxnLst>
                      <a:cxn ang="0">
                        <a:pos x="csX0" y="csY0"/>
                      </a:cxn>
                      <a:cxn ang="0">
                        <a:pos x="csX1" y="csY1"/>
                      </a:cxn>
                      <a:cxn ang="0">
                        <a:pos x="csX2" y="csY2"/>
                      </a:cxn>
                      <a:cxn ang="0">
                        <a:pos x="csX3" y="csY3"/>
                      </a:cxn>
                    </a:cxnLst>
                    <a:rect l="l" t="t" r="r" b="b"/>
                    <a:pathLst>
                      <a:path w="781939" h="677290">
                        <a:moveTo>
                          <a:pt x="0" y="0"/>
                        </a:moveTo>
                        <a:lnTo>
                          <a:pt x="781939" y="0"/>
                        </a:lnTo>
                        <a:lnTo>
                          <a:pt x="781939"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767" name="Freeform 766">
                    <a:extLst>
                      <a:ext uri="{FF2B5EF4-FFF2-40B4-BE49-F238E27FC236}">
                        <a16:creationId xmlns:a16="http://schemas.microsoft.com/office/drawing/2014/main" id="{B2948051-673C-751B-D65E-FDCFF870F1B5}"/>
                      </a:ext>
                    </a:extLst>
                  </p:cNvPr>
                  <p:cNvSpPr/>
                  <p:nvPr/>
                </p:nvSpPr>
                <p:spPr>
                  <a:xfrm>
                    <a:off x="3458250" y="3110877"/>
                    <a:ext cx="90170" cy="180848"/>
                  </a:xfrm>
                  <a:custGeom>
                    <a:avLst/>
                    <a:gdLst>
                      <a:gd name="csX0" fmla="*/ 0 w 90170"/>
                      <a:gd name="csY0" fmla="*/ 0 h 180848"/>
                      <a:gd name="csX1" fmla="*/ 90170 w 90170"/>
                      <a:gd name="csY1" fmla="*/ 0 h 180848"/>
                      <a:gd name="csX2" fmla="*/ 90170 w 90170"/>
                      <a:gd name="csY2" fmla="*/ 180848 h 180848"/>
                      <a:gd name="csX3" fmla="*/ 0 w 90170"/>
                      <a:gd name="csY3" fmla="*/ 180848 h 180848"/>
                    </a:gdLst>
                    <a:ahLst/>
                    <a:cxnLst>
                      <a:cxn ang="0">
                        <a:pos x="csX0" y="csY0"/>
                      </a:cxn>
                      <a:cxn ang="0">
                        <a:pos x="csX1" y="csY1"/>
                      </a:cxn>
                      <a:cxn ang="0">
                        <a:pos x="csX2" y="csY2"/>
                      </a:cxn>
                      <a:cxn ang="0">
                        <a:pos x="csX3" y="csY3"/>
                      </a:cxn>
                    </a:cxnLst>
                    <a:rect l="l" t="t" r="r" b="b"/>
                    <a:pathLst>
                      <a:path w="90170" h="180848">
                        <a:moveTo>
                          <a:pt x="0" y="0"/>
                        </a:moveTo>
                        <a:lnTo>
                          <a:pt x="90170" y="0"/>
                        </a:lnTo>
                        <a:lnTo>
                          <a:pt x="90170" y="180848"/>
                        </a:lnTo>
                        <a:lnTo>
                          <a:pt x="0" y="180848"/>
                        </a:lnTo>
                        <a:close/>
                      </a:path>
                    </a:pathLst>
                  </a:custGeom>
                  <a:solidFill>
                    <a:srgbClr val="1965B0"/>
                  </a:solidFill>
                  <a:ln w="13589" cap="flat">
                    <a:noFill/>
                    <a:prstDash val="solid"/>
                    <a:miter/>
                  </a:ln>
                </p:spPr>
                <p:txBody>
                  <a:bodyPr/>
                  <a:lstStyle/>
                  <a:p>
                    <a:pPr algn="ctr"/>
                    <a:endParaRPr lang="en-US" sz="1890"/>
                  </a:p>
                </p:txBody>
              </p:sp>
              <p:sp>
                <p:nvSpPr>
                  <p:cNvPr id="768" name="Freeform 767">
                    <a:extLst>
                      <a:ext uri="{FF2B5EF4-FFF2-40B4-BE49-F238E27FC236}">
                        <a16:creationId xmlns:a16="http://schemas.microsoft.com/office/drawing/2014/main" id="{DF866354-A0A3-9805-D3A0-43532C2EA33B}"/>
                      </a:ext>
                    </a:extLst>
                  </p:cNvPr>
                  <p:cNvSpPr/>
                  <p:nvPr/>
                </p:nvSpPr>
                <p:spPr>
                  <a:xfrm>
                    <a:off x="3608618" y="3083318"/>
                    <a:ext cx="90170" cy="208407"/>
                  </a:xfrm>
                  <a:custGeom>
                    <a:avLst/>
                    <a:gdLst>
                      <a:gd name="csX0" fmla="*/ 0 w 90170"/>
                      <a:gd name="csY0" fmla="*/ 0 h 208407"/>
                      <a:gd name="csX1" fmla="*/ 90170 w 90170"/>
                      <a:gd name="csY1" fmla="*/ 0 h 208407"/>
                      <a:gd name="csX2" fmla="*/ 90170 w 90170"/>
                      <a:gd name="csY2" fmla="*/ 208407 h 208407"/>
                      <a:gd name="csX3" fmla="*/ 0 w 90170"/>
                      <a:gd name="csY3" fmla="*/ 208407 h 208407"/>
                    </a:gdLst>
                    <a:ahLst/>
                    <a:cxnLst>
                      <a:cxn ang="0">
                        <a:pos x="csX0" y="csY0"/>
                      </a:cxn>
                      <a:cxn ang="0">
                        <a:pos x="csX1" y="csY1"/>
                      </a:cxn>
                      <a:cxn ang="0">
                        <a:pos x="csX2" y="csY2"/>
                      </a:cxn>
                      <a:cxn ang="0">
                        <a:pos x="csX3" y="csY3"/>
                      </a:cxn>
                    </a:cxnLst>
                    <a:rect l="l" t="t" r="r" b="b"/>
                    <a:pathLst>
                      <a:path w="90170" h="208407">
                        <a:moveTo>
                          <a:pt x="0" y="0"/>
                        </a:moveTo>
                        <a:lnTo>
                          <a:pt x="90170" y="0"/>
                        </a:lnTo>
                        <a:lnTo>
                          <a:pt x="90170" y="208407"/>
                        </a:lnTo>
                        <a:lnTo>
                          <a:pt x="0" y="208407"/>
                        </a:lnTo>
                        <a:close/>
                      </a:path>
                    </a:pathLst>
                  </a:custGeom>
                  <a:solidFill>
                    <a:srgbClr val="4EB265"/>
                  </a:solidFill>
                  <a:ln w="13589" cap="flat">
                    <a:noFill/>
                    <a:prstDash val="solid"/>
                    <a:miter/>
                  </a:ln>
                </p:spPr>
                <p:txBody>
                  <a:bodyPr/>
                  <a:lstStyle/>
                  <a:p>
                    <a:pPr algn="ctr"/>
                    <a:endParaRPr lang="en-US" sz="1890"/>
                  </a:p>
                </p:txBody>
              </p:sp>
              <p:sp>
                <p:nvSpPr>
                  <p:cNvPr id="769" name="Freeform 768">
                    <a:extLst>
                      <a:ext uri="{FF2B5EF4-FFF2-40B4-BE49-F238E27FC236}">
                        <a16:creationId xmlns:a16="http://schemas.microsoft.com/office/drawing/2014/main" id="{AA66A83B-5992-6D55-2F30-662ED0D7D20B}"/>
                      </a:ext>
                    </a:extLst>
                  </p:cNvPr>
                  <p:cNvSpPr/>
                  <p:nvPr/>
                </p:nvSpPr>
                <p:spPr>
                  <a:xfrm>
                    <a:off x="3758986" y="2951746"/>
                    <a:ext cx="90169" cy="339852"/>
                  </a:xfrm>
                  <a:custGeom>
                    <a:avLst/>
                    <a:gdLst>
                      <a:gd name="csX0" fmla="*/ 0 w 90169"/>
                      <a:gd name="csY0" fmla="*/ 0 h 339852"/>
                      <a:gd name="csX1" fmla="*/ 90170 w 90169"/>
                      <a:gd name="csY1" fmla="*/ 0 h 339852"/>
                      <a:gd name="csX2" fmla="*/ 90170 w 90169"/>
                      <a:gd name="csY2" fmla="*/ 339852 h 339852"/>
                      <a:gd name="csX3" fmla="*/ 0 w 90169"/>
                      <a:gd name="csY3" fmla="*/ 339852 h 339852"/>
                    </a:gdLst>
                    <a:ahLst/>
                    <a:cxnLst>
                      <a:cxn ang="0">
                        <a:pos x="csX0" y="csY0"/>
                      </a:cxn>
                      <a:cxn ang="0">
                        <a:pos x="csX1" y="csY1"/>
                      </a:cxn>
                      <a:cxn ang="0">
                        <a:pos x="csX2" y="csY2"/>
                      </a:cxn>
                      <a:cxn ang="0">
                        <a:pos x="csX3" y="csY3"/>
                      </a:cxn>
                    </a:cxnLst>
                    <a:rect l="l" t="t" r="r" b="b"/>
                    <a:pathLst>
                      <a:path w="90169" h="339852">
                        <a:moveTo>
                          <a:pt x="0" y="0"/>
                        </a:moveTo>
                        <a:lnTo>
                          <a:pt x="90170" y="0"/>
                        </a:lnTo>
                        <a:lnTo>
                          <a:pt x="90170" y="339852"/>
                        </a:lnTo>
                        <a:lnTo>
                          <a:pt x="0" y="339852"/>
                        </a:lnTo>
                        <a:close/>
                      </a:path>
                    </a:pathLst>
                  </a:custGeom>
                  <a:solidFill>
                    <a:srgbClr val="F7F056"/>
                  </a:solidFill>
                  <a:ln w="13589" cap="flat">
                    <a:noFill/>
                    <a:prstDash val="solid"/>
                    <a:miter/>
                  </a:ln>
                </p:spPr>
                <p:txBody>
                  <a:bodyPr/>
                  <a:lstStyle/>
                  <a:p>
                    <a:pPr algn="ctr"/>
                    <a:endParaRPr lang="en-US" sz="1890"/>
                  </a:p>
                </p:txBody>
              </p:sp>
              <p:sp>
                <p:nvSpPr>
                  <p:cNvPr id="770" name="Freeform 769">
                    <a:extLst>
                      <a:ext uri="{FF2B5EF4-FFF2-40B4-BE49-F238E27FC236}">
                        <a16:creationId xmlns:a16="http://schemas.microsoft.com/office/drawing/2014/main" id="{E8F40D57-C93A-75CE-B774-D4F3CC5CE9B8}"/>
                      </a:ext>
                    </a:extLst>
                  </p:cNvPr>
                  <p:cNvSpPr/>
                  <p:nvPr/>
                </p:nvSpPr>
                <p:spPr>
                  <a:xfrm>
                    <a:off x="3909354" y="3060331"/>
                    <a:ext cx="90169" cy="231267"/>
                  </a:xfrm>
                  <a:custGeom>
                    <a:avLst/>
                    <a:gdLst>
                      <a:gd name="csX0" fmla="*/ 0 w 90169"/>
                      <a:gd name="csY0" fmla="*/ 0 h 231267"/>
                      <a:gd name="csX1" fmla="*/ 90170 w 90169"/>
                      <a:gd name="csY1" fmla="*/ 0 h 231267"/>
                      <a:gd name="csX2" fmla="*/ 90170 w 90169"/>
                      <a:gd name="csY2" fmla="*/ 231267 h 231267"/>
                      <a:gd name="csX3" fmla="*/ 0 w 90169"/>
                      <a:gd name="csY3" fmla="*/ 231267 h 231267"/>
                    </a:gdLst>
                    <a:ahLst/>
                    <a:cxnLst>
                      <a:cxn ang="0">
                        <a:pos x="csX0" y="csY0"/>
                      </a:cxn>
                      <a:cxn ang="0">
                        <a:pos x="csX1" y="csY1"/>
                      </a:cxn>
                      <a:cxn ang="0">
                        <a:pos x="csX2" y="csY2"/>
                      </a:cxn>
                      <a:cxn ang="0">
                        <a:pos x="csX3" y="csY3"/>
                      </a:cxn>
                    </a:cxnLst>
                    <a:rect l="l" t="t" r="r" b="b"/>
                    <a:pathLst>
                      <a:path w="90169" h="231267">
                        <a:moveTo>
                          <a:pt x="0" y="0"/>
                        </a:moveTo>
                        <a:lnTo>
                          <a:pt x="90170" y="0"/>
                        </a:lnTo>
                        <a:lnTo>
                          <a:pt x="90170" y="231267"/>
                        </a:lnTo>
                        <a:lnTo>
                          <a:pt x="0" y="231267"/>
                        </a:lnTo>
                        <a:close/>
                      </a:path>
                    </a:pathLst>
                  </a:custGeom>
                  <a:solidFill>
                    <a:srgbClr val="7BAFDE"/>
                  </a:solidFill>
                  <a:ln w="13589" cap="flat">
                    <a:noFill/>
                    <a:prstDash val="solid"/>
                    <a:miter/>
                  </a:ln>
                </p:spPr>
                <p:txBody>
                  <a:bodyPr/>
                  <a:lstStyle/>
                  <a:p>
                    <a:pPr algn="ctr"/>
                    <a:endParaRPr lang="en-US" sz="1890"/>
                  </a:p>
                </p:txBody>
              </p:sp>
              <p:sp>
                <p:nvSpPr>
                  <p:cNvPr id="771" name="Freeform 770">
                    <a:extLst>
                      <a:ext uri="{FF2B5EF4-FFF2-40B4-BE49-F238E27FC236}">
                        <a16:creationId xmlns:a16="http://schemas.microsoft.com/office/drawing/2014/main" id="{4F28CC6B-933C-35B9-6FA8-6C7A24776FF6}"/>
                      </a:ext>
                    </a:extLst>
                  </p:cNvPr>
                  <p:cNvSpPr/>
                  <p:nvPr/>
                </p:nvSpPr>
                <p:spPr>
                  <a:xfrm>
                    <a:off x="4059722" y="3046107"/>
                    <a:ext cx="90169" cy="245490"/>
                  </a:xfrm>
                  <a:custGeom>
                    <a:avLst/>
                    <a:gdLst>
                      <a:gd name="csX0" fmla="*/ 0 w 90169"/>
                      <a:gd name="csY0" fmla="*/ 0 h 245490"/>
                      <a:gd name="csX1" fmla="*/ 90170 w 90169"/>
                      <a:gd name="csY1" fmla="*/ 0 h 245490"/>
                      <a:gd name="csX2" fmla="*/ 90170 w 90169"/>
                      <a:gd name="csY2" fmla="*/ 245491 h 245490"/>
                      <a:gd name="csX3" fmla="*/ 0 w 90169"/>
                      <a:gd name="csY3" fmla="*/ 245491 h 245490"/>
                    </a:gdLst>
                    <a:ahLst/>
                    <a:cxnLst>
                      <a:cxn ang="0">
                        <a:pos x="csX0" y="csY0"/>
                      </a:cxn>
                      <a:cxn ang="0">
                        <a:pos x="csX1" y="csY1"/>
                      </a:cxn>
                      <a:cxn ang="0">
                        <a:pos x="csX2" y="csY2"/>
                      </a:cxn>
                      <a:cxn ang="0">
                        <a:pos x="csX3" y="csY3"/>
                      </a:cxn>
                    </a:cxnLst>
                    <a:rect l="l" t="t" r="r" b="b"/>
                    <a:pathLst>
                      <a:path w="90169" h="245490">
                        <a:moveTo>
                          <a:pt x="0" y="0"/>
                        </a:moveTo>
                        <a:lnTo>
                          <a:pt x="90170" y="0"/>
                        </a:lnTo>
                        <a:lnTo>
                          <a:pt x="90170" y="245491"/>
                        </a:lnTo>
                        <a:lnTo>
                          <a:pt x="0" y="245491"/>
                        </a:lnTo>
                        <a:close/>
                      </a:path>
                    </a:pathLst>
                  </a:custGeom>
                  <a:solidFill>
                    <a:srgbClr val="DC050C"/>
                  </a:solidFill>
                  <a:ln w="13589" cap="flat">
                    <a:noFill/>
                    <a:prstDash val="solid"/>
                    <a:miter/>
                  </a:ln>
                </p:spPr>
                <p:txBody>
                  <a:bodyPr/>
                  <a:lstStyle/>
                  <a:p>
                    <a:pPr algn="ctr"/>
                    <a:endParaRPr lang="en-US" sz="1890"/>
                  </a:p>
                </p:txBody>
              </p:sp>
              <p:sp>
                <p:nvSpPr>
                  <p:cNvPr id="772" name="Freeform 771">
                    <a:extLst>
                      <a:ext uri="{FF2B5EF4-FFF2-40B4-BE49-F238E27FC236}">
                        <a16:creationId xmlns:a16="http://schemas.microsoft.com/office/drawing/2014/main" id="{494F0986-29E8-D0AE-B19F-588189AE5945}"/>
                      </a:ext>
                    </a:extLst>
                  </p:cNvPr>
                  <p:cNvSpPr/>
                  <p:nvPr/>
                </p:nvSpPr>
                <p:spPr>
                  <a:xfrm>
                    <a:off x="3473235" y="3097542"/>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773" name="Freeform 772">
                    <a:extLst>
                      <a:ext uri="{FF2B5EF4-FFF2-40B4-BE49-F238E27FC236}">
                        <a16:creationId xmlns:a16="http://schemas.microsoft.com/office/drawing/2014/main" id="{A10BB494-030A-1083-4DC0-7F51268D3AF1}"/>
                      </a:ext>
                    </a:extLst>
                  </p:cNvPr>
                  <p:cNvSpPr/>
                  <p:nvPr/>
                </p:nvSpPr>
                <p:spPr>
                  <a:xfrm>
                    <a:off x="3503335" y="3097542"/>
                    <a:ext cx="12700" cy="26543"/>
                  </a:xfrm>
                  <a:custGeom>
                    <a:avLst/>
                    <a:gdLst>
                      <a:gd name="csX0" fmla="*/ 0 w 12700"/>
                      <a:gd name="csY0" fmla="*/ 0 h 26543"/>
                      <a:gd name="csX1" fmla="*/ 0 w 12700"/>
                      <a:gd name="csY1" fmla="*/ 26543 h 26543"/>
                    </a:gdLst>
                    <a:ahLst/>
                    <a:cxnLst>
                      <a:cxn ang="0">
                        <a:pos x="csX0" y="csY0"/>
                      </a:cxn>
                      <a:cxn ang="0">
                        <a:pos x="csX1" y="csY1"/>
                      </a:cxn>
                    </a:cxnLst>
                    <a:rect l="l" t="t" r="r" b="b"/>
                    <a:pathLst>
                      <a:path w="12700" h="26543">
                        <a:moveTo>
                          <a:pt x="0" y="0"/>
                        </a:moveTo>
                        <a:lnTo>
                          <a:pt x="0" y="26543"/>
                        </a:lnTo>
                      </a:path>
                    </a:pathLst>
                  </a:custGeom>
                  <a:noFill/>
                  <a:ln w="13589" cap="flat">
                    <a:solidFill>
                      <a:srgbClr val="000000"/>
                    </a:solidFill>
                    <a:prstDash val="solid"/>
                    <a:round/>
                  </a:ln>
                </p:spPr>
                <p:txBody>
                  <a:bodyPr/>
                  <a:lstStyle/>
                  <a:p>
                    <a:pPr algn="ctr"/>
                    <a:endParaRPr lang="en-US" sz="1890"/>
                  </a:p>
                </p:txBody>
              </p:sp>
              <p:sp>
                <p:nvSpPr>
                  <p:cNvPr id="774" name="Freeform 773">
                    <a:extLst>
                      <a:ext uri="{FF2B5EF4-FFF2-40B4-BE49-F238E27FC236}">
                        <a16:creationId xmlns:a16="http://schemas.microsoft.com/office/drawing/2014/main" id="{621A65AA-54A1-BCD6-3582-64F5AEA44563}"/>
                      </a:ext>
                    </a:extLst>
                  </p:cNvPr>
                  <p:cNvSpPr/>
                  <p:nvPr/>
                </p:nvSpPr>
                <p:spPr>
                  <a:xfrm>
                    <a:off x="3473235" y="3124085"/>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775" name="Freeform 774">
                    <a:extLst>
                      <a:ext uri="{FF2B5EF4-FFF2-40B4-BE49-F238E27FC236}">
                        <a16:creationId xmlns:a16="http://schemas.microsoft.com/office/drawing/2014/main" id="{080496F1-68B3-8647-E41B-8DF608E1F2DD}"/>
                      </a:ext>
                    </a:extLst>
                  </p:cNvPr>
                  <p:cNvSpPr/>
                  <p:nvPr/>
                </p:nvSpPr>
                <p:spPr>
                  <a:xfrm>
                    <a:off x="3623603" y="3066299"/>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776" name="Freeform 775">
                    <a:extLst>
                      <a:ext uri="{FF2B5EF4-FFF2-40B4-BE49-F238E27FC236}">
                        <a16:creationId xmlns:a16="http://schemas.microsoft.com/office/drawing/2014/main" id="{35F72B7F-8F72-ED1F-491C-4A75DB9A61D3}"/>
                      </a:ext>
                    </a:extLst>
                  </p:cNvPr>
                  <p:cNvSpPr/>
                  <p:nvPr/>
                </p:nvSpPr>
                <p:spPr>
                  <a:xfrm>
                    <a:off x="3653703" y="3066299"/>
                    <a:ext cx="12700" cy="34036"/>
                  </a:xfrm>
                  <a:custGeom>
                    <a:avLst/>
                    <a:gdLst>
                      <a:gd name="csX0" fmla="*/ 0 w 12700"/>
                      <a:gd name="csY0" fmla="*/ 0 h 34036"/>
                      <a:gd name="csX1" fmla="*/ 0 w 12700"/>
                      <a:gd name="csY1" fmla="*/ 34036 h 34036"/>
                    </a:gdLst>
                    <a:ahLst/>
                    <a:cxnLst>
                      <a:cxn ang="0">
                        <a:pos x="csX0" y="csY0"/>
                      </a:cxn>
                      <a:cxn ang="0">
                        <a:pos x="csX1" y="csY1"/>
                      </a:cxn>
                    </a:cxnLst>
                    <a:rect l="l" t="t" r="r" b="b"/>
                    <a:pathLst>
                      <a:path w="12700" h="34036">
                        <a:moveTo>
                          <a:pt x="0" y="0"/>
                        </a:moveTo>
                        <a:lnTo>
                          <a:pt x="0" y="34036"/>
                        </a:lnTo>
                      </a:path>
                    </a:pathLst>
                  </a:custGeom>
                  <a:noFill/>
                  <a:ln w="13589" cap="flat">
                    <a:solidFill>
                      <a:srgbClr val="000000"/>
                    </a:solidFill>
                    <a:prstDash val="solid"/>
                    <a:round/>
                  </a:ln>
                </p:spPr>
                <p:txBody>
                  <a:bodyPr/>
                  <a:lstStyle/>
                  <a:p>
                    <a:pPr algn="ctr"/>
                    <a:endParaRPr lang="en-US" sz="1890"/>
                  </a:p>
                </p:txBody>
              </p:sp>
              <p:sp>
                <p:nvSpPr>
                  <p:cNvPr id="777" name="Freeform 776">
                    <a:extLst>
                      <a:ext uri="{FF2B5EF4-FFF2-40B4-BE49-F238E27FC236}">
                        <a16:creationId xmlns:a16="http://schemas.microsoft.com/office/drawing/2014/main" id="{5D549CB3-C747-9E6B-DA12-68120E06F16D}"/>
                      </a:ext>
                    </a:extLst>
                  </p:cNvPr>
                  <p:cNvSpPr/>
                  <p:nvPr/>
                </p:nvSpPr>
                <p:spPr>
                  <a:xfrm>
                    <a:off x="3623603" y="3100335"/>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778" name="Freeform 777">
                    <a:extLst>
                      <a:ext uri="{FF2B5EF4-FFF2-40B4-BE49-F238E27FC236}">
                        <a16:creationId xmlns:a16="http://schemas.microsoft.com/office/drawing/2014/main" id="{D9DFA5A0-0DEC-AD8A-A3D9-EB1047B5704E}"/>
                      </a:ext>
                    </a:extLst>
                  </p:cNvPr>
                  <p:cNvSpPr/>
                  <p:nvPr/>
                </p:nvSpPr>
                <p:spPr>
                  <a:xfrm>
                    <a:off x="3773972" y="2840113"/>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779" name="Freeform 778">
                    <a:extLst>
                      <a:ext uri="{FF2B5EF4-FFF2-40B4-BE49-F238E27FC236}">
                        <a16:creationId xmlns:a16="http://schemas.microsoft.com/office/drawing/2014/main" id="{0ADB649D-4478-3769-8500-2144CEC29995}"/>
                      </a:ext>
                    </a:extLst>
                  </p:cNvPr>
                  <p:cNvSpPr/>
                  <p:nvPr/>
                </p:nvSpPr>
                <p:spPr>
                  <a:xfrm>
                    <a:off x="3804070" y="2840113"/>
                    <a:ext cx="12700" cy="223265"/>
                  </a:xfrm>
                  <a:custGeom>
                    <a:avLst/>
                    <a:gdLst>
                      <a:gd name="csX0" fmla="*/ 0 w 12700"/>
                      <a:gd name="csY0" fmla="*/ 0 h 223265"/>
                      <a:gd name="csX1" fmla="*/ 0 w 12700"/>
                      <a:gd name="csY1" fmla="*/ 223266 h 223265"/>
                    </a:gdLst>
                    <a:ahLst/>
                    <a:cxnLst>
                      <a:cxn ang="0">
                        <a:pos x="csX0" y="csY0"/>
                      </a:cxn>
                      <a:cxn ang="0">
                        <a:pos x="csX1" y="csY1"/>
                      </a:cxn>
                    </a:cxnLst>
                    <a:rect l="l" t="t" r="r" b="b"/>
                    <a:pathLst>
                      <a:path w="12700" h="223265">
                        <a:moveTo>
                          <a:pt x="0" y="0"/>
                        </a:moveTo>
                        <a:lnTo>
                          <a:pt x="0" y="223266"/>
                        </a:lnTo>
                      </a:path>
                    </a:pathLst>
                  </a:custGeom>
                  <a:noFill/>
                  <a:ln w="13589" cap="flat">
                    <a:solidFill>
                      <a:srgbClr val="000000"/>
                    </a:solidFill>
                    <a:prstDash val="solid"/>
                    <a:round/>
                  </a:ln>
                </p:spPr>
                <p:txBody>
                  <a:bodyPr/>
                  <a:lstStyle/>
                  <a:p>
                    <a:pPr algn="ctr"/>
                    <a:endParaRPr lang="en-US" sz="1890"/>
                  </a:p>
                </p:txBody>
              </p:sp>
              <p:sp>
                <p:nvSpPr>
                  <p:cNvPr id="780" name="Freeform 779">
                    <a:extLst>
                      <a:ext uri="{FF2B5EF4-FFF2-40B4-BE49-F238E27FC236}">
                        <a16:creationId xmlns:a16="http://schemas.microsoft.com/office/drawing/2014/main" id="{B824B812-3291-637E-2C7D-CC53BD9B7DF9}"/>
                      </a:ext>
                    </a:extLst>
                  </p:cNvPr>
                  <p:cNvSpPr/>
                  <p:nvPr/>
                </p:nvSpPr>
                <p:spPr>
                  <a:xfrm>
                    <a:off x="3773972" y="3063378"/>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781" name="Freeform 780">
                    <a:extLst>
                      <a:ext uri="{FF2B5EF4-FFF2-40B4-BE49-F238E27FC236}">
                        <a16:creationId xmlns:a16="http://schemas.microsoft.com/office/drawing/2014/main" id="{85BBCBD4-04A9-684D-A22E-CC7293D63D89}"/>
                      </a:ext>
                    </a:extLst>
                  </p:cNvPr>
                  <p:cNvSpPr/>
                  <p:nvPr/>
                </p:nvSpPr>
                <p:spPr>
                  <a:xfrm>
                    <a:off x="4074708" y="3014103"/>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782" name="Freeform 781">
                    <a:extLst>
                      <a:ext uri="{FF2B5EF4-FFF2-40B4-BE49-F238E27FC236}">
                        <a16:creationId xmlns:a16="http://schemas.microsoft.com/office/drawing/2014/main" id="{FE9DF48E-5493-5F03-6160-C1DA9FE5FB5A}"/>
                      </a:ext>
                    </a:extLst>
                  </p:cNvPr>
                  <p:cNvSpPr/>
                  <p:nvPr/>
                </p:nvSpPr>
                <p:spPr>
                  <a:xfrm>
                    <a:off x="4104806" y="3014103"/>
                    <a:ext cx="12700" cy="64134"/>
                  </a:xfrm>
                  <a:custGeom>
                    <a:avLst/>
                    <a:gdLst>
                      <a:gd name="csX0" fmla="*/ 0 w 12700"/>
                      <a:gd name="csY0" fmla="*/ 0 h 64134"/>
                      <a:gd name="csX1" fmla="*/ 0 w 12700"/>
                      <a:gd name="csY1" fmla="*/ 64135 h 64134"/>
                    </a:gdLst>
                    <a:ahLst/>
                    <a:cxnLst>
                      <a:cxn ang="0">
                        <a:pos x="csX0" y="csY0"/>
                      </a:cxn>
                      <a:cxn ang="0">
                        <a:pos x="csX1" y="csY1"/>
                      </a:cxn>
                    </a:cxnLst>
                    <a:rect l="l" t="t" r="r" b="b"/>
                    <a:pathLst>
                      <a:path w="12700" h="64134">
                        <a:moveTo>
                          <a:pt x="0" y="0"/>
                        </a:moveTo>
                        <a:lnTo>
                          <a:pt x="0" y="64135"/>
                        </a:lnTo>
                      </a:path>
                    </a:pathLst>
                  </a:custGeom>
                  <a:noFill/>
                  <a:ln w="13589" cap="flat">
                    <a:solidFill>
                      <a:srgbClr val="000000"/>
                    </a:solidFill>
                    <a:prstDash val="solid"/>
                    <a:round/>
                  </a:ln>
                </p:spPr>
                <p:txBody>
                  <a:bodyPr/>
                  <a:lstStyle/>
                  <a:p>
                    <a:pPr algn="ctr"/>
                    <a:endParaRPr lang="en-US" sz="1890"/>
                  </a:p>
                </p:txBody>
              </p:sp>
              <p:sp>
                <p:nvSpPr>
                  <p:cNvPr id="783" name="Freeform 782">
                    <a:extLst>
                      <a:ext uri="{FF2B5EF4-FFF2-40B4-BE49-F238E27FC236}">
                        <a16:creationId xmlns:a16="http://schemas.microsoft.com/office/drawing/2014/main" id="{5033ECFE-3B94-234E-8F20-DBF8F5396A9D}"/>
                      </a:ext>
                    </a:extLst>
                  </p:cNvPr>
                  <p:cNvSpPr/>
                  <p:nvPr/>
                </p:nvSpPr>
                <p:spPr>
                  <a:xfrm>
                    <a:off x="4074708" y="3078238"/>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784" name="Freeform 783">
                    <a:extLst>
                      <a:ext uri="{FF2B5EF4-FFF2-40B4-BE49-F238E27FC236}">
                        <a16:creationId xmlns:a16="http://schemas.microsoft.com/office/drawing/2014/main" id="{22B35AE9-523F-E335-D35B-46ABB55BBB49}"/>
                      </a:ext>
                    </a:extLst>
                  </p:cNvPr>
                  <p:cNvSpPr/>
                  <p:nvPr/>
                </p:nvSpPr>
                <p:spPr>
                  <a:xfrm>
                    <a:off x="3798483" y="304509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85" name="Freeform 784">
                    <a:extLst>
                      <a:ext uri="{FF2B5EF4-FFF2-40B4-BE49-F238E27FC236}">
                        <a16:creationId xmlns:a16="http://schemas.microsoft.com/office/drawing/2014/main" id="{6E56AED2-6F7B-F4CC-06E4-E6B25D70A379}"/>
                      </a:ext>
                    </a:extLst>
                  </p:cNvPr>
                  <p:cNvSpPr/>
                  <p:nvPr/>
                </p:nvSpPr>
                <p:spPr>
                  <a:xfrm>
                    <a:off x="3648750" y="30661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86" name="Freeform 785">
                    <a:extLst>
                      <a:ext uri="{FF2B5EF4-FFF2-40B4-BE49-F238E27FC236}">
                        <a16:creationId xmlns:a16="http://schemas.microsoft.com/office/drawing/2014/main" id="{178C60E2-FD5D-FBD4-9563-95E9183E1542}"/>
                      </a:ext>
                    </a:extLst>
                  </p:cNvPr>
                  <p:cNvSpPr/>
                  <p:nvPr/>
                </p:nvSpPr>
                <p:spPr>
                  <a:xfrm>
                    <a:off x="3629192" y="30052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87" name="Freeform 786">
                    <a:extLst>
                      <a:ext uri="{FF2B5EF4-FFF2-40B4-BE49-F238E27FC236}">
                        <a16:creationId xmlns:a16="http://schemas.microsoft.com/office/drawing/2014/main" id="{1D4D811F-82EB-31BD-BCAE-BC826CCFAD75}"/>
                      </a:ext>
                    </a:extLst>
                  </p:cNvPr>
                  <p:cNvSpPr/>
                  <p:nvPr/>
                </p:nvSpPr>
                <p:spPr>
                  <a:xfrm>
                    <a:off x="4096679" y="303785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88" name="Freeform 787">
                    <a:extLst>
                      <a:ext uri="{FF2B5EF4-FFF2-40B4-BE49-F238E27FC236}">
                        <a16:creationId xmlns:a16="http://schemas.microsoft.com/office/drawing/2014/main" id="{DCAC73AE-0C8F-D5B8-841A-1D3A90CF21F0}"/>
                      </a:ext>
                    </a:extLst>
                  </p:cNvPr>
                  <p:cNvSpPr/>
                  <p:nvPr/>
                </p:nvSpPr>
                <p:spPr>
                  <a:xfrm>
                    <a:off x="3489492" y="31017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89" name="Freeform 788">
                    <a:extLst>
                      <a:ext uri="{FF2B5EF4-FFF2-40B4-BE49-F238E27FC236}">
                        <a16:creationId xmlns:a16="http://schemas.microsoft.com/office/drawing/2014/main" id="{04208FD4-8137-1052-FA80-75448097892A}"/>
                      </a:ext>
                    </a:extLst>
                  </p:cNvPr>
                  <p:cNvSpPr/>
                  <p:nvPr/>
                </p:nvSpPr>
                <p:spPr>
                  <a:xfrm>
                    <a:off x="4087281" y="3107956"/>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0" name="Freeform 789">
                    <a:extLst>
                      <a:ext uri="{FF2B5EF4-FFF2-40B4-BE49-F238E27FC236}">
                        <a16:creationId xmlns:a16="http://schemas.microsoft.com/office/drawing/2014/main" id="{C41B1893-D4FB-7EA5-EC97-9DBCCF886BFA}"/>
                      </a:ext>
                    </a:extLst>
                  </p:cNvPr>
                  <p:cNvSpPr/>
                  <p:nvPr/>
                </p:nvSpPr>
                <p:spPr>
                  <a:xfrm>
                    <a:off x="3492413" y="304953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1" name="Freeform 790">
                    <a:extLst>
                      <a:ext uri="{FF2B5EF4-FFF2-40B4-BE49-F238E27FC236}">
                        <a16:creationId xmlns:a16="http://schemas.microsoft.com/office/drawing/2014/main" id="{FEE941A1-6015-58E4-FBAB-2419C944CC7E}"/>
                      </a:ext>
                    </a:extLst>
                  </p:cNvPr>
                  <p:cNvSpPr/>
                  <p:nvPr/>
                </p:nvSpPr>
                <p:spPr>
                  <a:xfrm>
                    <a:off x="4075724" y="28863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2" name="Freeform 791">
                    <a:extLst>
                      <a:ext uri="{FF2B5EF4-FFF2-40B4-BE49-F238E27FC236}">
                        <a16:creationId xmlns:a16="http://schemas.microsoft.com/office/drawing/2014/main" id="{CCD713C9-DDD7-9C27-ACA2-269A575A7714}"/>
                      </a:ext>
                    </a:extLst>
                  </p:cNvPr>
                  <p:cNvSpPr/>
                  <p:nvPr/>
                </p:nvSpPr>
                <p:spPr>
                  <a:xfrm>
                    <a:off x="3490000" y="31386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3" name="Freeform 792">
                    <a:extLst>
                      <a:ext uri="{FF2B5EF4-FFF2-40B4-BE49-F238E27FC236}">
                        <a16:creationId xmlns:a16="http://schemas.microsoft.com/office/drawing/2014/main" id="{C25D43AA-0B10-710E-B57C-30C1B731AF7E}"/>
                      </a:ext>
                    </a:extLst>
                  </p:cNvPr>
                  <p:cNvSpPr/>
                  <p:nvPr/>
                </p:nvSpPr>
                <p:spPr>
                  <a:xfrm>
                    <a:off x="4092869" y="30477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4" name="Freeform 793">
                    <a:extLst>
                      <a:ext uri="{FF2B5EF4-FFF2-40B4-BE49-F238E27FC236}">
                        <a16:creationId xmlns:a16="http://schemas.microsoft.com/office/drawing/2014/main" id="{D10DE4D2-618C-78BD-AA9A-152C8F22C22D}"/>
                      </a:ext>
                    </a:extLst>
                  </p:cNvPr>
                  <p:cNvSpPr/>
                  <p:nvPr/>
                </p:nvSpPr>
                <p:spPr>
                  <a:xfrm>
                    <a:off x="3484031" y="30765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5" name="Freeform 794">
                    <a:extLst>
                      <a:ext uri="{FF2B5EF4-FFF2-40B4-BE49-F238E27FC236}">
                        <a16:creationId xmlns:a16="http://schemas.microsoft.com/office/drawing/2014/main" id="{46275866-F6FC-473D-414F-2C79A676F9EF}"/>
                      </a:ext>
                    </a:extLst>
                  </p:cNvPr>
                  <p:cNvSpPr/>
                  <p:nvPr/>
                </p:nvSpPr>
                <p:spPr>
                  <a:xfrm>
                    <a:off x="4093377" y="30026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6" name="Freeform 795">
                    <a:extLst>
                      <a:ext uri="{FF2B5EF4-FFF2-40B4-BE49-F238E27FC236}">
                        <a16:creationId xmlns:a16="http://schemas.microsoft.com/office/drawing/2014/main" id="{A4F2A596-CEA9-3DB0-5B39-13B92D71032F}"/>
                      </a:ext>
                    </a:extLst>
                  </p:cNvPr>
                  <p:cNvSpPr/>
                  <p:nvPr/>
                </p:nvSpPr>
                <p:spPr>
                  <a:xfrm>
                    <a:off x="3498382" y="307379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7" name="Freeform 796">
                    <a:extLst>
                      <a:ext uri="{FF2B5EF4-FFF2-40B4-BE49-F238E27FC236}">
                        <a16:creationId xmlns:a16="http://schemas.microsoft.com/office/drawing/2014/main" id="{781DB349-869F-40BC-F8ED-AC8B8C14CAE2}"/>
                      </a:ext>
                    </a:extLst>
                  </p:cNvPr>
                  <p:cNvSpPr/>
                  <p:nvPr/>
                </p:nvSpPr>
                <p:spPr>
                  <a:xfrm>
                    <a:off x="3628303" y="30353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8" name="Freeform 797">
                    <a:extLst>
                      <a:ext uri="{FF2B5EF4-FFF2-40B4-BE49-F238E27FC236}">
                        <a16:creationId xmlns:a16="http://schemas.microsoft.com/office/drawing/2014/main" id="{54CBF0C7-8B20-B61D-9180-D964C0514DEF}"/>
                      </a:ext>
                    </a:extLst>
                  </p:cNvPr>
                  <p:cNvSpPr/>
                  <p:nvPr/>
                </p:nvSpPr>
                <p:spPr>
                  <a:xfrm>
                    <a:off x="4085630" y="30856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799" name="Freeform 798">
                    <a:extLst>
                      <a:ext uri="{FF2B5EF4-FFF2-40B4-BE49-F238E27FC236}">
                        <a16:creationId xmlns:a16="http://schemas.microsoft.com/office/drawing/2014/main" id="{D0AE6F38-C6AD-0059-7802-82205C9AFF47}"/>
                      </a:ext>
                    </a:extLst>
                  </p:cNvPr>
                  <p:cNvSpPr/>
                  <p:nvPr/>
                </p:nvSpPr>
                <p:spPr>
                  <a:xfrm>
                    <a:off x="3498509" y="311710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00" name="Freeform 799">
                    <a:extLst>
                      <a:ext uri="{FF2B5EF4-FFF2-40B4-BE49-F238E27FC236}">
                        <a16:creationId xmlns:a16="http://schemas.microsoft.com/office/drawing/2014/main" id="{4F892BCB-D3DC-01E6-7B13-1D815DA7DC54}"/>
                      </a:ext>
                    </a:extLst>
                  </p:cNvPr>
                  <p:cNvSpPr/>
                  <p:nvPr/>
                </p:nvSpPr>
                <p:spPr>
                  <a:xfrm>
                    <a:off x="3800388" y="28218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01" name="Freeform 800">
                    <a:extLst>
                      <a:ext uri="{FF2B5EF4-FFF2-40B4-BE49-F238E27FC236}">
                        <a16:creationId xmlns:a16="http://schemas.microsoft.com/office/drawing/2014/main" id="{9CBC7583-C38E-4EC3-58FA-9725D9114D64}"/>
                      </a:ext>
                    </a:extLst>
                  </p:cNvPr>
                  <p:cNvSpPr/>
                  <p:nvPr/>
                </p:nvSpPr>
                <p:spPr>
                  <a:xfrm>
                    <a:off x="3624112" y="305207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02" name="Freeform 801">
                    <a:extLst>
                      <a:ext uri="{FF2B5EF4-FFF2-40B4-BE49-F238E27FC236}">
                        <a16:creationId xmlns:a16="http://schemas.microsoft.com/office/drawing/2014/main" id="{4BD9CC5E-5F17-9C2D-9A2F-7A2EA87664F1}"/>
                      </a:ext>
                    </a:extLst>
                  </p:cNvPr>
                  <p:cNvSpPr/>
                  <p:nvPr/>
                </p:nvSpPr>
                <p:spPr>
                  <a:xfrm>
                    <a:off x="3634907" y="312827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03" name="Freeform 802">
                    <a:extLst>
                      <a:ext uri="{FF2B5EF4-FFF2-40B4-BE49-F238E27FC236}">
                        <a16:creationId xmlns:a16="http://schemas.microsoft.com/office/drawing/2014/main" id="{ED02C8CF-1200-2226-6512-D9FA303059EF}"/>
                      </a:ext>
                    </a:extLst>
                  </p:cNvPr>
                  <p:cNvSpPr/>
                  <p:nvPr/>
                </p:nvSpPr>
                <p:spPr>
                  <a:xfrm>
                    <a:off x="3938183" y="30424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04" name="Freeform 803">
                    <a:extLst>
                      <a:ext uri="{FF2B5EF4-FFF2-40B4-BE49-F238E27FC236}">
                        <a16:creationId xmlns:a16="http://schemas.microsoft.com/office/drawing/2014/main" id="{255C4099-4062-1DD5-2D0F-44CD9BA76AD2}"/>
                      </a:ext>
                    </a:extLst>
                  </p:cNvPr>
                  <p:cNvSpPr/>
                  <p:nvPr/>
                </p:nvSpPr>
                <p:spPr>
                  <a:xfrm>
                    <a:off x="3647861" y="31225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05" name="Freeform 804">
                    <a:extLst>
                      <a:ext uri="{FF2B5EF4-FFF2-40B4-BE49-F238E27FC236}">
                        <a16:creationId xmlns:a16="http://schemas.microsoft.com/office/drawing/2014/main" id="{DC37F489-7957-59AF-ECCB-9361452C9012}"/>
                      </a:ext>
                    </a:extLst>
                  </p:cNvPr>
                  <p:cNvSpPr/>
                  <p:nvPr/>
                </p:nvSpPr>
                <p:spPr>
                  <a:xfrm>
                    <a:off x="3624747" y="30468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06" name="TextBox 805">
                    <a:extLst>
                      <a:ext uri="{FF2B5EF4-FFF2-40B4-BE49-F238E27FC236}">
                        <a16:creationId xmlns:a16="http://schemas.microsoft.com/office/drawing/2014/main" id="{4E12E6A0-E44A-1D32-C50A-2270EED7F0C4}"/>
                      </a:ext>
                    </a:extLst>
                  </p:cNvPr>
                  <p:cNvSpPr txBox="1"/>
                  <p:nvPr/>
                </p:nvSpPr>
                <p:spPr>
                  <a:xfrm>
                    <a:off x="3353708" y="2622142"/>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807" name="Freeform 806">
                    <a:extLst>
                      <a:ext uri="{FF2B5EF4-FFF2-40B4-BE49-F238E27FC236}">
                        <a16:creationId xmlns:a16="http://schemas.microsoft.com/office/drawing/2014/main" id="{030E3457-149D-A6BE-A45F-1BF95796A86F}"/>
                      </a:ext>
                    </a:extLst>
                  </p:cNvPr>
                  <p:cNvSpPr/>
                  <p:nvPr/>
                </p:nvSpPr>
                <p:spPr>
                  <a:xfrm>
                    <a:off x="3503335" y="2795028"/>
                    <a:ext cx="135254" cy="12700"/>
                  </a:xfrm>
                  <a:custGeom>
                    <a:avLst/>
                    <a:gdLst>
                      <a:gd name="csX0" fmla="*/ 0 w 135254"/>
                      <a:gd name="csY0" fmla="*/ 0 h 12700"/>
                      <a:gd name="csX1" fmla="*/ 135255 w 135254"/>
                      <a:gd name="csY1" fmla="*/ 0 h 12700"/>
                    </a:gdLst>
                    <a:ahLst/>
                    <a:cxnLst>
                      <a:cxn ang="0">
                        <a:pos x="csX0" y="csY0"/>
                      </a:cxn>
                      <a:cxn ang="0">
                        <a:pos x="csX1" y="csY1"/>
                      </a:cxn>
                    </a:cxnLst>
                    <a:rect l="l" t="t" r="r" b="b"/>
                    <a:pathLst>
                      <a:path w="135254" h="12700">
                        <a:moveTo>
                          <a:pt x="0" y="0"/>
                        </a:moveTo>
                        <a:lnTo>
                          <a:pt x="135255" y="0"/>
                        </a:lnTo>
                      </a:path>
                    </a:pathLst>
                  </a:custGeom>
                  <a:ln w="13589" cap="rnd">
                    <a:solidFill>
                      <a:srgbClr val="000000"/>
                    </a:solidFill>
                    <a:prstDash val="solid"/>
                    <a:round/>
                  </a:ln>
                </p:spPr>
                <p:txBody>
                  <a:bodyPr/>
                  <a:lstStyle/>
                  <a:p>
                    <a:pPr algn="ctr"/>
                    <a:endParaRPr lang="en-US" sz="1890"/>
                  </a:p>
                </p:txBody>
              </p:sp>
              <p:sp>
                <p:nvSpPr>
                  <p:cNvPr id="808" name="TextBox 807">
                    <a:extLst>
                      <a:ext uri="{FF2B5EF4-FFF2-40B4-BE49-F238E27FC236}">
                        <a16:creationId xmlns:a16="http://schemas.microsoft.com/office/drawing/2014/main" id="{825E6142-E11A-203A-04C2-9E33E8BABA5D}"/>
                      </a:ext>
                    </a:extLst>
                  </p:cNvPr>
                  <p:cNvSpPr txBox="1"/>
                  <p:nvPr/>
                </p:nvSpPr>
                <p:spPr>
                  <a:xfrm>
                    <a:off x="3669431" y="2622142"/>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809" name="Freeform 808">
                    <a:extLst>
                      <a:ext uri="{FF2B5EF4-FFF2-40B4-BE49-F238E27FC236}">
                        <a16:creationId xmlns:a16="http://schemas.microsoft.com/office/drawing/2014/main" id="{6B24C71D-FEE1-D700-2194-2E4AACFF707C}"/>
                      </a:ext>
                    </a:extLst>
                  </p:cNvPr>
                  <p:cNvSpPr/>
                  <p:nvPr/>
                </p:nvSpPr>
                <p:spPr>
                  <a:xfrm>
                    <a:off x="3668689" y="2795028"/>
                    <a:ext cx="436118" cy="12700"/>
                  </a:xfrm>
                  <a:custGeom>
                    <a:avLst/>
                    <a:gdLst>
                      <a:gd name="csX0" fmla="*/ 0 w 436118"/>
                      <a:gd name="csY0" fmla="*/ 0 h 12700"/>
                      <a:gd name="csX1" fmla="*/ 436118 w 436118"/>
                      <a:gd name="csY1" fmla="*/ 0 h 12700"/>
                    </a:gdLst>
                    <a:ahLst/>
                    <a:cxnLst>
                      <a:cxn ang="0">
                        <a:pos x="csX0" y="csY0"/>
                      </a:cxn>
                      <a:cxn ang="0">
                        <a:pos x="csX1" y="csY1"/>
                      </a:cxn>
                    </a:cxnLst>
                    <a:rect l="l" t="t" r="r" b="b"/>
                    <a:pathLst>
                      <a:path w="436118" h="12700">
                        <a:moveTo>
                          <a:pt x="0" y="0"/>
                        </a:moveTo>
                        <a:lnTo>
                          <a:pt x="436118" y="0"/>
                        </a:lnTo>
                      </a:path>
                    </a:pathLst>
                  </a:custGeom>
                  <a:ln w="13589" cap="rnd">
                    <a:solidFill>
                      <a:srgbClr val="000000"/>
                    </a:solidFill>
                    <a:prstDash val="solid"/>
                    <a:round/>
                  </a:ln>
                </p:spPr>
                <p:txBody>
                  <a:bodyPr/>
                  <a:lstStyle/>
                  <a:p>
                    <a:pPr algn="ctr"/>
                    <a:endParaRPr lang="en-US" sz="1890"/>
                  </a:p>
                </p:txBody>
              </p:sp>
              <p:sp>
                <p:nvSpPr>
                  <p:cNvPr id="810" name="TextBox 809">
                    <a:extLst>
                      <a:ext uri="{FF2B5EF4-FFF2-40B4-BE49-F238E27FC236}">
                        <a16:creationId xmlns:a16="http://schemas.microsoft.com/office/drawing/2014/main" id="{5AD20759-72D6-3421-0DA7-79D64B2A7D69}"/>
                      </a:ext>
                    </a:extLst>
                  </p:cNvPr>
                  <p:cNvSpPr txBox="1"/>
                  <p:nvPr/>
                </p:nvSpPr>
                <p:spPr>
                  <a:xfrm>
                    <a:off x="3586754" y="2509239"/>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811" name="Freeform 810">
                    <a:extLst>
                      <a:ext uri="{FF2B5EF4-FFF2-40B4-BE49-F238E27FC236}">
                        <a16:creationId xmlns:a16="http://schemas.microsoft.com/office/drawing/2014/main" id="{79BE437C-103F-DBE9-15B6-2B83696EC831}"/>
                      </a:ext>
                    </a:extLst>
                  </p:cNvPr>
                  <p:cNvSpPr/>
                  <p:nvPr/>
                </p:nvSpPr>
                <p:spPr>
                  <a:xfrm>
                    <a:off x="3503335" y="2682125"/>
                    <a:ext cx="601472" cy="12700"/>
                  </a:xfrm>
                  <a:custGeom>
                    <a:avLst/>
                    <a:gdLst>
                      <a:gd name="csX0" fmla="*/ 0 w 601472"/>
                      <a:gd name="csY0" fmla="*/ 0 h 12700"/>
                      <a:gd name="csX1" fmla="*/ 601472 w 601472"/>
                      <a:gd name="csY1" fmla="*/ 0 h 12700"/>
                    </a:gdLst>
                    <a:ahLst/>
                    <a:cxnLst>
                      <a:cxn ang="0">
                        <a:pos x="csX0" y="csY0"/>
                      </a:cxn>
                      <a:cxn ang="0">
                        <a:pos x="csX1" y="csY1"/>
                      </a:cxn>
                    </a:cxnLst>
                    <a:rect l="l" t="t" r="r" b="b"/>
                    <a:pathLst>
                      <a:path w="601472" h="12700">
                        <a:moveTo>
                          <a:pt x="0" y="0"/>
                        </a:moveTo>
                        <a:lnTo>
                          <a:pt x="601472" y="0"/>
                        </a:lnTo>
                      </a:path>
                    </a:pathLst>
                  </a:custGeom>
                  <a:ln w="13589" cap="rnd">
                    <a:solidFill>
                      <a:srgbClr val="000000"/>
                    </a:solidFill>
                    <a:prstDash val="solid"/>
                    <a:round/>
                  </a:ln>
                </p:spPr>
                <p:txBody>
                  <a:bodyPr/>
                  <a:lstStyle/>
                  <a:p>
                    <a:pPr algn="ctr"/>
                    <a:endParaRPr lang="en-US" sz="1890"/>
                  </a:p>
                </p:txBody>
              </p:sp>
            </p:grpSp>
            <p:grpSp>
              <p:nvGrpSpPr>
                <p:cNvPr id="812" name="Graphic 589">
                  <a:extLst>
                    <a:ext uri="{FF2B5EF4-FFF2-40B4-BE49-F238E27FC236}">
                      <a16:creationId xmlns:a16="http://schemas.microsoft.com/office/drawing/2014/main" id="{064F2564-2E34-4BA4-6FE8-61F08D3B2162}"/>
                    </a:ext>
                  </a:extLst>
                </p:cNvPr>
                <p:cNvGrpSpPr/>
                <p:nvPr/>
              </p:nvGrpSpPr>
              <p:grpSpPr>
                <a:xfrm>
                  <a:off x="3037384" y="2312178"/>
                  <a:ext cx="1196524" cy="1196086"/>
                  <a:chOff x="3037384" y="2312178"/>
                  <a:chExt cx="1196524" cy="1196086"/>
                </a:xfrm>
              </p:grpSpPr>
              <p:sp>
                <p:nvSpPr>
                  <p:cNvPr id="813" name="Freeform 812">
                    <a:extLst>
                      <a:ext uri="{FF2B5EF4-FFF2-40B4-BE49-F238E27FC236}">
                        <a16:creationId xmlns:a16="http://schemas.microsoft.com/office/drawing/2014/main" id="{7B8164B5-02EA-02AB-B1F8-A17E8D211C31}"/>
                      </a:ext>
                    </a:extLst>
                  </p:cNvPr>
                  <p:cNvSpPr/>
                  <p:nvPr/>
                </p:nvSpPr>
                <p:spPr>
                  <a:xfrm>
                    <a:off x="3413164" y="2614434"/>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814" name="TextBox 813">
                    <a:extLst>
                      <a:ext uri="{FF2B5EF4-FFF2-40B4-BE49-F238E27FC236}">
                        <a16:creationId xmlns:a16="http://schemas.microsoft.com/office/drawing/2014/main" id="{1729F3B1-F946-86FB-DE5E-5128113E58D3}"/>
                      </a:ext>
                    </a:extLst>
                  </p:cNvPr>
                  <p:cNvSpPr txBox="1"/>
                  <p:nvPr/>
                </p:nvSpPr>
                <p:spPr>
                  <a:xfrm>
                    <a:off x="3097301" y="3184709"/>
                    <a:ext cx="34472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815" name="TextBox 814">
                    <a:extLst>
                      <a:ext uri="{FF2B5EF4-FFF2-40B4-BE49-F238E27FC236}">
                        <a16:creationId xmlns:a16="http://schemas.microsoft.com/office/drawing/2014/main" id="{84EFA15B-EC66-874C-8F75-99AB314765C3}"/>
                      </a:ext>
                    </a:extLst>
                  </p:cNvPr>
                  <p:cNvSpPr txBox="1"/>
                  <p:nvPr/>
                </p:nvSpPr>
                <p:spPr>
                  <a:xfrm>
                    <a:off x="3097301" y="3046279"/>
                    <a:ext cx="34472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a:t>
                    </a:r>
                  </a:p>
                </p:txBody>
              </p:sp>
              <p:sp>
                <p:nvSpPr>
                  <p:cNvPr id="816" name="TextBox 815">
                    <a:extLst>
                      <a:ext uri="{FF2B5EF4-FFF2-40B4-BE49-F238E27FC236}">
                        <a16:creationId xmlns:a16="http://schemas.microsoft.com/office/drawing/2014/main" id="{1DA2234A-48CE-ABE3-392A-F2B2E836F10E}"/>
                      </a:ext>
                    </a:extLst>
                  </p:cNvPr>
                  <p:cNvSpPr txBox="1"/>
                  <p:nvPr/>
                </p:nvSpPr>
                <p:spPr>
                  <a:xfrm>
                    <a:off x="3037384" y="2907722"/>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a:t>
                    </a:r>
                  </a:p>
                </p:txBody>
              </p:sp>
              <p:sp>
                <p:nvSpPr>
                  <p:cNvPr id="817" name="TextBox 816">
                    <a:extLst>
                      <a:ext uri="{FF2B5EF4-FFF2-40B4-BE49-F238E27FC236}">
                        <a16:creationId xmlns:a16="http://schemas.microsoft.com/office/drawing/2014/main" id="{854B4904-7E27-5EF9-8F3D-F936C316A4F7}"/>
                      </a:ext>
                    </a:extLst>
                  </p:cNvPr>
                  <p:cNvSpPr txBox="1"/>
                  <p:nvPr/>
                </p:nvSpPr>
                <p:spPr>
                  <a:xfrm>
                    <a:off x="3037384" y="2769165"/>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15%</a:t>
                    </a:r>
                  </a:p>
                </p:txBody>
              </p:sp>
              <p:sp>
                <p:nvSpPr>
                  <p:cNvPr id="818" name="TextBox 817">
                    <a:extLst>
                      <a:ext uri="{FF2B5EF4-FFF2-40B4-BE49-F238E27FC236}">
                        <a16:creationId xmlns:a16="http://schemas.microsoft.com/office/drawing/2014/main" id="{A367E437-CFB1-AB0F-4EA4-721209DD4FAF}"/>
                      </a:ext>
                    </a:extLst>
                  </p:cNvPr>
                  <p:cNvSpPr txBox="1"/>
                  <p:nvPr/>
                </p:nvSpPr>
                <p:spPr>
                  <a:xfrm>
                    <a:off x="3037384" y="2630735"/>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20%</a:t>
                    </a:r>
                  </a:p>
                </p:txBody>
              </p:sp>
              <p:sp>
                <p:nvSpPr>
                  <p:cNvPr id="819" name="Freeform 818">
                    <a:extLst>
                      <a:ext uri="{FF2B5EF4-FFF2-40B4-BE49-F238E27FC236}">
                        <a16:creationId xmlns:a16="http://schemas.microsoft.com/office/drawing/2014/main" id="{3347E490-E044-3FEA-4CD1-64C27893FA55}"/>
                      </a:ext>
                    </a:extLst>
                  </p:cNvPr>
                  <p:cNvSpPr/>
                  <p:nvPr/>
                </p:nvSpPr>
                <p:spPr>
                  <a:xfrm>
                    <a:off x="3378367" y="329159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820" name="Freeform 819">
                    <a:extLst>
                      <a:ext uri="{FF2B5EF4-FFF2-40B4-BE49-F238E27FC236}">
                        <a16:creationId xmlns:a16="http://schemas.microsoft.com/office/drawing/2014/main" id="{06A9C0D5-8A7A-18FB-FFD1-549B41A7FDDA}"/>
                      </a:ext>
                    </a:extLst>
                  </p:cNvPr>
                  <p:cNvSpPr/>
                  <p:nvPr/>
                </p:nvSpPr>
                <p:spPr>
                  <a:xfrm>
                    <a:off x="3378367" y="315316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821" name="Freeform 820">
                    <a:extLst>
                      <a:ext uri="{FF2B5EF4-FFF2-40B4-BE49-F238E27FC236}">
                        <a16:creationId xmlns:a16="http://schemas.microsoft.com/office/drawing/2014/main" id="{A5999E1B-3473-EA97-66A3-C104785C1E0C}"/>
                      </a:ext>
                    </a:extLst>
                  </p:cNvPr>
                  <p:cNvSpPr/>
                  <p:nvPr/>
                </p:nvSpPr>
                <p:spPr>
                  <a:xfrm>
                    <a:off x="3378367" y="301461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822" name="Freeform 821">
                    <a:extLst>
                      <a:ext uri="{FF2B5EF4-FFF2-40B4-BE49-F238E27FC236}">
                        <a16:creationId xmlns:a16="http://schemas.microsoft.com/office/drawing/2014/main" id="{25864952-0F80-15FE-8120-F8BEC6E7F9E4}"/>
                      </a:ext>
                    </a:extLst>
                  </p:cNvPr>
                  <p:cNvSpPr/>
                  <p:nvPr/>
                </p:nvSpPr>
                <p:spPr>
                  <a:xfrm>
                    <a:off x="3378367" y="287605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823" name="Freeform 822">
                    <a:extLst>
                      <a:ext uri="{FF2B5EF4-FFF2-40B4-BE49-F238E27FC236}">
                        <a16:creationId xmlns:a16="http://schemas.microsoft.com/office/drawing/2014/main" id="{1AC94EB1-90C8-9E42-3CB6-690567A7BBFA}"/>
                      </a:ext>
                    </a:extLst>
                  </p:cNvPr>
                  <p:cNvSpPr/>
                  <p:nvPr/>
                </p:nvSpPr>
                <p:spPr>
                  <a:xfrm>
                    <a:off x="3378367" y="273762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824" name="Freeform 823">
                    <a:extLst>
                      <a:ext uri="{FF2B5EF4-FFF2-40B4-BE49-F238E27FC236}">
                        <a16:creationId xmlns:a16="http://schemas.microsoft.com/office/drawing/2014/main" id="{6B42E5ED-D0BD-3EDB-8F83-853399114D97}"/>
                      </a:ext>
                    </a:extLst>
                  </p:cNvPr>
                  <p:cNvSpPr/>
                  <p:nvPr/>
                </p:nvSpPr>
                <p:spPr>
                  <a:xfrm>
                    <a:off x="3413164" y="3291598"/>
                    <a:ext cx="781811" cy="12700"/>
                  </a:xfrm>
                  <a:custGeom>
                    <a:avLst/>
                    <a:gdLst>
                      <a:gd name="csX0" fmla="*/ 0 w 781811"/>
                      <a:gd name="csY0" fmla="*/ 0 h 12700"/>
                      <a:gd name="csX1" fmla="*/ 781812 w 781811"/>
                      <a:gd name="csY1" fmla="*/ 0 h 12700"/>
                    </a:gdLst>
                    <a:ahLst/>
                    <a:cxnLst>
                      <a:cxn ang="0">
                        <a:pos x="csX0" y="csY0"/>
                      </a:cxn>
                      <a:cxn ang="0">
                        <a:pos x="csX1" y="csY1"/>
                      </a:cxn>
                    </a:cxnLst>
                    <a:rect l="l" t="t" r="r" b="b"/>
                    <a:pathLst>
                      <a:path w="781811" h="12700">
                        <a:moveTo>
                          <a:pt x="0" y="0"/>
                        </a:moveTo>
                        <a:lnTo>
                          <a:pt x="781812" y="0"/>
                        </a:lnTo>
                      </a:path>
                    </a:pathLst>
                  </a:custGeom>
                  <a:noFill/>
                  <a:ln w="13589" cap="sq">
                    <a:solidFill>
                      <a:srgbClr val="000000"/>
                    </a:solidFill>
                    <a:prstDash val="solid"/>
                    <a:round/>
                  </a:ln>
                </p:spPr>
                <p:txBody>
                  <a:bodyPr/>
                  <a:lstStyle/>
                  <a:p>
                    <a:pPr algn="ctr"/>
                    <a:endParaRPr lang="en-US" sz="1890"/>
                  </a:p>
                </p:txBody>
              </p:sp>
              <p:sp>
                <p:nvSpPr>
                  <p:cNvPr id="825" name="Freeform 824">
                    <a:extLst>
                      <a:ext uri="{FF2B5EF4-FFF2-40B4-BE49-F238E27FC236}">
                        <a16:creationId xmlns:a16="http://schemas.microsoft.com/office/drawing/2014/main" id="{C1C75820-3D51-3C7E-39AE-EB57C1D7779B}"/>
                      </a:ext>
                    </a:extLst>
                  </p:cNvPr>
                  <p:cNvSpPr/>
                  <p:nvPr/>
                </p:nvSpPr>
                <p:spPr>
                  <a:xfrm>
                    <a:off x="3503335"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826" name="Freeform 825">
                    <a:extLst>
                      <a:ext uri="{FF2B5EF4-FFF2-40B4-BE49-F238E27FC236}">
                        <a16:creationId xmlns:a16="http://schemas.microsoft.com/office/drawing/2014/main" id="{77B09F75-1C13-4FBA-C487-485A17DAA9A6}"/>
                      </a:ext>
                    </a:extLst>
                  </p:cNvPr>
                  <p:cNvSpPr/>
                  <p:nvPr/>
                </p:nvSpPr>
                <p:spPr>
                  <a:xfrm>
                    <a:off x="3653703"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827" name="Freeform 826">
                    <a:extLst>
                      <a:ext uri="{FF2B5EF4-FFF2-40B4-BE49-F238E27FC236}">
                        <a16:creationId xmlns:a16="http://schemas.microsoft.com/office/drawing/2014/main" id="{AB2798BC-5135-D8FC-A857-7F90CC678602}"/>
                      </a:ext>
                    </a:extLst>
                  </p:cNvPr>
                  <p:cNvSpPr/>
                  <p:nvPr/>
                </p:nvSpPr>
                <p:spPr>
                  <a:xfrm>
                    <a:off x="3804070"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828" name="Freeform 827">
                    <a:extLst>
                      <a:ext uri="{FF2B5EF4-FFF2-40B4-BE49-F238E27FC236}">
                        <a16:creationId xmlns:a16="http://schemas.microsoft.com/office/drawing/2014/main" id="{3C9203A1-2090-1B28-3263-4372C04824DC}"/>
                      </a:ext>
                    </a:extLst>
                  </p:cNvPr>
                  <p:cNvSpPr/>
                  <p:nvPr/>
                </p:nvSpPr>
                <p:spPr>
                  <a:xfrm>
                    <a:off x="3954439"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829" name="Freeform 828">
                    <a:extLst>
                      <a:ext uri="{FF2B5EF4-FFF2-40B4-BE49-F238E27FC236}">
                        <a16:creationId xmlns:a16="http://schemas.microsoft.com/office/drawing/2014/main" id="{BD278F2E-6FE3-25B1-14AC-876AC7C26440}"/>
                      </a:ext>
                    </a:extLst>
                  </p:cNvPr>
                  <p:cNvSpPr/>
                  <p:nvPr/>
                </p:nvSpPr>
                <p:spPr>
                  <a:xfrm>
                    <a:off x="4104806"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830" name="TextBox 829">
                    <a:extLst>
                      <a:ext uri="{FF2B5EF4-FFF2-40B4-BE49-F238E27FC236}">
                        <a16:creationId xmlns:a16="http://schemas.microsoft.com/office/drawing/2014/main" id="{002DC1D9-F2C0-045E-7D66-6C373789EEFE}"/>
                      </a:ext>
                    </a:extLst>
                  </p:cNvPr>
                  <p:cNvSpPr txBox="1"/>
                  <p:nvPr/>
                </p:nvSpPr>
                <p:spPr>
                  <a:xfrm>
                    <a:off x="3363206" y="3287452"/>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831" name="TextBox 830">
                    <a:extLst>
                      <a:ext uri="{FF2B5EF4-FFF2-40B4-BE49-F238E27FC236}">
                        <a16:creationId xmlns:a16="http://schemas.microsoft.com/office/drawing/2014/main" id="{CD702AB8-0D16-2E18-3149-D3DF18DA3B7B}"/>
                      </a:ext>
                    </a:extLst>
                  </p:cNvPr>
                  <p:cNvSpPr txBox="1"/>
                  <p:nvPr/>
                </p:nvSpPr>
                <p:spPr>
                  <a:xfrm>
                    <a:off x="3541566" y="3287452"/>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832" name="TextBox 831">
                    <a:extLst>
                      <a:ext uri="{FF2B5EF4-FFF2-40B4-BE49-F238E27FC236}">
                        <a16:creationId xmlns:a16="http://schemas.microsoft.com/office/drawing/2014/main" id="{BC3473B8-22F4-B728-9209-A79FDC0606C6}"/>
                      </a:ext>
                    </a:extLst>
                  </p:cNvPr>
                  <p:cNvSpPr txBox="1"/>
                  <p:nvPr/>
                </p:nvSpPr>
                <p:spPr>
                  <a:xfrm>
                    <a:off x="3663094" y="3287452"/>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833" name="TextBox 832">
                    <a:extLst>
                      <a:ext uri="{FF2B5EF4-FFF2-40B4-BE49-F238E27FC236}">
                        <a16:creationId xmlns:a16="http://schemas.microsoft.com/office/drawing/2014/main" id="{70E9ED17-3575-3BF9-D6E1-A131FB1058D6}"/>
                      </a:ext>
                    </a:extLst>
                  </p:cNvPr>
                  <p:cNvSpPr txBox="1"/>
                  <p:nvPr/>
                </p:nvSpPr>
                <p:spPr>
                  <a:xfrm>
                    <a:off x="3788014" y="3287452"/>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834" name="TextBox 833">
                    <a:extLst>
                      <a:ext uri="{FF2B5EF4-FFF2-40B4-BE49-F238E27FC236}">
                        <a16:creationId xmlns:a16="http://schemas.microsoft.com/office/drawing/2014/main" id="{C135C14C-7176-554D-D899-0A1459AAF44A}"/>
                      </a:ext>
                    </a:extLst>
                  </p:cNvPr>
                  <p:cNvSpPr txBox="1"/>
                  <p:nvPr/>
                </p:nvSpPr>
                <p:spPr>
                  <a:xfrm>
                    <a:off x="3975705" y="3287452"/>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837" name="TextBox 836">
                    <a:extLst>
                      <a:ext uri="{FF2B5EF4-FFF2-40B4-BE49-F238E27FC236}">
                        <a16:creationId xmlns:a16="http://schemas.microsoft.com/office/drawing/2014/main" id="{1E71EEC7-8FD7-63F6-FA78-7B972466503D}"/>
                      </a:ext>
                    </a:extLst>
                  </p:cNvPr>
                  <p:cNvSpPr txBox="1"/>
                  <p:nvPr/>
                </p:nvSpPr>
                <p:spPr>
                  <a:xfrm>
                    <a:off x="3493927" y="2312178"/>
                    <a:ext cx="50928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2_OL</a:t>
                    </a:r>
                  </a:p>
                </p:txBody>
              </p:sp>
            </p:grpSp>
          </p:grpSp>
          <p:grpSp>
            <p:nvGrpSpPr>
              <p:cNvPr id="838" name="Graphic 591">
                <a:extLst>
                  <a:ext uri="{FF2B5EF4-FFF2-40B4-BE49-F238E27FC236}">
                    <a16:creationId xmlns:a16="http://schemas.microsoft.com/office/drawing/2014/main" id="{4BBC913B-B4A1-974B-AD92-0DE9B4EBBF86}"/>
                  </a:ext>
                </a:extLst>
              </p:cNvPr>
              <p:cNvGrpSpPr/>
              <p:nvPr/>
            </p:nvGrpSpPr>
            <p:grpSpPr>
              <a:xfrm>
                <a:off x="3371244" y="2049426"/>
                <a:ext cx="1325294" cy="1196086"/>
                <a:chOff x="4246674" y="2312178"/>
                <a:chExt cx="1325294" cy="1196086"/>
              </a:xfrm>
            </p:grpSpPr>
            <p:grpSp>
              <p:nvGrpSpPr>
                <p:cNvPr id="841" name="Graphic 591">
                  <a:extLst>
                    <a:ext uri="{FF2B5EF4-FFF2-40B4-BE49-F238E27FC236}">
                      <a16:creationId xmlns:a16="http://schemas.microsoft.com/office/drawing/2014/main" id="{15C64F73-73F0-0C96-504C-E8E71792AA20}"/>
                    </a:ext>
                  </a:extLst>
                </p:cNvPr>
                <p:cNvGrpSpPr/>
                <p:nvPr/>
              </p:nvGrpSpPr>
              <p:grpSpPr>
                <a:xfrm>
                  <a:off x="4627213" y="2509239"/>
                  <a:ext cx="773825" cy="782485"/>
                  <a:chOff x="4627213" y="2509239"/>
                  <a:chExt cx="773825" cy="782485"/>
                </a:xfrm>
              </p:grpSpPr>
              <p:sp>
                <p:nvSpPr>
                  <p:cNvPr id="842" name="Freeform 841">
                    <a:extLst>
                      <a:ext uri="{FF2B5EF4-FFF2-40B4-BE49-F238E27FC236}">
                        <a16:creationId xmlns:a16="http://schemas.microsoft.com/office/drawing/2014/main" id="{4E607775-F1CB-166C-2234-6BE074D89A7B}"/>
                      </a:ext>
                    </a:extLst>
                  </p:cNvPr>
                  <p:cNvSpPr/>
                  <p:nvPr/>
                </p:nvSpPr>
                <p:spPr>
                  <a:xfrm>
                    <a:off x="4712190" y="2614434"/>
                    <a:ext cx="688848" cy="677290"/>
                  </a:xfrm>
                  <a:custGeom>
                    <a:avLst/>
                    <a:gdLst>
                      <a:gd name="csX0" fmla="*/ 0 w 688848"/>
                      <a:gd name="csY0" fmla="*/ 0 h 677290"/>
                      <a:gd name="csX1" fmla="*/ 688848 w 688848"/>
                      <a:gd name="csY1" fmla="*/ 0 h 677290"/>
                      <a:gd name="csX2" fmla="*/ 688848 w 688848"/>
                      <a:gd name="csY2" fmla="*/ 677291 h 677290"/>
                      <a:gd name="csX3" fmla="*/ 0 w 688848"/>
                      <a:gd name="csY3" fmla="*/ 677291 h 677290"/>
                    </a:gdLst>
                    <a:ahLst/>
                    <a:cxnLst>
                      <a:cxn ang="0">
                        <a:pos x="csX0" y="csY0"/>
                      </a:cxn>
                      <a:cxn ang="0">
                        <a:pos x="csX1" y="csY1"/>
                      </a:cxn>
                      <a:cxn ang="0">
                        <a:pos x="csX2" y="csY2"/>
                      </a:cxn>
                      <a:cxn ang="0">
                        <a:pos x="csX3" y="csY3"/>
                      </a:cxn>
                    </a:cxnLst>
                    <a:rect l="l" t="t" r="r" b="b"/>
                    <a:pathLst>
                      <a:path w="688848" h="677290">
                        <a:moveTo>
                          <a:pt x="0" y="0"/>
                        </a:moveTo>
                        <a:lnTo>
                          <a:pt x="688848" y="0"/>
                        </a:lnTo>
                        <a:lnTo>
                          <a:pt x="688848"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843" name="Freeform 842">
                    <a:extLst>
                      <a:ext uri="{FF2B5EF4-FFF2-40B4-BE49-F238E27FC236}">
                        <a16:creationId xmlns:a16="http://schemas.microsoft.com/office/drawing/2014/main" id="{FD5BE1E9-75FE-A172-C414-8BB57875D7C1}"/>
                      </a:ext>
                    </a:extLst>
                  </p:cNvPr>
                  <p:cNvSpPr/>
                  <p:nvPr/>
                </p:nvSpPr>
                <p:spPr>
                  <a:xfrm>
                    <a:off x="4751941" y="2925330"/>
                    <a:ext cx="79501" cy="366268"/>
                  </a:xfrm>
                  <a:custGeom>
                    <a:avLst/>
                    <a:gdLst>
                      <a:gd name="csX0" fmla="*/ 0 w 79501"/>
                      <a:gd name="csY0" fmla="*/ 0 h 366268"/>
                      <a:gd name="csX1" fmla="*/ 79502 w 79501"/>
                      <a:gd name="csY1" fmla="*/ 0 h 366268"/>
                      <a:gd name="csX2" fmla="*/ 79502 w 79501"/>
                      <a:gd name="csY2" fmla="*/ 366268 h 366268"/>
                      <a:gd name="csX3" fmla="*/ 0 w 79501"/>
                      <a:gd name="csY3" fmla="*/ 366268 h 366268"/>
                    </a:gdLst>
                    <a:ahLst/>
                    <a:cxnLst>
                      <a:cxn ang="0">
                        <a:pos x="csX0" y="csY0"/>
                      </a:cxn>
                      <a:cxn ang="0">
                        <a:pos x="csX1" y="csY1"/>
                      </a:cxn>
                      <a:cxn ang="0">
                        <a:pos x="csX2" y="csY2"/>
                      </a:cxn>
                      <a:cxn ang="0">
                        <a:pos x="csX3" y="csY3"/>
                      </a:cxn>
                    </a:cxnLst>
                    <a:rect l="l" t="t" r="r" b="b"/>
                    <a:pathLst>
                      <a:path w="79501" h="366268">
                        <a:moveTo>
                          <a:pt x="0" y="0"/>
                        </a:moveTo>
                        <a:lnTo>
                          <a:pt x="79502" y="0"/>
                        </a:lnTo>
                        <a:lnTo>
                          <a:pt x="79502" y="366268"/>
                        </a:lnTo>
                        <a:lnTo>
                          <a:pt x="0" y="366268"/>
                        </a:lnTo>
                        <a:close/>
                      </a:path>
                    </a:pathLst>
                  </a:custGeom>
                  <a:solidFill>
                    <a:srgbClr val="1965B0"/>
                  </a:solidFill>
                  <a:ln w="13589" cap="flat">
                    <a:noFill/>
                    <a:prstDash val="solid"/>
                    <a:miter/>
                  </a:ln>
                </p:spPr>
                <p:txBody>
                  <a:bodyPr/>
                  <a:lstStyle/>
                  <a:p>
                    <a:pPr algn="ctr"/>
                    <a:endParaRPr lang="en-US" sz="1890"/>
                  </a:p>
                </p:txBody>
              </p:sp>
              <p:sp>
                <p:nvSpPr>
                  <p:cNvPr id="844" name="Freeform 843">
                    <a:extLst>
                      <a:ext uri="{FF2B5EF4-FFF2-40B4-BE49-F238E27FC236}">
                        <a16:creationId xmlns:a16="http://schemas.microsoft.com/office/drawing/2014/main" id="{3F2E7294-1E77-36F2-DB4D-43466C71835A}"/>
                      </a:ext>
                    </a:extLst>
                  </p:cNvPr>
                  <p:cNvSpPr/>
                  <p:nvPr/>
                </p:nvSpPr>
                <p:spPr>
                  <a:xfrm>
                    <a:off x="4884402" y="2952127"/>
                    <a:ext cx="79502" cy="339470"/>
                  </a:xfrm>
                  <a:custGeom>
                    <a:avLst/>
                    <a:gdLst>
                      <a:gd name="csX0" fmla="*/ 0 w 79502"/>
                      <a:gd name="csY0" fmla="*/ 0 h 339470"/>
                      <a:gd name="csX1" fmla="*/ 79502 w 79502"/>
                      <a:gd name="csY1" fmla="*/ 0 h 339470"/>
                      <a:gd name="csX2" fmla="*/ 79502 w 79502"/>
                      <a:gd name="csY2" fmla="*/ 339471 h 339470"/>
                      <a:gd name="csX3" fmla="*/ 0 w 79502"/>
                      <a:gd name="csY3" fmla="*/ 339471 h 339470"/>
                    </a:gdLst>
                    <a:ahLst/>
                    <a:cxnLst>
                      <a:cxn ang="0">
                        <a:pos x="csX0" y="csY0"/>
                      </a:cxn>
                      <a:cxn ang="0">
                        <a:pos x="csX1" y="csY1"/>
                      </a:cxn>
                      <a:cxn ang="0">
                        <a:pos x="csX2" y="csY2"/>
                      </a:cxn>
                      <a:cxn ang="0">
                        <a:pos x="csX3" y="csY3"/>
                      </a:cxn>
                    </a:cxnLst>
                    <a:rect l="l" t="t" r="r" b="b"/>
                    <a:pathLst>
                      <a:path w="79502" h="339470">
                        <a:moveTo>
                          <a:pt x="0" y="0"/>
                        </a:moveTo>
                        <a:lnTo>
                          <a:pt x="79502" y="0"/>
                        </a:lnTo>
                        <a:lnTo>
                          <a:pt x="79502" y="339471"/>
                        </a:lnTo>
                        <a:lnTo>
                          <a:pt x="0" y="339471"/>
                        </a:lnTo>
                        <a:close/>
                      </a:path>
                    </a:pathLst>
                  </a:custGeom>
                  <a:solidFill>
                    <a:srgbClr val="4EB265"/>
                  </a:solidFill>
                  <a:ln w="13589" cap="flat">
                    <a:noFill/>
                    <a:prstDash val="solid"/>
                    <a:miter/>
                  </a:ln>
                </p:spPr>
                <p:txBody>
                  <a:bodyPr/>
                  <a:lstStyle/>
                  <a:p>
                    <a:pPr algn="ctr"/>
                    <a:endParaRPr lang="en-US" sz="1890"/>
                  </a:p>
                </p:txBody>
              </p:sp>
              <p:sp>
                <p:nvSpPr>
                  <p:cNvPr id="845" name="Freeform 844">
                    <a:extLst>
                      <a:ext uri="{FF2B5EF4-FFF2-40B4-BE49-F238E27FC236}">
                        <a16:creationId xmlns:a16="http://schemas.microsoft.com/office/drawing/2014/main" id="{389C9748-8821-E3C7-778D-2BE2390E35C3}"/>
                      </a:ext>
                    </a:extLst>
                  </p:cNvPr>
                  <p:cNvSpPr/>
                  <p:nvPr/>
                </p:nvSpPr>
                <p:spPr>
                  <a:xfrm>
                    <a:off x="5016863" y="3015119"/>
                    <a:ext cx="79502" cy="276605"/>
                  </a:xfrm>
                  <a:custGeom>
                    <a:avLst/>
                    <a:gdLst>
                      <a:gd name="csX0" fmla="*/ 0 w 79502"/>
                      <a:gd name="csY0" fmla="*/ 0 h 276605"/>
                      <a:gd name="csX1" fmla="*/ 79502 w 79502"/>
                      <a:gd name="csY1" fmla="*/ 0 h 276605"/>
                      <a:gd name="csX2" fmla="*/ 79502 w 79502"/>
                      <a:gd name="csY2" fmla="*/ 276606 h 276605"/>
                      <a:gd name="csX3" fmla="*/ 0 w 79502"/>
                      <a:gd name="csY3" fmla="*/ 276606 h 276605"/>
                    </a:gdLst>
                    <a:ahLst/>
                    <a:cxnLst>
                      <a:cxn ang="0">
                        <a:pos x="csX0" y="csY0"/>
                      </a:cxn>
                      <a:cxn ang="0">
                        <a:pos x="csX1" y="csY1"/>
                      </a:cxn>
                      <a:cxn ang="0">
                        <a:pos x="csX2" y="csY2"/>
                      </a:cxn>
                      <a:cxn ang="0">
                        <a:pos x="csX3" y="csY3"/>
                      </a:cxn>
                    </a:cxnLst>
                    <a:rect l="l" t="t" r="r" b="b"/>
                    <a:pathLst>
                      <a:path w="79502" h="276605">
                        <a:moveTo>
                          <a:pt x="0" y="0"/>
                        </a:moveTo>
                        <a:lnTo>
                          <a:pt x="79502" y="0"/>
                        </a:lnTo>
                        <a:lnTo>
                          <a:pt x="79502" y="276606"/>
                        </a:lnTo>
                        <a:lnTo>
                          <a:pt x="0" y="276606"/>
                        </a:lnTo>
                        <a:close/>
                      </a:path>
                    </a:pathLst>
                  </a:custGeom>
                  <a:solidFill>
                    <a:srgbClr val="F7F056"/>
                  </a:solidFill>
                  <a:ln w="13589" cap="flat">
                    <a:noFill/>
                    <a:prstDash val="solid"/>
                    <a:miter/>
                  </a:ln>
                </p:spPr>
                <p:txBody>
                  <a:bodyPr/>
                  <a:lstStyle/>
                  <a:p>
                    <a:pPr algn="ctr"/>
                    <a:endParaRPr lang="en-US" sz="1890"/>
                  </a:p>
                </p:txBody>
              </p:sp>
              <p:sp>
                <p:nvSpPr>
                  <p:cNvPr id="846" name="Freeform 845">
                    <a:extLst>
                      <a:ext uri="{FF2B5EF4-FFF2-40B4-BE49-F238E27FC236}">
                        <a16:creationId xmlns:a16="http://schemas.microsoft.com/office/drawing/2014/main" id="{73885E35-C57C-E313-291F-DB86563DCA0A}"/>
                      </a:ext>
                    </a:extLst>
                  </p:cNvPr>
                  <p:cNvSpPr/>
                  <p:nvPr/>
                </p:nvSpPr>
                <p:spPr>
                  <a:xfrm>
                    <a:off x="5149324" y="2979305"/>
                    <a:ext cx="79502" cy="312419"/>
                  </a:xfrm>
                  <a:custGeom>
                    <a:avLst/>
                    <a:gdLst>
                      <a:gd name="csX0" fmla="*/ 0 w 79502"/>
                      <a:gd name="csY0" fmla="*/ 0 h 312419"/>
                      <a:gd name="csX1" fmla="*/ 79502 w 79502"/>
                      <a:gd name="csY1" fmla="*/ 0 h 312419"/>
                      <a:gd name="csX2" fmla="*/ 79502 w 79502"/>
                      <a:gd name="csY2" fmla="*/ 312420 h 312419"/>
                      <a:gd name="csX3" fmla="*/ 0 w 79502"/>
                      <a:gd name="csY3" fmla="*/ 312420 h 312419"/>
                    </a:gdLst>
                    <a:ahLst/>
                    <a:cxnLst>
                      <a:cxn ang="0">
                        <a:pos x="csX0" y="csY0"/>
                      </a:cxn>
                      <a:cxn ang="0">
                        <a:pos x="csX1" y="csY1"/>
                      </a:cxn>
                      <a:cxn ang="0">
                        <a:pos x="csX2" y="csY2"/>
                      </a:cxn>
                      <a:cxn ang="0">
                        <a:pos x="csX3" y="csY3"/>
                      </a:cxn>
                    </a:cxnLst>
                    <a:rect l="l" t="t" r="r" b="b"/>
                    <a:pathLst>
                      <a:path w="79502" h="312419">
                        <a:moveTo>
                          <a:pt x="0" y="0"/>
                        </a:moveTo>
                        <a:lnTo>
                          <a:pt x="79502" y="0"/>
                        </a:lnTo>
                        <a:lnTo>
                          <a:pt x="79502" y="312420"/>
                        </a:lnTo>
                        <a:lnTo>
                          <a:pt x="0" y="312420"/>
                        </a:lnTo>
                        <a:close/>
                      </a:path>
                    </a:pathLst>
                  </a:custGeom>
                  <a:solidFill>
                    <a:srgbClr val="7BAFDE"/>
                  </a:solidFill>
                  <a:ln w="13589" cap="flat">
                    <a:noFill/>
                    <a:prstDash val="solid"/>
                    <a:miter/>
                  </a:ln>
                </p:spPr>
                <p:txBody>
                  <a:bodyPr/>
                  <a:lstStyle/>
                  <a:p>
                    <a:pPr algn="ctr"/>
                    <a:endParaRPr lang="en-US" sz="1890"/>
                  </a:p>
                </p:txBody>
              </p:sp>
              <p:sp>
                <p:nvSpPr>
                  <p:cNvPr id="847" name="Freeform 846">
                    <a:extLst>
                      <a:ext uri="{FF2B5EF4-FFF2-40B4-BE49-F238E27FC236}">
                        <a16:creationId xmlns:a16="http://schemas.microsoft.com/office/drawing/2014/main" id="{B9204B62-8EA1-9F56-7176-4C15924571A0}"/>
                      </a:ext>
                    </a:extLst>
                  </p:cNvPr>
                  <p:cNvSpPr/>
                  <p:nvPr/>
                </p:nvSpPr>
                <p:spPr>
                  <a:xfrm>
                    <a:off x="5281785" y="2979940"/>
                    <a:ext cx="79502" cy="311658"/>
                  </a:xfrm>
                  <a:custGeom>
                    <a:avLst/>
                    <a:gdLst>
                      <a:gd name="csX0" fmla="*/ 0 w 79502"/>
                      <a:gd name="csY0" fmla="*/ 0 h 311658"/>
                      <a:gd name="csX1" fmla="*/ 79502 w 79502"/>
                      <a:gd name="csY1" fmla="*/ 0 h 311658"/>
                      <a:gd name="csX2" fmla="*/ 79502 w 79502"/>
                      <a:gd name="csY2" fmla="*/ 311658 h 311658"/>
                      <a:gd name="csX3" fmla="*/ 0 w 79502"/>
                      <a:gd name="csY3" fmla="*/ 311658 h 311658"/>
                    </a:gdLst>
                    <a:ahLst/>
                    <a:cxnLst>
                      <a:cxn ang="0">
                        <a:pos x="csX0" y="csY0"/>
                      </a:cxn>
                      <a:cxn ang="0">
                        <a:pos x="csX1" y="csY1"/>
                      </a:cxn>
                      <a:cxn ang="0">
                        <a:pos x="csX2" y="csY2"/>
                      </a:cxn>
                      <a:cxn ang="0">
                        <a:pos x="csX3" y="csY3"/>
                      </a:cxn>
                    </a:cxnLst>
                    <a:rect l="l" t="t" r="r" b="b"/>
                    <a:pathLst>
                      <a:path w="79502" h="311658">
                        <a:moveTo>
                          <a:pt x="0" y="0"/>
                        </a:moveTo>
                        <a:lnTo>
                          <a:pt x="79502" y="0"/>
                        </a:lnTo>
                        <a:lnTo>
                          <a:pt x="79502" y="311658"/>
                        </a:lnTo>
                        <a:lnTo>
                          <a:pt x="0" y="311658"/>
                        </a:lnTo>
                        <a:close/>
                      </a:path>
                    </a:pathLst>
                  </a:custGeom>
                  <a:solidFill>
                    <a:srgbClr val="DC050C"/>
                  </a:solidFill>
                  <a:ln w="13589" cap="flat">
                    <a:noFill/>
                    <a:prstDash val="solid"/>
                    <a:miter/>
                  </a:ln>
                </p:spPr>
                <p:txBody>
                  <a:bodyPr/>
                  <a:lstStyle/>
                  <a:p>
                    <a:pPr algn="ctr"/>
                    <a:endParaRPr lang="en-US" sz="1890"/>
                  </a:p>
                </p:txBody>
              </p:sp>
              <p:sp>
                <p:nvSpPr>
                  <p:cNvPr id="848" name="Freeform 847">
                    <a:extLst>
                      <a:ext uri="{FF2B5EF4-FFF2-40B4-BE49-F238E27FC236}">
                        <a16:creationId xmlns:a16="http://schemas.microsoft.com/office/drawing/2014/main" id="{A2C2630D-ABE5-C7BD-A6E8-FE4154748EB9}"/>
                      </a:ext>
                    </a:extLst>
                  </p:cNvPr>
                  <p:cNvSpPr/>
                  <p:nvPr/>
                </p:nvSpPr>
                <p:spPr>
                  <a:xfrm>
                    <a:off x="4765275" y="2917456"/>
                    <a:ext cx="52959" cy="12700"/>
                  </a:xfrm>
                  <a:custGeom>
                    <a:avLst/>
                    <a:gdLst>
                      <a:gd name="csX0" fmla="*/ 0 w 52959"/>
                      <a:gd name="csY0" fmla="*/ 0 h 12700"/>
                      <a:gd name="csX1" fmla="*/ 52959 w 52959"/>
                      <a:gd name="csY1" fmla="*/ 0 h 12700"/>
                    </a:gdLst>
                    <a:ahLst/>
                    <a:cxnLst>
                      <a:cxn ang="0">
                        <a:pos x="csX0" y="csY0"/>
                      </a:cxn>
                      <a:cxn ang="0">
                        <a:pos x="csX1" y="csY1"/>
                      </a:cxn>
                    </a:cxnLst>
                    <a:rect l="l" t="t" r="r" b="b"/>
                    <a:pathLst>
                      <a:path w="52959"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849" name="Freeform 848">
                    <a:extLst>
                      <a:ext uri="{FF2B5EF4-FFF2-40B4-BE49-F238E27FC236}">
                        <a16:creationId xmlns:a16="http://schemas.microsoft.com/office/drawing/2014/main" id="{D05A9711-3460-5800-FEA9-A19ED824E7B3}"/>
                      </a:ext>
                    </a:extLst>
                  </p:cNvPr>
                  <p:cNvSpPr/>
                  <p:nvPr/>
                </p:nvSpPr>
                <p:spPr>
                  <a:xfrm>
                    <a:off x="4791692" y="2917456"/>
                    <a:ext cx="12700" cy="15875"/>
                  </a:xfrm>
                  <a:custGeom>
                    <a:avLst/>
                    <a:gdLst>
                      <a:gd name="csX0" fmla="*/ 0 w 12700"/>
                      <a:gd name="csY0" fmla="*/ 0 h 15875"/>
                      <a:gd name="csX1" fmla="*/ 0 w 12700"/>
                      <a:gd name="csY1" fmla="*/ 15875 h 15875"/>
                    </a:gdLst>
                    <a:ahLst/>
                    <a:cxnLst>
                      <a:cxn ang="0">
                        <a:pos x="csX0" y="csY0"/>
                      </a:cxn>
                      <a:cxn ang="0">
                        <a:pos x="csX1" y="csY1"/>
                      </a:cxn>
                    </a:cxnLst>
                    <a:rect l="l" t="t" r="r" b="b"/>
                    <a:pathLst>
                      <a:path w="12700" h="15875">
                        <a:moveTo>
                          <a:pt x="0" y="0"/>
                        </a:moveTo>
                        <a:lnTo>
                          <a:pt x="0" y="15875"/>
                        </a:lnTo>
                      </a:path>
                    </a:pathLst>
                  </a:custGeom>
                  <a:noFill/>
                  <a:ln w="13589" cap="flat">
                    <a:solidFill>
                      <a:srgbClr val="000000"/>
                    </a:solidFill>
                    <a:prstDash val="solid"/>
                    <a:round/>
                  </a:ln>
                </p:spPr>
                <p:txBody>
                  <a:bodyPr/>
                  <a:lstStyle/>
                  <a:p>
                    <a:pPr algn="ctr"/>
                    <a:endParaRPr lang="en-US" sz="1890"/>
                  </a:p>
                </p:txBody>
              </p:sp>
              <p:sp>
                <p:nvSpPr>
                  <p:cNvPr id="850" name="Freeform 849">
                    <a:extLst>
                      <a:ext uri="{FF2B5EF4-FFF2-40B4-BE49-F238E27FC236}">
                        <a16:creationId xmlns:a16="http://schemas.microsoft.com/office/drawing/2014/main" id="{6A23077F-E492-E01C-B6A7-10CFA17E4581}"/>
                      </a:ext>
                    </a:extLst>
                  </p:cNvPr>
                  <p:cNvSpPr/>
                  <p:nvPr/>
                </p:nvSpPr>
                <p:spPr>
                  <a:xfrm>
                    <a:off x="4765275" y="2933331"/>
                    <a:ext cx="52959" cy="12700"/>
                  </a:xfrm>
                  <a:custGeom>
                    <a:avLst/>
                    <a:gdLst>
                      <a:gd name="csX0" fmla="*/ 0 w 52959"/>
                      <a:gd name="csY0" fmla="*/ 0 h 12700"/>
                      <a:gd name="csX1" fmla="*/ 52959 w 52959"/>
                      <a:gd name="csY1" fmla="*/ 0 h 12700"/>
                    </a:gdLst>
                    <a:ahLst/>
                    <a:cxnLst>
                      <a:cxn ang="0">
                        <a:pos x="csX0" y="csY0"/>
                      </a:cxn>
                      <a:cxn ang="0">
                        <a:pos x="csX1" y="csY1"/>
                      </a:cxn>
                    </a:cxnLst>
                    <a:rect l="l" t="t" r="r" b="b"/>
                    <a:pathLst>
                      <a:path w="52959"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851" name="Freeform 850">
                    <a:extLst>
                      <a:ext uri="{FF2B5EF4-FFF2-40B4-BE49-F238E27FC236}">
                        <a16:creationId xmlns:a16="http://schemas.microsoft.com/office/drawing/2014/main" id="{7944B990-5C87-6339-8167-9652856F7FEB}"/>
                      </a:ext>
                    </a:extLst>
                  </p:cNvPr>
                  <p:cNvSpPr/>
                  <p:nvPr/>
                </p:nvSpPr>
                <p:spPr>
                  <a:xfrm>
                    <a:off x="4897736" y="2913138"/>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852" name="Freeform 851">
                    <a:extLst>
                      <a:ext uri="{FF2B5EF4-FFF2-40B4-BE49-F238E27FC236}">
                        <a16:creationId xmlns:a16="http://schemas.microsoft.com/office/drawing/2014/main" id="{02A6EC74-E2CE-ECBB-4FEC-5EFF1B5AC95E}"/>
                      </a:ext>
                    </a:extLst>
                  </p:cNvPr>
                  <p:cNvSpPr/>
                  <p:nvPr/>
                </p:nvSpPr>
                <p:spPr>
                  <a:xfrm>
                    <a:off x="4924153" y="2913138"/>
                    <a:ext cx="12700" cy="77977"/>
                  </a:xfrm>
                  <a:custGeom>
                    <a:avLst/>
                    <a:gdLst>
                      <a:gd name="csX0" fmla="*/ 0 w 12700"/>
                      <a:gd name="csY0" fmla="*/ 0 h 77977"/>
                      <a:gd name="csX1" fmla="*/ 0 w 12700"/>
                      <a:gd name="csY1" fmla="*/ 77978 h 77977"/>
                    </a:gdLst>
                    <a:ahLst/>
                    <a:cxnLst>
                      <a:cxn ang="0">
                        <a:pos x="csX0" y="csY0"/>
                      </a:cxn>
                      <a:cxn ang="0">
                        <a:pos x="csX1" y="csY1"/>
                      </a:cxn>
                    </a:cxnLst>
                    <a:rect l="l" t="t" r="r" b="b"/>
                    <a:pathLst>
                      <a:path w="12700" h="77977">
                        <a:moveTo>
                          <a:pt x="0" y="0"/>
                        </a:moveTo>
                        <a:lnTo>
                          <a:pt x="0" y="77978"/>
                        </a:lnTo>
                      </a:path>
                    </a:pathLst>
                  </a:custGeom>
                  <a:noFill/>
                  <a:ln w="13589" cap="flat">
                    <a:solidFill>
                      <a:srgbClr val="000000"/>
                    </a:solidFill>
                    <a:prstDash val="solid"/>
                    <a:round/>
                  </a:ln>
                </p:spPr>
                <p:txBody>
                  <a:bodyPr/>
                  <a:lstStyle/>
                  <a:p>
                    <a:pPr algn="ctr"/>
                    <a:endParaRPr lang="en-US" sz="1890"/>
                  </a:p>
                </p:txBody>
              </p:sp>
              <p:sp>
                <p:nvSpPr>
                  <p:cNvPr id="853" name="Freeform 852">
                    <a:extLst>
                      <a:ext uri="{FF2B5EF4-FFF2-40B4-BE49-F238E27FC236}">
                        <a16:creationId xmlns:a16="http://schemas.microsoft.com/office/drawing/2014/main" id="{50EA51AD-3FE0-47FA-FE9B-8CE4DC6220E7}"/>
                      </a:ext>
                    </a:extLst>
                  </p:cNvPr>
                  <p:cNvSpPr/>
                  <p:nvPr/>
                </p:nvSpPr>
                <p:spPr>
                  <a:xfrm>
                    <a:off x="4897736" y="2991116"/>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854" name="Freeform 853">
                    <a:extLst>
                      <a:ext uri="{FF2B5EF4-FFF2-40B4-BE49-F238E27FC236}">
                        <a16:creationId xmlns:a16="http://schemas.microsoft.com/office/drawing/2014/main" id="{6349A35E-135E-95E3-0050-3B01A920BF0A}"/>
                      </a:ext>
                    </a:extLst>
                  </p:cNvPr>
                  <p:cNvSpPr/>
                  <p:nvPr/>
                </p:nvSpPr>
                <p:spPr>
                  <a:xfrm>
                    <a:off x="5030197" y="3006228"/>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855" name="Freeform 854">
                    <a:extLst>
                      <a:ext uri="{FF2B5EF4-FFF2-40B4-BE49-F238E27FC236}">
                        <a16:creationId xmlns:a16="http://schemas.microsoft.com/office/drawing/2014/main" id="{D469410A-41BB-6577-6642-2893164A8C98}"/>
                      </a:ext>
                    </a:extLst>
                  </p:cNvPr>
                  <p:cNvSpPr/>
                  <p:nvPr/>
                </p:nvSpPr>
                <p:spPr>
                  <a:xfrm>
                    <a:off x="5056614" y="3006228"/>
                    <a:ext cx="12700" cy="17652"/>
                  </a:xfrm>
                  <a:custGeom>
                    <a:avLst/>
                    <a:gdLst>
                      <a:gd name="csX0" fmla="*/ 0 w 12700"/>
                      <a:gd name="csY0" fmla="*/ 0 h 17652"/>
                      <a:gd name="csX1" fmla="*/ 0 w 12700"/>
                      <a:gd name="csY1" fmla="*/ 17653 h 17652"/>
                    </a:gdLst>
                    <a:ahLst/>
                    <a:cxnLst>
                      <a:cxn ang="0">
                        <a:pos x="csX0" y="csY0"/>
                      </a:cxn>
                      <a:cxn ang="0">
                        <a:pos x="csX1" y="csY1"/>
                      </a:cxn>
                    </a:cxnLst>
                    <a:rect l="l" t="t" r="r" b="b"/>
                    <a:pathLst>
                      <a:path w="12700" h="17652">
                        <a:moveTo>
                          <a:pt x="0" y="0"/>
                        </a:moveTo>
                        <a:lnTo>
                          <a:pt x="0" y="17653"/>
                        </a:lnTo>
                      </a:path>
                    </a:pathLst>
                  </a:custGeom>
                  <a:noFill/>
                  <a:ln w="13589" cap="flat">
                    <a:solidFill>
                      <a:srgbClr val="000000"/>
                    </a:solidFill>
                    <a:prstDash val="solid"/>
                    <a:round/>
                  </a:ln>
                </p:spPr>
                <p:txBody>
                  <a:bodyPr/>
                  <a:lstStyle/>
                  <a:p>
                    <a:pPr algn="ctr"/>
                    <a:endParaRPr lang="en-US" sz="1890"/>
                  </a:p>
                </p:txBody>
              </p:sp>
              <p:sp>
                <p:nvSpPr>
                  <p:cNvPr id="856" name="Freeform 855">
                    <a:extLst>
                      <a:ext uri="{FF2B5EF4-FFF2-40B4-BE49-F238E27FC236}">
                        <a16:creationId xmlns:a16="http://schemas.microsoft.com/office/drawing/2014/main" id="{2955F949-31F2-F16F-8A6A-AAFBA5FE5A8E}"/>
                      </a:ext>
                    </a:extLst>
                  </p:cNvPr>
                  <p:cNvSpPr/>
                  <p:nvPr/>
                </p:nvSpPr>
                <p:spPr>
                  <a:xfrm>
                    <a:off x="5030197" y="3023881"/>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857" name="Freeform 856">
                    <a:extLst>
                      <a:ext uri="{FF2B5EF4-FFF2-40B4-BE49-F238E27FC236}">
                        <a16:creationId xmlns:a16="http://schemas.microsoft.com/office/drawing/2014/main" id="{4807D4BC-6A1E-40BA-4748-6A242F03BE40}"/>
                      </a:ext>
                    </a:extLst>
                  </p:cNvPr>
                  <p:cNvSpPr/>
                  <p:nvPr/>
                </p:nvSpPr>
                <p:spPr>
                  <a:xfrm>
                    <a:off x="5295120" y="2943236"/>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858" name="Freeform 857">
                    <a:extLst>
                      <a:ext uri="{FF2B5EF4-FFF2-40B4-BE49-F238E27FC236}">
                        <a16:creationId xmlns:a16="http://schemas.microsoft.com/office/drawing/2014/main" id="{83D6CB74-D4EB-E59D-75C2-06772878BA68}"/>
                      </a:ext>
                    </a:extLst>
                  </p:cNvPr>
                  <p:cNvSpPr/>
                  <p:nvPr/>
                </p:nvSpPr>
                <p:spPr>
                  <a:xfrm>
                    <a:off x="5321536" y="2943236"/>
                    <a:ext cx="12700" cy="73533"/>
                  </a:xfrm>
                  <a:custGeom>
                    <a:avLst/>
                    <a:gdLst>
                      <a:gd name="csX0" fmla="*/ 0 w 12700"/>
                      <a:gd name="csY0" fmla="*/ 0 h 73533"/>
                      <a:gd name="csX1" fmla="*/ 0 w 12700"/>
                      <a:gd name="csY1" fmla="*/ 73533 h 73533"/>
                    </a:gdLst>
                    <a:ahLst/>
                    <a:cxnLst>
                      <a:cxn ang="0">
                        <a:pos x="csX0" y="csY0"/>
                      </a:cxn>
                      <a:cxn ang="0">
                        <a:pos x="csX1" y="csY1"/>
                      </a:cxn>
                    </a:cxnLst>
                    <a:rect l="l" t="t" r="r" b="b"/>
                    <a:pathLst>
                      <a:path w="12700" h="73533">
                        <a:moveTo>
                          <a:pt x="0" y="0"/>
                        </a:moveTo>
                        <a:lnTo>
                          <a:pt x="0" y="73533"/>
                        </a:lnTo>
                      </a:path>
                    </a:pathLst>
                  </a:custGeom>
                  <a:noFill/>
                  <a:ln w="13589" cap="flat">
                    <a:solidFill>
                      <a:srgbClr val="000000"/>
                    </a:solidFill>
                    <a:prstDash val="solid"/>
                    <a:round/>
                  </a:ln>
                </p:spPr>
                <p:txBody>
                  <a:bodyPr/>
                  <a:lstStyle/>
                  <a:p>
                    <a:pPr algn="ctr"/>
                    <a:endParaRPr lang="en-US" sz="1890"/>
                  </a:p>
                </p:txBody>
              </p:sp>
              <p:sp>
                <p:nvSpPr>
                  <p:cNvPr id="859" name="Freeform 858">
                    <a:extLst>
                      <a:ext uri="{FF2B5EF4-FFF2-40B4-BE49-F238E27FC236}">
                        <a16:creationId xmlns:a16="http://schemas.microsoft.com/office/drawing/2014/main" id="{F8F3A1C9-4469-5619-6697-2563112FF7DA}"/>
                      </a:ext>
                    </a:extLst>
                  </p:cNvPr>
                  <p:cNvSpPr/>
                  <p:nvPr/>
                </p:nvSpPr>
                <p:spPr>
                  <a:xfrm>
                    <a:off x="5295120" y="3016770"/>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860" name="Freeform 859">
                    <a:extLst>
                      <a:ext uri="{FF2B5EF4-FFF2-40B4-BE49-F238E27FC236}">
                        <a16:creationId xmlns:a16="http://schemas.microsoft.com/office/drawing/2014/main" id="{45F8F5E5-5361-C23B-EB67-F4D053652913}"/>
                      </a:ext>
                    </a:extLst>
                  </p:cNvPr>
                  <p:cNvSpPr/>
                  <p:nvPr/>
                </p:nvSpPr>
                <p:spPr>
                  <a:xfrm>
                    <a:off x="5049629" y="29876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1" name="Freeform 860">
                    <a:extLst>
                      <a:ext uri="{FF2B5EF4-FFF2-40B4-BE49-F238E27FC236}">
                        <a16:creationId xmlns:a16="http://schemas.microsoft.com/office/drawing/2014/main" id="{01854EC8-ABD1-9BAA-F325-7F1A8ECB1390}"/>
                      </a:ext>
                    </a:extLst>
                  </p:cNvPr>
                  <p:cNvSpPr/>
                  <p:nvPr/>
                </p:nvSpPr>
                <p:spPr>
                  <a:xfrm>
                    <a:off x="4917676" y="294907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2" name="Freeform 861">
                    <a:extLst>
                      <a:ext uri="{FF2B5EF4-FFF2-40B4-BE49-F238E27FC236}">
                        <a16:creationId xmlns:a16="http://schemas.microsoft.com/office/drawing/2014/main" id="{A288D346-1D85-EA23-024F-13AB1B3F9158}"/>
                      </a:ext>
                    </a:extLst>
                  </p:cNvPr>
                  <p:cNvSpPr/>
                  <p:nvPr/>
                </p:nvSpPr>
                <p:spPr>
                  <a:xfrm>
                    <a:off x="4900531" y="309449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3" name="Freeform 862">
                    <a:extLst>
                      <a:ext uri="{FF2B5EF4-FFF2-40B4-BE49-F238E27FC236}">
                        <a16:creationId xmlns:a16="http://schemas.microsoft.com/office/drawing/2014/main" id="{41004021-F077-EC7B-238A-A9FE1FFA7817}"/>
                      </a:ext>
                    </a:extLst>
                  </p:cNvPr>
                  <p:cNvSpPr/>
                  <p:nvPr/>
                </p:nvSpPr>
                <p:spPr>
                  <a:xfrm>
                    <a:off x="5312265" y="291097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4" name="Freeform 863">
                    <a:extLst>
                      <a:ext uri="{FF2B5EF4-FFF2-40B4-BE49-F238E27FC236}">
                        <a16:creationId xmlns:a16="http://schemas.microsoft.com/office/drawing/2014/main" id="{7E359CB8-FE42-D8B8-6EC9-9AEB1AB5E69E}"/>
                      </a:ext>
                    </a:extLst>
                  </p:cNvPr>
                  <p:cNvSpPr/>
                  <p:nvPr/>
                </p:nvSpPr>
                <p:spPr>
                  <a:xfrm>
                    <a:off x="4777468" y="290513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5" name="Freeform 864">
                    <a:extLst>
                      <a:ext uri="{FF2B5EF4-FFF2-40B4-BE49-F238E27FC236}">
                        <a16:creationId xmlns:a16="http://schemas.microsoft.com/office/drawing/2014/main" id="{5AEC5C46-8FD4-07D1-6351-E242E8E414D3}"/>
                      </a:ext>
                    </a:extLst>
                  </p:cNvPr>
                  <p:cNvSpPr/>
                  <p:nvPr/>
                </p:nvSpPr>
                <p:spPr>
                  <a:xfrm>
                    <a:off x="5304010" y="28422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6" name="Freeform 865">
                    <a:extLst>
                      <a:ext uri="{FF2B5EF4-FFF2-40B4-BE49-F238E27FC236}">
                        <a16:creationId xmlns:a16="http://schemas.microsoft.com/office/drawing/2014/main" id="{997EF266-1E31-1A19-56B7-C6B57E76F732}"/>
                      </a:ext>
                    </a:extLst>
                  </p:cNvPr>
                  <p:cNvSpPr/>
                  <p:nvPr/>
                </p:nvSpPr>
                <p:spPr>
                  <a:xfrm>
                    <a:off x="4780008" y="288189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7" name="Freeform 866">
                    <a:extLst>
                      <a:ext uri="{FF2B5EF4-FFF2-40B4-BE49-F238E27FC236}">
                        <a16:creationId xmlns:a16="http://schemas.microsoft.com/office/drawing/2014/main" id="{6BC7A353-DCF3-B11C-C871-2CCE01BDEA72}"/>
                      </a:ext>
                    </a:extLst>
                  </p:cNvPr>
                  <p:cNvSpPr/>
                  <p:nvPr/>
                </p:nvSpPr>
                <p:spPr>
                  <a:xfrm>
                    <a:off x="5293850" y="29368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8" name="Freeform 867">
                    <a:extLst>
                      <a:ext uri="{FF2B5EF4-FFF2-40B4-BE49-F238E27FC236}">
                        <a16:creationId xmlns:a16="http://schemas.microsoft.com/office/drawing/2014/main" id="{61AB4036-0510-25F7-8109-87D866B5ABBF}"/>
                      </a:ext>
                    </a:extLst>
                  </p:cNvPr>
                  <p:cNvSpPr/>
                  <p:nvPr/>
                </p:nvSpPr>
                <p:spPr>
                  <a:xfrm>
                    <a:off x="4777849" y="29244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69" name="Freeform 868">
                    <a:extLst>
                      <a:ext uri="{FF2B5EF4-FFF2-40B4-BE49-F238E27FC236}">
                        <a16:creationId xmlns:a16="http://schemas.microsoft.com/office/drawing/2014/main" id="{24566D1A-1CED-3F37-06B7-69572714846F}"/>
                      </a:ext>
                    </a:extLst>
                  </p:cNvPr>
                  <p:cNvSpPr/>
                  <p:nvPr/>
                </p:nvSpPr>
                <p:spPr>
                  <a:xfrm>
                    <a:off x="5308963" y="307595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0" name="Freeform 869">
                    <a:extLst>
                      <a:ext uri="{FF2B5EF4-FFF2-40B4-BE49-F238E27FC236}">
                        <a16:creationId xmlns:a16="http://schemas.microsoft.com/office/drawing/2014/main" id="{C4AD1349-1BA2-7997-58FA-9958EC6FF9A4}"/>
                      </a:ext>
                    </a:extLst>
                  </p:cNvPr>
                  <p:cNvSpPr/>
                  <p:nvPr/>
                </p:nvSpPr>
                <p:spPr>
                  <a:xfrm>
                    <a:off x="4772515" y="289243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1" name="Freeform 870">
                    <a:extLst>
                      <a:ext uri="{FF2B5EF4-FFF2-40B4-BE49-F238E27FC236}">
                        <a16:creationId xmlns:a16="http://schemas.microsoft.com/office/drawing/2014/main" id="{F42BCE7D-F9C0-181E-5A13-4991E651533E}"/>
                      </a:ext>
                    </a:extLst>
                  </p:cNvPr>
                  <p:cNvSpPr/>
                  <p:nvPr/>
                </p:nvSpPr>
                <p:spPr>
                  <a:xfrm>
                    <a:off x="5309344" y="29438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2" name="Freeform 871">
                    <a:extLst>
                      <a:ext uri="{FF2B5EF4-FFF2-40B4-BE49-F238E27FC236}">
                        <a16:creationId xmlns:a16="http://schemas.microsoft.com/office/drawing/2014/main" id="{E16C8CD4-1F3A-DF2F-16A1-E35508B2BE89}"/>
                      </a:ext>
                    </a:extLst>
                  </p:cNvPr>
                  <p:cNvSpPr/>
                  <p:nvPr/>
                </p:nvSpPr>
                <p:spPr>
                  <a:xfrm>
                    <a:off x="4785215" y="29343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3" name="Freeform 872">
                    <a:extLst>
                      <a:ext uri="{FF2B5EF4-FFF2-40B4-BE49-F238E27FC236}">
                        <a16:creationId xmlns:a16="http://schemas.microsoft.com/office/drawing/2014/main" id="{73D1104B-E74E-7549-E227-C2C36638F84A}"/>
                      </a:ext>
                    </a:extLst>
                  </p:cNvPr>
                  <p:cNvSpPr/>
                  <p:nvPr/>
                </p:nvSpPr>
                <p:spPr>
                  <a:xfrm>
                    <a:off x="4899642" y="28617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4" name="Freeform 873">
                    <a:extLst>
                      <a:ext uri="{FF2B5EF4-FFF2-40B4-BE49-F238E27FC236}">
                        <a16:creationId xmlns:a16="http://schemas.microsoft.com/office/drawing/2014/main" id="{716AB175-8A21-AF46-46FC-05E78DD45A42}"/>
                      </a:ext>
                    </a:extLst>
                  </p:cNvPr>
                  <p:cNvSpPr/>
                  <p:nvPr/>
                </p:nvSpPr>
                <p:spPr>
                  <a:xfrm>
                    <a:off x="5302486" y="306109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5" name="Freeform 874">
                    <a:extLst>
                      <a:ext uri="{FF2B5EF4-FFF2-40B4-BE49-F238E27FC236}">
                        <a16:creationId xmlns:a16="http://schemas.microsoft.com/office/drawing/2014/main" id="{B0BED86D-1D84-E1D5-C24C-24800CBACE48}"/>
                      </a:ext>
                    </a:extLst>
                  </p:cNvPr>
                  <p:cNvSpPr/>
                  <p:nvPr/>
                </p:nvSpPr>
                <p:spPr>
                  <a:xfrm>
                    <a:off x="4785342" y="29067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6" name="Freeform 875">
                    <a:extLst>
                      <a:ext uri="{FF2B5EF4-FFF2-40B4-BE49-F238E27FC236}">
                        <a16:creationId xmlns:a16="http://schemas.microsoft.com/office/drawing/2014/main" id="{322C739F-8E25-08D9-9A06-0DF05922E45F}"/>
                      </a:ext>
                    </a:extLst>
                  </p:cNvPr>
                  <p:cNvSpPr/>
                  <p:nvPr/>
                </p:nvSpPr>
                <p:spPr>
                  <a:xfrm>
                    <a:off x="5051280" y="300546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7" name="Freeform 876">
                    <a:extLst>
                      <a:ext uri="{FF2B5EF4-FFF2-40B4-BE49-F238E27FC236}">
                        <a16:creationId xmlns:a16="http://schemas.microsoft.com/office/drawing/2014/main" id="{27D601D4-5BC6-F437-6487-55302B04486F}"/>
                      </a:ext>
                    </a:extLst>
                  </p:cNvPr>
                  <p:cNvSpPr/>
                  <p:nvPr/>
                </p:nvSpPr>
                <p:spPr>
                  <a:xfrm>
                    <a:off x="4895959" y="29481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8" name="Freeform 877">
                    <a:extLst>
                      <a:ext uri="{FF2B5EF4-FFF2-40B4-BE49-F238E27FC236}">
                        <a16:creationId xmlns:a16="http://schemas.microsoft.com/office/drawing/2014/main" id="{C5FBAC28-9D17-D343-4637-BD0CE96A4373}"/>
                      </a:ext>
                    </a:extLst>
                  </p:cNvPr>
                  <p:cNvSpPr/>
                  <p:nvPr/>
                </p:nvSpPr>
                <p:spPr>
                  <a:xfrm>
                    <a:off x="4905484" y="282220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79" name="Freeform 878">
                    <a:extLst>
                      <a:ext uri="{FF2B5EF4-FFF2-40B4-BE49-F238E27FC236}">
                        <a16:creationId xmlns:a16="http://schemas.microsoft.com/office/drawing/2014/main" id="{2C4536A3-9089-4CCB-8BA5-AC6D31127C93}"/>
                      </a:ext>
                    </a:extLst>
                  </p:cNvPr>
                  <p:cNvSpPr/>
                  <p:nvPr/>
                </p:nvSpPr>
                <p:spPr>
                  <a:xfrm>
                    <a:off x="5172692" y="296127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80" name="Freeform 879">
                    <a:extLst>
                      <a:ext uri="{FF2B5EF4-FFF2-40B4-BE49-F238E27FC236}">
                        <a16:creationId xmlns:a16="http://schemas.microsoft.com/office/drawing/2014/main" id="{F75A8877-DE9F-771C-1325-EE72FEC980D9}"/>
                      </a:ext>
                    </a:extLst>
                  </p:cNvPr>
                  <p:cNvSpPr/>
                  <p:nvPr/>
                </p:nvSpPr>
                <p:spPr>
                  <a:xfrm>
                    <a:off x="4916787" y="283173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81" name="Freeform 880">
                    <a:extLst>
                      <a:ext uri="{FF2B5EF4-FFF2-40B4-BE49-F238E27FC236}">
                        <a16:creationId xmlns:a16="http://schemas.microsoft.com/office/drawing/2014/main" id="{2DB89E44-E95C-A889-3250-B1F2806B8F35}"/>
                      </a:ext>
                    </a:extLst>
                  </p:cNvPr>
                  <p:cNvSpPr/>
                  <p:nvPr/>
                </p:nvSpPr>
                <p:spPr>
                  <a:xfrm>
                    <a:off x="4896594" y="303086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882" name="TextBox 881">
                    <a:extLst>
                      <a:ext uri="{FF2B5EF4-FFF2-40B4-BE49-F238E27FC236}">
                        <a16:creationId xmlns:a16="http://schemas.microsoft.com/office/drawing/2014/main" id="{575FAD58-965A-89B2-79DF-E85CAC20FE17}"/>
                      </a:ext>
                    </a:extLst>
                  </p:cNvPr>
                  <p:cNvSpPr txBox="1"/>
                  <p:nvPr/>
                </p:nvSpPr>
                <p:spPr>
                  <a:xfrm>
                    <a:off x="4627213" y="2670312"/>
                    <a:ext cx="461779"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0.107</a:t>
                    </a:r>
                  </a:p>
                </p:txBody>
              </p:sp>
              <p:sp>
                <p:nvSpPr>
                  <p:cNvPr id="883" name="Freeform 882">
                    <a:extLst>
                      <a:ext uri="{FF2B5EF4-FFF2-40B4-BE49-F238E27FC236}">
                        <a16:creationId xmlns:a16="http://schemas.microsoft.com/office/drawing/2014/main" id="{C545F627-D780-F2C7-E6F9-C36B1C17F942}"/>
                      </a:ext>
                    </a:extLst>
                  </p:cNvPr>
                  <p:cNvSpPr/>
                  <p:nvPr/>
                </p:nvSpPr>
                <p:spPr>
                  <a:xfrm>
                    <a:off x="4791692" y="2795028"/>
                    <a:ext cx="119253" cy="12700"/>
                  </a:xfrm>
                  <a:custGeom>
                    <a:avLst/>
                    <a:gdLst>
                      <a:gd name="csX0" fmla="*/ 0 w 119253"/>
                      <a:gd name="csY0" fmla="*/ 0 h 12700"/>
                      <a:gd name="csX1" fmla="*/ 119253 w 119253"/>
                      <a:gd name="csY1" fmla="*/ 0 h 12700"/>
                    </a:gdLst>
                    <a:ahLst/>
                    <a:cxnLst>
                      <a:cxn ang="0">
                        <a:pos x="csX0" y="csY0"/>
                      </a:cxn>
                      <a:cxn ang="0">
                        <a:pos x="csX1" y="csY1"/>
                      </a:cxn>
                    </a:cxnLst>
                    <a:rect l="l" t="t" r="r" b="b"/>
                    <a:pathLst>
                      <a:path w="119253" h="12700">
                        <a:moveTo>
                          <a:pt x="0" y="0"/>
                        </a:moveTo>
                        <a:lnTo>
                          <a:pt x="119253" y="0"/>
                        </a:lnTo>
                      </a:path>
                    </a:pathLst>
                  </a:custGeom>
                  <a:ln w="13589" cap="rnd">
                    <a:solidFill>
                      <a:srgbClr val="000000"/>
                    </a:solidFill>
                    <a:prstDash val="solid"/>
                    <a:round/>
                  </a:ln>
                </p:spPr>
                <p:txBody>
                  <a:bodyPr/>
                  <a:lstStyle/>
                  <a:p>
                    <a:pPr algn="ctr"/>
                    <a:endParaRPr lang="en-US" sz="1890"/>
                  </a:p>
                </p:txBody>
              </p:sp>
              <p:sp>
                <p:nvSpPr>
                  <p:cNvPr id="884" name="TextBox 883">
                    <a:extLst>
                      <a:ext uri="{FF2B5EF4-FFF2-40B4-BE49-F238E27FC236}">
                        <a16:creationId xmlns:a16="http://schemas.microsoft.com/office/drawing/2014/main" id="{DB172E43-2BCD-F655-D0D9-C7E6FF0F4F87}"/>
                      </a:ext>
                    </a:extLst>
                  </p:cNvPr>
                  <p:cNvSpPr txBox="1"/>
                  <p:nvPr/>
                </p:nvSpPr>
                <p:spPr>
                  <a:xfrm>
                    <a:off x="4912063" y="2663592"/>
                    <a:ext cx="461778" cy="174601"/>
                  </a:xfrm>
                  <a:prstGeom prst="rect">
                    <a:avLst/>
                  </a:prstGeom>
                  <a:noFill/>
                </p:spPr>
                <p:txBody>
                  <a:bodyPr wrap="none" rtlCol="0">
                    <a:spAutoFit/>
                  </a:bodyPr>
                  <a:lstStyle/>
                  <a:p>
                    <a:pPr algn="ctr"/>
                    <a:r>
                      <a:rPr lang="en-US" sz="472">
                        <a:ln/>
                        <a:solidFill>
                          <a:srgbClr val="000000"/>
                        </a:solidFill>
                        <a:latin typeface="Arial"/>
                        <a:cs typeface="Arial"/>
                        <a:sym typeface="Arial"/>
                        <a:rtl val="0"/>
                      </a:rPr>
                      <a:t>p = 0.211</a:t>
                    </a:r>
                  </a:p>
                </p:txBody>
              </p:sp>
              <p:sp>
                <p:nvSpPr>
                  <p:cNvPr id="885" name="Freeform 884">
                    <a:extLst>
                      <a:ext uri="{FF2B5EF4-FFF2-40B4-BE49-F238E27FC236}">
                        <a16:creationId xmlns:a16="http://schemas.microsoft.com/office/drawing/2014/main" id="{BF9FE658-52DD-3B02-40D6-EEFB72F388B5}"/>
                      </a:ext>
                    </a:extLst>
                  </p:cNvPr>
                  <p:cNvSpPr/>
                  <p:nvPr/>
                </p:nvSpPr>
                <p:spPr>
                  <a:xfrm>
                    <a:off x="4937361" y="2795028"/>
                    <a:ext cx="384175" cy="12700"/>
                  </a:xfrm>
                  <a:custGeom>
                    <a:avLst/>
                    <a:gdLst>
                      <a:gd name="csX0" fmla="*/ 0 w 384175"/>
                      <a:gd name="csY0" fmla="*/ 0 h 12700"/>
                      <a:gd name="csX1" fmla="*/ 384175 w 384175"/>
                      <a:gd name="csY1" fmla="*/ 0 h 12700"/>
                    </a:gdLst>
                    <a:ahLst/>
                    <a:cxnLst>
                      <a:cxn ang="0">
                        <a:pos x="csX0" y="csY0"/>
                      </a:cxn>
                      <a:cxn ang="0">
                        <a:pos x="csX1" y="csY1"/>
                      </a:cxn>
                    </a:cxnLst>
                    <a:rect l="l" t="t" r="r" b="b"/>
                    <a:pathLst>
                      <a:path w="384175" h="12700">
                        <a:moveTo>
                          <a:pt x="0" y="0"/>
                        </a:moveTo>
                        <a:lnTo>
                          <a:pt x="384175" y="0"/>
                        </a:lnTo>
                      </a:path>
                    </a:pathLst>
                  </a:custGeom>
                  <a:ln w="13589" cap="rnd">
                    <a:solidFill>
                      <a:srgbClr val="000000"/>
                    </a:solidFill>
                    <a:prstDash val="solid"/>
                    <a:round/>
                  </a:ln>
                </p:spPr>
                <p:txBody>
                  <a:bodyPr/>
                  <a:lstStyle/>
                  <a:p>
                    <a:pPr algn="ctr"/>
                    <a:endParaRPr lang="en-US" sz="1890"/>
                  </a:p>
                </p:txBody>
              </p:sp>
              <p:sp>
                <p:nvSpPr>
                  <p:cNvPr id="886" name="TextBox 885">
                    <a:extLst>
                      <a:ext uri="{FF2B5EF4-FFF2-40B4-BE49-F238E27FC236}">
                        <a16:creationId xmlns:a16="http://schemas.microsoft.com/office/drawing/2014/main" id="{2283AA7F-5D5A-5F8D-CF2E-D3984BFBEE7C}"/>
                      </a:ext>
                    </a:extLst>
                  </p:cNvPr>
                  <p:cNvSpPr txBox="1"/>
                  <p:nvPr/>
                </p:nvSpPr>
                <p:spPr>
                  <a:xfrm>
                    <a:off x="4879163" y="2509239"/>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887" name="Freeform 886">
                    <a:extLst>
                      <a:ext uri="{FF2B5EF4-FFF2-40B4-BE49-F238E27FC236}">
                        <a16:creationId xmlns:a16="http://schemas.microsoft.com/office/drawing/2014/main" id="{354668F0-5CC0-599B-999C-514033E3B7D6}"/>
                      </a:ext>
                    </a:extLst>
                  </p:cNvPr>
                  <p:cNvSpPr/>
                  <p:nvPr/>
                </p:nvSpPr>
                <p:spPr>
                  <a:xfrm>
                    <a:off x="4791692" y="2682125"/>
                    <a:ext cx="529844" cy="12700"/>
                  </a:xfrm>
                  <a:custGeom>
                    <a:avLst/>
                    <a:gdLst>
                      <a:gd name="csX0" fmla="*/ 0 w 529844"/>
                      <a:gd name="csY0" fmla="*/ 0 h 12700"/>
                      <a:gd name="csX1" fmla="*/ 529844 w 529844"/>
                      <a:gd name="csY1" fmla="*/ 0 h 12700"/>
                    </a:gdLst>
                    <a:ahLst/>
                    <a:cxnLst>
                      <a:cxn ang="0">
                        <a:pos x="csX0" y="csY0"/>
                      </a:cxn>
                      <a:cxn ang="0">
                        <a:pos x="csX1" y="csY1"/>
                      </a:cxn>
                    </a:cxnLst>
                    <a:rect l="l" t="t" r="r" b="b"/>
                    <a:pathLst>
                      <a:path w="529844" h="12700">
                        <a:moveTo>
                          <a:pt x="0" y="0"/>
                        </a:moveTo>
                        <a:lnTo>
                          <a:pt x="529844" y="0"/>
                        </a:lnTo>
                      </a:path>
                    </a:pathLst>
                  </a:custGeom>
                  <a:ln w="13589" cap="rnd">
                    <a:solidFill>
                      <a:srgbClr val="000000"/>
                    </a:solidFill>
                    <a:prstDash val="solid"/>
                    <a:round/>
                  </a:ln>
                </p:spPr>
                <p:txBody>
                  <a:bodyPr/>
                  <a:lstStyle/>
                  <a:p>
                    <a:pPr algn="ctr"/>
                    <a:endParaRPr lang="en-US" sz="1890"/>
                  </a:p>
                </p:txBody>
              </p:sp>
            </p:grpSp>
            <p:grpSp>
              <p:nvGrpSpPr>
                <p:cNvPr id="888" name="Graphic 591">
                  <a:extLst>
                    <a:ext uri="{FF2B5EF4-FFF2-40B4-BE49-F238E27FC236}">
                      <a16:creationId xmlns:a16="http://schemas.microsoft.com/office/drawing/2014/main" id="{CD687462-03C7-DD0B-4B3C-DA6C31D8EC96}"/>
                    </a:ext>
                  </a:extLst>
                </p:cNvPr>
                <p:cNvGrpSpPr/>
                <p:nvPr/>
              </p:nvGrpSpPr>
              <p:grpSpPr>
                <a:xfrm>
                  <a:off x="4246674" y="2312178"/>
                  <a:ext cx="1325294" cy="1196086"/>
                  <a:chOff x="4246674" y="2312178"/>
                  <a:chExt cx="1325294" cy="1196086"/>
                </a:xfrm>
              </p:grpSpPr>
              <p:sp>
                <p:nvSpPr>
                  <p:cNvPr id="889" name="Freeform 888">
                    <a:extLst>
                      <a:ext uri="{FF2B5EF4-FFF2-40B4-BE49-F238E27FC236}">
                        <a16:creationId xmlns:a16="http://schemas.microsoft.com/office/drawing/2014/main" id="{B6140FB4-5795-A32D-9338-73E06D95EA20}"/>
                      </a:ext>
                    </a:extLst>
                  </p:cNvPr>
                  <p:cNvSpPr/>
                  <p:nvPr/>
                </p:nvSpPr>
                <p:spPr>
                  <a:xfrm>
                    <a:off x="4712189" y="2614434"/>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890" name="TextBox 889">
                    <a:extLst>
                      <a:ext uri="{FF2B5EF4-FFF2-40B4-BE49-F238E27FC236}">
                        <a16:creationId xmlns:a16="http://schemas.microsoft.com/office/drawing/2014/main" id="{116EBE31-390E-461D-45E3-D8222DADDA37}"/>
                      </a:ext>
                    </a:extLst>
                  </p:cNvPr>
                  <p:cNvSpPr txBox="1"/>
                  <p:nvPr/>
                </p:nvSpPr>
                <p:spPr>
                  <a:xfrm>
                    <a:off x="4306591" y="3184709"/>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a:t>
                    </a:r>
                  </a:p>
                </p:txBody>
              </p:sp>
              <p:sp>
                <p:nvSpPr>
                  <p:cNvPr id="891" name="TextBox 890">
                    <a:extLst>
                      <a:ext uri="{FF2B5EF4-FFF2-40B4-BE49-F238E27FC236}">
                        <a16:creationId xmlns:a16="http://schemas.microsoft.com/office/drawing/2014/main" id="{C8802792-D78B-5248-72AC-49C2A2AB4955}"/>
                      </a:ext>
                    </a:extLst>
                  </p:cNvPr>
                  <p:cNvSpPr txBox="1"/>
                  <p:nvPr/>
                </p:nvSpPr>
                <p:spPr>
                  <a:xfrm>
                    <a:off x="4306591" y="3056312"/>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2.5%</a:t>
                    </a:r>
                  </a:p>
                </p:txBody>
              </p:sp>
              <p:sp>
                <p:nvSpPr>
                  <p:cNvPr id="892" name="TextBox 891">
                    <a:extLst>
                      <a:ext uri="{FF2B5EF4-FFF2-40B4-BE49-F238E27FC236}">
                        <a16:creationId xmlns:a16="http://schemas.microsoft.com/office/drawing/2014/main" id="{C7A32830-238B-8AB8-8887-90CF08D46C82}"/>
                      </a:ext>
                    </a:extLst>
                  </p:cNvPr>
                  <p:cNvSpPr txBox="1"/>
                  <p:nvPr/>
                </p:nvSpPr>
                <p:spPr>
                  <a:xfrm>
                    <a:off x="4306591" y="2927915"/>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5.0%</a:t>
                    </a:r>
                  </a:p>
                </p:txBody>
              </p:sp>
              <p:sp>
                <p:nvSpPr>
                  <p:cNvPr id="893" name="TextBox 892">
                    <a:extLst>
                      <a:ext uri="{FF2B5EF4-FFF2-40B4-BE49-F238E27FC236}">
                        <a16:creationId xmlns:a16="http://schemas.microsoft.com/office/drawing/2014/main" id="{6794B332-4FF9-2407-9B43-92B5AD1B4CDC}"/>
                      </a:ext>
                    </a:extLst>
                  </p:cNvPr>
                  <p:cNvSpPr txBox="1"/>
                  <p:nvPr/>
                </p:nvSpPr>
                <p:spPr>
                  <a:xfrm>
                    <a:off x="4306591" y="2799518"/>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7.5%</a:t>
                    </a:r>
                  </a:p>
                </p:txBody>
              </p:sp>
              <p:sp>
                <p:nvSpPr>
                  <p:cNvPr id="894" name="TextBox 893">
                    <a:extLst>
                      <a:ext uri="{FF2B5EF4-FFF2-40B4-BE49-F238E27FC236}">
                        <a16:creationId xmlns:a16="http://schemas.microsoft.com/office/drawing/2014/main" id="{7650048D-A0F8-A5C3-76FB-7C04F1CEE073}"/>
                      </a:ext>
                    </a:extLst>
                  </p:cNvPr>
                  <p:cNvSpPr txBox="1"/>
                  <p:nvPr/>
                </p:nvSpPr>
                <p:spPr>
                  <a:xfrm>
                    <a:off x="4246674" y="2671121"/>
                    <a:ext cx="4889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10.0%</a:t>
                    </a:r>
                  </a:p>
                </p:txBody>
              </p:sp>
              <p:sp>
                <p:nvSpPr>
                  <p:cNvPr id="895" name="TextBox 894">
                    <a:extLst>
                      <a:ext uri="{FF2B5EF4-FFF2-40B4-BE49-F238E27FC236}">
                        <a16:creationId xmlns:a16="http://schemas.microsoft.com/office/drawing/2014/main" id="{B07DA9B4-3653-DDDA-B661-15B66F9824DB}"/>
                      </a:ext>
                    </a:extLst>
                  </p:cNvPr>
                  <p:cNvSpPr txBox="1"/>
                  <p:nvPr/>
                </p:nvSpPr>
                <p:spPr>
                  <a:xfrm>
                    <a:off x="4246674" y="2542724"/>
                    <a:ext cx="4889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12.5%</a:t>
                    </a:r>
                  </a:p>
                </p:txBody>
              </p:sp>
              <p:sp>
                <p:nvSpPr>
                  <p:cNvPr id="896" name="Freeform 895">
                    <a:extLst>
                      <a:ext uri="{FF2B5EF4-FFF2-40B4-BE49-F238E27FC236}">
                        <a16:creationId xmlns:a16="http://schemas.microsoft.com/office/drawing/2014/main" id="{A0B1591A-8163-D27D-72F8-2418353BFEA9}"/>
                      </a:ext>
                    </a:extLst>
                  </p:cNvPr>
                  <p:cNvSpPr/>
                  <p:nvPr/>
                </p:nvSpPr>
                <p:spPr>
                  <a:xfrm>
                    <a:off x="4677392" y="329159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897" name="Freeform 896">
                    <a:extLst>
                      <a:ext uri="{FF2B5EF4-FFF2-40B4-BE49-F238E27FC236}">
                        <a16:creationId xmlns:a16="http://schemas.microsoft.com/office/drawing/2014/main" id="{840C6F37-B30F-7F27-F85A-8577917D8C5A}"/>
                      </a:ext>
                    </a:extLst>
                  </p:cNvPr>
                  <p:cNvSpPr/>
                  <p:nvPr/>
                </p:nvSpPr>
                <p:spPr>
                  <a:xfrm>
                    <a:off x="4677392" y="316320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898" name="Freeform 897">
                    <a:extLst>
                      <a:ext uri="{FF2B5EF4-FFF2-40B4-BE49-F238E27FC236}">
                        <a16:creationId xmlns:a16="http://schemas.microsoft.com/office/drawing/2014/main" id="{4F919AC3-B697-3772-8BE3-7BBA475CB214}"/>
                      </a:ext>
                    </a:extLst>
                  </p:cNvPr>
                  <p:cNvSpPr/>
                  <p:nvPr/>
                </p:nvSpPr>
                <p:spPr>
                  <a:xfrm>
                    <a:off x="4677392" y="303480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899" name="Freeform 898">
                    <a:extLst>
                      <a:ext uri="{FF2B5EF4-FFF2-40B4-BE49-F238E27FC236}">
                        <a16:creationId xmlns:a16="http://schemas.microsoft.com/office/drawing/2014/main" id="{D349ED66-FA16-BA65-E5B0-59556F37F970}"/>
                      </a:ext>
                    </a:extLst>
                  </p:cNvPr>
                  <p:cNvSpPr/>
                  <p:nvPr/>
                </p:nvSpPr>
                <p:spPr>
                  <a:xfrm>
                    <a:off x="4677392" y="290640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900" name="Freeform 899">
                    <a:extLst>
                      <a:ext uri="{FF2B5EF4-FFF2-40B4-BE49-F238E27FC236}">
                        <a16:creationId xmlns:a16="http://schemas.microsoft.com/office/drawing/2014/main" id="{92130CA5-E52F-0011-E959-982C3DC924A2}"/>
                      </a:ext>
                    </a:extLst>
                  </p:cNvPr>
                  <p:cNvSpPr/>
                  <p:nvPr/>
                </p:nvSpPr>
                <p:spPr>
                  <a:xfrm>
                    <a:off x="4677392" y="277801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901" name="Freeform 900">
                    <a:extLst>
                      <a:ext uri="{FF2B5EF4-FFF2-40B4-BE49-F238E27FC236}">
                        <a16:creationId xmlns:a16="http://schemas.microsoft.com/office/drawing/2014/main" id="{56A079D8-7504-0389-0CAC-07898E0BC4CB}"/>
                      </a:ext>
                    </a:extLst>
                  </p:cNvPr>
                  <p:cNvSpPr/>
                  <p:nvPr/>
                </p:nvSpPr>
                <p:spPr>
                  <a:xfrm>
                    <a:off x="4677392" y="264961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902" name="Freeform 901">
                    <a:extLst>
                      <a:ext uri="{FF2B5EF4-FFF2-40B4-BE49-F238E27FC236}">
                        <a16:creationId xmlns:a16="http://schemas.microsoft.com/office/drawing/2014/main" id="{5C286418-924D-F6F4-1A1B-5F75629D7306}"/>
                      </a:ext>
                    </a:extLst>
                  </p:cNvPr>
                  <p:cNvSpPr/>
                  <p:nvPr/>
                </p:nvSpPr>
                <p:spPr>
                  <a:xfrm>
                    <a:off x="4712189" y="3291598"/>
                    <a:ext cx="688847" cy="12700"/>
                  </a:xfrm>
                  <a:custGeom>
                    <a:avLst/>
                    <a:gdLst>
                      <a:gd name="csX0" fmla="*/ 0 w 688847"/>
                      <a:gd name="csY0" fmla="*/ 0 h 12700"/>
                      <a:gd name="csX1" fmla="*/ 688848 w 688847"/>
                      <a:gd name="csY1" fmla="*/ 0 h 12700"/>
                    </a:gdLst>
                    <a:ahLst/>
                    <a:cxnLst>
                      <a:cxn ang="0">
                        <a:pos x="csX0" y="csY0"/>
                      </a:cxn>
                      <a:cxn ang="0">
                        <a:pos x="csX1" y="csY1"/>
                      </a:cxn>
                    </a:cxnLst>
                    <a:rect l="l" t="t" r="r" b="b"/>
                    <a:pathLst>
                      <a:path w="688847" h="12700">
                        <a:moveTo>
                          <a:pt x="0" y="0"/>
                        </a:moveTo>
                        <a:lnTo>
                          <a:pt x="688848" y="0"/>
                        </a:lnTo>
                      </a:path>
                    </a:pathLst>
                  </a:custGeom>
                  <a:noFill/>
                  <a:ln w="13589" cap="sq">
                    <a:solidFill>
                      <a:srgbClr val="000000"/>
                    </a:solidFill>
                    <a:prstDash val="solid"/>
                    <a:round/>
                  </a:ln>
                </p:spPr>
                <p:txBody>
                  <a:bodyPr/>
                  <a:lstStyle/>
                  <a:p>
                    <a:pPr algn="ctr"/>
                    <a:endParaRPr lang="en-US" sz="1890"/>
                  </a:p>
                </p:txBody>
              </p:sp>
              <p:sp>
                <p:nvSpPr>
                  <p:cNvPr id="903" name="Freeform 902">
                    <a:extLst>
                      <a:ext uri="{FF2B5EF4-FFF2-40B4-BE49-F238E27FC236}">
                        <a16:creationId xmlns:a16="http://schemas.microsoft.com/office/drawing/2014/main" id="{3A66C6E9-5EE2-5C94-D245-EAA11D637297}"/>
                      </a:ext>
                    </a:extLst>
                  </p:cNvPr>
                  <p:cNvSpPr/>
                  <p:nvPr/>
                </p:nvSpPr>
                <p:spPr>
                  <a:xfrm>
                    <a:off x="4791692"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04" name="Freeform 903">
                    <a:extLst>
                      <a:ext uri="{FF2B5EF4-FFF2-40B4-BE49-F238E27FC236}">
                        <a16:creationId xmlns:a16="http://schemas.microsoft.com/office/drawing/2014/main" id="{D5CF37B7-3031-DB71-DADF-47B74BCE4EBD}"/>
                      </a:ext>
                    </a:extLst>
                  </p:cNvPr>
                  <p:cNvSpPr/>
                  <p:nvPr/>
                </p:nvSpPr>
                <p:spPr>
                  <a:xfrm>
                    <a:off x="4924153"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05" name="Freeform 904">
                    <a:extLst>
                      <a:ext uri="{FF2B5EF4-FFF2-40B4-BE49-F238E27FC236}">
                        <a16:creationId xmlns:a16="http://schemas.microsoft.com/office/drawing/2014/main" id="{0671E54A-1AE7-E27C-81BA-29870C6CFC9F}"/>
                      </a:ext>
                    </a:extLst>
                  </p:cNvPr>
                  <p:cNvSpPr/>
                  <p:nvPr/>
                </p:nvSpPr>
                <p:spPr>
                  <a:xfrm>
                    <a:off x="5056614"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06" name="Freeform 905">
                    <a:extLst>
                      <a:ext uri="{FF2B5EF4-FFF2-40B4-BE49-F238E27FC236}">
                        <a16:creationId xmlns:a16="http://schemas.microsoft.com/office/drawing/2014/main" id="{249C1C13-B5FE-9AB6-DD85-0AC2BA4CC6B6}"/>
                      </a:ext>
                    </a:extLst>
                  </p:cNvPr>
                  <p:cNvSpPr/>
                  <p:nvPr/>
                </p:nvSpPr>
                <p:spPr>
                  <a:xfrm>
                    <a:off x="5189075"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07" name="Freeform 906">
                    <a:extLst>
                      <a:ext uri="{FF2B5EF4-FFF2-40B4-BE49-F238E27FC236}">
                        <a16:creationId xmlns:a16="http://schemas.microsoft.com/office/drawing/2014/main" id="{2DBEB5D0-7464-2526-0C0B-0132AEAAA6EA}"/>
                      </a:ext>
                    </a:extLst>
                  </p:cNvPr>
                  <p:cNvSpPr/>
                  <p:nvPr/>
                </p:nvSpPr>
                <p:spPr>
                  <a:xfrm>
                    <a:off x="5321536" y="329159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08" name="TextBox 907">
                    <a:extLst>
                      <a:ext uri="{FF2B5EF4-FFF2-40B4-BE49-F238E27FC236}">
                        <a16:creationId xmlns:a16="http://schemas.microsoft.com/office/drawing/2014/main" id="{86193042-4A1A-97F8-014C-AE3463733942}"/>
                      </a:ext>
                    </a:extLst>
                  </p:cNvPr>
                  <p:cNvSpPr txBox="1"/>
                  <p:nvPr/>
                </p:nvSpPr>
                <p:spPr>
                  <a:xfrm>
                    <a:off x="4651563" y="3287452"/>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909" name="TextBox 908">
                    <a:extLst>
                      <a:ext uri="{FF2B5EF4-FFF2-40B4-BE49-F238E27FC236}">
                        <a16:creationId xmlns:a16="http://schemas.microsoft.com/office/drawing/2014/main" id="{7633045A-F92C-E5DB-CE75-9AAFF15F6787}"/>
                      </a:ext>
                    </a:extLst>
                  </p:cNvPr>
                  <p:cNvSpPr txBox="1"/>
                  <p:nvPr/>
                </p:nvSpPr>
                <p:spPr>
                  <a:xfrm>
                    <a:off x="4812016" y="3287452"/>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910" name="TextBox 909">
                    <a:extLst>
                      <a:ext uri="{FF2B5EF4-FFF2-40B4-BE49-F238E27FC236}">
                        <a16:creationId xmlns:a16="http://schemas.microsoft.com/office/drawing/2014/main" id="{FD6AFDFF-8DF3-68D3-5B35-9B5BCE72B708}"/>
                      </a:ext>
                    </a:extLst>
                  </p:cNvPr>
                  <p:cNvSpPr txBox="1"/>
                  <p:nvPr/>
                </p:nvSpPr>
                <p:spPr>
                  <a:xfrm>
                    <a:off x="4915637" y="3287452"/>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911" name="TextBox 910">
                    <a:extLst>
                      <a:ext uri="{FF2B5EF4-FFF2-40B4-BE49-F238E27FC236}">
                        <a16:creationId xmlns:a16="http://schemas.microsoft.com/office/drawing/2014/main" id="{6043CB55-7340-2DB6-754C-0937D5CBD5F0}"/>
                      </a:ext>
                    </a:extLst>
                  </p:cNvPr>
                  <p:cNvSpPr txBox="1"/>
                  <p:nvPr/>
                </p:nvSpPr>
                <p:spPr>
                  <a:xfrm>
                    <a:off x="5022651" y="3287452"/>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912" name="TextBox 911">
                    <a:extLst>
                      <a:ext uri="{FF2B5EF4-FFF2-40B4-BE49-F238E27FC236}">
                        <a16:creationId xmlns:a16="http://schemas.microsoft.com/office/drawing/2014/main" id="{0FA26053-0830-DDFA-4906-36FE70D4FA8F}"/>
                      </a:ext>
                    </a:extLst>
                  </p:cNvPr>
                  <p:cNvSpPr txBox="1"/>
                  <p:nvPr/>
                </p:nvSpPr>
                <p:spPr>
                  <a:xfrm>
                    <a:off x="5192433" y="3287452"/>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915" name="TextBox 914">
                    <a:extLst>
                      <a:ext uri="{FF2B5EF4-FFF2-40B4-BE49-F238E27FC236}">
                        <a16:creationId xmlns:a16="http://schemas.microsoft.com/office/drawing/2014/main" id="{FDB8613D-7D9A-C987-1C9F-CE00C51C5E7A}"/>
                      </a:ext>
                    </a:extLst>
                  </p:cNvPr>
                  <p:cNvSpPr txBox="1"/>
                  <p:nvPr/>
                </p:nvSpPr>
                <p:spPr>
                  <a:xfrm>
                    <a:off x="4523213" y="2312178"/>
                    <a:ext cx="1048755"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3_Spall_GABA</a:t>
                    </a:r>
                  </a:p>
                </p:txBody>
              </p:sp>
            </p:grpSp>
          </p:grpSp>
          <p:grpSp>
            <p:nvGrpSpPr>
              <p:cNvPr id="916" name="Graphic 593">
                <a:extLst>
                  <a:ext uri="{FF2B5EF4-FFF2-40B4-BE49-F238E27FC236}">
                    <a16:creationId xmlns:a16="http://schemas.microsoft.com/office/drawing/2014/main" id="{8D3760F1-A4B2-C355-B622-4FF30C097176}"/>
                  </a:ext>
                </a:extLst>
              </p:cNvPr>
              <p:cNvGrpSpPr/>
              <p:nvPr/>
            </p:nvGrpSpPr>
            <p:grpSpPr>
              <a:xfrm>
                <a:off x="4479477" y="2044085"/>
                <a:ext cx="1228774" cy="1196086"/>
                <a:chOff x="357246" y="3752714"/>
                <a:chExt cx="1228774" cy="1196086"/>
              </a:xfrm>
            </p:grpSpPr>
            <p:grpSp>
              <p:nvGrpSpPr>
                <p:cNvPr id="919" name="Graphic 593">
                  <a:extLst>
                    <a:ext uri="{FF2B5EF4-FFF2-40B4-BE49-F238E27FC236}">
                      <a16:creationId xmlns:a16="http://schemas.microsoft.com/office/drawing/2014/main" id="{A4F49285-A936-5B12-8451-2912ADA36682}"/>
                    </a:ext>
                  </a:extLst>
                </p:cNvPr>
                <p:cNvGrpSpPr/>
                <p:nvPr/>
              </p:nvGrpSpPr>
              <p:grpSpPr>
                <a:xfrm>
                  <a:off x="713436" y="3984632"/>
                  <a:ext cx="801530" cy="747629"/>
                  <a:chOff x="713436" y="3984632"/>
                  <a:chExt cx="801530" cy="747629"/>
                </a:xfrm>
              </p:grpSpPr>
              <p:sp>
                <p:nvSpPr>
                  <p:cNvPr id="920" name="Freeform 919">
                    <a:extLst>
                      <a:ext uri="{FF2B5EF4-FFF2-40B4-BE49-F238E27FC236}">
                        <a16:creationId xmlns:a16="http://schemas.microsoft.com/office/drawing/2014/main" id="{452F9240-DE03-DF07-3601-04EDD53E3879}"/>
                      </a:ext>
                    </a:extLst>
                  </p:cNvPr>
                  <p:cNvSpPr/>
                  <p:nvPr/>
                </p:nvSpPr>
                <p:spPr>
                  <a:xfrm>
                    <a:off x="733027" y="4054970"/>
                    <a:ext cx="781939" cy="677290"/>
                  </a:xfrm>
                  <a:custGeom>
                    <a:avLst/>
                    <a:gdLst>
                      <a:gd name="csX0" fmla="*/ 0 w 781939"/>
                      <a:gd name="csY0" fmla="*/ 0 h 677290"/>
                      <a:gd name="csX1" fmla="*/ 781939 w 781939"/>
                      <a:gd name="csY1" fmla="*/ 0 h 677290"/>
                      <a:gd name="csX2" fmla="*/ 781939 w 781939"/>
                      <a:gd name="csY2" fmla="*/ 677291 h 677290"/>
                      <a:gd name="csX3" fmla="*/ 0 w 781939"/>
                      <a:gd name="csY3" fmla="*/ 677291 h 677290"/>
                    </a:gdLst>
                    <a:ahLst/>
                    <a:cxnLst>
                      <a:cxn ang="0">
                        <a:pos x="csX0" y="csY0"/>
                      </a:cxn>
                      <a:cxn ang="0">
                        <a:pos x="csX1" y="csY1"/>
                      </a:cxn>
                      <a:cxn ang="0">
                        <a:pos x="csX2" y="csY2"/>
                      </a:cxn>
                      <a:cxn ang="0">
                        <a:pos x="csX3" y="csY3"/>
                      </a:cxn>
                    </a:cxnLst>
                    <a:rect l="l" t="t" r="r" b="b"/>
                    <a:pathLst>
                      <a:path w="781939" h="677290">
                        <a:moveTo>
                          <a:pt x="0" y="0"/>
                        </a:moveTo>
                        <a:lnTo>
                          <a:pt x="781939" y="0"/>
                        </a:lnTo>
                        <a:lnTo>
                          <a:pt x="781939"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921" name="Freeform 920">
                    <a:extLst>
                      <a:ext uri="{FF2B5EF4-FFF2-40B4-BE49-F238E27FC236}">
                        <a16:creationId xmlns:a16="http://schemas.microsoft.com/office/drawing/2014/main" id="{8F040537-FF24-5F4E-F0B0-1EE0118E783E}"/>
                      </a:ext>
                    </a:extLst>
                  </p:cNvPr>
                  <p:cNvSpPr/>
                  <p:nvPr/>
                </p:nvSpPr>
                <p:spPr>
                  <a:xfrm>
                    <a:off x="778112" y="4428858"/>
                    <a:ext cx="90170" cy="303276"/>
                  </a:xfrm>
                  <a:custGeom>
                    <a:avLst/>
                    <a:gdLst>
                      <a:gd name="csX0" fmla="*/ 0 w 90170"/>
                      <a:gd name="csY0" fmla="*/ 0 h 303276"/>
                      <a:gd name="csX1" fmla="*/ 90170 w 90170"/>
                      <a:gd name="csY1" fmla="*/ 0 h 303276"/>
                      <a:gd name="csX2" fmla="*/ 90170 w 90170"/>
                      <a:gd name="csY2" fmla="*/ 303276 h 303276"/>
                      <a:gd name="csX3" fmla="*/ 0 w 90170"/>
                      <a:gd name="csY3" fmla="*/ 303276 h 303276"/>
                    </a:gdLst>
                    <a:ahLst/>
                    <a:cxnLst>
                      <a:cxn ang="0">
                        <a:pos x="csX0" y="csY0"/>
                      </a:cxn>
                      <a:cxn ang="0">
                        <a:pos x="csX1" y="csY1"/>
                      </a:cxn>
                      <a:cxn ang="0">
                        <a:pos x="csX2" y="csY2"/>
                      </a:cxn>
                      <a:cxn ang="0">
                        <a:pos x="csX3" y="csY3"/>
                      </a:cxn>
                    </a:cxnLst>
                    <a:rect l="l" t="t" r="r" b="b"/>
                    <a:pathLst>
                      <a:path w="90170" h="303276">
                        <a:moveTo>
                          <a:pt x="0" y="0"/>
                        </a:moveTo>
                        <a:lnTo>
                          <a:pt x="90170" y="0"/>
                        </a:lnTo>
                        <a:lnTo>
                          <a:pt x="90170" y="303276"/>
                        </a:lnTo>
                        <a:lnTo>
                          <a:pt x="0" y="303276"/>
                        </a:lnTo>
                        <a:close/>
                      </a:path>
                    </a:pathLst>
                  </a:custGeom>
                  <a:solidFill>
                    <a:srgbClr val="1965B0"/>
                  </a:solidFill>
                  <a:ln w="13589" cap="flat">
                    <a:noFill/>
                    <a:prstDash val="solid"/>
                    <a:miter/>
                  </a:ln>
                </p:spPr>
                <p:txBody>
                  <a:bodyPr/>
                  <a:lstStyle/>
                  <a:p>
                    <a:pPr algn="ctr"/>
                    <a:endParaRPr lang="en-US" sz="1890"/>
                  </a:p>
                </p:txBody>
              </p:sp>
              <p:sp>
                <p:nvSpPr>
                  <p:cNvPr id="922" name="Freeform 921">
                    <a:extLst>
                      <a:ext uri="{FF2B5EF4-FFF2-40B4-BE49-F238E27FC236}">
                        <a16:creationId xmlns:a16="http://schemas.microsoft.com/office/drawing/2014/main" id="{D7EAF1CC-D67F-E541-557C-2B75929163C5}"/>
                      </a:ext>
                    </a:extLst>
                  </p:cNvPr>
                  <p:cNvSpPr/>
                  <p:nvPr/>
                </p:nvSpPr>
                <p:spPr>
                  <a:xfrm>
                    <a:off x="928480" y="4476737"/>
                    <a:ext cx="90170" cy="255397"/>
                  </a:xfrm>
                  <a:custGeom>
                    <a:avLst/>
                    <a:gdLst>
                      <a:gd name="csX0" fmla="*/ 0 w 90170"/>
                      <a:gd name="csY0" fmla="*/ 0 h 255397"/>
                      <a:gd name="csX1" fmla="*/ 90170 w 90170"/>
                      <a:gd name="csY1" fmla="*/ 0 h 255397"/>
                      <a:gd name="csX2" fmla="*/ 90170 w 90170"/>
                      <a:gd name="csY2" fmla="*/ 255397 h 255397"/>
                      <a:gd name="csX3" fmla="*/ 0 w 90170"/>
                      <a:gd name="csY3" fmla="*/ 255397 h 255397"/>
                    </a:gdLst>
                    <a:ahLst/>
                    <a:cxnLst>
                      <a:cxn ang="0">
                        <a:pos x="csX0" y="csY0"/>
                      </a:cxn>
                      <a:cxn ang="0">
                        <a:pos x="csX1" y="csY1"/>
                      </a:cxn>
                      <a:cxn ang="0">
                        <a:pos x="csX2" y="csY2"/>
                      </a:cxn>
                      <a:cxn ang="0">
                        <a:pos x="csX3" y="csY3"/>
                      </a:cxn>
                    </a:cxnLst>
                    <a:rect l="l" t="t" r="r" b="b"/>
                    <a:pathLst>
                      <a:path w="90170" h="255397">
                        <a:moveTo>
                          <a:pt x="0" y="0"/>
                        </a:moveTo>
                        <a:lnTo>
                          <a:pt x="90170" y="0"/>
                        </a:lnTo>
                        <a:lnTo>
                          <a:pt x="90170" y="255397"/>
                        </a:lnTo>
                        <a:lnTo>
                          <a:pt x="0" y="255397"/>
                        </a:lnTo>
                        <a:close/>
                      </a:path>
                    </a:pathLst>
                  </a:custGeom>
                  <a:solidFill>
                    <a:srgbClr val="4EB265"/>
                  </a:solidFill>
                  <a:ln w="13589" cap="flat">
                    <a:noFill/>
                    <a:prstDash val="solid"/>
                    <a:miter/>
                  </a:ln>
                </p:spPr>
                <p:txBody>
                  <a:bodyPr/>
                  <a:lstStyle/>
                  <a:p>
                    <a:pPr algn="ctr"/>
                    <a:endParaRPr lang="en-US" sz="1890"/>
                  </a:p>
                </p:txBody>
              </p:sp>
              <p:sp>
                <p:nvSpPr>
                  <p:cNvPr id="923" name="Freeform 922">
                    <a:extLst>
                      <a:ext uri="{FF2B5EF4-FFF2-40B4-BE49-F238E27FC236}">
                        <a16:creationId xmlns:a16="http://schemas.microsoft.com/office/drawing/2014/main" id="{E3C1963A-33E5-429F-858F-CFDDBC22765D}"/>
                      </a:ext>
                    </a:extLst>
                  </p:cNvPr>
                  <p:cNvSpPr/>
                  <p:nvPr/>
                </p:nvSpPr>
                <p:spPr>
                  <a:xfrm>
                    <a:off x="1078848" y="4530712"/>
                    <a:ext cx="90169" cy="201549"/>
                  </a:xfrm>
                  <a:custGeom>
                    <a:avLst/>
                    <a:gdLst>
                      <a:gd name="csX0" fmla="*/ 0 w 90169"/>
                      <a:gd name="csY0" fmla="*/ 0 h 201549"/>
                      <a:gd name="csX1" fmla="*/ 90170 w 90169"/>
                      <a:gd name="csY1" fmla="*/ 0 h 201549"/>
                      <a:gd name="csX2" fmla="*/ 90170 w 90169"/>
                      <a:gd name="csY2" fmla="*/ 201549 h 201549"/>
                      <a:gd name="csX3" fmla="*/ 0 w 90169"/>
                      <a:gd name="csY3" fmla="*/ 201549 h 201549"/>
                    </a:gdLst>
                    <a:ahLst/>
                    <a:cxnLst>
                      <a:cxn ang="0">
                        <a:pos x="csX0" y="csY0"/>
                      </a:cxn>
                      <a:cxn ang="0">
                        <a:pos x="csX1" y="csY1"/>
                      </a:cxn>
                      <a:cxn ang="0">
                        <a:pos x="csX2" y="csY2"/>
                      </a:cxn>
                      <a:cxn ang="0">
                        <a:pos x="csX3" y="csY3"/>
                      </a:cxn>
                    </a:cxnLst>
                    <a:rect l="l" t="t" r="r" b="b"/>
                    <a:pathLst>
                      <a:path w="90169" h="201549">
                        <a:moveTo>
                          <a:pt x="0" y="0"/>
                        </a:moveTo>
                        <a:lnTo>
                          <a:pt x="90170" y="0"/>
                        </a:lnTo>
                        <a:lnTo>
                          <a:pt x="90170" y="201549"/>
                        </a:lnTo>
                        <a:lnTo>
                          <a:pt x="0" y="201549"/>
                        </a:lnTo>
                        <a:close/>
                      </a:path>
                    </a:pathLst>
                  </a:custGeom>
                  <a:solidFill>
                    <a:srgbClr val="F7F056"/>
                  </a:solidFill>
                  <a:ln w="13589" cap="flat">
                    <a:noFill/>
                    <a:prstDash val="solid"/>
                    <a:miter/>
                  </a:ln>
                </p:spPr>
                <p:txBody>
                  <a:bodyPr/>
                  <a:lstStyle/>
                  <a:p>
                    <a:pPr algn="ctr"/>
                    <a:endParaRPr lang="en-US" sz="1890"/>
                  </a:p>
                </p:txBody>
              </p:sp>
              <p:sp>
                <p:nvSpPr>
                  <p:cNvPr id="924" name="Freeform 923">
                    <a:extLst>
                      <a:ext uri="{FF2B5EF4-FFF2-40B4-BE49-F238E27FC236}">
                        <a16:creationId xmlns:a16="http://schemas.microsoft.com/office/drawing/2014/main" id="{4B528268-1AD3-5715-434E-F66FA348F87F}"/>
                      </a:ext>
                    </a:extLst>
                  </p:cNvPr>
                  <p:cNvSpPr/>
                  <p:nvPr/>
                </p:nvSpPr>
                <p:spPr>
                  <a:xfrm>
                    <a:off x="1229216" y="4448543"/>
                    <a:ext cx="90169" cy="283591"/>
                  </a:xfrm>
                  <a:custGeom>
                    <a:avLst/>
                    <a:gdLst>
                      <a:gd name="csX0" fmla="*/ 0 w 90169"/>
                      <a:gd name="csY0" fmla="*/ 0 h 283591"/>
                      <a:gd name="csX1" fmla="*/ 90170 w 90169"/>
                      <a:gd name="csY1" fmla="*/ 0 h 283591"/>
                      <a:gd name="csX2" fmla="*/ 90170 w 90169"/>
                      <a:gd name="csY2" fmla="*/ 283591 h 283591"/>
                      <a:gd name="csX3" fmla="*/ 0 w 90169"/>
                      <a:gd name="csY3" fmla="*/ 283591 h 283591"/>
                    </a:gdLst>
                    <a:ahLst/>
                    <a:cxnLst>
                      <a:cxn ang="0">
                        <a:pos x="csX0" y="csY0"/>
                      </a:cxn>
                      <a:cxn ang="0">
                        <a:pos x="csX1" y="csY1"/>
                      </a:cxn>
                      <a:cxn ang="0">
                        <a:pos x="csX2" y="csY2"/>
                      </a:cxn>
                      <a:cxn ang="0">
                        <a:pos x="csX3" y="csY3"/>
                      </a:cxn>
                    </a:cxnLst>
                    <a:rect l="l" t="t" r="r" b="b"/>
                    <a:pathLst>
                      <a:path w="90169" h="283591">
                        <a:moveTo>
                          <a:pt x="0" y="0"/>
                        </a:moveTo>
                        <a:lnTo>
                          <a:pt x="90170" y="0"/>
                        </a:lnTo>
                        <a:lnTo>
                          <a:pt x="90170" y="283591"/>
                        </a:lnTo>
                        <a:lnTo>
                          <a:pt x="0" y="283591"/>
                        </a:lnTo>
                        <a:close/>
                      </a:path>
                    </a:pathLst>
                  </a:custGeom>
                  <a:solidFill>
                    <a:srgbClr val="7BAFDE"/>
                  </a:solidFill>
                  <a:ln w="13589" cap="flat">
                    <a:noFill/>
                    <a:prstDash val="solid"/>
                    <a:miter/>
                  </a:ln>
                </p:spPr>
                <p:txBody>
                  <a:bodyPr/>
                  <a:lstStyle/>
                  <a:p>
                    <a:pPr algn="ctr"/>
                    <a:endParaRPr lang="en-US" sz="1890"/>
                  </a:p>
                </p:txBody>
              </p:sp>
              <p:sp>
                <p:nvSpPr>
                  <p:cNvPr id="925" name="Freeform 924">
                    <a:extLst>
                      <a:ext uri="{FF2B5EF4-FFF2-40B4-BE49-F238E27FC236}">
                        <a16:creationId xmlns:a16="http://schemas.microsoft.com/office/drawing/2014/main" id="{85304705-F51C-E5FA-12E6-46A32CF431E1}"/>
                      </a:ext>
                    </a:extLst>
                  </p:cNvPr>
                  <p:cNvSpPr/>
                  <p:nvPr/>
                </p:nvSpPr>
                <p:spPr>
                  <a:xfrm>
                    <a:off x="1379584" y="4445495"/>
                    <a:ext cx="90169" cy="286765"/>
                  </a:xfrm>
                  <a:custGeom>
                    <a:avLst/>
                    <a:gdLst>
                      <a:gd name="csX0" fmla="*/ 0 w 90169"/>
                      <a:gd name="csY0" fmla="*/ 0 h 286765"/>
                      <a:gd name="csX1" fmla="*/ 90170 w 90169"/>
                      <a:gd name="csY1" fmla="*/ 0 h 286765"/>
                      <a:gd name="csX2" fmla="*/ 90170 w 90169"/>
                      <a:gd name="csY2" fmla="*/ 286766 h 286765"/>
                      <a:gd name="csX3" fmla="*/ 0 w 90169"/>
                      <a:gd name="csY3" fmla="*/ 286766 h 286765"/>
                    </a:gdLst>
                    <a:ahLst/>
                    <a:cxnLst>
                      <a:cxn ang="0">
                        <a:pos x="csX0" y="csY0"/>
                      </a:cxn>
                      <a:cxn ang="0">
                        <a:pos x="csX1" y="csY1"/>
                      </a:cxn>
                      <a:cxn ang="0">
                        <a:pos x="csX2" y="csY2"/>
                      </a:cxn>
                      <a:cxn ang="0">
                        <a:pos x="csX3" y="csY3"/>
                      </a:cxn>
                    </a:cxnLst>
                    <a:rect l="l" t="t" r="r" b="b"/>
                    <a:pathLst>
                      <a:path w="90169" h="286765">
                        <a:moveTo>
                          <a:pt x="0" y="0"/>
                        </a:moveTo>
                        <a:lnTo>
                          <a:pt x="90170" y="0"/>
                        </a:lnTo>
                        <a:lnTo>
                          <a:pt x="90170" y="286766"/>
                        </a:lnTo>
                        <a:lnTo>
                          <a:pt x="0" y="286766"/>
                        </a:lnTo>
                        <a:close/>
                      </a:path>
                    </a:pathLst>
                  </a:custGeom>
                  <a:solidFill>
                    <a:srgbClr val="DC050C"/>
                  </a:solidFill>
                  <a:ln w="13589" cap="flat">
                    <a:noFill/>
                    <a:prstDash val="solid"/>
                    <a:miter/>
                  </a:ln>
                </p:spPr>
                <p:txBody>
                  <a:bodyPr/>
                  <a:lstStyle/>
                  <a:p>
                    <a:pPr algn="ctr"/>
                    <a:endParaRPr lang="en-US" sz="1890"/>
                  </a:p>
                </p:txBody>
              </p:sp>
              <p:sp>
                <p:nvSpPr>
                  <p:cNvPr id="926" name="Freeform 925">
                    <a:extLst>
                      <a:ext uri="{FF2B5EF4-FFF2-40B4-BE49-F238E27FC236}">
                        <a16:creationId xmlns:a16="http://schemas.microsoft.com/office/drawing/2014/main" id="{3DD07C64-BA2B-F722-3807-2A62A5865440}"/>
                      </a:ext>
                    </a:extLst>
                  </p:cNvPr>
                  <p:cNvSpPr/>
                  <p:nvPr/>
                </p:nvSpPr>
                <p:spPr>
                  <a:xfrm>
                    <a:off x="793097" y="4397489"/>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927" name="Freeform 926">
                    <a:extLst>
                      <a:ext uri="{FF2B5EF4-FFF2-40B4-BE49-F238E27FC236}">
                        <a16:creationId xmlns:a16="http://schemas.microsoft.com/office/drawing/2014/main" id="{3F4259D9-877C-4C49-CC36-864CA16E3748}"/>
                      </a:ext>
                    </a:extLst>
                  </p:cNvPr>
                  <p:cNvSpPr/>
                  <p:nvPr/>
                </p:nvSpPr>
                <p:spPr>
                  <a:xfrm>
                    <a:off x="823197" y="4397489"/>
                    <a:ext cx="12700" cy="62864"/>
                  </a:xfrm>
                  <a:custGeom>
                    <a:avLst/>
                    <a:gdLst>
                      <a:gd name="csX0" fmla="*/ 0 w 12700"/>
                      <a:gd name="csY0" fmla="*/ 0 h 62864"/>
                      <a:gd name="csX1" fmla="*/ 0 w 12700"/>
                      <a:gd name="csY1" fmla="*/ 62865 h 62864"/>
                    </a:gdLst>
                    <a:ahLst/>
                    <a:cxnLst>
                      <a:cxn ang="0">
                        <a:pos x="csX0" y="csY0"/>
                      </a:cxn>
                      <a:cxn ang="0">
                        <a:pos x="csX1" y="csY1"/>
                      </a:cxn>
                    </a:cxnLst>
                    <a:rect l="l" t="t" r="r" b="b"/>
                    <a:pathLst>
                      <a:path w="12700" h="62864">
                        <a:moveTo>
                          <a:pt x="0" y="0"/>
                        </a:moveTo>
                        <a:lnTo>
                          <a:pt x="0" y="62865"/>
                        </a:lnTo>
                      </a:path>
                    </a:pathLst>
                  </a:custGeom>
                  <a:noFill/>
                  <a:ln w="13589" cap="flat">
                    <a:solidFill>
                      <a:srgbClr val="000000"/>
                    </a:solidFill>
                    <a:prstDash val="solid"/>
                    <a:round/>
                  </a:ln>
                </p:spPr>
                <p:txBody>
                  <a:bodyPr/>
                  <a:lstStyle/>
                  <a:p>
                    <a:pPr algn="ctr"/>
                    <a:endParaRPr lang="en-US" sz="1890"/>
                  </a:p>
                </p:txBody>
              </p:sp>
              <p:sp>
                <p:nvSpPr>
                  <p:cNvPr id="928" name="Freeform 927">
                    <a:extLst>
                      <a:ext uri="{FF2B5EF4-FFF2-40B4-BE49-F238E27FC236}">
                        <a16:creationId xmlns:a16="http://schemas.microsoft.com/office/drawing/2014/main" id="{30465822-4991-65F8-B7C1-15BC18AD3135}"/>
                      </a:ext>
                    </a:extLst>
                  </p:cNvPr>
                  <p:cNvSpPr/>
                  <p:nvPr/>
                </p:nvSpPr>
                <p:spPr>
                  <a:xfrm>
                    <a:off x="793097" y="4460353"/>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929" name="Freeform 928">
                    <a:extLst>
                      <a:ext uri="{FF2B5EF4-FFF2-40B4-BE49-F238E27FC236}">
                        <a16:creationId xmlns:a16="http://schemas.microsoft.com/office/drawing/2014/main" id="{4FF1A7FF-2110-6AB3-B6A9-1FCD4961A2AC}"/>
                      </a:ext>
                    </a:extLst>
                  </p:cNvPr>
                  <p:cNvSpPr/>
                  <p:nvPr/>
                </p:nvSpPr>
                <p:spPr>
                  <a:xfrm>
                    <a:off x="943465" y="4427968"/>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930" name="Freeform 929">
                    <a:extLst>
                      <a:ext uri="{FF2B5EF4-FFF2-40B4-BE49-F238E27FC236}">
                        <a16:creationId xmlns:a16="http://schemas.microsoft.com/office/drawing/2014/main" id="{2A09665D-B964-DC35-4832-6646FD066633}"/>
                      </a:ext>
                    </a:extLst>
                  </p:cNvPr>
                  <p:cNvSpPr/>
                  <p:nvPr/>
                </p:nvSpPr>
                <p:spPr>
                  <a:xfrm>
                    <a:off x="973565" y="4427968"/>
                    <a:ext cx="12700" cy="97663"/>
                  </a:xfrm>
                  <a:custGeom>
                    <a:avLst/>
                    <a:gdLst>
                      <a:gd name="csX0" fmla="*/ 0 w 12700"/>
                      <a:gd name="csY0" fmla="*/ 0 h 97663"/>
                      <a:gd name="csX1" fmla="*/ 0 w 12700"/>
                      <a:gd name="csY1" fmla="*/ 97663 h 97663"/>
                    </a:gdLst>
                    <a:ahLst/>
                    <a:cxnLst>
                      <a:cxn ang="0">
                        <a:pos x="csX0" y="csY0"/>
                      </a:cxn>
                      <a:cxn ang="0">
                        <a:pos x="csX1" y="csY1"/>
                      </a:cxn>
                    </a:cxnLst>
                    <a:rect l="l" t="t" r="r" b="b"/>
                    <a:pathLst>
                      <a:path w="12700" h="97663">
                        <a:moveTo>
                          <a:pt x="0" y="0"/>
                        </a:moveTo>
                        <a:lnTo>
                          <a:pt x="0" y="97663"/>
                        </a:lnTo>
                      </a:path>
                    </a:pathLst>
                  </a:custGeom>
                  <a:noFill/>
                  <a:ln w="13589" cap="flat">
                    <a:solidFill>
                      <a:srgbClr val="000000"/>
                    </a:solidFill>
                    <a:prstDash val="solid"/>
                    <a:round/>
                  </a:ln>
                </p:spPr>
                <p:txBody>
                  <a:bodyPr/>
                  <a:lstStyle/>
                  <a:p>
                    <a:pPr algn="ctr"/>
                    <a:endParaRPr lang="en-US" sz="1890"/>
                  </a:p>
                </p:txBody>
              </p:sp>
              <p:sp>
                <p:nvSpPr>
                  <p:cNvPr id="931" name="Freeform 930">
                    <a:extLst>
                      <a:ext uri="{FF2B5EF4-FFF2-40B4-BE49-F238E27FC236}">
                        <a16:creationId xmlns:a16="http://schemas.microsoft.com/office/drawing/2014/main" id="{1FBAA5C7-01DF-A82D-3D72-238B7D32913F}"/>
                      </a:ext>
                    </a:extLst>
                  </p:cNvPr>
                  <p:cNvSpPr/>
                  <p:nvPr/>
                </p:nvSpPr>
                <p:spPr>
                  <a:xfrm>
                    <a:off x="943465" y="4525632"/>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932" name="Freeform 931">
                    <a:extLst>
                      <a:ext uri="{FF2B5EF4-FFF2-40B4-BE49-F238E27FC236}">
                        <a16:creationId xmlns:a16="http://schemas.microsoft.com/office/drawing/2014/main" id="{901313F7-2923-F0B0-0FAD-340E60A2CD8D}"/>
                      </a:ext>
                    </a:extLst>
                  </p:cNvPr>
                  <p:cNvSpPr/>
                  <p:nvPr/>
                </p:nvSpPr>
                <p:spPr>
                  <a:xfrm>
                    <a:off x="1093834" y="4528045"/>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933" name="Freeform 932">
                    <a:extLst>
                      <a:ext uri="{FF2B5EF4-FFF2-40B4-BE49-F238E27FC236}">
                        <a16:creationId xmlns:a16="http://schemas.microsoft.com/office/drawing/2014/main" id="{2D5C4169-7B0E-A839-2A23-852302B57125}"/>
                      </a:ext>
                    </a:extLst>
                  </p:cNvPr>
                  <p:cNvSpPr/>
                  <p:nvPr/>
                </p:nvSpPr>
                <p:spPr>
                  <a:xfrm>
                    <a:off x="1123932" y="4528045"/>
                    <a:ext cx="12700" cy="5206"/>
                  </a:xfrm>
                  <a:custGeom>
                    <a:avLst/>
                    <a:gdLst>
                      <a:gd name="csX0" fmla="*/ 0 w 12700"/>
                      <a:gd name="csY0" fmla="*/ 0 h 5206"/>
                      <a:gd name="csX1" fmla="*/ 0 w 12700"/>
                      <a:gd name="csY1" fmla="*/ 5207 h 5206"/>
                    </a:gdLst>
                    <a:ahLst/>
                    <a:cxnLst>
                      <a:cxn ang="0">
                        <a:pos x="csX0" y="csY0"/>
                      </a:cxn>
                      <a:cxn ang="0">
                        <a:pos x="csX1" y="csY1"/>
                      </a:cxn>
                    </a:cxnLst>
                    <a:rect l="l" t="t" r="r" b="b"/>
                    <a:pathLst>
                      <a:path w="12700" h="5206">
                        <a:moveTo>
                          <a:pt x="0" y="0"/>
                        </a:moveTo>
                        <a:lnTo>
                          <a:pt x="0" y="5207"/>
                        </a:lnTo>
                      </a:path>
                    </a:pathLst>
                  </a:custGeom>
                  <a:noFill/>
                  <a:ln w="13589" cap="flat">
                    <a:solidFill>
                      <a:srgbClr val="000000"/>
                    </a:solidFill>
                    <a:prstDash val="solid"/>
                    <a:round/>
                  </a:ln>
                </p:spPr>
                <p:txBody>
                  <a:bodyPr/>
                  <a:lstStyle/>
                  <a:p>
                    <a:pPr algn="ctr"/>
                    <a:endParaRPr lang="en-US" sz="1890"/>
                  </a:p>
                </p:txBody>
              </p:sp>
              <p:sp>
                <p:nvSpPr>
                  <p:cNvPr id="934" name="Freeform 933">
                    <a:extLst>
                      <a:ext uri="{FF2B5EF4-FFF2-40B4-BE49-F238E27FC236}">
                        <a16:creationId xmlns:a16="http://schemas.microsoft.com/office/drawing/2014/main" id="{AAACD76F-EA6F-43EF-9AAE-A9D21B8A2B59}"/>
                      </a:ext>
                    </a:extLst>
                  </p:cNvPr>
                  <p:cNvSpPr/>
                  <p:nvPr/>
                </p:nvSpPr>
                <p:spPr>
                  <a:xfrm>
                    <a:off x="1093834" y="4533252"/>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935" name="Freeform 934">
                    <a:extLst>
                      <a:ext uri="{FF2B5EF4-FFF2-40B4-BE49-F238E27FC236}">
                        <a16:creationId xmlns:a16="http://schemas.microsoft.com/office/drawing/2014/main" id="{07693AA0-8370-F096-5E0B-141411845AD7}"/>
                      </a:ext>
                    </a:extLst>
                  </p:cNvPr>
                  <p:cNvSpPr/>
                  <p:nvPr/>
                </p:nvSpPr>
                <p:spPr>
                  <a:xfrm>
                    <a:off x="1394570" y="4406886"/>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936" name="Freeform 935">
                    <a:extLst>
                      <a:ext uri="{FF2B5EF4-FFF2-40B4-BE49-F238E27FC236}">
                        <a16:creationId xmlns:a16="http://schemas.microsoft.com/office/drawing/2014/main" id="{F01542BE-C307-8A9F-F360-10AE6A04EAC1}"/>
                      </a:ext>
                    </a:extLst>
                  </p:cNvPr>
                  <p:cNvSpPr/>
                  <p:nvPr/>
                </p:nvSpPr>
                <p:spPr>
                  <a:xfrm>
                    <a:off x="1424668" y="4406886"/>
                    <a:ext cx="12700" cy="77088"/>
                  </a:xfrm>
                  <a:custGeom>
                    <a:avLst/>
                    <a:gdLst>
                      <a:gd name="csX0" fmla="*/ 0 w 12700"/>
                      <a:gd name="csY0" fmla="*/ 0 h 77088"/>
                      <a:gd name="csX1" fmla="*/ 0 w 12700"/>
                      <a:gd name="csY1" fmla="*/ 77089 h 77088"/>
                    </a:gdLst>
                    <a:ahLst/>
                    <a:cxnLst>
                      <a:cxn ang="0">
                        <a:pos x="csX0" y="csY0"/>
                      </a:cxn>
                      <a:cxn ang="0">
                        <a:pos x="csX1" y="csY1"/>
                      </a:cxn>
                    </a:cxnLst>
                    <a:rect l="l" t="t" r="r" b="b"/>
                    <a:pathLst>
                      <a:path w="12700" h="77088">
                        <a:moveTo>
                          <a:pt x="0" y="0"/>
                        </a:moveTo>
                        <a:lnTo>
                          <a:pt x="0" y="77089"/>
                        </a:lnTo>
                      </a:path>
                    </a:pathLst>
                  </a:custGeom>
                  <a:noFill/>
                  <a:ln w="13589" cap="flat">
                    <a:solidFill>
                      <a:srgbClr val="000000"/>
                    </a:solidFill>
                    <a:prstDash val="solid"/>
                    <a:round/>
                  </a:ln>
                </p:spPr>
                <p:txBody>
                  <a:bodyPr/>
                  <a:lstStyle/>
                  <a:p>
                    <a:pPr algn="ctr"/>
                    <a:endParaRPr lang="en-US" sz="1890"/>
                  </a:p>
                </p:txBody>
              </p:sp>
              <p:sp>
                <p:nvSpPr>
                  <p:cNvPr id="937" name="Freeform 936">
                    <a:extLst>
                      <a:ext uri="{FF2B5EF4-FFF2-40B4-BE49-F238E27FC236}">
                        <a16:creationId xmlns:a16="http://schemas.microsoft.com/office/drawing/2014/main" id="{00616766-82A9-952A-BE62-6853FCBE1DBB}"/>
                      </a:ext>
                    </a:extLst>
                  </p:cNvPr>
                  <p:cNvSpPr/>
                  <p:nvPr/>
                </p:nvSpPr>
                <p:spPr>
                  <a:xfrm>
                    <a:off x="1394570" y="4483975"/>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938" name="Freeform 937">
                    <a:extLst>
                      <a:ext uri="{FF2B5EF4-FFF2-40B4-BE49-F238E27FC236}">
                        <a16:creationId xmlns:a16="http://schemas.microsoft.com/office/drawing/2014/main" id="{417511F8-742F-2DC9-24D3-20AA3485D086}"/>
                      </a:ext>
                    </a:extLst>
                  </p:cNvPr>
                  <p:cNvSpPr/>
                  <p:nvPr/>
                </p:nvSpPr>
                <p:spPr>
                  <a:xfrm>
                    <a:off x="1118345" y="451039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39" name="Freeform 938">
                    <a:extLst>
                      <a:ext uri="{FF2B5EF4-FFF2-40B4-BE49-F238E27FC236}">
                        <a16:creationId xmlns:a16="http://schemas.microsoft.com/office/drawing/2014/main" id="{EE4A4130-CFFB-E09F-51E2-12864B62F368}"/>
                      </a:ext>
                    </a:extLst>
                  </p:cNvPr>
                  <p:cNvSpPr/>
                  <p:nvPr/>
                </p:nvSpPr>
                <p:spPr>
                  <a:xfrm>
                    <a:off x="968612" y="43193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0" name="Freeform 939">
                    <a:extLst>
                      <a:ext uri="{FF2B5EF4-FFF2-40B4-BE49-F238E27FC236}">
                        <a16:creationId xmlns:a16="http://schemas.microsoft.com/office/drawing/2014/main" id="{DD2455D3-2818-FD6C-268D-6F22C380B651}"/>
                      </a:ext>
                    </a:extLst>
                  </p:cNvPr>
                  <p:cNvSpPr/>
                  <p:nvPr/>
                </p:nvSpPr>
                <p:spPr>
                  <a:xfrm>
                    <a:off x="949054" y="45338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1" name="Freeform 940">
                    <a:extLst>
                      <a:ext uri="{FF2B5EF4-FFF2-40B4-BE49-F238E27FC236}">
                        <a16:creationId xmlns:a16="http://schemas.microsoft.com/office/drawing/2014/main" id="{9FB5110D-6673-FA21-BC6B-005819FD77D6}"/>
                      </a:ext>
                    </a:extLst>
                  </p:cNvPr>
                  <p:cNvSpPr/>
                  <p:nvPr/>
                </p:nvSpPr>
                <p:spPr>
                  <a:xfrm>
                    <a:off x="1416541" y="45143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2" name="Freeform 941">
                    <a:extLst>
                      <a:ext uri="{FF2B5EF4-FFF2-40B4-BE49-F238E27FC236}">
                        <a16:creationId xmlns:a16="http://schemas.microsoft.com/office/drawing/2014/main" id="{D9A95464-9418-0EFE-7C01-1B919D0DCEA4}"/>
                      </a:ext>
                    </a:extLst>
                  </p:cNvPr>
                  <p:cNvSpPr/>
                  <p:nvPr/>
                </p:nvSpPr>
                <p:spPr>
                  <a:xfrm>
                    <a:off x="809354" y="44258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3" name="Freeform 942">
                    <a:extLst>
                      <a:ext uri="{FF2B5EF4-FFF2-40B4-BE49-F238E27FC236}">
                        <a16:creationId xmlns:a16="http://schemas.microsoft.com/office/drawing/2014/main" id="{B00CD001-AF37-54B2-B5C7-56A4DD71C59A}"/>
                      </a:ext>
                    </a:extLst>
                  </p:cNvPr>
                  <p:cNvSpPr/>
                  <p:nvPr/>
                </p:nvSpPr>
                <p:spPr>
                  <a:xfrm>
                    <a:off x="1407143" y="44783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4" name="Freeform 943">
                    <a:extLst>
                      <a:ext uri="{FF2B5EF4-FFF2-40B4-BE49-F238E27FC236}">
                        <a16:creationId xmlns:a16="http://schemas.microsoft.com/office/drawing/2014/main" id="{C32AAAD1-8EAA-1C6C-094C-5B18AD4829AC}"/>
                      </a:ext>
                    </a:extLst>
                  </p:cNvPr>
                  <p:cNvSpPr/>
                  <p:nvPr/>
                </p:nvSpPr>
                <p:spPr>
                  <a:xfrm>
                    <a:off x="812275" y="44268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5" name="Freeform 944">
                    <a:extLst>
                      <a:ext uri="{FF2B5EF4-FFF2-40B4-BE49-F238E27FC236}">
                        <a16:creationId xmlns:a16="http://schemas.microsoft.com/office/drawing/2014/main" id="{42E701FE-33EA-569D-CB80-2C654B6B2BA0}"/>
                      </a:ext>
                    </a:extLst>
                  </p:cNvPr>
                  <p:cNvSpPr/>
                  <p:nvPr/>
                </p:nvSpPr>
                <p:spPr>
                  <a:xfrm>
                    <a:off x="1395586" y="429093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6" name="Freeform 945">
                    <a:extLst>
                      <a:ext uri="{FF2B5EF4-FFF2-40B4-BE49-F238E27FC236}">
                        <a16:creationId xmlns:a16="http://schemas.microsoft.com/office/drawing/2014/main" id="{A69FFBDF-AD2D-6C24-4B43-33A53BECF424}"/>
                      </a:ext>
                    </a:extLst>
                  </p:cNvPr>
                  <p:cNvSpPr/>
                  <p:nvPr/>
                </p:nvSpPr>
                <p:spPr>
                  <a:xfrm>
                    <a:off x="809862" y="440968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7" name="Freeform 946">
                    <a:extLst>
                      <a:ext uri="{FF2B5EF4-FFF2-40B4-BE49-F238E27FC236}">
                        <a16:creationId xmlns:a16="http://schemas.microsoft.com/office/drawing/2014/main" id="{C531BD3B-DFFF-F8A4-27DD-4D95859DC198}"/>
                      </a:ext>
                    </a:extLst>
                  </p:cNvPr>
                  <p:cNvSpPr/>
                  <p:nvPr/>
                </p:nvSpPr>
                <p:spPr>
                  <a:xfrm>
                    <a:off x="1412731" y="440396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8" name="Freeform 947">
                    <a:extLst>
                      <a:ext uri="{FF2B5EF4-FFF2-40B4-BE49-F238E27FC236}">
                        <a16:creationId xmlns:a16="http://schemas.microsoft.com/office/drawing/2014/main" id="{472CBF43-7730-2620-B4DF-0229548459BF}"/>
                      </a:ext>
                    </a:extLst>
                  </p:cNvPr>
                  <p:cNvSpPr/>
                  <p:nvPr/>
                </p:nvSpPr>
                <p:spPr>
                  <a:xfrm>
                    <a:off x="803893" y="44584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49" name="Freeform 948">
                    <a:extLst>
                      <a:ext uri="{FF2B5EF4-FFF2-40B4-BE49-F238E27FC236}">
                        <a16:creationId xmlns:a16="http://schemas.microsoft.com/office/drawing/2014/main" id="{7E03B8F8-CD75-1A95-AC1F-7358A0BAF6B3}"/>
                      </a:ext>
                    </a:extLst>
                  </p:cNvPr>
                  <p:cNvSpPr/>
                  <p:nvPr/>
                </p:nvSpPr>
                <p:spPr>
                  <a:xfrm>
                    <a:off x="1413239" y="45257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0" name="Freeform 949">
                    <a:extLst>
                      <a:ext uri="{FF2B5EF4-FFF2-40B4-BE49-F238E27FC236}">
                        <a16:creationId xmlns:a16="http://schemas.microsoft.com/office/drawing/2014/main" id="{C29C4BF9-3B3F-B12C-0562-E555A2781687}"/>
                      </a:ext>
                    </a:extLst>
                  </p:cNvPr>
                  <p:cNvSpPr/>
                  <p:nvPr/>
                </p:nvSpPr>
                <p:spPr>
                  <a:xfrm>
                    <a:off x="818244" y="448029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1" name="Freeform 950">
                    <a:extLst>
                      <a:ext uri="{FF2B5EF4-FFF2-40B4-BE49-F238E27FC236}">
                        <a16:creationId xmlns:a16="http://schemas.microsoft.com/office/drawing/2014/main" id="{3C682AB5-744B-33C0-A974-D9DD8E2BA19A}"/>
                      </a:ext>
                    </a:extLst>
                  </p:cNvPr>
                  <p:cNvSpPr/>
                  <p:nvPr/>
                </p:nvSpPr>
                <p:spPr>
                  <a:xfrm>
                    <a:off x="948165" y="46324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2" name="Freeform 951">
                    <a:extLst>
                      <a:ext uri="{FF2B5EF4-FFF2-40B4-BE49-F238E27FC236}">
                        <a16:creationId xmlns:a16="http://schemas.microsoft.com/office/drawing/2014/main" id="{2C228EE6-16BF-6704-5DF9-DC7E3DE76718}"/>
                      </a:ext>
                    </a:extLst>
                  </p:cNvPr>
                  <p:cNvSpPr/>
                  <p:nvPr/>
                </p:nvSpPr>
                <p:spPr>
                  <a:xfrm>
                    <a:off x="1405492" y="43512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3" name="Freeform 952">
                    <a:extLst>
                      <a:ext uri="{FF2B5EF4-FFF2-40B4-BE49-F238E27FC236}">
                        <a16:creationId xmlns:a16="http://schemas.microsoft.com/office/drawing/2014/main" id="{4E83B64F-CD00-1DF3-8D0E-43E41D8A4E16}"/>
                      </a:ext>
                    </a:extLst>
                  </p:cNvPr>
                  <p:cNvSpPr/>
                  <p:nvPr/>
                </p:nvSpPr>
                <p:spPr>
                  <a:xfrm>
                    <a:off x="818371" y="42632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4" name="Freeform 953">
                    <a:extLst>
                      <a:ext uri="{FF2B5EF4-FFF2-40B4-BE49-F238E27FC236}">
                        <a16:creationId xmlns:a16="http://schemas.microsoft.com/office/drawing/2014/main" id="{B362111C-83F5-2EED-3020-3F33025D4430}"/>
                      </a:ext>
                    </a:extLst>
                  </p:cNvPr>
                  <p:cNvSpPr/>
                  <p:nvPr/>
                </p:nvSpPr>
                <p:spPr>
                  <a:xfrm>
                    <a:off x="1120250" y="45155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5" name="Freeform 954">
                    <a:extLst>
                      <a:ext uri="{FF2B5EF4-FFF2-40B4-BE49-F238E27FC236}">
                        <a16:creationId xmlns:a16="http://schemas.microsoft.com/office/drawing/2014/main" id="{91A1245E-17E2-4110-03E3-08F2D3CA0F87}"/>
                      </a:ext>
                    </a:extLst>
                  </p:cNvPr>
                  <p:cNvSpPr/>
                  <p:nvPr/>
                </p:nvSpPr>
                <p:spPr>
                  <a:xfrm>
                    <a:off x="943974" y="43362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6" name="Freeform 955">
                    <a:extLst>
                      <a:ext uri="{FF2B5EF4-FFF2-40B4-BE49-F238E27FC236}">
                        <a16:creationId xmlns:a16="http://schemas.microsoft.com/office/drawing/2014/main" id="{1494B52B-338B-3B1D-5D81-A68172A41600}"/>
                      </a:ext>
                    </a:extLst>
                  </p:cNvPr>
                  <p:cNvSpPr/>
                  <p:nvPr/>
                </p:nvSpPr>
                <p:spPr>
                  <a:xfrm>
                    <a:off x="1255505" y="443038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7" name="Freeform 956">
                    <a:extLst>
                      <a:ext uri="{FF2B5EF4-FFF2-40B4-BE49-F238E27FC236}">
                        <a16:creationId xmlns:a16="http://schemas.microsoft.com/office/drawing/2014/main" id="{A0DDA10E-6321-E11D-C745-BE56B1E166E3}"/>
                      </a:ext>
                    </a:extLst>
                  </p:cNvPr>
                  <p:cNvSpPr/>
                  <p:nvPr/>
                </p:nvSpPr>
                <p:spPr>
                  <a:xfrm>
                    <a:off x="957309" y="443673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8" name="Freeform 957">
                    <a:extLst>
                      <a:ext uri="{FF2B5EF4-FFF2-40B4-BE49-F238E27FC236}">
                        <a16:creationId xmlns:a16="http://schemas.microsoft.com/office/drawing/2014/main" id="{E3A5899E-7FB7-646A-9BCC-C6B561D3F98D}"/>
                      </a:ext>
                    </a:extLst>
                  </p:cNvPr>
                  <p:cNvSpPr/>
                  <p:nvPr/>
                </p:nvSpPr>
                <p:spPr>
                  <a:xfrm>
                    <a:off x="967723" y="449299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959" name="TextBox 958">
                    <a:extLst>
                      <a:ext uri="{FF2B5EF4-FFF2-40B4-BE49-F238E27FC236}">
                        <a16:creationId xmlns:a16="http://schemas.microsoft.com/office/drawing/2014/main" id="{30F9CCB8-FD9C-E101-306C-9A63D3F0BCEB}"/>
                      </a:ext>
                    </a:extLst>
                  </p:cNvPr>
                  <p:cNvSpPr txBox="1"/>
                  <p:nvPr/>
                </p:nvSpPr>
                <p:spPr>
                  <a:xfrm>
                    <a:off x="713436" y="4062678"/>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960" name="Freeform 959">
                    <a:extLst>
                      <a:ext uri="{FF2B5EF4-FFF2-40B4-BE49-F238E27FC236}">
                        <a16:creationId xmlns:a16="http://schemas.microsoft.com/office/drawing/2014/main" id="{E240F120-CF8F-D167-3678-B8A3C5D4D864}"/>
                      </a:ext>
                    </a:extLst>
                  </p:cNvPr>
                  <p:cNvSpPr/>
                  <p:nvPr/>
                </p:nvSpPr>
                <p:spPr>
                  <a:xfrm>
                    <a:off x="823197" y="4235564"/>
                    <a:ext cx="135254" cy="12700"/>
                  </a:xfrm>
                  <a:custGeom>
                    <a:avLst/>
                    <a:gdLst>
                      <a:gd name="csX0" fmla="*/ 0 w 135254"/>
                      <a:gd name="csY0" fmla="*/ 0 h 12700"/>
                      <a:gd name="csX1" fmla="*/ 135255 w 135254"/>
                      <a:gd name="csY1" fmla="*/ 0 h 12700"/>
                    </a:gdLst>
                    <a:ahLst/>
                    <a:cxnLst>
                      <a:cxn ang="0">
                        <a:pos x="csX0" y="csY0"/>
                      </a:cxn>
                      <a:cxn ang="0">
                        <a:pos x="csX1" y="csY1"/>
                      </a:cxn>
                    </a:cxnLst>
                    <a:rect l="l" t="t" r="r" b="b"/>
                    <a:pathLst>
                      <a:path w="135254" h="12700">
                        <a:moveTo>
                          <a:pt x="0" y="0"/>
                        </a:moveTo>
                        <a:lnTo>
                          <a:pt x="135255" y="0"/>
                        </a:lnTo>
                      </a:path>
                    </a:pathLst>
                  </a:custGeom>
                  <a:ln w="13589" cap="rnd">
                    <a:solidFill>
                      <a:srgbClr val="000000"/>
                    </a:solidFill>
                    <a:prstDash val="solid"/>
                    <a:round/>
                  </a:ln>
                </p:spPr>
                <p:txBody>
                  <a:bodyPr/>
                  <a:lstStyle/>
                  <a:p>
                    <a:pPr algn="ctr"/>
                    <a:endParaRPr lang="en-US" sz="1890"/>
                  </a:p>
                </p:txBody>
              </p:sp>
              <p:sp>
                <p:nvSpPr>
                  <p:cNvPr id="961" name="TextBox 960">
                    <a:extLst>
                      <a:ext uri="{FF2B5EF4-FFF2-40B4-BE49-F238E27FC236}">
                        <a16:creationId xmlns:a16="http://schemas.microsoft.com/office/drawing/2014/main" id="{36E11660-5CF0-1D95-5413-DA498A70C424}"/>
                      </a:ext>
                    </a:extLst>
                  </p:cNvPr>
                  <p:cNvSpPr txBox="1"/>
                  <p:nvPr/>
                </p:nvSpPr>
                <p:spPr>
                  <a:xfrm>
                    <a:off x="1029159" y="4062678"/>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962" name="Freeform 961">
                    <a:extLst>
                      <a:ext uri="{FF2B5EF4-FFF2-40B4-BE49-F238E27FC236}">
                        <a16:creationId xmlns:a16="http://schemas.microsoft.com/office/drawing/2014/main" id="{C9C91BAF-5142-5579-D955-B9697506834E}"/>
                      </a:ext>
                    </a:extLst>
                  </p:cNvPr>
                  <p:cNvSpPr/>
                  <p:nvPr/>
                </p:nvSpPr>
                <p:spPr>
                  <a:xfrm>
                    <a:off x="988551" y="4235564"/>
                    <a:ext cx="436118" cy="12700"/>
                  </a:xfrm>
                  <a:custGeom>
                    <a:avLst/>
                    <a:gdLst>
                      <a:gd name="csX0" fmla="*/ 0 w 436118"/>
                      <a:gd name="csY0" fmla="*/ 0 h 12700"/>
                      <a:gd name="csX1" fmla="*/ 436118 w 436118"/>
                      <a:gd name="csY1" fmla="*/ 0 h 12700"/>
                    </a:gdLst>
                    <a:ahLst/>
                    <a:cxnLst>
                      <a:cxn ang="0">
                        <a:pos x="csX0" y="csY0"/>
                      </a:cxn>
                      <a:cxn ang="0">
                        <a:pos x="csX1" y="csY1"/>
                      </a:cxn>
                    </a:cxnLst>
                    <a:rect l="l" t="t" r="r" b="b"/>
                    <a:pathLst>
                      <a:path w="436118" h="12700">
                        <a:moveTo>
                          <a:pt x="0" y="0"/>
                        </a:moveTo>
                        <a:lnTo>
                          <a:pt x="436118" y="0"/>
                        </a:lnTo>
                      </a:path>
                    </a:pathLst>
                  </a:custGeom>
                  <a:ln w="13589" cap="rnd">
                    <a:solidFill>
                      <a:srgbClr val="000000"/>
                    </a:solidFill>
                    <a:prstDash val="solid"/>
                    <a:round/>
                  </a:ln>
                </p:spPr>
                <p:txBody>
                  <a:bodyPr/>
                  <a:lstStyle/>
                  <a:p>
                    <a:pPr algn="ctr"/>
                    <a:endParaRPr lang="en-US" sz="1890"/>
                  </a:p>
                </p:txBody>
              </p:sp>
              <p:sp>
                <p:nvSpPr>
                  <p:cNvPr id="963" name="TextBox 962">
                    <a:extLst>
                      <a:ext uri="{FF2B5EF4-FFF2-40B4-BE49-F238E27FC236}">
                        <a16:creationId xmlns:a16="http://schemas.microsoft.com/office/drawing/2014/main" id="{FC7713A8-9C01-2D60-FDCC-76C8873960FE}"/>
                      </a:ext>
                    </a:extLst>
                  </p:cNvPr>
                  <p:cNvSpPr txBox="1"/>
                  <p:nvPr/>
                </p:nvSpPr>
                <p:spPr>
                  <a:xfrm>
                    <a:off x="893044" y="3984632"/>
                    <a:ext cx="461778"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0.799</a:t>
                    </a:r>
                  </a:p>
                </p:txBody>
              </p:sp>
              <p:sp>
                <p:nvSpPr>
                  <p:cNvPr id="964" name="Freeform 963">
                    <a:extLst>
                      <a:ext uri="{FF2B5EF4-FFF2-40B4-BE49-F238E27FC236}">
                        <a16:creationId xmlns:a16="http://schemas.microsoft.com/office/drawing/2014/main" id="{F67E496B-A39B-A48B-055D-5ACEA0749F5D}"/>
                      </a:ext>
                    </a:extLst>
                  </p:cNvPr>
                  <p:cNvSpPr/>
                  <p:nvPr/>
                </p:nvSpPr>
                <p:spPr>
                  <a:xfrm>
                    <a:off x="823197" y="4122661"/>
                    <a:ext cx="601472" cy="12700"/>
                  </a:xfrm>
                  <a:custGeom>
                    <a:avLst/>
                    <a:gdLst>
                      <a:gd name="csX0" fmla="*/ 0 w 601472"/>
                      <a:gd name="csY0" fmla="*/ 0 h 12700"/>
                      <a:gd name="csX1" fmla="*/ 601472 w 601472"/>
                      <a:gd name="csY1" fmla="*/ 0 h 12700"/>
                    </a:gdLst>
                    <a:ahLst/>
                    <a:cxnLst>
                      <a:cxn ang="0">
                        <a:pos x="csX0" y="csY0"/>
                      </a:cxn>
                      <a:cxn ang="0">
                        <a:pos x="csX1" y="csY1"/>
                      </a:cxn>
                    </a:cxnLst>
                    <a:rect l="l" t="t" r="r" b="b"/>
                    <a:pathLst>
                      <a:path w="601472" h="12700">
                        <a:moveTo>
                          <a:pt x="0" y="0"/>
                        </a:moveTo>
                        <a:lnTo>
                          <a:pt x="601472" y="0"/>
                        </a:lnTo>
                      </a:path>
                    </a:pathLst>
                  </a:custGeom>
                  <a:ln w="13589" cap="rnd">
                    <a:solidFill>
                      <a:srgbClr val="000000"/>
                    </a:solidFill>
                    <a:prstDash val="solid"/>
                    <a:round/>
                  </a:ln>
                </p:spPr>
                <p:txBody>
                  <a:bodyPr/>
                  <a:lstStyle/>
                  <a:p>
                    <a:pPr algn="ctr"/>
                    <a:endParaRPr lang="en-US" sz="1890"/>
                  </a:p>
                </p:txBody>
              </p:sp>
            </p:grpSp>
            <p:grpSp>
              <p:nvGrpSpPr>
                <p:cNvPr id="965" name="Graphic 593">
                  <a:extLst>
                    <a:ext uri="{FF2B5EF4-FFF2-40B4-BE49-F238E27FC236}">
                      <a16:creationId xmlns:a16="http://schemas.microsoft.com/office/drawing/2014/main" id="{3AD0A8C5-9163-D91F-8A42-50B9F222E691}"/>
                    </a:ext>
                  </a:extLst>
                </p:cNvPr>
                <p:cNvGrpSpPr/>
                <p:nvPr/>
              </p:nvGrpSpPr>
              <p:grpSpPr>
                <a:xfrm>
                  <a:off x="357246" y="3752714"/>
                  <a:ext cx="1228774" cy="1196086"/>
                  <a:chOff x="357246" y="3752714"/>
                  <a:chExt cx="1228774" cy="1196086"/>
                </a:xfrm>
              </p:grpSpPr>
              <p:sp>
                <p:nvSpPr>
                  <p:cNvPr id="966" name="Freeform 965">
                    <a:extLst>
                      <a:ext uri="{FF2B5EF4-FFF2-40B4-BE49-F238E27FC236}">
                        <a16:creationId xmlns:a16="http://schemas.microsoft.com/office/drawing/2014/main" id="{03F0B895-11DA-631B-2D06-EAD5A69A1191}"/>
                      </a:ext>
                    </a:extLst>
                  </p:cNvPr>
                  <p:cNvSpPr/>
                  <p:nvPr/>
                </p:nvSpPr>
                <p:spPr>
                  <a:xfrm>
                    <a:off x="733026" y="4054970"/>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967" name="TextBox 966">
                    <a:extLst>
                      <a:ext uri="{FF2B5EF4-FFF2-40B4-BE49-F238E27FC236}">
                        <a16:creationId xmlns:a16="http://schemas.microsoft.com/office/drawing/2014/main" id="{E3456528-3B1F-C3DD-6E0A-A1B4BA0BCE45}"/>
                      </a:ext>
                    </a:extLst>
                  </p:cNvPr>
                  <p:cNvSpPr txBox="1"/>
                  <p:nvPr/>
                </p:nvSpPr>
                <p:spPr>
                  <a:xfrm>
                    <a:off x="417163" y="4625245"/>
                    <a:ext cx="34472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968" name="TextBox 967">
                    <a:extLst>
                      <a:ext uri="{FF2B5EF4-FFF2-40B4-BE49-F238E27FC236}">
                        <a16:creationId xmlns:a16="http://schemas.microsoft.com/office/drawing/2014/main" id="{550645B4-05AB-645F-A584-C7F84F22826F}"/>
                      </a:ext>
                    </a:extLst>
                  </p:cNvPr>
                  <p:cNvSpPr txBox="1"/>
                  <p:nvPr/>
                </p:nvSpPr>
                <p:spPr>
                  <a:xfrm>
                    <a:off x="417163" y="4377595"/>
                    <a:ext cx="34472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a:t>
                    </a:r>
                  </a:p>
                </p:txBody>
              </p:sp>
              <p:sp>
                <p:nvSpPr>
                  <p:cNvPr id="969" name="TextBox 968">
                    <a:extLst>
                      <a:ext uri="{FF2B5EF4-FFF2-40B4-BE49-F238E27FC236}">
                        <a16:creationId xmlns:a16="http://schemas.microsoft.com/office/drawing/2014/main" id="{C9A88949-9198-D11B-792F-1BF7C6D431F5}"/>
                      </a:ext>
                    </a:extLst>
                  </p:cNvPr>
                  <p:cNvSpPr txBox="1"/>
                  <p:nvPr/>
                </p:nvSpPr>
                <p:spPr>
                  <a:xfrm>
                    <a:off x="357246" y="4129818"/>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a:t>
                    </a:r>
                  </a:p>
                </p:txBody>
              </p:sp>
              <p:sp>
                <p:nvSpPr>
                  <p:cNvPr id="970" name="Freeform 969">
                    <a:extLst>
                      <a:ext uri="{FF2B5EF4-FFF2-40B4-BE49-F238E27FC236}">
                        <a16:creationId xmlns:a16="http://schemas.microsoft.com/office/drawing/2014/main" id="{8AC8D9FD-B78F-CDA5-D135-77DBF39EB707}"/>
                      </a:ext>
                    </a:extLst>
                  </p:cNvPr>
                  <p:cNvSpPr/>
                  <p:nvPr/>
                </p:nvSpPr>
                <p:spPr>
                  <a:xfrm>
                    <a:off x="698229" y="473213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971" name="Freeform 970">
                    <a:extLst>
                      <a:ext uri="{FF2B5EF4-FFF2-40B4-BE49-F238E27FC236}">
                        <a16:creationId xmlns:a16="http://schemas.microsoft.com/office/drawing/2014/main" id="{975DF397-A3B6-992F-CDEC-31E3B9C3CA57}"/>
                      </a:ext>
                    </a:extLst>
                  </p:cNvPr>
                  <p:cNvSpPr/>
                  <p:nvPr/>
                </p:nvSpPr>
                <p:spPr>
                  <a:xfrm>
                    <a:off x="698229" y="448448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972" name="Freeform 971">
                    <a:extLst>
                      <a:ext uri="{FF2B5EF4-FFF2-40B4-BE49-F238E27FC236}">
                        <a16:creationId xmlns:a16="http://schemas.microsoft.com/office/drawing/2014/main" id="{94EA0E98-4603-875F-97B8-CF53577DF4A5}"/>
                      </a:ext>
                    </a:extLst>
                  </p:cNvPr>
                  <p:cNvSpPr/>
                  <p:nvPr/>
                </p:nvSpPr>
                <p:spPr>
                  <a:xfrm>
                    <a:off x="698229" y="423670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973" name="Freeform 972">
                    <a:extLst>
                      <a:ext uri="{FF2B5EF4-FFF2-40B4-BE49-F238E27FC236}">
                        <a16:creationId xmlns:a16="http://schemas.microsoft.com/office/drawing/2014/main" id="{AF303A24-0C81-26FC-FE90-0E6A53BADA7D}"/>
                      </a:ext>
                    </a:extLst>
                  </p:cNvPr>
                  <p:cNvSpPr/>
                  <p:nvPr/>
                </p:nvSpPr>
                <p:spPr>
                  <a:xfrm>
                    <a:off x="733026" y="4732134"/>
                    <a:ext cx="781811" cy="12700"/>
                  </a:xfrm>
                  <a:custGeom>
                    <a:avLst/>
                    <a:gdLst>
                      <a:gd name="csX0" fmla="*/ 0 w 781811"/>
                      <a:gd name="csY0" fmla="*/ 0 h 12700"/>
                      <a:gd name="csX1" fmla="*/ 781812 w 781811"/>
                      <a:gd name="csY1" fmla="*/ 0 h 12700"/>
                    </a:gdLst>
                    <a:ahLst/>
                    <a:cxnLst>
                      <a:cxn ang="0">
                        <a:pos x="csX0" y="csY0"/>
                      </a:cxn>
                      <a:cxn ang="0">
                        <a:pos x="csX1" y="csY1"/>
                      </a:cxn>
                    </a:cxnLst>
                    <a:rect l="l" t="t" r="r" b="b"/>
                    <a:pathLst>
                      <a:path w="781811" h="12700">
                        <a:moveTo>
                          <a:pt x="0" y="0"/>
                        </a:moveTo>
                        <a:lnTo>
                          <a:pt x="781812" y="0"/>
                        </a:lnTo>
                      </a:path>
                    </a:pathLst>
                  </a:custGeom>
                  <a:noFill/>
                  <a:ln w="13589" cap="sq">
                    <a:solidFill>
                      <a:srgbClr val="000000"/>
                    </a:solidFill>
                    <a:prstDash val="solid"/>
                    <a:round/>
                  </a:ln>
                </p:spPr>
                <p:txBody>
                  <a:bodyPr/>
                  <a:lstStyle/>
                  <a:p>
                    <a:pPr algn="ctr"/>
                    <a:endParaRPr lang="en-US" sz="1890"/>
                  </a:p>
                </p:txBody>
              </p:sp>
              <p:sp>
                <p:nvSpPr>
                  <p:cNvPr id="974" name="Freeform 973">
                    <a:extLst>
                      <a:ext uri="{FF2B5EF4-FFF2-40B4-BE49-F238E27FC236}">
                        <a16:creationId xmlns:a16="http://schemas.microsoft.com/office/drawing/2014/main" id="{6BB25B2F-4B66-0625-9645-1974991C3225}"/>
                      </a:ext>
                    </a:extLst>
                  </p:cNvPr>
                  <p:cNvSpPr/>
                  <p:nvPr/>
                </p:nvSpPr>
                <p:spPr>
                  <a:xfrm>
                    <a:off x="823197"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75" name="Freeform 974">
                    <a:extLst>
                      <a:ext uri="{FF2B5EF4-FFF2-40B4-BE49-F238E27FC236}">
                        <a16:creationId xmlns:a16="http://schemas.microsoft.com/office/drawing/2014/main" id="{06F0B3F4-A350-57AC-6C18-BE08127FDC71}"/>
                      </a:ext>
                    </a:extLst>
                  </p:cNvPr>
                  <p:cNvSpPr/>
                  <p:nvPr/>
                </p:nvSpPr>
                <p:spPr>
                  <a:xfrm>
                    <a:off x="973565"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76" name="Freeform 975">
                    <a:extLst>
                      <a:ext uri="{FF2B5EF4-FFF2-40B4-BE49-F238E27FC236}">
                        <a16:creationId xmlns:a16="http://schemas.microsoft.com/office/drawing/2014/main" id="{34080D90-EC73-2C57-F98E-E73EDA4C458E}"/>
                      </a:ext>
                    </a:extLst>
                  </p:cNvPr>
                  <p:cNvSpPr/>
                  <p:nvPr/>
                </p:nvSpPr>
                <p:spPr>
                  <a:xfrm>
                    <a:off x="1123932"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77" name="Freeform 976">
                    <a:extLst>
                      <a:ext uri="{FF2B5EF4-FFF2-40B4-BE49-F238E27FC236}">
                        <a16:creationId xmlns:a16="http://schemas.microsoft.com/office/drawing/2014/main" id="{017E92ED-3C92-A306-F9F9-2BEA8B9774DF}"/>
                      </a:ext>
                    </a:extLst>
                  </p:cNvPr>
                  <p:cNvSpPr/>
                  <p:nvPr/>
                </p:nvSpPr>
                <p:spPr>
                  <a:xfrm>
                    <a:off x="1274301"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78" name="Freeform 977">
                    <a:extLst>
                      <a:ext uri="{FF2B5EF4-FFF2-40B4-BE49-F238E27FC236}">
                        <a16:creationId xmlns:a16="http://schemas.microsoft.com/office/drawing/2014/main" id="{DA64230A-8ABC-1005-1DFD-16BB3BD2FDB7}"/>
                      </a:ext>
                    </a:extLst>
                  </p:cNvPr>
                  <p:cNvSpPr/>
                  <p:nvPr/>
                </p:nvSpPr>
                <p:spPr>
                  <a:xfrm>
                    <a:off x="1424668"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979" name="TextBox 978">
                    <a:extLst>
                      <a:ext uri="{FF2B5EF4-FFF2-40B4-BE49-F238E27FC236}">
                        <a16:creationId xmlns:a16="http://schemas.microsoft.com/office/drawing/2014/main" id="{652BDE44-9C09-051E-5E59-B517E35D16DE}"/>
                      </a:ext>
                    </a:extLst>
                  </p:cNvPr>
                  <p:cNvSpPr txBox="1"/>
                  <p:nvPr/>
                </p:nvSpPr>
                <p:spPr>
                  <a:xfrm>
                    <a:off x="683068" y="4727988"/>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980" name="TextBox 979">
                    <a:extLst>
                      <a:ext uri="{FF2B5EF4-FFF2-40B4-BE49-F238E27FC236}">
                        <a16:creationId xmlns:a16="http://schemas.microsoft.com/office/drawing/2014/main" id="{2FEC467A-C57E-4D64-A6A8-176DF4578643}"/>
                      </a:ext>
                    </a:extLst>
                  </p:cNvPr>
                  <p:cNvSpPr txBox="1"/>
                  <p:nvPr/>
                </p:nvSpPr>
                <p:spPr>
                  <a:xfrm>
                    <a:off x="861428" y="4727988"/>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981" name="TextBox 980">
                    <a:extLst>
                      <a:ext uri="{FF2B5EF4-FFF2-40B4-BE49-F238E27FC236}">
                        <a16:creationId xmlns:a16="http://schemas.microsoft.com/office/drawing/2014/main" id="{42DEE2B4-8274-FD24-941E-130B06BC46BD}"/>
                      </a:ext>
                    </a:extLst>
                  </p:cNvPr>
                  <p:cNvSpPr txBox="1"/>
                  <p:nvPr/>
                </p:nvSpPr>
                <p:spPr>
                  <a:xfrm>
                    <a:off x="982956" y="4727988"/>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982" name="TextBox 981">
                    <a:extLst>
                      <a:ext uri="{FF2B5EF4-FFF2-40B4-BE49-F238E27FC236}">
                        <a16:creationId xmlns:a16="http://schemas.microsoft.com/office/drawing/2014/main" id="{A1575E93-74BF-79FA-8CF3-03778015F915}"/>
                      </a:ext>
                    </a:extLst>
                  </p:cNvPr>
                  <p:cNvSpPr txBox="1"/>
                  <p:nvPr/>
                </p:nvSpPr>
                <p:spPr>
                  <a:xfrm>
                    <a:off x="1107876" y="4727988"/>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983" name="TextBox 982">
                    <a:extLst>
                      <a:ext uri="{FF2B5EF4-FFF2-40B4-BE49-F238E27FC236}">
                        <a16:creationId xmlns:a16="http://schemas.microsoft.com/office/drawing/2014/main" id="{785CFDFB-E61E-CE6A-7B70-48D468FD441E}"/>
                      </a:ext>
                    </a:extLst>
                  </p:cNvPr>
                  <p:cNvSpPr txBox="1"/>
                  <p:nvPr/>
                </p:nvSpPr>
                <p:spPr>
                  <a:xfrm>
                    <a:off x="1295567" y="4727988"/>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986" name="TextBox 985">
                    <a:extLst>
                      <a:ext uri="{FF2B5EF4-FFF2-40B4-BE49-F238E27FC236}">
                        <a16:creationId xmlns:a16="http://schemas.microsoft.com/office/drawing/2014/main" id="{4B2D7052-E8BB-FB11-DDFD-6185D5420B20}"/>
                      </a:ext>
                    </a:extLst>
                  </p:cNvPr>
                  <p:cNvSpPr txBox="1"/>
                  <p:nvPr/>
                </p:nvSpPr>
                <p:spPr>
                  <a:xfrm>
                    <a:off x="550836" y="3752714"/>
                    <a:ext cx="1035184"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4_TGN_GABA</a:t>
                    </a:r>
                  </a:p>
                </p:txBody>
              </p:sp>
            </p:grpSp>
          </p:grpSp>
          <p:grpSp>
            <p:nvGrpSpPr>
              <p:cNvPr id="987" name="Graphic 595">
                <a:extLst>
                  <a:ext uri="{FF2B5EF4-FFF2-40B4-BE49-F238E27FC236}">
                    <a16:creationId xmlns:a16="http://schemas.microsoft.com/office/drawing/2014/main" id="{B678BCB6-5F9E-6118-5237-9A4DC662F5DB}"/>
                  </a:ext>
                </a:extLst>
              </p:cNvPr>
              <p:cNvGrpSpPr/>
              <p:nvPr/>
            </p:nvGrpSpPr>
            <p:grpSpPr>
              <a:xfrm>
                <a:off x="5580260" y="2047292"/>
                <a:ext cx="1191469" cy="1196086"/>
                <a:chOff x="1663599" y="3752714"/>
                <a:chExt cx="1191469" cy="1196086"/>
              </a:xfrm>
            </p:grpSpPr>
            <p:grpSp>
              <p:nvGrpSpPr>
                <p:cNvPr id="990" name="Graphic 595">
                  <a:extLst>
                    <a:ext uri="{FF2B5EF4-FFF2-40B4-BE49-F238E27FC236}">
                      <a16:creationId xmlns:a16="http://schemas.microsoft.com/office/drawing/2014/main" id="{C81BAB68-23AF-598B-432D-C7B59BA7B4BE}"/>
                    </a:ext>
                  </a:extLst>
                </p:cNvPr>
                <p:cNvGrpSpPr/>
                <p:nvPr/>
              </p:nvGrpSpPr>
              <p:grpSpPr>
                <a:xfrm>
                  <a:off x="1979335" y="3949775"/>
                  <a:ext cx="844041" cy="793408"/>
                  <a:chOff x="1979335" y="3949775"/>
                  <a:chExt cx="844041" cy="793408"/>
                </a:xfrm>
              </p:grpSpPr>
              <p:sp>
                <p:nvSpPr>
                  <p:cNvPr id="991" name="Freeform 990">
                    <a:extLst>
                      <a:ext uri="{FF2B5EF4-FFF2-40B4-BE49-F238E27FC236}">
                        <a16:creationId xmlns:a16="http://schemas.microsoft.com/office/drawing/2014/main" id="{843C29E3-DEF3-5533-3DC2-09E72E094A47}"/>
                      </a:ext>
                    </a:extLst>
                  </p:cNvPr>
                  <p:cNvSpPr/>
                  <p:nvPr/>
                </p:nvSpPr>
                <p:spPr>
                  <a:xfrm>
                    <a:off x="1979335" y="4054970"/>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992" name="Freeform 991">
                    <a:extLst>
                      <a:ext uri="{FF2B5EF4-FFF2-40B4-BE49-F238E27FC236}">
                        <a16:creationId xmlns:a16="http://schemas.microsoft.com/office/drawing/2014/main" id="{A287D93F-E8A4-9001-DAE7-0CE7E76E19DA}"/>
                      </a:ext>
                    </a:extLst>
                  </p:cNvPr>
                  <p:cNvSpPr/>
                  <p:nvPr/>
                </p:nvSpPr>
                <p:spPr>
                  <a:xfrm>
                    <a:off x="2028103" y="4513948"/>
                    <a:ext cx="97409" cy="218186"/>
                  </a:xfrm>
                  <a:custGeom>
                    <a:avLst/>
                    <a:gdLst>
                      <a:gd name="csX0" fmla="*/ 0 w 97409"/>
                      <a:gd name="csY0" fmla="*/ 0 h 218186"/>
                      <a:gd name="csX1" fmla="*/ 97409 w 97409"/>
                      <a:gd name="csY1" fmla="*/ 0 h 218186"/>
                      <a:gd name="csX2" fmla="*/ 97409 w 97409"/>
                      <a:gd name="csY2" fmla="*/ 218186 h 218186"/>
                      <a:gd name="csX3" fmla="*/ 0 w 97409"/>
                      <a:gd name="csY3" fmla="*/ 218186 h 218186"/>
                    </a:gdLst>
                    <a:ahLst/>
                    <a:cxnLst>
                      <a:cxn ang="0">
                        <a:pos x="csX0" y="csY0"/>
                      </a:cxn>
                      <a:cxn ang="0">
                        <a:pos x="csX1" y="csY1"/>
                      </a:cxn>
                      <a:cxn ang="0">
                        <a:pos x="csX2" y="csY2"/>
                      </a:cxn>
                      <a:cxn ang="0">
                        <a:pos x="csX3" y="csY3"/>
                      </a:cxn>
                    </a:cxnLst>
                    <a:rect l="l" t="t" r="r" b="b"/>
                    <a:pathLst>
                      <a:path w="97409" h="218186">
                        <a:moveTo>
                          <a:pt x="0" y="0"/>
                        </a:moveTo>
                        <a:lnTo>
                          <a:pt x="97409" y="0"/>
                        </a:lnTo>
                        <a:lnTo>
                          <a:pt x="97409" y="218186"/>
                        </a:lnTo>
                        <a:lnTo>
                          <a:pt x="0" y="218186"/>
                        </a:lnTo>
                        <a:close/>
                      </a:path>
                    </a:pathLst>
                  </a:custGeom>
                  <a:solidFill>
                    <a:srgbClr val="1965B0"/>
                  </a:solidFill>
                  <a:ln w="13589" cap="flat">
                    <a:noFill/>
                    <a:prstDash val="solid"/>
                    <a:miter/>
                  </a:ln>
                </p:spPr>
                <p:txBody>
                  <a:bodyPr/>
                  <a:lstStyle/>
                  <a:p>
                    <a:pPr algn="ctr"/>
                    <a:endParaRPr lang="en-US" sz="1890"/>
                  </a:p>
                </p:txBody>
              </p:sp>
              <p:sp>
                <p:nvSpPr>
                  <p:cNvPr id="993" name="Freeform 992">
                    <a:extLst>
                      <a:ext uri="{FF2B5EF4-FFF2-40B4-BE49-F238E27FC236}">
                        <a16:creationId xmlns:a16="http://schemas.microsoft.com/office/drawing/2014/main" id="{0130A997-F3A1-A9C2-50A7-966274CA1FF4}"/>
                      </a:ext>
                    </a:extLst>
                  </p:cNvPr>
                  <p:cNvSpPr/>
                  <p:nvPr/>
                </p:nvSpPr>
                <p:spPr>
                  <a:xfrm>
                    <a:off x="2190409" y="4561065"/>
                    <a:ext cx="97409" cy="171069"/>
                  </a:xfrm>
                  <a:custGeom>
                    <a:avLst/>
                    <a:gdLst>
                      <a:gd name="csX0" fmla="*/ 0 w 97409"/>
                      <a:gd name="csY0" fmla="*/ 0 h 171069"/>
                      <a:gd name="csX1" fmla="*/ 97409 w 97409"/>
                      <a:gd name="csY1" fmla="*/ 0 h 171069"/>
                      <a:gd name="csX2" fmla="*/ 97409 w 97409"/>
                      <a:gd name="csY2" fmla="*/ 171069 h 171069"/>
                      <a:gd name="csX3" fmla="*/ 0 w 97409"/>
                      <a:gd name="csY3" fmla="*/ 171069 h 171069"/>
                    </a:gdLst>
                    <a:ahLst/>
                    <a:cxnLst>
                      <a:cxn ang="0">
                        <a:pos x="csX0" y="csY0"/>
                      </a:cxn>
                      <a:cxn ang="0">
                        <a:pos x="csX1" y="csY1"/>
                      </a:cxn>
                      <a:cxn ang="0">
                        <a:pos x="csX2" y="csY2"/>
                      </a:cxn>
                      <a:cxn ang="0">
                        <a:pos x="csX3" y="csY3"/>
                      </a:cxn>
                    </a:cxnLst>
                    <a:rect l="l" t="t" r="r" b="b"/>
                    <a:pathLst>
                      <a:path w="97409" h="171069">
                        <a:moveTo>
                          <a:pt x="0" y="0"/>
                        </a:moveTo>
                        <a:lnTo>
                          <a:pt x="97409" y="0"/>
                        </a:lnTo>
                        <a:lnTo>
                          <a:pt x="97409" y="171069"/>
                        </a:lnTo>
                        <a:lnTo>
                          <a:pt x="0" y="171069"/>
                        </a:lnTo>
                        <a:close/>
                      </a:path>
                    </a:pathLst>
                  </a:custGeom>
                  <a:solidFill>
                    <a:srgbClr val="4EB265"/>
                  </a:solidFill>
                  <a:ln w="13589" cap="flat">
                    <a:noFill/>
                    <a:prstDash val="solid"/>
                    <a:miter/>
                  </a:ln>
                </p:spPr>
                <p:txBody>
                  <a:bodyPr/>
                  <a:lstStyle/>
                  <a:p>
                    <a:pPr algn="ctr"/>
                    <a:endParaRPr lang="en-US" sz="1890"/>
                  </a:p>
                </p:txBody>
              </p:sp>
              <p:sp>
                <p:nvSpPr>
                  <p:cNvPr id="994" name="Freeform 993">
                    <a:extLst>
                      <a:ext uri="{FF2B5EF4-FFF2-40B4-BE49-F238E27FC236}">
                        <a16:creationId xmlns:a16="http://schemas.microsoft.com/office/drawing/2014/main" id="{99BB7BCB-59FD-364E-DEDF-FB1D8662891B}"/>
                      </a:ext>
                    </a:extLst>
                  </p:cNvPr>
                  <p:cNvSpPr/>
                  <p:nvPr/>
                </p:nvSpPr>
                <p:spPr>
                  <a:xfrm>
                    <a:off x="2352715" y="4499470"/>
                    <a:ext cx="97409" cy="232664"/>
                  </a:xfrm>
                  <a:custGeom>
                    <a:avLst/>
                    <a:gdLst>
                      <a:gd name="csX0" fmla="*/ 0 w 97409"/>
                      <a:gd name="csY0" fmla="*/ 0 h 232664"/>
                      <a:gd name="csX1" fmla="*/ 97409 w 97409"/>
                      <a:gd name="csY1" fmla="*/ 0 h 232664"/>
                      <a:gd name="csX2" fmla="*/ 97409 w 97409"/>
                      <a:gd name="csY2" fmla="*/ 232664 h 232664"/>
                      <a:gd name="csX3" fmla="*/ 0 w 97409"/>
                      <a:gd name="csY3" fmla="*/ 232664 h 232664"/>
                    </a:gdLst>
                    <a:ahLst/>
                    <a:cxnLst>
                      <a:cxn ang="0">
                        <a:pos x="csX0" y="csY0"/>
                      </a:cxn>
                      <a:cxn ang="0">
                        <a:pos x="csX1" y="csY1"/>
                      </a:cxn>
                      <a:cxn ang="0">
                        <a:pos x="csX2" y="csY2"/>
                      </a:cxn>
                      <a:cxn ang="0">
                        <a:pos x="csX3" y="csY3"/>
                      </a:cxn>
                    </a:cxnLst>
                    <a:rect l="l" t="t" r="r" b="b"/>
                    <a:pathLst>
                      <a:path w="97409" h="232664">
                        <a:moveTo>
                          <a:pt x="0" y="0"/>
                        </a:moveTo>
                        <a:lnTo>
                          <a:pt x="97409" y="0"/>
                        </a:lnTo>
                        <a:lnTo>
                          <a:pt x="97409" y="232664"/>
                        </a:lnTo>
                        <a:lnTo>
                          <a:pt x="0" y="232664"/>
                        </a:lnTo>
                        <a:close/>
                      </a:path>
                    </a:pathLst>
                  </a:custGeom>
                  <a:solidFill>
                    <a:srgbClr val="F7F056"/>
                  </a:solidFill>
                  <a:ln w="13589" cap="flat">
                    <a:noFill/>
                    <a:prstDash val="solid"/>
                    <a:miter/>
                  </a:ln>
                </p:spPr>
                <p:txBody>
                  <a:bodyPr/>
                  <a:lstStyle/>
                  <a:p>
                    <a:pPr algn="ctr"/>
                    <a:endParaRPr lang="en-US" sz="1890"/>
                  </a:p>
                </p:txBody>
              </p:sp>
              <p:sp>
                <p:nvSpPr>
                  <p:cNvPr id="995" name="Freeform 994">
                    <a:extLst>
                      <a:ext uri="{FF2B5EF4-FFF2-40B4-BE49-F238E27FC236}">
                        <a16:creationId xmlns:a16="http://schemas.microsoft.com/office/drawing/2014/main" id="{ADCACC42-1FBB-1AB1-8C65-39A968DA04FC}"/>
                      </a:ext>
                    </a:extLst>
                  </p:cNvPr>
                  <p:cNvSpPr/>
                  <p:nvPr/>
                </p:nvSpPr>
                <p:spPr>
                  <a:xfrm>
                    <a:off x="2515021" y="4503788"/>
                    <a:ext cx="97409" cy="228345"/>
                  </a:xfrm>
                  <a:custGeom>
                    <a:avLst/>
                    <a:gdLst>
                      <a:gd name="csX0" fmla="*/ 0 w 97409"/>
                      <a:gd name="csY0" fmla="*/ 0 h 228345"/>
                      <a:gd name="csX1" fmla="*/ 97409 w 97409"/>
                      <a:gd name="csY1" fmla="*/ 0 h 228345"/>
                      <a:gd name="csX2" fmla="*/ 97409 w 97409"/>
                      <a:gd name="csY2" fmla="*/ 228346 h 228345"/>
                      <a:gd name="csX3" fmla="*/ 0 w 97409"/>
                      <a:gd name="csY3" fmla="*/ 228346 h 228345"/>
                    </a:gdLst>
                    <a:ahLst/>
                    <a:cxnLst>
                      <a:cxn ang="0">
                        <a:pos x="csX0" y="csY0"/>
                      </a:cxn>
                      <a:cxn ang="0">
                        <a:pos x="csX1" y="csY1"/>
                      </a:cxn>
                      <a:cxn ang="0">
                        <a:pos x="csX2" y="csY2"/>
                      </a:cxn>
                      <a:cxn ang="0">
                        <a:pos x="csX3" y="csY3"/>
                      </a:cxn>
                    </a:cxnLst>
                    <a:rect l="l" t="t" r="r" b="b"/>
                    <a:pathLst>
                      <a:path w="97409" h="228345">
                        <a:moveTo>
                          <a:pt x="0" y="0"/>
                        </a:moveTo>
                        <a:lnTo>
                          <a:pt x="97409" y="0"/>
                        </a:lnTo>
                        <a:lnTo>
                          <a:pt x="97409" y="228346"/>
                        </a:lnTo>
                        <a:lnTo>
                          <a:pt x="0" y="228346"/>
                        </a:lnTo>
                        <a:close/>
                      </a:path>
                    </a:pathLst>
                  </a:custGeom>
                  <a:solidFill>
                    <a:srgbClr val="7BAFDE"/>
                  </a:solidFill>
                  <a:ln w="13589" cap="flat">
                    <a:noFill/>
                    <a:prstDash val="solid"/>
                    <a:miter/>
                  </a:ln>
                </p:spPr>
                <p:txBody>
                  <a:bodyPr/>
                  <a:lstStyle/>
                  <a:p>
                    <a:pPr algn="ctr"/>
                    <a:endParaRPr lang="en-US" sz="1890"/>
                  </a:p>
                </p:txBody>
              </p:sp>
              <p:sp>
                <p:nvSpPr>
                  <p:cNvPr id="996" name="Freeform 995">
                    <a:extLst>
                      <a:ext uri="{FF2B5EF4-FFF2-40B4-BE49-F238E27FC236}">
                        <a16:creationId xmlns:a16="http://schemas.microsoft.com/office/drawing/2014/main" id="{2877A3F6-BA8B-AFFC-706D-09D641AF72D8}"/>
                      </a:ext>
                    </a:extLst>
                  </p:cNvPr>
                  <p:cNvSpPr/>
                  <p:nvPr/>
                </p:nvSpPr>
                <p:spPr>
                  <a:xfrm>
                    <a:off x="2677327" y="4465307"/>
                    <a:ext cx="97409" cy="266827"/>
                  </a:xfrm>
                  <a:custGeom>
                    <a:avLst/>
                    <a:gdLst>
                      <a:gd name="csX0" fmla="*/ 0 w 97409"/>
                      <a:gd name="csY0" fmla="*/ 0 h 266827"/>
                      <a:gd name="csX1" fmla="*/ 97409 w 97409"/>
                      <a:gd name="csY1" fmla="*/ 0 h 266827"/>
                      <a:gd name="csX2" fmla="*/ 97409 w 97409"/>
                      <a:gd name="csY2" fmla="*/ 266827 h 266827"/>
                      <a:gd name="csX3" fmla="*/ 0 w 97409"/>
                      <a:gd name="csY3" fmla="*/ 266827 h 266827"/>
                    </a:gdLst>
                    <a:ahLst/>
                    <a:cxnLst>
                      <a:cxn ang="0">
                        <a:pos x="csX0" y="csY0"/>
                      </a:cxn>
                      <a:cxn ang="0">
                        <a:pos x="csX1" y="csY1"/>
                      </a:cxn>
                      <a:cxn ang="0">
                        <a:pos x="csX2" y="csY2"/>
                      </a:cxn>
                      <a:cxn ang="0">
                        <a:pos x="csX3" y="csY3"/>
                      </a:cxn>
                    </a:cxnLst>
                    <a:rect l="l" t="t" r="r" b="b"/>
                    <a:pathLst>
                      <a:path w="97409" h="266827">
                        <a:moveTo>
                          <a:pt x="0" y="0"/>
                        </a:moveTo>
                        <a:lnTo>
                          <a:pt x="97409" y="0"/>
                        </a:lnTo>
                        <a:lnTo>
                          <a:pt x="97409" y="266827"/>
                        </a:lnTo>
                        <a:lnTo>
                          <a:pt x="0" y="266827"/>
                        </a:lnTo>
                        <a:close/>
                      </a:path>
                    </a:pathLst>
                  </a:custGeom>
                  <a:solidFill>
                    <a:srgbClr val="DC050C"/>
                  </a:solidFill>
                  <a:ln w="13589" cap="flat">
                    <a:noFill/>
                    <a:prstDash val="solid"/>
                    <a:miter/>
                  </a:ln>
                </p:spPr>
                <p:txBody>
                  <a:bodyPr/>
                  <a:lstStyle/>
                  <a:p>
                    <a:pPr algn="ctr"/>
                    <a:endParaRPr lang="en-US" sz="1890"/>
                  </a:p>
                </p:txBody>
              </p:sp>
              <p:sp>
                <p:nvSpPr>
                  <p:cNvPr id="997" name="Freeform 996">
                    <a:extLst>
                      <a:ext uri="{FF2B5EF4-FFF2-40B4-BE49-F238E27FC236}">
                        <a16:creationId xmlns:a16="http://schemas.microsoft.com/office/drawing/2014/main" id="{300A0CC8-3653-B145-E3BB-5347DF710FD3}"/>
                      </a:ext>
                    </a:extLst>
                  </p:cNvPr>
                  <p:cNvSpPr/>
                  <p:nvPr/>
                </p:nvSpPr>
                <p:spPr>
                  <a:xfrm>
                    <a:off x="2044359" y="4481689"/>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998" name="Freeform 997">
                    <a:extLst>
                      <a:ext uri="{FF2B5EF4-FFF2-40B4-BE49-F238E27FC236}">
                        <a16:creationId xmlns:a16="http://schemas.microsoft.com/office/drawing/2014/main" id="{FA3648D1-C0C2-C235-FAB2-0345F079A570}"/>
                      </a:ext>
                    </a:extLst>
                  </p:cNvPr>
                  <p:cNvSpPr/>
                  <p:nvPr/>
                </p:nvSpPr>
                <p:spPr>
                  <a:xfrm>
                    <a:off x="2076743" y="4481689"/>
                    <a:ext cx="12700" cy="64643"/>
                  </a:xfrm>
                  <a:custGeom>
                    <a:avLst/>
                    <a:gdLst>
                      <a:gd name="csX0" fmla="*/ 0 w 12700"/>
                      <a:gd name="csY0" fmla="*/ 0 h 64643"/>
                      <a:gd name="csX1" fmla="*/ 0 w 12700"/>
                      <a:gd name="csY1" fmla="*/ 64643 h 64643"/>
                    </a:gdLst>
                    <a:ahLst/>
                    <a:cxnLst>
                      <a:cxn ang="0">
                        <a:pos x="csX0" y="csY0"/>
                      </a:cxn>
                      <a:cxn ang="0">
                        <a:pos x="csX1" y="csY1"/>
                      </a:cxn>
                    </a:cxnLst>
                    <a:rect l="l" t="t" r="r" b="b"/>
                    <a:pathLst>
                      <a:path w="12700" h="64643">
                        <a:moveTo>
                          <a:pt x="0" y="0"/>
                        </a:moveTo>
                        <a:lnTo>
                          <a:pt x="0" y="64643"/>
                        </a:lnTo>
                      </a:path>
                    </a:pathLst>
                  </a:custGeom>
                  <a:noFill/>
                  <a:ln w="13589" cap="flat">
                    <a:solidFill>
                      <a:srgbClr val="000000"/>
                    </a:solidFill>
                    <a:prstDash val="solid"/>
                    <a:round/>
                  </a:ln>
                </p:spPr>
                <p:txBody>
                  <a:bodyPr/>
                  <a:lstStyle/>
                  <a:p>
                    <a:pPr algn="ctr"/>
                    <a:endParaRPr lang="en-US" sz="1890"/>
                  </a:p>
                </p:txBody>
              </p:sp>
              <p:sp>
                <p:nvSpPr>
                  <p:cNvPr id="999" name="Freeform 998">
                    <a:extLst>
                      <a:ext uri="{FF2B5EF4-FFF2-40B4-BE49-F238E27FC236}">
                        <a16:creationId xmlns:a16="http://schemas.microsoft.com/office/drawing/2014/main" id="{8CA1F153-B3AE-85E2-3DC5-9AC1E58DF9C1}"/>
                      </a:ext>
                    </a:extLst>
                  </p:cNvPr>
                  <p:cNvSpPr/>
                  <p:nvPr/>
                </p:nvSpPr>
                <p:spPr>
                  <a:xfrm>
                    <a:off x="2044359" y="454633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000" name="Freeform 999">
                    <a:extLst>
                      <a:ext uri="{FF2B5EF4-FFF2-40B4-BE49-F238E27FC236}">
                        <a16:creationId xmlns:a16="http://schemas.microsoft.com/office/drawing/2014/main" id="{5313DB41-BBBA-FE7F-D59B-AA2DF787DC03}"/>
                      </a:ext>
                    </a:extLst>
                  </p:cNvPr>
                  <p:cNvSpPr/>
                  <p:nvPr/>
                </p:nvSpPr>
                <p:spPr>
                  <a:xfrm>
                    <a:off x="2206664" y="4528553"/>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001" name="Freeform 1000">
                    <a:extLst>
                      <a:ext uri="{FF2B5EF4-FFF2-40B4-BE49-F238E27FC236}">
                        <a16:creationId xmlns:a16="http://schemas.microsoft.com/office/drawing/2014/main" id="{19E88190-B8D9-65AB-CAF2-85C82B702182}"/>
                      </a:ext>
                    </a:extLst>
                  </p:cNvPr>
                  <p:cNvSpPr/>
                  <p:nvPr/>
                </p:nvSpPr>
                <p:spPr>
                  <a:xfrm>
                    <a:off x="2239049" y="4528553"/>
                    <a:ext cx="12700" cy="65023"/>
                  </a:xfrm>
                  <a:custGeom>
                    <a:avLst/>
                    <a:gdLst>
                      <a:gd name="csX0" fmla="*/ 0 w 12700"/>
                      <a:gd name="csY0" fmla="*/ 0 h 65023"/>
                      <a:gd name="csX1" fmla="*/ 0 w 12700"/>
                      <a:gd name="csY1" fmla="*/ 65024 h 65023"/>
                    </a:gdLst>
                    <a:ahLst/>
                    <a:cxnLst>
                      <a:cxn ang="0">
                        <a:pos x="csX0" y="csY0"/>
                      </a:cxn>
                      <a:cxn ang="0">
                        <a:pos x="csX1" y="csY1"/>
                      </a:cxn>
                    </a:cxnLst>
                    <a:rect l="l" t="t" r="r" b="b"/>
                    <a:pathLst>
                      <a:path w="12700" h="65023">
                        <a:moveTo>
                          <a:pt x="0" y="0"/>
                        </a:moveTo>
                        <a:lnTo>
                          <a:pt x="0" y="65024"/>
                        </a:lnTo>
                      </a:path>
                    </a:pathLst>
                  </a:custGeom>
                  <a:noFill/>
                  <a:ln w="13589" cap="flat">
                    <a:solidFill>
                      <a:srgbClr val="000000"/>
                    </a:solidFill>
                    <a:prstDash val="solid"/>
                    <a:round/>
                  </a:ln>
                </p:spPr>
                <p:txBody>
                  <a:bodyPr/>
                  <a:lstStyle/>
                  <a:p>
                    <a:pPr algn="ctr"/>
                    <a:endParaRPr lang="en-US" sz="1890"/>
                  </a:p>
                </p:txBody>
              </p:sp>
              <p:sp>
                <p:nvSpPr>
                  <p:cNvPr id="1002" name="Freeform 1001">
                    <a:extLst>
                      <a:ext uri="{FF2B5EF4-FFF2-40B4-BE49-F238E27FC236}">
                        <a16:creationId xmlns:a16="http://schemas.microsoft.com/office/drawing/2014/main" id="{98CD80BF-2F11-B6ED-3AF3-DC31B766249E}"/>
                      </a:ext>
                    </a:extLst>
                  </p:cNvPr>
                  <p:cNvSpPr/>
                  <p:nvPr/>
                </p:nvSpPr>
                <p:spPr>
                  <a:xfrm>
                    <a:off x="2206664" y="459357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003" name="Freeform 1002">
                    <a:extLst>
                      <a:ext uri="{FF2B5EF4-FFF2-40B4-BE49-F238E27FC236}">
                        <a16:creationId xmlns:a16="http://schemas.microsoft.com/office/drawing/2014/main" id="{14541CBE-EED1-F7B9-BADA-971FE960DF68}"/>
                      </a:ext>
                    </a:extLst>
                  </p:cNvPr>
                  <p:cNvSpPr/>
                  <p:nvPr/>
                </p:nvSpPr>
                <p:spPr>
                  <a:xfrm>
                    <a:off x="2368970" y="440891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004" name="Freeform 1003">
                    <a:extLst>
                      <a:ext uri="{FF2B5EF4-FFF2-40B4-BE49-F238E27FC236}">
                        <a16:creationId xmlns:a16="http://schemas.microsoft.com/office/drawing/2014/main" id="{48FA95E4-2AED-3328-C3D2-614A399FAA44}"/>
                      </a:ext>
                    </a:extLst>
                  </p:cNvPr>
                  <p:cNvSpPr/>
                  <p:nvPr/>
                </p:nvSpPr>
                <p:spPr>
                  <a:xfrm>
                    <a:off x="2401356" y="4408918"/>
                    <a:ext cx="12700" cy="181229"/>
                  </a:xfrm>
                  <a:custGeom>
                    <a:avLst/>
                    <a:gdLst>
                      <a:gd name="csX0" fmla="*/ 0 w 12700"/>
                      <a:gd name="csY0" fmla="*/ 0 h 181229"/>
                      <a:gd name="csX1" fmla="*/ 0 w 12700"/>
                      <a:gd name="csY1" fmla="*/ 181229 h 181229"/>
                    </a:gdLst>
                    <a:ahLst/>
                    <a:cxnLst>
                      <a:cxn ang="0">
                        <a:pos x="csX0" y="csY0"/>
                      </a:cxn>
                      <a:cxn ang="0">
                        <a:pos x="csX1" y="csY1"/>
                      </a:cxn>
                    </a:cxnLst>
                    <a:rect l="l" t="t" r="r" b="b"/>
                    <a:pathLst>
                      <a:path w="12700" h="181229">
                        <a:moveTo>
                          <a:pt x="0" y="0"/>
                        </a:moveTo>
                        <a:lnTo>
                          <a:pt x="0" y="181229"/>
                        </a:lnTo>
                      </a:path>
                    </a:pathLst>
                  </a:custGeom>
                  <a:noFill/>
                  <a:ln w="13589" cap="flat">
                    <a:solidFill>
                      <a:srgbClr val="000000"/>
                    </a:solidFill>
                    <a:prstDash val="solid"/>
                    <a:round/>
                  </a:ln>
                </p:spPr>
                <p:txBody>
                  <a:bodyPr/>
                  <a:lstStyle/>
                  <a:p>
                    <a:pPr algn="ctr"/>
                    <a:endParaRPr lang="en-US" sz="1890"/>
                  </a:p>
                </p:txBody>
              </p:sp>
              <p:sp>
                <p:nvSpPr>
                  <p:cNvPr id="1005" name="Freeform 1004">
                    <a:extLst>
                      <a:ext uri="{FF2B5EF4-FFF2-40B4-BE49-F238E27FC236}">
                        <a16:creationId xmlns:a16="http://schemas.microsoft.com/office/drawing/2014/main" id="{14051F9B-DE33-F7F8-5E49-CA16C5AA308C}"/>
                      </a:ext>
                    </a:extLst>
                  </p:cNvPr>
                  <p:cNvSpPr/>
                  <p:nvPr/>
                </p:nvSpPr>
                <p:spPr>
                  <a:xfrm>
                    <a:off x="2368970" y="459014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006" name="Freeform 1005">
                    <a:extLst>
                      <a:ext uri="{FF2B5EF4-FFF2-40B4-BE49-F238E27FC236}">
                        <a16:creationId xmlns:a16="http://schemas.microsoft.com/office/drawing/2014/main" id="{9E112BE3-DA19-B928-F00C-19FB6B9ED9B5}"/>
                      </a:ext>
                    </a:extLst>
                  </p:cNvPr>
                  <p:cNvSpPr/>
                  <p:nvPr/>
                </p:nvSpPr>
                <p:spPr>
                  <a:xfrm>
                    <a:off x="2693583" y="440739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007" name="Freeform 1006">
                    <a:extLst>
                      <a:ext uri="{FF2B5EF4-FFF2-40B4-BE49-F238E27FC236}">
                        <a16:creationId xmlns:a16="http://schemas.microsoft.com/office/drawing/2014/main" id="{39A090DA-B539-30E2-8D05-FF3B591FBC14}"/>
                      </a:ext>
                    </a:extLst>
                  </p:cNvPr>
                  <p:cNvSpPr/>
                  <p:nvPr/>
                </p:nvSpPr>
                <p:spPr>
                  <a:xfrm>
                    <a:off x="2725967" y="4407395"/>
                    <a:ext cx="12700" cy="115951"/>
                  </a:xfrm>
                  <a:custGeom>
                    <a:avLst/>
                    <a:gdLst>
                      <a:gd name="csX0" fmla="*/ 0 w 12700"/>
                      <a:gd name="csY0" fmla="*/ 0 h 115951"/>
                      <a:gd name="csX1" fmla="*/ 0 w 12700"/>
                      <a:gd name="csY1" fmla="*/ 115951 h 115951"/>
                    </a:gdLst>
                    <a:ahLst/>
                    <a:cxnLst>
                      <a:cxn ang="0">
                        <a:pos x="csX0" y="csY0"/>
                      </a:cxn>
                      <a:cxn ang="0">
                        <a:pos x="csX1" y="csY1"/>
                      </a:cxn>
                    </a:cxnLst>
                    <a:rect l="l" t="t" r="r" b="b"/>
                    <a:pathLst>
                      <a:path w="12700" h="115951">
                        <a:moveTo>
                          <a:pt x="0" y="0"/>
                        </a:moveTo>
                        <a:lnTo>
                          <a:pt x="0" y="115951"/>
                        </a:lnTo>
                      </a:path>
                    </a:pathLst>
                  </a:custGeom>
                  <a:noFill/>
                  <a:ln w="13589" cap="flat">
                    <a:solidFill>
                      <a:srgbClr val="000000"/>
                    </a:solidFill>
                    <a:prstDash val="solid"/>
                    <a:round/>
                  </a:ln>
                </p:spPr>
                <p:txBody>
                  <a:bodyPr/>
                  <a:lstStyle/>
                  <a:p>
                    <a:pPr algn="ctr"/>
                    <a:endParaRPr lang="en-US" sz="1890"/>
                  </a:p>
                </p:txBody>
              </p:sp>
              <p:sp>
                <p:nvSpPr>
                  <p:cNvPr id="1008" name="Freeform 1007">
                    <a:extLst>
                      <a:ext uri="{FF2B5EF4-FFF2-40B4-BE49-F238E27FC236}">
                        <a16:creationId xmlns:a16="http://schemas.microsoft.com/office/drawing/2014/main" id="{81CAF0F5-BA0E-39B5-C77B-DED41DC7DF20}"/>
                      </a:ext>
                    </a:extLst>
                  </p:cNvPr>
                  <p:cNvSpPr/>
                  <p:nvPr/>
                </p:nvSpPr>
                <p:spPr>
                  <a:xfrm>
                    <a:off x="2693583" y="452334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009" name="Freeform 1008">
                    <a:extLst>
                      <a:ext uri="{FF2B5EF4-FFF2-40B4-BE49-F238E27FC236}">
                        <a16:creationId xmlns:a16="http://schemas.microsoft.com/office/drawing/2014/main" id="{55E81CE8-17A0-AA2F-B0A4-63596AE0A9D2}"/>
                      </a:ext>
                    </a:extLst>
                  </p:cNvPr>
                  <p:cNvSpPr/>
                  <p:nvPr/>
                </p:nvSpPr>
                <p:spPr>
                  <a:xfrm>
                    <a:off x="2396784" y="45719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0" name="Freeform 1009">
                    <a:extLst>
                      <a:ext uri="{FF2B5EF4-FFF2-40B4-BE49-F238E27FC236}">
                        <a16:creationId xmlns:a16="http://schemas.microsoft.com/office/drawing/2014/main" id="{B1BCC7D1-3274-033D-93E2-C4C2A45C3465}"/>
                      </a:ext>
                    </a:extLst>
                  </p:cNvPr>
                  <p:cNvSpPr/>
                  <p:nvPr/>
                </p:nvSpPr>
                <p:spPr>
                  <a:xfrm>
                    <a:off x="2235240" y="447927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1" name="Freeform 1010">
                    <a:extLst>
                      <a:ext uri="{FF2B5EF4-FFF2-40B4-BE49-F238E27FC236}">
                        <a16:creationId xmlns:a16="http://schemas.microsoft.com/office/drawing/2014/main" id="{537A4818-C2FA-B7CA-D345-280D7C783649}"/>
                      </a:ext>
                    </a:extLst>
                  </p:cNvPr>
                  <p:cNvSpPr/>
                  <p:nvPr/>
                </p:nvSpPr>
                <p:spPr>
                  <a:xfrm>
                    <a:off x="2214158" y="45036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2" name="Freeform 1011">
                    <a:extLst>
                      <a:ext uri="{FF2B5EF4-FFF2-40B4-BE49-F238E27FC236}">
                        <a16:creationId xmlns:a16="http://schemas.microsoft.com/office/drawing/2014/main" id="{67A2CB70-7346-E240-8CC3-747FC20F5E50}"/>
                      </a:ext>
                    </a:extLst>
                  </p:cNvPr>
                  <p:cNvSpPr/>
                  <p:nvPr/>
                </p:nvSpPr>
                <p:spPr>
                  <a:xfrm>
                    <a:off x="2718729" y="45600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3" name="Freeform 1012">
                    <a:extLst>
                      <a:ext uri="{FF2B5EF4-FFF2-40B4-BE49-F238E27FC236}">
                        <a16:creationId xmlns:a16="http://schemas.microsoft.com/office/drawing/2014/main" id="{5B9AED55-7B54-ACF8-1DFA-D23436D411CA}"/>
                      </a:ext>
                    </a:extLst>
                  </p:cNvPr>
                  <p:cNvSpPr/>
                  <p:nvPr/>
                </p:nvSpPr>
                <p:spPr>
                  <a:xfrm>
                    <a:off x="2063282" y="45003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4" name="Freeform 1013">
                    <a:extLst>
                      <a:ext uri="{FF2B5EF4-FFF2-40B4-BE49-F238E27FC236}">
                        <a16:creationId xmlns:a16="http://schemas.microsoft.com/office/drawing/2014/main" id="{B87D271A-BD42-AB87-4139-5AA13145C123}"/>
                      </a:ext>
                    </a:extLst>
                  </p:cNvPr>
                  <p:cNvSpPr/>
                  <p:nvPr/>
                </p:nvSpPr>
                <p:spPr>
                  <a:xfrm>
                    <a:off x="2708569" y="46000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5" name="Freeform 1014">
                    <a:extLst>
                      <a:ext uri="{FF2B5EF4-FFF2-40B4-BE49-F238E27FC236}">
                        <a16:creationId xmlns:a16="http://schemas.microsoft.com/office/drawing/2014/main" id="{7C8A5339-35BB-DF5D-BC1B-F97DEC7BF3D6}"/>
                      </a:ext>
                    </a:extLst>
                  </p:cNvPr>
                  <p:cNvSpPr/>
                  <p:nvPr/>
                </p:nvSpPr>
                <p:spPr>
                  <a:xfrm>
                    <a:off x="2066457" y="440485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6" name="Freeform 1015">
                    <a:extLst>
                      <a:ext uri="{FF2B5EF4-FFF2-40B4-BE49-F238E27FC236}">
                        <a16:creationId xmlns:a16="http://schemas.microsoft.com/office/drawing/2014/main" id="{36C0AD5D-7496-EBDE-D0C9-CA10347E2154}"/>
                      </a:ext>
                    </a:extLst>
                  </p:cNvPr>
                  <p:cNvSpPr/>
                  <p:nvPr/>
                </p:nvSpPr>
                <p:spPr>
                  <a:xfrm>
                    <a:off x="2696123" y="42626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7" name="Freeform 1016">
                    <a:extLst>
                      <a:ext uri="{FF2B5EF4-FFF2-40B4-BE49-F238E27FC236}">
                        <a16:creationId xmlns:a16="http://schemas.microsoft.com/office/drawing/2014/main" id="{F19C53B8-45DE-132F-4BD6-D465C6F33B70}"/>
                      </a:ext>
                    </a:extLst>
                  </p:cNvPr>
                  <p:cNvSpPr/>
                  <p:nvPr/>
                </p:nvSpPr>
                <p:spPr>
                  <a:xfrm>
                    <a:off x="2063790" y="44774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8" name="Freeform 1017">
                    <a:extLst>
                      <a:ext uri="{FF2B5EF4-FFF2-40B4-BE49-F238E27FC236}">
                        <a16:creationId xmlns:a16="http://schemas.microsoft.com/office/drawing/2014/main" id="{0F89E161-7F66-8438-C116-7624AEBBAEC6}"/>
                      </a:ext>
                    </a:extLst>
                  </p:cNvPr>
                  <p:cNvSpPr/>
                  <p:nvPr/>
                </p:nvSpPr>
                <p:spPr>
                  <a:xfrm>
                    <a:off x="2714665" y="42831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19" name="Freeform 1018">
                    <a:extLst>
                      <a:ext uri="{FF2B5EF4-FFF2-40B4-BE49-F238E27FC236}">
                        <a16:creationId xmlns:a16="http://schemas.microsoft.com/office/drawing/2014/main" id="{15E063D1-B82E-3CAB-73DC-E896FD9EB44A}"/>
                      </a:ext>
                    </a:extLst>
                  </p:cNvPr>
                  <p:cNvSpPr/>
                  <p:nvPr/>
                </p:nvSpPr>
                <p:spPr>
                  <a:xfrm>
                    <a:off x="2057313" y="45041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0" name="Freeform 1019">
                    <a:extLst>
                      <a:ext uri="{FF2B5EF4-FFF2-40B4-BE49-F238E27FC236}">
                        <a16:creationId xmlns:a16="http://schemas.microsoft.com/office/drawing/2014/main" id="{422E39A8-9146-C9DF-9545-A9413A022DF1}"/>
                      </a:ext>
                    </a:extLst>
                  </p:cNvPr>
                  <p:cNvSpPr/>
                  <p:nvPr/>
                </p:nvSpPr>
                <p:spPr>
                  <a:xfrm>
                    <a:off x="2715046" y="449756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1" name="Freeform 1020">
                    <a:extLst>
                      <a:ext uri="{FF2B5EF4-FFF2-40B4-BE49-F238E27FC236}">
                        <a16:creationId xmlns:a16="http://schemas.microsoft.com/office/drawing/2014/main" id="{239EBAE5-9BEE-A6B2-FE93-27BFCC0D5A34}"/>
                      </a:ext>
                    </a:extLst>
                  </p:cNvPr>
                  <p:cNvSpPr/>
                  <p:nvPr/>
                </p:nvSpPr>
                <p:spPr>
                  <a:xfrm>
                    <a:off x="2072807" y="463917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2" name="Freeform 1021">
                    <a:extLst>
                      <a:ext uri="{FF2B5EF4-FFF2-40B4-BE49-F238E27FC236}">
                        <a16:creationId xmlns:a16="http://schemas.microsoft.com/office/drawing/2014/main" id="{48530BD4-544F-1F0D-F059-EAB585A9F14B}"/>
                      </a:ext>
                    </a:extLst>
                  </p:cNvPr>
                  <p:cNvSpPr/>
                  <p:nvPr/>
                </p:nvSpPr>
                <p:spPr>
                  <a:xfrm>
                    <a:off x="2213142" y="461770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3" name="Freeform 1022">
                    <a:extLst>
                      <a:ext uri="{FF2B5EF4-FFF2-40B4-BE49-F238E27FC236}">
                        <a16:creationId xmlns:a16="http://schemas.microsoft.com/office/drawing/2014/main" id="{C571EDD1-90E8-6BBE-8B7C-0266144A3CDF}"/>
                      </a:ext>
                    </a:extLst>
                  </p:cNvPr>
                  <p:cNvSpPr/>
                  <p:nvPr/>
                </p:nvSpPr>
                <p:spPr>
                  <a:xfrm>
                    <a:off x="2706791" y="448029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4" name="Freeform 1023">
                    <a:extLst>
                      <a:ext uri="{FF2B5EF4-FFF2-40B4-BE49-F238E27FC236}">
                        <a16:creationId xmlns:a16="http://schemas.microsoft.com/office/drawing/2014/main" id="{1DECCF31-AB18-2C7E-2349-05D336BD8B71}"/>
                      </a:ext>
                    </a:extLst>
                  </p:cNvPr>
                  <p:cNvSpPr/>
                  <p:nvPr/>
                </p:nvSpPr>
                <p:spPr>
                  <a:xfrm>
                    <a:off x="2073061" y="44498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5" name="Freeform 1024">
                    <a:extLst>
                      <a:ext uri="{FF2B5EF4-FFF2-40B4-BE49-F238E27FC236}">
                        <a16:creationId xmlns:a16="http://schemas.microsoft.com/office/drawing/2014/main" id="{F00569AE-8BAE-20A0-386D-6F759DE3DC43}"/>
                      </a:ext>
                    </a:extLst>
                  </p:cNvPr>
                  <p:cNvSpPr/>
                  <p:nvPr/>
                </p:nvSpPr>
                <p:spPr>
                  <a:xfrm>
                    <a:off x="2398816" y="43907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6" name="Freeform 1025">
                    <a:extLst>
                      <a:ext uri="{FF2B5EF4-FFF2-40B4-BE49-F238E27FC236}">
                        <a16:creationId xmlns:a16="http://schemas.microsoft.com/office/drawing/2014/main" id="{DAEEA844-25D4-A698-1853-D042DCE3A0A2}"/>
                      </a:ext>
                    </a:extLst>
                  </p:cNvPr>
                  <p:cNvSpPr/>
                  <p:nvPr/>
                </p:nvSpPr>
                <p:spPr>
                  <a:xfrm>
                    <a:off x="2208570" y="448664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7" name="Freeform 1026">
                    <a:extLst>
                      <a:ext uri="{FF2B5EF4-FFF2-40B4-BE49-F238E27FC236}">
                        <a16:creationId xmlns:a16="http://schemas.microsoft.com/office/drawing/2014/main" id="{CA42583C-E531-7142-4554-02C76C5D61C2}"/>
                      </a:ext>
                    </a:extLst>
                  </p:cNvPr>
                  <p:cNvSpPr/>
                  <p:nvPr/>
                </p:nvSpPr>
                <p:spPr>
                  <a:xfrm>
                    <a:off x="2220254" y="47071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8" name="Freeform 1027">
                    <a:extLst>
                      <a:ext uri="{FF2B5EF4-FFF2-40B4-BE49-F238E27FC236}">
                        <a16:creationId xmlns:a16="http://schemas.microsoft.com/office/drawing/2014/main" id="{438F0455-D8C4-EE82-A4CE-74B60B3760E7}"/>
                      </a:ext>
                    </a:extLst>
                  </p:cNvPr>
                  <p:cNvSpPr/>
                  <p:nvPr/>
                </p:nvSpPr>
                <p:spPr>
                  <a:xfrm>
                    <a:off x="2547660" y="44857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29" name="Freeform 1028">
                    <a:extLst>
                      <a:ext uri="{FF2B5EF4-FFF2-40B4-BE49-F238E27FC236}">
                        <a16:creationId xmlns:a16="http://schemas.microsoft.com/office/drawing/2014/main" id="{1861543D-B0C8-EBB5-B1B3-C45CAE843F71}"/>
                      </a:ext>
                    </a:extLst>
                  </p:cNvPr>
                  <p:cNvSpPr/>
                  <p:nvPr/>
                </p:nvSpPr>
                <p:spPr>
                  <a:xfrm>
                    <a:off x="2234224" y="45028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30" name="Freeform 1029">
                    <a:extLst>
                      <a:ext uri="{FF2B5EF4-FFF2-40B4-BE49-F238E27FC236}">
                        <a16:creationId xmlns:a16="http://schemas.microsoft.com/office/drawing/2014/main" id="{7C2DEF0C-5F73-4275-1C49-7B89E67D0A1B}"/>
                      </a:ext>
                    </a:extLst>
                  </p:cNvPr>
                  <p:cNvSpPr/>
                  <p:nvPr/>
                </p:nvSpPr>
                <p:spPr>
                  <a:xfrm>
                    <a:off x="2209332" y="45039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31" name="TextBox 1030">
                    <a:extLst>
                      <a:ext uri="{FF2B5EF4-FFF2-40B4-BE49-F238E27FC236}">
                        <a16:creationId xmlns:a16="http://schemas.microsoft.com/office/drawing/2014/main" id="{162B9305-380F-766C-377B-59E1D7C643E9}"/>
                      </a:ext>
                    </a:extLst>
                  </p:cNvPr>
                  <p:cNvSpPr txBox="1"/>
                  <p:nvPr/>
                </p:nvSpPr>
                <p:spPr>
                  <a:xfrm>
                    <a:off x="2012186" y="4062678"/>
                    <a:ext cx="275168" cy="343976"/>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032" name="Freeform 1031">
                    <a:extLst>
                      <a:ext uri="{FF2B5EF4-FFF2-40B4-BE49-F238E27FC236}">
                        <a16:creationId xmlns:a16="http://schemas.microsoft.com/office/drawing/2014/main" id="{4FDC55CE-7FFE-74A6-7788-AEB732EF8137}"/>
                      </a:ext>
                    </a:extLst>
                  </p:cNvPr>
                  <p:cNvSpPr/>
                  <p:nvPr/>
                </p:nvSpPr>
                <p:spPr>
                  <a:xfrm>
                    <a:off x="2076744" y="4235564"/>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033" name="TextBox 1032">
                    <a:extLst>
                      <a:ext uri="{FF2B5EF4-FFF2-40B4-BE49-F238E27FC236}">
                        <a16:creationId xmlns:a16="http://schemas.microsoft.com/office/drawing/2014/main" id="{AEA7A57C-92A3-5D55-B9CA-0B94A52BF976}"/>
                      </a:ext>
                    </a:extLst>
                  </p:cNvPr>
                  <p:cNvSpPr txBox="1"/>
                  <p:nvPr/>
                </p:nvSpPr>
                <p:spPr>
                  <a:xfrm>
                    <a:off x="2273319" y="4062678"/>
                    <a:ext cx="434635" cy="343976"/>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034" name="Freeform 1033">
                    <a:extLst>
                      <a:ext uri="{FF2B5EF4-FFF2-40B4-BE49-F238E27FC236}">
                        <a16:creationId xmlns:a16="http://schemas.microsoft.com/office/drawing/2014/main" id="{4DFC15F8-2AED-5296-48AC-60707A5DB588}"/>
                      </a:ext>
                    </a:extLst>
                  </p:cNvPr>
                  <p:cNvSpPr/>
                  <p:nvPr/>
                </p:nvSpPr>
                <p:spPr>
                  <a:xfrm>
                    <a:off x="2255306" y="4235564"/>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035" name="TextBox 1034">
                    <a:extLst>
                      <a:ext uri="{FF2B5EF4-FFF2-40B4-BE49-F238E27FC236}">
                        <a16:creationId xmlns:a16="http://schemas.microsoft.com/office/drawing/2014/main" id="{50C6733F-212F-DCAD-FBC1-B84DA6EAD7AA}"/>
                      </a:ext>
                    </a:extLst>
                  </p:cNvPr>
                  <p:cNvSpPr txBox="1"/>
                  <p:nvPr/>
                </p:nvSpPr>
                <p:spPr>
                  <a:xfrm>
                    <a:off x="2184039" y="3949775"/>
                    <a:ext cx="434635" cy="343976"/>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036" name="Freeform 1035">
                    <a:extLst>
                      <a:ext uri="{FF2B5EF4-FFF2-40B4-BE49-F238E27FC236}">
                        <a16:creationId xmlns:a16="http://schemas.microsoft.com/office/drawing/2014/main" id="{F6E355DA-ECA2-0F32-0F83-E31ED8E2F0F1}"/>
                      </a:ext>
                    </a:extLst>
                  </p:cNvPr>
                  <p:cNvSpPr/>
                  <p:nvPr/>
                </p:nvSpPr>
                <p:spPr>
                  <a:xfrm>
                    <a:off x="2076744" y="4122661"/>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037" name="Graphic 595">
                  <a:extLst>
                    <a:ext uri="{FF2B5EF4-FFF2-40B4-BE49-F238E27FC236}">
                      <a16:creationId xmlns:a16="http://schemas.microsoft.com/office/drawing/2014/main" id="{A7BC3205-7699-A63A-78D3-939F075B6418}"/>
                    </a:ext>
                  </a:extLst>
                </p:cNvPr>
                <p:cNvGrpSpPr/>
                <p:nvPr/>
              </p:nvGrpSpPr>
              <p:grpSpPr>
                <a:xfrm>
                  <a:off x="1663599" y="3752714"/>
                  <a:ext cx="1191469" cy="1196086"/>
                  <a:chOff x="1663599" y="3752714"/>
                  <a:chExt cx="1191469" cy="1196086"/>
                </a:xfrm>
              </p:grpSpPr>
              <p:sp>
                <p:nvSpPr>
                  <p:cNvPr id="1038" name="Freeform 1037">
                    <a:extLst>
                      <a:ext uri="{FF2B5EF4-FFF2-40B4-BE49-F238E27FC236}">
                        <a16:creationId xmlns:a16="http://schemas.microsoft.com/office/drawing/2014/main" id="{D33A8946-776E-6076-65BD-F71DEFF74E59}"/>
                      </a:ext>
                    </a:extLst>
                  </p:cNvPr>
                  <p:cNvSpPr/>
                  <p:nvPr/>
                </p:nvSpPr>
                <p:spPr>
                  <a:xfrm>
                    <a:off x="1979335" y="4054970"/>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039" name="TextBox 1038">
                    <a:extLst>
                      <a:ext uri="{FF2B5EF4-FFF2-40B4-BE49-F238E27FC236}">
                        <a16:creationId xmlns:a16="http://schemas.microsoft.com/office/drawing/2014/main" id="{14F59A2F-CDF6-B9A0-CEA9-AD0D9C25B20C}"/>
                      </a:ext>
                    </a:extLst>
                  </p:cNvPr>
                  <p:cNvSpPr txBox="1"/>
                  <p:nvPr/>
                </p:nvSpPr>
                <p:spPr>
                  <a:xfrm>
                    <a:off x="1663599" y="462524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040" name="TextBox 1039">
                    <a:extLst>
                      <a:ext uri="{FF2B5EF4-FFF2-40B4-BE49-F238E27FC236}">
                        <a16:creationId xmlns:a16="http://schemas.microsoft.com/office/drawing/2014/main" id="{FB757D83-3E2F-2A71-CF5F-94EE4E7F7B9F}"/>
                      </a:ext>
                    </a:extLst>
                  </p:cNvPr>
                  <p:cNvSpPr txBox="1"/>
                  <p:nvPr/>
                </p:nvSpPr>
                <p:spPr>
                  <a:xfrm>
                    <a:off x="1663599" y="445125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a:t>
                    </a:r>
                  </a:p>
                </p:txBody>
              </p:sp>
              <p:sp>
                <p:nvSpPr>
                  <p:cNvPr id="1041" name="TextBox 1040">
                    <a:extLst>
                      <a:ext uri="{FF2B5EF4-FFF2-40B4-BE49-F238E27FC236}">
                        <a16:creationId xmlns:a16="http://schemas.microsoft.com/office/drawing/2014/main" id="{BF48B582-E188-1001-4848-1F3698E4FF7F}"/>
                      </a:ext>
                    </a:extLst>
                  </p:cNvPr>
                  <p:cNvSpPr txBox="1"/>
                  <p:nvPr/>
                </p:nvSpPr>
                <p:spPr>
                  <a:xfrm>
                    <a:off x="1663599" y="427713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6%</a:t>
                    </a:r>
                  </a:p>
                </p:txBody>
              </p:sp>
              <p:sp>
                <p:nvSpPr>
                  <p:cNvPr id="1042" name="TextBox 1041">
                    <a:extLst>
                      <a:ext uri="{FF2B5EF4-FFF2-40B4-BE49-F238E27FC236}">
                        <a16:creationId xmlns:a16="http://schemas.microsoft.com/office/drawing/2014/main" id="{555C935C-72C7-81E1-904D-879203D6EB38}"/>
                      </a:ext>
                    </a:extLst>
                  </p:cNvPr>
                  <p:cNvSpPr txBox="1"/>
                  <p:nvPr/>
                </p:nvSpPr>
                <p:spPr>
                  <a:xfrm>
                    <a:off x="1663599" y="410314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9%</a:t>
                    </a:r>
                  </a:p>
                </p:txBody>
              </p:sp>
              <p:sp>
                <p:nvSpPr>
                  <p:cNvPr id="1043" name="Freeform 1042">
                    <a:extLst>
                      <a:ext uri="{FF2B5EF4-FFF2-40B4-BE49-F238E27FC236}">
                        <a16:creationId xmlns:a16="http://schemas.microsoft.com/office/drawing/2014/main" id="{F55C3D48-C2A9-064E-742F-1C4BBEBA33D4}"/>
                      </a:ext>
                    </a:extLst>
                  </p:cNvPr>
                  <p:cNvSpPr/>
                  <p:nvPr/>
                </p:nvSpPr>
                <p:spPr>
                  <a:xfrm>
                    <a:off x="1944536" y="473213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044" name="Freeform 1043">
                    <a:extLst>
                      <a:ext uri="{FF2B5EF4-FFF2-40B4-BE49-F238E27FC236}">
                        <a16:creationId xmlns:a16="http://schemas.microsoft.com/office/drawing/2014/main" id="{CEE7909E-FC05-814E-1381-770788A4A351}"/>
                      </a:ext>
                    </a:extLst>
                  </p:cNvPr>
                  <p:cNvSpPr/>
                  <p:nvPr/>
                </p:nvSpPr>
                <p:spPr>
                  <a:xfrm>
                    <a:off x="1944536" y="455814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045" name="Freeform 1044">
                    <a:extLst>
                      <a:ext uri="{FF2B5EF4-FFF2-40B4-BE49-F238E27FC236}">
                        <a16:creationId xmlns:a16="http://schemas.microsoft.com/office/drawing/2014/main" id="{A0D45FE6-72CC-4953-BF8A-4D945CEA7806}"/>
                      </a:ext>
                    </a:extLst>
                  </p:cNvPr>
                  <p:cNvSpPr/>
                  <p:nvPr/>
                </p:nvSpPr>
                <p:spPr>
                  <a:xfrm>
                    <a:off x="1944536" y="438402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046" name="Freeform 1045">
                    <a:extLst>
                      <a:ext uri="{FF2B5EF4-FFF2-40B4-BE49-F238E27FC236}">
                        <a16:creationId xmlns:a16="http://schemas.microsoft.com/office/drawing/2014/main" id="{907A57DF-815C-C530-60B3-AA9CA7105109}"/>
                      </a:ext>
                    </a:extLst>
                  </p:cNvPr>
                  <p:cNvSpPr/>
                  <p:nvPr/>
                </p:nvSpPr>
                <p:spPr>
                  <a:xfrm>
                    <a:off x="1944536" y="421003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047" name="Freeform 1046">
                    <a:extLst>
                      <a:ext uri="{FF2B5EF4-FFF2-40B4-BE49-F238E27FC236}">
                        <a16:creationId xmlns:a16="http://schemas.microsoft.com/office/drawing/2014/main" id="{D09B7585-AF57-6BF2-FCB2-54BA01F7421A}"/>
                      </a:ext>
                    </a:extLst>
                  </p:cNvPr>
                  <p:cNvSpPr/>
                  <p:nvPr/>
                </p:nvSpPr>
                <p:spPr>
                  <a:xfrm>
                    <a:off x="1979335" y="4732134"/>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048" name="Freeform 1047">
                    <a:extLst>
                      <a:ext uri="{FF2B5EF4-FFF2-40B4-BE49-F238E27FC236}">
                        <a16:creationId xmlns:a16="http://schemas.microsoft.com/office/drawing/2014/main" id="{D8ED9AA7-8ECD-14ED-5E10-F5983B171C95}"/>
                      </a:ext>
                    </a:extLst>
                  </p:cNvPr>
                  <p:cNvSpPr/>
                  <p:nvPr/>
                </p:nvSpPr>
                <p:spPr>
                  <a:xfrm>
                    <a:off x="2076743"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049" name="Freeform 1048">
                    <a:extLst>
                      <a:ext uri="{FF2B5EF4-FFF2-40B4-BE49-F238E27FC236}">
                        <a16:creationId xmlns:a16="http://schemas.microsoft.com/office/drawing/2014/main" id="{BD748DDA-3AB6-65E1-D03B-77B772081A95}"/>
                      </a:ext>
                    </a:extLst>
                  </p:cNvPr>
                  <p:cNvSpPr/>
                  <p:nvPr/>
                </p:nvSpPr>
                <p:spPr>
                  <a:xfrm>
                    <a:off x="2239049"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050" name="Freeform 1049">
                    <a:extLst>
                      <a:ext uri="{FF2B5EF4-FFF2-40B4-BE49-F238E27FC236}">
                        <a16:creationId xmlns:a16="http://schemas.microsoft.com/office/drawing/2014/main" id="{9A9D49AE-B2CF-5459-F7CB-0DE3FA689413}"/>
                      </a:ext>
                    </a:extLst>
                  </p:cNvPr>
                  <p:cNvSpPr/>
                  <p:nvPr/>
                </p:nvSpPr>
                <p:spPr>
                  <a:xfrm>
                    <a:off x="2401356"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051" name="Freeform 1050">
                    <a:extLst>
                      <a:ext uri="{FF2B5EF4-FFF2-40B4-BE49-F238E27FC236}">
                        <a16:creationId xmlns:a16="http://schemas.microsoft.com/office/drawing/2014/main" id="{16A84311-EDD4-57BF-C54A-DF7E24EEC53C}"/>
                      </a:ext>
                    </a:extLst>
                  </p:cNvPr>
                  <p:cNvSpPr/>
                  <p:nvPr/>
                </p:nvSpPr>
                <p:spPr>
                  <a:xfrm>
                    <a:off x="2563661"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052" name="Freeform 1051">
                    <a:extLst>
                      <a:ext uri="{FF2B5EF4-FFF2-40B4-BE49-F238E27FC236}">
                        <a16:creationId xmlns:a16="http://schemas.microsoft.com/office/drawing/2014/main" id="{FFB20C86-E4CD-9753-0E40-5488C2F310AB}"/>
                      </a:ext>
                    </a:extLst>
                  </p:cNvPr>
                  <p:cNvSpPr/>
                  <p:nvPr/>
                </p:nvSpPr>
                <p:spPr>
                  <a:xfrm>
                    <a:off x="2725967"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053" name="TextBox 1052">
                    <a:extLst>
                      <a:ext uri="{FF2B5EF4-FFF2-40B4-BE49-F238E27FC236}">
                        <a16:creationId xmlns:a16="http://schemas.microsoft.com/office/drawing/2014/main" id="{3363F41D-4EEE-8DBB-76A3-611851C33C0B}"/>
                      </a:ext>
                    </a:extLst>
                  </p:cNvPr>
                  <p:cNvSpPr txBox="1"/>
                  <p:nvPr/>
                </p:nvSpPr>
                <p:spPr>
                  <a:xfrm>
                    <a:off x="1936615" y="4727988"/>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054" name="TextBox 1053">
                    <a:extLst>
                      <a:ext uri="{FF2B5EF4-FFF2-40B4-BE49-F238E27FC236}">
                        <a16:creationId xmlns:a16="http://schemas.microsoft.com/office/drawing/2014/main" id="{FDCFC4F5-9EE5-8EB3-1BD0-53E80AC4CF50}"/>
                      </a:ext>
                    </a:extLst>
                  </p:cNvPr>
                  <p:cNvSpPr txBox="1"/>
                  <p:nvPr/>
                </p:nvSpPr>
                <p:spPr>
                  <a:xfrm>
                    <a:off x="2126912" y="4727988"/>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055" name="TextBox 1054">
                    <a:extLst>
                      <a:ext uri="{FF2B5EF4-FFF2-40B4-BE49-F238E27FC236}">
                        <a16:creationId xmlns:a16="http://schemas.microsoft.com/office/drawing/2014/main" id="{CA388DFF-349D-69B7-4157-C9C0B612BC8A}"/>
                      </a:ext>
                    </a:extLst>
                  </p:cNvPr>
                  <p:cNvSpPr txBox="1"/>
                  <p:nvPr/>
                </p:nvSpPr>
                <p:spPr>
                  <a:xfrm>
                    <a:off x="2260378" y="4727988"/>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056" name="TextBox 1055">
                    <a:extLst>
                      <a:ext uri="{FF2B5EF4-FFF2-40B4-BE49-F238E27FC236}">
                        <a16:creationId xmlns:a16="http://schemas.microsoft.com/office/drawing/2014/main" id="{26954964-DCC9-7607-578D-73531F97CA29}"/>
                      </a:ext>
                    </a:extLst>
                  </p:cNvPr>
                  <p:cNvSpPr txBox="1"/>
                  <p:nvPr/>
                </p:nvSpPr>
                <p:spPr>
                  <a:xfrm>
                    <a:off x="2397237" y="4727988"/>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057" name="TextBox 1056">
                    <a:extLst>
                      <a:ext uri="{FF2B5EF4-FFF2-40B4-BE49-F238E27FC236}">
                        <a16:creationId xmlns:a16="http://schemas.microsoft.com/office/drawing/2014/main" id="{F32A5446-92AE-B18F-B1A5-3DDE7ED62AF5}"/>
                      </a:ext>
                    </a:extLst>
                  </p:cNvPr>
                  <p:cNvSpPr txBox="1"/>
                  <p:nvPr/>
                </p:nvSpPr>
                <p:spPr>
                  <a:xfrm>
                    <a:off x="2596865" y="4727988"/>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060" name="TextBox 1059">
                    <a:extLst>
                      <a:ext uri="{FF2B5EF4-FFF2-40B4-BE49-F238E27FC236}">
                        <a16:creationId xmlns:a16="http://schemas.microsoft.com/office/drawing/2014/main" id="{297BB513-320D-C079-D3A4-796575FBA977}"/>
                      </a:ext>
                    </a:extLst>
                  </p:cNvPr>
                  <p:cNvSpPr txBox="1"/>
                  <p:nvPr/>
                </p:nvSpPr>
                <p:spPr>
                  <a:xfrm>
                    <a:off x="1885363" y="3752714"/>
                    <a:ext cx="858752"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7_Pall_Glut</a:t>
                    </a:r>
                  </a:p>
                </p:txBody>
              </p:sp>
            </p:grpSp>
          </p:grpSp>
          <p:grpSp>
            <p:nvGrpSpPr>
              <p:cNvPr id="1061" name="Graphic 597">
                <a:extLst>
                  <a:ext uri="{FF2B5EF4-FFF2-40B4-BE49-F238E27FC236}">
                    <a16:creationId xmlns:a16="http://schemas.microsoft.com/office/drawing/2014/main" id="{58BB2E54-92AB-BC90-DC9B-4DA3E9752086}"/>
                  </a:ext>
                </a:extLst>
              </p:cNvPr>
              <p:cNvGrpSpPr/>
              <p:nvPr/>
            </p:nvGrpSpPr>
            <p:grpSpPr>
              <a:xfrm>
                <a:off x="61400" y="3143882"/>
                <a:ext cx="1203962" cy="1196086"/>
                <a:chOff x="3040613" y="3752714"/>
                <a:chExt cx="1203962" cy="1196086"/>
              </a:xfrm>
            </p:grpSpPr>
            <p:grpSp>
              <p:nvGrpSpPr>
                <p:cNvPr id="1064" name="Graphic 597">
                  <a:extLst>
                    <a:ext uri="{FF2B5EF4-FFF2-40B4-BE49-F238E27FC236}">
                      <a16:creationId xmlns:a16="http://schemas.microsoft.com/office/drawing/2014/main" id="{304E549D-3391-C827-C96A-C4561FCA3D06}"/>
                    </a:ext>
                  </a:extLst>
                </p:cNvPr>
                <p:cNvGrpSpPr/>
                <p:nvPr/>
              </p:nvGrpSpPr>
              <p:grpSpPr>
                <a:xfrm>
                  <a:off x="3421152" y="3949775"/>
                  <a:ext cx="773825" cy="782485"/>
                  <a:chOff x="3421152" y="3949775"/>
                  <a:chExt cx="773825" cy="782485"/>
                </a:xfrm>
              </p:grpSpPr>
              <p:sp>
                <p:nvSpPr>
                  <p:cNvPr id="1065" name="Freeform 1064">
                    <a:extLst>
                      <a:ext uri="{FF2B5EF4-FFF2-40B4-BE49-F238E27FC236}">
                        <a16:creationId xmlns:a16="http://schemas.microsoft.com/office/drawing/2014/main" id="{8B977325-53B1-44B3-A3B3-480B07D8024D}"/>
                      </a:ext>
                    </a:extLst>
                  </p:cNvPr>
                  <p:cNvSpPr/>
                  <p:nvPr/>
                </p:nvSpPr>
                <p:spPr>
                  <a:xfrm>
                    <a:off x="3506129" y="4054970"/>
                    <a:ext cx="688848" cy="677290"/>
                  </a:xfrm>
                  <a:custGeom>
                    <a:avLst/>
                    <a:gdLst>
                      <a:gd name="csX0" fmla="*/ 0 w 688848"/>
                      <a:gd name="csY0" fmla="*/ 0 h 677290"/>
                      <a:gd name="csX1" fmla="*/ 688848 w 688848"/>
                      <a:gd name="csY1" fmla="*/ 0 h 677290"/>
                      <a:gd name="csX2" fmla="*/ 688848 w 688848"/>
                      <a:gd name="csY2" fmla="*/ 677291 h 677290"/>
                      <a:gd name="csX3" fmla="*/ 0 w 688848"/>
                      <a:gd name="csY3" fmla="*/ 677291 h 677290"/>
                    </a:gdLst>
                    <a:ahLst/>
                    <a:cxnLst>
                      <a:cxn ang="0">
                        <a:pos x="csX0" y="csY0"/>
                      </a:cxn>
                      <a:cxn ang="0">
                        <a:pos x="csX1" y="csY1"/>
                      </a:cxn>
                      <a:cxn ang="0">
                        <a:pos x="csX2" y="csY2"/>
                      </a:cxn>
                      <a:cxn ang="0">
                        <a:pos x="csX3" y="csY3"/>
                      </a:cxn>
                    </a:cxnLst>
                    <a:rect l="l" t="t" r="r" b="b"/>
                    <a:pathLst>
                      <a:path w="688848" h="677290">
                        <a:moveTo>
                          <a:pt x="0" y="0"/>
                        </a:moveTo>
                        <a:lnTo>
                          <a:pt x="688848" y="0"/>
                        </a:lnTo>
                        <a:lnTo>
                          <a:pt x="688848"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066" name="Freeform 1065">
                    <a:extLst>
                      <a:ext uri="{FF2B5EF4-FFF2-40B4-BE49-F238E27FC236}">
                        <a16:creationId xmlns:a16="http://schemas.microsoft.com/office/drawing/2014/main" id="{102B832C-1595-3CAA-E64A-D8FA90220626}"/>
                      </a:ext>
                    </a:extLst>
                  </p:cNvPr>
                  <p:cNvSpPr/>
                  <p:nvPr/>
                </p:nvSpPr>
                <p:spPr>
                  <a:xfrm>
                    <a:off x="3545880" y="4488802"/>
                    <a:ext cx="79501" cy="243331"/>
                  </a:xfrm>
                  <a:custGeom>
                    <a:avLst/>
                    <a:gdLst>
                      <a:gd name="csX0" fmla="*/ 0 w 79501"/>
                      <a:gd name="csY0" fmla="*/ 0 h 243331"/>
                      <a:gd name="csX1" fmla="*/ 79502 w 79501"/>
                      <a:gd name="csY1" fmla="*/ 0 h 243331"/>
                      <a:gd name="csX2" fmla="*/ 79502 w 79501"/>
                      <a:gd name="csY2" fmla="*/ 243332 h 243331"/>
                      <a:gd name="csX3" fmla="*/ 0 w 79501"/>
                      <a:gd name="csY3" fmla="*/ 243332 h 243331"/>
                    </a:gdLst>
                    <a:ahLst/>
                    <a:cxnLst>
                      <a:cxn ang="0">
                        <a:pos x="csX0" y="csY0"/>
                      </a:cxn>
                      <a:cxn ang="0">
                        <a:pos x="csX1" y="csY1"/>
                      </a:cxn>
                      <a:cxn ang="0">
                        <a:pos x="csX2" y="csY2"/>
                      </a:cxn>
                      <a:cxn ang="0">
                        <a:pos x="csX3" y="csY3"/>
                      </a:cxn>
                    </a:cxnLst>
                    <a:rect l="l" t="t" r="r" b="b"/>
                    <a:pathLst>
                      <a:path w="79501" h="243331">
                        <a:moveTo>
                          <a:pt x="0" y="0"/>
                        </a:moveTo>
                        <a:lnTo>
                          <a:pt x="79502" y="0"/>
                        </a:lnTo>
                        <a:lnTo>
                          <a:pt x="79502" y="243332"/>
                        </a:lnTo>
                        <a:lnTo>
                          <a:pt x="0" y="243332"/>
                        </a:lnTo>
                        <a:close/>
                      </a:path>
                    </a:pathLst>
                  </a:custGeom>
                  <a:solidFill>
                    <a:srgbClr val="1965B0"/>
                  </a:solidFill>
                  <a:ln w="13589" cap="flat">
                    <a:noFill/>
                    <a:prstDash val="solid"/>
                    <a:miter/>
                  </a:ln>
                </p:spPr>
                <p:txBody>
                  <a:bodyPr/>
                  <a:lstStyle/>
                  <a:p>
                    <a:pPr algn="ctr"/>
                    <a:endParaRPr lang="en-US" sz="1890"/>
                  </a:p>
                </p:txBody>
              </p:sp>
              <p:sp>
                <p:nvSpPr>
                  <p:cNvPr id="1067" name="Freeform 1066">
                    <a:extLst>
                      <a:ext uri="{FF2B5EF4-FFF2-40B4-BE49-F238E27FC236}">
                        <a16:creationId xmlns:a16="http://schemas.microsoft.com/office/drawing/2014/main" id="{2F394164-0660-8F20-D6F0-57ED09F6EE42}"/>
                      </a:ext>
                    </a:extLst>
                  </p:cNvPr>
                  <p:cNvSpPr/>
                  <p:nvPr/>
                </p:nvSpPr>
                <p:spPr>
                  <a:xfrm>
                    <a:off x="3678341" y="4518647"/>
                    <a:ext cx="79502" cy="213613"/>
                  </a:xfrm>
                  <a:custGeom>
                    <a:avLst/>
                    <a:gdLst>
                      <a:gd name="csX0" fmla="*/ 0 w 79502"/>
                      <a:gd name="csY0" fmla="*/ 0 h 213613"/>
                      <a:gd name="csX1" fmla="*/ 79502 w 79502"/>
                      <a:gd name="csY1" fmla="*/ 0 h 213613"/>
                      <a:gd name="csX2" fmla="*/ 79502 w 79502"/>
                      <a:gd name="csY2" fmla="*/ 213614 h 213613"/>
                      <a:gd name="csX3" fmla="*/ 0 w 79502"/>
                      <a:gd name="csY3" fmla="*/ 213614 h 213613"/>
                    </a:gdLst>
                    <a:ahLst/>
                    <a:cxnLst>
                      <a:cxn ang="0">
                        <a:pos x="csX0" y="csY0"/>
                      </a:cxn>
                      <a:cxn ang="0">
                        <a:pos x="csX1" y="csY1"/>
                      </a:cxn>
                      <a:cxn ang="0">
                        <a:pos x="csX2" y="csY2"/>
                      </a:cxn>
                      <a:cxn ang="0">
                        <a:pos x="csX3" y="csY3"/>
                      </a:cxn>
                    </a:cxnLst>
                    <a:rect l="l" t="t" r="r" b="b"/>
                    <a:pathLst>
                      <a:path w="79502" h="213613">
                        <a:moveTo>
                          <a:pt x="0" y="0"/>
                        </a:moveTo>
                        <a:lnTo>
                          <a:pt x="79502" y="0"/>
                        </a:lnTo>
                        <a:lnTo>
                          <a:pt x="79502" y="213614"/>
                        </a:lnTo>
                        <a:lnTo>
                          <a:pt x="0" y="213614"/>
                        </a:lnTo>
                        <a:close/>
                      </a:path>
                    </a:pathLst>
                  </a:custGeom>
                  <a:solidFill>
                    <a:srgbClr val="4EB265"/>
                  </a:solidFill>
                  <a:ln w="13589" cap="flat">
                    <a:noFill/>
                    <a:prstDash val="solid"/>
                    <a:miter/>
                  </a:ln>
                </p:spPr>
                <p:txBody>
                  <a:bodyPr/>
                  <a:lstStyle/>
                  <a:p>
                    <a:pPr algn="ctr"/>
                    <a:endParaRPr lang="en-US" sz="1890"/>
                  </a:p>
                </p:txBody>
              </p:sp>
              <p:sp>
                <p:nvSpPr>
                  <p:cNvPr id="1068" name="Freeform 1067">
                    <a:extLst>
                      <a:ext uri="{FF2B5EF4-FFF2-40B4-BE49-F238E27FC236}">
                        <a16:creationId xmlns:a16="http://schemas.microsoft.com/office/drawing/2014/main" id="{934A9C99-CFF1-F080-F310-99AF9F99C905}"/>
                      </a:ext>
                    </a:extLst>
                  </p:cNvPr>
                  <p:cNvSpPr/>
                  <p:nvPr/>
                </p:nvSpPr>
                <p:spPr>
                  <a:xfrm>
                    <a:off x="3810802" y="4467974"/>
                    <a:ext cx="79502" cy="264159"/>
                  </a:xfrm>
                  <a:custGeom>
                    <a:avLst/>
                    <a:gdLst>
                      <a:gd name="csX0" fmla="*/ 0 w 79502"/>
                      <a:gd name="csY0" fmla="*/ 0 h 264159"/>
                      <a:gd name="csX1" fmla="*/ 79502 w 79502"/>
                      <a:gd name="csY1" fmla="*/ 0 h 264159"/>
                      <a:gd name="csX2" fmla="*/ 79502 w 79502"/>
                      <a:gd name="csY2" fmla="*/ 264160 h 264159"/>
                      <a:gd name="csX3" fmla="*/ 0 w 79502"/>
                      <a:gd name="csY3" fmla="*/ 264160 h 264159"/>
                    </a:gdLst>
                    <a:ahLst/>
                    <a:cxnLst>
                      <a:cxn ang="0">
                        <a:pos x="csX0" y="csY0"/>
                      </a:cxn>
                      <a:cxn ang="0">
                        <a:pos x="csX1" y="csY1"/>
                      </a:cxn>
                      <a:cxn ang="0">
                        <a:pos x="csX2" y="csY2"/>
                      </a:cxn>
                      <a:cxn ang="0">
                        <a:pos x="csX3" y="csY3"/>
                      </a:cxn>
                    </a:cxnLst>
                    <a:rect l="l" t="t" r="r" b="b"/>
                    <a:pathLst>
                      <a:path w="79502" h="264159">
                        <a:moveTo>
                          <a:pt x="0" y="0"/>
                        </a:moveTo>
                        <a:lnTo>
                          <a:pt x="79502" y="0"/>
                        </a:lnTo>
                        <a:lnTo>
                          <a:pt x="79502" y="264160"/>
                        </a:lnTo>
                        <a:lnTo>
                          <a:pt x="0" y="264160"/>
                        </a:lnTo>
                        <a:close/>
                      </a:path>
                    </a:pathLst>
                  </a:custGeom>
                  <a:solidFill>
                    <a:srgbClr val="F7F056"/>
                  </a:solidFill>
                  <a:ln w="13589" cap="flat">
                    <a:noFill/>
                    <a:prstDash val="solid"/>
                    <a:miter/>
                  </a:ln>
                </p:spPr>
                <p:txBody>
                  <a:bodyPr/>
                  <a:lstStyle/>
                  <a:p>
                    <a:pPr algn="ctr"/>
                    <a:endParaRPr lang="en-US" sz="1890"/>
                  </a:p>
                </p:txBody>
              </p:sp>
              <p:sp>
                <p:nvSpPr>
                  <p:cNvPr id="1069" name="Freeform 1068">
                    <a:extLst>
                      <a:ext uri="{FF2B5EF4-FFF2-40B4-BE49-F238E27FC236}">
                        <a16:creationId xmlns:a16="http://schemas.microsoft.com/office/drawing/2014/main" id="{E2DB0580-492C-A894-3233-485C895473B0}"/>
                      </a:ext>
                    </a:extLst>
                  </p:cNvPr>
                  <p:cNvSpPr/>
                  <p:nvPr/>
                </p:nvSpPr>
                <p:spPr>
                  <a:xfrm>
                    <a:off x="3943263" y="4451464"/>
                    <a:ext cx="79502" cy="280796"/>
                  </a:xfrm>
                  <a:custGeom>
                    <a:avLst/>
                    <a:gdLst>
                      <a:gd name="csX0" fmla="*/ 0 w 79502"/>
                      <a:gd name="csY0" fmla="*/ 0 h 280796"/>
                      <a:gd name="csX1" fmla="*/ 79502 w 79502"/>
                      <a:gd name="csY1" fmla="*/ 0 h 280796"/>
                      <a:gd name="csX2" fmla="*/ 79502 w 79502"/>
                      <a:gd name="csY2" fmla="*/ 280797 h 280796"/>
                      <a:gd name="csX3" fmla="*/ 0 w 79502"/>
                      <a:gd name="csY3" fmla="*/ 280797 h 280796"/>
                    </a:gdLst>
                    <a:ahLst/>
                    <a:cxnLst>
                      <a:cxn ang="0">
                        <a:pos x="csX0" y="csY0"/>
                      </a:cxn>
                      <a:cxn ang="0">
                        <a:pos x="csX1" y="csY1"/>
                      </a:cxn>
                      <a:cxn ang="0">
                        <a:pos x="csX2" y="csY2"/>
                      </a:cxn>
                      <a:cxn ang="0">
                        <a:pos x="csX3" y="csY3"/>
                      </a:cxn>
                    </a:cxnLst>
                    <a:rect l="l" t="t" r="r" b="b"/>
                    <a:pathLst>
                      <a:path w="79502" h="280796">
                        <a:moveTo>
                          <a:pt x="0" y="0"/>
                        </a:moveTo>
                        <a:lnTo>
                          <a:pt x="79502" y="0"/>
                        </a:lnTo>
                        <a:lnTo>
                          <a:pt x="79502" y="280797"/>
                        </a:lnTo>
                        <a:lnTo>
                          <a:pt x="0" y="280797"/>
                        </a:lnTo>
                        <a:close/>
                      </a:path>
                    </a:pathLst>
                  </a:custGeom>
                  <a:solidFill>
                    <a:srgbClr val="7BAFDE"/>
                  </a:solidFill>
                  <a:ln w="13589" cap="flat">
                    <a:noFill/>
                    <a:prstDash val="solid"/>
                    <a:miter/>
                  </a:ln>
                </p:spPr>
                <p:txBody>
                  <a:bodyPr/>
                  <a:lstStyle/>
                  <a:p>
                    <a:pPr algn="ctr"/>
                    <a:endParaRPr lang="en-US" sz="1890"/>
                  </a:p>
                </p:txBody>
              </p:sp>
              <p:sp>
                <p:nvSpPr>
                  <p:cNvPr id="1070" name="Freeform 1069">
                    <a:extLst>
                      <a:ext uri="{FF2B5EF4-FFF2-40B4-BE49-F238E27FC236}">
                        <a16:creationId xmlns:a16="http://schemas.microsoft.com/office/drawing/2014/main" id="{A541188F-CCF1-1973-AD30-CE4BC5F62A8D}"/>
                      </a:ext>
                    </a:extLst>
                  </p:cNvPr>
                  <p:cNvSpPr/>
                  <p:nvPr/>
                </p:nvSpPr>
                <p:spPr>
                  <a:xfrm>
                    <a:off x="4075724" y="4571479"/>
                    <a:ext cx="79502" cy="160654"/>
                  </a:xfrm>
                  <a:custGeom>
                    <a:avLst/>
                    <a:gdLst>
                      <a:gd name="csX0" fmla="*/ 0 w 79502"/>
                      <a:gd name="csY0" fmla="*/ 0 h 160654"/>
                      <a:gd name="csX1" fmla="*/ 79502 w 79502"/>
                      <a:gd name="csY1" fmla="*/ 0 h 160654"/>
                      <a:gd name="csX2" fmla="*/ 79502 w 79502"/>
                      <a:gd name="csY2" fmla="*/ 160655 h 160654"/>
                      <a:gd name="csX3" fmla="*/ 0 w 79502"/>
                      <a:gd name="csY3" fmla="*/ 160655 h 160654"/>
                    </a:gdLst>
                    <a:ahLst/>
                    <a:cxnLst>
                      <a:cxn ang="0">
                        <a:pos x="csX0" y="csY0"/>
                      </a:cxn>
                      <a:cxn ang="0">
                        <a:pos x="csX1" y="csY1"/>
                      </a:cxn>
                      <a:cxn ang="0">
                        <a:pos x="csX2" y="csY2"/>
                      </a:cxn>
                      <a:cxn ang="0">
                        <a:pos x="csX3" y="csY3"/>
                      </a:cxn>
                    </a:cxnLst>
                    <a:rect l="l" t="t" r="r" b="b"/>
                    <a:pathLst>
                      <a:path w="79502" h="160654">
                        <a:moveTo>
                          <a:pt x="0" y="0"/>
                        </a:moveTo>
                        <a:lnTo>
                          <a:pt x="79502" y="0"/>
                        </a:lnTo>
                        <a:lnTo>
                          <a:pt x="79502" y="160655"/>
                        </a:lnTo>
                        <a:lnTo>
                          <a:pt x="0" y="160655"/>
                        </a:lnTo>
                        <a:close/>
                      </a:path>
                    </a:pathLst>
                  </a:custGeom>
                  <a:solidFill>
                    <a:srgbClr val="DC050C"/>
                  </a:solidFill>
                  <a:ln w="13589" cap="flat">
                    <a:noFill/>
                    <a:prstDash val="solid"/>
                    <a:miter/>
                  </a:ln>
                </p:spPr>
                <p:txBody>
                  <a:bodyPr/>
                  <a:lstStyle/>
                  <a:p>
                    <a:pPr algn="ctr"/>
                    <a:endParaRPr lang="en-US" sz="1890"/>
                  </a:p>
                </p:txBody>
              </p:sp>
              <p:sp>
                <p:nvSpPr>
                  <p:cNvPr id="1071" name="Freeform 1070">
                    <a:extLst>
                      <a:ext uri="{FF2B5EF4-FFF2-40B4-BE49-F238E27FC236}">
                        <a16:creationId xmlns:a16="http://schemas.microsoft.com/office/drawing/2014/main" id="{AEFF359B-5F8B-62AC-3E0E-CAD18E06A251}"/>
                      </a:ext>
                    </a:extLst>
                  </p:cNvPr>
                  <p:cNvSpPr/>
                  <p:nvPr/>
                </p:nvSpPr>
                <p:spPr>
                  <a:xfrm>
                    <a:off x="3559214" y="4452860"/>
                    <a:ext cx="52959" cy="12700"/>
                  </a:xfrm>
                  <a:custGeom>
                    <a:avLst/>
                    <a:gdLst>
                      <a:gd name="csX0" fmla="*/ 0 w 52959"/>
                      <a:gd name="csY0" fmla="*/ 0 h 12700"/>
                      <a:gd name="csX1" fmla="*/ 52959 w 52959"/>
                      <a:gd name="csY1" fmla="*/ 0 h 12700"/>
                    </a:gdLst>
                    <a:ahLst/>
                    <a:cxnLst>
                      <a:cxn ang="0">
                        <a:pos x="csX0" y="csY0"/>
                      </a:cxn>
                      <a:cxn ang="0">
                        <a:pos x="csX1" y="csY1"/>
                      </a:cxn>
                    </a:cxnLst>
                    <a:rect l="l" t="t" r="r" b="b"/>
                    <a:pathLst>
                      <a:path w="52959"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072" name="Freeform 1071">
                    <a:extLst>
                      <a:ext uri="{FF2B5EF4-FFF2-40B4-BE49-F238E27FC236}">
                        <a16:creationId xmlns:a16="http://schemas.microsoft.com/office/drawing/2014/main" id="{BC1D1413-0745-D675-BA41-6ABC0A370095}"/>
                      </a:ext>
                    </a:extLst>
                  </p:cNvPr>
                  <p:cNvSpPr/>
                  <p:nvPr/>
                </p:nvSpPr>
                <p:spPr>
                  <a:xfrm>
                    <a:off x="3585631" y="4452860"/>
                    <a:ext cx="12700" cy="72009"/>
                  </a:xfrm>
                  <a:custGeom>
                    <a:avLst/>
                    <a:gdLst>
                      <a:gd name="csX0" fmla="*/ 0 w 12700"/>
                      <a:gd name="csY0" fmla="*/ 0 h 72009"/>
                      <a:gd name="csX1" fmla="*/ 0 w 12700"/>
                      <a:gd name="csY1" fmla="*/ 72009 h 72009"/>
                    </a:gdLst>
                    <a:ahLst/>
                    <a:cxnLst>
                      <a:cxn ang="0">
                        <a:pos x="csX0" y="csY0"/>
                      </a:cxn>
                      <a:cxn ang="0">
                        <a:pos x="csX1" y="csY1"/>
                      </a:cxn>
                    </a:cxnLst>
                    <a:rect l="l" t="t" r="r" b="b"/>
                    <a:pathLst>
                      <a:path w="12700" h="72009">
                        <a:moveTo>
                          <a:pt x="0" y="0"/>
                        </a:moveTo>
                        <a:lnTo>
                          <a:pt x="0" y="72009"/>
                        </a:lnTo>
                      </a:path>
                    </a:pathLst>
                  </a:custGeom>
                  <a:noFill/>
                  <a:ln w="13589" cap="flat">
                    <a:solidFill>
                      <a:srgbClr val="000000"/>
                    </a:solidFill>
                    <a:prstDash val="solid"/>
                    <a:round/>
                  </a:ln>
                </p:spPr>
                <p:txBody>
                  <a:bodyPr/>
                  <a:lstStyle/>
                  <a:p>
                    <a:pPr algn="ctr"/>
                    <a:endParaRPr lang="en-US" sz="1890"/>
                  </a:p>
                </p:txBody>
              </p:sp>
              <p:sp>
                <p:nvSpPr>
                  <p:cNvPr id="1073" name="Freeform 1072">
                    <a:extLst>
                      <a:ext uri="{FF2B5EF4-FFF2-40B4-BE49-F238E27FC236}">
                        <a16:creationId xmlns:a16="http://schemas.microsoft.com/office/drawing/2014/main" id="{0765C3E9-AECE-9330-EC96-1974FC997092}"/>
                      </a:ext>
                    </a:extLst>
                  </p:cNvPr>
                  <p:cNvSpPr/>
                  <p:nvPr/>
                </p:nvSpPr>
                <p:spPr>
                  <a:xfrm>
                    <a:off x="3559214" y="4524870"/>
                    <a:ext cx="52959" cy="12700"/>
                  </a:xfrm>
                  <a:custGeom>
                    <a:avLst/>
                    <a:gdLst>
                      <a:gd name="csX0" fmla="*/ 0 w 52959"/>
                      <a:gd name="csY0" fmla="*/ 0 h 12700"/>
                      <a:gd name="csX1" fmla="*/ 52959 w 52959"/>
                      <a:gd name="csY1" fmla="*/ 0 h 12700"/>
                    </a:gdLst>
                    <a:ahLst/>
                    <a:cxnLst>
                      <a:cxn ang="0">
                        <a:pos x="csX0" y="csY0"/>
                      </a:cxn>
                      <a:cxn ang="0">
                        <a:pos x="csX1" y="csY1"/>
                      </a:cxn>
                    </a:cxnLst>
                    <a:rect l="l" t="t" r="r" b="b"/>
                    <a:pathLst>
                      <a:path w="52959"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074" name="Freeform 1073">
                    <a:extLst>
                      <a:ext uri="{FF2B5EF4-FFF2-40B4-BE49-F238E27FC236}">
                        <a16:creationId xmlns:a16="http://schemas.microsoft.com/office/drawing/2014/main" id="{22E46778-FE7D-01D0-FDEA-EB58A0566AB2}"/>
                      </a:ext>
                    </a:extLst>
                  </p:cNvPr>
                  <p:cNvSpPr/>
                  <p:nvPr/>
                </p:nvSpPr>
                <p:spPr>
                  <a:xfrm>
                    <a:off x="3691675" y="4501121"/>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075" name="Freeform 1074">
                    <a:extLst>
                      <a:ext uri="{FF2B5EF4-FFF2-40B4-BE49-F238E27FC236}">
                        <a16:creationId xmlns:a16="http://schemas.microsoft.com/office/drawing/2014/main" id="{FD3B86DF-9E96-AC4C-7EB6-D5E4C9532FED}"/>
                      </a:ext>
                    </a:extLst>
                  </p:cNvPr>
                  <p:cNvSpPr/>
                  <p:nvPr/>
                </p:nvSpPr>
                <p:spPr>
                  <a:xfrm>
                    <a:off x="3718092" y="4501121"/>
                    <a:ext cx="12700" cy="34925"/>
                  </a:xfrm>
                  <a:custGeom>
                    <a:avLst/>
                    <a:gdLst>
                      <a:gd name="csX0" fmla="*/ 0 w 12700"/>
                      <a:gd name="csY0" fmla="*/ 0 h 34925"/>
                      <a:gd name="csX1" fmla="*/ 0 w 12700"/>
                      <a:gd name="csY1" fmla="*/ 34925 h 34925"/>
                    </a:gdLst>
                    <a:ahLst/>
                    <a:cxnLst>
                      <a:cxn ang="0">
                        <a:pos x="csX0" y="csY0"/>
                      </a:cxn>
                      <a:cxn ang="0">
                        <a:pos x="csX1" y="csY1"/>
                      </a:cxn>
                    </a:cxnLst>
                    <a:rect l="l" t="t" r="r" b="b"/>
                    <a:pathLst>
                      <a:path w="12700" h="34925">
                        <a:moveTo>
                          <a:pt x="0" y="0"/>
                        </a:moveTo>
                        <a:lnTo>
                          <a:pt x="0" y="34925"/>
                        </a:lnTo>
                      </a:path>
                    </a:pathLst>
                  </a:custGeom>
                  <a:noFill/>
                  <a:ln w="13589" cap="flat">
                    <a:solidFill>
                      <a:srgbClr val="000000"/>
                    </a:solidFill>
                    <a:prstDash val="solid"/>
                    <a:round/>
                  </a:ln>
                </p:spPr>
                <p:txBody>
                  <a:bodyPr/>
                  <a:lstStyle/>
                  <a:p>
                    <a:pPr algn="ctr"/>
                    <a:endParaRPr lang="en-US" sz="1890"/>
                  </a:p>
                </p:txBody>
              </p:sp>
              <p:sp>
                <p:nvSpPr>
                  <p:cNvPr id="1076" name="Freeform 1075">
                    <a:extLst>
                      <a:ext uri="{FF2B5EF4-FFF2-40B4-BE49-F238E27FC236}">
                        <a16:creationId xmlns:a16="http://schemas.microsoft.com/office/drawing/2014/main" id="{8429379D-1421-5D60-8BB3-CB667342016F}"/>
                      </a:ext>
                    </a:extLst>
                  </p:cNvPr>
                  <p:cNvSpPr/>
                  <p:nvPr/>
                </p:nvSpPr>
                <p:spPr>
                  <a:xfrm>
                    <a:off x="3691675" y="4536046"/>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077" name="Freeform 1076">
                    <a:extLst>
                      <a:ext uri="{FF2B5EF4-FFF2-40B4-BE49-F238E27FC236}">
                        <a16:creationId xmlns:a16="http://schemas.microsoft.com/office/drawing/2014/main" id="{79132498-8E8D-6D50-D153-300055B29117}"/>
                      </a:ext>
                    </a:extLst>
                  </p:cNvPr>
                  <p:cNvSpPr/>
                  <p:nvPr/>
                </p:nvSpPr>
                <p:spPr>
                  <a:xfrm>
                    <a:off x="3824136" y="4280649"/>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078" name="Freeform 1077">
                    <a:extLst>
                      <a:ext uri="{FF2B5EF4-FFF2-40B4-BE49-F238E27FC236}">
                        <a16:creationId xmlns:a16="http://schemas.microsoft.com/office/drawing/2014/main" id="{1EF1421D-F4E4-41BB-0C09-CA365B5CE32D}"/>
                      </a:ext>
                    </a:extLst>
                  </p:cNvPr>
                  <p:cNvSpPr/>
                  <p:nvPr/>
                </p:nvSpPr>
                <p:spPr>
                  <a:xfrm>
                    <a:off x="3850553" y="4280649"/>
                    <a:ext cx="12700" cy="374649"/>
                  </a:xfrm>
                  <a:custGeom>
                    <a:avLst/>
                    <a:gdLst>
                      <a:gd name="csX0" fmla="*/ 0 w 12700"/>
                      <a:gd name="csY0" fmla="*/ 0 h 374649"/>
                      <a:gd name="csX1" fmla="*/ 0 w 12700"/>
                      <a:gd name="csY1" fmla="*/ 374650 h 374649"/>
                    </a:gdLst>
                    <a:ahLst/>
                    <a:cxnLst>
                      <a:cxn ang="0">
                        <a:pos x="csX0" y="csY0"/>
                      </a:cxn>
                      <a:cxn ang="0">
                        <a:pos x="csX1" y="csY1"/>
                      </a:cxn>
                    </a:cxnLst>
                    <a:rect l="l" t="t" r="r" b="b"/>
                    <a:pathLst>
                      <a:path w="12700" h="374649">
                        <a:moveTo>
                          <a:pt x="0" y="0"/>
                        </a:moveTo>
                        <a:lnTo>
                          <a:pt x="0" y="374650"/>
                        </a:lnTo>
                      </a:path>
                    </a:pathLst>
                  </a:custGeom>
                  <a:noFill/>
                  <a:ln w="13589" cap="flat">
                    <a:solidFill>
                      <a:srgbClr val="000000"/>
                    </a:solidFill>
                    <a:prstDash val="solid"/>
                    <a:round/>
                  </a:ln>
                </p:spPr>
                <p:txBody>
                  <a:bodyPr/>
                  <a:lstStyle/>
                  <a:p>
                    <a:pPr algn="ctr"/>
                    <a:endParaRPr lang="en-US" sz="1890"/>
                  </a:p>
                </p:txBody>
              </p:sp>
              <p:sp>
                <p:nvSpPr>
                  <p:cNvPr id="1079" name="Freeform 1078">
                    <a:extLst>
                      <a:ext uri="{FF2B5EF4-FFF2-40B4-BE49-F238E27FC236}">
                        <a16:creationId xmlns:a16="http://schemas.microsoft.com/office/drawing/2014/main" id="{B57DEC12-842E-A5DE-EFAE-F4A2EDD38B45}"/>
                      </a:ext>
                    </a:extLst>
                  </p:cNvPr>
                  <p:cNvSpPr/>
                  <p:nvPr/>
                </p:nvSpPr>
                <p:spPr>
                  <a:xfrm>
                    <a:off x="3824136" y="4655298"/>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080" name="Freeform 1079">
                    <a:extLst>
                      <a:ext uri="{FF2B5EF4-FFF2-40B4-BE49-F238E27FC236}">
                        <a16:creationId xmlns:a16="http://schemas.microsoft.com/office/drawing/2014/main" id="{3E355CD7-C2DA-2BFF-0CC8-B47A6534619D}"/>
                      </a:ext>
                    </a:extLst>
                  </p:cNvPr>
                  <p:cNvSpPr/>
                  <p:nvPr/>
                </p:nvSpPr>
                <p:spPr>
                  <a:xfrm>
                    <a:off x="4089059" y="4553445"/>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081" name="Freeform 1080">
                    <a:extLst>
                      <a:ext uri="{FF2B5EF4-FFF2-40B4-BE49-F238E27FC236}">
                        <a16:creationId xmlns:a16="http://schemas.microsoft.com/office/drawing/2014/main" id="{3D6A8BC3-3043-15DD-B937-252545E74FF1}"/>
                      </a:ext>
                    </a:extLst>
                  </p:cNvPr>
                  <p:cNvSpPr/>
                  <p:nvPr/>
                </p:nvSpPr>
                <p:spPr>
                  <a:xfrm>
                    <a:off x="4115475" y="4553445"/>
                    <a:ext cx="12700" cy="36067"/>
                  </a:xfrm>
                  <a:custGeom>
                    <a:avLst/>
                    <a:gdLst>
                      <a:gd name="csX0" fmla="*/ 0 w 12700"/>
                      <a:gd name="csY0" fmla="*/ 0 h 36067"/>
                      <a:gd name="csX1" fmla="*/ 0 w 12700"/>
                      <a:gd name="csY1" fmla="*/ 36068 h 36067"/>
                    </a:gdLst>
                    <a:ahLst/>
                    <a:cxnLst>
                      <a:cxn ang="0">
                        <a:pos x="csX0" y="csY0"/>
                      </a:cxn>
                      <a:cxn ang="0">
                        <a:pos x="csX1" y="csY1"/>
                      </a:cxn>
                    </a:cxnLst>
                    <a:rect l="l" t="t" r="r" b="b"/>
                    <a:pathLst>
                      <a:path w="12700" h="36067">
                        <a:moveTo>
                          <a:pt x="0" y="0"/>
                        </a:moveTo>
                        <a:lnTo>
                          <a:pt x="0" y="36068"/>
                        </a:lnTo>
                      </a:path>
                    </a:pathLst>
                  </a:custGeom>
                  <a:noFill/>
                  <a:ln w="13589" cap="flat">
                    <a:solidFill>
                      <a:srgbClr val="000000"/>
                    </a:solidFill>
                    <a:prstDash val="solid"/>
                    <a:round/>
                  </a:ln>
                </p:spPr>
                <p:txBody>
                  <a:bodyPr/>
                  <a:lstStyle/>
                  <a:p>
                    <a:pPr algn="ctr"/>
                    <a:endParaRPr lang="en-US" sz="1890"/>
                  </a:p>
                </p:txBody>
              </p:sp>
              <p:sp>
                <p:nvSpPr>
                  <p:cNvPr id="1082" name="Freeform 1081">
                    <a:extLst>
                      <a:ext uri="{FF2B5EF4-FFF2-40B4-BE49-F238E27FC236}">
                        <a16:creationId xmlns:a16="http://schemas.microsoft.com/office/drawing/2014/main" id="{0D765599-85AC-AC26-26BF-B3F95C93E0F0}"/>
                      </a:ext>
                    </a:extLst>
                  </p:cNvPr>
                  <p:cNvSpPr/>
                  <p:nvPr/>
                </p:nvSpPr>
                <p:spPr>
                  <a:xfrm>
                    <a:off x="4089059" y="4589512"/>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083" name="Freeform 1082">
                    <a:extLst>
                      <a:ext uri="{FF2B5EF4-FFF2-40B4-BE49-F238E27FC236}">
                        <a16:creationId xmlns:a16="http://schemas.microsoft.com/office/drawing/2014/main" id="{E9472B17-7440-EDA1-7121-1988E2B7E6B5}"/>
                      </a:ext>
                    </a:extLst>
                  </p:cNvPr>
                  <p:cNvSpPr/>
                  <p:nvPr/>
                </p:nvSpPr>
                <p:spPr>
                  <a:xfrm>
                    <a:off x="3843568" y="426185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84" name="Freeform 1083">
                    <a:extLst>
                      <a:ext uri="{FF2B5EF4-FFF2-40B4-BE49-F238E27FC236}">
                        <a16:creationId xmlns:a16="http://schemas.microsoft.com/office/drawing/2014/main" id="{CBEE6BF2-820A-FBD8-A245-09CCD97CA048}"/>
                      </a:ext>
                    </a:extLst>
                  </p:cNvPr>
                  <p:cNvSpPr/>
                  <p:nvPr/>
                </p:nvSpPr>
                <p:spPr>
                  <a:xfrm>
                    <a:off x="3711615" y="4549889"/>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85" name="Freeform 1084">
                    <a:extLst>
                      <a:ext uri="{FF2B5EF4-FFF2-40B4-BE49-F238E27FC236}">
                        <a16:creationId xmlns:a16="http://schemas.microsoft.com/office/drawing/2014/main" id="{B4F25A70-43EC-B00A-BF4D-BD02CECAB75C}"/>
                      </a:ext>
                    </a:extLst>
                  </p:cNvPr>
                  <p:cNvSpPr/>
                  <p:nvPr/>
                </p:nvSpPr>
                <p:spPr>
                  <a:xfrm>
                    <a:off x="3694470" y="45050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86" name="Freeform 1085">
                    <a:extLst>
                      <a:ext uri="{FF2B5EF4-FFF2-40B4-BE49-F238E27FC236}">
                        <a16:creationId xmlns:a16="http://schemas.microsoft.com/office/drawing/2014/main" id="{BA44B45B-F4B4-81A1-9EB6-8B9867878677}"/>
                      </a:ext>
                    </a:extLst>
                  </p:cNvPr>
                  <p:cNvSpPr/>
                  <p:nvPr/>
                </p:nvSpPr>
                <p:spPr>
                  <a:xfrm>
                    <a:off x="4106204" y="45812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87" name="Freeform 1086">
                    <a:extLst>
                      <a:ext uri="{FF2B5EF4-FFF2-40B4-BE49-F238E27FC236}">
                        <a16:creationId xmlns:a16="http://schemas.microsoft.com/office/drawing/2014/main" id="{D7EA2CF2-BFAE-19DA-9849-B797091519D4}"/>
                      </a:ext>
                    </a:extLst>
                  </p:cNvPr>
                  <p:cNvSpPr/>
                  <p:nvPr/>
                </p:nvSpPr>
                <p:spPr>
                  <a:xfrm>
                    <a:off x="3571407" y="44296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88" name="Freeform 1087">
                    <a:extLst>
                      <a:ext uri="{FF2B5EF4-FFF2-40B4-BE49-F238E27FC236}">
                        <a16:creationId xmlns:a16="http://schemas.microsoft.com/office/drawing/2014/main" id="{72C813C5-24B2-3AA6-42AA-F3FC1E3C0E5C}"/>
                      </a:ext>
                    </a:extLst>
                  </p:cNvPr>
                  <p:cNvSpPr/>
                  <p:nvPr/>
                </p:nvSpPr>
                <p:spPr>
                  <a:xfrm>
                    <a:off x="4097949" y="45147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89" name="Freeform 1088">
                    <a:extLst>
                      <a:ext uri="{FF2B5EF4-FFF2-40B4-BE49-F238E27FC236}">
                        <a16:creationId xmlns:a16="http://schemas.microsoft.com/office/drawing/2014/main" id="{80697311-3C4A-3253-9A50-D6DC39ACE7F8}"/>
                      </a:ext>
                    </a:extLst>
                  </p:cNvPr>
                  <p:cNvSpPr/>
                  <p:nvPr/>
                </p:nvSpPr>
                <p:spPr>
                  <a:xfrm>
                    <a:off x="3573947" y="45175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0" name="Freeform 1089">
                    <a:extLst>
                      <a:ext uri="{FF2B5EF4-FFF2-40B4-BE49-F238E27FC236}">
                        <a16:creationId xmlns:a16="http://schemas.microsoft.com/office/drawing/2014/main" id="{3616552F-D55E-D50E-1E99-4FAA126F3A7E}"/>
                      </a:ext>
                    </a:extLst>
                  </p:cNvPr>
                  <p:cNvSpPr/>
                  <p:nvPr/>
                </p:nvSpPr>
                <p:spPr>
                  <a:xfrm>
                    <a:off x="4087789" y="449667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1" name="Freeform 1090">
                    <a:extLst>
                      <a:ext uri="{FF2B5EF4-FFF2-40B4-BE49-F238E27FC236}">
                        <a16:creationId xmlns:a16="http://schemas.microsoft.com/office/drawing/2014/main" id="{FFA4223C-6A52-055B-ECA6-048FEB8F8E01}"/>
                      </a:ext>
                    </a:extLst>
                  </p:cNvPr>
                  <p:cNvSpPr/>
                  <p:nvPr/>
                </p:nvSpPr>
                <p:spPr>
                  <a:xfrm>
                    <a:off x="3571788" y="449400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2" name="Freeform 1091">
                    <a:extLst>
                      <a:ext uri="{FF2B5EF4-FFF2-40B4-BE49-F238E27FC236}">
                        <a16:creationId xmlns:a16="http://schemas.microsoft.com/office/drawing/2014/main" id="{B0E3F997-F65C-F5DC-EB8A-AC5D21635B41}"/>
                      </a:ext>
                    </a:extLst>
                  </p:cNvPr>
                  <p:cNvSpPr/>
                  <p:nvPr/>
                </p:nvSpPr>
                <p:spPr>
                  <a:xfrm>
                    <a:off x="4102902" y="46180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3" name="Freeform 1092">
                    <a:extLst>
                      <a:ext uri="{FF2B5EF4-FFF2-40B4-BE49-F238E27FC236}">
                        <a16:creationId xmlns:a16="http://schemas.microsoft.com/office/drawing/2014/main" id="{E4B716FF-7951-E6DD-730C-82FA3CB9FBD2}"/>
                      </a:ext>
                    </a:extLst>
                  </p:cNvPr>
                  <p:cNvSpPr/>
                  <p:nvPr/>
                </p:nvSpPr>
                <p:spPr>
                  <a:xfrm>
                    <a:off x="3566454" y="45680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4" name="Freeform 1093">
                    <a:extLst>
                      <a:ext uri="{FF2B5EF4-FFF2-40B4-BE49-F238E27FC236}">
                        <a16:creationId xmlns:a16="http://schemas.microsoft.com/office/drawing/2014/main" id="{104D5393-1C97-DE18-3415-2D5EFB3E1C77}"/>
                      </a:ext>
                    </a:extLst>
                  </p:cNvPr>
                  <p:cNvSpPr/>
                  <p:nvPr/>
                </p:nvSpPr>
                <p:spPr>
                  <a:xfrm>
                    <a:off x="4103283" y="45450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5" name="Freeform 1094">
                    <a:extLst>
                      <a:ext uri="{FF2B5EF4-FFF2-40B4-BE49-F238E27FC236}">
                        <a16:creationId xmlns:a16="http://schemas.microsoft.com/office/drawing/2014/main" id="{6AF210C9-9C57-C061-3D4D-88EC93FD4C4C}"/>
                      </a:ext>
                    </a:extLst>
                  </p:cNvPr>
                  <p:cNvSpPr/>
                  <p:nvPr/>
                </p:nvSpPr>
                <p:spPr>
                  <a:xfrm>
                    <a:off x="3579154" y="450112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6" name="Freeform 1095">
                    <a:extLst>
                      <a:ext uri="{FF2B5EF4-FFF2-40B4-BE49-F238E27FC236}">
                        <a16:creationId xmlns:a16="http://schemas.microsoft.com/office/drawing/2014/main" id="{F363D4F6-40D7-73E0-088D-7979C8A64583}"/>
                      </a:ext>
                    </a:extLst>
                  </p:cNvPr>
                  <p:cNvSpPr/>
                  <p:nvPr/>
                </p:nvSpPr>
                <p:spPr>
                  <a:xfrm>
                    <a:off x="3693581" y="4541380"/>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7" name="Freeform 1096">
                    <a:extLst>
                      <a:ext uri="{FF2B5EF4-FFF2-40B4-BE49-F238E27FC236}">
                        <a16:creationId xmlns:a16="http://schemas.microsoft.com/office/drawing/2014/main" id="{DBFF7C3E-D218-06DC-2E58-CDB39FEAABEF}"/>
                      </a:ext>
                    </a:extLst>
                  </p:cNvPr>
                  <p:cNvSpPr/>
                  <p:nvPr/>
                </p:nvSpPr>
                <p:spPr>
                  <a:xfrm>
                    <a:off x="4096425" y="456347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8" name="Freeform 1097">
                    <a:extLst>
                      <a:ext uri="{FF2B5EF4-FFF2-40B4-BE49-F238E27FC236}">
                        <a16:creationId xmlns:a16="http://schemas.microsoft.com/office/drawing/2014/main" id="{CBAC7D60-2131-55B2-5728-B0DDFC425691}"/>
                      </a:ext>
                    </a:extLst>
                  </p:cNvPr>
                  <p:cNvSpPr/>
                  <p:nvPr/>
                </p:nvSpPr>
                <p:spPr>
                  <a:xfrm>
                    <a:off x="3579281" y="431595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099" name="Freeform 1098">
                    <a:extLst>
                      <a:ext uri="{FF2B5EF4-FFF2-40B4-BE49-F238E27FC236}">
                        <a16:creationId xmlns:a16="http://schemas.microsoft.com/office/drawing/2014/main" id="{0B2175CE-6176-F5C0-4A63-B88D64E8E1BF}"/>
                      </a:ext>
                    </a:extLst>
                  </p:cNvPr>
                  <p:cNvSpPr/>
                  <p:nvPr/>
                </p:nvSpPr>
                <p:spPr>
                  <a:xfrm>
                    <a:off x="3845219" y="46365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00" name="Freeform 1099">
                    <a:extLst>
                      <a:ext uri="{FF2B5EF4-FFF2-40B4-BE49-F238E27FC236}">
                        <a16:creationId xmlns:a16="http://schemas.microsoft.com/office/drawing/2014/main" id="{0E86D2A4-350C-286E-67EB-160BBCADFB9E}"/>
                      </a:ext>
                    </a:extLst>
                  </p:cNvPr>
                  <p:cNvSpPr/>
                  <p:nvPr/>
                </p:nvSpPr>
                <p:spPr>
                  <a:xfrm>
                    <a:off x="3689898" y="45341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01" name="Freeform 1100">
                    <a:extLst>
                      <a:ext uri="{FF2B5EF4-FFF2-40B4-BE49-F238E27FC236}">
                        <a16:creationId xmlns:a16="http://schemas.microsoft.com/office/drawing/2014/main" id="{D2F50A73-2D2A-B1DD-76C2-B54E5F951ED5}"/>
                      </a:ext>
                    </a:extLst>
                  </p:cNvPr>
                  <p:cNvSpPr/>
                  <p:nvPr/>
                </p:nvSpPr>
                <p:spPr>
                  <a:xfrm>
                    <a:off x="3699423" y="448296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02" name="Freeform 1101">
                    <a:extLst>
                      <a:ext uri="{FF2B5EF4-FFF2-40B4-BE49-F238E27FC236}">
                        <a16:creationId xmlns:a16="http://schemas.microsoft.com/office/drawing/2014/main" id="{084A9B20-9003-DB40-59FD-7C6BE2451CDB}"/>
                      </a:ext>
                    </a:extLst>
                  </p:cNvPr>
                  <p:cNvSpPr/>
                  <p:nvPr/>
                </p:nvSpPr>
                <p:spPr>
                  <a:xfrm>
                    <a:off x="3966631" y="443355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03" name="Freeform 1102">
                    <a:extLst>
                      <a:ext uri="{FF2B5EF4-FFF2-40B4-BE49-F238E27FC236}">
                        <a16:creationId xmlns:a16="http://schemas.microsoft.com/office/drawing/2014/main" id="{0444B254-7B03-520C-1B6C-C082910680DD}"/>
                      </a:ext>
                    </a:extLst>
                  </p:cNvPr>
                  <p:cNvSpPr/>
                  <p:nvPr/>
                </p:nvSpPr>
                <p:spPr>
                  <a:xfrm>
                    <a:off x="3710726" y="442377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04" name="Freeform 1103">
                    <a:extLst>
                      <a:ext uri="{FF2B5EF4-FFF2-40B4-BE49-F238E27FC236}">
                        <a16:creationId xmlns:a16="http://schemas.microsoft.com/office/drawing/2014/main" id="{B40CEE73-7B84-A6C7-F38C-00E5FEAB31C4}"/>
                      </a:ext>
                    </a:extLst>
                  </p:cNvPr>
                  <p:cNvSpPr/>
                  <p:nvPr/>
                </p:nvSpPr>
                <p:spPr>
                  <a:xfrm>
                    <a:off x="3690533" y="44660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05" name="TextBox 1104">
                    <a:extLst>
                      <a:ext uri="{FF2B5EF4-FFF2-40B4-BE49-F238E27FC236}">
                        <a16:creationId xmlns:a16="http://schemas.microsoft.com/office/drawing/2014/main" id="{0F5B9FB0-8C33-FA57-86D3-B816AF651646}"/>
                      </a:ext>
                    </a:extLst>
                  </p:cNvPr>
                  <p:cNvSpPr txBox="1"/>
                  <p:nvPr/>
                </p:nvSpPr>
                <p:spPr>
                  <a:xfrm>
                    <a:off x="3421152" y="4110848"/>
                    <a:ext cx="461779"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0.158</a:t>
                    </a:r>
                  </a:p>
                </p:txBody>
              </p:sp>
              <p:sp>
                <p:nvSpPr>
                  <p:cNvPr id="1106" name="Freeform 1105">
                    <a:extLst>
                      <a:ext uri="{FF2B5EF4-FFF2-40B4-BE49-F238E27FC236}">
                        <a16:creationId xmlns:a16="http://schemas.microsoft.com/office/drawing/2014/main" id="{F140A916-E785-6E16-76D6-35FEA794C2BB}"/>
                      </a:ext>
                    </a:extLst>
                  </p:cNvPr>
                  <p:cNvSpPr/>
                  <p:nvPr/>
                </p:nvSpPr>
                <p:spPr>
                  <a:xfrm>
                    <a:off x="3585631" y="4235564"/>
                    <a:ext cx="119253" cy="12700"/>
                  </a:xfrm>
                  <a:custGeom>
                    <a:avLst/>
                    <a:gdLst>
                      <a:gd name="csX0" fmla="*/ 0 w 119253"/>
                      <a:gd name="csY0" fmla="*/ 0 h 12700"/>
                      <a:gd name="csX1" fmla="*/ 119253 w 119253"/>
                      <a:gd name="csY1" fmla="*/ 0 h 12700"/>
                    </a:gdLst>
                    <a:ahLst/>
                    <a:cxnLst>
                      <a:cxn ang="0">
                        <a:pos x="csX0" y="csY0"/>
                      </a:cxn>
                      <a:cxn ang="0">
                        <a:pos x="csX1" y="csY1"/>
                      </a:cxn>
                    </a:cxnLst>
                    <a:rect l="l" t="t" r="r" b="b"/>
                    <a:pathLst>
                      <a:path w="119253" h="12700">
                        <a:moveTo>
                          <a:pt x="0" y="0"/>
                        </a:moveTo>
                        <a:lnTo>
                          <a:pt x="119253" y="0"/>
                        </a:lnTo>
                      </a:path>
                    </a:pathLst>
                  </a:custGeom>
                  <a:ln w="13589" cap="rnd">
                    <a:solidFill>
                      <a:srgbClr val="000000"/>
                    </a:solidFill>
                    <a:prstDash val="solid"/>
                    <a:round/>
                  </a:ln>
                </p:spPr>
                <p:txBody>
                  <a:bodyPr/>
                  <a:lstStyle/>
                  <a:p>
                    <a:pPr algn="ctr"/>
                    <a:endParaRPr lang="en-US" sz="1890"/>
                  </a:p>
                </p:txBody>
              </p:sp>
              <p:sp>
                <p:nvSpPr>
                  <p:cNvPr id="1107" name="TextBox 1106">
                    <a:extLst>
                      <a:ext uri="{FF2B5EF4-FFF2-40B4-BE49-F238E27FC236}">
                        <a16:creationId xmlns:a16="http://schemas.microsoft.com/office/drawing/2014/main" id="{8287CBC5-67BB-0559-9FDD-2461B56FB662}"/>
                      </a:ext>
                    </a:extLst>
                  </p:cNvPr>
                  <p:cNvSpPr txBox="1"/>
                  <p:nvPr/>
                </p:nvSpPr>
                <p:spPr>
                  <a:xfrm>
                    <a:off x="3746000" y="4062678"/>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108" name="Freeform 1107">
                    <a:extLst>
                      <a:ext uri="{FF2B5EF4-FFF2-40B4-BE49-F238E27FC236}">
                        <a16:creationId xmlns:a16="http://schemas.microsoft.com/office/drawing/2014/main" id="{9CE66026-77E6-2486-C807-94BEE6385823}"/>
                      </a:ext>
                    </a:extLst>
                  </p:cNvPr>
                  <p:cNvSpPr/>
                  <p:nvPr/>
                </p:nvSpPr>
                <p:spPr>
                  <a:xfrm>
                    <a:off x="3731300" y="4235564"/>
                    <a:ext cx="384175" cy="12700"/>
                  </a:xfrm>
                  <a:custGeom>
                    <a:avLst/>
                    <a:gdLst>
                      <a:gd name="csX0" fmla="*/ 0 w 384175"/>
                      <a:gd name="csY0" fmla="*/ 0 h 12700"/>
                      <a:gd name="csX1" fmla="*/ 384175 w 384175"/>
                      <a:gd name="csY1" fmla="*/ 0 h 12700"/>
                    </a:gdLst>
                    <a:ahLst/>
                    <a:cxnLst>
                      <a:cxn ang="0">
                        <a:pos x="csX0" y="csY0"/>
                      </a:cxn>
                      <a:cxn ang="0">
                        <a:pos x="csX1" y="csY1"/>
                      </a:cxn>
                    </a:cxnLst>
                    <a:rect l="l" t="t" r="r" b="b"/>
                    <a:pathLst>
                      <a:path w="384175" h="12700">
                        <a:moveTo>
                          <a:pt x="0" y="0"/>
                        </a:moveTo>
                        <a:lnTo>
                          <a:pt x="384175" y="0"/>
                        </a:lnTo>
                      </a:path>
                    </a:pathLst>
                  </a:custGeom>
                  <a:ln w="13589" cap="rnd">
                    <a:solidFill>
                      <a:srgbClr val="000000"/>
                    </a:solidFill>
                    <a:prstDash val="solid"/>
                    <a:round/>
                  </a:ln>
                </p:spPr>
                <p:txBody>
                  <a:bodyPr/>
                  <a:lstStyle/>
                  <a:p>
                    <a:pPr algn="ctr"/>
                    <a:endParaRPr lang="en-US" sz="1890"/>
                  </a:p>
                </p:txBody>
              </p:sp>
              <p:sp>
                <p:nvSpPr>
                  <p:cNvPr id="1109" name="TextBox 1108">
                    <a:extLst>
                      <a:ext uri="{FF2B5EF4-FFF2-40B4-BE49-F238E27FC236}">
                        <a16:creationId xmlns:a16="http://schemas.microsoft.com/office/drawing/2014/main" id="{95504CD1-6018-7FD6-2B6C-A029EC4D11C7}"/>
                      </a:ext>
                    </a:extLst>
                  </p:cNvPr>
                  <p:cNvSpPr txBox="1"/>
                  <p:nvPr/>
                </p:nvSpPr>
                <p:spPr>
                  <a:xfrm>
                    <a:off x="3633235" y="3949775"/>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110" name="Freeform 1109">
                    <a:extLst>
                      <a:ext uri="{FF2B5EF4-FFF2-40B4-BE49-F238E27FC236}">
                        <a16:creationId xmlns:a16="http://schemas.microsoft.com/office/drawing/2014/main" id="{EE036488-C468-3841-5F3E-0C9FAD660373}"/>
                      </a:ext>
                    </a:extLst>
                  </p:cNvPr>
                  <p:cNvSpPr/>
                  <p:nvPr/>
                </p:nvSpPr>
                <p:spPr>
                  <a:xfrm>
                    <a:off x="3585631" y="4122661"/>
                    <a:ext cx="529844" cy="12700"/>
                  </a:xfrm>
                  <a:custGeom>
                    <a:avLst/>
                    <a:gdLst>
                      <a:gd name="csX0" fmla="*/ 0 w 529844"/>
                      <a:gd name="csY0" fmla="*/ 0 h 12700"/>
                      <a:gd name="csX1" fmla="*/ 529844 w 529844"/>
                      <a:gd name="csY1" fmla="*/ 0 h 12700"/>
                    </a:gdLst>
                    <a:ahLst/>
                    <a:cxnLst>
                      <a:cxn ang="0">
                        <a:pos x="csX0" y="csY0"/>
                      </a:cxn>
                      <a:cxn ang="0">
                        <a:pos x="csX1" y="csY1"/>
                      </a:cxn>
                    </a:cxnLst>
                    <a:rect l="l" t="t" r="r" b="b"/>
                    <a:pathLst>
                      <a:path w="529844" h="12700">
                        <a:moveTo>
                          <a:pt x="0" y="0"/>
                        </a:moveTo>
                        <a:lnTo>
                          <a:pt x="529844" y="0"/>
                        </a:lnTo>
                      </a:path>
                    </a:pathLst>
                  </a:custGeom>
                  <a:ln w="13589" cap="rnd">
                    <a:solidFill>
                      <a:srgbClr val="000000"/>
                    </a:solidFill>
                    <a:prstDash val="solid"/>
                    <a:round/>
                  </a:ln>
                </p:spPr>
                <p:txBody>
                  <a:bodyPr/>
                  <a:lstStyle/>
                  <a:p>
                    <a:pPr algn="ctr"/>
                    <a:endParaRPr lang="en-US" sz="1890"/>
                  </a:p>
                </p:txBody>
              </p:sp>
            </p:grpSp>
            <p:grpSp>
              <p:nvGrpSpPr>
                <p:cNvPr id="1111" name="Graphic 597">
                  <a:extLst>
                    <a:ext uri="{FF2B5EF4-FFF2-40B4-BE49-F238E27FC236}">
                      <a16:creationId xmlns:a16="http://schemas.microsoft.com/office/drawing/2014/main" id="{F1CAC294-6C17-3B4C-6A0D-DE3AABAACFC8}"/>
                    </a:ext>
                  </a:extLst>
                </p:cNvPr>
                <p:cNvGrpSpPr/>
                <p:nvPr/>
              </p:nvGrpSpPr>
              <p:grpSpPr>
                <a:xfrm>
                  <a:off x="3040613" y="3752714"/>
                  <a:ext cx="1203962" cy="1196086"/>
                  <a:chOff x="3040613" y="3752714"/>
                  <a:chExt cx="1203962" cy="1196086"/>
                </a:xfrm>
              </p:grpSpPr>
              <p:sp>
                <p:nvSpPr>
                  <p:cNvPr id="1112" name="Freeform 1111">
                    <a:extLst>
                      <a:ext uri="{FF2B5EF4-FFF2-40B4-BE49-F238E27FC236}">
                        <a16:creationId xmlns:a16="http://schemas.microsoft.com/office/drawing/2014/main" id="{81F6F8AD-190F-3DC6-3B86-7965B88269A0}"/>
                      </a:ext>
                    </a:extLst>
                  </p:cNvPr>
                  <p:cNvSpPr/>
                  <p:nvPr/>
                </p:nvSpPr>
                <p:spPr>
                  <a:xfrm>
                    <a:off x="3506128" y="4054970"/>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113" name="TextBox 1112">
                    <a:extLst>
                      <a:ext uri="{FF2B5EF4-FFF2-40B4-BE49-F238E27FC236}">
                        <a16:creationId xmlns:a16="http://schemas.microsoft.com/office/drawing/2014/main" id="{6DC6ACB9-DBAC-7BEE-D6FE-0110FB08CA10}"/>
                      </a:ext>
                    </a:extLst>
                  </p:cNvPr>
                  <p:cNvSpPr txBox="1"/>
                  <p:nvPr/>
                </p:nvSpPr>
                <p:spPr>
                  <a:xfrm>
                    <a:off x="3100530" y="4625245"/>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a:t>
                    </a:r>
                  </a:p>
                </p:txBody>
              </p:sp>
              <p:sp>
                <p:nvSpPr>
                  <p:cNvPr id="1114" name="TextBox 1113">
                    <a:extLst>
                      <a:ext uri="{FF2B5EF4-FFF2-40B4-BE49-F238E27FC236}">
                        <a16:creationId xmlns:a16="http://schemas.microsoft.com/office/drawing/2014/main" id="{F60421B5-0414-FF41-198E-EFC9589F01E8}"/>
                      </a:ext>
                    </a:extLst>
                  </p:cNvPr>
                  <p:cNvSpPr txBox="1"/>
                  <p:nvPr/>
                </p:nvSpPr>
                <p:spPr>
                  <a:xfrm>
                    <a:off x="3100530" y="4472464"/>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2.5%</a:t>
                    </a:r>
                  </a:p>
                </p:txBody>
              </p:sp>
              <p:sp>
                <p:nvSpPr>
                  <p:cNvPr id="1115" name="TextBox 1114">
                    <a:extLst>
                      <a:ext uri="{FF2B5EF4-FFF2-40B4-BE49-F238E27FC236}">
                        <a16:creationId xmlns:a16="http://schemas.microsoft.com/office/drawing/2014/main" id="{E2570F8D-B3F4-FC66-014F-4E8D8260B2FD}"/>
                      </a:ext>
                    </a:extLst>
                  </p:cNvPr>
                  <p:cNvSpPr txBox="1"/>
                  <p:nvPr/>
                </p:nvSpPr>
                <p:spPr>
                  <a:xfrm>
                    <a:off x="3100530" y="4319556"/>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5.0%</a:t>
                    </a:r>
                  </a:p>
                </p:txBody>
              </p:sp>
              <p:sp>
                <p:nvSpPr>
                  <p:cNvPr id="1116" name="TextBox 1115">
                    <a:extLst>
                      <a:ext uri="{FF2B5EF4-FFF2-40B4-BE49-F238E27FC236}">
                        <a16:creationId xmlns:a16="http://schemas.microsoft.com/office/drawing/2014/main" id="{D1B805D5-3FB5-8483-6DDF-05C41D04FBCD}"/>
                      </a:ext>
                    </a:extLst>
                  </p:cNvPr>
                  <p:cNvSpPr txBox="1"/>
                  <p:nvPr/>
                </p:nvSpPr>
                <p:spPr>
                  <a:xfrm>
                    <a:off x="3100530" y="4166775"/>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7.5%</a:t>
                    </a:r>
                  </a:p>
                </p:txBody>
              </p:sp>
              <p:sp>
                <p:nvSpPr>
                  <p:cNvPr id="1117" name="TextBox 1116">
                    <a:extLst>
                      <a:ext uri="{FF2B5EF4-FFF2-40B4-BE49-F238E27FC236}">
                        <a16:creationId xmlns:a16="http://schemas.microsoft.com/office/drawing/2014/main" id="{67B92F5A-5DDA-0821-4D4C-E6ADB443E9EC}"/>
                      </a:ext>
                    </a:extLst>
                  </p:cNvPr>
                  <p:cNvSpPr txBox="1"/>
                  <p:nvPr/>
                </p:nvSpPr>
                <p:spPr>
                  <a:xfrm>
                    <a:off x="3040613" y="4013867"/>
                    <a:ext cx="4889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10.0%</a:t>
                    </a:r>
                  </a:p>
                </p:txBody>
              </p:sp>
              <p:sp>
                <p:nvSpPr>
                  <p:cNvPr id="1118" name="Freeform 1117">
                    <a:extLst>
                      <a:ext uri="{FF2B5EF4-FFF2-40B4-BE49-F238E27FC236}">
                        <a16:creationId xmlns:a16="http://schemas.microsoft.com/office/drawing/2014/main" id="{40DE4D08-A162-D4E7-57BB-1EB520C6BAC6}"/>
                      </a:ext>
                    </a:extLst>
                  </p:cNvPr>
                  <p:cNvSpPr/>
                  <p:nvPr/>
                </p:nvSpPr>
                <p:spPr>
                  <a:xfrm>
                    <a:off x="3471331" y="473213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19" name="Freeform 1118">
                    <a:extLst>
                      <a:ext uri="{FF2B5EF4-FFF2-40B4-BE49-F238E27FC236}">
                        <a16:creationId xmlns:a16="http://schemas.microsoft.com/office/drawing/2014/main" id="{34B92C9A-1A12-0A85-39D6-8A03E7E64DEA}"/>
                      </a:ext>
                    </a:extLst>
                  </p:cNvPr>
                  <p:cNvSpPr/>
                  <p:nvPr/>
                </p:nvSpPr>
                <p:spPr>
                  <a:xfrm>
                    <a:off x="3471331" y="457935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20" name="Freeform 1119">
                    <a:extLst>
                      <a:ext uri="{FF2B5EF4-FFF2-40B4-BE49-F238E27FC236}">
                        <a16:creationId xmlns:a16="http://schemas.microsoft.com/office/drawing/2014/main" id="{F804906B-CC58-40E1-17F4-01EB4C391919}"/>
                      </a:ext>
                    </a:extLst>
                  </p:cNvPr>
                  <p:cNvSpPr/>
                  <p:nvPr/>
                </p:nvSpPr>
                <p:spPr>
                  <a:xfrm>
                    <a:off x="3471331" y="4426445"/>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21" name="Freeform 1120">
                    <a:extLst>
                      <a:ext uri="{FF2B5EF4-FFF2-40B4-BE49-F238E27FC236}">
                        <a16:creationId xmlns:a16="http://schemas.microsoft.com/office/drawing/2014/main" id="{3864FFCF-89B1-EF77-DDBE-BE8EBF77FC8F}"/>
                      </a:ext>
                    </a:extLst>
                  </p:cNvPr>
                  <p:cNvSpPr/>
                  <p:nvPr/>
                </p:nvSpPr>
                <p:spPr>
                  <a:xfrm>
                    <a:off x="3471331" y="427366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22" name="Freeform 1121">
                    <a:extLst>
                      <a:ext uri="{FF2B5EF4-FFF2-40B4-BE49-F238E27FC236}">
                        <a16:creationId xmlns:a16="http://schemas.microsoft.com/office/drawing/2014/main" id="{81A3E6E9-EF08-1279-F037-BAB4B8504740}"/>
                      </a:ext>
                    </a:extLst>
                  </p:cNvPr>
                  <p:cNvSpPr/>
                  <p:nvPr/>
                </p:nvSpPr>
                <p:spPr>
                  <a:xfrm>
                    <a:off x="3471331" y="412075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23" name="Freeform 1122">
                    <a:extLst>
                      <a:ext uri="{FF2B5EF4-FFF2-40B4-BE49-F238E27FC236}">
                        <a16:creationId xmlns:a16="http://schemas.microsoft.com/office/drawing/2014/main" id="{28C767AA-086D-A483-E2FE-B8831368815A}"/>
                      </a:ext>
                    </a:extLst>
                  </p:cNvPr>
                  <p:cNvSpPr/>
                  <p:nvPr/>
                </p:nvSpPr>
                <p:spPr>
                  <a:xfrm>
                    <a:off x="3506128" y="4732134"/>
                    <a:ext cx="688847" cy="12700"/>
                  </a:xfrm>
                  <a:custGeom>
                    <a:avLst/>
                    <a:gdLst>
                      <a:gd name="csX0" fmla="*/ 0 w 688847"/>
                      <a:gd name="csY0" fmla="*/ 0 h 12700"/>
                      <a:gd name="csX1" fmla="*/ 688848 w 688847"/>
                      <a:gd name="csY1" fmla="*/ 0 h 12700"/>
                    </a:gdLst>
                    <a:ahLst/>
                    <a:cxnLst>
                      <a:cxn ang="0">
                        <a:pos x="csX0" y="csY0"/>
                      </a:cxn>
                      <a:cxn ang="0">
                        <a:pos x="csX1" y="csY1"/>
                      </a:cxn>
                    </a:cxnLst>
                    <a:rect l="l" t="t" r="r" b="b"/>
                    <a:pathLst>
                      <a:path w="688847" h="12700">
                        <a:moveTo>
                          <a:pt x="0" y="0"/>
                        </a:moveTo>
                        <a:lnTo>
                          <a:pt x="688848" y="0"/>
                        </a:lnTo>
                      </a:path>
                    </a:pathLst>
                  </a:custGeom>
                  <a:noFill/>
                  <a:ln w="13589" cap="sq">
                    <a:solidFill>
                      <a:srgbClr val="000000"/>
                    </a:solidFill>
                    <a:prstDash val="solid"/>
                    <a:round/>
                  </a:ln>
                </p:spPr>
                <p:txBody>
                  <a:bodyPr/>
                  <a:lstStyle/>
                  <a:p>
                    <a:pPr algn="ctr"/>
                    <a:endParaRPr lang="en-US" sz="1890"/>
                  </a:p>
                </p:txBody>
              </p:sp>
              <p:sp>
                <p:nvSpPr>
                  <p:cNvPr id="1124" name="Freeform 1123">
                    <a:extLst>
                      <a:ext uri="{FF2B5EF4-FFF2-40B4-BE49-F238E27FC236}">
                        <a16:creationId xmlns:a16="http://schemas.microsoft.com/office/drawing/2014/main" id="{4BB9D4E8-5CF7-0A7A-6195-76F3A7383720}"/>
                      </a:ext>
                    </a:extLst>
                  </p:cNvPr>
                  <p:cNvSpPr/>
                  <p:nvPr/>
                </p:nvSpPr>
                <p:spPr>
                  <a:xfrm>
                    <a:off x="3585631"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125" name="Freeform 1124">
                    <a:extLst>
                      <a:ext uri="{FF2B5EF4-FFF2-40B4-BE49-F238E27FC236}">
                        <a16:creationId xmlns:a16="http://schemas.microsoft.com/office/drawing/2014/main" id="{AC4BD6E0-F532-C6CA-8940-40D9A29C3B18}"/>
                      </a:ext>
                    </a:extLst>
                  </p:cNvPr>
                  <p:cNvSpPr/>
                  <p:nvPr/>
                </p:nvSpPr>
                <p:spPr>
                  <a:xfrm>
                    <a:off x="3718092"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126" name="Freeform 1125">
                    <a:extLst>
                      <a:ext uri="{FF2B5EF4-FFF2-40B4-BE49-F238E27FC236}">
                        <a16:creationId xmlns:a16="http://schemas.microsoft.com/office/drawing/2014/main" id="{63EEC6A1-35F8-BECA-74C8-F5D4FC9EE2A5}"/>
                      </a:ext>
                    </a:extLst>
                  </p:cNvPr>
                  <p:cNvSpPr/>
                  <p:nvPr/>
                </p:nvSpPr>
                <p:spPr>
                  <a:xfrm>
                    <a:off x="3850553"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127" name="Freeform 1126">
                    <a:extLst>
                      <a:ext uri="{FF2B5EF4-FFF2-40B4-BE49-F238E27FC236}">
                        <a16:creationId xmlns:a16="http://schemas.microsoft.com/office/drawing/2014/main" id="{D08FE78E-D38D-A1D8-329D-8B18BC81A074}"/>
                      </a:ext>
                    </a:extLst>
                  </p:cNvPr>
                  <p:cNvSpPr/>
                  <p:nvPr/>
                </p:nvSpPr>
                <p:spPr>
                  <a:xfrm>
                    <a:off x="3983014"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128" name="Freeform 1127">
                    <a:extLst>
                      <a:ext uri="{FF2B5EF4-FFF2-40B4-BE49-F238E27FC236}">
                        <a16:creationId xmlns:a16="http://schemas.microsoft.com/office/drawing/2014/main" id="{EB923A41-E32B-0A8B-EE87-EBC91E85D188}"/>
                      </a:ext>
                    </a:extLst>
                  </p:cNvPr>
                  <p:cNvSpPr/>
                  <p:nvPr/>
                </p:nvSpPr>
                <p:spPr>
                  <a:xfrm>
                    <a:off x="4115475"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129" name="TextBox 1128">
                    <a:extLst>
                      <a:ext uri="{FF2B5EF4-FFF2-40B4-BE49-F238E27FC236}">
                        <a16:creationId xmlns:a16="http://schemas.microsoft.com/office/drawing/2014/main" id="{315C679B-D98C-D9BC-806A-615A7C8B6EA7}"/>
                      </a:ext>
                    </a:extLst>
                  </p:cNvPr>
                  <p:cNvSpPr txBox="1"/>
                  <p:nvPr/>
                </p:nvSpPr>
                <p:spPr>
                  <a:xfrm>
                    <a:off x="3445502" y="4727988"/>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130" name="TextBox 1129">
                    <a:extLst>
                      <a:ext uri="{FF2B5EF4-FFF2-40B4-BE49-F238E27FC236}">
                        <a16:creationId xmlns:a16="http://schemas.microsoft.com/office/drawing/2014/main" id="{E9DB844B-72E0-4D8D-D678-F83089651248}"/>
                      </a:ext>
                    </a:extLst>
                  </p:cNvPr>
                  <p:cNvSpPr txBox="1"/>
                  <p:nvPr/>
                </p:nvSpPr>
                <p:spPr>
                  <a:xfrm>
                    <a:off x="3605955" y="4727988"/>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131" name="TextBox 1130">
                    <a:extLst>
                      <a:ext uri="{FF2B5EF4-FFF2-40B4-BE49-F238E27FC236}">
                        <a16:creationId xmlns:a16="http://schemas.microsoft.com/office/drawing/2014/main" id="{C08223E6-4F7B-F7CD-520D-F05B65709287}"/>
                      </a:ext>
                    </a:extLst>
                  </p:cNvPr>
                  <p:cNvSpPr txBox="1"/>
                  <p:nvPr/>
                </p:nvSpPr>
                <p:spPr>
                  <a:xfrm>
                    <a:off x="3709576" y="4727988"/>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132" name="TextBox 1131">
                    <a:extLst>
                      <a:ext uri="{FF2B5EF4-FFF2-40B4-BE49-F238E27FC236}">
                        <a16:creationId xmlns:a16="http://schemas.microsoft.com/office/drawing/2014/main" id="{A5344769-1F28-661C-8BDD-6EA1E5048CD5}"/>
                      </a:ext>
                    </a:extLst>
                  </p:cNvPr>
                  <p:cNvSpPr txBox="1"/>
                  <p:nvPr/>
                </p:nvSpPr>
                <p:spPr>
                  <a:xfrm>
                    <a:off x="3816590" y="4727988"/>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133" name="TextBox 1132">
                    <a:extLst>
                      <a:ext uri="{FF2B5EF4-FFF2-40B4-BE49-F238E27FC236}">
                        <a16:creationId xmlns:a16="http://schemas.microsoft.com/office/drawing/2014/main" id="{AD90AE06-A16C-2B61-515E-8444DB78B661}"/>
                      </a:ext>
                    </a:extLst>
                  </p:cNvPr>
                  <p:cNvSpPr txBox="1"/>
                  <p:nvPr/>
                </p:nvSpPr>
                <p:spPr>
                  <a:xfrm>
                    <a:off x="3986372" y="4727988"/>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136" name="TextBox 1135">
                    <a:extLst>
                      <a:ext uri="{FF2B5EF4-FFF2-40B4-BE49-F238E27FC236}">
                        <a16:creationId xmlns:a16="http://schemas.microsoft.com/office/drawing/2014/main" id="{20F78A9B-A856-5F23-065C-DEE8B44A770F}"/>
                      </a:ext>
                    </a:extLst>
                  </p:cNvPr>
                  <p:cNvSpPr txBox="1"/>
                  <p:nvPr/>
                </p:nvSpPr>
                <p:spPr>
                  <a:xfrm>
                    <a:off x="3501220" y="3752714"/>
                    <a:ext cx="680622"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9_Mixed</a:t>
                    </a:r>
                  </a:p>
                </p:txBody>
              </p:sp>
            </p:grpSp>
          </p:grpSp>
          <p:grpSp>
            <p:nvGrpSpPr>
              <p:cNvPr id="1137" name="Graphic 599">
                <a:extLst>
                  <a:ext uri="{FF2B5EF4-FFF2-40B4-BE49-F238E27FC236}">
                    <a16:creationId xmlns:a16="http://schemas.microsoft.com/office/drawing/2014/main" id="{1FF9F661-4551-184A-81C7-8A5214E7CCAB}"/>
                  </a:ext>
                </a:extLst>
              </p:cNvPr>
              <p:cNvGrpSpPr/>
              <p:nvPr/>
            </p:nvGrpSpPr>
            <p:grpSpPr>
              <a:xfrm>
                <a:off x="1177392" y="3143882"/>
                <a:ext cx="1191469" cy="1196086"/>
                <a:chOff x="4241260" y="3752714"/>
                <a:chExt cx="1191469" cy="1196086"/>
              </a:xfrm>
            </p:grpSpPr>
            <p:grpSp>
              <p:nvGrpSpPr>
                <p:cNvPr id="1140" name="Graphic 599">
                  <a:extLst>
                    <a:ext uri="{FF2B5EF4-FFF2-40B4-BE49-F238E27FC236}">
                      <a16:creationId xmlns:a16="http://schemas.microsoft.com/office/drawing/2014/main" id="{09F91F22-B0C0-13C4-907A-D619C74E9603}"/>
                    </a:ext>
                  </a:extLst>
                </p:cNvPr>
                <p:cNvGrpSpPr/>
                <p:nvPr/>
              </p:nvGrpSpPr>
              <p:grpSpPr>
                <a:xfrm>
                  <a:off x="4556996" y="3949775"/>
                  <a:ext cx="844041" cy="782485"/>
                  <a:chOff x="4556996" y="3949775"/>
                  <a:chExt cx="844041" cy="782485"/>
                </a:xfrm>
              </p:grpSpPr>
              <p:sp>
                <p:nvSpPr>
                  <p:cNvPr id="1141" name="Freeform 1140">
                    <a:extLst>
                      <a:ext uri="{FF2B5EF4-FFF2-40B4-BE49-F238E27FC236}">
                        <a16:creationId xmlns:a16="http://schemas.microsoft.com/office/drawing/2014/main" id="{8493536F-AEA1-5057-302E-73F80B85932F}"/>
                      </a:ext>
                    </a:extLst>
                  </p:cNvPr>
                  <p:cNvSpPr/>
                  <p:nvPr/>
                </p:nvSpPr>
                <p:spPr>
                  <a:xfrm>
                    <a:off x="4556996" y="4054970"/>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142" name="Freeform 1141">
                    <a:extLst>
                      <a:ext uri="{FF2B5EF4-FFF2-40B4-BE49-F238E27FC236}">
                        <a16:creationId xmlns:a16="http://schemas.microsoft.com/office/drawing/2014/main" id="{2A982480-FAD1-EA17-4029-1088208A2B38}"/>
                      </a:ext>
                    </a:extLst>
                  </p:cNvPr>
                  <p:cNvSpPr/>
                  <p:nvPr/>
                </p:nvSpPr>
                <p:spPr>
                  <a:xfrm>
                    <a:off x="4605764" y="4499597"/>
                    <a:ext cx="97409" cy="232663"/>
                  </a:xfrm>
                  <a:custGeom>
                    <a:avLst/>
                    <a:gdLst>
                      <a:gd name="csX0" fmla="*/ 0 w 97409"/>
                      <a:gd name="csY0" fmla="*/ 0 h 232663"/>
                      <a:gd name="csX1" fmla="*/ 97409 w 97409"/>
                      <a:gd name="csY1" fmla="*/ 0 h 232663"/>
                      <a:gd name="csX2" fmla="*/ 97409 w 97409"/>
                      <a:gd name="csY2" fmla="*/ 232664 h 232663"/>
                      <a:gd name="csX3" fmla="*/ 0 w 97409"/>
                      <a:gd name="csY3" fmla="*/ 232664 h 232663"/>
                    </a:gdLst>
                    <a:ahLst/>
                    <a:cxnLst>
                      <a:cxn ang="0">
                        <a:pos x="csX0" y="csY0"/>
                      </a:cxn>
                      <a:cxn ang="0">
                        <a:pos x="csX1" y="csY1"/>
                      </a:cxn>
                      <a:cxn ang="0">
                        <a:pos x="csX2" y="csY2"/>
                      </a:cxn>
                      <a:cxn ang="0">
                        <a:pos x="csX3" y="csY3"/>
                      </a:cxn>
                    </a:cxnLst>
                    <a:rect l="l" t="t" r="r" b="b"/>
                    <a:pathLst>
                      <a:path w="97409" h="232663">
                        <a:moveTo>
                          <a:pt x="0" y="0"/>
                        </a:moveTo>
                        <a:lnTo>
                          <a:pt x="97409" y="0"/>
                        </a:lnTo>
                        <a:lnTo>
                          <a:pt x="97409" y="232664"/>
                        </a:lnTo>
                        <a:lnTo>
                          <a:pt x="0" y="232664"/>
                        </a:lnTo>
                        <a:close/>
                      </a:path>
                    </a:pathLst>
                  </a:custGeom>
                  <a:solidFill>
                    <a:srgbClr val="1965B0"/>
                  </a:solidFill>
                  <a:ln w="13589" cap="flat">
                    <a:noFill/>
                    <a:prstDash val="solid"/>
                    <a:miter/>
                  </a:ln>
                </p:spPr>
                <p:txBody>
                  <a:bodyPr/>
                  <a:lstStyle/>
                  <a:p>
                    <a:pPr algn="ctr"/>
                    <a:endParaRPr lang="en-US" sz="1890"/>
                  </a:p>
                </p:txBody>
              </p:sp>
              <p:sp>
                <p:nvSpPr>
                  <p:cNvPr id="1143" name="Freeform 1142">
                    <a:extLst>
                      <a:ext uri="{FF2B5EF4-FFF2-40B4-BE49-F238E27FC236}">
                        <a16:creationId xmlns:a16="http://schemas.microsoft.com/office/drawing/2014/main" id="{74187906-8E27-B08C-F7AF-8BB716D3BABE}"/>
                      </a:ext>
                    </a:extLst>
                  </p:cNvPr>
                  <p:cNvSpPr/>
                  <p:nvPr/>
                </p:nvSpPr>
                <p:spPr>
                  <a:xfrm>
                    <a:off x="4768070" y="4447527"/>
                    <a:ext cx="97409" cy="284606"/>
                  </a:xfrm>
                  <a:custGeom>
                    <a:avLst/>
                    <a:gdLst>
                      <a:gd name="csX0" fmla="*/ 0 w 97409"/>
                      <a:gd name="csY0" fmla="*/ 0 h 284606"/>
                      <a:gd name="csX1" fmla="*/ 97409 w 97409"/>
                      <a:gd name="csY1" fmla="*/ 0 h 284606"/>
                      <a:gd name="csX2" fmla="*/ 97409 w 97409"/>
                      <a:gd name="csY2" fmla="*/ 284607 h 284606"/>
                      <a:gd name="csX3" fmla="*/ 0 w 97409"/>
                      <a:gd name="csY3" fmla="*/ 284607 h 284606"/>
                    </a:gdLst>
                    <a:ahLst/>
                    <a:cxnLst>
                      <a:cxn ang="0">
                        <a:pos x="csX0" y="csY0"/>
                      </a:cxn>
                      <a:cxn ang="0">
                        <a:pos x="csX1" y="csY1"/>
                      </a:cxn>
                      <a:cxn ang="0">
                        <a:pos x="csX2" y="csY2"/>
                      </a:cxn>
                      <a:cxn ang="0">
                        <a:pos x="csX3" y="csY3"/>
                      </a:cxn>
                    </a:cxnLst>
                    <a:rect l="l" t="t" r="r" b="b"/>
                    <a:pathLst>
                      <a:path w="97409" h="284606">
                        <a:moveTo>
                          <a:pt x="0" y="0"/>
                        </a:moveTo>
                        <a:lnTo>
                          <a:pt x="97409" y="0"/>
                        </a:lnTo>
                        <a:lnTo>
                          <a:pt x="97409" y="284607"/>
                        </a:lnTo>
                        <a:lnTo>
                          <a:pt x="0" y="284607"/>
                        </a:lnTo>
                        <a:close/>
                      </a:path>
                    </a:pathLst>
                  </a:custGeom>
                  <a:solidFill>
                    <a:srgbClr val="4EB265"/>
                  </a:solidFill>
                  <a:ln w="13589" cap="flat">
                    <a:noFill/>
                    <a:prstDash val="solid"/>
                    <a:miter/>
                  </a:ln>
                </p:spPr>
                <p:txBody>
                  <a:bodyPr/>
                  <a:lstStyle/>
                  <a:p>
                    <a:pPr algn="ctr"/>
                    <a:endParaRPr lang="en-US" sz="1890"/>
                  </a:p>
                </p:txBody>
              </p:sp>
              <p:sp>
                <p:nvSpPr>
                  <p:cNvPr id="1144" name="Freeform 1143">
                    <a:extLst>
                      <a:ext uri="{FF2B5EF4-FFF2-40B4-BE49-F238E27FC236}">
                        <a16:creationId xmlns:a16="http://schemas.microsoft.com/office/drawing/2014/main" id="{E217E9C9-BA20-2590-3C7C-1A036C5BD360}"/>
                      </a:ext>
                    </a:extLst>
                  </p:cNvPr>
                  <p:cNvSpPr/>
                  <p:nvPr/>
                </p:nvSpPr>
                <p:spPr>
                  <a:xfrm>
                    <a:off x="4930376" y="4387456"/>
                    <a:ext cx="97409" cy="344678"/>
                  </a:xfrm>
                  <a:custGeom>
                    <a:avLst/>
                    <a:gdLst>
                      <a:gd name="csX0" fmla="*/ 0 w 97409"/>
                      <a:gd name="csY0" fmla="*/ 0 h 344678"/>
                      <a:gd name="csX1" fmla="*/ 97409 w 97409"/>
                      <a:gd name="csY1" fmla="*/ 0 h 344678"/>
                      <a:gd name="csX2" fmla="*/ 97409 w 97409"/>
                      <a:gd name="csY2" fmla="*/ 344678 h 344678"/>
                      <a:gd name="csX3" fmla="*/ 0 w 97409"/>
                      <a:gd name="csY3" fmla="*/ 344678 h 344678"/>
                    </a:gdLst>
                    <a:ahLst/>
                    <a:cxnLst>
                      <a:cxn ang="0">
                        <a:pos x="csX0" y="csY0"/>
                      </a:cxn>
                      <a:cxn ang="0">
                        <a:pos x="csX1" y="csY1"/>
                      </a:cxn>
                      <a:cxn ang="0">
                        <a:pos x="csX2" y="csY2"/>
                      </a:cxn>
                      <a:cxn ang="0">
                        <a:pos x="csX3" y="csY3"/>
                      </a:cxn>
                    </a:cxnLst>
                    <a:rect l="l" t="t" r="r" b="b"/>
                    <a:pathLst>
                      <a:path w="97409" h="344678">
                        <a:moveTo>
                          <a:pt x="0" y="0"/>
                        </a:moveTo>
                        <a:lnTo>
                          <a:pt x="97409" y="0"/>
                        </a:lnTo>
                        <a:lnTo>
                          <a:pt x="97409" y="344678"/>
                        </a:lnTo>
                        <a:lnTo>
                          <a:pt x="0" y="344678"/>
                        </a:lnTo>
                        <a:close/>
                      </a:path>
                    </a:pathLst>
                  </a:custGeom>
                  <a:solidFill>
                    <a:srgbClr val="F7F056"/>
                  </a:solidFill>
                  <a:ln w="13589" cap="flat">
                    <a:noFill/>
                    <a:prstDash val="solid"/>
                    <a:miter/>
                  </a:ln>
                </p:spPr>
                <p:txBody>
                  <a:bodyPr/>
                  <a:lstStyle/>
                  <a:p>
                    <a:pPr algn="ctr"/>
                    <a:endParaRPr lang="en-US" sz="1890"/>
                  </a:p>
                </p:txBody>
              </p:sp>
              <p:sp>
                <p:nvSpPr>
                  <p:cNvPr id="1145" name="Freeform 1144">
                    <a:extLst>
                      <a:ext uri="{FF2B5EF4-FFF2-40B4-BE49-F238E27FC236}">
                        <a16:creationId xmlns:a16="http://schemas.microsoft.com/office/drawing/2014/main" id="{A1BA432D-743B-637C-FBF9-138FC75E49F9}"/>
                      </a:ext>
                    </a:extLst>
                  </p:cNvPr>
                  <p:cNvSpPr/>
                  <p:nvPr/>
                </p:nvSpPr>
                <p:spPr>
                  <a:xfrm>
                    <a:off x="5092682" y="4465561"/>
                    <a:ext cx="97409" cy="266699"/>
                  </a:xfrm>
                  <a:custGeom>
                    <a:avLst/>
                    <a:gdLst>
                      <a:gd name="csX0" fmla="*/ 0 w 97409"/>
                      <a:gd name="csY0" fmla="*/ 0 h 266699"/>
                      <a:gd name="csX1" fmla="*/ 97409 w 97409"/>
                      <a:gd name="csY1" fmla="*/ 0 h 266699"/>
                      <a:gd name="csX2" fmla="*/ 97409 w 97409"/>
                      <a:gd name="csY2" fmla="*/ 266700 h 266699"/>
                      <a:gd name="csX3" fmla="*/ 0 w 97409"/>
                      <a:gd name="csY3" fmla="*/ 266700 h 266699"/>
                    </a:gdLst>
                    <a:ahLst/>
                    <a:cxnLst>
                      <a:cxn ang="0">
                        <a:pos x="csX0" y="csY0"/>
                      </a:cxn>
                      <a:cxn ang="0">
                        <a:pos x="csX1" y="csY1"/>
                      </a:cxn>
                      <a:cxn ang="0">
                        <a:pos x="csX2" y="csY2"/>
                      </a:cxn>
                      <a:cxn ang="0">
                        <a:pos x="csX3" y="csY3"/>
                      </a:cxn>
                    </a:cxnLst>
                    <a:rect l="l" t="t" r="r" b="b"/>
                    <a:pathLst>
                      <a:path w="97409" h="266699">
                        <a:moveTo>
                          <a:pt x="0" y="0"/>
                        </a:moveTo>
                        <a:lnTo>
                          <a:pt x="97409" y="0"/>
                        </a:lnTo>
                        <a:lnTo>
                          <a:pt x="97409" y="266700"/>
                        </a:lnTo>
                        <a:lnTo>
                          <a:pt x="0" y="266700"/>
                        </a:lnTo>
                        <a:close/>
                      </a:path>
                    </a:pathLst>
                  </a:custGeom>
                  <a:solidFill>
                    <a:srgbClr val="7BAFDE"/>
                  </a:solidFill>
                  <a:ln w="13589" cap="flat">
                    <a:noFill/>
                    <a:prstDash val="solid"/>
                    <a:miter/>
                  </a:ln>
                </p:spPr>
                <p:txBody>
                  <a:bodyPr/>
                  <a:lstStyle/>
                  <a:p>
                    <a:pPr algn="ctr"/>
                    <a:endParaRPr lang="en-US" sz="1890"/>
                  </a:p>
                </p:txBody>
              </p:sp>
              <p:sp>
                <p:nvSpPr>
                  <p:cNvPr id="1146" name="Freeform 1145">
                    <a:extLst>
                      <a:ext uri="{FF2B5EF4-FFF2-40B4-BE49-F238E27FC236}">
                        <a16:creationId xmlns:a16="http://schemas.microsoft.com/office/drawing/2014/main" id="{74FEF381-A94B-F86B-070D-AAFF37D8FE96}"/>
                      </a:ext>
                    </a:extLst>
                  </p:cNvPr>
                  <p:cNvSpPr/>
                  <p:nvPr/>
                </p:nvSpPr>
                <p:spPr>
                  <a:xfrm>
                    <a:off x="5254988" y="4442828"/>
                    <a:ext cx="97409" cy="289306"/>
                  </a:xfrm>
                  <a:custGeom>
                    <a:avLst/>
                    <a:gdLst>
                      <a:gd name="csX0" fmla="*/ 0 w 97409"/>
                      <a:gd name="csY0" fmla="*/ 0 h 289306"/>
                      <a:gd name="csX1" fmla="*/ 97409 w 97409"/>
                      <a:gd name="csY1" fmla="*/ 0 h 289306"/>
                      <a:gd name="csX2" fmla="*/ 97409 w 97409"/>
                      <a:gd name="csY2" fmla="*/ 289306 h 289306"/>
                      <a:gd name="csX3" fmla="*/ 0 w 97409"/>
                      <a:gd name="csY3" fmla="*/ 289306 h 289306"/>
                    </a:gdLst>
                    <a:ahLst/>
                    <a:cxnLst>
                      <a:cxn ang="0">
                        <a:pos x="csX0" y="csY0"/>
                      </a:cxn>
                      <a:cxn ang="0">
                        <a:pos x="csX1" y="csY1"/>
                      </a:cxn>
                      <a:cxn ang="0">
                        <a:pos x="csX2" y="csY2"/>
                      </a:cxn>
                      <a:cxn ang="0">
                        <a:pos x="csX3" y="csY3"/>
                      </a:cxn>
                    </a:cxnLst>
                    <a:rect l="l" t="t" r="r" b="b"/>
                    <a:pathLst>
                      <a:path w="97409" h="289306">
                        <a:moveTo>
                          <a:pt x="0" y="0"/>
                        </a:moveTo>
                        <a:lnTo>
                          <a:pt x="97409" y="0"/>
                        </a:lnTo>
                        <a:lnTo>
                          <a:pt x="97409" y="289306"/>
                        </a:lnTo>
                        <a:lnTo>
                          <a:pt x="0" y="289306"/>
                        </a:lnTo>
                        <a:close/>
                      </a:path>
                    </a:pathLst>
                  </a:custGeom>
                  <a:solidFill>
                    <a:srgbClr val="DC050C"/>
                  </a:solidFill>
                  <a:ln w="13589" cap="flat">
                    <a:noFill/>
                    <a:prstDash val="solid"/>
                    <a:miter/>
                  </a:ln>
                </p:spPr>
                <p:txBody>
                  <a:bodyPr/>
                  <a:lstStyle/>
                  <a:p>
                    <a:pPr algn="ctr"/>
                    <a:endParaRPr lang="en-US" sz="1890"/>
                  </a:p>
                </p:txBody>
              </p:sp>
              <p:sp>
                <p:nvSpPr>
                  <p:cNvPr id="1147" name="Freeform 1146">
                    <a:extLst>
                      <a:ext uri="{FF2B5EF4-FFF2-40B4-BE49-F238E27FC236}">
                        <a16:creationId xmlns:a16="http://schemas.microsoft.com/office/drawing/2014/main" id="{D3B12DB8-EC0D-EACF-5701-4AADE99B0579}"/>
                      </a:ext>
                    </a:extLst>
                  </p:cNvPr>
                  <p:cNvSpPr/>
                  <p:nvPr/>
                </p:nvSpPr>
                <p:spPr>
                  <a:xfrm>
                    <a:off x="4622020" y="446721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148" name="Freeform 1147">
                    <a:extLst>
                      <a:ext uri="{FF2B5EF4-FFF2-40B4-BE49-F238E27FC236}">
                        <a16:creationId xmlns:a16="http://schemas.microsoft.com/office/drawing/2014/main" id="{3146B26C-D4B3-E53F-5862-DC5A3720C682}"/>
                      </a:ext>
                    </a:extLst>
                  </p:cNvPr>
                  <p:cNvSpPr/>
                  <p:nvPr/>
                </p:nvSpPr>
                <p:spPr>
                  <a:xfrm>
                    <a:off x="4654404" y="4467211"/>
                    <a:ext cx="12700" cy="64643"/>
                  </a:xfrm>
                  <a:custGeom>
                    <a:avLst/>
                    <a:gdLst>
                      <a:gd name="csX0" fmla="*/ 0 w 12700"/>
                      <a:gd name="csY0" fmla="*/ 0 h 64643"/>
                      <a:gd name="csX1" fmla="*/ 0 w 12700"/>
                      <a:gd name="csY1" fmla="*/ 64643 h 64643"/>
                    </a:gdLst>
                    <a:ahLst/>
                    <a:cxnLst>
                      <a:cxn ang="0">
                        <a:pos x="csX0" y="csY0"/>
                      </a:cxn>
                      <a:cxn ang="0">
                        <a:pos x="csX1" y="csY1"/>
                      </a:cxn>
                    </a:cxnLst>
                    <a:rect l="l" t="t" r="r" b="b"/>
                    <a:pathLst>
                      <a:path w="12700" h="64643">
                        <a:moveTo>
                          <a:pt x="0" y="0"/>
                        </a:moveTo>
                        <a:lnTo>
                          <a:pt x="0" y="64643"/>
                        </a:lnTo>
                      </a:path>
                    </a:pathLst>
                  </a:custGeom>
                  <a:noFill/>
                  <a:ln w="13589" cap="flat">
                    <a:solidFill>
                      <a:srgbClr val="000000"/>
                    </a:solidFill>
                    <a:prstDash val="solid"/>
                    <a:round/>
                  </a:ln>
                </p:spPr>
                <p:txBody>
                  <a:bodyPr/>
                  <a:lstStyle/>
                  <a:p>
                    <a:pPr algn="ctr"/>
                    <a:endParaRPr lang="en-US" sz="1890"/>
                  </a:p>
                </p:txBody>
              </p:sp>
              <p:sp>
                <p:nvSpPr>
                  <p:cNvPr id="1149" name="Freeform 1148">
                    <a:extLst>
                      <a:ext uri="{FF2B5EF4-FFF2-40B4-BE49-F238E27FC236}">
                        <a16:creationId xmlns:a16="http://schemas.microsoft.com/office/drawing/2014/main" id="{FE97753B-DEC4-30F5-C5A8-5B85FD43A1E1}"/>
                      </a:ext>
                    </a:extLst>
                  </p:cNvPr>
                  <p:cNvSpPr/>
                  <p:nvPr/>
                </p:nvSpPr>
                <p:spPr>
                  <a:xfrm>
                    <a:off x="4622020" y="453185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150" name="Freeform 1149">
                    <a:extLst>
                      <a:ext uri="{FF2B5EF4-FFF2-40B4-BE49-F238E27FC236}">
                        <a16:creationId xmlns:a16="http://schemas.microsoft.com/office/drawing/2014/main" id="{9BE2447C-72D4-013D-88A0-9F8E4F05E964}"/>
                      </a:ext>
                    </a:extLst>
                  </p:cNvPr>
                  <p:cNvSpPr/>
                  <p:nvPr/>
                </p:nvSpPr>
                <p:spPr>
                  <a:xfrm>
                    <a:off x="4784325" y="441361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151" name="Freeform 1150">
                    <a:extLst>
                      <a:ext uri="{FF2B5EF4-FFF2-40B4-BE49-F238E27FC236}">
                        <a16:creationId xmlns:a16="http://schemas.microsoft.com/office/drawing/2014/main" id="{76D5DAE0-501D-58F0-7299-50C019823AC9}"/>
                      </a:ext>
                    </a:extLst>
                  </p:cNvPr>
                  <p:cNvSpPr/>
                  <p:nvPr/>
                </p:nvSpPr>
                <p:spPr>
                  <a:xfrm>
                    <a:off x="4816710" y="4413617"/>
                    <a:ext cx="12700" cy="67818"/>
                  </a:xfrm>
                  <a:custGeom>
                    <a:avLst/>
                    <a:gdLst>
                      <a:gd name="csX0" fmla="*/ 0 w 12700"/>
                      <a:gd name="csY0" fmla="*/ 0 h 67818"/>
                      <a:gd name="csX1" fmla="*/ 0 w 12700"/>
                      <a:gd name="csY1" fmla="*/ 67818 h 67818"/>
                    </a:gdLst>
                    <a:ahLst/>
                    <a:cxnLst>
                      <a:cxn ang="0">
                        <a:pos x="csX0" y="csY0"/>
                      </a:cxn>
                      <a:cxn ang="0">
                        <a:pos x="csX1" y="csY1"/>
                      </a:cxn>
                    </a:cxnLst>
                    <a:rect l="l" t="t" r="r" b="b"/>
                    <a:pathLst>
                      <a:path w="12700" h="67818">
                        <a:moveTo>
                          <a:pt x="0" y="0"/>
                        </a:moveTo>
                        <a:lnTo>
                          <a:pt x="0" y="67818"/>
                        </a:lnTo>
                      </a:path>
                    </a:pathLst>
                  </a:custGeom>
                  <a:noFill/>
                  <a:ln w="13589" cap="flat">
                    <a:solidFill>
                      <a:srgbClr val="000000"/>
                    </a:solidFill>
                    <a:prstDash val="solid"/>
                    <a:round/>
                  </a:ln>
                </p:spPr>
                <p:txBody>
                  <a:bodyPr/>
                  <a:lstStyle/>
                  <a:p>
                    <a:pPr algn="ctr"/>
                    <a:endParaRPr lang="en-US" sz="1890"/>
                  </a:p>
                </p:txBody>
              </p:sp>
              <p:sp>
                <p:nvSpPr>
                  <p:cNvPr id="1152" name="Freeform 1151">
                    <a:extLst>
                      <a:ext uri="{FF2B5EF4-FFF2-40B4-BE49-F238E27FC236}">
                        <a16:creationId xmlns:a16="http://schemas.microsoft.com/office/drawing/2014/main" id="{59ECA6D7-58F1-E38B-014C-D656082584D9}"/>
                      </a:ext>
                    </a:extLst>
                  </p:cNvPr>
                  <p:cNvSpPr/>
                  <p:nvPr/>
                </p:nvSpPr>
                <p:spPr>
                  <a:xfrm>
                    <a:off x="4784325" y="448143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153" name="Freeform 1152">
                    <a:extLst>
                      <a:ext uri="{FF2B5EF4-FFF2-40B4-BE49-F238E27FC236}">
                        <a16:creationId xmlns:a16="http://schemas.microsoft.com/office/drawing/2014/main" id="{48D3893B-6CAF-5524-5539-290F08ED019F}"/>
                      </a:ext>
                    </a:extLst>
                  </p:cNvPr>
                  <p:cNvSpPr/>
                  <p:nvPr/>
                </p:nvSpPr>
                <p:spPr>
                  <a:xfrm>
                    <a:off x="4946631" y="438694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154" name="Freeform 1153">
                    <a:extLst>
                      <a:ext uri="{FF2B5EF4-FFF2-40B4-BE49-F238E27FC236}">
                        <a16:creationId xmlns:a16="http://schemas.microsoft.com/office/drawing/2014/main" id="{C054A41B-210D-A7CA-C46C-BE2834687941}"/>
                      </a:ext>
                    </a:extLst>
                  </p:cNvPr>
                  <p:cNvSpPr/>
                  <p:nvPr/>
                </p:nvSpPr>
                <p:spPr>
                  <a:xfrm>
                    <a:off x="4979017" y="4386947"/>
                    <a:ext cx="12700" cy="1016"/>
                  </a:xfrm>
                  <a:custGeom>
                    <a:avLst/>
                    <a:gdLst>
                      <a:gd name="csX0" fmla="*/ 0 w 12700"/>
                      <a:gd name="csY0" fmla="*/ 0 h 1016"/>
                      <a:gd name="csX1" fmla="*/ 0 w 12700"/>
                      <a:gd name="csY1" fmla="*/ 1016 h 1016"/>
                    </a:gdLst>
                    <a:ahLst/>
                    <a:cxnLst>
                      <a:cxn ang="0">
                        <a:pos x="csX0" y="csY0"/>
                      </a:cxn>
                      <a:cxn ang="0">
                        <a:pos x="csX1" y="csY1"/>
                      </a:cxn>
                    </a:cxnLst>
                    <a:rect l="l" t="t" r="r" b="b"/>
                    <a:pathLst>
                      <a:path w="12700" h="1016">
                        <a:moveTo>
                          <a:pt x="0" y="0"/>
                        </a:moveTo>
                        <a:lnTo>
                          <a:pt x="0" y="1016"/>
                        </a:lnTo>
                      </a:path>
                    </a:pathLst>
                  </a:custGeom>
                  <a:noFill/>
                  <a:ln w="13589" cap="flat">
                    <a:solidFill>
                      <a:srgbClr val="000000"/>
                    </a:solidFill>
                    <a:prstDash val="solid"/>
                    <a:round/>
                  </a:ln>
                </p:spPr>
                <p:txBody>
                  <a:bodyPr/>
                  <a:lstStyle/>
                  <a:p>
                    <a:pPr algn="ctr"/>
                    <a:endParaRPr lang="en-US" sz="1890"/>
                  </a:p>
                </p:txBody>
              </p:sp>
              <p:sp>
                <p:nvSpPr>
                  <p:cNvPr id="1155" name="Freeform 1154">
                    <a:extLst>
                      <a:ext uri="{FF2B5EF4-FFF2-40B4-BE49-F238E27FC236}">
                        <a16:creationId xmlns:a16="http://schemas.microsoft.com/office/drawing/2014/main" id="{E755838E-ABFB-969D-2E5E-8538BE7E95E3}"/>
                      </a:ext>
                    </a:extLst>
                  </p:cNvPr>
                  <p:cNvSpPr/>
                  <p:nvPr/>
                </p:nvSpPr>
                <p:spPr>
                  <a:xfrm>
                    <a:off x="4946631" y="438796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156" name="Freeform 1155">
                    <a:extLst>
                      <a:ext uri="{FF2B5EF4-FFF2-40B4-BE49-F238E27FC236}">
                        <a16:creationId xmlns:a16="http://schemas.microsoft.com/office/drawing/2014/main" id="{CE6D60D0-7E73-6866-AE90-1FD7914F9861}"/>
                      </a:ext>
                    </a:extLst>
                  </p:cNvPr>
                  <p:cNvSpPr/>
                  <p:nvPr/>
                </p:nvSpPr>
                <p:spPr>
                  <a:xfrm>
                    <a:off x="5271244" y="441412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157" name="Freeform 1156">
                    <a:extLst>
                      <a:ext uri="{FF2B5EF4-FFF2-40B4-BE49-F238E27FC236}">
                        <a16:creationId xmlns:a16="http://schemas.microsoft.com/office/drawing/2014/main" id="{00C2C553-FA2E-288D-AEB9-ECCFF258D698}"/>
                      </a:ext>
                    </a:extLst>
                  </p:cNvPr>
                  <p:cNvSpPr/>
                  <p:nvPr/>
                </p:nvSpPr>
                <p:spPr>
                  <a:xfrm>
                    <a:off x="5303628" y="4414125"/>
                    <a:ext cx="12700" cy="57404"/>
                  </a:xfrm>
                  <a:custGeom>
                    <a:avLst/>
                    <a:gdLst>
                      <a:gd name="csX0" fmla="*/ 0 w 12700"/>
                      <a:gd name="csY0" fmla="*/ 0 h 57404"/>
                      <a:gd name="csX1" fmla="*/ 0 w 12700"/>
                      <a:gd name="csY1" fmla="*/ 57404 h 57404"/>
                    </a:gdLst>
                    <a:ahLst/>
                    <a:cxnLst>
                      <a:cxn ang="0">
                        <a:pos x="csX0" y="csY0"/>
                      </a:cxn>
                      <a:cxn ang="0">
                        <a:pos x="csX1" y="csY1"/>
                      </a:cxn>
                    </a:cxnLst>
                    <a:rect l="l" t="t" r="r" b="b"/>
                    <a:pathLst>
                      <a:path w="12700" h="57404">
                        <a:moveTo>
                          <a:pt x="0" y="0"/>
                        </a:moveTo>
                        <a:lnTo>
                          <a:pt x="0" y="57404"/>
                        </a:lnTo>
                      </a:path>
                    </a:pathLst>
                  </a:custGeom>
                  <a:noFill/>
                  <a:ln w="13589" cap="flat">
                    <a:solidFill>
                      <a:srgbClr val="000000"/>
                    </a:solidFill>
                    <a:prstDash val="solid"/>
                    <a:round/>
                  </a:ln>
                </p:spPr>
                <p:txBody>
                  <a:bodyPr/>
                  <a:lstStyle/>
                  <a:p>
                    <a:pPr algn="ctr"/>
                    <a:endParaRPr lang="en-US" sz="1890"/>
                  </a:p>
                </p:txBody>
              </p:sp>
              <p:sp>
                <p:nvSpPr>
                  <p:cNvPr id="1158" name="Freeform 1157">
                    <a:extLst>
                      <a:ext uri="{FF2B5EF4-FFF2-40B4-BE49-F238E27FC236}">
                        <a16:creationId xmlns:a16="http://schemas.microsoft.com/office/drawing/2014/main" id="{225D2128-FEE7-E201-A33E-4EB9135FDED9}"/>
                      </a:ext>
                    </a:extLst>
                  </p:cNvPr>
                  <p:cNvSpPr/>
                  <p:nvPr/>
                </p:nvSpPr>
                <p:spPr>
                  <a:xfrm>
                    <a:off x="5271244" y="4471529"/>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159" name="Freeform 1158">
                    <a:extLst>
                      <a:ext uri="{FF2B5EF4-FFF2-40B4-BE49-F238E27FC236}">
                        <a16:creationId xmlns:a16="http://schemas.microsoft.com/office/drawing/2014/main" id="{DE02E4AC-1DE7-67D1-2276-686DE4FA30AF}"/>
                      </a:ext>
                    </a:extLst>
                  </p:cNvPr>
                  <p:cNvSpPr/>
                  <p:nvPr/>
                </p:nvSpPr>
                <p:spPr>
                  <a:xfrm>
                    <a:off x="4974445" y="43698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0" name="Freeform 1159">
                    <a:extLst>
                      <a:ext uri="{FF2B5EF4-FFF2-40B4-BE49-F238E27FC236}">
                        <a16:creationId xmlns:a16="http://schemas.microsoft.com/office/drawing/2014/main" id="{A50E64AF-DC1C-188D-B2F7-9452AF4F17BC}"/>
                      </a:ext>
                    </a:extLst>
                  </p:cNvPr>
                  <p:cNvSpPr/>
                  <p:nvPr/>
                </p:nvSpPr>
                <p:spPr>
                  <a:xfrm>
                    <a:off x="4812901" y="444270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1" name="Freeform 1160">
                    <a:extLst>
                      <a:ext uri="{FF2B5EF4-FFF2-40B4-BE49-F238E27FC236}">
                        <a16:creationId xmlns:a16="http://schemas.microsoft.com/office/drawing/2014/main" id="{3AADA2D3-6D76-5E46-9EFE-00DCF4CA8CA1}"/>
                      </a:ext>
                    </a:extLst>
                  </p:cNvPr>
                  <p:cNvSpPr/>
                  <p:nvPr/>
                </p:nvSpPr>
                <p:spPr>
                  <a:xfrm>
                    <a:off x="4791819" y="439660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2" name="Freeform 1161">
                    <a:extLst>
                      <a:ext uri="{FF2B5EF4-FFF2-40B4-BE49-F238E27FC236}">
                        <a16:creationId xmlns:a16="http://schemas.microsoft.com/office/drawing/2014/main" id="{F3D530AF-FCC5-CB91-0BD7-94C510D9DA5D}"/>
                      </a:ext>
                    </a:extLst>
                  </p:cNvPr>
                  <p:cNvSpPr/>
                  <p:nvPr/>
                </p:nvSpPr>
                <p:spPr>
                  <a:xfrm>
                    <a:off x="5296390" y="45117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3" name="Freeform 1162">
                    <a:extLst>
                      <a:ext uri="{FF2B5EF4-FFF2-40B4-BE49-F238E27FC236}">
                        <a16:creationId xmlns:a16="http://schemas.microsoft.com/office/drawing/2014/main" id="{CC052F7F-150F-B5AE-E3BC-743D2E5A3EA4}"/>
                      </a:ext>
                    </a:extLst>
                  </p:cNvPr>
                  <p:cNvSpPr/>
                  <p:nvPr/>
                </p:nvSpPr>
                <p:spPr>
                  <a:xfrm>
                    <a:off x="4640943" y="45973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4" name="Freeform 1163">
                    <a:extLst>
                      <a:ext uri="{FF2B5EF4-FFF2-40B4-BE49-F238E27FC236}">
                        <a16:creationId xmlns:a16="http://schemas.microsoft.com/office/drawing/2014/main" id="{AA9B0FFD-D608-AE99-23D9-A2FC5CC69893}"/>
                      </a:ext>
                    </a:extLst>
                  </p:cNvPr>
                  <p:cNvSpPr/>
                  <p:nvPr/>
                </p:nvSpPr>
                <p:spPr>
                  <a:xfrm>
                    <a:off x="5286230" y="43695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5" name="Freeform 1164">
                    <a:extLst>
                      <a:ext uri="{FF2B5EF4-FFF2-40B4-BE49-F238E27FC236}">
                        <a16:creationId xmlns:a16="http://schemas.microsoft.com/office/drawing/2014/main" id="{D1A4DA1E-65B9-EFDA-0073-6E7D2689124C}"/>
                      </a:ext>
                    </a:extLst>
                  </p:cNvPr>
                  <p:cNvSpPr/>
                  <p:nvPr/>
                </p:nvSpPr>
                <p:spPr>
                  <a:xfrm>
                    <a:off x="4644118" y="43506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6" name="Freeform 1165">
                    <a:extLst>
                      <a:ext uri="{FF2B5EF4-FFF2-40B4-BE49-F238E27FC236}">
                        <a16:creationId xmlns:a16="http://schemas.microsoft.com/office/drawing/2014/main" id="{FB3DE025-9463-93A8-846D-5A6F13F0D49B}"/>
                      </a:ext>
                    </a:extLst>
                  </p:cNvPr>
                  <p:cNvSpPr/>
                  <p:nvPr/>
                </p:nvSpPr>
                <p:spPr>
                  <a:xfrm>
                    <a:off x="5273784" y="43530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7" name="Freeform 1166">
                    <a:extLst>
                      <a:ext uri="{FF2B5EF4-FFF2-40B4-BE49-F238E27FC236}">
                        <a16:creationId xmlns:a16="http://schemas.microsoft.com/office/drawing/2014/main" id="{BEAB08AB-647F-181A-0121-267DA22D545B}"/>
                      </a:ext>
                    </a:extLst>
                  </p:cNvPr>
                  <p:cNvSpPr/>
                  <p:nvPr/>
                </p:nvSpPr>
                <p:spPr>
                  <a:xfrm>
                    <a:off x="4641451" y="449540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8" name="Freeform 1167">
                    <a:extLst>
                      <a:ext uri="{FF2B5EF4-FFF2-40B4-BE49-F238E27FC236}">
                        <a16:creationId xmlns:a16="http://schemas.microsoft.com/office/drawing/2014/main" id="{92F5C0B0-5C5B-CCE3-D398-AF95BF616D45}"/>
                      </a:ext>
                    </a:extLst>
                  </p:cNvPr>
                  <p:cNvSpPr/>
                  <p:nvPr/>
                </p:nvSpPr>
                <p:spPr>
                  <a:xfrm>
                    <a:off x="5292326" y="44395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69" name="Freeform 1168">
                    <a:extLst>
                      <a:ext uri="{FF2B5EF4-FFF2-40B4-BE49-F238E27FC236}">
                        <a16:creationId xmlns:a16="http://schemas.microsoft.com/office/drawing/2014/main" id="{9202EA3F-CA48-A403-3DAD-03B71405ADCF}"/>
                      </a:ext>
                    </a:extLst>
                  </p:cNvPr>
                  <p:cNvSpPr/>
                  <p:nvPr/>
                </p:nvSpPr>
                <p:spPr>
                  <a:xfrm>
                    <a:off x="4634974" y="448207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0" name="Freeform 1169">
                    <a:extLst>
                      <a:ext uri="{FF2B5EF4-FFF2-40B4-BE49-F238E27FC236}">
                        <a16:creationId xmlns:a16="http://schemas.microsoft.com/office/drawing/2014/main" id="{A9B9F127-3FCA-A674-D40C-43DA62C93FC6}"/>
                      </a:ext>
                    </a:extLst>
                  </p:cNvPr>
                  <p:cNvSpPr/>
                  <p:nvPr/>
                </p:nvSpPr>
                <p:spPr>
                  <a:xfrm>
                    <a:off x="5292707" y="450239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1" name="Freeform 1170">
                    <a:extLst>
                      <a:ext uri="{FF2B5EF4-FFF2-40B4-BE49-F238E27FC236}">
                        <a16:creationId xmlns:a16="http://schemas.microsoft.com/office/drawing/2014/main" id="{46AD377D-EF41-EB4B-CE09-6FD990B26C9A}"/>
                      </a:ext>
                    </a:extLst>
                  </p:cNvPr>
                  <p:cNvSpPr/>
                  <p:nvPr/>
                </p:nvSpPr>
                <p:spPr>
                  <a:xfrm>
                    <a:off x="4650468" y="44656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2" name="Freeform 1171">
                    <a:extLst>
                      <a:ext uri="{FF2B5EF4-FFF2-40B4-BE49-F238E27FC236}">
                        <a16:creationId xmlns:a16="http://schemas.microsoft.com/office/drawing/2014/main" id="{FBCB5B20-D0ED-2CE2-9D22-2AB99F85EF46}"/>
                      </a:ext>
                    </a:extLst>
                  </p:cNvPr>
                  <p:cNvSpPr/>
                  <p:nvPr/>
                </p:nvSpPr>
                <p:spPr>
                  <a:xfrm>
                    <a:off x="4790803" y="43973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3" name="Freeform 1172">
                    <a:extLst>
                      <a:ext uri="{FF2B5EF4-FFF2-40B4-BE49-F238E27FC236}">
                        <a16:creationId xmlns:a16="http://schemas.microsoft.com/office/drawing/2014/main" id="{FC1E26F1-C9B9-5054-B427-11FEDFE4452F}"/>
                      </a:ext>
                    </a:extLst>
                  </p:cNvPr>
                  <p:cNvSpPr/>
                  <p:nvPr/>
                </p:nvSpPr>
                <p:spPr>
                  <a:xfrm>
                    <a:off x="5284452" y="437247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4" name="Freeform 1173">
                    <a:extLst>
                      <a:ext uri="{FF2B5EF4-FFF2-40B4-BE49-F238E27FC236}">
                        <a16:creationId xmlns:a16="http://schemas.microsoft.com/office/drawing/2014/main" id="{D095E7B3-C315-B104-A0BB-27608AE93B2B}"/>
                      </a:ext>
                    </a:extLst>
                  </p:cNvPr>
                  <p:cNvSpPr/>
                  <p:nvPr/>
                </p:nvSpPr>
                <p:spPr>
                  <a:xfrm>
                    <a:off x="4650722" y="44980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5" name="Freeform 1174">
                    <a:extLst>
                      <a:ext uri="{FF2B5EF4-FFF2-40B4-BE49-F238E27FC236}">
                        <a16:creationId xmlns:a16="http://schemas.microsoft.com/office/drawing/2014/main" id="{5A26A5F8-16CB-2623-07AD-0FB8C7DD0074}"/>
                      </a:ext>
                    </a:extLst>
                  </p:cNvPr>
                  <p:cNvSpPr/>
                  <p:nvPr/>
                </p:nvSpPr>
                <p:spPr>
                  <a:xfrm>
                    <a:off x="4976477" y="436891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6" name="Freeform 1175">
                    <a:extLst>
                      <a:ext uri="{FF2B5EF4-FFF2-40B4-BE49-F238E27FC236}">
                        <a16:creationId xmlns:a16="http://schemas.microsoft.com/office/drawing/2014/main" id="{7FA4B0CB-DF63-7003-1A7A-CFA0A72E9606}"/>
                      </a:ext>
                    </a:extLst>
                  </p:cNvPr>
                  <p:cNvSpPr/>
                  <p:nvPr/>
                </p:nvSpPr>
                <p:spPr>
                  <a:xfrm>
                    <a:off x="4786231" y="450658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7" name="Freeform 1176">
                    <a:extLst>
                      <a:ext uri="{FF2B5EF4-FFF2-40B4-BE49-F238E27FC236}">
                        <a16:creationId xmlns:a16="http://schemas.microsoft.com/office/drawing/2014/main" id="{8C5EA2CF-F47C-69E3-3496-802A79101837}"/>
                      </a:ext>
                    </a:extLst>
                  </p:cNvPr>
                  <p:cNvSpPr/>
                  <p:nvPr/>
                </p:nvSpPr>
                <p:spPr>
                  <a:xfrm>
                    <a:off x="4797915" y="42626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8" name="Freeform 1177">
                    <a:extLst>
                      <a:ext uri="{FF2B5EF4-FFF2-40B4-BE49-F238E27FC236}">
                        <a16:creationId xmlns:a16="http://schemas.microsoft.com/office/drawing/2014/main" id="{C4A10D57-414D-36FE-D4A6-A02FA7BF5DF2}"/>
                      </a:ext>
                    </a:extLst>
                  </p:cNvPr>
                  <p:cNvSpPr/>
                  <p:nvPr/>
                </p:nvSpPr>
                <p:spPr>
                  <a:xfrm>
                    <a:off x="5125321" y="444752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79" name="Freeform 1178">
                    <a:extLst>
                      <a:ext uri="{FF2B5EF4-FFF2-40B4-BE49-F238E27FC236}">
                        <a16:creationId xmlns:a16="http://schemas.microsoft.com/office/drawing/2014/main" id="{B5E3B5C6-19CA-6941-703A-510D6CF12D25}"/>
                      </a:ext>
                    </a:extLst>
                  </p:cNvPr>
                  <p:cNvSpPr/>
                  <p:nvPr/>
                </p:nvSpPr>
                <p:spPr>
                  <a:xfrm>
                    <a:off x="4811885" y="44673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80" name="Freeform 1179">
                    <a:extLst>
                      <a:ext uri="{FF2B5EF4-FFF2-40B4-BE49-F238E27FC236}">
                        <a16:creationId xmlns:a16="http://schemas.microsoft.com/office/drawing/2014/main" id="{849E6DF5-65A2-94DC-9C1A-CB2F5F3E9402}"/>
                      </a:ext>
                    </a:extLst>
                  </p:cNvPr>
                  <p:cNvSpPr/>
                  <p:nvPr/>
                </p:nvSpPr>
                <p:spPr>
                  <a:xfrm>
                    <a:off x="4786993" y="453287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181" name="TextBox 1180">
                    <a:extLst>
                      <a:ext uri="{FF2B5EF4-FFF2-40B4-BE49-F238E27FC236}">
                        <a16:creationId xmlns:a16="http://schemas.microsoft.com/office/drawing/2014/main" id="{FFE9DB0D-C736-0D10-F948-93C46C0A1B16}"/>
                      </a:ext>
                    </a:extLst>
                  </p:cNvPr>
                  <p:cNvSpPr txBox="1"/>
                  <p:nvPr/>
                </p:nvSpPr>
                <p:spPr>
                  <a:xfrm>
                    <a:off x="4589847" y="4062678"/>
                    <a:ext cx="275168"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182" name="Freeform 1181">
                    <a:extLst>
                      <a:ext uri="{FF2B5EF4-FFF2-40B4-BE49-F238E27FC236}">
                        <a16:creationId xmlns:a16="http://schemas.microsoft.com/office/drawing/2014/main" id="{6A8A04B4-D056-F9BF-F6E0-81BFA2ADF2F2}"/>
                      </a:ext>
                    </a:extLst>
                  </p:cNvPr>
                  <p:cNvSpPr/>
                  <p:nvPr/>
                </p:nvSpPr>
                <p:spPr>
                  <a:xfrm>
                    <a:off x="4654405" y="4235564"/>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183" name="TextBox 1182">
                    <a:extLst>
                      <a:ext uri="{FF2B5EF4-FFF2-40B4-BE49-F238E27FC236}">
                        <a16:creationId xmlns:a16="http://schemas.microsoft.com/office/drawing/2014/main" id="{FDE81913-CB97-6A99-71D5-DD4E58B80009}"/>
                      </a:ext>
                    </a:extLst>
                  </p:cNvPr>
                  <p:cNvSpPr txBox="1"/>
                  <p:nvPr/>
                </p:nvSpPr>
                <p:spPr>
                  <a:xfrm>
                    <a:off x="4837409" y="4107488"/>
                    <a:ext cx="461778"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0.347</a:t>
                    </a:r>
                  </a:p>
                </p:txBody>
              </p:sp>
              <p:sp>
                <p:nvSpPr>
                  <p:cNvPr id="1184" name="Freeform 1183">
                    <a:extLst>
                      <a:ext uri="{FF2B5EF4-FFF2-40B4-BE49-F238E27FC236}">
                        <a16:creationId xmlns:a16="http://schemas.microsoft.com/office/drawing/2014/main" id="{A24E1D89-12D6-F33A-735B-7A9606E41C9F}"/>
                      </a:ext>
                    </a:extLst>
                  </p:cNvPr>
                  <p:cNvSpPr/>
                  <p:nvPr/>
                </p:nvSpPr>
                <p:spPr>
                  <a:xfrm>
                    <a:off x="4832967" y="4235564"/>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185" name="TextBox 1184">
                    <a:extLst>
                      <a:ext uri="{FF2B5EF4-FFF2-40B4-BE49-F238E27FC236}">
                        <a16:creationId xmlns:a16="http://schemas.microsoft.com/office/drawing/2014/main" id="{26BF934A-FB5E-2949-F655-14E91BF28478}"/>
                      </a:ext>
                    </a:extLst>
                  </p:cNvPr>
                  <p:cNvSpPr txBox="1"/>
                  <p:nvPr/>
                </p:nvSpPr>
                <p:spPr>
                  <a:xfrm>
                    <a:off x="4801566" y="3949775"/>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186" name="Freeform 1185">
                    <a:extLst>
                      <a:ext uri="{FF2B5EF4-FFF2-40B4-BE49-F238E27FC236}">
                        <a16:creationId xmlns:a16="http://schemas.microsoft.com/office/drawing/2014/main" id="{F672EE80-359F-7518-8DA8-FEBC5E586AB9}"/>
                      </a:ext>
                    </a:extLst>
                  </p:cNvPr>
                  <p:cNvSpPr/>
                  <p:nvPr/>
                </p:nvSpPr>
                <p:spPr>
                  <a:xfrm>
                    <a:off x="4654405" y="4122661"/>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187" name="Graphic 599">
                  <a:extLst>
                    <a:ext uri="{FF2B5EF4-FFF2-40B4-BE49-F238E27FC236}">
                      <a16:creationId xmlns:a16="http://schemas.microsoft.com/office/drawing/2014/main" id="{6D279563-D842-1832-456E-3880E78E2F2F}"/>
                    </a:ext>
                  </a:extLst>
                </p:cNvPr>
                <p:cNvGrpSpPr/>
                <p:nvPr/>
              </p:nvGrpSpPr>
              <p:grpSpPr>
                <a:xfrm>
                  <a:off x="4241260" y="3752714"/>
                  <a:ext cx="1191469" cy="1196086"/>
                  <a:chOff x="4241260" y="3752714"/>
                  <a:chExt cx="1191469" cy="1196086"/>
                </a:xfrm>
              </p:grpSpPr>
              <p:sp>
                <p:nvSpPr>
                  <p:cNvPr id="1188" name="Freeform 1187">
                    <a:extLst>
                      <a:ext uri="{FF2B5EF4-FFF2-40B4-BE49-F238E27FC236}">
                        <a16:creationId xmlns:a16="http://schemas.microsoft.com/office/drawing/2014/main" id="{42ED44B5-18AC-F2B2-4655-624733A11E26}"/>
                      </a:ext>
                    </a:extLst>
                  </p:cNvPr>
                  <p:cNvSpPr/>
                  <p:nvPr/>
                </p:nvSpPr>
                <p:spPr>
                  <a:xfrm>
                    <a:off x="4556996" y="4054970"/>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189" name="TextBox 1188">
                    <a:extLst>
                      <a:ext uri="{FF2B5EF4-FFF2-40B4-BE49-F238E27FC236}">
                        <a16:creationId xmlns:a16="http://schemas.microsoft.com/office/drawing/2014/main" id="{2733E08D-9F62-BF79-E699-0465F0818E06}"/>
                      </a:ext>
                    </a:extLst>
                  </p:cNvPr>
                  <p:cNvSpPr txBox="1"/>
                  <p:nvPr/>
                </p:nvSpPr>
                <p:spPr>
                  <a:xfrm>
                    <a:off x="4241260" y="462524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190" name="TextBox 1189">
                    <a:extLst>
                      <a:ext uri="{FF2B5EF4-FFF2-40B4-BE49-F238E27FC236}">
                        <a16:creationId xmlns:a16="http://schemas.microsoft.com/office/drawing/2014/main" id="{7D25AE17-FADD-748D-FDF6-63037F37A27E}"/>
                      </a:ext>
                    </a:extLst>
                  </p:cNvPr>
                  <p:cNvSpPr txBox="1"/>
                  <p:nvPr/>
                </p:nvSpPr>
                <p:spPr>
                  <a:xfrm>
                    <a:off x="4241260" y="4453287"/>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1191" name="TextBox 1190">
                    <a:extLst>
                      <a:ext uri="{FF2B5EF4-FFF2-40B4-BE49-F238E27FC236}">
                        <a16:creationId xmlns:a16="http://schemas.microsoft.com/office/drawing/2014/main" id="{6E6ABED4-87D5-8083-06B7-E9BB3E1D604C}"/>
                      </a:ext>
                    </a:extLst>
                  </p:cNvPr>
                  <p:cNvSpPr txBox="1"/>
                  <p:nvPr/>
                </p:nvSpPr>
                <p:spPr>
                  <a:xfrm>
                    <a:off x="4241260" y="4281329"/>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4%</a:t>
                    </a:r>
                  </a:p>
                </p:txBody>
              </p:sp>
              <p:sp>
                <p:nvSpPr>
                  <p:cNvPr id="1192" name="TextBox 1191">
                    <a:extLst>
                      <a:ext uri="{FF2B5EF4-FFF2-40B4-BE49-F238E27FC236}">
                        <a16:creationId xmlns:a16="http://schemas.microsoft.com/office/drawing/2014/main" id="{EAB37163-7E95-D10B-5CAC-18943BF7CF79}"/>
                      </a:ext>
                    </a:extLst>
                  </p:cNvPr>
                  <p:cNvSpPr txBox="1"/>
                  <p:nvPr/>
                </p:nvSpPr>
                <p:spPr>
                  <a:xfrm>
                    <a:off x="4241260" y="4109371"/>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6%</a:t>
                    </a:r>
                  </a:p>
                </p:txBody>
              </p:sp>
              <p:sp>
                <p:nvSpPr>
                  <p:cNvPr id="1193" name="Freeform 1192">
                    <a:extLst>
                      <a:ext uri="{FF2B5EF4-FFF2-40B4-BE49-F238E27FC236}">
                        <a16:creationId xmlns:a16="http://schemas.microsoft.com/office/drawing/2014/main" id="{7CE8D16D-7B24-8A77-A267-850CF3645385}"/>
                      </a:ext>
                    </a:extLst>
                  </p:cNvPr>
                  <p:cNvSpPr/>
                  <p:nvPr/>
                </p:nvSpPr>
                <p:spPr>
                  <a:xfrm>
                    <a:off x="4522197" y="473213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94" name="Freeform 1193">
                    <a:extLst>
                      <a:ext uri="{FF2B5EF4-FFF2-40B4-BE49-F238E27FC236}">
                        <a16:creationId xmlns:a16="http://schemas.microsoft.com/office/drawing/2014/main" id="{11E1C4C4-3D3C-E98F-10CC-5930F031ED49}"/>
                      </a:ext>
                    </a:extLst>
                  </p:cNvPr>
                  <p:cNvSpPr/>
                  <p:nvPr/>
                </p:nvSpPr>
                <p:spPr>
                  <a:xfrm>
                    <a:off x="4522197" y="456017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95" name="Freeform 1194">
                    <a:extLst>
                      <a:ext uri="{FF2B5EF4-FFF2-40B4-BE49-F238E27FC236}">
                        <a16:creationId xmlns:a16="http://schemas.microsoft.com/office/drawing/2014/main" id="{C230B27A-9A1A-7A2D-77E8-0003057D61C8}"/>
                      </a:ext>
                    </a:extLst>
                  </p:cNvPr>
                  <p:cNvSpPr/>
                  <p:nvPr/>
                </p:nvSpPr>
                <p:spPr>
                  <a:xfrm>
                    <a:off x="4522197" y="438821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96" name="Freeform 1195">
                    <a:extLst>
                      <a:ext uri="{FF2B5EF4-FFF2-40B4-BE49-F238E27FC236}">
                        <a16:creationId xmlns:a16="http://schemas.microsoft.com/office/drawing/2014/main" id="{6F2C1728-A4BC-3082-3D53-47F9C939F0EE}"/>
                      </a:ext>
                    </a:extLst>
                  </p:cNvPr>
                  <p:cNvSpPr/>
                  <p:nvPr/>
                </p:nvSpPr>
                <p:spPr>
                  <a:xfrm>
                    <a:off x="4522197" y="421626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197" name="Freeform 1196">
                    <a:extLst>
                      <a:ext uri="{FF2B5EF4-FFF2-40B4-BE49-F238E27FC236}">
                        <a16:creationId xmlns:a16="http://schemas.microsoft.com/office/drawing/2014/main" id="{CE0C5B7D-4B14-60EA-3C5E-7BE9806B74D3}"/>
                      </a:ext>
                    </a:extLst>
                  </p:cNvPr>
                  <p:cNvSpPr/>
                  <p:nvPr/>
                </p:nvSpPr>
                <p:spPr>
                  <a:xfrm>
                    <a:off x="4556996" y="4732134"/>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198" name="Freeform 1197">
                    <a:extLst>
                      <a:ext uri="{FF2B5EF4-FFF2-40B4-BE49-F238E27FC236}">
                        <a16:creationId xmlns:a16="http://schemas.microsoft.com/office/drawing/2014/main" id="{295AA61C-9660-1D6C-AEC9-E61346C5A043}"/>
                      </a:ext>
                    </a:extLst>
                  </p:cNvPr>
                  <p:cNvSpPr/>
                  <p:nvPr/>
                </p:nvSpPr>
                <p:spPr>
                  <a:xfrm>
                    <a:off x="4654404"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199" name="Freeform 1198">
                    <a:extLst>
                      <a:ext uri="{FF2B5EF4-FFF2-40B4-BE49-F238E27FC236}">
                        <a16:creationId xmlns:a16="http://schemas.microsoft.com/office/drawing/2014/main" id="{C6B8A33E-CFE7-0D71-D71A-0287567A8966}"/>
                      </a:ext>
                    </a:extLst>
                  </p:cNvPr>
                  <p:cNvSpPr/>
                  <p:nvPr/>
                </p:nvSpPr>
                <p:spPr>
                  <a:xfrm>
                    <a:off x="4816710"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00" name="Freeform 1199">
                    <a:extLst>
                      <a:ext uri="{FF2B5EF4-FFF2-40B4-BE49-F238E27FC236}">
                        <a16:creationId xmlns:a16="http://schemas.microsoft.com/office/drawing/2014/main" id="{9C8691BD-CFAF-8687-C011-8A5BFA0994A9}"/>
                      </a:ext>
                    </a:extLst>
                  </p:cNvPr>
                  <p:cNvSpPr/>
                  <p:nvPr/>
                </p:nvSpPr>
                <p:spPr>
                  <a:xfrm>
                    <a:off x="4979017"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01" name="Freeform 1200">
                    <a:extLst>
                      <a:ext uri="{FF2B5EF4-FFF2-40B4-BE49-F238E27FC236}">
                        <a16:creationId xmlns:a16="http://schemas.microsoft.com/office/drawing/2014/main" id="{E876E40C-C15B-DC4E-B93E-B2D9D4BC517F}"/>
                      </a:ext>
                    </a:extLst>
                  </p:cNvPr>
                  <p:cNvSpPr/>
                  <p:nvPr/>
                </p:nvSpPr>
                <p:spPr>
                  <a:xfrm>
                    <a:off x="5141322"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02" name="Freeform 1201">
                    <a:extLst>
                      <a:ext uri="{FF2B5EF4-FFF2-40B4-BE49-F238E27FC236}">
                        <a16:creationId xmlns:a16="http://schemas.microsoft.com/office/drawing/2014/main" id="{CF7CC89C-2DB9-8A50-D54B-6D8D2431DBC3}"/>
                      </a:ext>
                    </a:extLst>
                  </p:cNvPr>
                  <p:cNvSpPr/>
                  <p:nvPr/>
                </p:nvSpPr>
                <p:spPr>
                  <a:xfrm>
                    <a:off x="5303628" y="473213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03" name="TextBox 1202">
                    <a:extLst>
                      <a:ext uri="{FF2B5EF4-FFF2-40B4-BE49-F238E27FC236}">
                        <a16:creationId xmlns:a16="http://schemas.microsoft.com/office/drawing/2014/main" id="{7112CAFE-3D7B-5092-3A37-5C1307D20BFD}"/>
                      </a:ext>
                    </a:extLst>
                  </p:cNvPr>
                  <p:cNvSpPr txBox="1"/>
                  <p:nvPr/>
                </p:nvSpPr>
                <p:spPr>
                  <a:xfrm>
                    <a:off x="4514276" y="4727988"/>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204" name="TextBox 1203">
                    <a:extLst>
                      <a:ext uri="{FF2B5EF4-FFF2-40B4-BE49-F238E27FC236}">
                        <a16:creationId xmlns:a16="http://schemas.microsoft.com/office/drawing/2014/main" id="{206C60EB-D87D-63C9-7928-9E2D15E021D3}"/>
                      </a:ext>
                    </a:extLst>
                  </p:cNvPr>
                  <p:cNvSpPr txBox="1"/>
                  <p:nvPr/>
                </p:nvSpPr>
                <p:spPr>
                  <a:xfrm>
                    <a:off x="4704573" y="4727988"/>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205" name="TextBox 1204">
                    <a:extLst>
                      <a:ext uri="{FF2B5EF4-FFF2-40B4-BE49-F238E27FC236}">
                        <a16:creationId xmlns:a16="http://schemas.microsoft.com/office/drawing/2014/main" id="{0837BD44-FB26-726C-3120-8F455383F89D}"/>
                      </a:ext>
                    </a:extLst>
                  </p:cNvPr>
                  <p:cNvSpPr txBox="1"/>
                  <p:nvPr/>
                </p:nvSpPr>
                <p:spPr>
                  <a:xfrm>
                    <a:off x="4838039" y="4727988"/>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206" name="TextBox 1205">
                    <a:extLst>
                      <a:ext uri="{FF2B5EF4-FFF2-40B4-BE49-F238E27FC236}">
                        <a16:creationId xmlns:a16="http://schemas.microsoft.com/office/drawing/2014/main" id="{6F5D76EA-BDE5-177C-1EEC-E6E6BFF21760}"/>
                      </a:ext>
                    </a:extLst>
                  </p:cNvPr>
                  <p:cNvSpPr txBox="1"/>
                  <p:nvPr/>
                </p:nvSpPr>
                <p:spPr>
                  <a:xfrm>
                    <a:off x="4974898" y="4727988"/>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207" name="TextBox 1206">
                    <a:extLst>
                      <a:ext uri="{FF2B5EF4-FFF2-40B4-BE49-F238E27FC236}">
                        <a16:creationId xmlns:a16="http://schemas.microsoft.com/office/drawing/2014/main" id="{9EB5712B-84B7-EA06-63F6-C28292A46976}"/>
                      </a:ext>
                    </a:extLst>
                  </p:cNvPr>
                  <p:cNvSpPr txBox="1"/>
                  <p:nvPr/>
                </p:nvSpPr>
                <p:spPr>
                  <a:xfrm>
                    <a:off x="5174526" y="4727988"/>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210" name="TextBox 1209">
                    <a:extLst>
                      <a:ext uri="{FF2B5EF4-FFF2-40B4-BE49-F238E27FC236}">
                        <a16:creationId xmlns:a16="http://schemas.microsoft.com/office/drawing/2014/main" id="{8F33FB45-85D1-BC30-48A4-D60CF019CE5F}"/>
                      </a:ext>
                    </a:extLst>
                  </p:cNvPr>
                  <p:cNvSpPr txBox="1"/>
                  <p:nvPr/>
                </p:nvSpPr>
                <p:spPr>
                  <a:xfrm>
                    <a:off x="4624718" y="3752714"/>
                    <a:ext cx="61615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11_MG</a:t>
                    </a:r>
                  </a:p>
                </p:txBody>
              </p:sp>
            </p:grpSp>
          </p:grpSp>
          <p:grpSp>
            <p:nvGrpSpPr>
              <p:cNvPr id="1211" name="Graphic 601">
                <a:extLst>
                  <a:ext uri="{FF2B5EF4-FFF2-40B4-BE49-F238E27FC236}">
                    <a16:creationId xmlns:a16="http://schemas.microsoft.com/office/drawing/2014/main" id="{DC3FAEC9-3BD4-D92A-E289-F01F5B97D981}"/>
                  </a:ext>
                </a:extLst>
              </p:cNvPr>
              <p:cNvGrpSpPr/>
              <p:nvPr/>
            </p:nvGrpSpPr>
            <p:grpSpPr>
              <a:xfrm>
                <a:off x="2280891" y="3143882"/>
                <a:ext cx="1191469" cy="1196086"/>
                <a:chOff x="355061" y="5232907"/>
                <a:chExt cx="1191469" cy="1196086"/>
              </a:xfrm>
            </p:grpSpPr>
            <p:grpSp>
              <p:nvGrpSpPr>
                <p:cNvPr id="1214" name="Graphic 601">
                  <a:extLst>
                    <a:ext uri="{FF2B5EF4-FFF2-40B4-BE49-F238E27FC236}">
                      <a16:creationId xmlns:a16="http://schemas.microsoft.com/office/drawing/2014/main" id="{DCF85190-CD1D-2068-DC42-6BE83C591A77}"/>
                    </a:ext>
                  </a:extLst>
                </p:cNvPr>
                <p:cNvGrpSpPr/>
                <p:nvPr/>
              </p:nvGrpSpPr>
              <p:grpSpPr>
                <a:xfrm>
                  <a:off x="663779" y="5471545"/>
                  <a:ext cx="851059" cy="740908"/>
                  <a:chOff x="663779" y="5471545"/>
                  <a:chExt cx="851059" cy="740908"/>
                </a:xfrm>
              </p:grpSpPr>
              <p:sp>
                <p:nvSpPr>
                  <p:cNvPr id="1215" name="Freeform 1214">
                    <a:extLst>
                      <a:ext uri="{FF2B5EF4-FFF2-40B4-BE49-F238E27FC236}">
                        <a16:creationId xmlns:a16="http://schemas.microsoft.com/office/drawing/2014/main" id="{4CDD8EA0-607D-683C-884C-FA4B7C1F54BE}"/>
                      </a:ext>
                    </a:extLst>
                  </p:cNvPr>
                  <p:cNvSpPr/>
                  <p:nvPr/>
                </p:nvSpPr>
                <p:spPr>
                  <a:xfrm>
                    <a:off x="670797" y="5535163"/>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216" name="Freeform 1215">
                    <a:extLst>
                      <a:ext uri="{FF2B5EF4-FFF2-40B4-BE49-F238E27FC236}">
                        <a16:creationId xmlns:a16="http://schemas.microsoft.com/office/drawing/2014/main" id="{7D14B309-4D24-9A2A-6875-8BD514FF4641}"/>
                      </a:ext>
                    </a:extLst>
                  </p:cNvPr>
                  <p:cNvSpPr/>
                  <p:nvPr/>
                </p:nvSpPr>
                <p:spPr>
                  <a:xfrm>
                    <a:off x="719565" y="5883397"/>
                    <a:ext cx="97409" cy="328930"/>
                  </a:xfrm>
                  <a:custGeom>
                    <a:avLst/>
                    <a:gdLst>
                      <a:gd name="csX0" fmla="*/ 0 w 97409"/>
                      <a:gd name="csY0" fmla="*/ 0 h 328930"/>
                      <a:gd name="csX1" fmla="*/ 97409 w 97409"/>
                      <a:gd name="csY1" fmla="*/ 0 h 328930"/>
                      <a:gd name="csX2" fmla="*/ 97409 w 97409"/>
                      <a:gd name="csY2" fmla="*/ 328930 h 328930"/>
                      <a:gd name="csX3" fmla="*/ 0 w 97409"/>
                      <a:gd name="csY3" fmla="*/ 328930 h 328930"/>
                    </a:gdLst>
                    <a:ahLst/>
                    <a:cxnLst>
                      <a:cxn ang="0">
                        <a:pos x="csX0" y="csY0"/>
                      </a:cxn>
                      <a:cxn ang="0">
                        <a:pos x="csX1" y="csY1"/>
                      </a:cxn>
                      <a:cxn ang="0">
                        <a:pos x="csX2" y="csY2"/>
                      </a:cxn>
                      <a:cxn ang="0">
                        <a:pos x="csX3" y="csY3"/>
                      </a:cxn>
                    </a:cxnLst>
                    <a:rect l="l" t="t" r="r" b="b"/>
                    <a:pathLst>
                      <a:path w="97409" h="328930">
                        <a:moveTo>
                          <a:pt x="0" y="0"/>
                        </a:moveTo>
                        <a:lnTo>
                          <a:pt x="97409" y="0"/>
                        </a:lnTo>
                        <a:lnTo>
                          <a:pt x="97409" y="328930"/>
                        </a:lnTo>
                        <a:lnTo>
                          <a:pt x="0" y="328930"/>
                        </a:lnTo>
                        <a:close/>
                      </a:path>
                    </a:pathLst>
                  </a:custGeom>
                  <a:solidFill>
                    <a:srgbClr val="1965B0"/>
                  </a:solidFill>
                  <a:ln w="13589" cap="flat">
                    <a:noFill/>
                    <a:prstDash val="solid"/>
                    <a:miter/>
                  </a:ln>
                </p:spPr>
                <p:txBody>
                  <a:bodyPr/>
                  <a:lstStyle/>
                  <a:p>
                    <a:pPr algn="ctr"/>
                    <a:endParaRPr lang="en-US" sz="1890"/>
                  </a:p>
                </p:txBody>
              </p:sp>
              <p:sp>
                <p:nvSpPr>
                  <p:cNvPr id="1217" name="Freeform 1216">
                    <a:extLst>
                      <a:ext uri="{FF2B5EF4-FFF2-40B4-BE49-F238E27FC236}">
                        <a16:creationId xmlns:a16="http://schemas.microsoft.com/office/drawing/2014/main" id="{1470938E-E904-9597-F953-DB9986CB0F8A}"/>
                      </a:ext>
                    </a:extLst>
                  </p:cNvPr>
                  <p:cNvSpPr/>
                  <p:nvPr/>
                </p:nvSpPr>
                <p:spPr>
                  <a:xfrm>
                    <a:off x="881871" y="5943341"/>
                    <a:ext cx="97409" cy="268986"/>
                  </a:xfrm>
                  <a:custGeom>
                    <a:avLst/>
                    <a:gdLst>
                      <a:gd name="csX0" fmla="*/ 0 w 97409"/>
                      <a:gd name="csY0" fmla="*/ 0 h 268986"/>
                      <a:gd name="csX1" fmla="*/ 97409 w 97409"/>
                      <a:gd name="csY1" fmla="*/ 0 h 268986"/>
                      <a:gd name="csX2" fmla="*/ 97409 w 97409"/>
                      <a:gd name="csY2" fmla="*/ 268986 h 268986"/>
                      <a:gd name="csX3" fmla="*/ 0 w 97409"/>
                      <a:gd name="csY3" fmla="*/ 268986 h 268986"/>
                    </a:gdLst>
                    <a:ahLst/>
                    <a:cxnLst>
                      <a:cxn ang="0">
                        <a:pos x="csX0" y="csY0"/>
                      </a:cxn>
                      <a:cxn ang="0">
                        <a:pos x="csX1" y="csY1"/>
                      </a:cxn>
                      <a:cxn ang="0">
                        <a:pos x="csX2" y="csY2"/>
                      </a:cxn>
                      <a:cxn ang="0">
                        <a:pos x="csX3" y="csY3"/>
                      </a:cxn>
                    </a:cxnLst>
                    <a:rect l="l" t="t" r="r" b="b"/>
                    <a:pathLst>
                      <a:path w="97409" h="268986">
                        <a:moveTo>
                          <a:pt x="0" y="0"/>
                        </a:moveTo>
                        <a:lnTo>
                          <a:pt x="97409" y="0"/>
                        </a:lnTo>
                        <a:lnTo>
                          <a:pt x="97409" y="268986"/>
                        </a:lnTo>
                        <a:lnTo>
                          <a:pt x="0" y="268986"/>
                        </a:lnTo>
                        <a:close/>
                      </a:path>
                    </a:pathLst>
                  </a:custGeom>
                  <a:solidFill>
                    <a:srgbClr val="4EB265"/>
                  </a:solidFill>
                  <a:ln w="13589" cap="flat">
                    <a:noFill/>
                    <a:prstDash val="solid"/>
                    <a:miter/>
                  </a:ln>
                </p:spPr>
                <p:txBody>
                  <a:bodyPr/>
                  <a:lstStyle/>
                  <a:p>
                    <a:pPr algn="ctr"/>
                    <a:endParaRPr lang="en-US" sz="1890"/>
                  </a:p>
                </p:txBody>
              </p:sp>
              <p:sp>
                <p:nvSpPr>
                  <p:cNvPr id="1218" name="Freeform 1217">
                    <a:extLst>
                      <a:ext uri="{FF2B5EF4-FFF2-40B4-BE49-F238E27FC236}">
                        <a16:creationId xmlns:a16="http://schemas.microsoft.com/office/drawing/2014/main" id="{C48F15A5-E378-976B-A0D3-6A5C4940E3B6}"/>
                      </a:ext>
                    </a:extLst>
                  </p:cNvPr>
                  <p:cNvSpPr/>
                  <p:nvPr/>
                </p:nvSpPr>
                <p:spPr>
                  <a:xfrm>
                    <a:off x="1044176" y="5947151"/>
                    <a:ext cx="97409" cy="265176"/>
                  </a:xfrm>
                  <a:custGeom>
                    <a:avLst/>
                    <a:gdLst>
                      <a:gd name="csX0" fmla="*/ 0 w 97409"/>
                      <a:gd name="csY0" fmla="*/ 0 h 265176"/>
                      <a:gd name="csX1" fmla="*/ 97409 w 97409"/>
                      <a:gd name="csY1" fmla="*/ 0 h 265176"/>
                      <a:gd name="csX2" fmla="*/ 97409 w 97409"/>
                      <a:gd name="csY2" fmla="*/ 265176 h 265176"/>
                      <a:gd name="csX3" fmla="*/ 0 w 97409"/>
                      <a:gd name="csY3" fmla="*/ 265176 h 265176"/>
                    </a:gdLst>
                    <a:ahLst/>
                    <a:cxnLst>
                      <a:cxn ang="0">
                        <a:pos x="csX0" y="csY0"/>
                      </a:cxn>
                      <a:cxn ang="0">
                        <a:pos x="csX1" y="csY1"/>
                      </a:cxn>
                      <a:cxn ang="0">
                        <a:pos x="csX2" y="csY2"/>
                      </a:cxn>
                      <a:cxn ang="0">
                        <a:pos x="csX3" y="csY3"/>
                      </a:cxn>
                    </a:cxnLst>
                    <a:rect l="l" t="t" r="r" b="b"/>
                    <a:pathLst>
                      <a:path w="97409" h="265176">
                        <a:moveTo>
                          <a:pt x="0" y="0"/>
                        </a:moveTo>
                        <a:lnTo>
                          <a:pt x="97409" y="0"/>
                        </a:lnTo>
                        <a:lnTo>
                          <a:pt x="97409" y="265176"/>
                        </a:lnTo>
                        <a:lnTo>
                          <a:pt x="0" y="265176"/>
                        </a:lnTo>
                        <a:close/>
                      </a:path>
                    </a:pathLst>
                  </a:custGeom>
                  <a:solidFill>
                    <a:srgbClr val="F7F056"/>
                  </a:solidFill>
                  <a:ln w="13589" cap="flat">
                    <a:noFill/>
                    <a:prstDash val="solid"/>
                    <a:miter/>
                  </a:ln>
                </p:spPr>
                <p:txBody>
                  <a:bodyPr/>
                  <a:lstStyle/>
                  <a:p>
                    <a:pPr algn="ctr"/>
                    <a:endParaRPr lang="en-US" sz="1890"/>
                  </a:p>
                </p:txBody>
              </p:sp>
              <p:sp>
                <p:nvSpPr>
                  <p:cNvPr id="1219" name="Freeform 1218">
                    <a:extLst>
                      <a:ext uri="{FF2B5EF4-FFF2-40B4-BE49-F238E27FC236}">
                        <a16:creationId xmlns:a16="http://schemas.microsoft.com/office/drawing/2014/main" id="{F1658732-0392-D8E0-1C2C-DA5682545F9E}"/>
                      </a:ext>
                    </a:extLst>
                  </p:cNvPr>
                  <p:cNvSpPr/>
                  <p:nvPr/>
                </p:nvSpPr>
                <p:spPr>
                  <a:xfrm>
                    <a:off x="1206483" y="5935848"/>
                    <a:ext cx="97409" cy="276479"/>
                  </a:xfrm>
                  <a:custGeom>
                    <a:avLst/>
                    <a:gdLst>
                      <a:gd name="csX0" fmla="*/ 0 w 97409"/>
                      <a:gd name="csY0" fmla="*/ 0 h 276479"/>
                      <a:gd name="csX1" fmla="*/ 97409 w 97409"/>
                      <a:gd name="csY1" fmla="*/ 0 h 276479"/>
                      <a:gd name="csX2" fmla="*/ 97409 w 97409"/>
                      <a:gd name="csY2" fmla="*/ 276479 h 276479"/>
                      <a:gd name="csX3" fmla="*/ 0 w 97409"/>
                      <a:gd name="csY3" fmla="*/ 276479 h 276479"/>
                    </a:gdLst>
                    <a:ahLst/>
                    <a:cxnLst>
                      <a:cxn ang="0">
                        <a:pos x="csX0" y="csY0"/>
                      </a:cxn>
                      <a:cxn ang="0">
                        <a:pos x="csX1" y="csY1"/>
                      </a:cxn>
                      <a:cxn ang="0">
                        <a:pos x="csX2" y="csY2"/>
                      </a:cxn>
                      <a:cxn ang="0">
                        <a:pos x="csX3" y="csY3"/>
                      </a:cxn>
                    </a:cxnLst>
                    <a:rect l="l" t="t" r="r" b="b"/>
                    <a:pathLst>
                      <a:path w="97409" h="276479">
                        <a:moveTo>
                          <a:pt x="0" y="0"/>
                        </a:moveTo>
                        <a:lnTo>
                          <a:pt x="97409" y="0"/>
                        </a:lnTo>
                        <a:lnTo>
                          <a:pt x="97409" y="276479"/>
                        </a:lnTo>
                        <a:lnTo>
                          <a:pt x="0" y="276479"/>
                        </a:lnTo>
                        <a:close/>
                      </a:path>
                    </a:pathLst>
                  </a:custGeom>
                  <a:solidFill>
                    <a:srgbClr val="7BAFDE"/>
                  </a:solidFill>
                  <a:ln w="13589" cap="flat">
                    <a:noFill/>
                    <a:prstDash val="solid"/>
                    <a:miter/>
                  </a:ln>
                </p:spPr>
                <p:txBody>
                  <a:bodyPr/>
                  <a:lstStyle/>
                  <a:p>
                    <a:pPr algn="ctr"/>
                    <a:endParaRPr lang="en-US" sz="1890"/>
                  </a:p>
                </p:txBody>
              </p:sp>
              <p:sp>
                <p:nvSpPr>
                  <p:cNvPr id="1220" name="Freeform 1219">
                    <a:extLst>
                      <a:ext uri="{FF2B5EF4-FFF2-40B4-BE49-F238E27FC236}">
                        <a16:creationId xmlns:a16="http://schemas.microsoft.com/office/drawing/2014/main" id="{3EC86AB2-6BC3-6D59-250A-9998F031B04D}"/>
                      </a:ext>
                    </a:extLst>
                  </p:cNvPr>
                  <p:cNvSpPr/>
                  <p:nvPr/>
                </p:nvSpPr>
                <p:spPr>
                  <a:xfrm>
                    <a:off x="1368789" y="5894827"/>
                    <a:ext cx="97409" cy="317500"/>
                  </a:xfrm>
                  <a:custGeom>
                    <a:avLst/>
                    <a:gdLst>
                      <a:gd name="csX0" fmla="*/ 0 w 97409"/>
                      <a:gd name="csY0" fmla="*/ 0 h 317500"/>
                      <a:gd name="csX1" fmla="*/ 97409 w 97409"/>
                      <a:gd name="csY1" fmla="*/ 0 h 317500"/>
                      <a:gd name="csX2" fmla="*/ 97409 w 97409"/>
                      <a:gd name="csY2" fmla="*/ 317500 h 317500"/>
                      <a:gd name="csX3" fmla="*/ 0 w 97409"/>
                      <a:gd name="csY3" fmla="*/ 317500 h 317500"/>
                    </a:gdLst>
                    <a:ahLst/>
                    <a:cxnLst>
                      <a:cxn ang="0">
                        <a:pos x="csX0" y="csY0"/>
                      </a:cxn>
                      <a:cxn ang="0">
                        <a:pos x="csX1" y="csY1"/>
                      </a:cxn>
                      <a:cxn ang="0">
                        <a:pos x="csX2" y="csY2"/>
                      </a:cxn>
                      <a:cxn ang="0">
                        <a:pos x="csX3" y="csY3"/>
                      </a:cxn>
                    </a:cxnLst>
                    <a:rect l="l" t="t" r="r" b="b"/>
                    <a:pathLst>
                      <a:path w="97409" h="317500">
                        <a:moveTo>
                          <a:pt x="0" y="0"/>
                        </a:moveTo>
                        <a:lnTo>
                          <a:pt x="97409" y="0"/>
                        </a:lnTo>
                        <a:lnTo>
                          <a:pt x="97409" y="317500"/>
                        </a:lnTo>
                        <a:lnTo>
                          <a:pt x="0" y="317500"/>
                        </a:lnTo>
                        <a:close/>
                      </a:path>
                    </a:pathLst>
                  </a:custGeom>
                  <a:solidFill>
                    <a:srgbClr val="DC050C"/>
                  </a:solidFill>
                  <a:ln w="13589" cap="flat">
                    <a:noFill/>
                    <a:prstDash val="solid"/>
                    <a:miter/>
                  </a:ln>
                </p:spPr>
                <p:txBody>
                  <a:bodyPr/>
                  <a:lstStyle/>
                  <a:p>
                    <a:pPr algn="ctr"/>
                    <a:endParaRPr lang="en-US" sz="1890"/>
                  </a:p>
                </p:txBody>
              </p:sp>
              <p:sp>
                <p:nvSpPr>
                  <p:cNvPr id="1221" name="Freeform 1220">
                    <a:extLst>
                      <a:ext uri="{FF2B5EF4-FFF2-40B4-BE49-F238E27FC236}">
                        <a16:creationId xmlns:a16="http://schemas.microsoft.com/office/drawing/2014/main" id="{AFC45B0C-F047-69C4-BDFB-39558F29E91B}"/>
                      </a:ext>
                    </a:extLst>
                  </p:cNvPr>
                  <p:cNvSpPr/>
                  <p:nvPr/>
                </p:nvSpPr>
                <p:spPr>
                  <a:xfrm>
                    <a:off x="735821" y="5851393"/>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22" name="Freeform 1221">
                    <a:extLst>
                      <a:ext uri="{FF2B5EF4-FFF2-40B4-BE49-F238E27FC236}">
                        <a16:creationId xmlns:a16="http://schemas.microsoft.com/office/drawing/2014/main" id="{37EDC1BB-F35F-3534-454E-2C66573674E5}"/>
                      </a:ext>
                    </a:extLst>
                  </p:cNvPr>
                  <p:cNvSpPr/>
                  <p:nvPr/>
                </p:nvSpPr>
                <p:spPr>
                  <a:xfrm>
                    <a:off x="768205" y="5851393"/>
                    <a:ext cx="12700" cy="64007"/>
                  </a:xfrm>
                  <a:custGeom>
                    <a:avLst/>
                    <a:gdLst>
                      <a:gd name="csX0" fmla="*/ 0 w 12700"/>
                      <a:gd name="csY0" fmla="*/ 0 h 64007"/>
                      <a:gd name="csX1" fmla="*/ 0 w 12700"/>
                      <a:gd name="csY1" fmla="*/ 64008 h 64007"/>
                    </a:gdLst>
                    <a:ahLst/>
                    <a:cxnLst>
                      <a:cxn ang="0">
                        <a:pos x="csX0" y="csY0"/>
                      </a:cxn>
                      <a:cxn ang="0">
                        <a:pos x="csX1" y="csY1"/>
                      </a:cxn>
                    </a:cxnLst>
                    <a:rect l="l" t="t" r="r" b="b"/>
                    <a:pathLst>
                      <a:path w="12700" h="64007">
                        <a:moveTo>
                          <a:pt x="0" y="0"/>
                        </a:moveTo>
                        <a:lnTo>
                          <a:pt x="0" y="64008"/>
                        </a:lnTo>
                      </a:path>
                    </a:pathLst>
                  </a:custGeom>
                  <a:noFill/>
                  <a:ln w="13589" cap="flat">
                    <a:solidFill>
                      <a:srgbClr val="000000"/>
                    </a:solidFill>
                    <a:prstDash val="solid"/>
                    <a:round/>
                  </a:ln>
                </p:spPr>
                <p:txBody>
                  <a:bodyPr/>
                  <a:lstStyle/>
                  <a:p>
                    <a:pPr algn="ctr"/>
                    <a:endParaRPr lang="en-US" sz="1890"/>
                  </a:p>
                </p:txBody>
              </p:sp>
              <p:sp>
                <p:nvSpPr>
                  <p:cNvPr id="1223" name="Freeform 1222">
                    <a:extLst>
                      <a:ext uri="{FF2B5EF4-FFF2-40B4-BE49-F238E27FC236}">
                        <a16:creationId xmlns:a16="http://schemas.microsoft.com/office/drawing/2014/main" id="{AF5686E4-FB65-0810-FF01-C224F823D422}"/>
                      </a:ext>
                    </a:extLst>
                  </p:cNvPr>
                  <p:cNvSpPr/>
                  <p:nvPr/>
                </p:nvSpPr>
                <p:spPr>
                  <a:xfrm>
                    <a:off x="735821" y="591540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24" name="Freeform 1223">
                    <a:extLst>
                      <a:ext uri="{FF2B5EF4-FFF2-40B4-BE49-F238E27FC236}">
                        <a16:creationId xmlns:a16="http://schemas.microsoft.com/office/drawing/2014/main" id="{87C4FAE4-714D-4AD3-1C53-B5A692C500C2}"/>
                      </a:ext>
                    </a:extLst>
                  </p:cNvPr>
                  <p:cNvSpPr/>
                  <p:nvPr/>
                </p:nvSpPr>
                <p:spPr>
                  <a:xfrm>
                    <a:off x="898126" y="591717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25" name="Freeform 1224">
                    <a:extLst>
                      <a:ext uri="{FF2B5EF4-FFF2-40B4-BE49-F238E27FC236}">
                        <a16:creationId xmlns:a16="http://schemas.microsoft.com/office/drawing/2014/main" id="{673E1F44-0F13-A2F6-7F66-116A331D4D9D}"/>
                      </a:ext>
                    </a:extLst>
                  </p:cNvPr>
                  <p:cNvSpPr/>
                  <p:nvPr/>
                </p:nvSpPr>
                <p:spPr>
                  <a:xfrm>
                    <a:off x="930511" y="5917178"/>
                    <a:ext cx="12700" cy="52324"/>
                  </a:xfrm>
                  <a:custGeom>
                    <a:avLst/>
                    <a:gdLst>
                      <a:gd name="csX0" fmla="*/ 0 w 12700"/>
                      <a:gd name="csY0" fmla="*/ 0 h 52324"/>
                      <a:gd name="csX1" fmla="*/ 0 w 12700"/>
                      <a:gd name="csY1" fmla="*/ 52324 h 52324"/>
                    </a:gdLst>
                    <a:ahLst/>
                    <a:cxnLst>
                      <a:cxn ang="0">
                        <a:pos x="csX0" y="csY0"/>
                      </a:cxn>
                      <a:cxn ang="0">
                        <a:pos x="csX1" y="csY1"/>
                      </a:cxn>
                    </a:cxnLst>
                    <a:rect l="l" t="t" r="r" b="b"/>
                    <a:pathLst>
                      <a:path w="12700" h="52324">
                        <a:moveTo>
                          <a:pt x="0" y="0"/>
                        </a:moveTo>
                        <a:lnTo>
                          <a:pt x="0" y="52324"/>
                        </a:lnTo>
                      </a:path>
                    </a:pathLst>
                  </a:custGeom>
                  <a:noFill/>
                  <a:ln w="13589" cap="flat">
                    <a:solidFill>
                      <a:srgbClr val="000000"/>
                    </a:solidFill>
                    <a:prstDash val="solid"/>
                    <a:round/>
                  </a:ln>
                </p:spPr>
                <p:txBody>
                  <a:bodyPr/>
                  <a:lstStyle/>
                  <a:p>
                    <a:pPr algn="ctr"/>
                    <a:endParaRPr lang="en-US" sz="1890"/>
                  </a:p>
                </p:txBody>
              </p:sp>
              <p:sp>
                <p:nvSpPr>
                  <p:cNvPr id="1226" name="Freeform 1225">
                    <a:extLst>
                      <a:ext uri="{FF2B5EF4-FFF2-40B4-BE49-F238E27FC236}">
                        <a16:creationId xmlns:a16="http://schemas.microsoft.com/office/drawing/2014/main" id="{02CB852D-78A4-52BC-AC55-07FF064F47F7}"/>
                      </a:ext>
                    </a:extLst>
                  </p:cNvPr>
                  <p:cNvSpPr/>
                  <p:nvPr/>
                </p:nvSpPr>
                <p:spPr>
                  <a:xfrm>
                    <a:off x="898126" y="5969503"/>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27" name="Freeform 1226">
                    <a:extLst>
                      <a:ext uri="{FF2B5EF4-FFF2-40B4-BE49-F238E27FC236}">
                        <a16:creationId xmlns:a16="http://schemas.microsoft.com/office/drawing/2014/main" id="{EFD6067F-FB76-B9D3-EF07-61DCD7E571D1}"/>
                      </a:ext>
                    </a:extLst>
                  </p:cNvPr>
                  <p:cNvSpPr/>
                  <p:nvPr/>
                </p:nvSpPr>
                <p:spPr>
                  <a:xfrm>
                    <a:off x="1060432" y="590930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28" name="Freeform 1227">
                    <a:extLst>
                      <a:ext uri="{FF2B5EF4-FFF2-40B4-BE49-F238E27FC236}">
                        <a16:creationId xmlns:a16="http://schemas.microsoft.com/office/drawing/2014/main" id="{0F63644D-C548-D3EF-7E20-F7AFEC73CDB2}"/>
                      </a:ext>
                    </a:extLst>
                  </p:cNvPr>
                  <p:cNvSpPr/>
                  <p:nvPr/>
                </p:nvSpPr>
                <p:spPr>
                  <a:xfrm>
                    <a:off x="1092818" y="5909304"/>
                    <a:ext cx="12700" cy="75819"/>
                  </a:xfrm>
                  <a:custGeom>
                    <a:avLst/>
                    <a:gdLst>
                      <a:gd name="csX0" fmla="*/ 0 w 12700"/>
                      <a:gd name="csY0" fmla="*/ 0 h 75819"/>
                      <a:gd name="csX1" fmla="*/ 0 w 12700"/>
                      <a:gd name="csY1" fmla="*/ 75819 h 75819"/>
                    </a:gdLst>
                    <a:ahLst/>
                    <a:cxnLst>
                      <a:cxn ang="0">
                        <a:pos x="csX0" y="csY0"/>
                      </a:cxn>
                      <a:cxn ang="0">
                        <a:pos x="csX1" y="csY1"/>
                      </a:cxn>
                    </a:cxnLst>
                    <a:rect l="l" t="t" r="r" b="b"/>
                    <a:pathLst>
                      <a:path w="12700" h="75819">
                        <a:moveTo>
                          <a:pt x="0" y="0"/>
                        </a:moveTo>
                        <a:lnTo>
                          <a:pt x="0" y="75819"/>
                        </a:lnTo>
                      </a:path>
                    </a:pathLst>
                  </a:custGeom>
                  <a:noFill/>
                  <a:ln w="13589" cap="flat">
                    <a:solidFill>
                      <a:srgbClr val="000000"/>
                    </a:solidFill>
                    <a:prstDash val="solid"/>
                    <a:round/>
                  </a:ln>
                </p:spPr>
                <p:txBody>
                  <a:bodyPr/>
                  <a:lstStyle/>
                  <a:p>
                    <a:pPr algn="ctr"/>
                    <a:endParaRPr lang="en-US" sz="1890"/>
                  </a:p>
                </p:txBody>
              </p:sp>
              <p:sp>
                <p:nvSpPr>
                  <p:cNvPr id="1229" name="Freeform 1228">
                    <a:extLst>
                      <a:ext uri="{FF2B5EF4-FFF2-40B4-BE49-F238E27FC236}">
                        <a16:creationId xmlns:a16="http://schemas.microsoft.com/office/drawing/2014/main" id="{3FF7868E-D388-ED78-9B8B-27D48103907C}"/>
                      </a:ext>
                    </a:extLst>
                  </p:cNvPr>
                  <p:cNvSpPr/>
                  <p:nvPr/>
                </p:nvSpPr>
                <p:spPr>
                  <a:xfrm>
                    <a:off x="1060432" y="598512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30" name="Freeform 1229">
                    <a:extLst>
                      <a:ext uri="{FF2B5EF4-FFF2-40B4-BE49-F238E27FC236}">
                        <a16:creationId xmlns:a16="http://schemas.microsoft.com/office/drawing/2014/main" id="{19913F82-7C5C-90B8-136D-C60D9DAEA55B}"/>
                      </a:ext>
                    </a:extLst>
                  </p:cNvPr>
                  <p:cNvSpPr/>
                  <p:nvPr/>
                </p:nvSpPr>
                <p:spPr>
                  <a:xfrm>
                    <a:off x="1385045" y="585215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31" name="Freeform 1230">
                    <a:extLst>
                      <a:ext uri="{FF2B5EF4-FFF2-40B4-BE49-F238E27FC236}">
                        <a16:creationId xmlns:a16="http://schemas.microsoft.com/office/drawing/2014/main" id="{1787184B-FCBB-0BD4-D294-6CB0FE4EE191}"/>
                      </a:ext>
                    </a:extLst>
                  </p:cNvPr>
                  <p:cNvSpPr/>
                  <p:nvPr/>
                </p:nvSpPr>
                <p:spPr>
                  <a:xfrm>
                    <a:off x="1417429" y="5852154"/>
                    <a:ext cx="12700" cy="85344"/>
                  </a:xfrm>
                  <a:custGeom>
                    <a:avLst/>
                    <a:gdLst>
                      <a:gd name="csX0" fmla="*/ 0 w 12700"/>
                      <a:gd name="csY0" fmla="*/ 0 h 85344"/>
                      <a:gd name="csX1" fmla="*/ 0 w 12700"/>
                      <a:gd name="csY1" fmla="*/ 85344 h 85344"/>
                    </a:gdLst>
                    <a:ahLst/>
                    <a:cxnLst>
                      <a:cxn ang="0">
                        <a:pos x="csX0" y="csY0"/>
                      </a:cxn>
                      <a:cxn ang="0">
                        <a:pos x="csX1" y="csY1"/>
                      </a:cxn>
                    </a:cxnLst>
                    <a:rect l="l" t="t" r="r" b="b"/>
                    <a:pathLst>
                      <a:path w="12700" h="85344">
                        <a:moveTo>
                          <a:pt x="0" y="0"/>
                        </a:moveTo>
                        <a:lnTo>
                          <a:pt x="0" y="85344"/>
                        </a:lnTo>
                      </a:path>
                    </a:pathLst>
                  </a:custGeom>
                  <a:noFill/>
                  <a:ln w="13589" cap="flat">
                    <a:solidFill>
                      <a:srgbClr val="000000"/>
                    </a:solidFill>
                    <a:prstDash val="solid"/>
                    <a:round/>
                  </a:ln>
                </p:spPr>
                <p:txBody>
                  <a:bodyPr/>
                  <a:lstStyle/>
                  <a:p>
                    <a:pPr algn="ctr"/>
                    <a:endParaRPr lang="en-US" sz="1890"/>
                  </a:p>
                </p:txBody>
              </p:sp>
              <p:sp>
                <p:nvSpPr>
                  <p:cNvPr id="1232" name="Freeform 1231">
                    <a:extLst>
                      <a:ext uri="{FF2B5EF4-FFF2-40B4-BE49-F238E27FC236}">
                        <a16:creationId xmlns:a16="http://schemas.microsoft.com/office/drawing/2014/main" id="{3B741A1D-76DC-57A0-67F1-4622B7A067FA}"/>
                      </a:ext>
                    </a:extLst>
                  </p:cNvPr>
                  <p:cNvSpPr/>
                  <p:nvPr/>
                </p:nvSpPr>
                <p:spPr>
                  <a:xfrm>
                    <a:off x="1385045" y="5937499"/>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33" name="Freeform 1232">
                    <a:extLst>
                      <a:ext uri="{FF2B5EF4-FFF2-40B4-BE49-F238E27FC236}">
                        <a16:creationId xmlns:a16="http://schemas.microsoft.com/office/drawing/2014/main" id="{40B1FB4A-949D-8843-943B-6C6FF578AB7B}"/>
                      </a:ext>
                    </a:extLst>
                  </p:cNvPr>
                  <p:cNvSpPr/>
                  <p:nvPr/>
                </p:nvSpPr>
                <p:spPr>
                  <a:xfrm>
                    <a:off x="1088246" y="589114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34" name="Freeform 1233">
                    <a:extLst>
                      <a:ext uri="{FF2B5EF4-FFF2-40B4-BE49-F238E27FC236}">
                        <a16:creationId xmlns:a16="http://schemas.microsoft.com/office/drawing/2014/main" id="{16E6C8ED-29D0-70D5-B273-DB65EF6F6382}"/>
                      </a:ext>
                    </a:extLst>
                  </p:cNvPr>
                  <p:cNvSpPr/>
                  <p:nvPr/>
                </p:nvSpPr>
                <p:spPr>
                  <a:xfrm>
                    <a:off x="926702" y="59557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35" name="Freeform 1234">
                    <a:extLst>
                      <a:ext uri="{FF2B5EF4-FFF2-40B4-BE49-F238E27FC236}">
                        <a16:creationId xmlns:a16="http://schemas.microsoft.com/office/drawing/2014/main" id="{36AE740D-BE07-9D14-5CA5-5B7BD7F8DF82}"/>
                      </a:ext>
                    </a:extLst>
                  </p:cNvPr>
                  <p:cNvSpPr/>
                  <p:nvPr/>
                </p:nvSpPr>
                <p:spPr>
                  <a:xfrm>
                    <a:off x="905620" y="599985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36" name="Freeform 1235">
                    <a:extLst>
                      <a:ext uri="{FF2B5EF4-FFF2-40B4-BE49-F238E27FC236}">
                        <a16:creationId xmlns:a16="http://schemas.microsoft.com/office/drawing/2014/main" id="{7B6BBCA1-89F2-4126-3C13-FE9418A818D5}"/>
                      </a:ext>
                    </a:extLst>
                  </p:cNvPr>
                  <p:cNvSpPr/>
                  <p:nvPr/>
                </p:nvSpPr>
                <p:spPr>
                  <a:xfrm>
                    <a:off x="1410191" y="57428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37" name="Freeform 1236">
                    <a:extLst>
                      <a:ext uri="{FF2B5EF4-FFF2-40B4-BE49-F238E27FC236}">
                        <a16:creationId xmlns:a16="http://schemas.microsoft.com/office/drawing/2014/main" id="{46ED0386-19C1-248B-50B8-47007AD72C08}"/>
                      </a:ext>
                    </a:extLst>
                  </p:cNvPr>
                  <p:cNvSpPr/>
                  <p:nvPr/>
                </p:nvSpPr>
                <p:spPr>
                  <a:xfrm>
                    <a:off x="754744" y="60103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38" name="Freeform 1237">
                    <a:extLst>
                      <a:ext uri="{FF2B5EF4-FFF2-40B4-BE49-F238E27FC236}">
                        <a16:creationId xmlns:a16="http://schemas.microsoft.com/office/drawing/2014/main" id="{CB4A7CFC-5522-DEFA-437C-E8388F4F31F1}"/>
                      </a:ext>
                    </a:extLst>
                  </p:cNvPr>
                  <p:cNvSpPr/>
                  <p:nvPr/>
                </p:nvSpPr>
                <p:spPr>
                  <a:xfrm>
                    <a:off x="1400031" y="57880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39" name="Freeform 1238">
                    <a:extLst>
                      <a:ext uri="{FF2B5EF4-FFF2-40B4-BE49-F238E27FC236}">
                        <a16:creationId xmlns:a16="http://schemas.microsoft.com/office/drawing/2014/main" id="{4BA30479-B2C4-ADD0-6E25-7B1471D9FC0E}"/>
                      </a:ext>
                    </a:extLst>
                  </p:cNvPr>
                  <p:cNvSpPr/>
                  <p:nvPr/>
                </p:nvSpPr>
                <p:spPr>
                  <a:xfrm>
                    <a:off x="757919" y="580694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0" name="Freeform 1239">
                    <a:extLst>
                      <a:ext uri="{FF2B5EF4-FFF2-40B4-BE49-F238E27FC236}">
                        <a16:creationId xmlns:a16="http://schemas.microsoft.com/office/drawing/2014/main" id="{3ADF1D29-BE43-6940-6FB7-ABFC84BB7DD7}"/>
                      </a:ext>
                    </a:extLst>
                  </p:cNvPr>
                  <p:cNvSpPr/>
                  <p:nvPr/>
                </p:nvSpPr>
                <p:spPr>
                  <a:xfrm>
                    <a:off x="1387585" y="604176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1" name="Freeform 1240">
                    <a:extLst>
                      <a:ext uri="{FF2B5EF4-FFF2-40B4-BE49-F238E27FC236}">
                        <a16:creationId xmlns:a16="http://schemas.microsoft.com/office/drawing/2014/main" id="{F0E509AD-C8F2-FD03-4A6A-458BBB5BED3F}"/>
                      </a:ext>
                    </a:extLst>
                  </p:cNvPr>
                  <p:cNvSpPr/>
                  <p:nvPr/>
                </p:nvSpPr>
                <p:spPr>
                  <a:xfrm>
                    <a:off x="755252" y="578776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2" name="Freeform 1241">
                    <a:extLst>
                      <a:ext uri="{FF2B5EF4-FFF2-40B4-BE49-F238E27FC236}">
                        <a16:creationId xmlns:a16="http://schemas.microsoft.com/office/drawing/2014/main" id="{95175125-441A-762F-5666-57923CED33A7}"/>
                      </a:ext>
                    </a:extLst>
                  </p:cNvPr>
                  <p:cNvSpPr/>
                  <p:nvPr/>
                </p:nvSpPr>
                <p:spPr>
                  <a:xfrm>
                    <a:off x="1406127" y="58991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3" name="Freeform 1242">
                    <a:extLst>
                      <a:ext uri="{FF2B5EF4-FFF2-40B4-BE49-F238E27FC236}">
                        <a16:creationId xmlns:a16="http://schemas.microsoft.com/office/drawing/2014/main" id="{A05DB5BD-F991-15EE-2C5C-D81F64CE41B3}"/>
                      </a:ext>
                    </a:extLst>
                  </p:cNvPr>
                  <p:cNvSpPr/>
                  <p:nvPr/>
                </p:nvSpPr>
                <p:spPr>
                  <a:xfrm>
                    <a:off x="748775" y="58582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4" name="Freeform 1243">
                    <a:extLst>
                      <a:ext uri="{FF2B5EF4-FFF2-40B4-BE49-F238E27FC236}">
                        <a16:creationId xmlns:a16="http://schemas.microsoft.com/office/drawing/2014/main" id="{FFDF7ECE-7ACE-C362-E5EA-C6995A02790F}"/>
                      </a:ext>
                    </a:extLst>
                  </p:cNvPr>
                  <p:cNvSpPr/>
                  <p:nvPr/>
                </p:nvSpPr>
                <p:spPr>
                  <a:xfrm>
                    <a:off x="1406508" y="587971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5" name="Freeform 1244">
                    <a:extLst>
                      <a:ext uri="{FF2B5EF4-FFF2-40B4-BE49-F238E27FC236}">
                        <a16:creationId xmlns:a16="http://schemas.microsoft.com/office/drawing/2014/main" id="{E207165A-C7DB-469B-8C67-CC899F79458C}"/>
                      </a:ext>
                    </a:extLst>
                  </p:cNvPr>
                  <p:cNvSpPr/>
                  <p:nvPr/>
                </p:nvSpPr>
                <p:spPr>
                  <a:xfrm>
                    <a:off x="764269" y="58739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6" name="Freeform 1245">
                    <a:extLst>
                      <a:ext uri="{FF2B5EF4-FFF2-40B4-BE49-F238E27FC236}">
                        <a16:creationId xmlns:a16="http://schemas.microsoft.com/office/drawing/2014/main" id="{0CAAD867-0CD8-8EC2-0798-1BA46170E598}"/>
                      </a:ext>
                    </a:extLst>
                  </p:cNvPr>
                  <p:cNvSpPr/>
                  <p:nvPr/>
                </p:nvSpPr>
                <p:spPr>
                  <a:xfrm>
                    <a:off x="904604" y="579106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7" name="Freeform 1246">
                    <a:extLst>
                      <a:ext uri="{FF2B5EF4-FFF2-40B4-BE49-F238E27FC236}">
                        <a16:creationId xmlns:a16="http://schemas.microsoft.com/office/drawing/2014/main" id="{7175123F-992B-9927-9EF6-B1D69BCF3837}"/>
                      </a:ext>
                    </a:extLst>
                  </p:cNvPr>
                  <p:cNvSpPr/>
                  <p:nvPr/>
                </p:nvSpPr>
                <p:spPr>
                  <a:xfrm>
                    <a:off x="1398253" y="590917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8" name="Freeform 1247">
                    <a:extLst>
                      <a:ext uri="{FF2B5EF4-FFF2-40B4-BE49-F238E27FC236}">
                        <a16:creationId xmlns:a16="http://schemas.microsoft.com/office/drawing/2014/main" id="{4C6D345F-78DC-C0D0-03EB-0B7B5FF39998}"/>
                      </a:ext>
                    </a:extLst>
                  </p:cNvPr>
                  <p:cNvSpPr/>
                  <p:nvPr/>
                </p:nvSpPr>
                <p:spPr>
                  <a:xfrm>
                    <a:off x="764523" y="585507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49" name="Freeform 1248">
                    <a:extLst>
                      <a:ext uri="{FF2B5EF4-FFF2-40B4-BE49-F238E27FC236}">
                        <a16:creationId xmlns:a16="http://schemas.microsoft.com/office/drawing/2014/main" id="{F4DDB6ED-B5B0-5A14-042D-593176BA0D83}"/>
                      </a:ext>
                    </a:extLst>
                  </p:cNvPr>
                  <p:cNvSpPr/>
                  <p:nvPr/>
                </p:nvSpPr>
                <p:spPr>
                  <a:xfrm>
                    <a:off x="1090278" y="59669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50" name="Freeform 1249">
                    <a:extLst>
                      <a:ext uri="{FF2B5EF4-FFF2-40B4-BE49-F238E27FC236}">
                        <a16:creationId xmlns:a16="http://schemas.microsoft.com/office/drawing/2014/main" id="{DF319DBA-792A-C092-B076-12B53E8A0022}"/>
                      </a:ext>
                    </a:extLst>
                  </p:cNvPr>
                  <p:cNvSpPr/>
                  <p:nvPr/>
                </p:nvSpPr>
                <p:spPr>
                  <a:xfrm>
                    <a:off x="900032" y="59797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51" name="Freeform 1250">
                    <a:extLst>
                      <a:ext uri="{FF2B5EF4-FFF2-40B4-BE49-F238E27FC236}">
                        <a16:creationId xmlns:a16="http://schemas.microsoft.com/office/drawing/2014/main" id="{EED6537C-EC21-8A49-26A4-D1885881EBC9}"/>
                      </a:ext>
                    </a:extLst>
                  </p:cNvPr>
                  <p:cNvSpPr/>
                  <p:nvPr/>
                </p:nvSpPr>
                <p:spPr>
                  <a:xfrm>
                    <a:off x="911716" y="593711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52" name="Freeform 1251">
                    <a:extLst>
                      <a:ext uri="{FF2B5EF4-FFF2-40B4-BE49-F238E27FC236}">
                        <a16:creationId xmlns:a16="http://schemas.microsoft.com/office/drawing/2014/main" id="{38A98BEB-5BA6-D29B-6856-02F435BA7DA4}"/>
                      </a:ext>
                    </a:extLst>
                  </p:cNvPr>
                  <p:cNvSpPr/>
                  <p:nvPr/>
                </p:nvSpPr>
                <p:spPr>
                  <a:xfrm>
                    <a:off x="1239122" y="59179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53" name="Freeform 1252">
                    <a:extLst>
                      <a:ext uri="{FF2B5EF4-FFF2-40B4-BE49-F238E27FC236}">
                        <a16:creationId xmlns:a16="http://schemas.microsoft.com/office/drawing/2014/main" id="{E36D9FEE-3B5F-F556-357A-30A80C712410}"/>
                      </a:ext>
                    </a:extLst>
                  </p:cNvPr>
                  <p:cNvSpPr/>
                  <p:nvPr/>
                </p:nvSpPr>
                <p:spPr>
                  <a:xfrm>
                    <a:off x="925686" y="59214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54" name="Freeform 1253">
                    <a:extLst>
                      <a:ext uri="{FF2B5EF4-FFF2-40B4-BE49-F238E27FC236}">
                        <a16:creationId xmlns:a16="http://schemas.microsoft.com/office/drawing/2014/main" id="{EC39E9D2-D5C6-12D0-1200-555DC03BB97B}"/>
                      </a:ext>
                    </a:extLst>
                  </p:cNvPr>
                  <p:cNvSpPr/>
                  <p:nvPr/>
                </p:nvSpPr>
                <p:spPr>
                  <a:xfrm>
                    <a:off x="900794" y="589241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255" name="TextBox 1254">
                    <a:extLst>
                      <a:ext uri="{FF2B5EF4-FFF2-40B4-BE49-F238E27FC236}">
                        <a16:creationId xmlns:a16="http://schemas.microsoft.com/office/drawing/2014/main" id="{203A2C49-1D87-77D2-CAC9-D7A677D5D7E0}"/>
                      </a:ext>
                    </a:extLst>
                  </p:cNvPr>
                  <p:cNvSpPr txBox="1"/>
                  <p:nvPr/>
                </p:nvSpPr>
                <p:spPr>
                  <a:xfrm>
                    <a:off x="663779" y="5542871"/>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256" name="Freeform 1255">
                    <a:extLst>
                      <a:ext uri="{FF2B5EF4-FFF2-40B4-BE49-F238E27FC236}">
                        <a16:creationId xmlns:a16="http://schemas.microsoft.com/office/drawing/2014/main" id="{297B1B6D-AFD6-32BC-E4E2-6F16CE04DDC6}"/>
                      </a:ext>
                    </a:extLst>
                  </p:cNvPr>
                  <p:cNvSpPr/>
                  <p:nvPr/>
                </p:nvSpPr>
                <p:spPr>
                  <a:xfrm>
                    <a:off x="768206" y="5715757"/>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257" name="TextBox 1256">
                    <a:extLst>
                      <a:ext uri="{FF2B5EF4-FFF2-40B4-BE49-F238E27FC236}">
                        <a16:creationId xmlns:a16="http://schemas.microsoft.com/office/drawing/2014/main" id="{3CFC5863-08E6-202B-080D-85B15B61F0B2}"/>
                      </a:ext>
                    </a:extLst>
                  </p:cNvPr>
                  <p:cNvSpPr txBox="1"/>
                  <p:nvPr/>
                </p:nvSpPr>
                <p:spPr>
                  <a:xfrm>
                    <a:off x="951209" y="5584321"/>
                    <a:ext cx="461779"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0.235</a:t>
                    </a:r>
                  </a:p>
                </p:txBody>
              </p:sp>
              <p:sp>
                <p:nvSpPr>
                  <p:cNvPr id="1258" name="Freeform 1257">
                    <a:extLst>
                      <a:ext uri="{FF2B5EF4-FFF2-40B4-BE49-F238E27FC236}">
                        <a16:creationId xmlns:a16="http://schemas.microsoft.com/office/drawing/2014/main" id="{7F8D5DC9-A7D3-2B48-6113-CCBC2193CAE6}"/>
                      </a:ext>
                    </a:extLst>
                  </p:cNvPr>
                  <p:cNvSpPr/>
                  <p:nvPr/>
                </p:nvSpPr>
                <p:spPr>
                  <a:xfrm>
                    <a:off x="946768" y="5715757"/>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259" name="TextBox 1258">
                    <a:extLst>
                      <a:ext uri="{FF2B5EF4-FFF2-40B4-BE49-F238E27FC236}">
                        <a16:creationId xmlns:a16="http://schemas.microsoft.com/office/drawing/2014/main" id="{43B1742A-9597-27CB-BD0C-9B415475DCCF}"/>
                      </a:ext>
                    </a:extLst>
                  </p:cNvPr>
                  <p:cNvSpPr txBox="1"/>
                  <p:nvPr/>
                </p:nvSpPr>
                <p:spPr>
                  <a:xfrm>
                    <a:off x="861929" y="5471545"/>
                    <a:ext cx="461779" cy="174601"/>
                  </a:xfrm>
                  <a:prstGeom prst="rect">
                    <a:avLst/>
                  </a:prstGeom>
                  <a:noFill/>
                </p:spPr>
                <p:txBody>
                  <a:bodyPr wrap="none" rtlCol="0">
                    <a:spAutoFit/>
                  </a:bodyPr>
                  <a:lstStyle/>
                  <a:p>
                    <a:pPr algn="ctr"/>
                    <a:r>
                      <a:rPr lang="en-US" sz="472">
                        <a:ln/>
                        <a:solidFill>
                          <a:srgbClr val="000000"/>
                        </a:solidFill>
                        <a:latin typeface="Arial"/>
                        <a:cs typeface="Arial"/>
                        <a:sym typeface="Arial"/>
                        <a:rtl val="0"/>
                      </a:rPr>
                      <a:t>p = 0.094</a:t>
                    </a:r>
                  </a:p>
                </p:txBody>
              </p:sp>
              <p:sp>
                <p:nvSpPr>
                  <p:cNvPr id="1260" name="Freeform 1259">
                    <a:extLst>
                      <a:ext uri="{FF2B5EF4-FFF2-40B4-BE49-F238E27FC236}">
                        <a16:creationId xmlns:a16="http://schemas.microsoft.com/office/drawing/2014/main" id="{1A0481F4-AAEA-5B65-5652-792242096892}"/>
                      </a:ext>
                    </a:extLst>
                  </p:cNvPr>
                  <p:cNvSpPr/>
                  <p:nvPr/>
                </p:nvSpPr>
                <p:spPr>
                  <a:xfrm>
                    <a:off x="768206" y="5602854"/>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261" name="Graphic 601">
                  <a:extLst>
                    <a:ext uri="{FF2B5EF4-FFF2-40B4-BE49-F238E27FC236}">
                      <a16:creationId xmlns:a16="http://schemas.microsoft.com/office/drawing/2014/main" id="{7C0BC2C4-5291-8786-1798-5B1A6858B26E}"/>
                    </a:ext>
                  </a:extLst>
                </p:cNvPr>
                <p:cNvGrpSpPr/>
                <p:nvPr/>
              </p:nvGrpSpPr>
              <p:grpSpPr>
                <a:xfrm>
                  <a:off x="355061" y="5232907"/>
                  <a:ext cx="1191469" cy="1196086"/>
                  <a:chOff x="355061" y="5232907"/>
                  <a:chExt cx="1191469" cy="1196086"/>
                </a:xfrm>
              </p:grpSpPr>
              <p:sp>
                <p:nvSpPr>
                  <p:cNvPr id="1262" name="Freeform 1261">
                    <a:extLst>
                      <a:ext uri="{FF2B5EF4-FFF2-40B4-BE49-F238E27FC236}">
                        <a16:creationId xmlns:a16="http://schemas.microsoft.com/office/drawing/2014/main" id="{BF0BE4CE-9CC9-095C-BB8A-0F0825BDE8C4}"/>
                      </a:ext>
                    </a:extLst>
                  </p:cNvPr>
                  <p:cNvSpPr/>
                  <p:nvPr/>
                </p:nvSpPr>
                <p:spPr>
                  <a:xfrm>
                    <a:off x="670797" y="5535163"/>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263" name="TextBox 1262">
                    <a:extLst>
                      <a:ext uri="{FF2B5EF4-FFF2-40B4-BE49-F238E27FC236}">
                        <a16:creationId xmlns:a16="http://schemas.microsoft.com/office/drawing/2014/main" id="{164E9130-3215-028D-369C-BE7FD907DA58}"/>
                      </a:ext>
                    </a:extLst>
                  </p:cNvPr>
                  <p:cNvSpPr txBox="1"/>
                  <p:nvPr/>
                </p:nvSpPr>
                <p:spPr>
                  <a:xfrm>
                    <a:off x="355061" y="610543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264" name="TextBox 1263">
                    <a:extLst>
                      <a:ext uri="{FF2B5EF4-FFF2-40B4-BE49-F238E27FC236}">
                        <a16:creationId xmlns:a16="http://schemas.microsoft.com/office/drawing/2014/main" id="{3951F0E4-ADF4-6C10-F830-8A88BE585A13}"/>
                      </a:ext>
                    </a:extLst>
                  </p:cNvPr>
                  <p:cNvSpPr txBox="1"/>
                  <p:nvPr/>
                </p:nvSpPr>
                <p:spPr>
                  <a:xfrm>
                    <a:off x="355061" y="5894744"/>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1265" name="TextBox 1264">
                    <a:extLst>
                      <a:ext uri="{FF2B5EF4-FFF2-40B4-BE49-F238E27FC236}">
                        <a16:creationId xmlns:a16="http://schemas.microsoft.com/office/drawing/2014/main" id="{C1C81454-0703-05B2-B54D-E1ACDC5A664D}"/>
                      </a:ext>
                    </a:extLst>
                  </p:cNvPr>
                  <p:cNvSpPr txBox="1"/>
                  <p:nvPr/>
                </p:nvSpPr>
                <p:spPr>
                  <a:xfrm>
                    <a:off x="355061" y="5684052"/>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4%</a:t>
                    </a:r>
                  </a:p>
                </p:txBody>
              </p:sp>
              <p:sp>
                <p:nvSpPr>
                  <p:cNvPr id="1266" name="TextBox 1265">
                    <a:extLst>
                      <a:ext uri="{FF2B5EF4-FFF2-40B4-BE49-F238E27FC236}">
                        <a16:creationId xmlns:a16="http://schemas.microsoft.com/office/drawing/2014/main" id="{28ACE3A6-AADF-32E9-A5E5-58F349E495D6}"/>
                      </a:ext>
                    </a:extLst>
                  </p:cNvPr>
                  <p:cNvSpPr txBox="1"/>
                  <p:nvPr/>
                </p:nvSpPr>
                <p:spPr>
                  <a:xfrm>
                    <a:off x="355061" y="5473232"/>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6%</a:t>
                    </a:r>
                  </a:p>
                </p:txBody>
              </p:sp>
              <p:sp>
                <p:nvSpPr>
                  <p:cNvPr id="1267" name="Freeform 1266">
                    <a:extLst>
                      <a:ext uri="{FF2B5EF4-FFF2-40B4-BE49-F238E27FC236}">
                        <a16:creationId xmlns:a16="http://schemas.microsoft.com/office/drawing/2014/main" id="{BB9E5979-5B2B-A495-4E2A-9BBA318B6490}"/>
                      </a:ext>
                    </a:extLst>
                  </p:cNvPr>
                  <p:cNvSpPr/>
                  <p:nvPr/>
                </p:nvSpPr>
                <p:spPr>
                  <a:xfrm>
                    <a:off x="635998" y="621232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268" name="Freeform 1267">
                    <a:extLst>
                      <a:ext uri="{FF2B5EF4-FFF2-40B4-BE49-F238E27FC236}">
                        <a16:creationId xmlns:a16="http://schemas.microsoft.com/office/drawing/2014/main" id="{CB4E9A20-D344-B663-D4A0-B3A62DF8F44E}"/>
                      </a:ext>
                    </a:extLst>
                  </p:cNvPr>
                  <p:cNvSpPr/>
                  <p:nvPr/>
                </p:nvSpPr>
                <p:spPr>
                  <a:xfrm>
                    <a:off x="635998" y="600163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269" name="Freeform 1268">
                    <a:extLst>
                      <a:ext uri="{FF2B5EF4-FFF2-40B4-BE49-F238E27FC236}">
                        <a16:creationId xmlns:a16="http://schemas.microsoft.com/office/drawing/2014/main" id="{44CC09C7-ECAC-330F-50C8-CE28F28AE25E}"/>
                      </a:ext>
                    </a:extLst>
                  </p:cNvPr>
                  <p:cNvSpPr/>
                  <p:nvPr/>
                </p:nvSpPr>
                <p:spPr>
                  <a:xfrm>
                    <a:off x="635998" y="579094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270" name="Freeform 1269">
                    <a:extLst>
                      <a:ext uri="{FF2B5EF4-FFF2-40B4-BE49-F238E27FC236}">
                        <a16:creationId xmlns:a16="http://schemas.microsoft.com/office/drawing/2014/main" id="{B669A431-D9FD-8041-8275-31D8FB4FDF94}"/>
                      </a:ext>
                    </a:extLst>
                  </p:cNvPr>
                  <p:cNvSpPr/>
                  <p:nvPr/>
                </p:nvSpPr>
                <p:spPr>
                  <a:xfrm>
                    <a:off x="635998" y="558012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271" name="Freeform 1270">
                    <a:extLst>
                      <a:ext uri="{FF2B5EF4-FFF2-40B4-BE49-F238E27FC236}">
                        <a16:creationId xmlns:a16="http://schemas.microsoft.com/office/drawing/2014/main" id="{B8C3BA04-D78C-1B46-CC2A-B1F42F11BE1F}"/>
                      </a:ext>
                    </a:extLst>
                  </p:cNvPr>
                  <p:cNvSpPr/>
                  <p:nvPr/>
                </p:nvSpPr>
                <p:spPr>
                  <a:xfrm>
                    <a:off x="670797" y="6212327"/>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272" name="Freeform 1271">
                    <a:extLst>
                      <a:ext uri="{FF2B5EF4-FFF2-40B4-BE49-F238E27FC236}">
                        <a16:creationId xmlns:a16="http://schemas.microsoft.com/office/drawing/2014/main" id="{B6004DCD-387F-D637-DF86-433473286785}"/>
                      </a:ext>
                    </a:extLst>
                  </p:cNvPr>
                  <p:cNvSpPr/>
                  <p:nvPr/>
                </p:nvSpPr>
                <p:spPr>
                  <a:xfrm>
                    <a:off x="768205"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73" name="Freeform 1272">
                    <a:extLst>
                      <a:ext uri="{FF2B5EF4-FFF2-40B4-BE49-F238E27FC236}">
                        <a16:creationId xmlns:a16="http://schemas.microsoft.com/office/drawing/2014/main" id="{E299C590-7023-8F5A-13D7-258B69B8A6A0}"/>
                      </a:ext>
                    </a:extLst>
                  </p:cNvPr>
                  <p:cNvSpPr/>
                  <p:nvPr/>
                </p:nvSpPr>
                <p:spPr>
                  <a:xfrm>
                    <a:off x="930511"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74" name="Freeform 1273">
                    <a:extLst>
                      <a:ext uri="{FF2B5EF4-FFF2-40B4-BE49-F238E27FC236}">
                        <a16:creationId xmlns:a16="http://schemas.microsoft.com/office/drawing/2014/main" id="{02B69A17-18C3-4DB2-6BE7-202D95E2B317}"/>
                      </a:ext>
                    </a:extLst>
                  </p:cNvPr>
                  <p:cNvSpPr/>
                  <p:nvPr/>
                </p:nvSpPr>
                <p:spPr>
                  <a:xfrm>
                    <a:off x="1092818"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75" name="Freeform 1274">
                    <a:extLst>
                      <a:ext uri="{FF2B5EF4-FFF2-40B4-BE49-F238E27FC236}">
                        <a16:creationId xmlns:a16="http://schemas.microsoft.com/office/drawing/2014/main" id="{AEC37DD2-BC0C-2ECA-A2DC-C12A2908EECD}"/>
                      </a:ext>
                    </a:extLst>
                  </p:cNvPr>
                  <p:cNvSpPr/>
                  <p:nvPr/>
                </p:nvSpPr>
                <p:spPr>
                  <a:xfrm>
                    <a:off x="1255123"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76" name="Freeform 1275">
                    <a:extLst>
                      <a:ext uri="{FF2B5EF4-FFF2-40B4-BE49-F238E27FC236}">
                        <a16:creationId xmlns:a16="http://schemas.microsoft.com/office/drawing/2014/main" id="{1FD671DB-808B-B3C7-DBFF-81362FE05DE6}"/>
                      </a:ext>
                    </a:extLst>
                  </p:cNvPr>
                  <p:cNvSpPr/>
                  <p:nvPr/>
                </p:nvSpPr>
                <p:spPr>
                  <a:xfrm>
                    <a:off x="1417429"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277" name="TextBox 1276">
                    <a:extLst>
                      <a:ext uri="{FF2B5EF4-FFF2-40B4-BE49-F238E27FC236}">
                        <a16:creationId xmlns:a16="http://schemas.microsoft.com/office/drawing/2014/main" id="{4E988F79-2AD4-5948-80EA-28F2319C403B}"/>
                      </a:ext>
                    </a:extLst>
                  </p:cNvPr>
                  <p:cNvSpPr txBox="1"/>
                  <p:nvPr/>
                </p:nvSpPr>
                <p:spPr>
                  <a:xfrm>
                    <a:off x="628077" y="6208181"/>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278" name="TextBox 1277">
                    <a:extLst>
                      <a:ext uri="{FF2B5EF4-FFF2-40B4-BE49-F238E27FC236}">
                        <a16:creationId xmlns:a16="http://schemas.microsoft.com/office/drawing/2014/main" id="{50945749-C4B8-D189-5C2A-5E72B2179C9B}"/>
                      </a:ext>
                    </a:extLst>
                  </p:cNvPr>
                  <p:cNvSpPr txBox="1"/>
                  <p:nvPr/>
                </p:nvSpPr>
                <p:spPr>
                  <a:xfrm>
                    <a:off x="818374" y="6208181"/>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279" name="TextBox 1278">
                    <a:extLst>
                      <a:ext uri="{FF2B5EF4-FFF2-40B4-BE49-F238E27FC236}">
                        <a16:creationId xmlns:a16="http://schemas.microsoft.com/office/drawing/2014/main" id="{A5579458-2465-0E18-41B9-417BA4A5C2AE}"/>
                      </a:ext>
                    </a:extLst>
                  </p:cNvPr>
                  <p:cNvSpPr txBox="1"/>
                  <p:nvPr/>
                </p:nvSpPr>
                <p:spPr>
                  <a:xfrm>
                    <a:off x="951840" y="6208181"/>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280" name="TextBox 1279">
                    <a:extLst>
                      <a:ext uri="{FF2B5EF4-FFF2-40B4-BE49-F238E27FC236}">
                        <a16:creationId xmlns:a16="http://schemas.microsoft.com/office/drawing/2014/main" id="{F02B3E9B-40E9-8B9B-CE13-FF3DE9D9E522}"/>
                      </a:ext>
                    </a:extLst>
                  </p:cNvPr>
                  <p:cNvSpPr txBox="1"/>
                  <p:nvPr/>
                </p:nvSpPr>
                <p:spPr>
                  <a:xfrm>
                    <a:off x="1088699" y="6208181"/>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281" name="TextBox 1280">
                    <a:extLst>
                      <a:ext uri="{FF2B5EF4-FFF2-40B4-BE49-F238E27FC236}">
                        <a16:creationId xmlns:a16="http://schemas.microsoft.com/office/drawing/2014/main" id="{8919D83C-FFB3-77C3-C046-0106DF2D50B5}"/>
                      </a:ext>
                    </a:extLst>
                  </p:cNvPr>
                  <p:cNvSpPr txBox="1"/>
                  <p:nvPr/>
                </p:nvSpPr>
                <p:spPr>
                  <a:xfrm>
                    <a:off x="1288327" y="6208181"/>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284" name="TextBox 1283">
                    <a:extLst>
                      <a:ext uri="{FF2B5EF4-FFF2-40B4-BE49-F238E27FC236}">
                        <a16:creationId xmlns:a16="http://schemas.microsoft.com/office/drawing/2014/main" id="{51B8FFC5-01CA-7BA4-4FBF-AEAD39651733}"/>
                      </a:ext>
                    </a:extLst>
                  </p:cNvPr>
                  <p:cNvSpPr txBox="1"/>
                  <p:nvPr/>
                </p:nvSpPr>
                <p:spPr>
                  <a:xfrm>
                    <a:off x="730318" y="5232907"/>
                    <a:ext cx="644996"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12_Glut</a:t>
                    </a:r>
                  </a:p>
                </p:txBody>
              </p:sp>
            </p:grpSp>
          </p:grpSp>
          <p:grpSp>
            <p:nvGrpSpPr>
              <p:cNvPr id="1285" name="Graphic 603">
                <a:extLst>
                  <a:ext uri="{FF2B5EF4-FFF2-40B4-BE49-F238E27FC236}">
                    <a16:creationId xmlns:a16="http://schemas.microsoft.com/office/drawing/2014/main" id="{E4ABDCC5-106B-4CA4-6536-D98A01952870}"/>
                  </a:ext>
                </a:extLst>
              </p:cNvPr>
              <p:cNvGrpSpPr/>
              <p:nvPr/>
            </p:nvGrpSpPr>
            <p:grpSpPr>
              <a:xfrm>
                <a:off x="3384390" y="3143882"/>
                <a:ext cx="1191469" cy="1196086"/>
                <a:chOff x="1663599" y="5232907"/>
                <a:chExt cx="1191469" cy="1196086"/>
              </a:xfrm>
            </p:grpSpPr>
            <p:grpSp>
              <p:nvGrpSpPr>
                <p:cNvPr id="1288" name="Graphic 603">
                  <a:extLst>
                    <a:ext uri="{FF2B5EF4-FFF2-40B4-BE49-F238E27FC236}">
                      <a16:creationId xmlns:a16="http://schemas.microsoft.com/office/drawing/2014/main" id="{584A8885-78AD-823B-F592-F9E6E7792A7A}"/>
                    </a:ext>
                  </a:extLst>
                </p:cNvPr>
                <p:cNvGrpSpPr/>
                <p:nvPr/>
              </p:nvGrpSpPr>
              <p:grpSpPr>
                <a:xfrm>
                  <a:off x="1979335" y="5471545"/>
                  <a:ext cx="844041" cy="740908"/>
                  <a:chOff x="1979335" y="5471545"/>
                  <a:chExt cx="844041" cy="740908"/>
                </a:xfrm>
              </p:grpSpPr>
              <p:sp>
                <p:nvSpPr>
                  <p:cNvPr id="1289" name="Freeform 1288">
                    <a:extLst>
                      <a:ext uri="{FF2B5EF4-FFF2-40B4-BE49-F238E27FC236}">
                        <a16:creationId xmlns:a16="http://schemas.microsoft.com/office/drawing/2014/main" id="{E21D5EFE-B96C-E0EA-090D-0760EED44190}"/>
                      </a:ext>
                    </a:extLst>
                  </p:cNvPr>
                  <p:cNvSpPr/>
                  <p:nvPr/>
                </p:nvSpPr>
                <p:spPr>
                  <a:xfrm>
                    <a:off x="1979335" y="5535163"/>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290" name="Freeform 1289">
                    <a:extLst>
                      <a:ext uri="{FF2B5EF4-FFF2-40B4-BE49-F238E27FC236}">
                        <a16:creationId xmlns:a16="http://schemas.microsoft.com/office/drawing/2014/main" id="{3D61D37C-194C-A90A-01CE-2DCF1D226E96}"/>
                      </a:ext>
                    </a:extLst>
                  </p:cNvPr>
                  <p:cNvSpPr/>
                  <p:nvPr/>
                </p:nvSpPr>
                <p:spPr>
                  <a:xfrm>
                    <a:off x="2028103" y="5912734"/>
                    <a:ext cx="97409" cy="299593"/>
                  </a:xfrm>
                  <a:custGeom>
                    <a:avLst/>
                    <a:gdLst>
                      <a:gd name="csX0" fmla="*/ 0 w 97409"/>
                      <a:gd name="csY0" fmla="*/ 0 h 299593"/>
                      <a:gd name="csX1" fmla="*/ 97409 w 97409"/>
                      <a:gd name="csY1" fmla="*/ 0 h 299593"/>
                      <a:gd name="csX2" fmla="*/ 97409 w 97409"/>
                      <a:gd name="csY2" fmla="*/ 299593 h 299593"/>
                      <a:gd name="csX3" fmla="*/ 0 w 97409"/>
                      <a:gd name="csY3" fmla="*/ 299593 h 299593"/>
                    </a:gdLst>
                    <a:ahLst/>
                    <a:cxnLst>
                      <a:cxn ang="0">
                        <a:pos x="csX0" y="csY0"/>
                      </a:cxn>
                      <a:cxn ang="0">
                        <a:pos x="csX1" y="csY1"/>
                      </a:cxn>
                      <a:cxn ang="0">
                        <a:pos x="csX2" y="csY2"/>
                      </a:cxn>
                      <a:cxn ang="0">
                        <a:pos x="csX3" y="csY3"/>
                      </a:cxn>
                    </a:cxnLst>
                    <a:rect l="l" t="t" r="r" b="b"/>
                    <a:pathLst>
                      <a:path w="97409" h="299593">
                        <a:moveTo>
                          <a:pt x="0" y="0"/>
                        </a:moveTo>
                        <a:lnTo>
                          <a:pt x="97409" y="0"/>
                        </a:lnTo>
                        <a:lnTo>
                          <a:pt x="97409" y="299593"/>
                        </a:lnTo>
                        <a:lnTo>
                          <a:pt x="0" y="299593"/>
                        </a:lnTo>
                        <a:close/>
                      </a:path>
                    </a:pathLst>
                  </a:custGeom>
                  <a:solidFill>
                    <a:srgbClr val="1965B0"/>
                  </a:solidFill>
                  <a:ln w="13589" cap="flat">
                    <a:noFill/>
                    <a:prstDash val="solid"/>
                    <a:miter/>
                  </a:ln>
                </p:spPr>
                <p:txBody>
                  <a:bodyPr/>
                  <a:lstStyle/>
                  <a:p>
                    <a:pPr algn="ctr"/>
                    <a:endParaRPr lang="en-US" sz="1890"/>
                  </a:p>
                </p:txBody>
              </p:sp>
              <p:sp>
                <p:nvSpPr>
                  <p:cNvPr id="1291" name="Freeform 1290">
                    <a:extLst>
                      <a:ext uri="{FF2B5EF4-FFF2-40B4-BE49-F238E27FC236}">
                        <a16:creationId xmlns:a16="http://schemas.microsoft.com/office/drawing/2014/main" id="{A399AAE5-1039-43D4-DAE1-F286E75102D7}"/>
                      </a:ext>
                    </a:extLst>
                  </p:cNvPr>
                  <p:cNvSpPr/>
                  <p:nvPr/>
                </p:nvSpPr>
                <p:spPr>
                  <a:xfrm>
                    <a:off x="2190409" y="5982330"/>
                    <a:ext cx="97409" cy="229997"/>
                  </a:xfrm>
                  <a:custGeom>
                    <a:avLst/>
                    <a:gdLst>
                      <a:gd name="csX0" fmla="*/ 0 w 97409"/>
                      <a:gd name="csY0" fmla="*/ 0 h 229997"/>
                      <a:gd name="csX1" fmla="*/ 97409 w 97409"/>
                      <a:gd name="csY1" fmla="*/ 0 h 229997"/>
                      <a:gd name="csX2" fmla="*/ 97409 w 97409"/>
                      <a:gd name="csY2" fmla="*/ 229997 h 229997"/>
                      <a:gd name="csX3" fmla="*/ 0 w 97409"/>
                      <a:gd name="csY3" fmla="*/ 229997 h 229997"/>
                    </a:gdLst>
                    <a:ahLst/>
                    <a:cxnLst>
                      <a:cxn ang="0">
                        <a:pos x="csX0" y="csY0"/>
                      </a:cxn>
                      <a:cxn ang="0">
                        <a:pos x="csX1" y="csY1"/>
                      </a:cxn>
                      <a:cxn ang="0">
                        <a:pos x="csX2" y="csY2"/>
                      </a:cxn>
                      <a:cxn ang="0">
                        <a:pos x="csX3" y="csY3"/>
                      </a:cxn>
                    </a:cxnLst>
                    <a:rect l="l" t="t" r="r" b="b"/>
                    <a:pathLst>
                      <a:path w="97409" h="229997">
                        <a:moveTo>
                          <a:pt x="0" y="0"/>
                        </a:moveTo>
                        <a:lnTo>
                          <a:pt x="97409" y="0"/>
                        </a:lnTo>
                        <a:lnTo>
                          <a:pt x="97409" y="229997"/>
                        </a:lnTo>
                        <a:lnTo>
                          <a:pt x="0" y="229997"/>
                        </a:lnTo>
                        <a:close/>
                      </a:path>
                    </a:pathLst>
                  </a:custGeom>
                  <a:solidFill>
                    <a:srgbClr val="4EB265"/>
                  </a:solidFill>
                  <a:ln w="13589" cap="flat">
                    <a:noFill/>
                    <a:prstDash val="solid"/>
                    <a:miter/>
                  </a:ln>
                </p:spPr>
                <p:txBody>
                  <a:bodyPr/>
                  <a:lstStyle/>
                  <a:p>
                    <a:pPr algn="ctr"/>
                    <a:endParaRPr lang="en-US" sz="1890"/>
                  </a:p>
                </p:txBody>
              </p:sp>
              <p:sp>
                <p:nvSpPr>
                  <p:cNvPr id="1292" name="Freeform 1291">
                    <a:extLst>
                      <a:ext uri="{FF2B5EF4-FFF2-40B4-BE49-F238E27FC236}">
                        <a16:creationId xmlns:a16="http://schemas.microsoft.com/office/drawing/2014/main" id="{DD6E0F1A-506A-A995-D219-2B67EA7CEE11}"/>
                      </a:ext>
                    </a:extLst>
                  </p:cNvPr>
                  <p:cNvSpPr/>
                  <p:nvPr/>
                </p:nvSpPr>
                <p:spPr>
                  <a:xfrm>
                    <a:off x="2352715" y="5983854"/>
                    <a:ext cx="97409" cy="228473"/>
                  </a:xfrm>
                  <a:custGeom>
                    <a:avLst/>
                    <a:gdLst>
                      <a:gd name="csX0" fmla="*/ 0 w 97409"/>
                      <a:gd name="csY0" fmla="*/ 0 h 228473"/>
                      <a:gd name="csX1" fmla="*/ 97409 w 97409"/>
                      <a:gd name="csY1" fmla="*/ 0 h 228473"/>
                      <a:gd name="csX2" fmla="*/ 97409 w 97409"/>
                      <a:gd name="csY2" fmla="*/ 228473 h 228473"/>
                      <a:gd name="csX3" fmla="*/ 0 w 97409"/>
                      <a:gd name="csY3" fmla="*/ 228473 h 228473"/>
                    </a:gdLst>
                    <a:ahLst/>
                    <a:cxnLst>
                      <a:cxn ang="0">
                        <a:pos x="csX0" y="csY0"/>
                      </a:cxn>
                      <a:cxn ang="0">
                        <a:pos x="csX1" y="csY1"/>
                      </a:cxn>
                      <a:cxn ang="0">
                        <a:pos x="csX2" y="csY2"/>
                      </a:cxn>
                      <a:cxn ang="0">
                        <a:pos x="csX3" y="csY3"/>
                      </a:cxn>
                    </a:cxnLst>
                    <a:rect l="l" t="t" r="r" b="b"/>
                    <a:pathLst>
                      <a:path w="97409" h="228473">
                        <a:moveTo>
                          <a:pt x="0" y="0"/>
                        </a:moveTo>
                        <a:lnTo>
                          <a:pt x="97409" y="0"/>
                        </a:lnTo>
                        <a:lnTo>
                          <a:pt x="97409" y="228473"/>
                        </a:lnTo>
                        <a:lnTo>
                          <a:pt x="0" y="228473"/>
                        </a:lnTo>
                        <a:close/>
                      </a:path>
                    </a:pathLst>
                  </a:custGeom>
                  <a:solidFill>
                    <a:srgbClr val="F7F056"/>
                  </a:solidFill>
                  <a:ln w="13589" cap="flat">
                    <a:noFill/>
                    <a:prstDash val="solid"/>
                    <a:miter/>
                  </a:ln>
                </p:spPr>
                <p:txBody>
                  <a:bodyPr/>
                  <a:lstStyle/>
                  <a:p>
                    <a:pPr algn="ctr"/>
                    <a:endParaRPr lang="en-US" sz="1890"/>
                  </a:p>
                </p:txBody>
              </p:sp>
              <p:sp>
                <p:nvSpPr>
                  <p:cNvPr id="1293" name="Freeform 1292">
                    <a:extLst>
                      <a:ext uri="{FF2B5EF4-FFF2-40B4-BE49-F238E27FC236}">
                        <a16:creationId xmlns:a16="http://schemas.microsoft.com/office/drawing/2014/main" id="{5E996DEC-8BF2-1663-8CE4-736ED1E8CE73}"/>
                      </a:ext>
                    </a:extLst>
                  </p:cNvPr>
                  <p:cNvSpPr/>
                  <p:nvPr/>
                </p:nvSpPr>
                <p:spPr>
                  <a:xfrm>
                    <a:off x="2515021" y="5984235"/>
                    <a:ext cx="97409" cy="228092"/>
                  </a:xfrm>
                  <a:custGeom>
                    <a:avLst/>
                    <a:gdLst>
                      <a:gd name="csX0" fmla="*/ 0 w 97409"/>
                      <a:gd name="csY0" fmla="*/ 0 h 228092"/>
                      <a:gd name="csX1" fmla="*/ 97409 w 97409"/>
                      <a:gd name="csY1" fmla="*/ 0 h 228092"/>
                      <a:gd name="csX2" fmla="*/ 97409 w 97409"/>
                      <a:gd name="csY2" fmla="*/ 228092 h 228092"/>
                      <a:gd name="csX3" fmla="*/ 0 w 97409"/>
                      <a:gd name="csY3" fmla="*/ 228092 h 228092"/>
                    </a:gdLst>
                    <a:ahLst/>
                    <a:cxnLst>
                      <a:cxn ang="0">
                        <a:pos x="csX0" y="csY0"/>
                      </a:cxn>
                      <a:cxn ang="0">
                        <a:pos x="csX1" y="csY1"/>
                      </a:cxn>
                      <a:cxn ang="0">
                        <a:pos x="csX2" y="csY2"/>
                      </a:cxn>
                      <a:cxn ang="0">
                        <a:pos x="csX3" y="csY3"/>
                      </a:cxn>
                    </a:cxnLst>
                    <a:rect l="l" t="t" r="r" b="b"/>
                    <a:pathLst>
                      <a:path w="97409" h="228092">
                        <a:moveTo>
                          <a:pt x="0" y="0"/>
                        </a:moveTo>
                        <a:lnTo>
                          <a:pt x="97409" y="0"/>
                        </a:lnTo>
                        <a:lnTo>
                          <a:pt x="97409" y="228092"/>
                        </a:lnTo>
                        <a:lnTo>
                          <a:pt x="0" y="228092"/>
                        </a:lnTo>
                        <a:close/>
                      </a:path>
                    </a:pathLst>
                  </a:custGeom>
                  <a:solidFill>
                    <a:srgbClr val="7BAFDE"/>
                  </a:solidFill>
                  <a:ln w="13589" cap="flat">
                    <a:noFill/>
                    <a:prstDash val="solid"/>
                    <a:miter/>
                  </a:ln>
                </p:spPr>
                <p:txBody>
                  <a:bodyPr/>
                  <a:lstStyle/>
                  <a:p>
                    <a:pPr algn="ctr"/>
                    <a:endParaRPr lang="en-US" sz="1890"/>
                  </a:p>
                </p:txBody>
              </p:sp>
              <p:sp>
                <p:nvSpPr>
                  <p:cNvPr id="1294" name="Freeform 1293">
                    <a:extLst>
                      <a:ext uri="{FF2B5EF4-FFF2-40B4-BE49-F238E27FC236}">
                        <a16:creationId xmlns:a16="http://schemas.microsoft.com/office/drawing/2014/main" id="{929A671B-2FFE-E996-D085-9B068A255CC0}"/>
                      </a:ext>
                    </a:extLst>
                  </p:cNvPr>
                  <p:cNvSpPr/>
                  <p:nvPr/>
                </p:nvSpPr>
                <p:spPr>
                  <a:xfrm>
                    <a:off x="2677327" y="5892795"/>
                    <a:ext cx="97409" cy="319531"/>
                  </a:xfrm>
                  <a:custGeom>
                    <a:avLst/>
                    <a:gdLst>
                      <a:gd name="csX0" fmla="*/ 0 w 97409"/>
                      <a:gd name="csY0" fmla="*/ 0 h 319531"/>
                      <a:gd name="csX1" fmla="*/ 97409 w 97409"/>
                      <a:gd name="csY1" fmla="*/ 0 h 319531"/>
                      <a:gd name="csX2" fmla="*/ 97409 w 97409"/>
                      <a:gd name="csY2" fmla="*/ 319532 h 319531"/>
                      <a:gd name="csX3" fmla="*/ 0 w 97409"/>
                      <a:gd name="csY3" fmla="*/ 319532 h 319531"/>
                    </a:gdLst>
                    <a:ahLst/>
                    <a:cxnLst>
                      <a:cxn ang="0">
                        <a:pos x="csX0" y="csY0"/>
                      </a:cxn>
                      <a:cxn ang="0">
                        <a:pos x="csX1" y="csY1"/>
                      </a:cxn>
                      <a:cxn ang="0">
                        <a:pos x="csX2" y="csY2"/>
                      </a:cxn>
                      <a:cxn ang="0">
                        <a:pos x="csX3" y="csY3"/>
                      </a:cxn>
                    </a:cxnLst>
                    <a:rect l="l" t="t" r="r" b="b"/>
                    <a:pathLst>
                      <a:path w="97409" h="319531">
                        <a:moveTo>
                          <a:pt x="0" y="0"/>
                        </a:moveTo>
                        <a:lnTo>
                          <a:pt x="97409" y="0"/>
                        </a:lnTo>
                        <a:lnTo>
                          <a:pt x="97409" y="319532"/>
                        </a:lnTo>
                        <a:lnTo>
                          <a:pt x="0" y="319532"/>
                        </a:lnTo>
                        <a:close/>
                      </a:path>
                    </a:pathLst>
                  </a:custGeom>
                  <a:solidFill>
                    <a:srgbClr val="DC050C"/>
                  </a:solidFill>
                  <a:ln w="13589" cap="flat">
                    <a:noFill/>
                    <a:prstDash val="solid"/>
                    <a:miter/>
                  </a:ln>
                </p:spPr>
                <p:txBody>
                  <a:bodyPr/>
                  <a:lstStyle/>
                  <a:p>
                    <a:pPr algn="ctr"/>
                    <a:endParaRPr lang="en-US" sz="1890"/>
                  </a:p>
                </p:txBody>
              </p:sp>
              <p:sp>
                <p:nvSpPr>
                  <p:cNvPr id="1295" name="Freeform 1294">
                    <a:extLst>
                      <a:ext uri="{FF2B5EF4-FFF2-40B4-BE49-F238E27FC236}">
                        <a16:creationId xmlns:a16="http://schemas.microsoft.com/office/drawing/2014/main" id="{442396F8-A3CA-1726-41E6-CFFF4DD792B5}"/>
                      </a:ext>
                    </a:extLst>
                  </p:cNvPr>
                  <p:cNvSpPr/>
                  <p:nvPr/>
                </p:nvSpPr>
                <p:spPr>
                  <a:xfrm>
                    <a:off x="2044359" y="587971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96" name="Freeform 1295">
                    <a:extLst>
                      <a:ext uri="{FF2B5EF4-FFF2-40B4-BE49-F238E27FC236}">
                        <a16:creationId xmlns:a16="http://schemas.microsoft.com/office/drawing/2014/main" id="{4D299155-85D9-2472-475B-D5C7A700623D}"/>
                      </a:ext>
                    </a:extLst>
                  </p:cNvPr>
                  <p:cNvSpPr/>
                  <p:nvPr/>
                </p:nvSpPr>
                <p:spPr>
                  <a:xfrm>
                    <a:off x="2076743" y="5879714"/>
                    <a:ext cx="12700" cy="66166"/>
                  </a:xfrm>
                  <a:custGeom>
                    <a:avLst/>
                    <a:gdLst>
                      <a:gd name="csX0" fmla="*/ 0 w 12700"/>
                      <a:gd name="csY0" fmla="*/ 0 h 66166"/>
                      <a:gd name="csX1" fmla="*/ 0 w 12700"/>
                      <a:gd name="csY1" fmla="*/ 66167 h 66166"/>
                    </a:gdLst>
                    <a:ahLst/>
                    <a:cxnLst>
                      <a:cxn ang="0">
                        <a:pos x="csX0" y="csY0"/>
                      </a:cxn>
                      <a:cxn ang="0">
                        <a:pos x="csX1" y="csY1"/>
                      </a:cxn>
                    </a:cxnLst>
                    <a:rect l="l" t="t" r="r" b="b"/>
                    <a:pathLst>
                      <a:path w="12700" h="66166">
                        <a:moveTo>
                          <a:pt x="0" y="0"/>
                        </a:moveTo>
                        <a:lnTo>
                          <a:pt x="0" y="66167"/>
                        </a:lnTo>
                      </a:path>
                    </a:pathLst>
                  </a:custGeom>
                  <a:noFill/>
                  <a:ln w="13589" cap="flat">
                    <a:solidFill>
                      <a:srgbClr val="000000"/>
                    </a:solidFill>
                    <a:prstDash val="solid"/>
                    <a:round/>
                  </a:ln>
                </p:spPr>
                <p:txBody>
                  <a:bodyPr/>
                  <a:lstStyle/>
                  <a:p>
                    <a:pPr algn="ctr"/>
                    <a:endParaRPr lang="en-US" sz="1890"/>
                  </a:p>
                </p:txBody>
              </p:sp>
              <p:sp>
                <p:nvSpPr>
                  <p:cNvPr id="1297" name="Freeform 1296">
                    <a:extLst>
                      <a:ext uri="{FF2B5EF4-FFF2-40B4-BE49-F238E27FC236}">
                        <a16:creationId xmlns:a16="http://schemas.microsoft.com/office/drawing/2014/main" id="{CFD2A457-1492-6580-9D56-DA3FBB00F1B5}"/>
                      </a:ext>
                    </a:extLst>
                  </p:cNvPr>
                  <p:cNvSpPr/>
                  <p:nvPr/>
                </p:nvSpPr>
                <p:spPr>
                  <a:xfrm>
                    <a:off x="2044359" y="594588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98" name="Freeform 1297">
                    <a:extLst>
                      <a:ext uri="{FF2B5EF4-FFF2-40B4-BE49-F238E27FC236}">
                        <a16:creationId xmlns:a16="http://schemas.microsoft.com/office/drawing/2014/main" id="{FA02B6C5-91DE-1E14-33D8-FFC2D0663C09}"/>
                      </a:ext>
                    </a:extLst>
                  </p:cNvPr>
                  <p:cNvSpPr/>
                  <p:nvPr/>
                </p:nvSpPr>
                <p:spPr>
                  <a:xfrm>
                    <a:off x="2206664" y="5933053"/>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299" name="Freeform 1298">
                    <a:extLst>
                      <a:ext uri="{FF2B5EF4-FFF2-40B4-BE49-F238E27FC236}">
                        <a16:creationId xmlns:a16="http://schemas.microsoft.com/office/drawing/2014/main" id="{29ED65E8-346F-E560-3721-2D5B61B70DC4}"/>
                      </a:ext>
                    </a:extLst>
                  </p:cNvPr>
                  <p:cNvSpPr/>
                  <p:nvPr/>
                </p:nvSpPr>
                <p:spPr>
                  <a:xfrm>
                    <a:off x="2239049" y="5933053"/>
                    <a:ext cx="12700" cy="98552"/>
                  </a:xfrm>
                  <a:custGeom>
                    <a:avLst/>
                    <a:gdLst>
                      <a:gd name="csX0" fmla="*/ 0 w 12700"/>
                      <a:gd name="csY0" fmla="*/ 0 h 98552"/>
                      <a:gd name="csX1" fmla="*/ 0 w 12700"/>
                      <a:gd name="csY1" fmla="*/ 98552 h 98552"/>
                    </a:gdLst>
                    <a:ahLst/>
                    <a:cxnLst>
                      <a:cxn ang="0">
                        <a:pos x="csX0" y="csY0"/>
                      </a:cxn>
                      <a:cxn ang="0">
                        <a:pos x="csX1" y="csY1"/>
                      </a:cxn>
                    </a:cxnLst>
                    <a:rect l="l" t="t" r="r" b="b"/>
                    <a:pathLst>
                      <a:path w="12700" h="98552">
                        <a:moveTo>
                          <a:pt x="0" y="0"/>
                        </a:moveTo>
                        <a:lnTo>
                          <a:pt x="0" y="98552"/>
                        </a:lnTo>
                      </a:path>
                    </a:pathLst>
                  </a:custGeom>
                  <a:noFill/>
                  <a:ln w="13589" cap="flat">
                    <a:solidFill>
                      <a:srgbClr val="000000"/>
                    </a:solidFill>
                    <a:prstDash val="solid"/>
                    <a:round/>
                  </a:ln>
                </p:spPr>
                <p:txBody>
                  <a:bodyPr/>
                  <a:lstStyle/>
                  <a:p>
                    <a:pPr algn="ctr"/>
                    <a:endParaRPr lang="en-US" sz="1890"/>
                  </a:p>
                </p:txBody>
              </p:sp>
              <p:sp>
                <p:nvSpPr>
                  <p:cNvPr id="1300" name="Freeform 1299">
                    <a:extLst>
                      <a:ext uri="{FF2B5EF4-FFF2-40B4-BE49-F238E27FC236}">
                        <a16:creationId xmlns:a16="http://schemas.microsoft.com/office/drawing/2014/main" id="{A1B8CF95-09ED-4E75-6220-7F28A3DFA113}"/>
                      </a:ext>
                    </a:extLst>
                  </p:cNvPr>
                  <p:cNvSpPr/>
                  <p:nvPr/>
                </p:nvSpPr>
                <p:spPr>
                  <a:xfrm>
                    <a:off x="2206664" y="603160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01" name="Freeform 1300">
                    <a:extLst>
                      <a:ext uri="{FF2B5EF4-FFF2-40B4-BE49-F238E27FC236}">
                        <a16:creationId xmlns:a16="http://schemas.microsoft.com/office/drawing/2014/main" id="{06D6C615-8E7D-9BB8-C755-BCE52707E6B8}"/>
                      </a:ext>
                    </a:extLst>
                  </p:cNvPr>
                  <p:cNvSpPr/>
                  <p:nvPr/>
                </p:nvSpPr>
                <p:spPr>
                  <a:xfrm>
                    <a:off x="2368970" y="592340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02" name="Freeform 1301">
                    <a:extLst>
                      <a:ext uri="{FF2B5EF4-FFF2-40B4-BE49-F238E27FC236}">
                        <a16:creationId xmlns:a16="http://schemas.microsoft.com/office/drawing/2014/main" id="{13EA0401-6E16-AF11-5682-03E4C5CDEC7A}"/>
                      </a:ext>
                    </a:extLst>
                  </p:cNvPr>
                  <p:cNvSpPr/>
                  <p:nvPr/>
                </p:nvSpPr>
                <p:spPr>
                  <a:xfrm>
                    <a:off x="2401356" y="5923402"/>
                    <a:ext cx="12700" cy="120904"/>
                  </a:xfrm>
                  <a:custGeom>
                    <a:avLst/>
                    <a:gdLst>
                      <a:gd name="csX0" fmla="*/ 0 w 12700"/>
                      <a:gd name="csY0" fmla="*/ 0 h 120904"/>
                      <a:gd name="csX1" fmla="*/ 0 w 12700"/>
                      <a:gd name="csY1" fmla="*/ 120904 h 120904"/>
                    </a:gdLst>
                    <a:ahLst/>
                    <a:cxnLst>
                      <a:cxn ang="0">
                        <a:pos x="csX0" y="csY0"/>
                      </a:cxn>
                      <a:cxn ang="0">
                        <a:pos x="csX1" y="csY1"/>
                      </a:cxn>
                    </a:cxnLst>
                    <a:rect l="l" t="t" r="r" b="b"/>
                    <a:pathLst>
                      <a:path w="12700" h="120904">
                        <a:moveTo>
                          <a:pt x="0" y="0"/>
                        </a:moveTo>
                        <a:lnTo>
                          <a:pt x="0" y="120904"/>
                        </a:lnTo>
                      </a:path>
                    </a:pathLst>
                  </a:custGeom>
                  <a:noFill/>
                  <a:ln w="13589" cap="flat">
                    <a:solidFill>
                      <a:srgbClr val="000000"/>
                    </a:solidFill>
                    <a:prstDash val="solid"/>
                    <a:round/>
                  </a:ln>
                </p:spPr>
                <p:txBody>
                  <a:bodyPr/>
                  <a:lstStyle/>
                  <a:p>
                    <a:pPr algn="ctr"/>
                    <a:endParaRPr lang="en-US" sz="1890"/>
                  </a:p>
                </p:txBody>
              </p:sp>
              <p:sp>
                <p:nvSpPr>
                  <p:cNvPr id="1303" name="Freeform 1302">
                    <a:extLst>
                      <a:ext uri="{FF2B5EF4-FFF2-40B4-BE49-F238E27FC236}">
                        <a16:creationId xmlns:a16="http://schemas.microsoft.com/office/drawing/2014/main" id="{1687EA20-4345-F39B-11F6-AC5242CAA0B2}"/>
                      </a:ext>
                    </a:extLst>
                  </p:cNvPr>
                  <p:cNvSpPr/>
                  <p:nvPr/>
                </p:nvSpPr>
                <p:spPr>
                  <a:xfrm>
                    <a:off x="2368970" y="604430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04" name="Freeform 1303">
                    <a:extLst>
                      <a:ext uri="{FF2B5EF4-FFF2-40B4-BE49-F238E27FC236}">
                        <a16:creationId xmlns:a16="http://schemas.microsoft.com/office/drawing/2014/main" id="{65D477B6-FCD0-7A5A-D2AD-B2812731BF05}"/>
                      </a:ext>
                    </a:extLst>
                  </p:cNvPr>
                  <p:cNvSpPr/>
                  <p:nvPr/>
                </p:nvSpPr>
                <p:spPr>
                  <a:xfrm>
                    <a:off x="2693583" y="5878189"/>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05" name="Freeform 1304">
                    <a:extLst>
                      <a:ext uri="{FF2B5EF4-FFF2-40B4-BE49-F238E27FC236}">
                        <a16:creationId xmlns:a16="http://schemas.microsoft.com/office/drawing/2014/main" id="{79D3DDD1-C9B4-9863-2879-A462D524046C}"/>
                      </a:ext>
                    </a:extLst>
                  </p:cNvPr>
                  <p:cNvSpPr/>
                  <p:nvPr/>
                </p:nvSpPr>
                <p:spPr>
                  <a:xfrm>
                    <a:off x="2725967" y="5878189"/>
                    <a:ext cx="12700" cy="29337"/>
                  </a:xfrm>
                  <a:custGeom>
                    <a:avLst/>
                    <a:gdLst>
                      <a:gd name="csX0" fmla="*/ 0 w 12700"/>
                      <a:gd name="csY0" fmla="*/ 0 h 29337"/>
                      <a:gd name="csX1" fmla="*/ 0 w 12700"/>
                      <a:gd name="csY1" fmla="*/ 29337 h 29337"/>
                    </a:gdLst>
                    <a:ahLst/>
                    <a:cxnLst>
                      <a:cxn ang="0">
                        <a:pos x="csX0" y="csY0"/>
                      </a:cxn>
                      <a:cxn ang="0">
                        <a:pos x="csX1" y="csY1"/>
                      </a:cxn>
                    </a:cxnLst>
                    <a:rect l="l" t="t" r="r" b="b"/>
                    <a:pathLst>
                      <a:path w="12700" h="29337">
                        <a:moveTo>
                          <a:pt x="0" y="0"/>
                        </a:moveTo>
                        <a:lnTo>
                          <a:pt x="0" y="29337"/>
                        </a:lnTo>
                      </a:path>
                    </a:pathLst>
                  </a:custGeom>
                  <a:noFill/>
                  <a:ln w="13589" cap="flat">
                    <a:solidFill>
                      <a:srgbClr val="000000"/>
                    </a:solidFill>
                    <a:prstDash val="solid"/>
                    <a:round/>
                  </a:ln>
                </p:spPr>
                <p:txBody>
                  <a:bodyPr/>
                  <a:lstStyle/>
                  <a:p>
                    <a:pPr algn="ctr"/>
                    <a:endParaRPr lang="en-US" sz="1890"/>
                  </a:p>
                </p:txBody>
              </p:sp>
              <p:sp>
                <p:nvSpPr>
                  <p:cNvPr id="1306" name="Freeform 1305">
                    <a:extLst>
                      <a:ext uri="{FF2B5EF4-FFF2-40B4-BE49-F238E27FC236}">
                        <a16:creationId xmlns:a16="http://schemas.microsoft.com/office/drawing/2014/main" id="{0B9A8794-70A1-1648-B538-4559E730E5F3}"/>
                      </a:ext>
                    </a:extLst>
                  </p:cNvPr>
                  <p:cNvSpPr/>
                  <p:nvPr/>
                </p:nvSpPr>
                <p:spPr>
                  <a:xfrm>
                    <a:off x="2693583" y="590752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07" name="Freeform 1306">
                    <a:extLst>
                      <a:ext uri="{FF2B5EF4-FFF2-40B4-BE49-F238E27FC236}">
                        <a16:creationId xmlns:a16="http://schemas.microsoft.com/office/drawing/2014/main" id="{FDA33D2C-A581-9AC5-7F67-C15827BB87D0}"/>
                      </a:ext>
                    </a:extLst>
                  </p:cNvPr>
                  <p:cNvSpPr/>
                  <p:nvPr/>
                </p:nvSpPr>
                <p:spPr>
                  <a:xfrm>
                    <a:off x="2396784" y="6026145"/>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08" name="Freeform 1307">
                    <a:extLst>
                      <a:ext uri="{FF2B5EF4-FFF2-40B4-BE49-F238E27FC236}">
                        <a16:creationId xmlns:a16="http://schemas.microsoft.com/office/drawing/2014/main" id="{86484203-8ED3-DA0B-CF25-706A21F81C70}"/>
                      </a:ext>
                    </a:extLst>
                  </p:cNvPr>
                  <p:cNvSpPr/>
                  <p:nvPr/>
                </p:nvSpPr>
                <p:spPr>
                  <a:xfrm>
                    <a:off x="2235240" y="594321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09" name="Freeform 1308">
                    <a:extLst>
                      <a:ext uri="{FF2B5EF4-FFF2-40B4-BE49-F238E27FC236}">
                        <a16:creationId xmlns:a16="http://schemas.microsoft.com/office/drawing/2014/main" id="{822245F9-DC38-0D6F-23AE-8F4F0FBE12C9}"/>
                      </a:ext>
                    </a:extLst>
                  </p:cNvPr>
                  <p:cNvSpPr/>
                  <p:nvPr/>
                </p:nvSpPr>
                <p:spPr>
                  <a:xfrm>
                    <a:off x="2214158" y="594219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0" name="Freeform 1309">
                    <a:extLst>
                      <a:ext uri="{FF2B5EF4-FFF2-40B4-BE49-F238E27FC236}">
                        <a16:creationId xmlns:a16="http://schemas.microsoft.com/office/drawing/2014/main" id="{85E476B4-97D6-9DC1-A09A-99EF4B7FC118}"/>
                      </a:ext>
                    </a:extLst>
                  </p:cNvPr>
                  <p:cNvSpPr/>
                  <p:nvPr/>
                </p:nvSpPr>
                <p:spPr>
                  <a:xfrm>
                    <a:off x="2718729" y="593343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1" name="Freeform 1310">
                    <a:extLst>
                      <a:ext uri="{FF2B5EF4-FFF2-40B4-BE49-F238E27FC236}">
                        <a16:creationId xmlns:a16="http://schemas.microsoft.com/office/drawing/2014/main" id="{04662354-567A-F54F-BBFF-AC539C5E59D9}"/>
                      </a:ext>
                    </a:extLst>
                  </p:cNvPr>
                  <p:cNvSpPr/>
                  <p:nvPr/>
                </p:nvSpPr>
                <p:spPr>
                  <a:xfrm>
                    <a:off x="2063282" y="60008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2" name="Freeform 1311">
                    <a:extLst>
                      <a:ext uri="{FF2B5EF4-FFF2-40B4-BE49-F238E27FC236}">
                        <a16:creationId xmlns:a16="http://schemas.microsoft.com/office/drawing/2014/main" id="{C33165A1-1A86-2460-5F46-B0DE3766729D}"/>
                      </a:ext>
                    </a:extLst>
                  </p:cNvPr>
                  <p:cNvSpPr/>
                  <p:nvPr/>
                </p:nvSpPr>
                <p:spPr>
                  <a:xfrm>
                    <a:off x="2708569" y="587996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3" name="Freeform 1312">
                    <a:extLst>
                      <a:ext uri="{FF2B5EF4-FFF2-40B4-BE49-F238E27FC236}">
                        <a16:creationId xmlns:a16="http://schemas.microsoft.com/office/drawing/2014/main" id="{1254CC80-5EF1-ADE2-EA8E-8EEAB15AE5D8}"/>
                      </a:ext>
                    </a:extLst>
                  </p:cNvPr>
                  <p:cNvSpPr/>
                  <p:nvPr/>
                </p:nvSpPr>
                <p:spPr>
                  <a:xfrm>
                    <a:off x="2066457" y="58733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4" name="Freeform 1313">
                    <a:extLst>
                      <a:ext uri="{FF2B5EF4-FFF2-40B4-BE49-F238E27FC236}">
                        <a16:creationId xmlns:a16="http://schemas.microsoft.com/office/drawing/2014/main" id="{0CF1E884-39CB-017E-8E5A-3610160FAB73}"/>
                      </a:ext>
                    </a:extLst>
                  </p:cNvPr>
                  <p:cNvSpPr/>
                  <p:nvPr/>
                </p:nvSpPr>
                <p:spPr>
                  <a:xfrm>
                    <a:off x="2696123" y="58511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5" name="Freeform 1314">
                    <a:extLst>
                      <a:ext uri="{FF2B5EF4-FFF2-40B4-BE49-F238E27FC236}">
                        <a16:creationId xmlns:a16="http://schemas.microsoft.com/office/drawing/2014/main" id="{EF69D632-1E7E-91D9-5917-4FB288BFB933}"/>
                      </a:ext>
                    </a:extLst>
                  </p:cNvPr>
                  <p:cNvSpPr/>
                  <p:nvPr/>
                </p:nvSpPr>
                <p:spPr>
                  <a:xfrm>
                    <a:off x="2063790" y="577138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6" name="Freeform 1315">
                    <a:extLst>
                      <a:ext uri="{FF2B5EF4-FFF2-40B4-BE49-F238E27FC236}">
                        <a16:creationId xmlns:a16="http://schemas.microsoft.com/office/drawing/2014/main" id="{285B9D3C-D371-4596-CC26-08B5D3827D93}"/>
                      </a:ext>
                    </a:extLst>
                  </p:cNvPr>
                  <p:cNvSpPr/>
                  <p:nvPr/>
                </p:nvSpPr>
                <p:spPr>
                  <a:xfrm>
                    <a:off x="2714665" y="584758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7" name="Freeform 1316">
                    <a:extLst>
                      <a:ext uri="{FF2B5EF4-FFF2-40B4-BE49-F238E27FC236}">
                        <a16:creationId xmlns:a16="http://schemas.microsoft.com/office/drawing/2014/main" id="{D25A3DD7-F8ED-06BE-FE4A-534EC9566E67}"/>
                      </a:ext>
                    </a:extLst>
                  </p:cNvPr>
                  <p:cNvSpPr/>
                  <p:nvPr/>
                </p:nvSpPr>
                <p:spPr>
                  <a:xfrm>
                    <a:off x="2057313" y="58883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8" name="Freeform 1317">
                    <a:extLst>
                      <a:ext uri="{FF2B5EF4-FFF2-40B4-BE49-F238E27FC236}">
                        <a16:creationId xmlns:a16="http://schemas.microsoft.com/office/drawing/2014/main" id="{E4C6284E-852B-7E24-0900-48A530B3C291}"/>
                      </a:ext>
                    </a:extLst>
                  </p:cNvPr>
                  <p:cNvSpPr/>
                  <p:nvPr/>
                </p:nvSpPr>
                <p:spPr>
                  <a:xfrm>
                    <a:off x="2715046" y="589647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19" name="Freeform 1318">
                    <a:extLst>
                      <a:ext uri="{FF2B5EF4-FFF2-40B4-BE49-F238E27FC236}">
                        <a16:creationId xmlns:a16="http://schemas.microsoft.com/office/drawing/2014/main" id="{BE4C7FD0-CFD4-59A0-18DC-D753EF26C535}"/>
                      </a:ext>
                    </a:extLst>
                  </p:cNvPr>
                  <p:cNvSpPr/>
                  <p:nvPr/>
                </p:nvSpPr>
                <p:spPr>
                  <a:xfrm>
                    <a:off x="2072807" y="596683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0" name="Freeform 1319">
                    <a:extLst>
                      <a:ext uri="{FF2B5EF4-FFF2-40B4-BE49-F238E27FC236}">
                        <a16:creationId xmlns:a16="http://schemas.microsoft.com/office/drawing/2014/main" id="{B3A215DE-F4A5-D98B-B810-0B08BAE6ADED}"/>
                      </a:ext>
                    </a:extLst>
                  </p:cNvPr>
                  <p:cNvSpPr/>
                  <p:nvPr/>
                </p:nvSpPr>
                <p:spPr>
                  <a:xfrm>
                    <a:off x="2213142" y="601408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1" name="Freeform 1320">
                    <a:extLst>
                      <a:ext uri="{FF2B5EF4-FFF2-40B4-BE49-F238E27FC236}">
                        <a16:creationId xmlns:a16="http://schemas.microsoft.com/office/drawing/2014/main" id="{2785C22D-158B-AD33-22A4-BB87350F5B40}"/>
                      </a:ext>
                    </a:extLst>
                  </p:cNvPr>
                  <p:cNvSpPr/>
                  <p:nvPr/>
                </p:nvSpPr>
                <p:spPr>
                  <a:xfrm>
                    <a:off x="2706791" y="58400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2" name="Freeform 1321">
                    <a:extLst>
                      <a:ext uri="{FF2B5EF4-FFF2-40B4-BE49-F238E27FC236}">
                        <a16:creationId xmlns:a16="http://schemas.microsoft.com/office/drawing/2014/main" id="{EBEC59F0-4246-E675-015E-1F2C9379E70D}"/>
                      </a:ext>
                    </a:extLst>
                  </p:cNvPr>
                  <p:cNvSpPr/>
                  <p:nvPr/>
                </p:nvSpPr>
                <p:spPr>
                  <a:xfrm>
                    <a:off x="2073061" y="58679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3" name="Freeform 1322">
                    <a:extLst>
                      <a:ext uri="{FF2B5EF4-FFF2-40B4-BE49-F238E27FC236}">
                        <a16:creationId xmlns:a16="http://schemas.microsoft.com/office/drawing/2014/main" id="{55DA2A86-6BCD-7AC7-888F-1130BCF39326}"/>
                      </a:ext>
                    </a:extLst>
                  </p:cNvPr>
                  <p:cNvSpPr/>
                  <p:nvPr/>
                </p:nvSpPr>
                <p:spPr>
                  <a:xfrm>
                    <a:off x="2398816" y="59052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4" name="Freeform 1323">
                    <a:extLst>
                      <a:ext uri="{FF2B5EF4-FFF2-40B4-BE49-F238E27FC236}">
                        <a16:creationId xmlns:a16="http://schemas.microsoft.com/office/drawing/2014/main" id="{82669E1C-4917-D17F-9A67-ECA165063C01}"/>
                      </a:ext>
                    </a:extLst>
                  </p:cNvPr>
                  <p:cNvSpPr/>
                  <p:nvPr/>
                </p:nvSpPr>
                <p:spPr>
                  <a:xfrm>
                    <a:off x="2208570" y="57428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5" name="Freeform 1324">
                    <a:extLst>
                      <a:ext uri="{FF2B5EF4-FFF2-40B4-BE49-F238E27FC236}">
                        <a16:creationId xmlns:a16="http://schemas.microsoft.com/office/drawing/2014/main" id="{960D0805-AD73-2974-0A9C-99EF3CF3EAE9}"/>
                      </a:ext>
                    </a:extLst>
                  </p:cNvPr>
                  <p:cNvSpPr/>
                  <p:nvPr/>
                </p:nvSpPr>
                <p:spPr>
                  <a:xfrm>
                    <a:off x="2220254" y="617410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6" name="Freeform 1325">
                    <a:extLst>
                      <a:ext uri="{FF2B5EF4-FFF2-40B4-BE49-F238E27FC236}">
                        <a16:creationId xmlns:a16="http://schemas.microsoft.com/office/drawing/2014/main" id="{765987F1-24E1-C4A3-B997-ECDB02AA8C89}"/>
                      </a:ext>
                    </a:extLst>
                  </p:cNvPr>
                  <p:cNvSpPr/>
                  <p:nvPr/>
                </p:nvSpPr>
                <p:spPr>
                  <a:xfrm>
                    <a:off x="2547660" y="596632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7" name="Freeform 1326">
                    <a:extLst>
                      <a:ext uri="{FF2B5EF4-FFF2-40B4-BE49-F238E27FC236}">
                        <a16:creationId xmlns:a16="http://schemas.microsoft.com/office/drawing/2014/main" id="{8370107E-5D5D-6F48-D817-C27CBC40B47B}"/>
                      </a:ext>
                    </a:extLst>
                  </p:cNvPr>
                  <p:cNvSpPr/>
                  <p:nvPr/>
                </p:nvSpPr>
                <p:spPr>
                  <a:xfrm>
                    <a:off x="2234224" y="6019795"/>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8" name="Freeform 1327">
                    <a:extLst>
                      <a:ext uri="{FF2B5EF4-FFF2-40B4-BE49-F238E27FC236}">
                        <a16:creationId xmlns:a16="http://schemas.microsoft.com/office/drawing/2014/main" id="{3407AD3B-366D-8E2E-ECB7-C4302EEAC9F9}"/>
                      </a:ext>
                    </a:extLst>
                  </p:cNvPr>
                  <p:cNvSpPr/>
                  <p:nvPr/>
                </p:nvSpPr>
                <p:spPr>
                  <a:xfrm>
                    <a:off x="2209332" y="59140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29" name="TextBox 1328">
                    <a:extLst>
                      <a:ext uri="{FF2B5EF4-FFF2-40B4-BE49-F238E27FC236}">
                        <a16:creationId xmlns:a16="http://schemas.microsoft.com/office/drawing/2014/main" id="{9738B17F-9944-9D35-1000-67B7EFCF2AD5}"/>
                      </a:ext>
                    </a:extLst>
                  </p:cNvPr>
                  <p:cNvSpPr txBox="1"/>
                  <p:nvPr/>
                </p:nvSpPr>
                <p:spPr>
                  <a:xfrm>
                    <a:off x="2012186" y="5542871"/>
                    <a:ext cx="275168"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330" name="Freeform 1329">
                    <a:extLst>
                      <a:ext uri="{FF2B5EF4-FFF2-40B4-BE49-F238E27FC236}">
                        <a16:creationId xmlns:a16="http://schemas.microsoft.com/office/drawing/2014/main" id="{361B505D-E52F-C34F-81BE-C868614E1536}"/>
                      </a:ext>
                    </a:extLst>
                  </p:cNvPr>
                  <p:cNvSpPr/>
                  <p:nvPr/>
                </p:nvSpPr>
                <p:spPr>
                  <a:xfrm>
                    <a:off x="2076744" y="5715757"/>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331" name="TextBox 1330">
                    <a:extLst>
                      <a:ext uri="{FF2B5EF4-FFF2-40B4-BE49-F238E27FC236}">
                        <a16:creationId xmlns:a16="http://schemas.microsoft.com/office/drawing/2014/main" id="{32CC2C91-3076-39BA-3AC4-0B65BECF94CC}"/>
                      </a:ext>
                    </a:extLst>
                  </p:cNvPr>
                  <p:cNvSpPr txBox="1"/>
                  <p:nvPr/>
                </p:nvSpPr>
                <p:spPr>
                  <a:xfrm>
                    <a:off x="2313186" y="5542871"/>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332" name="Freeform 1331">
                    <a:extLst>
                      <a:ext uri="{FF2B5EF4-FFF2-40B4-BE49-F238E27FC236}">
                        <a16:creationId xmlns:a16="http://schemas.microsoft.com/office/drawing/2014/main" id="{88B05FF6-C05D-B160-2782-ADD994EB1F31}"/>
                      </a:ext>
                    </a:extLst>
                  </p:cNvPr>
                  <p:cNvSpPr/>
                  <p:nvPr/>
                </p:nvSpPr>
                <p:spPr>
                  <a:xfrm>
                    <a:off x="2255306" y="5715757"/>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333" name="TextBox 1332">
                    <a:extLst>
                      <a:ext uri="{FF2B5EF4-FFF2-40B4-BE49-F238E27FC236}">
                        <a16:creationId xmlns:a16="http://schemas.microsoft.com/office/drawing/2014/main" id="{2342C947-B94A-4708-20CA-26B3D36A6413}"/>
                      </a:ext>
                    </a:extLst>
                  </p:cNvPr>
                  <p:cNvSpPr txBox="1"/>
                  <p:nvPr/>
                </p:nvSpPr>
                <p:spPr>
                  <a:xfrm>
                    <a:off x="2170467" y="5471545"/>
                    <a:ext cx="461778"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0.848</a:t>
                    </a:r>
                  </a:p>
                </p:txBody>
              </p:sp>
              <p:sp>
                <p:nvSpPr>
                  <p:cNvPr id="1334" name="Freeform 1333">
                    <a:extLst>
                      <a:ext uri="{FF2B5EF4-FFF2-40B4-BE49-F238E27FC236}">
                        <a16:creationId xmlns:a16="http://schemas.microsoft.com/office/drawing/2014/main" id="{4E61624A-C66E-B5B9-B19A-04F2285534B5}"/>
                      </a:ext>
                    </a:extLst>
                  </p:cNvPr>
                  <p:cNvSpPr/>
                  <p:nvPr/>
                </p:nvSpPr>
                <p:spPr>
                  <a:xfrm>
                    <a:off x="2076744" y="5602854"/>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335" name="Graphic 603">
                  <a:extLst>
                    <a:ext uri="{FF2B5EF4-FFF2-40B4-BE49-F238E27FC236}">
                      <a16:creationId xmlns:a16="http://schemas.microsoft.com/office/drawing/2014/main" id="{B108F19A-C12C-CBF4-4532-E7CA166BF8E6}"/>
                    </a:ext>
                  </a:extLst>
                </p:cNvPr>
                <p:cNvGrpSpPr/>
                <p:nvPr/>
              </p:nvGrpSpPr>
              <p:grpSpPr>
                <a:xfrm>
                  <a:off x="1663599" y="5232907"/>
                  <a:ext cx="1191469" cy="1196086"/>
                  <a:chOff x="1663599" y="5232907"/>
                  <a:chExt cx="1191469" cy="1196086"/>
                </a:xfrm>
              </p:grpSpPr>
              <p:sp>
                <p:nvSpPr>
                  <p:cNvPr id="1336" name="Freeform 1335">
                    <a:extLst>
                      <a:ext uri="{FF2B5EF4-FFF2-40B4-BE49-F238E27FC236}">
                        <a16:creationId xmlns:a16="http://schemas.microsoft.com/office/drawing/2014/main" id="{C5776549-2D90-EF32-E204-0AAE1B80CA15}"/>
                      </a:ext>
                    </a:extLst>
                  </p:cNvPr>
                  <p:cNvSpPr/>
                  <p:nvPr/>
                </p:nvSpPr>
                <p:spPr>
                  <a:xfrm>
                    <a:off x="1979335" y="5535163"/>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337" name="TextBox 1336">
                    <a:extLst>
                      <a:ext uri="{FF2B5EF4-FFF2-40B4-BE49-F238E27FC236}">
                        <a16:creationId xmlns:a16="http://schemas.microsoft.com/office/drawing/2014/main" id="{3CDF7E6D-622A-523C-04BB-3C55A98EF44E}"/>
                      </a:ext>
                    </a:extLst>
                  </p:cNvPr>
                  <p:cNvSpPr txBox="1"/>
                  <p:nvPr/>
                </p:nvSpPr>
                <p:spPr>
                  <a:xfrm>
                    <a:off x="1663599" y="610543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338" name="TextBox 1337">
                    <a:extLst>
                      <a:ext uri="{FF2B5EF4-FFF2-40B4-BE49-F238E27FC236}">
                        <a16:creationId xmlns:a16="http://schemas.microsoft.com/office/drawing/2014/main" id="{89D36C12-0A29-A9AA-C8C7-B925C5522C99}"/>
                      </a:ext>
                    </a:extLst>
                  </p:cNvPr>
                  <p:cNvSpPr txBox="1"/>
                  <p:nvPr/>
                </p:nvSpPr>
                <p:spPr>
                  <a:xfrm>
                    <a:off x="1663599" y="593919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1339" name="TextBox 1338">
                    <a:extLst>
                      <a:ext uri="{FF2B5EF4-FFF2-40B4-BE49-F238E27FC236}">
                        <a16:creationId xmlns:a16="http://schemas.microsoft.com/office/drawing/2014/main" id="{BD50723E-E30B-EDF6-B683-4FBBAF0F427F}"/>
                      </a:ext>
                    </a:extLst>
                  </p:cNvPr>
                  <p:cNvSpPr txBox="1"/>
                  <p:nvPr/>
                </p:nvSpPr>
                <p:spPr>
                  <a:xfrm>
                    <a:off x="1663599" y="577282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1340" name="TextBox 1339">
                    <a:extLst>
                      <a:ext uri="{FF2B5EF4-FFF2-40B4-BE49-F238E27FC236}">
                        <a16:creationId xmlns:a16="http://schemas.microsoft.com/office/drawing/2014/main" id="{F3A14016-4E5B-249C-18CC-7B98F2369D3B}"/>
                      </a:ext>
                    </a:extLst>
                  </p:cNvPr>
                  <p:cNvSpPr txBox="1"/>
                  <p:nvPr/>
                </p:nvSpPr>
                <p:spPr>
                  <a:xfrm>
                    <a:off x="1663599" y="5606582"/>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a:t>
                    </a:r>
                  </a:p>
                </p:txBody>
              </p:sp>
              <p:sp>
                <p:nvSpPr>
                  <p:cNvPr id="1341" name="TextBox 1340">
                    <a:extLst>
                      <a:ext uri="{FF2B5EF4-FFF2-40B4-BE49-F238E27FC236}">
                        <a16:creationId xmlns:a16="http://schemas.microsoft.com/office/drawing/2014/main" id="{D2D96C2E-9496-E055-AFB0-D838A4CA9D5B}"/>
                      </a:ext>
                    </a:extLst>
                  </p:cNvPr>
                  <p:cNvSpPr txBox="1"/>
                  <p:nvPr/>
                </p:nvSpPr>
                <p:spPr>
                  <a:xfrm>
                    <a:off x="1663599" y="5440339"/>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4%</a:t>
                    </a:r>
                  </a:p>
                </p:txBody>
              </p:sp>
              <p:sp>
                <p:nvSpPr>
                  <p:cNvPr id="1342" name="Freeform 1341">
                    <a:extLst>
                      <a:ext uri="{FF2B5EF4-FFF2-40B4-BE49-F238E27FC236}">
                        <a16:creationId xmlns:a16="http://schemas.microsoft.com/office/drawing/2014/main" id="{B9AD8D5D-31D6-4D48-6514-A9D122559937}"/>
                      </a:ext>
                    </a:extLst>
                  </p:cNvPr>
                  <p:cNvSpPr/>
                  <p:nvPr/>
                </p:nvSpPr>
                <p:spPr>
                  <a:xfrm>
                    <a:off x="1944536" y="621232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343" name="Freeform 1342">
                    <a:extLst>
                      <a:ext uri="{FF2B5EF4-FFF2-40B4-BE49-F238E27FC236}">
                        <a16:creationId xmlns:a16="http://schemas.microsoft.com/office/drawing/2014/main" id="{1193E236-8259-68CE-D482-5A5A5F6F5551}"/>
                      </a:ext>
                    </a:extLst>
                  </p:cNvPr>
                  <p:cNvSpPr/>
                  <p:nvPr/>
                </p:nvSpPr>
                <p:spPr>
                  <a:xfrm>
                    <a:off x="1944536" y="604608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344" name="Freeform 1343">
                    <a:extLst>
                      <a:ext uri="{FF2B5EF4-FFF2-40B4-BE49-F238E27FC236}">
                        <a16:creationId xmlns:a16="http://schemas.microsoft.com/office/drawing/2014/main" id="{386578BE-FB55-F818-D51C-6377EC9CED32}"/>
                      </a:ext>
                    </a:extLst>
                  </p:cNvPr>
                  <p:cNvSpPr/>
                  <p:nvPr/>
                </p:nvSpPr>
                <p:spPr>
                  <a:xfrm>
                    <a:off x="1944536" y="587971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345" name="Freeform 1344">
                    <a:extLst>
                      <a:ext uri="{FF2B5EF4-FFF2-40B4-BE49-F238E27FC236}">
                        <a16:creationId xmlns:a16="http://schemas.microsoft.com/office/drawing/2014/main" id="{3E18665B-0802-222E-E29C-59A24B7D30F5}"/>
                      </a:ext>
                    </a:extLst>
                  </p:cNvPr>
                  <p:cNvSpPr/>
                  <p:nvPr/>
                </p:nvSpPr>
                <p:spPr>
                  <a:xfrm>
                    <a:off x="1944536" y="571347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346" name="Freeform 1345">
                    <a:extLst>
                      <a:ext uri="{FF2B5EF4-FFF2-40B4-BE49-F238E27FC236}">
                        <a16:creationId xmlns:a16="http://schemas.microsoft.com/office/drawing/2014/main" id="{88528B4B-F9CF-1121-BC25-C2D5D8C2CD7E}"/>
                      </a:ext>
                    </a:extLst>
                  </p:cNvPr>
                  <p:cNvSpPr/>
                  <p:nvPr/>
                </p:nvSpPr>
                <p:spPr>
                  <a:xfrm>
                    <a:off x="1944536" y="554722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347" name="Freeform 1346">
                    <a:extLst>
                      <a:ext uri="{FF2B5EF4-FFF2-40B4-BE49-F238E27FC236}">
                        <a16:creationId xmlns:a16="http://schemas.microsoft.com/office/drawing/2014/main" id="{03DED58A-CD66-36D5-2385-70C9FCC5AE39}"/>
                      </a:ext>
                    </a:extLst>
                  </p:cNvPr>
                  <p:cNvSpPr/>
                  <p:nvPr/>
                </p:nvSpPr>
                <p:spPr>
                  <a:xfrm>
                    <a:off x="1979335" y="6212327"/>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348" name="Freeform 1347">
                    <a:extLst>
                      <a:ext uri="{FF2B5EF4-FFF2-40B4-BE49-F238E27FC236}">
                        <a16:creationId xmlns:a16="http://schemas.microsoft.com/office/drawing/2014/main" id="{DDD183C2-9FCA-4833-4177-358F9173DB05}"/>
                      </a:ext>
                    </a:extLst>
                  </p:cNvPr>
                  <p:cNvSpPr/>
                  <p:nvPr/>
                </p:nvSpPr>
                <p:spPr>
                  <a:xfrm>
                    <a:off x="2076743"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349" name="Freeform 1348">
                    <a:extLst>
                      <a:ext uri="{FF2B5EF4-FFF2-40B4-BE49-F238E27FC236}">
                        <a16:creationId xmlns:a16="http://schemas.microsoft.com/office/drawing/2014/main" id="{C98E0B05-8751-3F8D-ED62-B36AE602D32B}"/>
                      </a:ext>
                    </a:extLst>
                  </p:cNvPr>
                  <p:cNvSpPr/>
                  <p:nvPr/>
                </p:nvSpPr>
                <p:spPr>
                  <a:xfrm>
                    <a:off x="2239049"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350" name="Freeform 1349">
                    <a:extLst>
                      <a:ext uri="{FF2B5EF4-FFF2-40B4-BE49-F238E27FC236}">
                        <a16:creationId xmlns:a16="http://schemas.microsoft.com/office/drawing/2014/main" id="{D5D41269-3D4F-4E3D-2830-F155842FD089}"/>
                      </a:ext>
                    </a:extLst>
                  </p:cNvPr>
                  <p:cNvSpPr/>
                  <p:nvPr/>
                </p:nvSpPr>
                <p:spPr>
                  <a:xfrm>
                    <a:off x="2401356"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351" name="Freeform 1350">
                    <a:extLst>
                      <a:ext uri="{FF2B5EF4-FFF2-40B4-BE49-F238E27FC236}">
                        <a16:creationId xmlns:a16="http://schemas.microsoft.com/office/drawing/2014/main" id="{6047B0CD-6567-FE6B-FEEF-6768D36988B5}"/>
                      </a:ext>
                    </a:extLst>
                  </p:cNvPr>
                  <p:cNvSpPr/>
                  <p:nvPr/>
                </p:nvSpPr>
                <p:spPr>
                  <a:xfrm>
                    <a:off x="2563661"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352" name="Freeform 1351">
                    <a:extLst>
                      <a:ext uri="{FF2B5EF4-FFF2-40B4-BE49-F238E27FC236}">
                        <a16:creationId xmlns:a16="http://schemas.microsoft.com/office/drawing/2014/main" id="{3F979F28-0483-29DE-4188-4FEC190F28DB}"/>
                      </a:ext>
                    </a:extLst>
                  </p:cNvPr>
                  <p:cNvSpPr/>
                  <p:nvPr/>
                </p:nvSpPr>
                <p:spPr>
                  <a:xfrm>
                    <a:off x="2725967"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353" name="TextBox 1352">
                    <a:extLst>
                      <a:ext uri="{FF2B5EF4-FFF2-40B4-BE49-F238E27FC236}">
                        <a16:creationId xmlns:a16="http://schemas.microsoft.com/office/drawing/2014/main" id="{9CE1B3FA-39DA-CE1E-F6D4-F245A169ABC5}"/>
                      </a:ext>
                    </a:extLst>
                  </p:cNvPr>
                  <p:cNvSpPr txBox="1"/>
                  <p:nvPr/>
                </p:nvSpPr>
                <p:spPr>
                  <a:xfrm>
                    <a:off x="1936615" y="6208181"/>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354" name="TextBox 1353">
                    <a:extLst>
                      <a:ext uri="{FF2B5EF4-FFF2-40B4-BE49-F238E27FC236}">
                        <a16:creationId xmlns:a16="http://schemas.microsoft.com/office/drawing/2014/main" id="{F6B4890F-0384-2AA2-7E84-5EB85B3229BA}"/>
                      </a:ext>
                    </a:extLst>
                  </p:cNvPr>
                  <p:cNvSpPr txBox="1"/>
                  <p:nvPr/>
                </p:nvSpPr>
                <p:spPr>
                  <a:xfrm>
                    <a:off x="2126912" y="6208181"/>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355" name="TextBox 1354">
                    <a:extLst>
                      <a:ext uri="{FF2B5EF4-FFF2-40B4-BE49-F238E27FC236}">
                        <a16:creationId xmlns:a16="http://schemas.microsoft.com/office/drawing/2014/main" id="{2F413A31-AAE0-4C21-F809-EB65718B4059}"/>
                      </a:ext>
                    </a:extLst>
                  </p:cNvPr>
                  <p:cNvSpPr txBox="1"/>
                  <p:nvPr/>
                </p:nvSpPr>
                <p:spPr>
                  <a:xfrm>
                    <a:off x="2260378" y="6208181"/>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356" name="TextBox 1355">
                    <a:extLst>
                      <a:ext uri="{FF2B5EF4-FFF2-40B4-BE49-F238E27FC236}">
                        <a16:creationId xmlns:a16="http://schemas.microsoft.com/office/drawing/2014/main" id="{D4A10527-8281-9EB1-3978-8A4E44EE5DCE}"/>
                      </a:ext>
                    </a:extLst>
                  </p:cNvPr>
                  <p:cNvSpPr txBox="1"/>
                  <p:nvPr/>
                </p:nvSpPr>
                <p:spPr>
                  <a:xfrm>
                    <a:off x="2397237" y="6208181"/>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357" name="TextBox 1356">
                    <a:extLst>
                      <a:ext uri="{FF2B5EF4-FFF2-40B4-BE49-F238E27FC236}">
                        <a16:creationId xmlns:a16="http://schemas.microsoft.com/office/drawing/2014/main" id="{C09C3D43-FD62-39C8-85BE-DD1F60FEB9C6}"/>
                      </a:ext>
                    </a:extLst>
                  </p:cNvPr>
                  <p:cNvSpPr txBox="1"/>
                  <p:nvPr/>
                </p:nvSpPr>
                <p:spPr>
                  <a:xfrm>
                    <a:off x="2596865" y="6208181"/>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360" name="TextBox 1359">
                    <a:extLst>
                      <a:ext uri="{FF2B5EF4-FFF2-40B4-BE49-F238E27FC236}">
                        <a16:creationId xmlns:a16="http://schemas.microsoft.com/office/drawing/2014/main" id="{8AA0FD99-FC7B-AA2F-161D-0D29A105F86D}"/>
                      </a:ext>
                    </a:extLst>
                  </p:cNvPr>
                  <p:cNvSpPr txBox="1"/>
                  <p:nvPr/>
                </p:nvSpPr>
                <p:spPr>
                  <a:xfrm>
                    <a:off x="1882781" y="5232907"/>
                    <a:ext cx="957147"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19_Di_GABA</a:t>
                    </a:r>
                  </a:p>
                </p:txBody>
              </p:sp>
            </p:grpSp>
          </p:grpSp>
          <p:grpSp>
            <p:nvGrpSpPr>
              <p:cNvPr id="1361" name="Graphic 605">
                <a:extLst>
                  <a:ext uri="{FF2B5EF4-FFF2-40B4-BE49-F238E27FC236}">
                    <a16:creationId xmlns:a16="http://schemas.microsoft.com/office/drawing/2014/main" id="{B8AE9215-1AB9-3031-7D57-2096FDACA211}"/>
                  </a:ext>
                </a:extLst>
              </p:cNvPr>
              <p:cNvGrpSpPr/>
              <p:nvPr/>
            </p:nvGrpSpPr>
            <p:grpSpPr>
              <a:xfrm>
                <a:off x="4487889" y="3143882"/>
                <a:ext cx="1191469" cy="1196086"/>
                <a:chOff x="3035199" y="5232907"/>
                <a:chExt cx="1191469" cy="1196086"/>
              </a:xfrm>
            </p:grpSpPr>
            <p:grpSp>
              <p:nvGrpSpPr>
                <p:cNvPr id="1364" name="Graphic 605">
                  <a:extLst>
                    <a:ext uri="{FF2B5EF4-FFF2-40B4-BE49-F238E27FC236}">
                      <a16:creationId xmlns:a16="http://schemas.microsoft.com/office/drawing/2014/main" id="{B828E48E-5777-5474-FAD7-9BA885A2AF66}"/>
                    </a:ext>
                  </a:extLst>
                </p:cNvPr>
                <p:cNvGrpSpPr/>
                <p:nvPr/>
              </p:nvGrpSpPr>
              <p:grpSpPr>
                <a:xfrm>
                  <a:off x="3290481" y="5429968"/>
                  <a:ext cx="904495" cy="782486"/>
                  <a:chOff x="3290481" y="5429968"/>
                  <a:chExt cx="904495" cy="782486"/>
                </a:xfrm>
              </p:grpSpPr>
              <p:sp>
                <p:nvSpPr>
                  <p:cNvPr id="1365" name="Freeform 1364">
                    <a:extLst>
                      <a:ext uri="{FF2B5EF4-FFF2-40B4-BE49-F238E27FC236}">
                        <a16:creationId xmlns:a16="http://schemas.microsoft.com/office/drawing/2014/main" id="{F024502F-921B-4999-8DBB-8FEE8DAE210B}"/>
                      </a:ext>
                    </a:extLst>
                  </p:cNvPr>
                  <p:cNvSpPr/>
                  <p:nvPr/>
                </p:nvSpPr>
                <p:spPr>
                  <a:xfrm>
                    <a:off x="3350935" y="5535163"/>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366" name="Freeform 1365">
                    <a:extLst>
                      <a:ext uri="{FF2B5EF4-FFF2-40B4-BE49-F238E27FC236}">
                        <a16:creationId xmlns:a16="http://schemas.microsoft.com/office/drawing/2014/main" id="{36671CB1-8595-B537-92C7-16F281A77C4F}"/>
                      </a:ext>
                    </a:extLst>
                  </p:cNvPr>
                  <p:cNvSpPr/>
                  <p:nvPr/>
                </p:nvSpPr>
                <p:spPr>
                  <a:xfrm>
                    <a:off x="3399703" y="5889239"/>
                    <a:ext cx="97409" cy="323088"/>
                  </a:xfrm>
                  <a:custGeom>
                    <a:avLst/>
                    <a:gdLst>
                      <a:gd name="csX0" fmla="*/ 0 w 97409"/>
                      <a:gd name="csY0" fmla="*/ 0 h 323088"/>
                      <a:gd name="csX1" fmla="*/ 97409 w 97409"/>
                      <a:gd name="csY1" fmla="*/ 0 h 323088"/>
                      <a:gd name="csX2" fmla="*/ 97409 w 97409"/>
                      <a:gd name="csY2" fmla="*/ 323088 h 323088"/>
                      <a:gd name="csX3" fmla="*/ 0 w 97409"/>
                      <a:gd name="csY3" fmla="*/ 323088 h 323088"/>
                    </a:gdLst>
                    <a:ahLst/>
                    <a:cxnLst>
                      <a:cxn ang="0">
                        <a:pos x="csX0" y="csY0"/>
                      </a:cxn>
                      <a:cxn ang="0">
                        <a:pos x="csX1" y="csY1"/>
                      </a:cxn>
                      <a:cxn ang="0">
                        <a:pos x="csX2" y="csY2"/>
                      </a:cxn>
                      <a:cxn ang="0">
                        <a:pos x="csX3" y="csY3"/>
                      </a:cxn>
                    </a:cxnLst>
                    <a:rect l="l" t="t" r="r" b="b"/>
                    <a:pathLst>
                      <a:path w="97409" h="323088">
                        <a:moveTo>
                          <a:pt x="0" y="0"/>
                        </a:moveTo>
                        <a:lnTo>
                          <a:pt x="97409" y="0"/>
                        </a:lnTo>
                        <a:lnTo>
                          <a:pt x="97409" y="323088"/>
                        </a:lnTo>
                        <a:lnTo>
                          <a:pt x="0" y="323088"/>
                        </a:lnTo>
                        <a:close/>
                      </a:path>
                    </a:pathLst>
                  </a:custGeom>
                  <a:solidFill>
                    <a:srgbClr val="1965B0"/>
                  </a:solidFill>
                  <a:ln w="13589" cap="flat">
                    <a:noFill/>
                    <a:prstDash val="solid"/>
                    <a:miter/>
                  </a:ln>
                </p:spPr>
                <p:txBody>
                  <a:bodyPr/>
                  <a:lstStyle/>
                  <a:p>
                    <a:pPr algn="ctr"/>
                    <a:endParaRPr lang="en-US" sz="1890"/>
                  </a:p>
                </p:txBody>
              </p:sp>
              <p:sp>
                <p:nvSpPr>
                  <p:cNvPr id="1367" name="Freeform 1366">
                    <a:extLst>
                      <a:ext uri="{FF2B5EF4-FFF2-40B4-BE49-F238E27FC236}">
                        <a16:creationId xmlns:a16="http://schemas.microsoft.com/office/drawing/2014/main" id="{56392027-AF28-AB7E-B5EF-8590E1E01410}"/>
                      </a:ext>
                    </a:extLst>
                  </p:cNvPr>
                  <p:cNvSpPr/>
                  <p:nvPr/>
                </p:nvSpPr>
                <p:spPr>
                  <a:xfrm>
                    <a:off x="3562009" y="5856473"/>
                    <a:ext cx="97409" cy="355854"/>
                  </a:xfrm>
                  <a:custGeom>
                    <a:avLst/>
                    <a:gdLst>
                      <a:gd name="csX0" fmla="*/ 0 w 97409"/>
                      <a:gd name="csY0" fmla="*/ 0 h 355854"/>
                      <a:gd name="csX1" fmla="*/ 97409 w 97409"/>
                      <a:gd name="csY1" fmla="*/ 0 h 355854"/>
                      <a:gd name="csX2" fmla="*/ 97409 w 97409"/>
                      <a:gd name="csY2" fmla="*/ 355854 h 355854"/>
                      <a:gd name="csX3" fmla="*/ 0 w 97409"/>
                      <a:gd name="csY3" fmla="*/ 355854 h 355854"/>
                    </a:gdLst>
                    <a:ahLst/>
                    <a:cxnLst>
                      <a:cxn ang="0">
                        <a:pos x="csX0" y="csY0"/>
                      </a:cxn>
                      <a:cxn ang="0">
                        <a:pos x="csX1" y="csY1"/>
                      </a:cxn>
                      <a:cxn ang="0">
                        <a:pos x="csX2" y="csY2"/>
                      </a:cxn>
                      <a:cxn ang="0">
                        <a:pos x="csX3" y="csY3"/>
                      </a:cxn>
                    </a:cxnLst>
                    <a:rect l="l" t="t" r="r" b="b"/>
                    <a:pathLst>
                      <a:path w="97409" h="355854">
                        <a:moveTo>
                          <a:pt x="0" y="0"/>
                        </a:moveTo>
                        <a:lnTo>
                          <a:pt x="97409" y="0"/>
                        </a:lnTo>
                        <a:lnTo>
                          <a:pt x="97409" y="355854"/>
                        </a:lnTo>
                        <a:lnTo>
                          <a:pt x="0" y="355854"/>
                        </a:lnTo>
                        <a:close/>
                      </a:path>
                    </a:pathLst>
                  </a:custGeom>
                  <a:solidFill>
                    <a:srgbClr val="4EB265"/>
                  </a:solidFill>
                  <a:ln w="13589" cap="flat">
                    <a:noFill/>
                    <a:prstDash val="solid"/>
                    <a:miter/>
                  </a:ln>
                </p:spPr>
                <p:txBody>
                  <a:bodyPr/>
                  <a:lstStyle/>
                  <a:p>
                    <a:pPr algn="ctr"/>
                    <a:endParaRPr lang="en-US" sz="1890"/>
                  </a:p>
                </p:txBody>
              </p:sp>
              <p:sp>
                <p:nvSpPr>
                  <p:cNvPr id="1368" name="Freeform 1367">
                    <a:extLst>
                      <a:ext uri="{FF2B5EF4-FFF2-40B4-BE49-F238E27FC236}">
                        <a16:creationId xmlns:a16="http://schemas.microsoft.com/office/drawing/2014/main" id="{50D8FBAD-A003-E0C0-8751-BA57F6EBC489}"/>
                      </a:ext>
                    </a:extLst>
                  </p:cNvPr>
                  <p:cNvSpPr/>
                  <p:nvPr/>
                </p:nvSpPr>
                <p:spPr>
                  <a:xfrm>
                    <a:off x="3724315" y="5974964"/>
                    <a:ext cx="97409" cy="237362"/>
                  </a:xfrm>
                  <a:custGeom>
                    <a:avLst/>
                    <a:gdLst>
                      <a:gd name="csX0" fmla="*/ 0 w 97409"/>
                      <a:gd name="csY0" fmla="*/ 0 h 237362"/>
                      <a:gd name="csX1" fmla="*/ 97409 w 97409"/>
                      <a:gd name="csY1" fmla="*/ 0 h 237362"/>
                      <a:gd name="csX2" fmla="*/ 97409 w 97409"/>
                      <a:gd name="csY2" fmla="*/ 237363 h 237362"/>
                      <a:gd name="csX3" fmla="*/ 0 w 97409"/>
                      <a:gd name="csY3" fmla="*/ 237363 h 237362"/>
                    </a:gdLst>
                    <a:ahLst/>
                    <a:cxnLst>
                      <a:cxn ang="0">
                        <a:pos x="csX0" y="csY0"/>
                      </a:cxn>
                      <a:cxn ang="0">
                        <a:pos x="csX1" y="csY1"/>
                      </a:cxn>
                      <a:cxn ang="0">
                        <a:pos x="csX2" y="csY2"/>
                      </a:cxn>
                      <a:cxn ang="0">
                        <a:pos x="csX3" y="csY3"/>
                      </a:cxn>
                    </a:cxnLst>
                    <a:rect l="l" t="t" r="r" b="b"/>
                    <a:pathLst>
                      <a:path w="97409" h="237362">
                        <a:moveTo>
                          <a:pt x="0" y="0"/>
                        </a:moveTo>
                        <a:lnTo>
                          <a:pt x="97409" y="0"/>
                        </a:lnTo>
                        <a:lnTo>
                          <a:pt x="97409" y="237363"/>
                        </a:lnTo>
                        <a:lnTo>
                          <a:pt x="0" y="237363"/>
                        </a:lnTo>
                        <a:close/>
                      </a:path>
                    </a:pathLst>
                  </a:custGeom>
                  <a:solidFill>
                    <a:srgbClr val="F7F056"/>
                  </a:solidFill>
                  <a:ln w="13589" cap="flat">
                    <a:noFill/>
                    <a:prstDash val="solid"/>
                    <a:miter/>
                  </a:ln>
                </p:spPr>
                <p:txBody>
                  <a:bodyPr/>
                  <a:lstStyle/>
                  <a:p>
                    <a:pPr algn="ctr"/>
                    <a:endParaRPr lang="en-US" sz="1890"/>
                  </a:p>
                </p:txBody>
              </p:sp>
              <p:sp>
                <p:nvSpPr>
                  <p:cNvPr id="1369" name="Freeform 1368">
                    <a:extLst>
                      <a:ext uri="{FF2B5EF4-FFF2-40B4-BE49-F238E27FC236}">
                        <a16:creationId xmlns:a16="http://schemas.microsoft.com/office/drawing/2014/main" id="{B5855366-237C-7158-A039-677C9B991A5D}"/>
                      </a:ext>
                    </a:extLst>
                  </p:cNvPr>
                  <p:cNvSpPr/>
                  <p:nvPr/>
                </p:nvSpPr>
                <p:spPr>
                  <a:xfrm>
                    <a:off x="3886621" y="5825739"/>
                    <a:ext cx="97409" cy="386715"/>
                  </a:xfrm>
                  <a:custGeom>
                    <a:avLst/>
                    <a:gdLst>
                      <a:gd name="csX0" fmla="*/ 0 w 97409"/>
                      <a:gd name="csY0" fmla="*/ 0 h 386715"/>
                      <a:gd name="csX1" fmla="*/ 97409 w 97409"/>
                      <a:gd name="csY1" fmla="*/ 0 h 386715"/>
                      <a:gd name="csX2" fmla="*/ 97409 w 97409"/>
                      <a:gd name="csY2" fmla="*/ 386715 h 386715"/>
                      <a:gd name="csX3" fmla="*/ 0 w 97409"/>
                      <a:gd name="csY3" fmla="*/ 386715 h 386715"/>
                    </a:gdLst>
                    <a:ahLst/>
                    <a:cxnLst>
                      <a:cxn ang="0">
                        <a:pos x="csX0" y="csY0"/>
                      </a:cxn>
                      <a:cxn ang="0">
                        <a:pos x="csX1" y="csY1"/>
                      </a:cxn>
                      <a:cxn ang="0">
                        <a:pos x="csX2" y="csY2"/>
                      </a:cxn>
                      <a:cxn ang="0">
                        <a:pos x="csX3" y="csY3"/>
                      </a:cxn>
                    </a:cxnLst>
                    <a:rect l="l" t="t" r="r" b="b"/>
                    <a:pathLst>
                      <a:path w="97409" h="386715">
                        <a:moveTo>
                          <a:pt x="0" y="0"/>
                        </a:moveTo>
                        <a:lnTo>
                          <a:pt x="97409" y="0"/>
                        </a:lnTo>
                        <a:lnTo>
                          <a:pt x="97409" y="386715"/>
                        </a:lnTo>
                        <a:lnTo>
                          <a:pt x="0" y="386715"/>
                        </a:lnTo>
                        <a:close/>
                      </a:path>
                    </a:pathLst>
                  </a:custGeom>
                  <a:solidFill>
                    <a:srgbClr val="7BAFDE"/>
                  </a:solidFill>
                  <a:ln w="13589" cap="flat">
                    <a:noFill/>
                    <a:prstDash val="solid"/>
                    <a:miter/>
                  </a:ln>
                </p:spPr>
                <p:txBody>
                  <a:bodyPr/>
                  <a:lstStyle/>
                  <a:p>
                    <a:pPr algn="ctr"/>
                    <a:endParaRPr lang="en-US" sz="1890"/>
                  </a:p>
                </p:txBody>
              </p:sp>
              <p:sp>
                <p:nvSpPr>
                  <p:cNvPr id="1370" name="Freeform 1369">
                    <a:extLst>
                      <a:ext uri="{FF2B5EF4-FFF2-40B4-BE49-F238E27FC236}">
                        <a16:creationId xmlns:a16="http://schemas.microsoft.com/office/drawing/2014/main" id="{84EA4B19-50CA-09D2-CB89-324DBC84B552}"/>
                      </a:ext>
                    </a:extLst>
                  </p:cNvPr>
                  <p:cNvSpPr/>
                  <p:nvPr/>
                </p:nvSpPr>
                <p:spPr>
                  <a:xfrm>
                    <a:off x="4048927" y="5978012"/>
                    <a:ext cx="97409" cy="234441"/>
                  </a:xfrm>
                  <a:custGeom>
                    <a:avLst/>
                    <a:gdLst>
                      <a:gd name="csX0" fmla="*/ 0 w 97409"/>
                      <a:gd name="csY0" fmla="*/ 0 h 234441"/>
                      <a:gd name="csX1" fmla="*/ 97409 w 97409"/>
                      <a:gd name="csY1" fmla="*/ 0 h 234441"/>
                      <a:gd name="csX2" fmla="*/ 97409 w 97409"/>
                      <a:gd name="csY2" fmla="*/ 234442 h 234441"/>
                      <a:gd name="csX3" fmla="*/ 0 w 97409"/>
                      <a:gd name="csY3" fmla="*/ 234442 h 234441"/>
                    </a:gdLst>
                    <a:ahLst/>
                    <a:cxnLst>
                      <a:cxn ang="0">
                        <a:pos x="csX0" y="csY0"/>
                      </a:cxn>
                      <a:cxn ang="0">
                        <a:pos x="csX1" y="csY1"/>
                      </a:cxn>
                      <a:cxn ang="0">
                        <a:pos x="csX2" y="csY2"/>
                      </a:cxn>
                      <a:cxn ang="0">
                        <a:pos x="csX3" y="csY3"/>
                      </a:cxn>
                    </a:cxnLst>
                    <a:rect l="l" t="t" r="r" b="b"/>
                    <a:pathLst>
                      <a:path w="97409" h="234441">
                        <a:moveTo>
                          <a:pt x="0" y="0"/>
                        </a:moveTo>
                        <a:lnTo>
                          <a:pt x="97409" y="0"/>
                        </a:lnTo>
                        <a:lnTo>
                          <a:pt x="97409" y="234442"/>
                        </a:lnTo>
                        <a:lnTo>
                          <a:pt x="0" y="234442"/>
                        </a:lnTo>
                        <a:close/>
                      </a:path>
                    </a:pathLst>
                  </a:custGeom>
                  <a:solidFill>
                    <a:srgbClr val="DC050C"/>
                  </a:solidFill>
                  <a:ln w="13589" cap="flat">
                    <a:noFill/>
                    <a:prstDash val="solid"/>
                    <a:miter/>
                  </a:ln>
                </p:spPr>
                <p:txBody>
                  <a:bodyPr/>
                  <a:lstStyle/>
                  <a:p>
                    <a:pPr algn="ctr"/>
                    <a:endParaRPr lang="en-US" sz="1890"/>
                  </a:p>
                </p:txBody>
              </p:sp>
              <p:sp>
                <p:nvSpPr>
                  <p:cNvPr id="1371" name="Freeform 1370">
                    <a:extLst>
                      <a:ext uri="{FF2B5EF4-FFF2-40B4-BE49-F238E27FC236}">
                        <a16:creationId xmlns:a16="http://schemas.microsoft.com/office/drawing/2014/main" id="{85C471E8-4010-B36E-F6AB-BA5D38627DDF}"/>
                      </a:ext>
                    </a:extLst>
                  </p:cNvPr>
                  <p:cNvSpPr/>
                  <p:nvPr/>
                </p:nvSpPr>
                <p:spPr>
                  <a:xfrm>
                    <a:off x="3415959" y="585406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72" name="Freeform 1371">
                    <a:extLst>
                      <a:ext uri="{FF2B5EF4-FFF2-40B4-BE49-F238E27FC236}">
                        <a16:creationId xmlns:a16="http://schemas.microsoft.com/office/drawing/2014/main" id="{90C3B5A2-DC6C-E778-9C12-7A133CB75575}"/>
                      </a:ext>
                    </a:extLst>
                  </p:cNvPr>
                  <p:cNvSpPr/>
                  <p:nvPr/>
                </p:nvSpPr>
                <p:spPr>
                  <a:xfrm>
                    <a:off x="3448343" y="5854060"/>
                    <a:ext cx="12700" cy="70484"/>
                  </a:xfrm>
                  <a:custGeom>
                    <a:avLst/>
                    <a:gdLst>
                      <a:gd name="csX0" fmla="*/ 0 w 12700"/>
                      <a:gd name="csY0" fmla="*/ 0 h 70484"/>
                      <a:gd name="csX1" fmla="*/ 0 w 12700"/>
                      <a:gd name="csY1" fmla="*/ 70485 h 70484"/>
                    </a:gdLst>
                    <a:ahLst/>
                    <a:cxnLst>
                      <a:cxn ang="0">
                        <a:pos x="csX0" y="csY0"/>
                      </a:cxn>
                      <a:cxn ang="0">
                        <a:pos x="csX1" y="csY1"/>
                      </a:cxn>
                    </a:cxnLst>
                    <a:rect l="l" t="t" r="r" b="b"/>
                    <a:pathLst>
                      <a:path w="12700" h="70484">
                        <a:moveTo>
                          <a:pt x="0" y="0"/>
                        </a:moveTo>
                        <a:lnTo>
                          <a:pt x="0" y="70485"/>
                        </a:lnTo>
                      </a:path>
                    </a:pathLst>
                  </a:custGeom>
                  <a:noFill/>
                  <a:ln w="13589" cap="flat">
                    <a:solidFill>
                      <a:srgbClr val="000000"/>
                    </a:solidFill>
                    <a:prstDash val="solid"/>
                    <a:round/>
                  </a:ln>
                </p:spPr>
                <p:txBody>
                  <a:bodyPr/>
                  <a:lstStyle/>
                  <a:p>
                    <a:pPr algn="ctr"/>
                    <a:endParaRPr lang="en-US" sz="1890"/>
                  </a:p>
                </p:txBody>
              </p:sp>
              <p:sp>
                <p:nvSpPr>
                  <p:cNvPr id="1373" name="Freeform 1372">
                    <a:extLst>
                      <a:ext uri="{FF2B5EF4-FFF2-40B4-BE49-F238E27FC236}">
                        <a16:creationId xmlns:a16="http://schemas.microsoft.com/office/drawing/2014/main" id="{0D18D617-2A6D-F252-99AF-4FE4B1C792F2}"/>
                      </a:ext>
                    </a:extLst>
                  </p:cNvPr>
                  <p:cNvSpPr/>
                  <p:nvPr/>
                </p:nvSpPr>
                <p:spPr>
                  <a:xfrm>
                    <a:off x="3415959" y="592454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74" name="Freeform 1373">
                    <a:extLst>
                      <a:ext uri="{FF2B5EF4-FFF2-40B4-BE49-F238E27FC236}">
                        <a16:creationId xmlns:a16="http://schemas.microsoft.com/office/drawing/2014/main" id="{3E4844C4-941E-0C11-F9DB-532444777AE5}"/>
                      </a:ext>
                    </a:extLst>
                  </p:cNvPr>
                  <p:cNvSpPr/>
                  <p:nvPr/>
                </p:nvSpPr>
                <p:spPr>
                  <a:xfrm>
                    <a:off x="3578264" y="582154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75" name="Freeform 1374">
                    <a:extLst>
                      <a:ext uri="{FF2B5EF4-FFF2-40B4-BE49-F238E27FC236}">
                        <a16:creationId xmlns:a16="http://schemas.microsoft.com/office/drawing/2014/main" id="{91D596C0-43B2-210F-402F-819BD866DCB3}"/>
                      </a:ext>
                    </a:extLst>
                  </p:cNvPr>
                  <p:cNvSpPr/>
                  <p:nvPr/>
                </p:nvSpPr>
                <p:spPr>
                  <a:xfrm>
                    <a:off x="3610649" y="5821547"/>
                    <a:ext cx="12700" cy="69850"/>
                  </a:xfrm>
                  <a:custGeom>
                    <a:avLst/>
                    <a:gdLst>
                      <a:gd name="csX0" fmla="*/ 0 w 12700"/>
                      <a:gd name="csY0" fmla="*/ 0 h 69850"/>
                      <a:gd name="csX1" fmla="*/ 0 w 12700"/>
                      <a:gd name="csY1" fmla="*/ 69850 h 69850"/>
                    </a:gdLst>
                    <a:ahLst/>
                    <a:cxnLst>
                      <a:cxn ang="0">
                        <a:pos x="csX0" y="csY0"/>
                      </a:cxn>
                      <a:cxn ang="0">
                        <a:pos x="csX1" y="csY1"/>
                      </a:cxn>
                    </a:cxnLst>
                    <a:rect l="l" t="t" r="r" b="b"/>
                    <a:pathLst>
                      <a:path w="12700" h="69850">
                        <a:moveTo>
                          <a:pt x="0" y="0"/>
                        </a:moveTo>
                        <a:lnTo>
                          <a:pt x="0" y="69850"/>
                        </a:lnTo>
                      </a:path>
                    </a:pathLst>
                  </a:custGeom>
                  <a:noFill/>
                  <a:ln w="13589" cap="flat">
                    <a:solidFill>
                      <a:srgbClr val="000000"/>
                    </a:solidFill>
                    <a:prstDash val="solid"/>
                    <a:round/>
                  </a:ln>
                </p:spPr>
                <p:txBody>
                  <a:bodyPr/>
                  <a:lstStyle/>
                  <a:p>
                    <a:pPr algn="ctr"/>
                    <a:endParaRPr lang="en-US" sz="1890"/>
                  </a:p>
                </p:txBody>
              </p:sp>
              <p:sp>
                <p:nvSpPr>
                  <p:cNvPr id="1376" name="Freeform 1375">
                    <a:extLst>
                      <a:ext uri="{FF2B5EF4-FFF2-40B4-BE49-F238E27FC236}">
                        <a16:creationId xmlns:a16="http://schemas.microsoft.com/office/drawing/2014/main" id="{EBA95784-09DD-3A56-6322-7A87963AAD8E}"/>
                      </a:ext>
                    </a:extLst>
                  </p:cNvPr>
                  <p:cNvSpPr/>
                  <p:nvPr/>
                </p:nvSpPr>
                <p:spPr>
                  <a:xfrm>
                    <a:off x="3578264" y="589139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77" name="Freeform 1376">
                    <a:extLst>
                      <a:ext uri="{FF2B5EF4-FFF2-40B4-BE49-F238E27FC236}">
                        <a16:creationId xmlns:a16="http://schemas.microsoft.com/office/drawing/2014/main" id="{AB9DFE0D-E354-28AA-A699-FCD25570896D}"/>
                      </a:ext>
                    </a:extLst>
                  </p:cNvPr>
                  <p:cNvSpPr/>
                  <p:nvPr/>
                </p:nvSpPr>
                <p:spPr>
                  <a:xfrm>
                    <a:off x="3740570" y="596264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78" name="Freeform 1377">
                    <a:extLst>
                      <a:ext uri="{FF2B5EF4-FFF2-40B4-BE49-F238E27FC236}">
                        <a16:creationId xmlns:a16="http://schemas.microsoft.com/office/drawing/2014/main" id="{FA6E456D-0925-3485-9463-232568C73888}"/>
                      </a:ext>
                    </a:extLst>
                  </p:cNvPr>
                  <p:cNvSpPr/>
                  <p:nvPr/>
                </p:nvSpPr>
                <p:spPr>
                  <a:xfrm>
                    <a:off x="3772956" y="5962645"/>
                    <a:ext cx="12700" cy="24637"/>
                  </a:xfrm>
                  <a:custGeom>
                    <a:avLst/>
                    <a:gdLst>
                      <a:gd name="csX0" fmla="*/ 0 w 12700"/>
                      <a:gd name="csY0" fmla="*/ 0 h 24637"/>
                      <a:gd name="csX1" fmla="*/ 0 w 12700"/>
                      <a:gd name="csY1" fmla="*/ 24638 h 24637"/>
                    </a:gdLst>
                    <a:ahLst/>
                    <a:cxnLst>
                      <a:cxn ang="0">
                        <a:pos x="csX0" y="csY0"/>
                      </a:cxn>
                      <a:cxn ang="0">
                        <a:pos x="csX1" y="csY1"/>
                      </a:cxn>
                    </a:cxnLst>
                    <a:rect l="l" t="t" r="r" b="b"/>
                    <a:pathLst>
                      <a:path w="12700" h="24637">
                        <a:moveTo>
                          <a:pt x="0" y="0"/>
                        </a:moveTo>
                        <a:lnTo>
                          <a:pt x="0" y="24638"/>
                        </a:lnTo>
                      </a:path>
                    </a:pathLst>
                  </a:custGeom>
                  <a:noFill/>
                  <a:ln w="13589" cap="flat">
                    <a:solidFill>
                      <a:srgbClr val="000000"/>
                    </a:solidFill>
                    <a:prstDash val="solid"/>
                    <a:round/>
                  </a:ln>
                </p:spPr>
                <p:txBody>
                  <a:bodyPr/>
                  <a:lstStyle/>
                  <a:p>
                    <a:pPr algn="ctr"/>
                    <a:endParaRPr lang="en-US" sz="1890"/>
                  </a:p>
                </p:txBody>
              </p:sp>
              <p:sp>
                <p:nvSpPr>
                  <p:cNvPr id="1379" name="Freeform 1378">
                    <a:extLst>
                      <a:ext uri="{FF2B5EF4-FFF2-40B4-BE49-F238E27FC236}">
                        <a16:creationId xmlns:a16="http://schemas.microsoft.com/office/drawing/2014/main" id="{C81EB720-695C-1620-C254-0AED5317848F}"/>
                      </a:ext>
                    </a:extLst>
                  </p:cNvPr>
                  <p:cNvSpPr/>
                  <p:nvPr/>
                </p:nvSpPr>
                <p:spPr>
                  <a:xfrm>
                    <a:off x="3740570" y="598728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80" name="Freeform 1379">
                    <a:extLst>
                      <a:ext uri="{FF2B5EF4-FFF2-40B4-BE49-F238E27FC236}">
                        <a16:creationId xmlns:a16="http://schemas.microsoft.com/office/drawing/2014/main" id="{5287C392-DAF5-46A3-0E87-5FB9C719EFA9}"/>
                      </a:ext>
                    </a:extLst>
                  </p:cNvPr>
                  <p:cNvSpPr/>
                  <p:nvPr/>
                </p:nvSpPr>
                <p:spPr>
                  <a:xfrm>
                    <a:off x="4065183" y="593495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81" name="Freeform 1380">
                    <a:extLst>
                      <a:ext uri="{FF2B5EF4-FFF2-40B4-BE49-F238E27FC236}">
                        <a16:creationId xmlns:a16="http://schemas.microsoft.com/office/drawing/2014/main" id="{A0D84A24-7487-E9B9-AC56-74773B26C619}"/>
                      </a:ext>
                    </a:extLst>
                  </p:cNvPr>
                  <p:cNvSpPr/>
                  <p:nvPr/>
                </p:nvSpPr>
                <p:spPr>
                  <a:xfrm>
                    <a:off x="4097567" y="5934958"/>
                    <a:ext cx="12700" cy="85979"/>
                  </a:xfrm>
                  <a:custGeom>
                    <a:avLst/>
                    <a:gdLst>
                      <a:gd name="csX0" fmla="*/ 0 w 12700"/>
                      <a:gd name="csY0" fmla="*/ 0 h 85979"/>
                      <a:gd name="csX1" fmla="*/ 0 w 12700"/>
                      <a:gd name="csY1" fmla="*/ 85979 h 85979"/>
                    </a:gdLst>
                    <a:ahLst/>
                    <a:cxnLst>
                      <a:cxn ang="0">
                        <a:pos x="csX0" y="csY0"/>
                      </a:cxn>
                      <a:cxn ang="0">
                        <a:pos x="csX1" y="csY1"/>
                      </a:cxn>
                    </a:cxnLst>
                    <a:rect l="l" t="t" r="r" b="b"/>
                    <a:pathLst>
                      <a:path w="12700" h="85979">
                        <a:moveTo>
                          <a:pt x="0" y="0"/>
                        </a:moveTo>
                        <a:lnTo>
                          <a:pt x="0" y="85979"/>
                        </a:lnTo>
                      </a:path>
                    </a:pathLst>
                  </a:custGeom>
                  <a:noFill/>
                  <a:ln w="13589" cap="flat">
                    <a:solidFill>
                      <a:srgbClr val="000000"/>
                    </a:solidFill>
                    <a:prstDash val="solid"/>
                    <a:round/>
                  </a:ln>
                </p:spPr>
                <p:txBody>
                  <a:bodyPr/>
                  <a:lstStyle/>
                  <a:p>
                    <a:pPr algn="ctr"/>
                    <a:endParaRPr lang="en-US" sz="1890"/>
                  </a:p>
                </p:txBody>
              </p:sp>
              <p:sp>
                <p:nvSpPr>
                  <p:cNvPr id="1382" name="Freeform 1381">
                    <a:extLst>
                      <a:ext uri="{FF2B5EF4-FFF2-40B4-BE49-F238E27FC236}">
                        <a16:creationId xmlns:a16="http://schemas.microsoft.com/office/drawing/2014/main" id="{A31F9D48-D7CF-2B1B-4631-5FEA656E220D}"/>
                      </a:ext>
                    </a:extLst>
                  </p:cNvPr>
                  <p:cNvSpPr/>
                  <p:nvPr/>
                </p:nvSpPr>
                <p:spPr>
                  <a:xfrm>
                    <a:off x="4065183" y="602093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383" name="Freeform 1382">
                    <a:extLst>
                      <a:ext uri="{FF2B5EF4-FFF2-40B4-BE49-F238E27FC236}">
                        <a16:creationId xmlns:a16="http://schemas.microsoft.com/office/drawing/2014/main" id="{2BF9E8A5-8A51-1231-CB67-795FE499B68A}"/>
                      </a:ext>
                    </a:extLst>
                  </p:cNvPr>
                  <p:cNvSpPr/>
                  <p:nvPr/>
                </p:nvSpPr>
                <p:spPr>
                  <a:xfrm>
                    <a:off x="3768384" y="59684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84" name="Freeform 1383">
                    <a:extLst>
                      <a:ext uri="{FF2B5EF4-FFF2-40B4-BE49-F238E27FC236}">
                        <a16:creationId xmlns:a16="http://schemas.microsoft.com/office/drawing/2014/main" id="{6622EE14-2E5F-0614-DA59-75E27E5C930C}"/>
                      </a:ext>
                    </a:extLst>
                  </p:cNvPr>
                  <p:cNvSpPr/>
                  <p:nvPr/>
                </p:nvSpPr>
                <p:spPr>
                  <a:xfrm>
                    <a:off x="3606840" y="597267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85" name="Freeform 1384">
                    <a:extLst>
                      <a:ext uri="{FF2B5EF4-FFF2-40B4-BE49-F238E27FC236}">
                        <a16:creationId xmlns:a16="http://schemas.microsoft.com/office/drawing/2014/main" id="{64EDCB10-EB14-5AAF-3A73-4E6DC3488560}"/>
                      </a:ext>
                    </a:extLst>
                  </p:cNvPr>
                  <p:cNvSpPr/>
                  <p:nvPr/>
                </p:nvSpPr>
                <p:spPr>
                  <a:xfrm>
                    <a:off x="3585758" y="57655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86" name="Freeform 1385">
                    <a:extLst>
                      <a:ext uri="{FF2B5EF4-FFF2-40B4-BE49-F238E27FC236}">
                        <a16:creationId xmlns:a16="http://schemas.microsoft.com/office/drawing/2014/main" id="{0C4EA924-C03F-B443-9656-D2F44E6313E2}"/>
                      </a:ext>
                    </a:extLst>
                  </p:cNvPr>
                  <p:cNvSpPr/>
                  <p:nvPr/>
                </p:nvSpPr>
                <p:spPr>
                  <a:xfrm>
                    <a:off x="3441105" y="583399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87" name="Freeform 1386">
                    <a:extLst>
                      <a:ext uri="{FF2B5EF4-FFF2-40B4-BE49-F238E27FC236}">
                        <a16:creationId xmlns:a16="http://schemas.microsoft.com/office/drawing/2014/main" id="{8CAF3098-EF5F-D3B7-E0BB-EB372CFF65C0}"/>
                      </a:ext>
                    </a:extLst>
                  </p:cNvPr>
                  <p:cNvSpPr/>
                  <p:nvPr/>
                </p:nvSpPr>
                <p:spPr>
                  <a:xfrm>
                    <a:off x="3434882" y="598233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88" name="Freeform 1387">
                    <a:extLst>
                      <a:ext uri="{FF2B5EF4-FFF2-40B4-BE49-F238E27FC236}">
                        <a16:creationId xmlns:a16="http://schemas.microsoft.com/office/drawing/2014/main" id="{38A23152-F404-6EE4-1409-BADF78C9C85E}"/>
                      </a:ext>
                    </a:extLst>
                  </p:cNvPr>
                  <p:cNvSpPr/>
                  <p:nvPr/>
                </p:nvSpPr>
                <p:spPr>
                  <a:xfrm>
                    <a:off x="4080169" y="60517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89" name="Freeform 1388">
                    <a:extLst>
                      <a:ext uri="{FF2B5EF4-FFF2-40B4-BE49-F238E27FC236}">
                        <a16:creationId xmlns:a16="http://schemas.microsoft.com/office/drawing/2014/main" id="{179DB6F1-0A22-E123-C828-83E51AE1CE81}"/>
                      </a:ext>
                    </a:extLst>
                  </p:cNvPr>
                  <p:cNvSpPr/>
                  <p:nvPr/>
                </p:nvSpPr>
                <p:spPr>
                  <a:xfrm>
                    <a:off x="3438057" y="58493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0" name="Freeform 1389">
                    <a:extLst>
                      <a:ext uri="{FF2B5EF4-FFF2-40B4-BE49-F238E27FC236}">
                        <a16:creationId xmlns:a16="http://schemas.microsoft.com/office/drawing/2014/main" id="{6C39F429-E657-270C-A295-95DDD35A71EF}"/>
                      </a:ext>
                    </a:extLst>
                  </p:cNvPr>
                  <p:cNvSpPr/>
                  <p:nvPr/>
                </p:nvSpPr>
                <p:spPr>
                  <a:xfrm>
                    <a:off x="4067723" y="60124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1" name="Freeform 1390">
                    <a:extLst>
                      <a:ext uri="{FF2B5EF4-FFF2-40B4-BE49-F238E27FC236}">
                        <a16:creationId xmlns:a16="http://schemas.microsoft.com/office/drawing/2014/main" id="{CB350532-2D5F-E18E-FD63-314E940C32A4}"/>
                      </a:ext>
                    </a:extLst>
                  </p:cNvPr>
                  <p:cNvSpPr/>
                  <p:nvPr/>
                </p:nvSpPr>
                <p:spPr>
                  <a:xfrm>
                    <a:off x="3435390" y="579665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2" name="Freeform 1391">
                    <a:extLst>
                      <a:ext uri="{FF2B5EF4-FFF2-40B4-BE49-F238E27FC236}">
                        <a16:creationId xmlns:a16="http://schemas.microsoft.com/office/drawing/2014/main" id="{CABB92C5-D3CE-6E73-3170-124496D45134}"/>
                      </a:ext>
                    </a:extLst>
                  </p:cNvPr>
                  <p:cNvSpPr/>
                  <p:nvPr/>
                </p:nvSpPr>
                <p:spPr>
                  <a:xfrm>
                    <a:off x="4086265" y="589978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3" name="Freeform 1392">
                    <a:extLst>
                      <a:ext uri="{FF2B5EF4-FFF2-40B4-BE49-F238E27FC236}">
                        <a16:creationId xmlns:a16="http://schemas.microsoft.com/office/drawing/2014/main" id="{0FE006BF-7E54-826F-A8CC-AB412B3B9314}"/>
                      </a:ext>
                    </a:extLst>
                  </p:cNvPr>
                  <p:cNvSpPr/>
                  <p:nvPr/>
                </p:nvSpPr>
                <p:spPr>
                  <a:xfrm>
                    <a:off x="3428913" y="578878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4" name="Freeform 1393">
                    <a:extLst>
                      <a:ext uri="{FF2B5EF4-FFF2-40B4-BE49-F238E27FC236}">
                        <a16:creationId xmlns:a16="http://schemas.microsoft.com/office/drawing/2014/main" id="{4E1E1836-E266-E713-17F6-2DCC33688915}"/>
                      </a:ext>
                    </a:extLst>
                  </p:cNvPr>
                  <p:cNvSpPr/>
                  <p:nvPr/>
                </p:nvSpPr>
                <p:spPr>
                  <a:xfrm>
                    <a:off x="3599728" y="57421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5" name="Freeform 1394">
                    <a:extLst>
                      <a:ext uri="{FF2B5EF4-FFF2-40B4-BE49-F238E27FC236}">
                        <a16:creationId xmlns:a16="http://schemas.microsoft.com/office/drawing/2014/main" id="{B53F7238-D7AA-A209-3374-6C76701B4F94}"/>
                      </a:ext>
                    </a:extLst>
                  </p:cNvPr>
                  <p:cNvSpPr/>
                  <p:nvPr/>
                </p:nvSpPr>
                <p:spPr>
                  <a:xfrm>
                    <a:off x="4093631" y="587438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6" name="Freeform 1395">
                    <a:extLst>
                      <a:ext uri="{FF2B5EF4-FFF2-40B4-BE49-F238E27FC236}">
                        <a16:creationId xmlns:a16="http://schemas.microsoft.com/office/drawing/2014/main" id="{594A9CC0-B2F8-B58F-0978-CA92BF6C4291}"/>
                      </a:ext>
                    </a:extLst>
                  </p:cNvPr>
                  <p:cNvSpPr/>
                  <p:nvPr/>
                </p:nvSpPr>
                <p:spPr>
                  <a:xfrm>
                    <a:off x="3422436" y="59755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7" name="Freeform 1396">
                    <a:extLst>
                      <a:ext uri="{FF2B5EF4-FFF2-40B4-BE49-F238E27FC236}">
                        <a16:creationId xmlns:a16="http://schemas.microsoft.com/office/drawing/2014/main" id="{A39B80C7-5A6E-AC96-ADF2-1A6574C63BC8}"/>
                      </a:ext>
                    </a:extLst>
                  </p:cNvPr>
                  <p:cNvSpPr/>
                  <p:nvPr/>
                </p:nvSpPr>
                <p:spPr>
                  <a:xfrm>
                    <a:off x="3753779" y="594562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8" name="Freeform 1397">
                    <a:extLst>
                      <a:ext uri="{FF2B5EF4-FFF2-40B4-BE49-F238E27FC236}">
                        <a16:creationId xmlns:a16="http://schemas.microsoft.com/office/drawing/2014/main" id="{C0955943-6B54-E4B1-7F55-E43A7BC91CD1}"/>
                      </a:ext>
                    </a:extLst>
                  </p:cNvPr>
                  <p:cNvSpPr/>
                  <p:nvPr/>
                </p:nvSpPr>
                <p:spPr>
                  <a:xfrm>
                    <a:off x="3606967" y="586180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399" name="Freeform 1398">
                    <a:extLst>
                      <a:ext uri="{FF2B5EF4-FFF2-40B4-BE49-F238E27FC236}">
                        <a16:creationId xmlns:a16="http://schemas.microsoft.com/office/drawing/2014/main" id="{DA86DA81-8492-2C8B-FFC0-2FDA55897915}"/>
                      </a:ext>
                    </a:extLst>
                  </p:cNvPr>
                  <p:cNvSpPr/>
                  <p:nvPr/>
                </p:nvSpPr>
                <p:spPr>
                  <a:xfrm>
                    <a:off x="3608110" y="577125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00" name="Freeform 1399">
                    <a:extLst>
                      <a:ext uri="{FF2B5EF4-FFF2-40B4-BE49-F238E27FC236}">
                        <a16:creationId xmlns:a16="http://schemas.microsoft.com/office/drawing/2014/main" id="{E505E608-146C-73E2-934B-81178275D013}"/>
                      </a:ext>
                    </a:extLst>
                  </p:cNvPr>
                  <p:cNvSpPr/>
                  <p:nvPr/>
                </p:nvSpPr>
                <p:spPr>
                  <a:xfrm>
                    <a:off x="3904782" y="58082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01" name="Freeform 1400">
                    <a:extLst>
                      <a:ext uri="{FF2B5EF4-FFF2-40B4-BE49-F238E27FC236}">
                        <a16:creationId xmlns:a16="http://schemas.microsoft.com/office/drawing/2014/main" id="{E3802C97-6CF3-92C9-81F3-976663AC958F}"/>
                      </a:ext>
                    </a:extLst>
                  </p:cNvPr>
                  <p:cNvSpPr/>
                  <p:nvPr/>
                </p:nvSpPr>
                <p:spPr>
                  <a:xfrm>
                    <a:off x="3591854" y="59501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02" name="Freeform 1401">
                    <a:extLst>
                      <a:ext uri="{FF2B5EF4-FFF2-40B4-BE49-F238E27FC236}">
                        <a16:creationId xmlns:a16="http://schemas.microsoft.com/office/drawing/2014/main" id="{DC3C7C92-FDA7-2E7A-4BC0-9945254C08F4}"/>
                      </a:ext>
                    </a:extLst>
                  </p:cNvPr>
                  <p:cNvSpPr/>
                  <p:nvPr/>
                </p:nvSpPr>
                <p:spPr>
                  <a:xfrm>
                    <a:off x="3594648" y="580389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03" name="TextBox 1402">
                    <a:extLst>
                      <a:ext uri="{FF2B5EF4-FFF2-40B4-BE49-F238E27FC236}">
                        <a16:creationId xmlns:a16="http://schemas.microsoft.com/office/drawing/2014/main" id="{97A86CA1-7284-354F-F8D4-A430A15FCBEF}"/>
                      </a:ext>
                    </a:extLst>
                  </p:cNvPr>
                  <p:cNvSpPr txBox="1"/>
                  <p:nvPr/>
                </p:nvSpPr>
                <p:spPr>
                  <a:xfrm>
                    <a:off x="3290481" y="5587681"/>
                    <a:ext cx="461778"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0.634</a:t>
                    </a:r>
                  </a:p>
                </p:txBody>
              </p:sp>
              <p:sp>
                <p:nvSpPr>
                  <p:cNvPr id="1404" name="Freeform 1403">
                    <a:extLst>
                      <a:ext uri="{FF2B5EF4-FFF2-40B4-BE49-F238E27FC236}">
                        <a16:creationId xmlns:a16="http://schemas.microsoft.com/office/drawing/2014/main" id="{264481D5-22B7-B34E-DF28-345F42B9E068}"/>
                      </a:ext>
                    </a:extLst>
                  </p:cNvPr>
                  <p:cNvSpPr/>
                  <p:nvPr/>
                </p:nvSpPr>
                <p:spPr>
                  <a:xfrm>
                    <a:off x="3448344" y="5715757"/>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405" name="TextBox 1404">
                    <a:extLst>
                      <a:ext uri="{FF2B5EF4-FFF2-40B4-BE49-F238E27FC236}">
                        <a16:creationId xmlns:a16="http://schemas.microsoft.com/office/drawing/2014/main" id="{F8BA99A1-F030-18D3-1644-3E200C146C63}"/>
                      </a:ext>
                    </a:extLst>
                  </p:cNvPr>
                  <p:cNvSpPr txBox="1"/>
                  <p:nvPr/>
                </p:nvSpPr>
                <p:spPr>
                  <a:xfrm>
                    <a:off x="3684785" y="5542871"/>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406" name="Freeform 1405">
                    <a:extLst>
                      <a:ext uri="{FF2B5EF4-FFF2-40B4-BE49-F238E27FC236}">
                        <a16:creationId xmlns:a16="http://schemas.microsoft.com/office/drawing/2014/main" id="{AA42070C-AE08-AD54-2831-3659B6F36FB3}"/>
                      </a:ext>
                    </a:extLst>
                  </p:cNvPr>
                  <p:cNvSpPr/>
                  <p:nvPr/>
                </p:nvSpPr>
                <p:spPr>
                  <a:xfrm>
                    <a:off x="3626906" y="5715757"/>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407" name="TextBox 1406">
                    <a:extLst>
                      <a:ext uri="{FF2B5EF4-FFF2-40B4-BE49-F238E27FC236}">
                        <a16:creationId xmlns:a16="http://schemas.microsoft.com/office/drawing/2014/main" id="{60DA0676-8712-489E-AF4D-075D9C63E70B}"/>
                      </a:ext>
                    </a:extLst>
                  </p:cNvPr>
                  <p:cNvSpPr txBox="1"/>
                  <p:nvPr/>
                </p:nvSpPr>
                <p:spPr>
                  <a:xfrm>
                    <a:off x="3595505" y="5429968"/>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408" name="Freeform 1407">
                    <a:extLst>
                      <a:ext uri="{FF2B5EF4-FFF2-40B4-BE49-F238E27FC236}">
                        <a16:creationId xmlns:a16="http://schemas.microsoft.com/office/drawing/2014/main" id="{56C36F8E-BFBC-7EC2-7B78-4DC77EBC0139}"/>
                      </a:ext>
                    </a:extLst>
                  </p:cNvPr>
                  <p:cNvSpPr/>
                  <p:nvPr/>
                </p:nvSpPr>
                <p:spPr>
                  <a:xfrm>
                    <a:off x="3448344" y="5602854"/>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409" name="Graphic 605">
                  <a:extLst>
                    <a:ext uri="{FF2B5EF4-FFF2-40B4-BE49-F238E27FC236}">
                      <a16:creationId xmlns:a16="http://schemas.microsoft.com/office/drawing/2014/main" id="{439DACCC-5890-8174-5806-23348DF7225A}"/>
                    </a:ext>
                  </a:extLst>
                </p:cNvPr>
                <p:cNvGrpSpPr/>
                <p:nvPr/>
              </p:nvGrpSpPr>
              <p:grpSpPr>
                <a:xfrm>
                  <a:off x="3035199" y="5232907"/>
                  <a:ext cx="1191469" cy="1196086"/>
                  <a:chOff x="3035199" y="5232907"/>
                  <a:chExt cx="1191469" cy="1196086"/>
                </a:xfrm>
              </p:grpSpPr>
              <p:sp>
                <p:nvSpPr>
                  <p:cNvPr id="1410" name="Freeform 1409">
                    <a:extLst>
                      <a:ext uri="{FF2B5EF4-FFF2-40B4-BE49-F238E27FC236}">
                        <a16:creationId xmlns:a16="http://schemas.microsoft.com/office/drawing/2014/main" id="{C02F9CB4-E1E1-EB6F-A997-48FC47D3EBEC}"/>
                      </a:ext>
                    </a:extLst>
                  </p:cNvPr>
                  <p:cNvSpPr/>
                  <p:nvPr/>
                </p:nvSpPr>
                <p:spPr>
                  <a:xfrm>
                    <a:off x="3350935" y="5535163"/>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411" name="TextBox 1410">
                    <a:extLst>
                      <a:ext uri="{FF2B5EF4-FFF2-40B4-BE49-F238E27FC236}">
                        <a16:creationId xmlns:a16="http://schemas.microsoft.com/office/drawing/2014/main" id="{D7FC630C-B4C7-6173-273F-D5A290B1B34A}"/>
                      </a:ext>
                    </a:extLst>
                  </p:cNvPr>
                  <p:cNvSpPr txBox="1"/>
                  <p:nvPr/>
                </p:nvSpPr>
                <p:spPr>
                  <a:xfrm>
                    <a:off x="3035199" y="610543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412" name="TextBox 1411">
                    <a:extLst>
                      <a:ext uri="{FF2B5EF4-FFF2-40B4-BE49-F238E27FC236}">
                        <a16:creationId xmlns:a16="http://schemas.microsoft.com/office/drawing/2014/main" id="{D464D2E7-D4D2-49F5-1534-1ED44F7EFB3D}"/>
                      </a:ext>
                    </a:extLst>
                  </p:cNvPr>
                  <p:cNvSpPr txBox="1"/>
                  <p:nvPr/>
                </p:nvSpPr>
                <p:spPr>
                  <a:xfrm>
                    <a:off x="3035199" y="5873917"/>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1413" name="TextBox 1412">
                    <a:extLst>
                      <a:ext uri="{FF2B5EF4-FFF2-40B4-BE49-F238E27FC236}">
                        <a16:creationId xmlns:a16="http://schemas.microsoft.com/office/drawing/2014/main" id="{875EA033-D31B-CCBA-1F5A-038672639DD4}"/>
                      </a:ext>
                    </a:extLst>
                  </p:cNvPr>
                  <p:cNvSpPr txBox="1"/>
                  <p:nvPr/>
                </p:nvSpPr>
                <p:spPr>
                  <a:xfrm>
                    <a:off x="3035199" y="5642269"/>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1414" name="Freeform 1413">
                    <a:extLst>
                      <a:ext uri="{FF2B5EF4-FFF2-40B4-BE49-F238E27FC236}">
                        <a16:creationId xmlns:a16="http://schemas.microsoft.com/office/drawing/2014/main" id="{26B6280A-5044-8E06-3405-780658C304E0}"/>
                      </a:ext>
                    </a:extLst>
                  </p:cNvPr>
                  <p:cNvSpPr/>
                  <p:nvPr/>
                </p:nvSpPr>
                <p:spPr>
                  <a:xfrm>
                    <a:off x="3316136" y="621232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415" name="Freeform 1414">
                    <a:extLst>
                      <a:ext uri="{FF2B5EF4-FFF2-40B4-BE49-F238E27FC236}">
                        <a16:creationId xmlns:a16="http://schemas.microsoft.com/office/drawing/2014/main" id="{9020887F-5218-CF9B-A78B-76034BF3EE3D}"/>
                      </a:ext>
                    </a:extLst>
                  </p:cNvPr>
                  <p:cNvSpPr/>
                  <p:nvPr/>
                </p:nvSpPr>
                <p:spPr>
                  <a:xfrm>
                    <a:off x="3316136" y="598080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416" name="Freeform 1415">
                    <a:extLst>
                      <a:ext uri="{FF2B5EF4-FFF2-40B4-BE49-F238E27FC236}">
                        <a16:creationId xmlns:a16="http://schemas.microsoft.com/office/drawing/2014/main" id="{71A7D985-BC4F-5E0F-9515-370BB19CC871}"/>
                      </a:ext>
                    </a:extLst>
                  </p:cNvPr>
                  <p:cNvSpPr/>
                  <p:nvPr/>
                </p:nvSpPr>
                <p:spPr>
                  <a:xfrm>
                    <a:off x="3316136" y="574915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417" name="Freeform 1416">
                    <a:extLst>
                      <a:ext uri="{FF2B5EF4-FFF2-40B4-BE49-F238E27FC236}">
                        <a16:creationId xmlns:a16="http://schemas.microsoft.com/office/drawing/2014/main" id="{1B60713E-31CD-D399-FCB4-D9F1F3B2DF22}"/>
                      </a:ext>
                    </a:extLst>
                  </p:cNvPr>
                  <p:cNvSpPr/>
                  <p:nvPr/>
                </p:nvSpPr>
                <p:spPr>
                  <a:xfrm>
                    <a:off x="3350935" y="6212327"/>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418" name="Freeform 1417">
                    <a:extLst>
                      <a:ext uri="{FF2B5EF4-FFF2-40B4-BE49-F238E27FC236}">
                        <a16:creationId xmlns:a16="http://schemas.microsoft.com/office/drawing/2014/main" id="{2C78D5FE-5EE1-CEF4-762E-17EDD9DA72F4}"/>
                      </a:ext>
                    </a:extLst>
                  </p:cNvPr>
                  <p:cNvSpPr/>
                  <p:nvPr/>
                </p:nvSpPr>
                <p:spPr>
                  <a:xfrm>
                    <a:off x="3448343"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19" name="Freeform 1418">
                    <a:extLst>
                      <a:ext uri="{FF2B5EF4-FFF2-40B4-BE49-F238E27FC236}">
                        <a16:creationId xmlns:a16="http://schemas.microsoft.com/office/drawing/2014/main" id="{28E46260-9F56-B354-8A44-D4EF81845231}"/>
                      </a:ext>
                    </a:extLst>
                  </p:cNvPr>
                  <p:cNvSpPr/>
                  <p:nvPr/>
                </p:nvSpPr>
                <p:spPr>
                  <a:xfrm>
                    <a:off x="3610649"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20" name="Freeform 1419">
                    <a:extLst>
                      <a:ext uri="{FF2B5EF4-FFF2-40B4-BE49-F238E27FC236}">
                        <a16:creationId xmlns:a16="http://schemas.microsoft.com/office/drawing/2014/main" id="{072DF886-A254-B0C8-60B0-40F94CA041E7}"/>
                      </a:ext>
                    </a:extLst>
                  </p:cNvPr>
                  <p:cNvSpPr/>
                  <p:nvPr/>
                </p:nvSpPr>
                <p:spPr>
                  <a:xfrm>
                    <a:off x="3772956"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21" name="Freeform 1420">
                    <a:extLst>
                      <a:ext uri="{FF2B5EF4-FFF2-40B4-BE49-F238E27FC236}">
                        <a16:creationId xmlns:a16="http://schemas.microsoft.com/office/drawing/2014/main" id="{7C16008C-B1C1-7FF1-EBD3-66A03A45CD98}"/>
                      </a:ext>
                    </a:extLst>
                  </p:cNvPr>
                  <p:cNvSpPr/>
                  <p:nvPr/>
                </p:nvSpPr>
                <p:spPr>
                  <a:xfrm>
                    <a:off x="3935261"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22" name="Freeform 1421">
                    <a:extLst>
                      <a:ext uri="{FF2B5EF4-FFF2-40B4-BE49-F238E27FC236}">
                        <a16:creationId xmlns:a16="http://schemas.microsoft.com/office/drawing/2014/main" id="{3ED27116-EE76-896E-DB2B-1024D8A46807}"/>
                      </a:ext>
                    </a:extLst>
                  </p:cNvPr>
                  <p:cNvSpPr/>
                  <p:nvPr/>
                </p:nvSpPr>
                <p:spPr>
                  <a:xfrm>
                    <a:off x="4097567"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23" name="TextBox 1422">
                    <a:extLst>
                      <a:ext uri="{FF2B5EF4-FFF2-40B4-BE49-F238E27FC236}">
                        <a16:creationId xmlns:a16="http://schemas.microsoft.com/office/drawing/2014/main" id="{2AC4C1C7-F7CD-F5CC-E96B-823F9B970DB1}"/>
                      </a:ext>
                    </a:extLst>
                  </p:cNvPr>
                  <p:cNvSpPr txBox="1"/>
                  <p:nvPr/>
                </p:nvSpPr>
                <p:spPr>
                  <a:xfrm>
                    <a:off x="3308215" y="6208181"/>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424" name="TextBox 1423">
                    <a:extLst>
                      <a:ext uri="{FF2B5EF4-FFF2-40B4-BE49-F238E27FC236}">
                        <a16:creationId xmlns:a16="http://schemas.microsoft.com/office/drawing/2014/main" id="{FE9D8573-3E0D-1E3B-F9F6-60E5C2E23AF3}"/>
                      </a:ext>
                    </a:extLst>
                  </p:cNvPr>
                  <p:cNvSpPr txBox="1"/>
                  <p:nvPr/>
                </p:nvSpPr>
                <p:spPr>
                  <a:xfrm>
                    <a:off x="3498512" y="6208181"/>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425" name="TextBox 1424">
                    <a:extLst>
                      <a:ext uri="{FF2B5EF4-FFF2-40B4-BE49-F238E27FC236}">
                        <a16:creationId xmlns:a16="http://schemas.microsoft.com/office/drawing/2014/main" id="{E4F09B32-673D-0AC0-B3F6-423CB846DD24}"/>
                      </a:ext>
                    </a:extLst>
                  </p:cNvPr>
                  <p:cNvSpPr txBox="1"/>
                  <p:nvPr/>
                </p:nvSpPr>
                <p:spPr>
                  <a:xfrm>
                    <a:off x="3631978" y="6208181"/>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426" name="TextBox 1425">
                    <a:extLst>
                      <a:ext uri="{FF2B5EF4-FFF2-40B4-BE49-F238E27FC236}">
                        <a16:creationId xmlns:a16="http://schemas.microsoft.com/office/drawing/2014/main" id="{2910F622-518D-74B7-C95A-A28F1BCBADB8}"/>
                      </a:ext>
                    </a:extLst>
                  </p:cNvPr>
                  <p:cNvSpPr txBox="1"/>
                  <p:nvPr/>
                </p:nvSpPr>
                <p:spPr>
                  <a:xfrm>
                    <a:off x="3768837" y="6208181"/>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427" name="TextBox 1426">
                    <a:extLst>
                      <a:ext uri="{FF2B5EF4-FFF2-40B4-BE49-F238E27FC236}">
                        <a16:creationId xmlns:a16="http://schemas.microsoft.com/office/drawing/2014/main" id="{92F9D4EB-38BA-F3E9-1AC0-CDA37A15CC27}"/>
                      </a:ext>
                    </a:extLst>
                  </p:cNvPr>
                  <p:cNvSpPr txBox="1"/>
                  <p:nvPr/>
                </p:nvSpPr>
                <p:spPr>
                  <a:xfrm>
                    <a:off x="3968465" y="6208181"/>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430" name="TextBox 1429">
                    <a:extLst>
                      <a:ext uri="{FF2B5EF4-FFF2-40B4-BE49-F238E27FC236}">
                        <a16:creationId xmlns:a16="http://schemas.microsoft.com/office/drawing/2014/main" id="{35B21C04-5ACB-E4B7-4677-1984AE786177}"/>
                      </a:ext>
                    </a:extLst>
                  </p:cNvPr>
                  <p:cNvSpPr txBox="1"/>
                  <p:nvPr/>
                </p:nvSpPr>
                <p:spPr>
                  <a:xfrm>
                    <a:off x="3313759" y="5232907"/>
                    <a:ext cx="838394"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22_Di_Glut</a:t>
                    </a:r>
                  </a:p>
                </p:txBody>
              </p:sp>
            </p:grpSp>
          </p:grpSp>
          <p:grpSp>
            <p:nvGrpSpPr>
              <p:cNvPr id="1431" name="Graphic 607">
                <a:extLst>
                  <a:ext uri="{FF2B5EF4-FFF2-40B4-BE49-F238E27FC236}">
                    <a16:creationId xmlns:a16="http://schemas.microsoft.com/office/drawing/2014/main" id="{D0AA6259-74D3-08A8-477F-0C1E67B7019E}"/>
                  </a:ext>
                </a:extLst>
              </p:cNvPr>
              <p:cNvGrpSpPr/>
              <p:nvPr/>
            </p:nvGrpSpPr>
            <p:grpSpPr>
              <a:xfrm>
                <a:off x="5591389" y="3143882"/>
                <a:ext cx="1258608" cy="1196086"/>
                <a:chOff x="4241260" y="5232907"/>
                <a:chExt cx="1258608" cy="1196086"/>
              </a:xfrm>
            </p:grpSpPr>
            <p:grpSp>
              <p:nvGrpSpPr>
                <p:cNvPr id="1434" name="Graphic 607">
                  <a:extLst>
                    <a:ext uri="{FF2B5EF4-FFF2-40B4-BE49-F238E27FC236}">
                      <a16:creationId xmlns:a16="http://schemas.microsoft.com/office/drawing/2014/main" id="{5A07107B-BA6E-9595-A830-D615C3E5E2B3}"/>
                    </a:ext>
                  </a:extLst>
                </p:cNvPr>
                <p:cNvGrpSpPr/>
                <p:nvPr/>
              </p:nvGrpSpPr>
              <p:grpSpPr>
                <a:xfrm>
                  <a:off x="4496542" y="5429968"/>
                  <a:ext cx="904495" cy="782486"/>
                  <a:chOff x="4496542" y="5429968"/>
                  <a:chExt cx="904495" cy="782486"/>
                </a:xfrm>
              </p:grpSpPr>
              <p:sp>
                <p:nvSpPr>
                  <p:cNvPr id="1435" name="Freeform 1434">
                    <a:extLst>
                      <a:ext uri="{FF2B5EF4-FFF2-40B4-BE49-F238E27FC236}">
                        <a16:creationId xmlns:a16="http://schemas.microsoft.com/office/drawing/2014/main" id="{3C8B1A29-9C39-597E-6041-CBB850CDE940}"/>
                      </a:ext>
                    </a:extLst>
                  </p:cNvPr>
                  <p:cNvSpPr/>
                  <p:nvPr/>
                </p:nvSpPr>
                <p:spPr>
                  <a:xfrm>
                    <a:off x="4556996" y="5535163"/>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436" name="Freeform 1435">
                    <a:extLst>
                      <a:ext uri="{FF2B5EF4-FFF2-40B4-BE49-F238E27FC236}">
                        <a16:creationId xmlns:a16="http://schemas.microsoft.com/office/drawing/2014/main" id="{2AB5C0FC-EDA8-D0D5-C04F-A8EF3C67944D}"/>
                      </a:ext>
                    </a:extLst>
                  </p:cNvPr>
                  <p:cNvSpPr/>
                  <p:nvPr/>
                </p:nvSpPr>
                <p:spPr>
                  <a:xfrm>
                    <a:off x="4605764" y="5972424"/>
                    <a:ext cx="97409" cy="239903"/>
                  </a:xfrm>
                  <a:custGeom>
                    <a:avLst/>
                    <a:gdLst>
                      <a:gd name="csX0" fmla="*/ 0 w 97409"/>
                      <a:gd name="csY0" fmla="*/ 0 h 239903"/>
                      <a:gd name="csX1" fmla="*/ 97409 w 97409"/>
                      <a:gd name="csY1" fmla="*/ 0 h 239903"/>
                      <a:gd name="csX2" fmla="*/ 97409 w 97409"/>
                      <a:gd name="csY2" fmla="*/ 239903 h 239903"/>
                      <a:gd name="csX3" fmla="*/ 0 w 97409"/>
                      <a:gd name="csY3" fmla="*/ 239903 h 239903"/>
                    </a:gdLst>
                    <a:ahLst/>
                    <a:cxnLst>
                      <a:cxn ang="0">
                        <a:pos x="csX0" y="csY0"/>
                      </a:cxn>
                      <a:cxn ang="0">
                        <a:pos x="csX1" y="csY1"/>
                      </a:cxn>
                      <a:cxn ang="0">
                        <a:pos x="csX2" y="csY2"/>
                      </a:cxn>
                      <a:cxn ang="0">
                        <a:pos x="csX3" y="csY3"/>
                      </a:cxn>
                    </a:cxnLst>
                    <a:rect l="l" t="t" r="r" b="b"/>
                    <a:pathLst>
                      <a:path w="97409" h="239903">
                        <a:moveTo>
                          <a:pt x="0" y="0"/>
                        </a:moveTo>
                        <a:lnTo>
                          <a:pt x="97409" y="0"/>
                        </a:lnTo>
                        <a:lnTo>
                          <a:pt x="97409" y="239903"/>
                        </a:lnTo>
                        <a:lnTo>
                          <a:pt x="0" y="239903"/>
                        </a:lnTo>
                        <a:close/>
                      </a:path>
                    </a:pathLst>
                  </a:custGeom>
                  <a:solidFill>
                    <a:srgbClr val="1965B0"/>
                  </a:solidFill>
                  <a:ln w="13589" cap="flat">
                    <a:noFill/>
                    <a:prstDash val="solid"/>
                    <a:miter/>
                  </a:ln>
                </p:spPr>
                <p:txBody>
                  <a:bodyPr/>
                  <a:lstStyle/>
                  <a:p>
                    <a:pPr algn="ctr"/>
                    <a:endParaRPr lang="en-US" sz="1890"/>
                  </a:p>
                </p:txBody>
              </p:sp>
              <p:sp>
                <p:nvSpPr>
                  <p:cNvPr id="1437" name="Freeform 1436">
                    <a:extLst>
                      <a:ext uri="{FF2B5EF4-FFF2-40B4-BE49-F238E27FC236}">
                        <a16:creationId xmlns:a16="http://schemas.microsoft.com/office/drawing/2014/main" id="{8F5EBE71-E8EB-6955-A0D6-0B2BF61FBC65}"/>
                      </a:ext>
                    </a:extLst>
                  </p:cNvPr>
                  <p:cNvSpPr/>
                  <p:nvPr/>
                </p:nvSpPr>
                <p:spPr>
                  <a:xfrm>
                    <a:off x="4768070" y="5939912"/>
                    <a:ext cx="97409" cy="272415"/>
                  </a:xfrm>
                  <a:custGeom>
                    <a:avLst/>
                    <a:gdLst>
                      <a:gd name="csX0" fmla="*/ 0 w 97409"/>
                      <a:gd name="csY0" fmla="*/ 0 h 272415"/>
                      <a:gd name="csX1" fmla="*/ 97409 w 97409"/>
                      <a:gd name="csY1" fmla="*/ 0 h 272415"/>
                      <a:gd name="csX2" fmla="*/ 97409 w 97409"/>
                      <a:gd name="csY2" fmla="*/ 272415 h 272415"/>
                      <a:gd name="csX3" fmla="*/ 0 w 97409"/>
                      <a:gd name="csY3" fmla="*/ 272415 h 272415"/>
                    </a:gdLst>
                    <a:ahLst/>
                    <a:cxnLst>
                      <a:cxn ang="0">
                        <a:pos x="csX0" y="csY0"/>
                      </a:cxn>
                      <a:cxn ang="0">
                        <a:pos x="csX1" y="csY1"/>
                      </a:cxn>
                      <a:cxn ang="0">
                        <a:pos x="csX2" y="csY2"/>
                      </a:cxn>
                      <a:cxn ang="0">
                        <a:pos x="csX3" y="csY3"/>
                      </a:cxn>
                    </a:cxnLst>
                    <a:rect l="l" t="t" r="r" b="b"/>
                    <a:pathLst>
                      <a:path w="97409" h="272415">
                        <a:moveTo>
                          <a:pt x="0" y="0"/>
                        </a:moveTo>
                        <a:lnTo>
                          <a:pt x="97409" y="0"/>
                        </a:lnTo>
                        <a:lnTo>
                          <a:pt x="97409" y="272415"/>
                        </a:lnTo>
                        <a:lnTo>
                          <a:pt x="0" y="272415"/>
                        </a:lnTo>
                        <a:close/>
                      </a:path>
                    </a:pathLst>
                  </a:custGeom>
                  <a:solidFill>
                    <a:srgbClr val="4EB265"/>
                  </a:solidFill>
                  <a:ln w="13589" cap="flat">
                    <a:noFill/>
                    <a:prstDash val="solid"/>
                    <a:miter/>
                  </a:ln>
                </p:spPr>
                <p:txBody>
                  <a:bodyPr/>
                  <a:lstStyle/>
                  <a:p>
                    <a:pPr algn="ctr"/>
                    <a:endParaRPr lang="en-US" sz="1890"/>
                  </a:p>
                </p:txBody>
              </p:sp>
              <p:sp>
                <p:nvSpPr>
                  <p:cNvPr id="1438" name="Freeform 1437">
                    <a:extLst>
                      <a:ext uri="{FF2B5EF4-FFF2-40B4-BE49-F238E27FC236}">
                        <a16:creationId xmlns:a16="http://schemas.microsoft.com/office/drawing/2014/main" id="{807E5E36-D57E-8AB2-50FB-3C7B05CED5AE}"/>
                      </a:ext>
                    </a:extLst>
                  </p:cNvPr>
                  <p:cNvSpPr/>
                  <p:nvPr/>
                </p:nvSpPr>
                <p:spPr>
                  <a:xfrm>
                    <a:off x="4930376" y="6026780"/>
                    <a:ext cx="97409" cy="185674"/>
                  </a:xfrm>
                  <a:custGeom>
                    <a:avLst/>
                    <a:gdLst>
                      <a:gd name="csX0" fmla="*/ 0 w 97409"/>
                      <a:gd name="csY0" fmla="*/ 0 h 185674"/>
                      <a:gd name="csX1" fmla="*/ 97409 w 97409"/>
                      <a:gd name="csY1" fmla="*/ 0 h 185674"/>
                      <a:gd name="csX2" fmla="*/ 97409 w 97409"/>
                      <a:gd name="csY2" fmla="*/ 185674 h 185674"/>
                      <a:gd name="csX3" fmla="*/ 0 w 97409"/>
                      <a:gd name="csY3" fmla="*/ 185674 h 185674"/>
                    </a:gdLst>
                    <a:ahLst/>
                    <a:cxnLst>
                      <a:cxn ang="0">
                        <a:pos x="csX0" y="csY0"/>
                      </a:cxn>
                      <a:cxn ang="0">
                        <a:pos x="csX1" y="csY1"/>
                      </a:cxn>
                      <a:cxn ang="0">
                        <a:pos x="csX2" y="csY2"/>
                      </a:cxn>
                      <a:cxn ang="0">
                        <a:pos x="csX3" y="csY3"/>
                      </a:cxn>
                    </a:cxnLst>
                    <a:rect l="l" t="t" r="r" b="b"/>
                    <a:pathLst>
                      <a:path w="97409" h="185674">
                        <a:moveTo>
                          <a:pt x="0" y="0"/>
                        </a:moveTo>
                        <a:lnTo>
                          <a:pt x="97409" y="0"/>
                        </a:lnTo>
                        <a:lnTo>
                          <a:pt x="97409" y="185674"/>
                        </a:lnTo>
                        <a:lnTo>
                          <a:pt x="0" y="185674"/>
                        </a:lnTo>
                        <a:close/>
                      </a:path>
                    </a:pathLst>
                  </a:custGeom>
                  <a:solidFill>
                    <a:srgbClr val="F7F056"/>
                  </a:solidFill>
                  <a:ln w="13589" cap="flat">
                    <a:noFill/>
                    <a:prstDash val="solid"/>
                    <a:miter/>
                  </a:ln>
                </p:spPr>
                <p:txBody>
                  <a:bodyPr/>
                  <a:lstStyle/>
                  <a:p>
                    <a:pPr algn="ctr"/>
                    <a:endParaRPr lang="en-US" sz="1890"/>
                  </a:p>
                </p:txBody>
              </p:sp>
              <p:sp>
                <p:nvSpPr>
                  <p:cNvPr id="1439" name="Freeform 1438">
                    <a:extLst>
                      <a:ext uri="{FF2B5EF4-FFF2-40B4-BE49-F238E27FC236}">
                        <a16:creationId xmlns:a16="http://schemas.microsoft.com/office/drawing/2014/main" id="{3850314B-45E5-3BED-A4B3-1285D3017E47}"/>
                      </a:ext>
                    </a:extLst>
                  </p:cNvPr>
                  <p:cNvSpPr/>
                  <p:nvPr/>
                </p:nvSpPr>
                <p:spPr>
                  <a:xfrm>
                    <a:off x="5092682" y="5964296"/>
                    <a:ext cx="97409" cy="248031"/>
                  </a:xfrm>
                  <a:custGeom>
                    <a:avLst/>
                    <a:gdLst>
                      <a:gd name="csX0" fmla="*/ 0 w 97409"/>
                      <a:gd name="csY0" fmla="*/ 0 h 248031"/>
                      <a:gd name="csX1" fmla="*/ 97409 w 97409"/>
                      <a:gd name="csY1" fmla="*/ 0 h 248031"/>
                      <a:gd name="csX2" fmla="*/ 97409 w 97409"/>
                      <a:gd name="csY2" fmla="*/ 248031 h 248031"/>
                      <a:gd name="csX3" fmla="*/ 0 w 97409"/>
                      <a:gd name="csY3" fmla="*/ 248031 h 248031"/>
                    </a:gdLst>
                    <a:ahLst/>
                    <a:cxnLst>
                      <a:cxn ang="0">
                        <a:pos x="csX0" y="csY0"/>
                      </a:cxn>
                      <a:cxn ang="0">
                        <a:pos x="csX1" y="csY1"/>
                      </a:cxn>
                      <a:cxn ang="0">
                        <a:pos x="csX2" y="csY2"/>
                      </a:cxn>
                      <a:cxn ang="0">
                        <a:pos x="csX3" y="csY3"/>
                      </a:cxn>
                    </a:cxnLst>
                    <a:rect l="l" t="t" r="r" b="b"/>
                    <a:pathLst>
                      <a:path w="97409" h="248031">
                        <a:moveTo>
                          <a:pt x="0" y="0"/>
                        </a:moveTo>
                        <a:lnTo>
                          <a:pt x="97409" y="0"/>
                        </a:lnTo>
                        <a:lnTo>
                          <a:pt x="97409" y="248031"/>
                        </a:lnTo>
                        <a:lnTo>
                          <a:pt x="0" y="248031"/>
                        </a:lnTo>
                        <a:close/>
                      </a:path>
                    </a:pathLst>
                  </a:custGeom>
                  <a:solidFill>
                    <a:srgbClr val="7BAFDE"/>
                  </a:solidFill>
                  <a:ln w="13589" cap="flat">
                    <a:noFill/>
                    <a:prstDash val="solid"/>
                    <a:miter/>
                  </a:ln>
                </p:spPr>
                <p:txBody>
                  <a:bodyPr/>
                  <a:lstStyle/>
                  <a:p>
                    <a:pPr algn="ctr"/>
                    <a:endParaRPr lang="en-US" sz="1890"/>
                  </a:p>
                </p:txBody>
              </p:sp>
              <p:sp>
                <p:nvSpPr>
                  <p:cNvPr id="1440" name="Freeform 1439">
                    <a:extLst>
                      <a:ext uri="{FF2B5EF4-FFF2-40B4-BE49-F238E27FC236}">
                        <a16:creationId xmlns:a16="http://schemas.microsoft.com/office/drawing/2014/main" id="{78F69D1D-0451-A52D-817C-6F764F13CF00}"/>
                      </a:ext>
                    </a:extLst>
                  </p:cNvPr>
                  <p:cNvSpPr/>
                  <p:nvPr/>
                </p:nvSpPr>
                <p:spPr>
                  <a:xfrm>
                    <a:off x="5254988" y="6081517"/>
                    <a:ext cx="97409" cy="130937"/>
                  </a:xfrm>
                  <a:custGeom>
                    <a:avLst/>
                    <a:gdLst>
                      <a:gd name="csX0" fmla="*/ 0 w 97409"/>
                      <a:gd name="csY0" fmla="*/ 0 h 130937"/>
                      <a:gd name="csX1" fmla="*/ 97409 w 97409"/>
                      <a:gd name="csY1" fmla="*/ 0 h 130937"/>
                      <a:gd name="csX2" fmla="*/ 97409 w 97409"/>
                      <a:gd name="csY2" fmla="*/ 130937 h 130937"/>
                      <a:gd name="csX3" fmla="*/ 0 w 97409"/>
                      <a:gd name="csY3" fmla="*/ 130937 h 130937"/>
                    </a:gdLst>
                    <a:ahLst/>
                    <a:cxnLst>
                      <a:cxn ang="0">
                        <a:pos x="csX0" y="csY0"/>
                      </a:cxn>
                      <a:cxn ang="0">
                        <a:pos x="csX1" y="csY1"/>
                      </a:cxn>
                      <a:cxn ang="0">
                        <a:pos x="csX2" y="csY2"/>
                      </a:cxn>
                      <a:cxn ang="0">
                        <a:pos x="csX3" y="csY3"/>
                      </a:cxn>
                    </a:cxnLst>
                    <a:rect l="l" t="t" r="r" b="b"/>
                    <a:pathLst>
                      <a:path w="97409" h="130937">
                        <a:moveTo>
                          <a:pt x="0" y="0"/>
                        </a:moveTo>
                        <a:lnTo>
                          <a:pt x="97409" y="0"/>
                        </a:lnTo>
                        <a:lnTo>
                          <a:pt x="97409" y="130937"/>
                        </a:lnTo>
                        <a:lnTo>
                          <a:pt x="0" y="130937"/>
                        </a:lnTo>
                        <a:close/>
                      </a:path>
                    </a:pathLst>
                  </a:custGeom>
                  <a:solidFill>
                    <a:srgbClr val="DC050C"/>
                  </a:solidFill>
                  <a:ln w="13589" cap="flat">
                    <a:noFill/>
                    <a:prstDash val="solid"/>
                    <a:miter/>
                  </a:ln>
                </p:spPr>
                <p:txBody>
                  <a:bodyPr/>
                  <a:lstStyle/>
                  <a:p>
                    <a:pPr algn="ctr"/>
                    <a:endParaRPr lang="en-US" sz="1890"/>
                  </a:p>
                </p:txBody>
              </p:sp>
              <p:sp>
                <p:nvSpPr>
                  <p:cNvPr id="1441" name="Freeform 1440">
                    <a:extLst>
                      <a:ext uri="{FF2B5EF4-FFF2-40B4-BE49-F238E27FC236}">
                        <a16:creationId xmlns:a16="http://schemas.microsoft.com/office/drawing/2014/main" id="{6D5058D2-95BD-C8F5-46C9-45840DCCAC8B}"/>
                      </a:ext>
                    </a:extLst>
                  </p:cNvPr>
                  <p:cNvSpPr/>
                  <p:nvPr/>
                </p:nvSpPr>
                <p:spPr>
                  <a:xfrm>
                    <a:off x="4622020" y="594956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442" name="Freeform 1441">
                    <a:extLst>
                      <a:ext uri="{FF2B5EF4-FFF2-40B4-BE49-F238E27FC236}">
                        <a16:creationId xmlns:a16="http://schemas.microsoft.com/office/drawing/2014/main" id="{733B997E-7484-D809-439B-6A3F0887FE3B}"/>
                      </a:ext>
                    </a:extLst>
                  </p:cNvPr>
                  <p:cNvSpPr/>
                  <p:nvPr/>
                </p:nvSpPr>
                <p:spPr>
                  <a:xfrm>
                    <a:off x="4654404" y="5949564"/>
                    <a:ext cx="12700" cy="45846"/>
                  </a:xfrm>
                  <a:custGeom>
                    <a:avLst/>
                    <a:gdLst>
                      <a:gd name="csX0" fmla="*/ 0 w 12700"/>
                      <a:gd name="csY0" fmla="*/ 0 h 45846"/>
                      <a:gd name="csX1" fmla="*/ 0 w 12700"/>
                      <a:gd name="csY1" fmla="*/ 45847 h 45846"/>
                    </a:gdLst>
                    <a:ahLst/>
                    <a:cxnLst>
                      <a:cxn ang="0">
                        <a:pos x="csX0" y="csY0"/>
                      </a:cxn>
                      <a:cxn ang="0">
                        <a:pos x="csX1" y="csY1"/>
                      </a:cxn>
                    </a:cxnLst>
                    <a:rect l="l" t="t" r="r" b="b"/>
                    <a:pathLst>
                      <a:path w="12700" h="45846">
                        <a:moveTo>
                          <a:pt x="0" y="0"/>
                        </a:moveTo>
                        <a:lnTo>
                          <a:pt x="0" y="45847"/>
                        </a:lnTo>
                      </a:path>
                    </a:pathLst>
                  </a:custGeom>
                  <a:noFill/>
                  <a:ln w="13589" cap="flat">
                    <a:solidFill>
                      <a:srgbClr val="000000"/>
                    </a:solidFill>
                    <a:prstDash val="solid"/>
                    <a:round/>
                  </a:ln>
                </p:spPr>
                <p:txBody>
                  <a:bodyPr/>
                  <a:lstStyle/>
                  <a:p>
                    <a:pPr algn="ctr"/>
                    <a:endParaRPr lang="en-US" sz="1890"/>
                  </a:p>
                </p:txBody>
              </p:sp>
              <p:sp>
                <p:nvSpPr>
                  <p:cNvPr id="1443" name="Freeform 1442">
                    <a:extLst>
                      <a:ext uri="{FF2B5EF4-FFF2-40B4-BE49-F238E27FC236}">
                        <a16:creationId xmlns:a16="http://schemas.microsoft.com/office/drawing/2014/main" id="{6217CABB-0BAD-2CF8-90EE-105A6525D25D}"/>
                      </a:ext>
                    </a:extLst>
                  </p:cNvPr>
                  <p:cNvSpPr/>
                  <p:nvPr/>
                </p:nvSpPr>
                <p:spPr>
                  <a:xfrm>
                    <a:off x="4622020" y="599541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444" name="Freeform 1443">
                    <a:extLst>
                      <a:ext uri="{FF2B5EF4-FFF2-40B4-BE49-F238E27FC236}">
                        <a16:creationId xmlns:a16="http://schemas.microsoft.com/office/drawing/2014/main" id="{AFFCCD32-6E46-3ED0-2670-5DA9BBFB0768}"/>
                      </a:ext>
                    </a:extLst>
                  </p:cNvPr>
                  <p:cNvSpPr/>
                  <p:nvPr/>
                </p:nvSpPr>
                <p:spPr>
                  <a:xfrm>
                    <a:off x="4784325" y="589431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445" name="Freeform 1444">
                    <a:extLst>
                      <a:ext uri="{FF2B5EF4-FFF2-40B4-BE49-F238E27FC236}">
                        <a16:creationId xmlns:a16="http://schemas.microsoft.com/office/drawing/2014/main" id="{6F66F5F8-16F3-4B62-1443-9238223FD060}"/>
                      </a:ext>
                    </a:extLst>
                  </p:cNvPr>
                  <p:cNvSpPr/>
                  <p:nvPr/>
                </p:nvSpPr>
                <p:spPr>
                  <a:xfrm>
                    <a:off x="4816710" y="5894318"/>
                    <a:ext cx="12700" cy="91186"/>
                  </a:xfrm>
                  <a:custGeom>
                    <a:avLst/>
                    <a:gdLst>
                      <a:gd name="csX0" fmla="*/ 0 w 12700"/>
                      <a:gd name="csY0" fmla="*/ 0 h 91186"/>
                      <a:gd name="csX1" fmla="*/ 0 w 12700"/>
                      <a:gd name="csY1" fmla="*/ 91186 h 91186"/>
                    </a:gdLst>
                    <a:ahLst/>
                    <a:cxnLst>
                      <a:cxn ang="0">
                        <a:pos x="csX0" y="csY0"/>
                      </a:cxn>
                      <a:cxn ang="0">
                        <a:pos x="csX1" y="csY1"/>
                      </a:cxn>
                    </a:cxnLst>
                    <a:rect l="l" t="t" r="r" b="b"/>
                    <a:pathLst>
                      <a:path w="12700" h="91186">
                        <a:moveTo>
                          <a:pt x="0" y="0"/>
                        </a:moveTo>
                        <a:lnTo>
                          <a:pt x="0" y="91186"/>
                        </a:lnTo>
                      </a:path>
                    </a:pathLst>
                  </a:custGeom>
                  <a:noFill/>
                  <a:ln w="13589" cap="flat">
                    <a:solidFill>
                      <a:srgbClr val="000000"/>
                    </a:solidFill>
                    <a:prstDash val="solid"/>
                    <a:round/>
                  </a:ln>
                </p:spPr>
                <p:txBody>
                  <a:bodyPr/>
                  <a:lstStyle/>
                  <a:p>
                    <a:pPr algn="ctr"/>
                    <a:endParaRPr lang="en-US" sz="1890"/>
                  </a:p>
                </p:txBody>
              </p:sp>
              <p:sp>
                <p:nvSpPr>
                  <p:cNvPr id="1446" name="Freeform 1445">
                    <a:extLst>
                      <a:ext uri="{FF2B5EF4-FFF2-40B4-BE49-F238E27FC236}">
                        <a16:creationId xmlns:a16="http://schemas.microsoft.com/office/drawing/2014/main" id="{20BE1836-E13F-AF12-26E6-06BE068A6EBA}"/>
                      </a:ext>
                    </a:extLst>
                  </p:cNvPr>
                  <p:cNvSpPr/>
                  <p:nvPr/>
                </p:nvSpPr>
                <p:spPr>
                  <a:xfrm>
                    <a:off x="4784325" y="598550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447" name="Freeform 1446">
                    <a:extLst>
                      <a:ext uri="{FF2B5EF4-FFF2-40B4-BE49-F238E27FC236}">
                        <a16:creationId xmlns:a16="http://schemas.microsoft.com/office/drawing/2014/main" id="{F8567F1C-E75B-7046-9E4C-7DD5188F342E}"/>
                      </a:ext>
                    </a:extLst>
                  </p:cNvPr>
                  <p:cNvSpPr/>
                  <p:nvPr/>
                </p:nvSpPr>
                <p:spPr>
                  <a:xfrm>
                    <a:off x="4946631" y="595185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448" name="Freeform 1447">
                    <a:extLst>
                      <a:ext uri="{FF2B5EF4-FFF2-40B4-BE49-F238E27FC236}">
                        <a16:creationId xmlns:a16="http://schemas.microsoft.com/office/drawing/2014/main" id="{A2FD3A1E-475E-B667-2D5D-525EA957DC1C}"/>
                      </a:ext>
                    </a:extLst>
                  </p:cNvPr>
                  <p:cNvSpPr/>
                  <p:nvPr/>
                </p:nvSpPr>
                <p:spPr>
                  <a:xfrm>
                    <a:off x="4979017" y="5951850"/>
                    <a:ext cx="12700" cy="149732"/>
                  </a:xfrm>
                  <a:custGeom>
                    <a:avLst/>
                    <a:gdLst>
                      <a:gd name="csX0" fmla="*/ 0 w 12700"/>
                      <a:gd name="csY0" fmla="*/ 0 h 149732"/>
                      <a:gd name="csX1" fmla="*/ 0 w 12700"/>
                      <a:gd name="csY1" fmla="*/ 149733 h 149732"/>
                    </a:gdLst>
                    <a:ahLst/>
                    <a:cxnLst>
                      <a:cxn ang="0">
                        <a:pos x="csX0" y="csY0"/>
                      </a:cxn>
                      <a:cxn ang="0">
                        <a:pos x="csX1" y="csY1"/>
                      </a:cxn>
                    </a:cxnLst>
                    <a:rect l="l" t="t" r="r" b="b"/>
                    <a:pathLst>
                      <a:path w="12700" h="149732">
                        <a:moveTo>
                          <a:pt x="0" y="0"/>
                        </a:moveTo>
                        <a:lnTo>
                          <a:pt x="0" y="149733"/>
                        </a:lnTo>
                      </a:path>
                    </a:pathLst>
                  </a:custGeom>
                  <a:noFill/>
                  <a:ln w="13589" cap="flat">
                    <a:solidFill>
                      <a:srgbClr val="000000"/>
                    </a:solidFill>
                    <a:prstDash val="solid"/>
                    <a:round/>
                  </a:ln>
                </p:spPr>
                <p:txBody>
                  <a:bodyPr/>
                  <a:lstStyle/>
                  <a:p>
                    <a:pPr algn="ctr"/>
                    <a:endParaRPr lang="en-US" sz="1890"/>
                  </a:p>
                </p:txBody>
              </p:sp>
              <p:sp>
                <p:nvSpPr>
                  <p:cNvPr id="1449" name="Freeform 1448">
                    <a:extLst>
                      <a:ext uri="{FF2B5EF4-FFF2-40B4-BE49-F238E27FC236}">
                        <a16:creationId xmlns:a16="http://schemas.microsoft.com/office/drawing/2014/main" id="{C32E15CA-E534-D5D4-767B-AE22B8D9BA43}"/>
                      </a:ext>
                    </a:extLst>
                  </p:cNvPr>
                  <p:cNvSpPr/>
                  <p:nvPr/>
                </p:nvSpPr>
                <p:spPr>
                  <a:xfrm>
                    <a:off x="4946631" y="610158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450" name="Freeform 1449">
                    <a:extLst>
                      <a:ext uri="{FF2B5EF4-FFF2-40B4-BE49-F238E27FC236}">
                        <a16:creationId xmlns:a16="http://schemas.microsoft.com/office/drawing/2014/main" id="{4FC0D168-579F-054C-D694-1DA283C5704D}"/>
                      </a:ext>
                    </a:extLst>
                  </p:cNvPr>
                  <p:cNvSpPr/>
                  <p:nvPr/>
                </p:nvSpPr>
                <p:spPr>
                  <a:xfrm>
                    <a:off x="5271244" y="604557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451" name="Freeform 1450">
                    <a:extLst>
                      <a:ext uri="{FF2B5EF4-FFF2-40B4-BE49-F238E27FC236}">
                        <a16:creationId xmlns:a16="http://schemas.microsoft.com/office/drawing/2014/main" id="{E4C4DA40-6B65-636D-2C20-24CEFB8E974C}"/>
                      </a:ext>
                    </a:extLst>
                  </p:cNvPr>
                  <p:cNvSpPr/>
                  <p:nvPr/>
                </p:nvSpPr>
                <p:spPr>
                  <a:xfrm>
                    <a:off x="5303628" y="6045575"/>
                    <a:ext cx="12700" cy="71881"/>
                  </a:xfrm>
                  <a:custGeom>
                    <a:avLst/>
                    <a:gdLst>
                      <a:gd name="csX0" fmla="*/ 0 w 12700"/>
                      <a:gd name="csY0" fmla="*/ 0 h 71881"/>
                      <a:gd name="csX1" fmla="*/ 0 w 12700"/>
                      <a:gd name="csY1" fmla="*/ 71882 h 71881"/>
                    </a:gdLst>
                    <a:ahLst/>
                    <a:cxnLst>
                      <a:cxn ang="0">
                        <a:pos x="csX0" y="csY0"/>
                      </a:cxn>
                      <a:cxn ang="0">
                        <a:pos x="csX1" y="csY1"/>
                      </a:cxn>
                    </a:cxnLst>
                    <a:rect l="l" t="t" r="r" b="b"/>
                    <a:pathLst>
                      <a:path w="12700" h="71881">
                        <a:moveTo>
                          <a:pt x="0" y="0"/>
                        </a:moveTo>
                        <a:lnTo>
                          <a:pt x="0" y="71882"/>
                        </a:lnTo>
                      </a:path>
                    </a:pathLst>
                  </a:custGeom>
                  <a:noFill/>
                  <a:ln w="13589" cap="flat">
                    <a:solidFill>
                      <a:srgbClr val="000000"/>
                    </a:solidFill>
                    <a:prstDash val="solid"/>
                    <a:round/>
                  </a:ln>
                </p:spPr>
                <p:txBody>
                  <a:bodyPr/>
                  <a:lstStyle/>
                  <a:p>
                    <a:pPr algn="ctr"/>
                    <a:endParaRPr lang="en-US" sz="1890"/>
                  </a:p>
                </p:txBody>
              </p:sp>
              <p:sp>
                <p:nvSpPr>
                  <p:cNvPr id="1452" name="Freeform 1451">
                    <a:extLst>
                      <a:ext uri="{FF2B5EF4-FFF2-40B4-BE49-F238E27FC236}">
                        <a16:creationId xmlns:a16="http://schemas.microsoft.com/office/drawing/2014/main" id="{AA604765-9E0C-F3D5-74EB-4BC59E6A0A72}"/>
                      </a:ext>
                    </a:extLst>
                  </p:cNvPr>
                  <p:cNvSpPr/>
                  <p:nvPr/>
                </p:nvSpPr>
                <p:spPr>
                  <a:xfrm>
                    <a:off x="5271244" y="611745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453" name="Freeform 1452">
                    <a:extLst>
                      <a:ext uri="{FF2B5EF4-FFF2-40B4-BE49-F238E27FC236}">
                        <a16:creationId xmlns:a16="http://schemas.microsoft.com/office/drawing/2014/main" id="{3FBE9748-FF10-A1E3-EFC5-0472D0E6EFF1}"/>
                      </a:ext>
                    </a:extLst>
                  </p:cNvPr>
                  <p:cNvSpPr/>
                  <p:nvPr/>
                </p:nvSpPr>
                <p:spPr>
                  <a:xfrm>
                    <a:off x="4974445" y="593318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54" name="Freeform 1453">
                    <a:extLst>
                      <a:ext uri="{FF2B5EF4-FFF2-40B4-BE49-F238E27FC236}">
                        <a16:creationId xmlns:a16="http://schemas.microsoft.com/office/drawing/2014/main" id="{12A8F1C5-4D7B-4BC7-9E43-A406D9F4027D}"/>
                      </a:ext>
                    </a:extLst>
                  </p:cNvPr>
                  <p:cNvSpPr/>
                  <p:nvPr/>
                </p:nvSpPr>
                <p:spPr>
                  <a:xfrm>
                    <a:off x="4812901" y="61304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55" name="Freeform 1454">
                    <a:extLst>
                      <a:ext uri="{FF2B5EF4-FFF2-40B4-BE49-F238E27FC236}">
                        <a16:creationId xmlns:a16="http://schemas.microsoft.com/office/drawing/2014/main" id="{1092FF5E-A0C6-D58E-DE3C-ABC425714E6F}"/>
                      </a:ext>
                    </a:extLst>
                  </p:cNvPr>
                  <p:cNvSpPr/>
                  <p:nvPr/>
                </p:nvSpPr>
                <p:spPr>
                  <a:xfrm>
                    <a:off x="4791819" y="59814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56" name="Freeform 1455">
                    <a:extLst>
                      <a:ext uri="{FF2B5EF4-FFF2-40B4-BE49-F238E27FC236}">
                        <a16:creationId xmlns:a16="http://schemas.microsoft.com/office/drawing/2014/main" id="{AB4D1E11-4946-7925-C7D0-773F33B4EFEA}"/>
                      </a:ext>
                    </a:extLst>
                  </p:cNvPr>
                  <p:cNvSpPr/>
                  <p:nvPr/>
                </p:nvSpPr>
                <p:spPr>
                  <a:xfrm>
                    <a:off x="5296390" y="616648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57" name="Freeform 1456">
                    <a:extLst>
                      <a:ext uri="{FF2B5EF4-FFF2-40B4-BE49-F238E27FC236}">
                        <a16:creationId xmlns:a16="http://schemas.microsoft.com/office/drawing/2014/main" id="{538ACD88-7AB5-4416-E546-A549C5C9BBA1}"/>
                      </a:ext>
                    </a:extLst>
                  </p:cNvPr>
                  <p:cNvSpPr/>
                  <p:nvPr/>
                </p:nvSpPr>
                <p:spPr>
                  <a:xfrm>
                    <a:off x="4640943" y="597026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58" name="Freeform 1457">
                    <a:extLst>
                      <a:ext uri="{FF2B5EF4-FFF2-40B4-BE49-F238E27FC236}">
                        <a16:creationId xmlns:a16="http://schemas.microsoft.com/office/drawing/2014/main" id="{5447AE58-B3E6-2D5E-A920-A5C7441A8AD1}"/>
                      </a:ext>
                    </a:extLst>
                  </p:cNvPr>
                  <p:cNvSpPr/>
                  <p:nvPr/>
                </p:nvSpPr>
                <p:spPr>
                  <a:xfrm>
                    <a:off x="5286230" y="615886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59" name="Freeform 1458">
                    <a:extLst>
                      <a:ext uri="{FF2B5EF4-FFF2-40B4-BE49-F238E27FC236}">
                        <a16:creationId xmlns:a16="http://schemas.microsoft.com/office/drawing/2014/main" id="{18A03BCD-C94E-5D79-9816-207664AE9D31}"/>
                      </a:ext>
                    </a:extLst>
                  </p:cNvPr>
                  <p:cNvSpPr/>
                  <p:nvPr/>
                </p:nvSpPr>
                <p:spPr>
                  <a:xfrm>
                    <a:off x="4644118" y="587577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0" name="Freeform 1459">
                    <a:extLst>
                      <a:ext uri="{FF2B5EF4-FFF2-40B4-BE49-F238E27FC236}">
                        <a16:creationId xmlns:a16="http://schemas.microsoft.com/office/drawing/2014/main" id="{E602CA94-0248-0FBD-512C-6C5A4CF03D24}"/>
                      </a:ext>
                    </a:extLst>
                  </p:cNvPr>
                  <p:cNvSpPr/>
                  <p:nvPr/>
                </p:nvSpPr>
                <p:spPr>
                  <a:xfrm>
                    <a:off x="5273784" y="60516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1" name="Freeform 1460">
                    <a:extLst>
                      <a:ext uri="{FF2B5EF4-FFF2-40B4-BE49-F238E27FC236}">
                        <a16:creationId xmlns:a16="http://schemas.microsoft.com/office/drawing/2014/main" id="{BEEAE3D6-D391-B80B-0A5D-2EBD349EEDEA}"/>
                      </a:ext>
                    </a:extLst>
                  </p:cNvPr>
                  <p:cNvSpPr/>
                  <p:nvPr/>
                </p:nvSpPr>
                <p:spPr>
                  <a:xfrm>
                    <a:off x="4641451" y="60319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2" name="Freeform 1461">
                    <a:extLst>
                      <a:ext uri="{FF2B5EF4-FFF2-40B4-BE49-F238E27FC236}">
                        <a16:creationId xmlns:a16="http://schemas.microsoft.com/office/drawing/2014/main" id="{44DE7D8C-2FFE-7707-50F6-825EDEF2BA51}"/>
                      </a:ext>
                    </a:extLst>
                  </p:cNvPr>
                  <p:cNvSpPr/>
                  <p:nvPr/>
                </p:nvSpPr>
                <p:spPr>
                  <a:xfrm>
                    <a:off x="5292326" y="593800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3" name="Freeform 1462">
                    <a:extLst>
                      <a:ext uri="{FF2B5EF4-FFF2-40B4-BE49-F238E27FC236}">
                        <a16:creationId xmlns:a16="http://schemas.microsoft.com/office/drawing/2014/main" id="{B1EDD8BA-1132-B3D5-4C6A-D1B50D2CD5A1}"/>
                      </a:ext>
                    </a:extLst>
                  </p:cNvPr>
                  <p:cNvSpPr/>
                  <p:nvPr/>
                </p:nvSpPr>
                <p:spPr>
                  <a:xfrm>
                    <a:off x="4634974" y="599591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4" name="Freeform 1463">
                    <a:extLst>
                      <a:ext uri="{FF2B5EF4-FFF2-40B4-BE49-F238E27FC236}">
                        <a16:creationId xmlns:a16="http://schemas.microsoft.com/office/drawing/2014/main" id="{8BB0C2F6-86D1-FEC0-6F66-47A17E1E17D9}"/>
                      </a:ext>
                    </a:extLst>
                  </p:cNvPr>
                  <p:cNvSpPr/>
                  <p:nvPr/>
                </p:nvSpPr>
                <p:spPr>
                  <a:xfrm>
                    <a:off x="5292707" y="605611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5" name="Freeform 1464">
                    <a:extLst>
                      <a:ext uri="{FF2B5EF4-FFF2-40B4-BE49-F238E27FC236}">
                        <a16:creationId xmlns:a16="http://schemas.microsoft.com/office/drawing/2014/main" id="{B4EF3D0F-0784-0296-B39E-DF1B730352FF}"/>
                      </a:ext>
                    </a:extLst>
                  </p:cNvPr>
                  <p:cNvSpPr/>
                  <p:nvPr/>
                </p:nvSpPr>
                <p:spPr>
                  <a:xfrm>
                    <a:off x="4650468" y="59314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6" name="Freeform 1465">
                    <a:extLst>
                      <a:ext uri="{FF2B5EF4-FFF2-40B4-BE49-F238E27FC236}">
                        <a16:creationId xmlns:a16="http://schemas.microsoft.com/office/drawing/2014/main" id="{C5ABED4B-834B-96A0-A14A-197AD253BBCA}"/>
                      </a:ext>
                    </a:extLst>
                  </p:cNvPr>
                  <p:cNvSpPr/>
                  <p:nvPr/>
                </p:nvSpPr>
                <p:spPr>
                  <a:xfrm>
                    <a:off x="4790803" y="58769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7" name="Freeform 1466">
                    <a:extLst>
                      <a:ext uri="{FF2B5EF4-FFF2-40B4-BE49-F238E27FC236}">
                        <a16:creationId xmlns:a16="http://schemas.microsoft.com/office/drawing/2014/main" id="{66B0BE7C-8C67-5EFF-91FF-127391858138}"/>
                      </a:ext>
                    </a:extLst>
                  </p:cNvPr>
                  <p:cNvSpPr/>
                  <p:nvPr/>
                </p:nvSpPr>
                <p:spPr>
                  <a:xfrm>
                    <a:off x="5284452" y="600861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8" name="Freeform 1467">
                    <a:extLst>
                      <a:ext uri="{FF2B5EF4-FFF2-40B4-BE49-F238E27FC236}">
                        <a16:creationId xmlns:a16="http://schemas.microsoft.com/office/drawing/2014/main" id="{AE628859-0758-AC0E-A524-6253C05EE055}"/>
                      </a:ext>
                    </a:extLst>
                  </p:cNvPr>
                  <p:cNvSpPr/>
                  <p:nvPr/>
                </p:nvSpPr>
                <p:spPr>
                  <a:xfrm>
                    <a:off x="4650722" y="592238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69" name="Freeform 1468">
                    <a:extLst>
                      <a:ext uri="{FF2B5EF4-FFF2-40B4-BE49-F238E27FC236}">
                        <a16:creationId xmlns:a16="http://schemas.microsoft.com/office/drawing/2014/main" id="{19E28D0A-F674-8A1C-9F6C-27708011F1C3}"/>
                      </a:ext>
                    </a:extLst>
                  </p:cNvPr>
                  <p:cNvSpPr/>
                  <p:nvPr/>
                </p:nvSpPr>
                <p:spPr>
                  <a:xfrm>
                    <a:off x="4976477" y="60830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70" name="Freeform 1469">
                    <a:extLst>
                      <a:ext uri="{FF2B5EF4-FFF2-40B4-BE49-F238E27FC236}">
                        <a16:creationId xmlns:a16="http://schemas.microsoft.com/office/drawing/2014/main" id="{C7CDBE4A-B91C-4E39-4F9F-57CC8E36C45F}"/>
                      </a:ext>
                    </a:extLst>
                  </p:cNvPr>
                  <p:cNvSpPr/>
                  <p:nvPr/>
                </p:nvSpPr>
                <p:spPr>
                  <a:xfrm>
                    <a:off x="4786231" y="596759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71" name="Freeform 1470">
                    <a:extLst>
                      <a:ext uri="{FF2B5EF4-FFF2-40B4-BE49-F238E27FC236}">
                        <a16:creationId xmlns:a16="http://schemas.microsoft.com/office/drawing/2014/main" id="{777E6845-7DF4-A454-CB61-2BDCEAC7BEB8}"/>
                      </a:ext>
                    </a:extLst>
                  </p:cNvPr>
                  <p:cNvSpPr/>
                  <p:nvPr/>
                </p:nvSpPr>
                <p:spPr>
                  <a:xfrm>
                    <a:off x="4797915" y="574293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72" name="Freeform 1471">
                    <a:extLst>
                      <a:ext uri="{FF2B5EF4-FFF2-40B4-BE49-F238E27FC236}">
                        <a16:creationId xmlns:a16="http://schemas.microsoft.com/office/drawing/2014/main" id="{94BE10F1-2F6D-08F9-2719-76EE0654C98F}"/>
                      </a:ext>
                    </a:extLst>
                  </p:cNvPr>
                  <p:cNvSpPr/>
                  <p:nvPr/>
                </p:nvSpPr>
                <p:spPr>
                  <a:xfrm>
                    <a:off x="5125321" y="59463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73" name="Freeform 1472">
                    <a:extLst>
                      <a:ext uri="{FF2B5EF4-FFF2-40B4-BE49-F238E27FC236}">
                        <a16:creationId xmlns:a16="http://schemas.microsoft.com/office/drawing/2014/main" id="{35EDAF06-0926-0E37-D6A4-6C4BA9737A20}"/>
                      </a:ext>
                    </a:extLst>
                  </p:cNvPr>
                  <p:cNvSpPr/>
                  <p:nvPr/>
                </p:nvSpPr>
                <p:spPr>
                  <a:xfrm>
                    <a:off x="4811885" y="587120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74" name="Freeform 1473">
                    <a:extLst>
                      <a:ext uri="{FF2B5EF4-FFF2-40B4-BE49-F238E27FC236}">
                        <a16:creationId xmlns:a16="http://schemas.microsoft.com/office/drawing/2014/main" id="{D32DCC27-7F7F-452A-A6FC-181044875A6D}"/>
                      </a:ext>
                    </a:extLst>
                  </p:cNvPr>
                  <p:cNvSpPr/>
                  <p:nvPr/>
                </p:nvSpPr>
                <p:spPr>
                  <a:xfrm>
                    <a:off x="4786993" y="58822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475" name="TextBox 1474">
                    <a:extLst>
                      <a:ext uri="{FF2B5EF4-FFF2-40B4-BE49-F238E27FC236}">
                        <a16:creationId xmlns:a16="http://schemas.microsoft.com/office/drawing/2014/main" id="{59B4A0CE-6A7D-9886-1A58-B0BCB509F83F}"/>
                      </a:ext>
                    </a:extLst>
                  </p:cNvPr>
                  <p:cNvSpPr txBox="1"/>
                  <p:nvPr/>
                </p:nvSpPr>
                <p:spPr>
                  <a:xfrm>
                    <a:off x="4496542" y="5597761"/>
                    <a:ext cx="461778"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0.389</a:t>
                    </a:r>
                  </a:p>
                </p:txBody>
              </p:sp>
              <p:sp>
                <p:nvSpPr>
                  <p:cNvPr id="1476" name="Freeform 1475">
                    <a:extLst>
                      <a:ext uri="{FF2B5EF4-FFF2-40B4-BE49-F238E27FC236}">
                        <a16:creationId xmlns:a16="http://schemas.microsoft.com/office/drawing/2014/main" id="{6BFC67C4-8F18-A778-4780-A6460FF401A7}"/>
                      </a:ext>
                    </a:extLst>
                  </p:cNvPr>
                  <p:cNvSpPr/>
                  <p:nvPr/>
                </p:nvSpPr>
                <p:spPr>
                  <a:xfrm>
                    <a:off x="4654405" y="5715757"/>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477" name="TextBox 1476">
                    <a:extLst>
                      <a:ext uri="{FF2B5EF4-FFF2-40B4-BE49-F238E27FC236}">
                        <a16:creationId xmlns:a16="http://schemas.microsoft.com/office/drawing/2014/main" id="{3812921E-7683-7547-CF4D-3C934F5A1780}"/>
                      </a:ext>
                    </a:extLst>
                  </p:cNvPr>
                  <p:cNvSpPr txBox="1"/>
                  <p:nvPr/>
                </p:nvSpPr>
                <p:spPr>
                  <a:xfrm>
                    <a:off x="4850980" y="5542871"/>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478" name="Freeform 1477">
                    <a:extLst>
                      <a:ext uri="{FF2B5EF4-FFF2-40B4-BE49-F238E27FC236}">
                        <a16:creationId xmlns:a16="http://schemas.microsoft.com/office/drawing/2014/main" id="{D2A37F03-34BC-5385-5B2E-B952D0A12663}"/>
                      </a:ext>
                    </a:extLst>
                  </p:cNvPr>
                  <p:cNvSpPr/>
                  <p:nvPr/>
                </p:nvSpPr>
                <p:spPr>
                  <a:xfrm>
                    <a:off x="4832967" y="5715757"/>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479" name="TextBox 1478">
                    <a:extLst>
                      <a:ext uri="{FF2B5EF4-FFF2-40B4-BE49-F238E27FC236}">
                        <a16:creationId xmlns:a16="http://schemas.microsoft.com/office/drawing/2014/main" id="{6D6AD2DE-9195-7606-6869-96B5439BABEC}"/>
                      </a:ext>
                    </a:extLst>
                  </p:cNvPr>
                  <p:cNvSpPr txBox="1"/>
                  <p:nvPr/>
                </p:nvSpPr>
                <p:spPr>
                  <a:xfrm>
                    <a:off x="4801566" y="5429968"/>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480" name="Freeform 1479">
                    <a:extLst>
                      <a:ext uri="{FF2B5EF4-FFF2-40B4-BE49-F238E27FC236}">
                        <a16:creationId xmlns:a16="http://schemas.microsoft.com/office/drawing/2014/main" id="{1E652332-6D2E-8A76-232C-1B72DAF50FB9}"/>
                      </a:ext>
                    </a:extLst>
                  </p:cNvPr>
                  <p:cNvSpPr/>
                  <p:nvPr/>
                </p:nvSpPr>
                <p:spPr>
                  <a:xfrm>
                    <a:off x="4654405" y="5602854"/>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481" name="Graphic 607">
                  <a:extLst>
                    <a:ext uri="{FF2B5EF4-FFF2-40B4-BE49-F238E27FC236}">
                      <a16:creationId xmlns:a16="http://schemas.microsoft.com/office/drawing/2014/main" id="{706CEF02-28A8-CFDC-0F02-425F11793D01}"/>
                    </a:ext>
                  </a:extLst>
                </p:cNvPr>
                <p:cNvGrpSpPr/>
                <p:nvPr/>
              </p:nvGrpSpPr>
              <p:grpSpPr>
                <a:xfrm>
                  <a:off x="4241260" y="5232907"/>
                  <a:ext cx="1258608" cy="1196086"/>
                  <a:chOff x="4241260" y="5232907"/>
                  <a:chExt cx="1258608" cy="1196086"/>
                </a:xfrm>
              </p:grpSpPr>
              <p:sp>
                <p:nvSpPr>
                  <p:cNvPr id="1482" name="Freeform 1481">
                    <a:extLst>
                      <a:ext uri="{FF2B5EF4-FFF2-40B4-BE49-F238E27FC236}">
                        <a16:creationId xmlns:a16="http://schemas.microsoft.com/office/drawing/2014/main" id="{CDE56341-CA9C-1679-D472-813E73E2F5B8}"/>
                      </a:ext>
                    </a:extLst>
                  </p:cNvPr>
                  <p:cNvSpPr/>
                  <p:nvPr/>
                </p:nvSpPr>
                <p:spPr>
                  <a:xfrm>
                    <a:off x="4556996" y="5535163"/>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483" name="TextBox 1482">
                    <a:extLst>
                      <a:ext uri="{FF2B5EF4-FFF2-40B4-BE49-F238E27FC236}">
                        <a16:creationId xmlns:a16="http://schemas.microsoft.com/office/drawing/2014/main" id="{C6E1C758-B506-5869-224A-C4CCA9248D11}"/>
                      </a:ext>
                    </a:extLst>
                  </p:cNvPr>
                  <p:cNvSpPr txBox="1"/>
                  <p:nvPr/>
                </p:nvSpPr>
                <p:spPr>
                  <a:xfrm>
                    <a:off x="4241260" y="610543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484" name="TextBox 1483">
                    <a:extLst>
                      <a:ext uri="{FF2B5EF4-FFF2-40B4-BE49-F238E27FC236}">
                        <a16:creationId xmlns:a16="http://schemas.microsoft.com/office/drawing/2014/main" id="{2BB56397-958C-7D6A-3411-BB1EFDF9142E}"/>
                      </a:ext>
                    </a:extLst>
                  </p:cNvPr>
                  <p:cNvSpPr txBox="1"/>
                  <p:nvPr/>
                </p:nvSpPr>
                <p:spPr>
                  <a:xfrm>
                    <a:off x="4241260" y="587442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1485" name="TextBox 1484">
                    <a:extLst>
                      <a:ext uri="{FF2B5EF4-FFF2-40B4-BE49-F238E27FC236}">
                        <a16:creationId xmlns:a16="http://schemas.microsoft.com/office/drawing/2014/main" id="{B7ED3B0A-5B1C-BDF7-A997-067972416484}"/>
                      </a:ext>
                    </a:extLst>
                  </p:cNvPr>
                  <p:cNvSpPr txBox="1"/>
                  <p:nvPr/>
                </p:nvSpPr>
                <p:spPr>
                  <a:xfrm>
                    <a:off x="4241260" y="564328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1486" name="Freeform 1485">
                    <a:extLst>
                      <a:ext uri="{FF2B5EF4-FFF2-40B4-BE49-F238E27FC236}">
                        <a16:creationId xmlns:a16="http://schemas.microsoft.com/office/drawing/2014/main" id="{B3E187EA-527A-A680-697F-E02C8D949D5F}"/>
                      </a:ext>
                    </a:extLst>
                  </p:cNvPr>
                  <p:cNvSpPr/>
                  <p:nvPr/>
                </p:nvSpPr>
                <p:spPr>
                  <a:xfrm>
                    <a:off x="4522197" y="621232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487" name="Freeform 1486">
                    <a:extLst>
                      <a:ext uri="{FF2B5EF4-FFF2-40B4-BE49-F238E27FC236}">
                        <a16:creationId xmlns:a16="http://schemas.microsoft.com/office/drawing/2014/main" id="{3C7E365F-45E0-3937-D44C-F50F0CAB44A1}"/>
                      </a:ext>
                    </a:extLst>
                  </p:cNvPr>
                  <p:cNvSpPr/>
                  <p:nvPr/>
                </p:nvSpPr>
                <p:spPr>
                  <a:xfrm>
                    <a:off x="4522197" y="598131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488" name="Freeform 1487">
                    <a:extLst>
                      <a:ext uri="{FF2B5EF4-FFF2-40B4-BE49-F238E27FC236}">
                        <a16:creationId xmlns:a16="http://schemas.microsoft.com/office/drawing/2014/main" id="{DE516377-49D2-5273-F2FE-766AE08B07BC}"/>
                      </a:ext>
                    </a:extLst>
                  </p:cNvPr>
                  <p:cNvSpPr/>
                  <p:nvPr/>
                </p:nvSpPr>
                <p:spPr>
                  <a:xfrm>
                    <a:off x="4522197" y="575017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489" name="Freeform 1488">
                    <a:extLst>
                      <a:ext uri="{FF2B5EF4-FFF2-40B4-BE49-F238E27FC236}">
                        <a16:creationId xmlns:a16="http://schemas.microsoft.com/office/drawing/2014/main" id="{3B46A044-1C77-7FD1-F6E9-F23D3F1CFDEB}"/>
                      </a:ext>
                    </a:extLst>
                  </p:cNvPr>
                  <p:cNvSpPr/>
                  <p:nvPr/>
                </p:nvSpPr>
                <p:spPr>
                  <a:xfrm>
                    <a:off x="4556996" y="6212327"/>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490" name="Freeform 1489">
                    <a:extLst>
                      <a:ext uri="{FF2B5EF4-FFF2-40B4-BE49-F238E27FC236}">
                        <a16:creationId xmlns:a16="http://schemas.microsoft.com/office/drawing/2014/main" id="{0D529508-F470-E817-DCDA-DF1BF61CB098}"/>
                      </a:ext>
                    </a:extLst>
                  </p:cNvPr>
                  <p:cNvSpPr/>
                  <p:nvPr/>
                </p:nvSpPr>
                <p:spPr>
                  <a:xfrm>
                    <a:off x="4654404"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91" name="Freeform 1490">
                    <a:extLst>
                      <a:ext uri="{FF2B5EF4-FFF2-40B4-BE49-F238E27FC236}">
                        <a16:creationId xmlns:a16="http://schemas.microsoft.com/office/drawing/2014/main" id="{2607289F-64BB-7717-719B-560BFF20B4EE}"/>
                      </a:ext>
                    </a:extLst>
                  </p:cNvPr>
                  <p:cNvSpPr/>
                  <p:nvPr/>
                </p:nvSpPr>
                <p:spPr>
                  <a:xfrm>
                    <a:off x="4816710"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92" name="Freeform 1491">
                    <a:extLst>
                      <a:ext uri="{FF2B5EF4-FFF2-40B4-BE49-F238E27FC236}">
                        <a16:creationId xmlns:a16="http://schemas.microsoft.com/office/drawing/2014/main" id="{187BEB97-1BFB-F889-3D36-8FE49E8040FC}"/>
                      </a:ext>
                    </a:extLst>
                  </p:cNvPr>
                  <p:cNvSpPr/>
                  <p:nvPr/>
                </p:nvSpPr>
                <p:spPr>
                  <a:xfrm>
                    <a:off x="4979017"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93" name="Freeform 1492">
                    <a:extLst>
                      <a:ext uri="{FF2B5EF4-FFF2-40B4-BE49-F238E27FC236}">
                        <a16:creationId xmlns:a16="http://schemas.microsoft.com/office/drawing/2014/main" id="{91CB7CB1-1E2B-7DF9-1E5E-ADC7830EAF22}"/>
                      </a:ext>
                    </a:extLst>
                  </p:cNvPr>
                  <p:cNvSpPr/>
                  <p:nvPr/>
                </p:nvSpPr>
                <p:spPr>
                  <a:xfrm>
                    <a:off x="5141322"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94" name="Freeform 1493">
                    <a:extLst>
                      <a:ext uri="{FF2B5EF4-FFF2-40B4-BE49-F238E27FC236}">
                        <a16:creationId xmlns:a16="http://schemas.microsoft.com/office/drawing/2014/main" id="{01C86A39-70A2-D579-48E8-16C552940FE9}"/>
                      </a:ext>
                    </a:extLst>
                  </p:cNvPr>
                  <p:cNvSpPr/>
                  <p:nvPr/>
                </p:nvSpPr>
                <p:spPr>
                  <a:xfrm>
                    <a:off x="5303628" y="62123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495" name="TextBox 1494">
                    <a:extLst>
                      <a:ext uri="{FF2B5EF4-FFF2-40B4-BE49-F238E27FC236}">
                        <a16:creationId xmlns:a16="http://schemas.microsoft.com/office/drawing/2014/main" id="{118B15B2-4DF8-41B9-9708-4ABD622EA6B0}"/>
                      </a:ext>
                    </a:extLst>
                  </p:cNvPr>
                  <p:cNvSpPr txBox="1"/>
                  <p:nvPr/>
                </p:nvSpPr>
                <p:spPr>
                  <a:xfrm>
                    <a:off x="4514276" y="6208181"/>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496" name="TextBox 1495">
                    <a:extLst>
                      <a:ext uri="{FF2B5EF4-FFF2-40B4-BE49-F238E27FC236}">
                        <a16:creationId xmlns:a16="http://schemas.microsoft.com/office/drawing/2014/main" id="{56F4EE43-C7A4-80E7-EE85-B7D9222EC5DB}"/>
                      </a:ext>
                    </a:extLst>
                  </p:cNvPr>
                  <p:cNvSpPr txBox="1"/>
                  <p:nvPr/>
                </p:nvSpPr>
                <p:spPr>
                  <a:xfrm>
                    <a:off x="4704573" y="6208181"/>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497" name="TextBox 1496">
                    <a:extLst>
                      <a:ext uri="{FF2B5EF4-FFF2-40B4-BE49-F238E27FC236}">
                        <a16:creationId xmlns:a16="http://schemas.microsoft.com/office/drawing/2014/main" id="{DFF6CDFC-C9B4-B21D-4ECA-6CE8AF5DA480}"/>
                      </a:ext>
                    </a:extLst>
                  </p:cNvPr>
                  <p:cNvSpPr txBox="1"/>
                  <p:nvPr/>
                </p:nvSpPr>
                <p:spPr>
                  <a:xfrm>
                    <a:off x="4838039" y="6208181"/>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498" name="TextBox 1497">
                    <a:extLst>
                      <a:ext uri="{FF2B5EF4-FFF2-40B4-BE49-F238E27FC236}">
                        <a16:creationId xmlns:a16="http://schemas.microsoft.com/office/drawing/2014/main" id="{27B9451B-79C4-E09B-88E3-C9DAE7F4FB2B}"/>
                      </a:ext>
                    </a:extLst>
                  </p:cNvPr>
                  <p:cNvSpPr txBox="1"/>
                  <p:nvPr/>
                </p:nvSpPr>
                <p:spPr>
                  <a:xfrm>
                    <a:off x="4974898" y="6208181"/>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499" name="TextBox 1498">
                    <a:extLst>
                      <a:ext uri="{FF2B5EF4-FFF2-40B4-BE49-F238E27FC236}">
                        <a16:creationId xmlns:a16="http://schemas.microsoft.com/office/drawing/2014/main" id="{90E0C7EF-F004-FAB1-143D-8190710AF2FA}"/>
                      </a:ext>
                    </a:extLst>
                  </p:cNvPr>
                  <p:cNvSpPr txBox="1"/>
                  <p:nvPr/>
                </p:nvSpPr>
                <p:spPr>
                  <a:xfrm>
                    <a:off x="5174526" y="6208181"/>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502" name="TextBox 1501">
                    <a:extLst>
                      <a:ext uri="{FF2B5EF4-FFF2-40B4-BE49-F238E27FC236}">
                        <a16:creationId xmlns:a16="http://schemas.microsoft.com/office/drawing/2014/main" id="{78F23623-6A89-7DEE-4D8B-ED6BAAD397B0}"/>
                      </a:ext>
                    </a:extLst>
                  </p:cNvPr>
                  <p:cNvSpPr txBox="1"/>
                  <p:nvPr/>
                </p:nvSpPr>
                <p:spPr>
                  <a:xfrm>
                    <a:off x="4378165" y="5232907"/>
                    <a:ext cx="1121703"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24_Vs-m_Mixed</a:t>
                    </a:r>
                  </a:p>
                </p:txBody>
              </p:sp>
            </p:grpSp>
          </p:grpSp>
          <p:sp>
            <p:nvSpPr>
              <p:cNvPr id="1503" name="TextBox 1502">
                <a:extLst>
                  <a:ext uri="{FF2B5EF4-FFF2-40B4-BE49-F238E27FC236}">
                    <a16:creationId xmlns:a16="http://schemas.microsoft.com/office/drawing/2014/main" id="{FFE72ADE-8205-8638-2D7E-0D477799E60E}"/>
                  </a:ext>
                </a:extLst>
              </p:cNvPr>
              <p:cNvSpPr txBox="1"/>
              <p:nvPr/>
            </p:nvSpPr>
            <p:spPr>
              <a:xfrm>
                <a:off x="35648" y="4291430"/>
                <a:ext cx="1670060" cy="259288"/>
              </a:xfrm>
              <a:prstGeom prst="rect">
                <a:avLst/>
              </a:prstGeom>
              <a:noFill/>
            </p:spPr>
            <p:txBody>
              <a:bodyPr wrap="square" rtlCol="0">
                <a:spAutoFit/>
              </a:bodyPr>
              <a:lstStyle/>
              <a:p>
                <a:pPr algn="ctr"/>
                <a:r>
                  <a:rPr lang="en-US" sz="992">
                    <a:ln/>
                    <a:solidFill>
                      <a:srgbClr val="000000"/>
                    </a:solidFill>
                    <a:latin typeface="Arial"/>
                    <a:cs typeface="Arial"/>
                    <a:sym typeface="Arial"/>
                    <a:rtl val="0"/>
                  </a:rPr>
                  <a:t>Phase</a:t>
                </a:r>
              </a:p>
            </p:txBody>
          </p:sp>
          <p:sp>
            <p:nvSpPr>
              <p:cNvPr id="1504" name="TextBox 1503">
                <a:extLst>
                  <a:ext uri="{FF2B5EF4-FFF2-40B4-BE49-F238E27FC236}">
                    <a16:creationId xmlns:a16="http://schemas.microsoft.com/office/drawing/2014/main" id="{75E80FF1-A338-16D9-ED7D-DB653E9C2821}"/>
                  </a:ext>
                </a:extLst>
              </p:cNvPr>
              <p:cNvSpPr txBox="1"/>
              <p:nvPr/>
            </p:nvSpPr>
            <p:spPr>
              <a:xfrm rot="16200000">
                <a:off x="-899466" y="3033979"/>
                <a:ext cx="1954927" cy="259288"/>
              </a:xfrm>
              <a:prstGeom prst="rect">
                <a:avLst/>
              </a:prstGeom>
              <a:noFill/>
            </p:spPr>
            <p:txBody>
              <a:bodyPr wrap="square" rtlCol="0">
                <a:spAutoFit/>
              </a:bodyPr>
              <a:lstStyle/>
              <a:p>
                <a:pPr algn="ctr"/>
                <a:r>
                  <a:rPr lang="en-US" sz="992">
                    <a:ln/>
                    <a:solidFill>
                      <a:srgbClr val="000000"/>
                    </a:solidFill>
                    <a:latin typeface="Arial"/>
                    <a:cs typeface="Arial"/>
                    <a:sym typeface="Arial"/>
                    <a:rtl val="0"/>
                  </a:rPr>
                  <a:t>% of Cells</a:t>
                </a:r>
              </a:p>
            </p:txBody>
          </p:sp>
          <p:grpSp>
            <p:nvGrpSpPr>
              <p:cNvPr id="2363" name="Graphic 2361">
                <a:extLst>
                  <a:ext uri="{FF2B5EF4-FFF2-40B4-BE49-F238E27FC236}">
                    <a16:creationId xmlns:a16="http://schemas.microsoft.com/office/drawing/2014/main" id="{04106A85-8487-2465-5019-DBB1E2C2C61A}"/>
                  </a:ext>
                </a:extLst>
              </p:cNvPr>
              <p:cNvGrpSpPr/>
              <p:nvPr/>
            </p:nvGrpSpPr>
            <p:grpSpPr>
              <a:xfrm>
                <a:off x="1169633" y="2058218"/>
                <a:ext cx="1196523" cy="1196086"/>
                <a:chOff x="1222096" y="2123772"/>
                <a:chExt cx="1196523" cy="1196086"/>
              </a:xfrm>
            </p:grpSpPr>
            <p:grpSp>
              <p:nvGrpSpPr>
                <p:cNvPr id="2366" name="Graphic 2361">
                  <a:extLst>
                    <a:ext uri="{FF2B5EF4-FFF2-40B4-BE49-F238E27FC236}">
                      <a16:creationId xmlns:a16="http://schemas.microsoft.com/office/drawing/2014/main" id="{41B41F07-24E9-9CB2-D79A-C4B6C379C428}"/>
                    </a:ext>
                  </a:extLst>
                </p:cNvPr>
                <p:cNvGrpSpPr/>
                <p:nvPr/>
              </p:nvGrpSpPr>
              <p:grpSpPr>
                <a:xfrm>
                  <a:off x="1578286" y="2362410"/>
                  <a:ext cx="801530" cy="740908"/>
                  <a:chOff x="1578286" y="2362410"/>
                  <a:chExt cx="801530" cy="740908"/>
                </a:xfrm>
              </p:grpSpPr>
              <p:sp>
                <p:nvSpPr>
                  <p:cNvPr id="2367" name="Freeform 2366">
                    <a:extLst>
                      <a:ext uri="{FF2B5EF4-FFF2-40B4-BE49-F238E27FC236}">
                        <a16:creationId xmlns:a16="http://schemas.microsoft.com/office/drawing/2014/main" id="{7D2A2BD9-29FB-85C8-487F-B73399FD340F}"/>
                      </a:ext>
                    </a:extLst>
                  </p:cNvPr>
                  <p:cNvSpPr/>
                  <p:nvPr/>
                </p:nvSpPr>
                <p:spPr>
                  <a:xfrm>
                    <a:off x="1597877" y="2426028"/>
                    <a:ext cx="781939" cy="677290"/>
                  </a:xfrm>
                  <a:custGeom>
                    <a:avLst/>
                    <a:gdLst>
                      <a:gd name="csX0" fmla="*/ 0 w 781939"/>
                      <a:gd name="csY0" fmla="*/ 0 h 677290"/>
                      <a:gd name="csX1" fmla="*/ 781939 w 781939"/>
                      <a:gd name="csY1" fmla="*/ 0 h 677290"/>
                      <a:gd name="csX2" fmla="*/ 781939 w 781939"/>
                      <a:gd name="csY2" fmla="*/ 677291 h 677290"/>
                      <a:gd name="csX3" fmla="*/ 0 w 781939"/>
                      <a:gd name="csY3" fmla="*/ 677291 h 677290"/>
                    </a:gdLst>
                    <a:ahLst/>
                    <a:cxnLst>
                      <a:cxn ang="0">
                        <a:pos x="csX0" y="csY0"/>
                      </a:cxn>
                      <a:cxn ang="0">
                        <a:pos x="csX1" y="csY1"/>
                      </a:cxn>
                      <a:cxn ang="0">
                        <a:pos x="csX2" y="csY2"/>
                      </a:cxn>
                      <a:cxn ang="0">
                        <a:pos x="csX3" y="csY3"/>
                      </a:cxn>
                    </a:cxnLst>
                    <a:rect l="l" t="t" r="r" b="b"/>
                    <a:pathLst>
                      <a:path w="781939" h="677290">
                        <a:moveTo>
                          <a:pt x="0" y="0"/>
                        </a:moveTo>
                        <a:lnTo>
                          <a:pt x="781939" y="0"/>
                        </a:lnTo>
                        <a:lnTo>
                          <a:pt x="781939"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2368" name="Freeform 2367">
                    <a:extLst>
                      <a:ext uri="{FF2B5EF4-FFF2-40B4-BE49-F238E27FC236}">
                        <a16:creationId xmlns:a16="http://schemas.microsoft.com/office/drawing/2014/main" id="{7F5CBE3F-0130-493F-4BD8-EAFE519E0C89}"/>
                      </a:ext>
                    </a:extLst>
                  </p:cNvPr>
                  <p:cNvSpPr/>
                  <p:nvPr/>
                </p:nvSpPr>
                <p:spPr>
                  <a:xfrm>
                    <a:off x="1642962" y="2846144"/>
                    <a:ext cx="90170" cy="257174"/>
                  </a:xfrm>
                  <a:custGeom>
                    <a:avLst/>
                    <a:gdLst>
                      <a:gd name="csX0" fmla="*/ 0 w 90170"/>
                      <a:gd name="csY0" fmla="*/ 0 h 257174"/>
                      <a:gd name="csX1" fmla="*/ 90170 w 90170"/>
                      <a:gd name="csY1" fmla="*/ 0 h 257174"/>
                      <a:gd name="csX2" fmla="*/ 90170 w 90170"/>
                      <a:gd name="csY2" fmla="*/ 257175 h 257174"/>
                      <a:gd name="csX3" fmla="*/ 0 w 90170"/>
                      <a:gd name="csY3" fmla="*/ 257175 h 257174"/>
                    </a:gdLst>
                    <a:ahLst/>
                    <a:cxnLst>
                      <a:cxn ang="0">
                        <a:pos x="csX0" y="csY0"/>
                      </a:cxn>
                      <a:cxn ang="0">
                        <a:pos x="csX1" y="csY1"/>
                      </a:cxn>
                      <a:cxn ang="0">
                        <a:pos x="csX2" y="csY2"/>
                      </a:cxn>
                      <a:cxn ang="0">
                        <a:pos x="csX3" y="csY3"/>
                      </a:cxn>
                    </a:cxnLst>
                    <a:rect l="l" t="t" r="r" b="b"/>
                    <a:pathLst>
                      <a:path w="90170" h="257174">
                        <a:moveTo>
                          <a:pt x="0" y="0"/>
                        </a:moveTo>
                        <a:lnTo>
                          <a:pt x="90170" y="0"/>
                        </a:lnTo>
                        <a:lnTo>
                          <a:pt x="90170" y="257175"/>
                        </a:lnTo>
                        <a:lnTo>
                          <a:pt x="0" y="257175"/>
                        </a:lnTo>
                        <a:close/>
                      </a:path>
                    </a:pathLst>
                  </a:custGeom>
                  <a:solidFill>
                    <a:srgbClr val="1965B0"/>
                  </a:solidFill>
                  <a:ln w="13589" cap="flat">
                    <a:noFill/>
                    <a:prstDash val="solid"/>
                    <a:miter/>
                  </a:ln>
                </p:spPr>
                <p:txBody>
                  <a:bodyPr/>
                  <a:lstStyle/>
                  <a:p>
                    <a:pPr algn="ctr"/>
                    <a:endParaRPr lang="en-US" sz="1890"/>
                  </a:p>
                </p:txBody>
              </p:sp>
              <p:sp>
                <p:nvSpPr>
                  <p:cNvPr id="2369" name="Freeform 2368">
                    <a:extLst>
                      <a:ext uri="{FF2B5EF4-FFF2-40B4-BE49-F238E27FC236}">
                        <a16:creationId xmlns:a16="http://schemas.microsoft.com/office/drawing/2014/main" id="{C702AD77-DD5A-4FAF-65A7-389D228750C4}"/>
                      </a:ext>
                    </a:extLst>
                  </p:cNvPr>
                  <p:cNvSpPr/>
                  <p:nvPr/>
                </p:nvSpPr>
                <p:spPr>
                  <a:xfrm>
                    <a:off x="1793330" y="2802075"/>
                    <a:ext cx="90170" cy="301117"/>
                  </a:xfrm>
                  <a:custGeom>
                    <a:avLst/>
                    <a:gdLst>
                      <a:gd name="csX0" fmla="*/ 0 w 90170"/>
                      <a:gd name="csY0" fmla="*/ 0 h 301117"/>
                      <a:gd name="csX1" fmla="*/ 90170 w 90170"/>
                      <a:gd name="csY1" fmla="*/ 0 h 301117"/>
                      <a:gd name="csX2" fmla="*/ 90170 w 90170"/>
                      <a:gd name="csY2" fmla="*/ 301117 h 301117"/>
                      <a:gd name="csX3" fmla="*/ 0 w 90170"/>
                      <a:gd name="csY3" fmla="*/ 301117 h 301117"/>
                    </a:gdLst>
                    <a:ahLst/>
                    <a:cxnLst>
                      <a:cxn ang="0">
                        <a:pos x="csX0" y="csY0"/>
                      </a:cxn>
                      <a:cxn ang="0">
                        <a:pos x="csX1" y="csY1"/>
                      </a:cxn>
                      <a:cxn ang="0">
                        <a:pos x="csX2" y="csY2"/>
                      </a:cxn>
                      <a:cxn ang="0">
                        <a:pos x="csX3" y="csY3"/>
                      </a:cxn>
                    </a:cxnLst>
                    <a:rect l="l" t="t" r="r" b="b"/>
                    <a:pathLst>
                      <a:path w="90170" h="301117">
                        <a:moveTo>
                          <a:pt x="0" y="0"/>
                        </a:moveTo>
                        <a:lnTo>
                          <a:pt x="90170" y="0"/>
                        </a:lnTo>
                        <a:lnTo>
                          <a:pt x="90170" y="301117"/>
                        </a:lnTo>
                        <a:lnTo>
                          <a:pt x="0" y="301117"/>
                        </a:lnTo>
                        <a:close/>
                      </a:path>
                    </a:pathLst>
                  </a:custGeom>
                  <a:solidFill>
                    <a:srgbClr val="4EB265"/>
                  </a:solidFill>
                  <a:ln w="13589" cap="flat">
                    <a:noFill/>
                    <a:prstDash val="solid"/>
                    <a:miter/>
                  </a:ln>
                </p:spPr>
                <p:txBody>
                  <a:bodyPr/>
                  <a:lstStyle/>
                  <a:p>
                    <a:pPr algn="ctr"/>
                    <a:endParaRPr lang="en-US" sz="1890"/>
                  </a:p>
                </p:txBody>
              </p:sp>
              <p:sp>
                <p:nvSpPr>
                  <p:cNvPr id="2370" name="Freeform 2369">
                    <a:extLst>
                      <a:ext uri="{FF2B5EF4-FFF2-40B4-BE49-F238E27FC236}">
                        <a16:creationId xmlns:a16="http://schemas.microsoft.com/office/drawing/2014/main" id="{2BF9A405-B786-EDF7-D95A-EEBED36686D7}"/>
                      </a:ext>
                    </a:extLst>
                  </p:cNvPr>
                  <p:cNvSpPr/>
                  <p:nvPr/>
                </p:nvSpPr>
                <p:spPr>
                  <a:xfrm>
                    <a:off x="1943698" y="2772484"/>
                    <a:ext cx="90169" cy="330708"/>
                  </a:xfrm>
                  <a:custGeom>
                    <a:avLst/>
                    <a:gdLst>
                      <a:gd name="csX0" fmla="*/ 0 w 90169"/>
                      <a:gd name="csY0" fmla="*/ 0 h 330708"/>
                      <a:gd name="csX1" fmla="*/ 90170 w 90169"/>
                      <a:gd name="csY1" fmla="*/ 0 h 330708"/>
                      <a:gd name="csX2" fmla="*/ 90170 w 90169"/>
                      <a:gd name="csY2" fmla="*/ 330708 h 330708"/>
                      <a:gd name="csX3" fmla="*/ 0 w 90169"/>
                      <a:gd name="csY3" fmla="*/ 330708 h 330708"/>
                    </a:gdLst>
                    <a:ahLst/>
                    <a:cxnLst>
                      <a:cxn ang="0">
                        <a:pos x="csX0" y="csY0"/>
                      </a:cxn>
                      <a:cxn ang="0">
                        <a:pos x="csX1" y="csY1"/>
                      </a:cxn>
                      <a:cxn ang="0">
                        <a:pos x="csX2" y="csY2"/>
                      </a:cxn>
                      <a:cxn ang="0">
                        <a:pos x="csX3" y="csY3"/>
                      </a:cxn>
                    </a:cxnLst>
                    <a:rect l="l" t="t" r="r" b="b"/>
                    <a:pathLst>
                      <a:path w="90169" h="330708">
                        <a:moveTo>
                          <a:pt x="0" y="0"/>
                        </a:moveTo>
                        <a:lnTo>
                          <a:pt x="90170" y="0"/>
                        </a:lnTo>
                        <a:lnTo>
                          <a:pt x="90170" y="330708"/>
                        </a:lnTo>
                        <a:lnTo>
                          <a:pt x="0" y="330708"/>
                        </a:lnTo>
                        <a:close/>
                      </a:path>
                    </a:pathLst>
                  </a:custGeom>
                  <a:solidFill>
                    <a:srgbClr val="F7F056"/>
                  </a:solidFill>
                  <a:ln w="13589" cap="flat">
                    <a:noFill/>
                    <a:prstDash val="solid"/>
                    <a:miter/>
                  </a:ln>
                </p:spPr>
                <p:txBody>
                  <a:bodyPr/>
                  <a:lstStyle/>
                  <a:p>
                    <a:pPr algn="ctr"/>
                    <a:endParaRPr lang="en-US" sz="1890"/>
                  </a:p>
                </p:txBody>
              </p:sp>
              <p:sp>
                <p:nvSpPr>
                  <p:cNvPr id="2371" name="Freeform 2370">
                    <a:extLst>
                      <a:ext uri="{FF2B5EF4-FFF2-40B4-BE49-F238E27FC236}">
                        <a16:creationId xmlns:a16="http://schemas.microsoft.com/office/drawing/2014/main" id="{DCCACCEE-757F-9C03-D5F9-31DB10DE6E73}"/>
                      </a:ext>
                    </a:extLst>
                  </p:cNvPr>
                  <p:cNvSpPr/>
                  <p:nvPr/>
                </p:nvSpPr>
                <p:spPr>
                  <a:xfrm>
                    <a:off x="2094066" y="2803472"/>
                    <a:ext cx="90169" cy="299846"/>
                  </a:xfrm>
                  <a:custGeom>
                    <a:avLst/>
                    <a:gdLst>
                      <a:gd name="csX0" fmla="*/ 0 w 90169"/>
                      <a:gd name="csY0" fmla="*/ 0 h 299846"/>
                      <a:gd name="csX1" fmla="*/ 90170 w 90169"/>
                      <a:gd name="csY1" fmla="*/ 0 h 299846"/>
                      <a:gd name="csX2" fmla="*/ 90170 w 90169"/>
                      <a:gd name="csY2" fmla="*/ 299847 h 299846"/>
                      <a:gd name="csX3" fmla="*/ 0 w 90169"/>
                      <a:gd name="csY3" fmla="*/ 299847 h 299846"/>
                    </a:gdLst>
                    <a:ahLst/>
                    <a:cxnLst>
                      <a:cxn ang="0">
                        <a:pos x="csX0" y="csY0"/>
                      </a:cxn>
                      <a:cxn ang="0">
                        <a:pos x="csX1" y="csY1"/>
                      </a:cxn>
                      <a:cxn ang="0">
                        <a:pos x="csX2" y="csY2"/>
                      </a:cxn>
                      <a:cxn ang="0">
                        <a:pos x="csX3" y="csY3"/>
                      </a:cxn>
                    </a:cxnLst>
                    <a:rect l="l" t="t" r="r" b="b"/>
                    <a:pathLst>
                      <a:path w="90169" h="299846">
                        <a:moveTo>
                          <a:pt x="0" y="0"/>
                        </a:moveTo>
                        <a:lnTo>
                          <a:pt x="90170" y="0"/>
                        </a:lnTo>
                        <a:lnTo>
                          <a:pt x="90170" y="299847"/>
                        </a:lnTo>
                        <a:lnTo>
                          <a:pt x="0" y="299847"/>
                        </a:lnTo>
                        <a:close/>
                      </a:path>
                    </a:pathLst>
                  </a:custGeom>
                  <a:solidFill>
                    <a:srgbClr val="7BAFDE"/>
                  </a:solidFill>
                  <a:ln w="13589" cap="flat">
                    <a:noFill/>
                    <a:prstDash val="solid"/>
                    <a:miter/>
                  </a:ln>
                </p:spPr>
                <p:txBody>
                  <a:bodyPr/>
                  <a:lstStyle/>
                  <a:p>
                    <a:pPr algn="ctr"/>
                    <a:endParaRPr lang="en-US" sz="1890"/>
                  </a:p>
                </p:txBody>
              </p:sp>
              <p:sp>
                <p:nvSpPr>
                  <p:cNvPr id="2372" name="Freeform 2371">
                    <a:extLst>
                      <a:ext uri="{FF2B5EF4-FFF2-40B4-BE49-F238E27FC236}">
                        <a16:creationId xmlns:a16="http://schemas.microsoft.com/office/drawing/2014/main" id="{9380F5E6-67C2-9BC4-812D-C0EA433CA109}"/>
                      </a:ext>
                    </a:extLst>
                  </p:cNvPr>
                  <p:cNvSpPr/>
                  <p:nvPr/>
                </p:nvSpPr>
                <p:spPr>
                  <a:xfrm>
                    <a:off x="2244434" y="2843985"/>
                    <a:ext cx="90169" cy="259206"/>
                  </a:xfrm>
                  <a:custGeom>
                    <a:avLst/>
                    <a:gdLst>
                      <a:gd name="csX0" fmla="*/ 0 w 90169"/>
                      <a:gd name="csY0" fmla="*/ 0 h 259206"/>
                      <a:gd name="csX1" fmla="*/ 90170 w 90169"/>
                      <a:gd name="csY1" fmla="*/ 0 h 259206"/>
                      <a:gd name="csX2" fmla="*/ 90170 w 90169"/>
                      <a:gd name="csY2" fmla="*/ 259207 h 259206"/>
                      <a:gd name="csX3" fmla="*/ 0 w 90169"/>
                      <a:gd name="csY3" fmla="*/ 259207 h 259206"/>
                    </a:gdLst>
                    <a:ahLst/>
                    <a:cxnLst>
                      <a:cxn ang="0">
                        <a:pos x="csX0" y="csY0"/>
                      </a:cxn>
                      <a:cxn ang="0">
                        <a:pos x="csX1" y="csY1"/>
                      </a:cxn>
                      <a:cxn ang="0">
                        <a:pos x="csX2" y="csY2"/>
                      </a:cxn>
                      <a:cxn ang="0">
                        <a:pos x="csX3" y="csY3"/>
                      </a:cxn>
                    </a:cxnLst>
                    <a:rect l="l" t="t" r="r" b="b"/>
                    <a:pathLst>
                      <a:path w="90169" h="259206">
                        <a:moveTo>
                          <a:pt x="0" y="0"/>
                        </a:moveTo>
                        <a:lnTo>
                          <a:pt x="90170" y="0"/>
                        </a:lnTo>
                        <a:lnTo>
                          <a:pt x="90170" y="259207"/>
                        </a:lnTo>
                        <a:lnTo>
                          <a:pt x="0" y="259207"/>
                        </a:lnTo>
                        <a:close/>
                      </a:path>
                    </a:pathLst>
                  </a:custGeom>
                  <a:solidFill>
                    <a:srgbClr val="DC050C"/>
                  </a:solidFill>
                  <a:ln w="13589" cap="flat">
                    <a:noFill/>
                    <a:prstDash val="solid"/>
                    <a:miter/>
                  </a:ln>
                </p:spPr>
                <p:txBody>
                  <a:bodyPr/>
                  <a:lstStyle/>
                  <a:p>
                    <a:pPr algn="ctr"/>
                    <a:endParaRPr lang="en-US" sz="1890"/>
                  </a:p>
                </p:txBody>
              </p:sp>
              <p:sp>
                <p:nvSpPr>
                  <p:cNvPr id="2373" name="Freeform 2372">
                    <a:extLst>
                      <a:ext uri="{FF2B5EF4-FFF2-40B4-BE49-F238E27FC236}">
                        <a16:creationId xmlns:a16="http://schemas.microsoft.com/office/drawing/2014/main" id="{28C07A1C-F167-2D6B-4495-A765EDA6EE1F}"/>
                      </a:ext>
                    </a:extLst>
                  </p:cNvPr>
                  <p:cNvSpPr/>
                  <p:nvPr/>
                </p:nvSpPr>
                <p:spPr>
                  <a:xfrm>
                    <a:off x="1657947" y="2833317"/>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2374" name="Freeform 2373">
                    <a:extLst>
                      <a:ext uri="{FF2B5EF4-FFF2-40B4-BE49-F238E27FC236}">
                        <a16:creationId xmlns:a16="http://schemas.microsoft.com/office/drawing/2014/main" id="{7454DB62-9C81-FD99-91F6-B2F5A7070030}"/>
                      </a:ext>
                    </a:extLst>
                  </p:cNvPr>
                  <p:cNvSpPr/>
                  <p:nvPr/>
                </p:nvSpPr>
                <p:spPr>
                  <a:xfrm>
                    <a:off x="1688047" y="2833317"/>
                    <a:ext cx="12700" cy="25526"/>
                  </a:xfrm>
                  <a:custGeom>
                    <a:avLst/>
                    <a:gdLst>
                      <a:gd name="csX0" fmla="*/ 0 w 12700"/>
                      <a:gd name="csY0" fmla="*/ 0 h 25526"/>
                      <a:gd name="csX1" fmla="*/ 0 w 12700"/>
                      <a:gd name="csY1" fmla="*/ 25527 h 25526"/>
                    </a:gdLst>
                    <a:ahLst/>
                    <a:cxnLst>
                      <a:cxn ang="0">
                        <a:pos x="csX0" y="csY0"/>
                      </a:cxn>
                      <a:cxn ang="0">
                        <a:pos x="csX1" y="csY1"/>
                      </a:cxn>
                    </a:cxnLst>
                    <a:rect l="l" t="t" r="r" b="b"/>
                    <a:pathLst>
                      <a:path w="12700" h="25526">
                        <a:moveTo>
                          <a:pt x="0" y="0"/>
                        </a:moveTo>
                        <a:lnTo>
                          <a:pt x="0" y="25527"/>
                        </a:lnTo>
                      </a:path>
                    </a:pathLst>
                  </a:custGeom>
                  <a:noFill/>
                  <a:ln w="13589" cap="flat">
                    <a:solidFill>
                      <a:srgbClr val="000000"/>
                    </a:solidFill>
                    <a:prstDash val="solid"/>
                    <a:round/>
                  </a:ln>
                </p:spPr>
                <p:txBody>
                  <a:bodyPr/>
                  <a:lstStyle/>
                  <a:p>
                    <a:pPr algn="ctr"/>
                    <a:endParaRPr lang="en-US" sz="1890"/>
                  </a:p>
                </p:txBody>
              </p:sp>
              <p:sp>
                <p:nvSpPr>
                  <p:cNvPr id="2375" name="Freeform 2374">
                    <a:extLst>
                      <a:ext uri="{FF2B5EF4-FFF2-40B4-BE49-F238E27FC236}">
                        <a16:creationId xmlns:a16="http://schemas.microsoft.com/office/drawing/2014/main" id="{EE72C1C3-9084-7C1B-1FCC-8CE22E0BBF65}"/>
                      </a:ext>
                    </a:extLst>
                  </p:cNvPr>
                  <p:cNvSpPr/>
                  <p:nvPr/>
                </p:nvSpPr>
                <p:spPr>
                  <a:xfrm>
                    <a:off x="1657947" y="2858843"/>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2376" name="Freeform 2375">
                    <a:extLst>
                      <a:ext uri="{FF2B5EF4-FFF2-40B4-BE49-F238E27FC236}">
                        <a16:creationId xmlns:a16="http://schemas.microsoft.com/office/drawing/2014/main" id="{A389F46A-BEB2-1475-8F85-AE1BA8C7C7B3}"/>
                      </a:ext>
                    </a:extLst>
                  </p:cNvPr>
                  <p:cNvSpPr/>
                  <p:nvPr/>
                </p:nvSpPr>
                <p:spPr>
                  <a:xfrm>
                    <a:off x="1808315" y="2767022"/>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2377" name="Freeform 2376">
                    <a:extLst>
                      <a:ext uri="{FF2B5EF4-FFF2-40B4-BE49-F238E27FC236}">
                        <a16:creationId xmlns:a16="http://schemas.microsoft.com/office/drawing/2014/main" id="{6B2E36BF-19C3-DA7F-2212-79615067908D}"/>
                      </a:ext>
                    </a:extLst>
                  </p:cNvPr>
                  <p:cNvSpPr/>
                  <p:nvPr/>
                </p:nvSpPr>
                <p:spPr>
                  <a:xfrm>
                    <a:off x="1838415" y="2767022"/>
                    <a:ext cx="12700" cy="70104"/>
                  </a:xfrm>
                  <a:custGeom>
                    <a:avLst/>
                    <a:gdLst>
                      <a:gd name="csX0" fmla="*/ 0 w 12700"/>
                      <a:gd name="csY0" fmla="*/ 0 h 70104"/>
                      <a:gd name="csX1" fmla="*/ 0 w 12700"/>
                      <a:gd name="csY1" fmla="*/ 70104 h 70104"/>
                    </a:gdLst>
                    <a:ahLst/>
                    <a:cxnLst>
                      <a:cxn ang="0">
                        <a:pos x="csX0" y="csY0"/>
                      </a:cxn>
                      <a:cxn ang="0">
                        <a:pos x="csX1" y="csY1"/>
                      </a:cxn>
                    </a:cxnLst>
                    <a:rect l="l" t="t" r="r" b="b"/>
                    <a:pathLst>
                      <a:path w="12700" h="70104">
                        <a:moveTo>
                          <a:pt x="0" y="0"/>
                        </a:moveTo>
                        <a:lnTo>
                          <a:pt x="0" y="70104"/>
                        </a:lnTo>
                      </a:path>
                    </a:pathLst>
                  </a:custGeom>
                  <a:noFill/>
                  <a:ln w="13589" cap="flat">
                    <a:solidFill>
                      <a:srgbClr val="000000"/>
                    </a:solidFill>
                    <a:prstDash val="solid"/>
                    <a:round/>
                  </a:ln>
                </p:spPr>
                <p:txBody>
                  <a:bodyPr/>
                  <a:lstStyle/>
                  <a:p>
                    <a:pPr algn="ctr"/>
                    <a:endParaRPr lang="en-US" sz="1890"/>
                  </a:p>
                </p:txBody>
              </p:sp>
              <p:sp>
                <p:nvSpPr>
                  <p:cNvPr id="2378" name="Freeform 2377">
                    <a:extLst>
                      <a:ext uri="{FF2B5EF4-FFF2-40B4-BE49-F238E27FC236}">
                        <a16:creationId xmlns:a16="http://schemas.microsoft.com/office/drawing/2014/main" id="{4A2DF474-E257-55B4-0AB9-141C74BF648B}"/>
                      </a:ext>
                    </a:extLst>
                  </p:cNvPr>
                  <p:cNvSpPr/>
                  <p:nvPr/>
                </p:nvSpPr>
                <p:spPr>
                  <a:xfrm>
                    <a:off x="1808315" y="2837126"/>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2379" name="Freeform 2378">
                    <a:extLst>
                      <a:ext uri="{FF2B5EF4-FFF2-40B4-BE49-F238E27FC236}">
                        <a16:creationId xmlns:a16="http://schemas.microsoft.com/office/drawing/2014/main" id="{FFBE29DC-D477-222F-207E-E722197F2DEE}"/>
                      </a:ext>
                    </a:extLst>
                  </p:cNvPr>
                  <p:cNvSpPr/>
                  <p:nvPr/>
                </p:nvSpPr>
                <p:spPr>
                  <a:xfrm>
                    <a:off x="1958684" y="2765372"/>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2380" name="Freeform 2379">
                    <a:extLst>
                      <a:ext uri="{FF2B5EF4-FFF2-40B4-BE49-F238E27FC236}">
                        <a16:creationId xmlns:a16="http://schemas.microsoft.com/office/drawing/2014/main" id="{9FCB1600-ACAC-32AB-BEA2-E151EE20C374}"/>
                      </a:ext>
                    </a:extLst>
                  </p:cNvPr>
                  <p:cNvSpPr/>
                  <p:nvPr/>
                </p:nvSpPr>
                <p:spPr>
                  <a:xfrm>
                    <a:off x="1988782" y="2765372"/>
                    <a:ext cx="12700" cy="14223"/>
                  </a:xfrm>
                  <a:custGeom>
                    <a:avLst/>
                    <a:gdLst>
                      <a:gd name="csX0" fmla="*/ 0 w 12700"/>
                      <a:gd name="csY0" fmla="*/ 0 h 14223"/>
                      <a:gd name="csX1" fmla="*/ 0 w 12700"/>
                      <a:gd name="csY1" fmla="*/ 14224 h 14223"/>
                    </a:gdLst>
                    <a:ahLst/>
                    <a:cxnLst>
                      <a:cxn ang="0">
                        <a:pos x="csX0" y="csY0"/>
                      </a:cxn>
                      <a:cxn ang="0">
                        <a:pos x="csX1" y="csY1"/>
                      </a:cxn>
                    </a:cxnLst>
                    <a:rect l="l" t="t" r="r" b="b"/>
                    <a:pathLst>
                      <a:path w="12700" h="14223">
                        <a:moveTo>
                          <a:pt x="0" y="0"/>
                        </a:moveTo>
                        <a:lnTo>
                          <a:pt x="0" y="14224"/>
                        </a:lnTo>
                      </a:path>
                    </a:pathLst>
                  </a:custGeom>
                  <a:noFill/>
                  <a:ln w="13589" cap="flat">
                    <a:solidFill>
                      <a:srgbClr val="000000"/>
                    </a:solidFill>
                    <a:prstDash val="solid"/>
                    <a:round/>
                  </a:ln>
                </p:spPr>
                <p:txBody>
                  <a:bodyPr/>
                  <a:lstStyle/>
                  <a:p>
                    <a:pPr algn="ctr"/>
                    <a:endParaRPr lang="en-US" sz="1890"/>
                  </a:p>
                </p:txBody>
              </p:sp>
              <p:sp>
                <p:nvSpPr>
                  <p:cNvPr id="2381" name="Freeform 2380">
                    <a:extLst>
                      <a:ext uri="{FF2B5EF4-FFF2-40B4-BE49-F238E27FC236}">
                        <a16:creationId xmlns:a16="http://schemas.microsoft.com/office/drawing/2014/main" id="{EAB38A3C-80B0-E541-45D3-1848433DDA07}"/>
                      </a:ext>
                    </a:extLst>
                  </p:cNvPr>
                  <p:cNvSpPr/>
                  <p:nvPr/>
                </p:nvSpPr>
                <p:spPr>
                  <a:xfrm>
                    <a:off x="1958684" y="2779596"/>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2382" name="Freeform 2381">
                    <a:extLst>
                      <a:ext uri="{FF2B5EF4-FFF2-40B4-BE49-F238E27FC236}">
                        <a16:creationId xmlns:a16="http://schemas.microsoft.com/office/drawing/2014/main" id="{579FDABC-0C03-7EFB-823C-849C9827BA80}"/>
                      </a:ext>
                    </a:extLst>
                  </p:cNvPr>
                  <p:cNvSpPr/>
                  <p:nvPr/>
                </p:nvSpPr>
                <p:spPr>
                  <a:xfrm>
                    <a:off x="2259420" y="2825189"/>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2383" name="Freeform 2382">
                    <a:extLst>
                      <a:ext uri="{FF2B5EF4-FFF2-40B4-BE49-F238E27FC236}">
                        <a16:creationId xmlns:a16="http://schemas.microsoft.com/office/drawing/2014/main" id="{6ACD39D4-EB67-1577-EB17-8E521B9CE01C}"/>
                      </a:ext>
                    </a:extLst>
                  </p:cNvPr>
                  <p:cNvSpPr/>
                  <p:nvPr/>
                </p:nvSpPr>
                <p:spPr>
                  <a:xfrm>
                    <a:off x="2289518" y="2825189"/>
                    <a:ext cx="12700" cy="37591"/>
                  </a:xfrm>
                  <a:custGeom>
                    <a:avLst/>
                    <a:gdLst>
                      <a:gd name="csX0" fmla="*/ 0 w 12700"/>
                      <a:gd name="csY0" fmla="*/ 0 h 37591"/>
                      <a:gd name="csX1" fmla="*/ 0 w 12700"/>
                      <a:gd name="csY1" fmla="*/ 37592 h 37591"/>
                    </a:gdLst>
                    <a:ahLst/>
                    <a:cxnLst>
                      <a:cxn ang="0">
                        <a:pos x="csX0" y="csY0"/>
                      </a:cxn>
                      <a:cxn ang="0">
                        <a:pos x="csX1" y="csY1"/>
                      </a:cxn>
                    </a:cxnLst>
                    <a:rect l="l" t="t" r="r" b="b"/>
                    <a:pathLst>
                      <a:path w="12700" h="37591">
                        <a:moveTo>
                          <a:pt x="0" y="0"/>
                        </a:moveTo>
                        <a:lnTo>
                          <a:pt x="0" y="37592"/>
                        </a:lnTo>
                      </a:path>
                    </a:pathLst>
                  </a:custGeom>
                  <a:noFill/>
                  <a:ln w="13589" cap="flat">
                    <a:solidFill>
                      <a:srgbClr val="000000"/>
                    </a:solidFill>
                    <a:prstDash val="solid"/>
                    <a:round/>
                  </a:ln>
                </p:spPr>
                <p:txBody>
                  <a:bodyPr/>
                  <a:lstStyle/>
                  <a:p>
                    <a:pPr algn="ctr"/>
                    <a:endParaRPr lang="en-US" sz="1890"/>
                  </a:p>
                </p:txBody>
              </p:sp>
              <p:sp>
                <p:nvSpPr>
                  <p:cNvPr id="2384" name="Freeform 2383">
                    <a:extLst>
                      <a:ext uri="{FF2B5EF4-FFF2-40B4-BE49-F238E27FC236}">
                        <a16:creationId xmlns:a16="http://schemas.microsoft.com/office/drawing/2014/main" id="{159AC1AC-14F5-F53C-A3BD-212131DFBCC9}"/>
                      </a:ext>
                    </a:extLst>
                  </p:cNvPr>
                  <p:cNvSpPr/>
                  <p:nvPr/>
                </p:nvSpPr>
                <p:spPr>
                  <a:xfrm>
                    <a:off x="2259420" y="2862780"/>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2385" name="Freeform 2384">
                    <a:extLst>
                      <a:ext uri="{FF2B5EF4-FFF2-40B4-BE49-F238E27FC236}">
                        <a16:creationId xmlns:a16="http://schemas.microsoft.com/office/drawing/2014/main" id="{8B83B557-10A5-547C-A334-E05D657E1802}"/>
                      </a:ext>
                    </a:extLst>
                  </p:cNvPr>
                  <p:cNvSpPr/>
                  <p:nvPr/>
                </p:nvSpPr>
                <p:spPr>
                  <a:xfrm>
                    <a:off x="1983195" y="27615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86" name="Freeform 2385">
                    <a:extLst>
                      <a:ext uri="{FF2B5EF4-FFF2-40B4-BE49-F238E27FC236}">
                        <a16:creationId xmlns:a16="http://schemas.microsoft.com/office/drawing/2014/main" id="{D5582620-FEB6-64D3-AC6C-B80CE5795CBA}"/>
                      </a:ext>
                    </a:extLst>
                  </p:cNvPr>
                  <p:cNvSpPr/>
                  <p:nvPr/>
                </p:nvSpPr>
                <p:spPr>
                  <a:xfrm>
                    <a:off x="1833462" y="28753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87" name="Freeform 2386">
                    <a:extLst>
                      <a:ext uri="{FF2B5EF4-FFF2-40B4-BE49-F238E27FC236}">
                        <a16:creationId xmlns:a16="http://schemas.microsoft.com/office/drawing/2014/main" id="{26F2F45F-AD68-2E26-CE2F-4BF950836FF4}"/>
                      </a:ext>
                    </a:extLst>
                  </p:cNvPr>
                  <p:cNvSpPr/>
                  <p:nvPr/>
                </p:nvSpPr>
                <p:spPr>
                  <a:xfrm>
                    <a:off x="1813904" y="267113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88" name="Freeform 2387">
                    <a:extLst>
                      <a:ext uri="{FF2B5EF4-FFF2-40B4-BE49-F238E27FC236}">
                        <a16:creationId xmlns:a16="http://schemas.microsoft.com/office/drawing/2014/main" id="{DABFD395-EC3A-DC5A-6872-C6E78A651607}"/>
                      </a:ext>
                    </a:extLst>
                  </p:cNvPr>
                  <p:cNvSpPr/>
                  <p:nvPr/>
                </p:nvSpPr>
                <p:spPr>
                  <a:xfrm>
                    <a:off x="2281391" y="280906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89" name="Freeform 2388">
                    <a:extLst>
                      <a:ext uri="{FF2B5EF4-FFF2-40B4-BE49-F238E27FC236}">
                        <a16:creationId xmlns:a16="http://schemas.microsoft.com/office/drawing/2014/main" id="{0F309315-6BEE-66E6-05BD-D97F76777C39}"/>
                      </a:ext>
                    </a:extLst>
                  </p:cNvPr>
                  <p:cNvSpPr/>
                  <p:nvPr/>
                </p:nvSpPr>
                <p:spPr>
                  <a:xfrm>
                    <a:off x="1674204" y="28607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0" name="Freeform 2389">
                    <a:extLst>
                      <a:ext uri="{FF2B5EF4-FFF2-40B4-BE49-F238E27FC236}">
                        <a16:creationId xmlns:a16="http://schemas.microsoft.com/office/drawing/2014/main" id="{21967D36-EEFD-320B-B395-812F47FCC0D9}"/>
                      </a:ext>
                    </a:extLst>
                  </p:cNvPr>
                  <p:cNvSpPr/>
                  <p:nvPr/>
                </p:nvSpPr>
                <p:spPr>
                  <a:xfrm>
                    <a:off x="2271993" y="276143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1" name="Freeform 2390">
                    <a:extLst>
                      <a:ext uri="{FF2B5EF4-FFF2-40B4-BE49-F238E27FC236}">
                        <a16:creationId xmlns:a16="http://schemas.microsoft.com/office/drawing/2014/main" id="{38F7DC3A-58F0-5363-4AAC-495626854331}"/>
                      </a:ext>
                    </a:extLst>
                  </p:cNvPr>
                  <p:cNvSpPr/>
                  <p:nvPr/>
                </p:nvSpPr>
                <p:spPr>
                  <a:xfrm>
                    <a:off x="1677125" y="28089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2" name="Freeform 2391">
                    <a:extLst>
                      <a:ext uri="{FF2B5EF4-FFF2-40B4-BE49-F238E27FC236}">
                        <a16:creationId xmlns:a16="http://schemas.microsoft.com/office/drawing/2014/main" id="{5E8271F1-0EE4-C6EA-F0DB-23B50E7D1E14}"/>
                      </a:ext>
                    </a:extLst>
                  </p:cNvPr>
                  <p:cNvSpPr/>
                  <p:nvPr/>
                </p:nvSpPr>
                <p:spPr>
                  <a:xfrm>
                    <a:off x="2260436" y="286760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3" name="Freeform 2392">
                    <a:extLst>
                      <a:ext uri="{FF2B5EF4-FFF2-40B4-BE49-F238E27FC236}">
                        <a16:creationId xmlns:a16="http://schemas.microsoft.com/office/drawing/2014/main" id="{4923D0D7-A404-EB5B-2100-E86FC87EFA95}"/>
                      </a:ext>
                    </a:extLst>
                  </p:cNvPr>
                  <p:cNvSpPr/>
                  <p:nvPr/>
                </p:nvSpPr>
                <p:spPr>
                  <a:xfrm>
                    <a:off x="1674712" y="285198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4" name="Freeform 2393">
                    <a:extLst>
                      <a:ext uri="{FF2B5EF4-FFF2-40B4-BE49-F238E27FC236}">
                        <a16:creationId xmlns:a16="http://schemas.microsoft.com/office/drawing/2014/main" id="{025A89B0-C6C4-DA9B-384E-066347804561}"/>
                      </a:ext>
                    </a:extLst>
                  </p:cNvPr>
                  <p:cNvSpPr/>
                  <p:nvPr/>
                </p:nvSpPr>
                <p:spPr>
                  <a:xfrm>
                    <a:off x="2277581" y="28408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5" name="Freeform 2394">
                    <a:extLst>
                      <a:ext uri="{FF2B5EF4-FFF2-40B4-BE49-F238E27FC236}">
                        <a16:creationId xmlns:a16="http://schemas.microsoft.com/office/drawing/2014/main" id="{140D0E47-C7BD-EF3E-6C7D-898C42C97379}"/>
                      </a:ext>
                    </a:extLst>
                  </p:cNvPr>
                  <p:cNvSpPr/>
                  <p:nvPr/>
                </p:nvSpPr>
                <p:spPr>
                  <a:xfrm>
                    <a:off x="1668743" y="27996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6" name="Freeform 2395">
                    <a:extLst>
                      <a:ext uri="{FF2B5EF4-FFF2-40B4-BE49-F238E27FC236}">
                        <a16:creationId xmlns:a16="http://schemas.microsoft.com/office/drawing/2014/main" id="{48FC9D3B-B244-E228-8F0E-5CB110349AD0}"/>
                      </a:ext>
                    </a:extLst>
                  </p:cNvPr>
                  <p:cNvSpPr/>
                  <p:nvPr/>
                </p:nvSpPr>
                <p:spPr>
                  <a:xfrm>
                    <a:off x="2278089" y="28827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7" name="Freeform 2396">
                    <a:extLst>
                      <a:ext uri="{FF2B5EF4-FFF2-40B4-BE49-F238E27FC236}">
                        <a16:creationId xmlns:a16="http://schemas.microsoft.com/office/drawing/2014/main" id="{7C33A529-FBC6-9A8E-E416-1E448E08B835}"/>
                      </a:ext>
                    </a:extLst>
                  </p:cNvPr>
                  <p:cNvSpPr/>
                  <p:nvPr/>
                </p:nvSpPr>
                <p:spPr>
                  <a:xfrm>
                    <a:off x="1683094" y="27919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8" name="Freeform 2397">
                    <a:extLst>
                      <a:ext uri="{FF2B5EF4-FFF2-40B4-BE49-F238E27FC236}">
                        <a16:creationId xmlns:a16="http://schemas.microsoft.com/office/drawing/2014/main" id="{BFEE53F3-C29E-92F4-F909-F53CE5DF055A}"/>
                      </a:ext>
                    </a:extLst>
                  </p:cNvPr>
                  <p:cNvSpPr/>
                  <p:nvPr/>
                </p:nvSpPr>
                <p:spPr>
                  <a:xfrm>
                    <a:off x="1813015" y="280855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399" name="Freeform 2398">
                    <a:extLst>
                      <a:ext uri="{FF2B5EF4-FFF2-40B4-BE49-F238E27FC236}">
                        <a16:creationId xmlns:a16="http://schemas.microsoft.com/office/drawing/2014/main" id="{41A0567C-596A-469F-7293-D134BBD8FB66}"/>
                      </a:ext>
                    </a:extLst>
                  </p:cNvPr>
                  <p:cNvSpPr/>
                  <p:nvPr/>
                </p:nvSpPr>
                <p:spPr>
                  <a:xfrm>
                    <a:off x="2270342" y="279407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400" name="Freeform 2399">
                    <a:extLst>
                      <a:ext uri="{FF2B5EF4-FFF2-40B4-BE49-F238E27FC236}">
                        <a16:creationId xmlns:a16="http://schemas.microsoft.com/office/drawing/2014/main" id="{854BF34D-56BF-F7E7-F508-326EC9A74FE2}"/>
                      </a:ext>
                    </a:extLst>
                  </p:cNvPr>
                  <p:cNvSpPr/>
                  <p:nvPr/>
                </p:nvSpPr>
                <p:spPr>
                  <a:xfrm>
                    <a:off x="1683221" y="28554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401" name="Freeform 2400">
                    <a:extLst>
                      <a:ext uri="{FF2B5EF4-FFF2-40B4-BE49-F238E27FC236}">
                        <a16:creationId xmlns:a16="http://schemas.microsoft.com/office/drawing/2014/main" id="{99213D6C-528E-4D40-C369-18E7BF6C3A99}"/>
                      </a:ext>
                    </a:extLst>
                  </p:cNvPr>
                  <p:cNvSpPr/>
                  <p:nvPr/>
                </p:nvSpPr>
                <p:spPr>
                  <a:xfrm>
                    <a:off x="1985100" y="274721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402" name="Freeform 2401">
                    <a:extLst>
                      <a:ext uri="{FF2B5EF4-FFF2-40B4-BE49-F238E27FC236}">
                        <a16:creationId xmlns:a16="http://schemas.microsoft.com/office/drawing/2014/main" id="{61C74386-AECA-B8EA-AA78-B7072EC4F275}"/>
                      </a:ext>
                    </a:extLst>
                  </p:cNvPr>
                  <p:cNvSpPr/>
                  <p:nvPr/>
                </p:nvSpPr>
                <p:spPr>
                  <a:xfrm>
                    <a:off x="1808824" y="28404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403" name="Freeform 2402">
                    <a:extLst>
                      <a:ext uri="{FF2B5EF4-FFF2-40B4-BE49-F238E27FC236}">
                        <a16:creationId xmlns:a16="http://schemas.microsoft.com/office/drawing/2014/main" id="{050D7F7C-3522-62EA-46B4-06D5C645A138}"/>
                      </a:ext>
                    </a:extLst>
                  </p:cNvPr>
                  <p:cNvSpPr/>
                  <p:nvPr/>
                </p:nvSpPr>
                <p:spPr>
                  <a:xfrm>
                    <a:off x="1819619" y="26336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404" name="Freeform 2403">
                    <a:extLst>
                      <a:ext uri="{FF2B5EF4-FFF2-40B4-BE49-F238E27FC236}">
                        <a16:creationId xmlns:a16="http://schemas.microsoft.com/office/drawing/2014/main" id="{F89A6569-73D9-05D2-1B91-DA57511DD832}"/>
                      </a:ext>
                    </a:extLst>
                  </p:cNvPr>
                  <p:cNvSpPr/>
                  <p:nvPr/>
                </p:nvSpPr>
                <p:spPr>
                  <a:xfrm>
                    <a:off x="2122895" y="278543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405" name="Freeform 2404">
                    <a:extLst>
                      <a:ext uri="{FF2B5EF4-FFF2-40B4-BE49-F238E27FC236}">
                        <a16:creationId xmlns:a16="http://schemas.microsoft.com/office/drawing/2014/main" id="{6D4A1420-5105-9C15-1287-52585F943EAA}"/>
                      </a:ext>
                    </a:extLst>
                  </p:cNvPr>
                  <p:cNvSpPr/>
                  <p:nvPr/>
                </p:nvSpPr>
                <p:spPr>
                  <a:xfrm>
                    <a:off x="1832573" y="28319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406" name="Freeform 2405">
                    <a:extLst>
                      <a:ext uri="{FF2B5EF4-FFF2-40B4-BE49-F238E27FC236}">
                        <a16:creationId xmlns:a16="http://schemas.microsoft.com/office/drawing/2014/main" id="{B11D9DA7-067C-546D-CF6C-1EAA39C46CB5}"/>
                      </a:ext>
                    </a:extLst>
                  </p:cNvPr>
                  <p:cNvSpPr/>
                  <p:nvPr/>
                </p:nvSpPr>
                <p:spPr>
                  <a:xfrm>
                    <a:off x="1809459" y="28274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407" name="TextBox 2406">
                    <a:extLst>
                      <a:ext uri="{FF2B5EF4-FFF2-40B4-BE49-F238E27FC236}">
                        <a16:creationId xmlns:a16="http://schemas.microsoft.com/office/drawing/2014/main" id="{E2D69DE8-585A-2D26-3168-988F3B4C8A47}"/>
                      </a:ext>
                    </a:extLst>
                  </p:cNvPr>
                  <p:cNvSpPr txBox="1"/>
                  <p:nvPr/>
                </p:nvSpPr>
                <p:spPr>
                  <a:xfrm>
                    <a:off x="1578286" y="2433736"/>
                    <a:ext cx="354902"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2408" name="Freeform 2407">
                    <a:extLst>
                      <a:ext uri="{FF2B5EF4-FFF2-40B4-BE49-F238E27FC236}">
                        <a16:creationId xmlns:a16="http://schemas.microsoft.com/office/drawing/2014/main" id="{6201EE4B-59B3-35E8-DDC6-BD1F4652B2F1}"/>
                      </a:ext>
                    </a:extLst>
                  </p:cNvPr>
                  <p:cNvSpPr/>
                  <p:nvPr/>
                </p:nvSpPr>
                <p:spPr>
                  <a:xfrm>
                    <a:off x="1688047" y="2606622"/>
                    <a:ext cx="135254" cy="12700"/>
                  </a:xfrm>
                  <a:custGeom>
                    <a:avLst/>
                    <a:gdLst>
                      <a:gd name="csX0" fmla="*/ 0 w 135254"/>
                      <a:gd name="csY0" fmla="*/ 0 h 12700"/>
                      <a:gd name="csX1" fmla="*/ 135255 w 135254"/>
                      <a:gd name="csY1" fmla="*/ 0 h 12700"/>
                    </a:gdLst>
                    <a:ahLst/>
                    <a:cxnLst>
                      <a:cxn ang="0">
                        <a:pos x="csX0" y="csY0"/>
                      </a:cxn>
                      <a:cxn ang="0">
                        <a:pos x="csX1" y="csY1"/>
                      </a:cxn>
                    </a:cxnLst>
                    <a:rect l="l" t="t" r="r" b="b"/>
                    <a:pathLst>
                      <a:path w="135254" h="12700">
                        <a:moveTo>
                          <a:pt x="0" y="0"/>
                        </a:moveTo>
                        <a:lnTo>
                          <a:pt x="135255" y="0"/>
                        </a:lnTo>
                      </a:path>
                    </a:pathLst>
                  </a:custGeom>
                  <a:ln w="13589" cap="rnd">
                    <a:solidFill>
                      <a:srgbClr val="000000"/>
                    </a:solidFill>
                    <a:prstDash val="solid"/>
                    <a:round/>
                  </a:ln>
                </p:spPr>
                <p:txBody>
                  <a:bodyPr/>
                  <a:lstStyle/>
                  <a:p>
                    <a:pPr algn="ctr"/>
                    <a:endParaRPr lang="en-US" sz="1890"/>
                  </a:p>
                </p:txBody>
              </p:sp>
              <p:sp>
                <p:nvSpPr>
                  <p:cNvPr id="2409" name="TextBox 2408">
                    <a:extLst>
                      <a:ext uri="{FF2B5EF4-FFF2-40B4-BE49-F238E27FC236}">
                        <a16:creationId xmlns:a16="http://schemas.microsoft.com/office/drawing/2014/main" id="{B3E6765E-BF2D-7967-4BA3-1021565249BD}"/>
                      </a:ext>
                    </a:extLst>
                  </p:cNvPr>
                  <p:cNvSpPr txBox="1"/>
                  <p:nvPr/>
                </p:nvSpPr>
                <p:spPr>
                  <a:xfrm>
                    <a:off x="1854143" y="2433736"/>
                    <a:ext cx="434636"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2410" name="Freeform 2409">
                    <a:extLst>
                      <a:ext uri="{FF2B5EF4-FFF2-40B4-BE49-F238E27FC236}">
                        <a16:creationId xmlns:a16="http://schemas.microsoft.com/office/drawing/2014/main" id="{82532361-A9AD-481C-963D-A1D01F2F938A}"/>
                      </a:ext>
                    </a:extLst>
                  </p:cNvPr>
                  <p:cNvSpPr/>
                  <p:nvPr/>
                </p:nvSpPr>
                <p:spPr>
                  <a:xfrm>
                    <a:off x="1853401" y="2606622"/>
                    <a:ext cx="436118" cy="12700"/>
                  </a:xfrm>
                  <a:custGeom>
                    <a:avLst/>
                    <a:gdLst>
                      <a:gd name="csX0" fmla="*/ 0 w 436118"/>
                      <a:gd name="csY0" fmla="*/ 0 h 12700"/>
                      <a:gd name="csX1" fmla="*/ 436118 w 436118"/>
                      <a:gd name="csY1" fmla="*/ 0 h 12700"/>
                    </a:gdLst>
                    <a:ahLst/>
                    <a:cxnLst>
                      <a:cxn ang="0">
                        <a:pos x="csX0" y="csY0"/>
                      </a:cxn>
                      <a:cxn ang="0">
                        <a:pos x="csX1" y="csY1"/>
                      </a:cxn>
                    </a:cxnLst>
                    <a:rect l="l" t="t" r="r" b="b"/>
                    <a:pathLst>
                      <a:path w="436118" h="12700">
                        <a:moveTo>
                          <a:pt x="0" y="0"/>
                        </a:moveTo>
                        <a:lnTo>
                          <a:pt x="436118" y="0"/>
                        </a:lnTo>
                      </a:path>
                    </a:pathLst>
                  </a:custGeom>
                  <a:ln w="13589" cap="rnd">
                    <a:solidFill>
                      <a:srgbClr val="000000"/>
                    </a:solidFill>
                    <a:prstDash val="solid"/>
                    <a:round/>
                  </a:ln>
                </p:spPr>
                <p:txBody>
                  <a:bodyPr/>
                  <a:lstStyle/>
                  <a:p>
                    <a:pPr algn="ctr"/>
                    <a:endParaRPr lang="en-US" sz="1890"/>
                  </a:p>
                </p:txBody>
              </p:sp>
              <p:sp>
                <p:nvSpPr>
                  <p:cNvPr id="2411" name="TextBox 2410">
                    <a:extLst>
                      <a:ext uri="{FF2B5EF4-FFF2-40B4-BE49-F238E27FC236}">
                        <a16:creationId xmlns:a16="http://schemas.microsoft.com/office/drawing/2014/main" id="{08ED18C7-5103-7BB3-B3BF-A8FE597F4C8D}"/>
                      </a:ext>
                    </a:extLst>
                  </p:cNvPr>
                  <p:cNvSpPr txBox="1"/>
                  <p:nvPr/>
                </p:nvSpPr>
                <p:spPr>
                  <a:xfrm>
                    <a:off x="1757893" y="2362410"/>
                    <a:ext cx="461779" cy="174601"/>
                  </a:xfrm>
                  <a:prstGeom prst="rect">
                    <a:avLst/>
                  </a:prstGeom>
                  <a:noFill/>
                </p:spPr>
                <p:txBody>
                  <a:bodyPr wrap="none" rtlCol="0">
                    <a:spAutoFit/>
                  </a:bodyPr>
                  <a:lstStyle/>
                  <a:p>
                    <a:pPr algn="ctr"/>
                    <a:r>
                      <a:rPr lang="en-US" sz="472">
                        <a:ln/>
                        <a:solidFill>
                          <a:srgbClr val="000000"/>
                        </a:solidFill>
                        <a:latin typeface="Arial"/>
                        <a:cs typeface="Arial"/>
                        <a:sym typeface="Arial"/>
                        <a:rtl val="0"/>
                      </a:rPr>
                      <a:t>p = 0.907</a:t>
                    </a:r>
                  </a:p>
                </p:txBody>
              </p:sp>
              <p:sp>
                <p:nvSpPr>
                  <p:cNvPr id="2412" name="Freeform 2411">
                    <a:extLst>
                      <a:ext uri="{FF2B5EF4-FFF2-40B4-BE49-F238E27FC236}">
                        <a16:creationId xmlns:a16="http://schemas.microsoft.com/office/drawing/2014/main" id="{C36E3F29-F0B8-26C0-856A-CB7C1C813152}"/>
                      </a:ext>
                    </a:extLst>
                  </p:cNvPr>
                  <p:cNvSpPr/>
                  <p:nvPr/>
                </p:nvSpPr>
                <p:spPr>
                  <a:xfrm>
                    <a:off x="1688047" y="2493719"/>
                    <a:ext cx="601472" cy="12700"/>
                  </a:xfrm>
                  <a:custGeom>
                    <a:avLst/>
                    <a:gdLst>
                      <a:gd name="csX0" fmla="*/ 0 w 601472"/>
                      <a:gd name="csY0" fmla="*/ 0 h 12700"/>
                      <a:gd name="csX1" fmla="*/ 601472 w 601472"/>
                      <a:gd name="csY1" fmla="*/ 0 h 12700"/>
                    </a:gdLst>
                    <a:ahLst/>
                    <a:cxnLst>
                      <a:cxn ang="0">
                        <a:pos x="csX0" y="csY0"/>
                      </a:cxn>
                      <a:cxn ang="0">
                        <a:pos x="csX1" y="csY1"/>
                      </a:cxn>
                    </a:cxnLst>
                    <a:rect l="l" t="t" r="r" b="b"/>
                    <a:pathLst>
                      <a:path w="601472" h="12700">
                        <a:moveTo>
                          <a:pt x="0" y="0"/>
                        </a:moveTo>
                        <a:lnTo>
                          <a:pt x="601472" y="0"/>
                        </a:lnTo>
                      </a:path>
                    </a:pathLst>
                  </a:custGeom>
                  <a:ln w="13589" cap="rnd">
                    <a:solidFill>
                      <a:srgbClr val="000000"/>
                    </a:solidFill>
                    <a:prstDash val="solid"/>
                    <a:round/>
                  </a:ln>
                </p:spPr>
                <p:txBody>
                  <a:bodyPr/>
                  <a:lstStyle/>
                  <a:p>
                    <a:pPr algn="ctr"/>
                    <a:endParaRPr lang="en-US" sz="1890"/>
                  </a:p>
                </p:txBody>
              </p:sp>
            </p:grpSp>
            <p:grpSp>
              <p:nvGrpSpPr>
                <p:cNvPr id="2413" name="Graphic 2361">
                  <a:extLst>
                    <a:ext uri="{FF2B5EF4-FFF2-40B4-BE49-F238E27FC236}">
                      <a16:creationId xmlns:a16="http://schemas.microsoft.com/office/drawing/2014/main" id="{307222F8-FCF4-4D45-CF8F-D7D2645903FB}"/>
                    </a:ext>
                  </a:extLst>
                </p:cNvPr>
                <p:cNvGrpSpPr/>
                <p:nvPr/>
              </p:nvGrpSpPr>
              <p:grpSpPr>
                <a:xfrm>
                  <a:off x="1222096" y="2123772"/>
                  <a:ext cx="1196523" cy="1196086"/>
                  <a:chOff x="1222096" y="2123772"/>
                  <a:chExt cx="1196523" cy="1196086"/>
                </a:xfrm>
              </p:grpSpPr>
              <p:sp>
                <p:nvSpPr>
                  <p:cNvPr id="2414" name="Freeform 2413">
                    <a:extLst>
                      <a:ext uri="{FF2B5EF4-FFF2-40B4-BE49-F238E27FC236}">
                        <a16:creationId xmlns:a16="http://schemas.microsoft.com/office/drawing/2014/main" id="{6A274FE0-1807-3557-0C3E-DD534027121F}"/>
                      </a:ext>
                    </a:extLst>
                  </p:cNvPr>
                  <p:cNvSpPr/>
                  <p:nvPr/>
                </p:nvSpPr>
                <p:spPr>
                  <a:xfrm>
                    <a:off x="1597876" y="2426028"/>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2415" name="TextBox 2414">
                    <a:extLst>
                      <a:ext uri="{FF2B5EF4-FFF2-40B4-BE49-F238E27FC236}">
                        <a16:creationId xmlns:a16="http://schemas.microsoft.com/office/drawing/2014/main" id="{917B9D9D-3831-2D0E-8030-F4A8BF792C6C}"/>
                      </a:ext>
                    </a:extLst>
                  </p:cNvPr>
                  <p:cNvSpPr txBox="1"/>
                  <p:nvPr/>
                </p:nvSpPr>
                <p:spPr>
                  <a:xfrm>
                    <a:off x="1282013" y="2996303"/>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2416" name="TextBox 2415">
                    <a:extLst>
                      <a:ext uri="{FF2B5EF4-FFF2-40B4-BE49-F238E27FC236}">
                        <a16:creationId xmlns:a16="http://schemas.microsoft.com/office/drawing/2014/main" id="{6D986CF8-37E5-1273-7956-91D6CD69A9B1}"/>
                      </a:ext>
                    </a:extLst>
                  </p:cNvPr>
                  <p:cNvSpPr txBox="1"/>
                  <p:nvPr/>
                </p:nvSpPr>
                <p:spPr>
                  <a:xfrm>
                    <a:off x="1282013" y="2863334"/>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a:t>
                    </a:r>
                  </a:p>
                </p:txBody>
              </p:sp>
              <p:sp>
                <p:nvSpPr>
                  <p:cNvPr id="2417" name="TextBox 2416">
                    <a:extLst>
                      <a:ext uri="{FF2B5EF4-FFF2-40B4-BE49-F238E27FC236}">
                        <a16:creationId xmlns:a16="http://schemas.microsoft.com/office/drawing/2014/main" id="{FC4E8FD1-F747-E036-75E8-252553FDB464}"/>
                      </a:ext>
                    </a:extLst>
                  </p:cNvPr>
                  <p:cNvSpPr txBox="1"/>
                  <p:nvPr/>
                </p:nvSpPr>
                <p:spPr>
                  <a:xfrm>
                    <a:off x="1222096" y="2730365"/>
                    <a:ext cx="40240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a:t>
                    </a:r>
                  </a:p>
                </p:txBody>
              </p:sp>
              <p:sp>
                <p:nvSpPr>
                  <p:cNvPr id="2418" name="TextBox 2417">
                    <a:extLst>
                      <a:ext uri="{FF2B5EF4-FFF2-40B4-BE49-F238E27FC236}">
                        <a16:creationId xmlns:a16="http://schemas.microsoft.com/office/drawing/2014/main" id="{E963F722-76D3-737A-C5A2-9DE059C5CE67}"/>
                      </a:ext>
                    </a:extLst>
                  </p:cNvPr>
                  <p:cNvSpPr txBox="1"/>
                  <p:nvPr/>
                </p:nvSpPr>
                <p:spPr>
                  <a:xfrm>
                    <a:off x="1222096" y="2597269"/>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15%</a:t>
                    </a:r>
                  </a:p>
                </p:txBody>
              </p:sp>
              <p:sp>
                <p:nvSpPr>
                  <p:cNvPr id="2419" name="TextBox 2418">
                    <a:extLst>
                      <a:ext uri="{FF2B5EF4-FFF2-40B4-BE49-F238E27FC236}">
                        <a16:creationId xmlns:a16="http://schemas.microsoft.com/office/drawing/2014/main" id="{B53E445D-0A7B-F17F-0251-EF9356483A51}"/>
                      </a:ext>
                    </a:extLst>
                  </p:cNvPr>
                  <p:cNvSpPr txBox="1"/>
                  <p:nvPr/>
                </p:nvSpPr>
                <p:spPr>
                  <a:xfrm>
                    <a:off x="1222096" y="2464300"/>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20%</a:t>
                    </a:r>
                  </a:p>
                </p:txBody>
              </p:sp>
              <p:sp>
                <p:nvSpPr>
                  <p:cNvPr id="2420" name="TextBox 2419">
                    <a:extLst>
                      <a:ext uri="{FF2B5EF4-FFF2-40B4-BE49-F238E27FC236}">
                        <a16:creationId xmlns:a16="http://schemas.microsoft.com/office/drawing/2014/main" id="{09256882-4FC3-9847-AAE0-C88286251C61}"/>
                      </a:ext>
                    </a:extLst>
                  </p:cNvPr>
                  <p:cNvSpPr txBox="1"/>
                  <p:nvPr/>
                </p:nvSpPr>
                <p:spPr>
                  <a:xfrm>
                    <a:off x="1222096" y="2331331"/>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25%</a:t>
                    </a:r>
                  </a:p>
                </p:txBody>
              </p:sp>
              <p:sp>
                <p:nvSpPr>
                  <p:cNvPr id="2421" name="Freeform 2420">
                    <a:extLst>
                      <a:ext uri="{FF2B5EF4-FFF2-40B4-BE49-F238E27FC236}">
                        <a16:creationId xmlns:a16="http://schemas.microsoft.com/office/drawing/2014/main" id="{ED3484A4-DA9A-DFE1-72A7-7A42D088E9FA}"/>
                      </a:ext>
                    </a:extLst>
                  </p:cNvPr>
                  <p:cNvSpPr/>
                  <p:nvPr/>
                </p:nvSpPr>
                <p:spPr>
                  <a:xfrm>
                    <a:off x="1563079" y="310319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422" name="Freeform 2421">
                    <a:extLst>
                      <a:ext uri="{FF2B5EF4-FFF2-40B4-BE49-F238E27FC236}">
                        <a16:creationId xmlns:a16="http://schemas.microsoft.com/office/drawing/2014/main" id="{2441BE92-C73A-09D1-AF8A-DD882470B45D}"/>
                      </a:ext>
                    </a:extLst>
                  </p:cNvPr>
                  <p:cNvSpPr/>
                  <p:nvPr/>
                </p:nvSpPr>
                <p:spPr>
                  <a:xfrm>
                    <a:off x="1563079" y="297022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423" name="Freeform 2422">
                    <a:extLst>
                      <a:ext uri="{FF2B5EF4-FFF2-40B4-BE49-F238E27FC236}">
                        <a16:creationId xmlns:a16="http://schemas.microsoft.com/office/drawing/2014/main" id="{E307E898-5DE2-2573-F1E0-FEC264AB4CF7}"/>
                      </a:ext>
                    </a:extLst>
                  </p:cNvPr>
                  <p:cNvSpPr/>
                  <p:nvPr/>
                </p:nvSpPr>
                <p:spPr>
                  <a:xfrm>
                    <a:off x="1563079" y="283725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424" name="Freeform 2423">
                    <a:extLst>
                      <a:ext uri="{FF2B5EF4-FFF2-40B4-BE49-F238E27FC236}">
                        <a16:creationId xmlns:a16="http://schemas.microsoft.com/office/drawing/2014/main" id="{F82BC9C7-9630-833F-2E91-211B90B1794C}"/>
                      </a:ext>
                    </a:extLst>
                  </p:cNvPr>
                  <p:cNvSpPr/>
                  <p:nvPr/>
                </p:nvSpPr>
                <p:spPr>
                  <a:xfrm>
                    <a:off x="1563079" y="270415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425" name="Freeform 2424">
                    <a:extLst>
                      <a:ext uri="{FF2B5EF4-FFF2-40B4-BE49-F238E27FC236}">
                        <a16:creationId xmlns:a16="http://schemas.microsoft.com/office/drawing/2014/main" id="{21153FCE-BD90-5A9A-E7BA-BF4A8E977E2C}"/>
                      </a:ext>
                    </a:extLst>
                  </p:cNvPr>
                  <p:cNvSpPr/>
                  <p:nvPr/>
                </p:nvSpPr>
                <p:spPr>
                  <a:xfrm>
                    <a:off x="1563079" y="257118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426" name="Freeform 2425">
                    <a:extLst>
                      <a:ext uri="{FF2B5EF4-FFF2-40B4-BE49-F238E27FC236}">
                        <a16:creationId xmlns:a16="http://schemas.microsoft.com/office/drawing/2014/main" id="{6A3D6E6B-1858-E6FA-A227-67075AE77AC9}"/>
                      </a:ext>
                    </a:extLst>
                  </p:cNvPr>
                  <p:cNvSpPr/>
                  <p:nvPr/>
                </p:nvSpPr>
                <p:spPr>
                  <a:xfrm>
                    <a:off x="1563079" y="243821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427" name="Freeform 2426">
                    <a:extLst>
                      <a:ext uri="{FF2B5EF4-FFF2-40B4-BE49-F238E27FC236}">
                        <a16:creationId xmlns:a16="http://schemas.microsoft.com/office/drawing/2014/main" id="{43DDB85B-1F7D-8618-06A7-8997E36AFEE2}"/>
                      </a:ext>
                    </a:extLst>
                  </p:cNvPr>
                  <p:cNvSpPr/>
                  <p:nvPr/>
                </p:nvSpPr>
                <p:spPr>
                  <a:xfrm>
                    <a:off x="1597876" y="3103192"/>
                    <a:ext cx="781811" cy="12700"/>
                  </a:xfrm>
                  <a:custGeom>
                    <a:avLst/>
                    <a:gdLst>
                      <a:gd name="csX0" fmla="*/ 0 w 781811"/>
                      <a:gd name="csY0" fmla="*/ 0 h 12700"/>
                      <a:gd name="csX1" fmla="*/ 781812 w 781811"/>
                      <a:gd name="csY1" fmla="*/ 0 h 12700"/>
                    </a:gdLst>
                    <a:ahLst/>
                    <a:cxnLst>
                      <a:cxn ang="0">
                        <a:pos x="csX0" y="csY0"/>
                      </a:cxn>
                      <a:cxn ang="0">
                        <a:pos x="csX1" y="csY1"/>
                      </a:cxn>
                    </a:cxnLst>
                    <a:rect l="l" t="t" r="r" b="b"/>
                    <a:pathLst>
                      <a:path w="781811" h="12700">
                        <a:moveTo>
                          <a:pt x="0" y="0"/>
                        </a:moveTo>
                        <a:lnTo>
                          <a:pt x="781812" y="0"/>
                        </a:lnTo>
                      </a:path>
                    </a:pathLst>
                  </a:custGeom>
                  <a:noFill/>
                  <a:ln w="13589" cap="sq">
                    <a:solidFill>
                      <a:srgbClr val="000000"/>
                    </a:solidFill>
                    <a:prstDash val="solid"/>
                    <a:round/>
                  </a:ln>
                </p:spPr>
                <p:txBody>
                  <a:bodyPr/>
                  <a:lstStyle/>
                  <a:p>
                    <a:pPr algn="ctr"/>
                    <a:endParaRPr lang="en-US" sz="1890"/>
                  </a:p>
                </p:txBody>
              </p:sp>
              <p:sp>
                <p:nvSpPr>
                  <p:cNvPr id="2428" name="Freeform 2427">
                    <a:extLst>
                      <a:ext uri="{FF2B5EF4-FFF2-40B4-BE49-F238E27FC236}">
                        <a16:creationId xmlns:a16="http://schemas.microsoft.com/office/drawing/2014/main" id="{31A2F0A4-FCF2-5140-95CA-F9644A6F415E}"/>
                      </a:ext>
                    </a:extLst>
                  </p:cNvPr>
                  <p:cNvSpPr/>
                  <p:nvPr/>
                </p:nvSpPr>
                <p:spPr>
                  <a:xfrm>
                    <a:off x="1688047" y="31031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429" name="Freeform 2428">
                    <a:extLst>
                      <a:ext uri="{FF2B5EF4-FFF2-40B4-BE49-F238E27FC236}">
                        <a16:creationId xmlns:a16="http://schemas.microsoft.com/office/drawing/2014/main" id="{3CE9EB78-A391-E807-9E39-D2DAB2099E34}"/>
                      </a:ext>
                    </a:extLst>
                  </p:cNvPr>
                  <p:cNvSpPr/>
                  <p:nvPr/>
                </p:nvSpPr>
                <p:spPr>
                  <a:xfrm>
                    <a:off x="1838415" y="31031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430" name="Freeform 2429">
                    <a:extLst>
                      <a:ext uri="{FF2B5EF4-FFF2-40B4-BE49-F238E27FC236}">
                        <a16:creationId xmlns:a16="http://schemas.microsoft.com/office/drawing/2014/main" id="{5721F35F-2019-6078-FBA8-B7C4AAABE462}"/>
                      </a:ext>
                    </a:extLst>
                  </p:cNvPr>
                  <p:cNvSpPr/>
                  <p:nvPr/>
                </p:nvSpPr>
                <p:spPr>
                  <a:xfrm>
                    <a:off x="1988782" y="31031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431" name="Freeform 2430">
                    <a:extLst>
                      <a:ext uri="{FF2B5EF4-FFF2-40B4-BE49-F238E27FC236}">
                        <a16:creationId xmlns:a16="http://schemas.microsoft.com/office/drawing/2014/main" id="{86B7D788-1C36-4F36-8A4B-3F32FCA552D8}"/>
                      </a:ext>
                    </a:extLst>
                  </p:cNvPr>
                  <p:cNvSpPr/>
                  <p:nvPr/>
                </p:nvSpPr>
                <p:spPr>
                  <a:xfrm>
                    <a:off x="2139151" y="31031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432" name="Freeform 2431">
                    <a:extLst>
                      <a:ext uri="{FF2B5EF4-FFF2-40B4-BE49-F238E27FC236}">
                        <a16:creationId xmlns:a16="http://schemas.microsoft.com/office/drawing/2014/main" id="{79228802-9804-DE54-13D1-63C939C427E4}"/>
                      </a:ext>
                    </a:extLst>
                  </p:cNvPr>
                  <p:cNvSpPr/>
                  <p:nvPr/>
                </p:nvSpPr>
                <p:spPr>
                  <a:xfrm>
                    <a:off x="2289518" y="310319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433" name="TextBox 2432">
                    <a:extLst>
                      <a:ext uri="{FF2B5EF4-FFF2-40B4-BE49-F238E27FC236}">
                        <a16:creationId xmlns:a16="http://schemas.microsoft.com/office/drawing/2014/main" id="{15545E66-9909-C6BE-36A2-B3E3DF294FAC}"/>
                      </a:ext>
                    </a:extLst>
                  </p:cNvPr>
                  <p:cNvSpPr txBox="1"/>
                  <p:nvPr/>
                </p:nvSpPr>
                <p:spPr>
                  <a:xfrm>
                    <a:off x="1547918" y="3099046"/>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2434" name="TextBox 2433">
                    <a:extLst>
                      <a:ext uri="{FF2B5EF4-FFF2-40B4-BE49-F238E27FC236}">
                        <a16:creationId xmlns:a16="http://schemas.microsoft.com/office/drawing/2014/main" id="{B40E3DF5-1CDE-7EA6-74EA-0D745D894F75}"/>
                      </a:ext>
                    </a:extLst>
                  </p:cNvPr>
                  <p:cNvSpPr txBox="1"/>
                  <p:nvPr/>
                </p:nvSpPr>
                <p:spPr>
                  <a:xfrm>
                    <a:off x="1726278" y="3099046"/>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2435" name="TextBox 2434">
                    <a:extLst>
                      <a:ext uri="{FF2B5EF4-FFF2-40B4-BE49-F238E27FC236}">
                        <a16:creationId xmlns:a16="http://schemas.microsoft.com/office/drawing/2014/main" id="{BF9C31B0-D6BE-B08E-4E6C-487D5D4005AE}"/>
                      </a:ext>
                    </a:extLst>
                  </p:cNvPr>
                  <p:cNvSpPr txBox="1"/>
                  <p:nvPr/>
                </p:nvSpPr>
                <p:spPr>
                  <a:xfrm>
                    <a:off x="1847806" y="3099046"/>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2436" name="TextBox 2435">
                    <a:extLst>
                      <a:ext uri="{FF2B5EF4-FFF2-40B4-BE49-F238E27FC236}">
                        <a16:creationId xmlns:a16="http://schemas.microsoft.com/office/drawing/2014/main" id="{E5488C3A-EDC9-98A5-C209-DEAFB0398959}"/>
                      </a:ext>
                    </a:extLst>
                  </p:cNvPr>
                  <p:cNvSpPr txBox="1"/>
                  <p:nvPr/>
                </p:nvSpPr>
                <p:spPr>
                  <a:xfrm>
                    <a:off x="1972726" y="3099046"/>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2437" name="TextBox 2436">
                    <a:extLst>
                      <a:ext uri="{FF2B5EF4-FFF2-40B4-BE49-F238E27FC236}">
                        <a16:creationId xmlns:a16="http://schemas.microsoft.com/office/drawing/2014/main" id="{6C1EB88D-D8CB-5022-DE21-35512F1A99AB}"/>
                      </a:ext>
                    </a:extLst>
                  </p:cNvPr>
                  <p:cNvSpPr txBox="1"/>
                  <p:nvPr/>
                </p:nvSpPr>
                <p:spPr>
                  <a:xfrm>
                    <a:off x="2160416" y="3099046"/>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2440" name="TextBox 2439">
                    <a:extLst>
                      <a:ext uri="{FF2B5EF4-FFF2-40B4-BE49-F238E27FC236}">
                        <a16:creationId xmlns:a16="http://schemas.microsoft.com/office/drawing/2014/main" id="{A4DE5621-763E-0FE2-60DD-6AB1C62D08A0}"/>
                      </a:ext>
                    </a:extLst>
                  </p:cNvPr>
                  <p:cNvSpPr txBox="1"/>
                  <p:nvPr/>
                </p:nvSpPr>
                <p:spPr>
                  <a:xfrm>
                    <a:off x="1620960" y="2123772"/>
                    <a:ext cx="624639"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1_RGC</a:t>
                    </a:r>
                  </a:p>
                </p:txBody>
              </p:sp>
            </p:grpSp>
          </p:grpSp>
        </p:grpSp>
        <p:sp>
          <p:nvSpPr>
            <p:cNvPr id="2446" name="TextBox 2445">
              <a:extLst>
                <a:ext uri="{FF2B5EF4-FFF2-40B4-BE49-F238E27FC236}">
                  <a16:creationId xmlns:a16="http://schemas.microsoft.com/office/drawing/2014/main" id="{DC9F2256-BD25-56E2-DB51-F3166992B754}"/>
                </a:ext>
              </a:extLst>
            </p:cNvPr>
            <p:cNvSpPr txBox="1"/>
            <p:nvPr/>
          </p:nvSpPr>
          <p:spPr>
            <a:xfrm>
              <a:off x="-28726" y="1857736"/>
              <a:ext cx="6896537" cy="282428"/>
            </a:xfrm>
            <a:prstGeom prst="rect">
              <a:avLst/>
            </a:prstGeom>
            <a:noFill/>
          </p:spPr>
          <p:txBody>
            <a:bodyPr wrap="square" rtlCol="0">
              <a:spAutoFit/>
            </a:bodyPr>
            <a:lstStyle/>
            <a:p>
              <a:pPr algn="ctr"/>
              <a:r>
                <a:rPr lang="en-US" sz="1134">
                  <a:ln/>
                  <a:solidFill>
                    <a:srgbClr val="000000"/>
                  </a:solidFill>
                  <a:latin typeface="Arial"/>
                  <a:cs typeface="Arial"/>
                  <a:sym typeface="Arial"/>
                  <a:rtl val="0"/>
                </a:rPr>
                <a:t>Cells</a:t>
              </a:r>
            </a:p>
          </p:txBody>
        </p:sp>
      </p:grpSp>
      <p:sp>
        <p:nvSpPr>
          <p:cNvPr id="2283" name="TextBox 2282">
            <a:extLst>
              <a:ext uri="{FF2B5EF4-FFF2-40B4-BE49-F238E27FC236}">
                <a16:creationId xmlns:a16="http://schemas.microsoft.com/office/drawing/2014/main" id="{530A5E55-4E7F-F3A5-676C-BC29B8346EA3}"/>
              </a:ext>
            </a:extLst>
          </p:cNvPr>
          <p:cNvSpPr txBox="1"/>
          <p:nvPr/>
        </p:nvSpPr>
        <p:spPr>
          <a:xfrm>
            <a:off x="-4629" y="5201341"/>
            <a:ext cx="1536965" cy="245003"/>
          </a:xfrm>
          <a:prstGeom prst="rect">
            <a:avLst/>
          </a:prstGeom>
          <a:noFill/>
        </p:spPr>
        <p:txBody>
          <a:bodyPr wrap="square" rtlCol="0">
            <a:spAutoFit/>
          </a:bodyPr>
          <a:lstStyle/>
          <a:p>
            <a:pPr algn="ctr"/>
            <a:r>
              <a:rPr lang="en-US" sz="992">
                <a:ln/>
                <a:solidFill>
                  <a:srgbClr val="000000"/>
                </a:solidFill>
                <a:latin typeface="Arial"/>
                <a:cs typeface="Arial"/>
                <a:sym typeface="Arial"/>
                <a:rtl val="0"/>
              </a:rPr>
              <a:t>Phase</a:t>
            </a:r>
            <a:endParaRPr lang="en-US" sz="850">
              <a:ln/>
              <a:solidFill>
                <a:srgbClr val="000000"/>
              </a:solidFill>
              <a:latin typeface="Arial"/>
              <a:cs typeface="Arial"/>
              <a:sym typeface="Arial"/>
              <a:rtl val="0"/>
            </a:endParaRPr>
          </a:p>
        </p:txBody>
      </p:sp>
      <p:sp>
        <p:nvSpPr>
          <p:cNvPr id="2284" name="TextBox 2283">
            <a:extLst>
              <a:ext uri="{FF2B5EF4-FFF2-40B4-BE49-F238E27FC236}">
                <a16:creationId xmlns:a16="http://schemas.microsoft.com/office/drawing/2014/main" id="{C3755884-2861-4D35-96D1-F126C09B4CF7}"/>
              </a:ext>
            </a:extLst>
          </p:cNvPr>
          <p:cNvSpPr txBox="1"/>
          <p:nvPr/>
        </p:nvSpPr>
        <p:spPr>
          <a:xfrm rot="16200000">
            <a:off x="-843575" y="4161604"/>
            <a:ext cx="1841721" cy="237757"/>
          </a:xfrm>
          <a:prstGeom prst="rect">
            <a:avLst/>
          </a:prstGeom>
          <a:noFill/>
        </p:spPr>
        <p:txBody>
          <a:bodyPr wrap="square" rtlCol="0">
            <a:spAutoFit/>
          </a:bodyPr>
          <a:lstStyle/>
          <a:p>
            <a:pPr algn="ctr"/>
            <a:r>
              <a:rPr lang="en-US" sz="850">
                <a:ln/>
                <a:solidFill>
                  <a:srgbClr val="000000"/>
                </a:solidFill>
                <a:latin typeface="Arial"/>
                <a:cs typeface="Arial"/>
                <a:sym typeface="Arial"/>
                <a:rtl val="0"/>
              </a:rPr>
              <a:t>% of </a:t>
            </a:r>
            <a:r>
              <a:rPr lang="en-US" sz="945">
                <a:ln/>
                <a:solidFill>
                  <a:srgbClr val="000000"/>
                </a:solidFill>
                <a:latin typeface="Arial"/>
                <a:cs typeface="Arial"/>
                <a:sym typeface="Arial"/>
                <a:rtl val="0"/>
              </a:rPr>
              <a:t>Neurons</a:t>
            </a:r>
            <a:endParaRPr lang="en-US" sz="850">
              <a:ln/>
              <a:solidFill>
                <a:srgbClr val="000000"/>
              </a:solidFill>
              <a:latin typeface="Arial"/>
              <a:cs typeface="Arial"/>
              <a:sym typeface="Arial"/>
              <a:rtl val="0"/>
            </a:endParaRPr>
          </a:p>
        </p:txBody>
      </p:sp>
      <p:grpSp>
        <p:nvGrpSpPr>
          <p:cNvPr id="1534" name="Graphic 1511">
            <a:extLst>
              <a:ext uri="{FF2B5EF4-FFF2-40B4-BE49-F238E27FC236}">
                <a16:creationId xmlns:a16="http://schemas.microsoft.com/office/drawing/2014/main" id="{DC134E72-1C4C-1E61-052B-A25DE634EC7F}"/>
              </a:ext>
            </a:extLst>
          </p:cNvPr>
          <p:cNvGrpSpPr/>
          <p:nvPr/>
        </p:nvGrpSpPr>
        <p:grpSpPr>
          <a:xfrm>
            <a:off x="66817" y="3106657"/>
            <a:ext cx="1161882" cy="1130191"/>
            <a:chOff x="-22363" y="4652629"/>
            <a:chExt cx="1229625" cy="1196086"/>
          </a:xfrm>
        </p:grpSpPr>
        <p:grpSp>
          <p:nvGrpSpPr>
            <p:cNvPr id="1537" name="Graphic 1511">
              <a:extLst>
                <a:ext uri="{FF2B5EF4-FFF2-40B4-BE49-F238E27FC236}">
                  <a16:creationId xmlns:a16="http://schemas.microsoft.com/office/drawing/2014/main" id="{95EE0D77-346D-659C-8042-433BB855D11B}"/>
                </a:ext>
              </a:extLst>
            </p:cNvPr>
            <p:cNvGrpSpPr/>
            <p:nvPr/>
          </p:nvGrpSpPr>
          <p:grpSpPr>
            <a:xfrm>
              <a:off x="353418" y="4849690"/>
              <a:ext cx="781939" cy="782486"/>
              <a:chOff x="353418" y="4849690"/>
              <a:chExt cx="781939" cy="782486"/>
            </a:xfrm>
          </p:grpSpPr>
          <p:sp>
            <p:nvSpPr>
              <p:cNvPr id="1538" name="Freeform 1537">
                <a:extLst>
                  <a:ext uri="{FF2B5EF4-FFF2-40B4-BE49-F238E27FC236}">
                    <a16:creationId xmlns:a16="http://schemas.microsoft.com/office/drawing/2014/main" id="{C13209DD-F77C-FCE7-5883-67AB19CE5D13}"/>
                  </a:ext>
                </a:extLst>
              </p:cNvPr>
              <p:cNvSpPr/>
              <p:nvPr/>
            </p:nvSpPr>
            <p:spPr>
              <a:xfrm>
                <a:off x="353418" y="4954885"/>
                <a:ext cx="781939" cy="677290"/>
              </a:xfrm>
              <a:custGeom>
                <a:avLst/>
                <a:gdLst>
                  <a:gd name="csX0" fmla="*/ 0 w 781939"/>
                  <a:gd name="csY0" fmla="*/ 0 h 677290"/>
                  <a:gd name="csX1" fmla="*/ 781939 w 781939"/>
                  <a:gd name="csY1" fmla="*/ 0 h 677290"/>
                  <a:gd name="csX2" fmla="*/ 781939 w 781939"/>
                  <a:gd name="csY2" fmla="*/ 677291 h 677290"/>
                  <a:gd name="csX3" fmla="*/ 0 w 781939"/>
                  <a:gd name="csY3" fmla="*/ 677291 h 677290"/>
                </a:gdLst>
                <a:ahLst/>
                <a:cxnLst>
                  <a:cxn ang="0">
                    <a:pos x="csX0" y="csY0"/>
                  </a:cxn>
                  <a:cxn ang="0">
                    <a:pos x="csX1" y="csY1"/>
                  </a:cxn>
                  <a:cxn ang="0">
                    <a:pos x="csX2" y="csY2"/>
                  </a:cxn>
                  <a:cxn ang="0">
                    <a:pos x="csX3" y="csY3"/>
                  </a:cxn>
                </a:cxnLst>
                <a:rect l="l" t="t" r="r" b="b"/>
                <a:pathLst>
                  <a:path w="781939" h="677290">
                    <a:moveTo>
                      <a:pt x="0" y="0"/>
                    </a:moveTo>
                    <a:lnTo>
                      <a:pt x="781939" y="0"/>
                    </a:lnTo>
                    <a:lnTo>
                      <a:pt x="781939"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539" name="Freeform 1538">
                <a:extLst>
                  <a:ext uri="{FF2B5EF4-FFF2-40B4-BE49-F238E27FC236}">
                    <a16:creationId xmlns:a16="http://schemas.microsoft.com/office/drawing/2014/main" id="{E0BA2FEA-3348-601B-FDFA-DC0F71412ED7}"/>
                  </a:ext>
                </a:extLst>
              </p:cNvPr>
              <p:cNvSpPr/>
              <p:nvPr/>
            </p:nvSpPr>
            <p:spPr>
              <a:xfrm>
                <a:off x="398503" y="5241397"/>
                <a:ext cx="90170" cy="390652"/>
              </a:xfrm>
              <a:custGeom>
                <a:avLst/>
                <a:gdLst>
                  <a:gd name="csX0" fmla="*/ 0 w 90170"/>
                  <a:gd name="csY0" fmla="*/ 0 h 390652"/>
                  <a:gd name="csX1" fmla="*/ 90170 w 90170"/>
                  <a:gd name="csY1" fmla="*/ 0 h 390652"/>
                  <a:gd name="csX2" fmla="*/ 90170 w 90170"/>
                  <a:gd name="csY2" fmla="*/ 390652 h 390652"/>
                  <a:gd name="csX3" fmla="*/ 0 w 90170"/>
                  <a:gd name="csY3" fmla="*/ 390652 h 390652"/>
                </a:gdLst>
                <a:ahLst/>
                <a:cxnLst>
                  <a:cxn ang="0">
                    <a:pos x="csX0" y="csY0"/>
                  </a:cxn>
                  <a:cxn ang="0">
                    <a:pos x="csX1" y="csY1"/>
                  </a:cxn>
                  <a:cxn ang="0">
                    <a:pos x="csX2" y="csY2"/>
                  </a:cxn>
                  <a:cxn ang="0">
                    <a:pos x="csX3" y="csY3"/>
                  </a:cxn>
                </a:cxnLst>
                <a:rect l="l" t="t" r="r" b="b"/>
                <a:pathLst>
                  <a:path w="90170" h="390652">
                    <a:moveTo>
                      <a:pt x="0" y="0"/>
                    </a:moveTo>
                    <a:lnTo>
                      <a:pt x="90170" y="0"/>
                    </a:lnTo>
                    <a:lnTo>
                      <a:pt x="90170" y="390652"/>
                    </a:lnTo>
                    <a:lnTo>
                      <a:pt x="0" y="390652"/>
                    </a:lnTo>
                    <a:close/>
                  </a:path>
                </a:pathLst>
              </a:custGeom>
              <a:solidFill>
                <a:srgbClr val="1965B0"/>
              </a:solidFill>
              <a:ln w="13589" cap="flat">
                <a:noFill/>
                <a:prstDash val="solid"/>
                <a:miter/>
              </a:ln>
            </p:spPr>
            <p:txBody>
              <a:bodyPr/>
              <a:lstStyle/>
              <a:p>
                <a:pPr algn="ctr"/>
                <a:endParaRPr lang="en-US" sz="1890"/>
              </a:p>
            </p:txBody>
          </p:sp>
          <p:sp>
            <p:nvSpPr>
              <p:cNvPr id="1540" name="Freeform 1539">
                <a:extLst>
                  <a:ext uri="{FF2B5EF4-FFF2-40B4-BE49-F238E27FC236}">
                    <a16:creationId xmlns:a16="http://schemas.microsoft.com/office/drawing/2014/main" id="{165E3DAF-AA94-59E4-0291-B04E4A81C4C3}"/>
                  </a:ext>
                </a:extLst>
              </p:cNvPr>
              <p:cNvSpPr/>
              <p:nvPr/>
            </p:nvSpPr>
            <p:spPr>
              <a:xfrm>
                <a:off x="548871" y="5237841"/>
                <a:ext cx="90170" cy="394335"/>
              </a:xfrm>
              <a:custGeom>
                <a:avLst/>
                <a:gdLst>
                  <a:gd name="csX0" fmla="*/ 0 w 90170"/>
                  <a:gd name="csY0" fmla="*/ 0 h 394335"/>
                  <a:gd name="csX1" fmla="*/ 90170 w 90170"/>
                  <a:gd name="csY1" fmla="*/ 0 h 394335"/>
                  <a:gd name="csX2" fmla="*/ 90170 w 90170"/>
                  <a:gd name="csY2" fmla="*/ 394335 h 394335"/>
                  <a:gd name="csX3" fmla="*/ 0 w 90170"/>
                  <a:gd name="csY3" fmla="*/ 394335 h 394335"/>
                </a:gdLst>
                <a:ahLst/>
                <a:cxnLst>
                  <a:cxn ang="0">
                    <a:pos x="csX0" y="csY0"/>
                  </a:cxn>
                  <a:cxn ang="0">
                    <a:pos x="csX1" y="csY1"/>
                  </a:cxn>
                  <a:cxn ang="0">
                    <a:pos x="csX2" y="csY2"/>
                  </a:cxn>
                  <a:cxn ang="0">
                    <a:pos x="csX3" y="csY3"/>
                  </a:cxn>
                </a:cxnLst>
                <a:rect l="l" t="t" r="r" b="b"/>
                <a:pathLst>
                  <a:path w="90170" h="394335">
                    <a:moveTo>
                      <a:pt x="0" y="0"/>
                    </a:moveTo>
                    <a:lnTo>
                      <a:pt x="90170" y="0"/>
                    </a:lnTo>
                    <a:lnTo>
                      <a:pt x="90170" y="394335"/>
                    </a:lnTo>
                    <a:lnTo>
                      <a:pt x="0" y="394335"/>
                    </a:lnTo>
                    <a:close/>
                  </a:path>
                </a:pathLst>
              </a:custGeom>
              <a:solidFill>
                <a:srgbClr val="4EB265"/>
              </a:solidFill>
              <a:ln w="13589" cap="flat">
                <a:noFill/>
                <a:prstDash val="solid"/>
                <a:miter/>
              </a:ln>
            </p:spPr>
            <p:txBody>
              <a:bodyPr/>
              <a:lstStyle/>
              <a:p>
                <a:pPr algn="ctr"/>
                <a:endParaRPr lang="en-US" sz="1890"/>
              </a:p>
            </p:txBody>
          </p:sp>
          <p:sp>
            <p:nvSpPr>
              <p:cNvPr id="1541" name="Freeform 1540">
                <a:extLst>
                  <a:ext uri="{FF2B5EF4-FFF2-40B4-BE49-F238E27FC236}">
                    <a16:creationId xmlns:a16="http://schemas.microsoft.com/office/drawing/2014/main" id="{EBC774B6-77ED-15A7-69E8-8E5D36012E31}"/>
                  </a:ext>
                </a:extLst>
              </p:cNvPr>
              <p:cNvSpPr/>
              <p:nvPr/>
            </p:nvSpPr>
            <p:spPr>
              <a:xfrm>
                <a:off x="699239" y="5322550"/>
                <a:ext cx="90169" cy="309498"/>
              </a:xfrm>
              <a:custGeom>
                <a:avLst/>
                <a:gdLst>
                  <a:gd name="csX0" fmla="*/ 0 w 90169"/>
                  <a:gd name="csY0" fmla="*/ 0 h 309498"/>
                  <a:gd name="csX1" fmla="*/ 90170 w 90169"/>
                  <a:gd name="csY1" fmla="*/ 0 h 309498"/>
                  <a:gd name="csX2" fmla="*/ 90170 w 90169"/>
                  <a:gd name="csY2" fmla="*/ 309499 h 309498"/>
                  <a:gd name="csX3" fmla="*/ 0 w 90169"/>
                  <a:gd name="csY3" fmla="*/ 309499 h 309498"/>
                </a:gdLst>
                <a:ahLst/>
                <a:cxnLst>
                  <a:cxn ang="0">
                    <a:pos x="csX0" y="csY0"/>
                  </a:cxn>
                  <a:cxn ang="0">
                    <a:pos x="csX1" y="csY1"/>
                  </a:cxn>
                  <a:cxn ang="0">
                    <a:pos x="csX2" y="csY2"/>
                  </a:cxn>
                  <a:cxn ang="0">
                    <a:pos x="csX3" y="csY3"/>
                  </a:cxn>
                </a:cxnLst>
                <a:rect l="l" t="t" r="r" b="b"/>
                <a:pathLst>
                  <a:path w="90169" h="309498">
                    <a:moveTo>
                      <a:pt x="0" y="0"/>
                    </a:moveTo>
                    <a:lnTo>
                      <a:pt x="90170" y="0"/>
                    </a:lnTo>
                    <a:lnTo>
                      <a:pt x="90170" y="309499"/>
                    </a:lnTo>
                    <a:lnTo>
                      <a:pt x="0" y="309499"/>
                    </a:lnTo>
                    <a:close/>
                  </a:path>
                </a:pathLst>
              </a:custGeom>
              <a:solidFill>
                <a:srgbClr val="F7F056"/>
              </a:solidFill>
              <a:ln w="13589" cap="flat">
                <a:noFill/>
                <a:prstDash val="solid"/>
                <a:miter/>
              </a:ln>
            </p:spPr>
            <p:txBody>
              <a:bodyPr/>
              <a:lstStyle/>
              <a:p>
                <a:pPr algn="ctr"/>
                <a:endParaRPr lang="en-US" sz="1890"/>
              </a:p>
            </p:txBody>
          </p:sp>
          <p:sp>
            <p:nvSpPr>
              <p:cNvPr id="1542" name="Freeform 1541">
                <a:extLst>
                  <a:ext uri="{FF2B5EF4-FFF2-40B4-BE49-F238E27FC236}">
                    <a16:creationId xmlns:a16="http://schemas.microsoft.com/office/drawing/2014/main" id="{272154BD-EDB7-5BC5-2976-6284A8B79116}"/>
                  </a:ext>
                </a:extLst>
              </p:cNvPr>
              <p:cNvSpPr/>
              <p:nvPr/>
            </p:nvSpPr>
            <p:spPr>
              <a:xfrm>
                <a:off x="849607" y="5252446"/>
                <a:ext cx="90169" cy="379729"/>
              </a:xfrm>
              <a:custGeom>
                <a:avLst/>
                <a:gdLst>
                  <a:gd name="csX0" fmla="*/ 0 w 90169"/>
                  <a:gd name="csY0" fmla="*/ 0 h 379729"/>
                  <a:gd name="csX1" fmla="*/ 90170 w 90169"/>
                  <a:gd name="csY1" fmla="*/ 0 h 379729"/>
                  <a:gd name="csX2" fmla="*/ 90170 w 90169"/>
                  <a:gd name="csY2" fmla="*/ 379730 h 379729"/>
                  <a:gd name="csX3" fmla="*/ 0 w 90169"/>
                  <a:gd name="csY3" fmla="*/ 379730 h 379729"/>
                </a:gdLst>
                <a:ahLst/>
                <a:cxnLst>
                  <a:cxn ang="0">
                    <a:pos x="csX0" y="csY0"/>
                  </a:cxn>
                  <a:cxn ang="0">
                    <a:pos x="csX1" y="csY1"/>
                  </a:cxn>
                  <a:cxn ang="0">
                    <a:pos x="csX2" y="csY2"/>
                  </a:cxn>
                  <a:cxn ang="0">
                    <a:pos x="csX3" y="csY3"/>
                  </a:cxn>
                </a:cxnLst>
                <a:rect l="l" t="t" r="r" b="b"/>
                <a:pathLst>
                  <a:path w="90169" h="379729">
                    <a:moveTo>
                      <a:pt x="0" y="0"/>
                    </a:moveTo>
                    <a:lnTo>
                      <a:pt x="90170" y="0"/>
                    </a:lnTo>
                    <a:lnTo>
                      <a:pt x="90170" y="379730"/>
                    </a:lnTo>
                    <a:lnTo>
                      <a:pt x="0" y="379730"/>
                    </a:lnTo>
                    <a:close/>
                  </a:path>
                </a:pathLst>
              </a:custGeom>
              <a:solidFill>
                <a:srgbClr val="7BAFDE"/>
              </a:solidFill>
              <a:ln w="13589" cap="flat">
                <a:noFill/>
                <a:prstDash val="solid"/>
                <a:miter/>
              </a:ln>
            </p:spPr>
            <p:txBody>
              <a:bodyPr/>
              <a:lstStyle/>
              <a:p>
                <a:pPr algn="ctr"/>
                <a:endParaRPr lang="en-US" sz="1890"/>
              </a:p>
            </p:txBody>
          </p:sp>
          <p:sp>
            <p:nvSpPr>
              <p:cNvPr id="1543" name="Freeform 1542">
                <a:extLst>
                  <a:ext uri="{FF2B5EF4-FFF2-40B4-BE49-F238E27FC236}">
                    <a16:creationId xmlns:a16="http://schemas.microsoft.com/office/drawing/2014/main" id="{FA7CF255-AF63-3667-1789-3CA2F73F8104}"/>
                  </a:ext>
                </a:extLst>
              </p:cNvPr>
              <p:cNvSpPr/>
              <p:nvPr/>
            </p:nvSpPr>
            <p:spPr>
              <a:xfrm>
                <a:off x="999975" y="5271750"/>
                <a:ext cx="90169" cy="360298"/>
              </a:xfrm>
              <a:custGeom>
                <a:avLst/>
                <a:gdLst>
                  <a:gd name="csX0" fmla="*/ 0 w 90169"/>
                  <a:gd name="csY0" fmla="*/ 0 h 360298"/>
                  <a:gd name="csX1" fmla="*/ 90170 w 90169"/>
                  <a:gd name="csY1" fmla="*/ 0 h 360298"/>
                  <a:gd name="csX2" fmla="*/ 90170 w 90169"/>
                  <a:gd name="csY2" fmla="*/ 360299 h 360298"/>
                  <a:gd name="csX3" fmla="*/ 0 w 90169"/>
                  <a:gd name="csY3" fmla="*/ 360299 h 360298"/>
                </a:gdLst>
                <a:ahLst/>
                <a:cxnLst>
                  <a:cxn ang="0">
                    <a:pos x="csX0" y="csY0"/>
                  </a:cxn>
                  <a:cxn ang="0">
                    <a:pos x="csX1" y="csY1"/>
                  </a:cxn>
                  <a:cxn ang="0">
                    <a:pos x="csX2" y="csY2"/>
                  </a:cxn>
                  <a:cxn ang="0">
                    <a:pos x="csX3" y="csY3"/>
                  </a:cxn>
                </a:cxnLst>
                <a:rect l="l" t="t" r="r" b="b"/>
                <a:pathLst>
                  <a:path w="90169" h="360298">
                    <a:moveTo>
                      <a:pt x="0" y="0"/>
                    </a:moveTo>
                    <a:lnTo>
                      <a:pt x="90170" y="0"/>
                    </a:lnTo>
                    <a:lnTo>
                      <a:pt x="90170" y="360299"/>
                    </a:lnTo>
                    <a:lnTo>
                      <a:pt x="0" y="360299"/>
                    </a:lnTo>
                    <a:close/>
                  </a:path>
                </a:pathLst>
              </a:custGeom>
              <a:solidFill>
                <a:srgbClr val="DC050C"/>
              </a:solidFill>
              <a:ln w="13589" cap="flat">
                <a:noFill/>
                <a:prstDash val="solid"/>
                <a:miter/>
              </a:ln>
            </p:spPr>
            <p:txBody>
              <a:bodyPr/>
              <a:lstStyle/>
              <a:p>
                <a:pPr algn="ctr"/>
                <a:endParaRPr lang="en-US" sz="1890"/>
              </a:p>
            </p:txBody>
          </p:sp>
          <p:sp>
            <p:nvSpPr>
              <p:cNvPr id="1544" name="Freeform 1543">
                <a:extLst>
                  <a:ext uri="{FF2B5EF4-FFF2-40B4-BE49-F238E27FC236}">
                    <a16:creationId xmlns:a16="http://schemas.microsoft.com/office/drawing/2014/main" id="{793FA07B-3744-522F-F2F3-E9A63CED15FB}"/>
                  </a:ext>
                </a:extLst>
              </p:cNvPr>
              <p:cNvSpPr/>
              <p:nvPr/>
            </p:nvSpPr>
            <p:spPr>
              <a:xfrm>
                <a:off x="413488" y="5217393"/>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545" name="Freeform 1544">
                <a:extLst>
                  <a:ext uri="{FF2B5EF4-FFF2-40B4-BE49-F238E27FC236}">
                    <a16:creationId xmlns:a16="http://schemas.microsoft.com/office/drawing/2014/main" id="{C8A8A3E9-6D94-FE97-4789-E325F4A666B7}"/>
                  </a:ext>
                </a:extLst>
              </p:cNvPr>
              <p:cNvSpPr/>
              <p:nvPr/>
            </p:nvSpPr>
            <p:spPr>
              <a:xfrm>
                <a:off x="443588" y="5217393"/>
                <a:ext cx="12700" cy="47879"/>
              </a:xfrm>
              <a:custGeom>
                <a:avLst/>
                <a:gdLst>
                  <a:gd name="csX0" fmla="*/ 0 w 12700"/>
                  <a:gd name="csY0" fmla="*/ 0 h 47879"/>
                  <a:gd name="csX1" fmla="*/ 0 w 12700"/>
                  <a:gd name="csY1" fmla="*/ 47879 h 47879"/>
                </a:gdLst>
                <a:ahLst/>
                <a:cxnLst>
                  <a:cxn ang="0">
                    <a:pos x="csX0" y="csY0"/>
                  </a:cxn>
                  <a:cxn ang="0">
                    <a:pos x="csX1" y="csY1"/>
                  </a:cxn>
                </a:cxnLst>
                <a:rect l="l" t="t" r="r" b="b"/>
                <a:pathLst>
                  <a:path w="12700" h="47879">
                    <a:moveTo>
                      <a:pt x="0" y="0"/>
                    </a:moveTo>
                    <a:lnTo>
                      <a:pt x="0" y="47879"/>
                    </a:lnTo>
                  </a:path>
                </a:pathLst>
              </a:custGeom>
              <a:noFill/>
              <a:ln w="13589" cap="flat">
                <a:solidFill>
                  <a:srgbClr val="000000"/>
                </a:solidFill>
                <a:prstDash val="solid"/>
                <a:round/>
              </a:ln>
            </p:spPr>
            <p:txBody>
              <a:bodyPr/>
              <a:lstStyle/>
              <a:p>
                <a:pPr algn="ctr"/>
                <a:endParaRPr lang="en-US" sz="1890"/>
              </a:p>
            </p:txBody>
          </p:sp>
          <p:sp>
            <p:nvSpPr>
              <p:cNvPr id="1546" name="Freeform 1545">
                <a:extLst>
                  <a:ext uri="{FF2B5EF4-FFF2-40B4-BE49-F238E27FC236}">
                    <a16:creationId xmlns:a16="http://schemas.microsoft.com/office/drawing/2014/main" id="{AF366A05-8E27-E3D9-1F54-2C31599CCF83}"/>
                  </a:ext>
                </a:extLst>
              </p:cNvPr>
              <p:cNvSpPr/>
              <p:nvPr/>
            </p:nvSpPr>
            <p:spPr>
              <a:xfrm>
                <a:off x="413488" y="5265272"/>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547" name="Freeform 1546">
                <a:extLst>
                  <a:ext uri="{FF2B5EF4-FFF2-40B4-BE49-F238E27FC236}">
                    <a16:creationId xmlns:a16="http://schemas.microsoft.com/office/drawing/2014/main" id="{DCAC6F99-5529-BD97-16EE-A6DA193588F2}"/>
                  </a:ext>
                </a:extLst>
              </p:cNvPr>
              <p:cNvSpPr/>
              <p:nvPr/>
            </p:nvSpPr>
            <p:spPr>
              <a:xfrm>
                <a:off x="563856" y="5220568"/>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548" name="Freeform 1547">
                <a:extLst>
                  <a:ext uri="{FF2B5EF4-FFF2-40B4-BE49-F238E27FC236}">
                    <a16:creationId xmlns:a16="http://schemas.microsoft.com/office/drawing/2014/main" id="{B8685B87-7485-D316-6EC7-8943DB8D14BE}"/>
                  </a:ext>
                </a:extLst>
              </p:cNvPr>
              <p:cNvSpPr/>
              <p:nvPr/>
            </p:nvSpPr>
            <p:spPr>
              <a:xfrm>
                <a:off x="593956" y="5220568"/>
                <a:ext cx="12700" cy="34417"/>
              </a:xfrm>
              <a:custGeom>
                <a:avLst/>
                <a:gdLst>
                  <a:gd name="csX0" fmla="*/ 0 w 12700"/>
                  <a:gd name="csY0" fmla="*/ 0 h 34417"/>
                  <a:gd name="csX1" fmla="*/ 0 w 12700"/>
                  <a:gd name="csY1" fmla="*/ 34417 h 34417"/>
                </a:gdLst>
                <a:ahLst/>
                <a:cxnLst>
                  <a:cxn ang="0">
                    <a:pos x="csX0" y="csY0"/>
                  </a:cxn>
                  <a:cxn ang="0">
                    <a:pos x="csX1" y="csY1"/>
                  </a:cxn>
                </a:cxnLst>
                <a:rect l="l" t="t" r="r" b="b"/>
                <a:pathLst>
                  <a:path w="12700" h="34417">
                    <a:moveTo>
                      <a:pt x="0" y="0"/>
                    </a:moveTo>
                    <a:lnTo>
                      <a:pt x="0" y="34417"/>
                    </a:lnTo>
                  </a:path>
                </a:pathLst>
              </a:custGeom>
              <a:noFill/>
              <a:ln w="13589" cap="flat">
                <a:solidFill>
                  <a:srgbClr val="000000"/>
                </a:solidFill>
                <a:prstDash val="solid"/>
                <a:round/>
              </a:ln>
            </p:spPr>
            <p:txBody>
              <a:bodyPr/>
              <a:lstStyle/>
              <a:p>
                <a:pPr algn="ctr"/>
                <a:endParaRPr lang="en-US" sz="1890"/>
              </a:p>
            </p:txBody>
          </p:sp>
          <p:sp>
            <p:nvSpPr>
              <p:cNvPr id="1549" name="Freeform 1548">
                <a:extLst>
                  <a:ext uri="{FF2B5EF4-FFF2-40B4-BE49-F238E27FC236}">
                    <a16:creationId xmlns:a16="http://schemas.microsoft.com/office/drawing/2014/main" id="{1D07A3DB-5756-63B1-AD9C-91D46951835D}"/>
                  </a:ext>
                </a:extLst>
              </p:cNvPr>
              <p:cNvSpPr/>
              <p:nvPr/>
            </p:nvSpPr>
            <p:spPr>
              <a:xfrm>
                <a:off x="563856" y="5254986"/>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550" name="Freeform 1549">
                <a:extLst>
                  <a:ext uri="{FF2B5EF4-FFF2-40B4-BE49-F238E27FC236}">
                    <a16:creationId xmlns:a16="http://schemas.microsoft.com/office/drawing/2014/main" id="{2C70AC13-29B0-8FBD-561D-4933F36BFDF6}"/>
                  </a:ext>
                </a:extLst>
              </p:cNvPr>
              <p:cNvSpPr/>
              <p:nvPr/>
            </p:nvSpPr>
            <p:spPr>
              <a:xfrm>
                <a:off x="714225" y="5319121"/>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551" name="Freeform 1550">
                <a:extLst>
                  <a:ext uri="{FF2B5EF4-FFF2-40B4-BE49-F238E27FC236}">
                    <a16:creationId xmlns:a16="http://schemas.microsoft.com/office/drawing/2014/main" id="{14A35F1F-90A0-6C40-2B2E-9D5DE4344310}"/>
                  </a:ext>
                </a:extLst>
              </p:cNvPr>
              <p:cNvSpPr/>
              <p:nvPr/>
            </p:nvSpPr>
            <p:spPr>
              <a:xfrm>
                <a:off x="744323" y="5319121"/>
                <a:ext cx="12700" cy="6984"/>
              </a:xfrm>
              <a:custGeom>
                <a:avLst/>
                <a:gdLst>
                  <a:gd name="csX0" fmla="*/ 0 w 12700"/>
                  <a:gd name="csY0" fmla="*/ 0 h 6984"/>
                  <a:gd name="csX1" fmla="*/ 0 w 12700"/>
                  <a:gd name="csY1" fmla="*/ 6985 h 6984"/>
                </a:gdLst>
                <a:ahLst/>
                <a:cxnLst>
                  <a:cxn ang="0">
                    <a:pos x="csX0" y="csY0"/>
                  </a:cxn>
                  <a:cxn ang="0">
                    <a:pos x="csX1" y="csY1"/>
                  </a:cxn>
                </a:cxnLst>
                <a:rect l="l" t="t" r="r" b="b"/>
                <a:pathLst>
                  <a:path w="12700" h="6984">
                    <a:moveTo>
                      <a:pt x="0" y="0"/>
                    </a:moveTo>
                    <a:lnTo>
                      <a:pt x="0" y="6985"/>
                    </a:lnTo>
                  </a:path>
                </a:pathLst>
              </a:custGeom>
              <a:noFill/>
              <a:ln w="13589" cap="flat">
                <a:solidFill>
                  <a:srgbClr val="000000"/>
                </a:solidFill>
                <a:prstDash val="solid"/>
                <a:round/>
              </a:ln>
            </p:spPr>
            <p:txBody>
              <a:bodyPr/>
              <a:lstStyle/>
              <a:p>
                <a:pPr algn="ctr"/>
                <a:endParaRPr lang="en-US" sz="1890"/>
              </a:p>
            </p:txBody>
          </p:sp>
          <p:sp>
            <p:nvSpPr>
              <p:cNvPr id="1552" name="Freeform 1551">
                <a:extLst>
                  <a:ext uri="{FF2B5EF4-FFF2-40B4-BE49-F238E27FC236}">
                    <a16:creationId xmlns:a16="http://schemas.microsoft.com/office/drawing/2014/main" id="{9371DEFF-969D-30E3-E117-F09C244D4535}"/>
                  </a:ext>
                </a:extLst>
              </p:cNvPr>
              <p:cNvSpPr/>
              <p:nvPr/>
            </p:nvSpPr>
            <p:spPr>
              <a:xfrm>
                <a:off x="714225" y="5326105"/>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553" name="Freeform 1552">
                <a:extLst>
                  <a:ext uri="{FF2B5EF4-FFF2-40B4-BE49-F238E27FC236}">
                    <a16:creationId xmlns:a16="http://schemas.microsoft.com/office/drawing/2014/main" id="{AEF4BDCB-D2E6-9CB0-AA3D-1FFA2C1E7BC0}"/>
                  </a:ext>
                </a:extLst>
              </p:cNvPr>
              <p:cNvSpPr/>
              <p:nvPr/>
            </p:nvSpPr>
            <p:spPr>
              <a:xfrm>
                <a:off x="1014961" y="5248128"/>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1554" name="Freeform 1553">
                <a:extLst>
                  <a:ext uri="{FF2B5EF4-FFF2-40B4-BE49-F238E27FC236}">
                    <a16:creationId xmlns:a16="http://schemas.microsoft.com/office/drawing/2014/main" id="{93812E6F-A648-EA8E-A537-9BA4CEB5E7AA}"/>
                  </a:ext>
                </a:extLst>
              </p:cNvPr>
              <p:cNvSpPr/>
              <p:nvPr/>
            </p:nvSpPr>
            <p:spPr>
              <a:xfrm>
                <a:off x="1045059" y="5248128"/>
                <a:ext cx="12700" cy="47370"/>
              </a:xfrm>
              <a:custGeom>
                <a:avLst/>
                <a:gdLst>
                  <a:gd name="csX0" fmla="*/ 0 w 12700"/>
                  <a:gd name="csY0" fmla="*/ 0 h 47370"/>
                  <a:gd name="csX1" fmla="*/ 0 w 12700"/>
                  <a:gd name="csY1" fmla="*/ 47371 h 47370"/>
                </a:gdLst>
                <a:ahLst/>
                <a:cxnLst>
                  <a:cxn ang="0">
                    <a:pos x="csX0" y="csY0"/>
                  </a:cxn>
                  <a:cxn ang="0">
                    <a:pos x="csX1" y="csY1"/>
                  </a:cxn>
                </a:cxnLst>
                <a:rect l="l" t="t" r="r" b="b"/>
                <a:pathLst>
                  <a:path w="12700" h="47370">
                    <a:moveTo>
                      <a:pt x="0" y="0"/>
                    </a:moveTo>
                    <a:lnTo>
                      <a:pt x="0" y="47371"/>
                    </a:lnTo>
                  </a:path>
                </a:pathLst>
              </a:custGeom>
              <a:noFill/>
              <a:ln w="13589" cap="flat">
                <a:solidFill>
                  <a:srgbClr val="000000"/>
                </a:solidFill>
                <a:prstDash val="solid"/>
                <a:round/>
              </a:ln>
            </p:spPr>
            <p:txBody>
              <a:bodyPr/>
              <a:lstStyle/>
              <a:p>
                <a:pPr algn="ctr"/>
                <a:endParaRPr lang="en-US" sz="1890"/>
              </a:p>
            </p:txBody>
          </p:sp>
          <p:sp>
            <p:nvSpPr>
              <p:cNvPr id="1555" name="Freeform 1554">
                <a:extLst>
                  <a:ext uri="{FF2B5EF4-FFF2-40B4-BE49-F238E27FC236}">
                    <a16:creationId xmlns:a16="http://schemas.microsoft.com/office/drawing/2014/main" id="{E07B633F-E848-BEB9-3EFF-022D591726AB}"/>
                  </a:ext>
                </a:extLst>
              </p:cNvPr>
              <p:cNvSpPr/>
              <p:nvPr/>
            </p:nvSpPr>
            <p:spPr>
              <a:xfrm>
                <a:off x="1014961" y="5295499"/>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1556" name="Freeform 1555">
                <a:extLst>
                  <a:ext uri="{FF2B5EF4-FFF2-40B4-BE49-F238E27FC236}">
                    <a16:creationId xmlns:a16="http://schemas.microsoft.com/office/drawing/2014/main" id="{73F35DD6-E5D9-5326-B8A8-9460901C95A8}"/>
                  </a:ext>
                </a:extLst>
              </p:cNvPr>
              <p:cNvSpPr/>
              <p:nvPr/>
            </p:nvSpPr>
            <p:spPr>
              <a:xfrm>
                <a:off x="738736" y="530769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57" name="Freeform 1556">
                <a:extLst>
                  <a:ext uri="{FF2B5EF4-FFF2-40B4-BE49-F238E27FC236}">
                    <a16:creationId xmlns:a16="http://schemas.microsoft.com/office/drawing/2014/main" id="{58A08F34-7EDB-FD77-B8D4-674A64422791}"/>
                  </a:ext>
                </a:extLst>
              </p:cNvPr>
              <p:cNvSpPr/>
              <p:nvPr/>
            </p:nvSpPr>
            <p:spPr>
              <a:xfrm>
                <a:off x="589003" y="524901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58" name="Freeform 1557">
                <a:extLst>
                  <a:ext uri="{FF2B5EF4-FFF2-40B4-BE49-F238E27FC236}">
                    <a16:creationId xmlns:a16="http://schemas.microsoft.com/office/drawing/2014/main" id="{043E7209-9249-D7C1-1127-AAC8BD456DB5}"/>
                  </a:ext>
                </a:extLst>
              </p:cNvPr>
              <p:cNvSpPr/>
              <p:nvPr/>
            </p:nvSpPr>
            <p:spPr>
              <a:xfrm>
                <a:off x="569445" y="52194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59" name="Freeform 1558">
                <a:extLst>
                  <a:ext uri="{FF2B5EF4-FFF2-40B4-BE49-F238E27FC236}">
                    <a16:creationId xmlns:a16="http://schemas.microsoft.com/office/drawing/2014/main" id="{6718FDDB-5931-0AD3-28A9-F7267C3C4731}"/>
                  </a:ext>
                </a:extLst>
              </p:cNvPr>
              <p:cNvSpPr/>
              <p:nvPr/>
            </p:nvSpPr>
            <p:spPr>
              <a:xfrm>
                <a:off x="1036932" y="523669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0" name="Freeform 1559">
                <a:extLst>
                  <a:ext uri="{FF2B5EF4-FFF2-40B4-BE49-F238E27FC236}">
                    <a16:creationId xmlns:a16="http://schemas.microsoft.com/office/drawing/2014/main" id="{5346C3A4-0551-FD98-500B-40BE9899C6E8}"/>
                  </a:ext>
                </a:extLst>
              </p:cNvPr>
              <p:cNvSpPr/>
              <p:nvPr/>
            </p:nvSpPr>
            <p:spPr>
              <a:xfrm>
                <a:off x="429745" y="516481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1" name="Freeform 1560">
                <a:extLst>
                  <a:ext uri="{FF2B5EF4-FFF2-40B4-BE49-F238E27FC236}">
                    <a16:creationId xmlns:a16="http://schemas.microsoft.com/office/drawing/2014/main" id="{776CBD7D-E514-992C-7E72-D6DFDEEE5539}"/>
                  </a:ext>
                </a:extLst>
              </p:cNvPr>
              <p:cNvSpPr/>
              <p:nvPr/>
            </p:nvSpPr>
            <p:spPr>
              <a:xfrm>
                <a:off x="1027534" y="52953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2" name="Freeform 1561">
                <a:extLst>
                  <a:ext uri="{FF2B5EF4-FFF2-40B4-BE49-F238E27FC236}">
                    <a16:creationId xmlns:a16="http://schemas.microsoft.com/office/drawing/2014/main" id="{951C86C1-7B3F-ABFF-C58A-4A10A6923C79}"/>
                  </a:ext>
                </a:extLst>
              </p:cNvPr>
              <p:cNvSpPr/>
              <p:nvPr/>
            </p:nvSpPr>
            <p:spPr>
              <a:xfrm>
                <a:off x="432666" y="53319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3" name="Freeform 1562">
                <a:extLst>
                  <a:ext uri="{FF2B5EF4-FFF2-40B4-BE49-F238E27FC236}">
                    <a16:creationId xmlns:a16="http://schemas.microsoft.com/office/drawing/2014/main" id="{C889B17A-D96D-DD95-97D5-77587770DBF4}"/>
                  </a:ext>
                </a:extLst>
              </p:cNvPr>
              <p:cNvSpPr/>
              <p:nvPr/>
            </p:nvSpPr>
            <p:spPr>
              <a:xfrm>
                <a:off x="1015977" y="53482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4" name="Freeform 1563">
                <a:extLst>
                  <a:ext uri="{FF2B5EF4-FFF2-40B4-BE49-F238E27FC236}">
                    <a16:creationId xmlns:a16="http://schemas.microsoft.com/office/drawing/2014/main" id="{07EDC0A6-AC43-B030-E2E2-FAC5DC357287}"/>
                  </a:ext>
                </a:extLst>
              </p:cNvPr>
              <p:cNvSpPr/>
              <p:nvPr/>
            </p:nvSpPr>
            <p:spPr>
              <a:xfrm>
                <a:off x="430253" y="520520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5" name="Freeform 1564">
                <a:extLst>
                  <a:ext uri="{FF2B5EF4-FFF2-40B4-BE49-F238E27FC236}">
                    <a16:creationId xmlns:a16="http://schemas.microsoft.com/office/drawing/2014/main" id="{2C74439A-DE73-5516-10B8-E4EB29CCBFB7}"/>
                  </a:ext>
                </a:extLst>
              </p:cNvPr>
              <p:cNvSpPr/>
              <p:nvPr/>
            </p:nvSpPr>
            <p:spPr>
              <a:xfrm>
                <a:off x="1033122" y="52375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6" name="Freeform 1565">
                <a:extLst>
                  <a:ext uri="{FF2B5EF4-FFF2-40B4-BE49-F238E27FC236}">
                    <a16:creationId xmlns:a16="http://schemas.microsoft.com/office/drawing/2014/main" id="{C8386E35-51ED-1055-D46E-B8C8F4F03A24}"/>
                  </a:ext>
                </a:extLst>
              </p:cNvPr>
              <p:cNvSpPr/>
              <p:nvPr/>
            </p:nvSpPr>
            <p:spPr>
              <a:xfrm>
                <a:off x="424284" y="522704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7" name="Freeform 1566">
                <a:extLst>
                  <a:ext uri="{FF2B5EF4-FFF2-40B4-BE49-F238E27FC236}">
                    <a16:creationId xmlns:a16="http://schemas.microsoft.com/office/drawing/2014/main" id="{4BDEF527-495C-7E7C-44FB-435B71D653E2}"/>
                  </a:ext>
                </a:extLst>
              </p:cNvPr>
              <p:cNvSpPr/>
              <p:nvPr/>
            </p:nvSpPr>
            <p:spPr>
              <a:xfrm>
                <a:off x="1033630" y="521269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8" name="Freeform 1567">
                <a:extLst>
                  <a:ext uri="{FF2B5EF4-FFF2-40B4-BE49-F238E27FC236}">
                    <a16:creationId xmlns:a16="http://schemas.microsoft.com/office/drawing/2014/main" id="{8F72A4CF-C3A8-0CF6-F8AB-4A311E9535F1}"/>
                  </a:ext>
                </a:extLst>
              </p:cNvPr>
              <p:cNvSpPr/>
              <p:nvPr/>
            </p:nvSpPr>
            <p:spPr>
              <a:xfrm>
                <a:off x="438635" y="51837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69" name="Freeform 1568">
                <a:extLst>
                  <a:ext uri="{FF2B5EF4-FFF2-40B4-BE49-F238E27FC236}">
                    <a16:creationId xmlns:a16="http://schemas.microsoft.com/office/drawing/2014/main" id="{817E7091-0BCA-9883-A340-119A957AE086}"/>
                  </a:ext>
                </a:extLst>
              </p:cNvPr>
              <p:cNvSpPr/>
              <p:nvPr/>
            </p:nvSpPr>
            <p:spPr>
              <a:xfrm>
                <a:off x="568556" y="51624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0" name="Freeform 1569">
                <a:extLst>
                  <a:ext uri="{FF2B5EF4-FFF2-40B4-BE49-F238E27FC236}">
                    <a16:creationId xmlns:a16="http://schemas.microsoft.com/office/drawing/2014/main" id="{1476D3AF-4852-66CF-937B-3C4445B0EA7D}"/>
                  </a:ext>
                </a:extLst>
              </p:cNvPr>
              <p:cNvSpPr/>
              <p:nvPr/>
            </p:nvSpPr>
            <p:spPr>
              <a:xfrm>
                <a:off x="1025883" y="51916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1" name="Freeform 1570">
                <a:extLst>
                  <a:ext uri="{FF2B5EF4-FFF2-40B4-BE49-F238E27FC236}">
                    <a16:creationId xmlns:a16="http://schemas.microsoft.com/office/drawing/2014/main" id="{ECD20A35-430C-D3DF-2608-90A7563905BE}"/>
                  </a:ext>
                </a:extLst>
              </p:cNvPr>
              <p:cNvSpPr/>
              <p:nvPr/>
            </p:nvSpPr>
            <p:spPr>
              <a:xfrm>
                <a:off x="438762" y="52278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2" name="Freeform 1571">
                <a:extLst>
                  <a:ext uri="{FF2B5EF4-FFF2-40B4-BE49-F238E27FC236}">
                    <a16:creationId xmlns:a16="http://schemas.microsoft.com/office/drawing/2014/main" id="{FC220E74-EE27-E2CC-C3D8-48E4AABB78A6}"/>
                  </a:ext>
                </a:extLst>
              </p:cNvPr>
              <p:cNvSpPr/>
              <p:nvPr/>
            </p:nvSpPr>
            <p:spPr>
              <a:xfrm>
                <a:off x="740641" y="53008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3" name="Freeform 1572">
                <a:extLst>
                  <a:ext uri="{FF2B5EF4-FFF2-40B4-BE49-F238E27FC236}">
                    <a16:creationId xmlns:a16="http://schemas.microsoft.com/office/drawing/2014/main" id="{116AD421-B63A-9608-89D0-C9BB69382BC5}"/>
                  </a:ext>
                </a:extLst>
              </p:cNvPr>
              <p:cNvSpPr/>
              <p:nvPr/>
            </p:nvSpPr>
            <p:spPr>
              <a:xfrm>
                <a:off x="564365" y="51725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4" name="Freeform 1573">
                <a:extLst>
                  <a:ext uri="{FF2B5EF4-FFF2-40B4-BE49-F238E27FC236}">
                    <a16:creationId xmlns:a16="http://schemas.microsoft.com/office/drawing/2014/main" id="{5A7A5544-04E1-F146-BF5B-A044FBAD74B3}"/>
                  </a:ext>
                </a:extLst>
              </p:cNvPr>
              <p:cNvSpPr/>
              <p:nvPr/>
            </p:nvSpPr>
            <p:spPr>
              <a:xfrm>
                <a:off x="575160" y="52812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5" name="Freeform 1574">
                <a:extLst>
                  <a:ext uri="{FF2B5EF4-FFF2-40B4-BE49-F238E27FC236}">
                    <a16:creationId xmlns:a16="http://schemas.microsoft.com/office/drawing/2014/main" id="{0683FFC6-AE8A-5D00-237C-C5A45880B4E3}"/>
                  </a:ext>
                </a:extLst>
              </p:cNvPr>
              <p:cNvSpPr/>
              <p:nvPr/>
            </p:nvSpPr>
            <p:spPr>
              <a:xfrm>
                <a:off x="878436" y="52344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6" name="Freeform 1575">
                <a:extLst>
                  <a:ext uri="{FF2B5EF4-FFF2-40B4-BE49-F238E27FC236}">
                    <a16:creationId xmlns:a16="http://schemas.microsoft.com/office/drawing/2014/main" id="{BE23275F-1AFA-8577-8D86-BF2D3BF4C02B}"/>
                  </a:ext>
                </a:extLst>
              </p:cNvPr>
              <p:cNvSpPr/>
              <p:nvPr/>
            </p:nvSpPr>
            <p:spPr>
              <a:xfrm>
                <a:off x="588114" y="526057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7" name="Freeform 1576">
                <a:extLst>
                  <a:ext uri="{FF2B5EF4-FFF2-40B4-BE49-F238E27FC236}">
                    <a16:creationId xmlns:a16="http://schemas.microsoft.com/office/drawing/2014/main" id="{56DC75A1-E916-C0B9-FF93-CB3932780910}"/>
                  </a:ext>
                </a:extLst>
              </p:cNvPr>
              <p:cNvSpPr/>
              <p:nvPr/>
            </p:nvSpPr>
            <p:spPr>
              <a:xfrm>
                <a:off x="565000" y="51930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578" name="TextBox 1577">
                <a:extLst>
                  <a:ext uri="{FF2B5EF4-FFF2-40B4-BE49-F238E27FC236}">
                    <a16:creationId xmlns:a16="http://schemas.microsoft.com/office/drawing/2014/main" id="{E95EA1D3-C6FD-4513-976A-611150D00D1D}"/>
                  </a:ext>
                </a:extLst>
              </p:cNvPr>
              <p:cNvSpPr txBox="1"/>
              <p:nvPr/>
            </p:nvSpPr>
            <p:spPr>
              <a:xfrm>
                <a:off x="373694" y="4962593"/>
                <a:ext cx="275168"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579" name="Freeform 1578">
                <a:extLst>
                  <a:ext uri="{FF2B5EF4-FFF2-40B4-BE49-F238E27FC236}">
                    <a16:creationId xmlns:a16="http://schemas.microsoft.com/office/drawing/2014/main" id="{1CAA5FD7-C2C5-ABC2-BC26-08344545FE77}"/>
                  </a:ext>
                </a:extLst>
              </p:cNvPr>
              <p:cNvSpPr/>
              <p:nvPr/>
            </p:nvSpPr>
            <p:spPr>
              <a:xfrm>
                <a:off x="443588" y="5135479"/>
                <a:ext cx="135254" cy="12700"/>
              </a:xfrm>
              <a:custGeom>
                <a:avLst/>
                <a:gdLst>
                  <a:gd name="csX0" fmla="*/ 0 w 135254"/>
                  <a:gd name="csY0" fmla="*/ 0 h 12700"/>
                  <a:gd name="csX1" fmla="*/ 135255 w 135254"/>
                  <a:gd name="csY1" fmla="*/ 0 h 12700"/>
                </a:gdLst>
                <a:ahLst/>
                <a:cxnLst>
                  <a:cxn ang="0">
                    <a:pos x="csX0" y="csY0"/>
                  </a:cxn>
                  <a:cxn ang="0">
                    <a:pos x="csX1" y="csY1"/>
                  </a:cxn>
                </a:cxnLst>
                <a:rect l="l" t="t" r="r" b="b"/>
                <a:pathLst>
                  <a:path w="135254" h="12700">
                    <a:moveTo>
                      <a:pt x="0" y="0"/>
                    </a:moveTo>
                    <a:lnTo>
                      <a:pt x="135255" y="0"/>
                    </a:lnTo>
                  </a:path>
                </a:pathLst>
              </a:custGeom>
              <a:ln w="13589" cap="rnd">
                <a:solidFill>
                  <a:srgbClr val="000000"/>
                </a:solidFill>
                <a:prstDash val="solid"/>
                <a:round/>
              </a:ln>
            </p:spPr>
            <p:txBody>
              <a:bodyPr/>
              <a:lstStyle/>
              <a:p>
                <a:pPr algn="ctr"/>
                <a:endParaRPr lang="en-US" sz="1890"/>
              </a:p>
            </p:txBody>
          </p:sp>
          <p:sp>
            <p:nvSpPr>
              <p:cNvPr id="1580" name="TextBox 1579">
                <a:extLst>
                  <a:ext uri="{FF2B5EF4-FFF2-40B4-BE49-F238E27FC236}">
                    <a16:creationId xmlns:a16="http://schemas.microsoft.com/office/drawing/2014/main" id="{A1E8C101-FB99-9D2A-D0F0-52E63F548C70}"/>
                  </a:ext>
                </a:extLst>
              </p:cNvPr>
              <p:cNvSpPr txBox="1"/>
              <p:nvPr/>
            </p:nvSpPr>
            <p:spPr>
              <a:xfrm>
                <a:off x="609683" y="4962593"/>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581" name="Freeform 1580">
                <a:extLst>
                  <a:ext uri="{FF2B5EF4-FFF2-40B4-BE49-F238E27FC236}">
                    <a16:creationId xmlns:a16="http://schemas.microsoft.com/office/drawing/2014/main" id="{7B7AC169-7852-D351-2E6C-E62D6D5FA30E}"/>
                  </a:ext>
                </a:extLst>
              </p:cNvPr>
              <p:cNvSpPr/>
              <p:nvPr/>
            </p:nvSpPr>
            <p:spPr>
              <a:xfrm>
                <a:off x="608942" y="5135479"/>
                <a:ext cx="436118" cy="12700"/>
              </a:xfrm>
              <a:custGeom>
                <a:avLst/>
                <a:gdLst>
                  <a:gd name="csX0" fmla="*/ 0 w 436118"/>
                  <a:gd name="csY0" fmla="*/ 0 h 12700"/>
                  <a:gd name="csX1" fmla="*/ 436118 w 436118"/>
                  <a:gd name="csY1" fmla="*/ 0 h 12700"/>
                </a:gdLst>
                <a:ahLst/>
                <a:cxnLst>
                  <a:cxn ang="0">
                    <a:pos x="csX0" y="csY0"/>
                  </a:cxn>
                  <a:cxn ang="0">
                    <a:pos x="csX1" y="csY1"/>
                  </a:cxn>
                </a:cxnLst>
                <a:rect l="l" t="t" r="r" b="b"/>
                <a:pathLst>
                  <a:path w="436118" h="12700">
                    <a:moveTo>
                      <a:pt x="0" y="0"/>
                    </a:moveTo>
                    <a:lnTo>
                      <a:pt x="436118" y="0"/>
                    </a:lnTo>
                  </a:path>
                </a:pathLst>
              </a:custGeom>
              <a:ln w="13589" cap="rnd">
                <a:solidFill>
                  <a:srgbClr val="000000"/>
                </a:solidFill>
                <a:prstDash val="solid"/>
                <a:round/>
              </a:ln>
            </p:spPr>
            <p:txBody>
              <a:bodyPr/>
              <a:lstStyle/>
              <a:p>
                <a:pPr algn="ctr"/>
                <a:endParaRPr lang="en-US" sz="1890"/>
              </a:p>
            </p:txBody>
          </p:sp>
          <p:sp>
            <p:nvSpPr>
              <p:cNvPr id="1582" name="TextBox 1581">
                <a:extLst>
                  <a:ext uri="{FF2B5EF4-FFF2-40B4-BE49-F238E27FC236}">
                    <a16:creationId xmlns:a16="http://schemas.microsoft.com/office/drawing/2014/main" id="{42F37124-A198-591E-E5CA-6EB8BAD0E5E6}"/>
                  </a:ext>
                </a:extLst>
              </p:cNvPr>
              <p:cNvSpPr txBox="1"/>
              <p:nvPr/>
            </p:nvSpPr>
            <p:spPr>
              <a:xfrm>
                <a:off x="606739" y="4849690"/>
                <a:ext cx="275168"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583" name="Freeform 1582">
                <a:extLst>
                  <a:ext uri="{FF2B5EF4-FFF2-40B4-BE49-F238E27FC236}">
                    <a16:creationId xmlns:a16="http://schemas.microsoft.com/office/drawing/2014/main" id="{B9CD1933-D8FC-B30B-9647-4CAFA6E23377}"/>
                  </a:ext>
                </a:extLst>
              </p:cNvPr>
              <p:cNvSpPr/>
              <p:nvPr/>
            </p:nvSpPr>
            <p:spPr>
              <a:xfrm>
                <a:off x="443588" y="5022576"/>
                <a:ext cx="601472" cy="12700"/>
              </a:xfrm>
              <a:custGeom>
                <a:avLst/>
                <a:gdLst>
                  <a:gd name="csX0" fmla="*/ 0 w 601472"/>
                  <a:gd name="csY0" fmla="*/ 0 h 12700"/>
                  <a:gd name="csX1" fmla="*/ 601472 w 601472"/>
                  <a:gd name="csY1" fmla="*/ 0 h 12700"/>
                </a:gdLst>
                <a:ahLst/>
                <a:cxnLst>
                  <a:cxn ang="0">
                    <a:pos x="csX0" y="csY0"/>
                  </a:cxn>
                  <a:cxn ang="0">
                    <a:pos x="csX1" y="csY1"/>
                  </a:cxn>
                </a:cxnLst>
                <a:rect l="l" t="t" r="r" b="b"/>
                <a:pathLst>
                  <a:path w="601472" h="12700">
                    <a:moveTo>
                      <a:pt x="0" y="0"/>
                    </a:moveTo>
                    <a:lnTo>
                      <a:pt x="601472" y="0"/>
                    </a:lnTo>
                  </a:path>
                </a:pathLst>
              </a:custGeom>
              <a:ln w="13589" cap="rnd">
                <a:solidFill>
                  <a:srgbClr val="000000"/>
                </a:solidFill>
                <a:prstDash val="solid"/>
                <a:round/>
              </a:ln>
            </p:spPr>
            <p:txBody>
              <a:bodyPr/>
              <a:lstStyle/>
              <a:p>
                <a:pPr algn="ctr"/>
                <a:endParaRPr lang="en-US" sz="1890"/>
              </a:p>
            </p:txBody>
          </p:sp>
        </p:grpSp>
        <p:grpSp>
          <p:nvGrpSpPr>
            <p:cNvPr id="1584" name="Graphic 1511">
              <a:extLst>
                <a:ext uri="{FF2B5EF4-FFF2-40B4-BE49-F238E27FC236}">
                  <a16:creationId xmlns:a16="http://schemas.microsoft.com/office/drawing/2014/main" id="{438AEDBF-3A45-F16C-7E0C-5C58CC88FA1D}"/>
                </a:ext>
              </a:extLst>
            </p:cNvPr>
            <p:cNvGrpSpPr/>
            <p:nvPr/>
          </p:nvGrpSpPr>
          <p:grpSpPr>
            <a:xfrm>
              <a:off x="-22363" y="4652629"/>
              <a:ext cx="1229625" cy="1196086"/>
              <a:chOff x="-22363" y="4652629"/>
              <a:chExt cx="1229625" cy="1196086"/>
            </a:xfrm>
          </p:grpSpPr>
          <p:sp>
            <p:nvSpPr>
              <p:cNvPr id="1585" name="Freeform 1584">
                <a:extLst>
                  <a:ext uri="{FF2B5EF4-FFF2-40B4-BE49-F238E27FC236}">
                    <a16:creationId xmlns:a16="http://schemas.microsoft.com/office/drawing/2014/main" id="{A98FB403-95E1-6BFE-CD8F-350D24F36F44}"/>
                  </a:ext>
                </a:extLst>
              </p:cNvPr>
              <p:cNvSpPr/>
              <p:nvPr/>
            </p:nvSpPr>
            <p:spPr>
              <a:xfrm>
                <a:off x="353417" y="4954885"/>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586" name="TextBox 1585">
                <a:extLst>
                  <a:ext uri="{FF2B5EF4-FFF2-40B4-BE49-F238E27FC236}">
                    <a16:creationId xmlns:a16="http://schemas.microsoft.com/office/drawing/2014/main" id="{CC647FF7-F4E5-59D8-16C5-201BCCE569AF}"/>
                  </a:ext>
                </a:extLst>
              </p:cNvPr>
              <p:cNvSpPr txBox="1"/>
              <p:nvPr/>
            </p:nvSpPr>
            <p:spPr>
              <a:xfrm>
                <a:off x="37554" y="5525160"/>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587" name="TextBox 1586">
                <a:extLst>
                  <a:ext uri="{FF2B5EF4-FFF2-40B4-BE49-F238E27FC236}">
                    <a16:creationId xmlns:a16="http://schemas.microsoft.com/office/drawing/2014/main" id="{AD4BB3D6-EB99-9D02-AA38-CE30000FF790}"/>
                  </a:ext>
                </a:extLst>
              </p:cNvPr>
              <p:cNvSpPr txBox="1"/>
              <p:nvPr/>
            </p:nvSpPr>
            <p:spPr>
              <a:xfrm>
                <a:off x="-22363" y="5334533"/>
                <a:ext cx="40240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a:t>
                </a:r>
              </a:p>
            </p:txBody>
          </p:sp>
          <p:sp>
            <p:nvSpPr>
              <p:cNvPr id="1588" name="TextBox 1587">
                <a:extLst>
                  <a:ext uri="{FF2B5EF4-FFF2-40B4-BE49-F238E27FC236}">
                    <a16:creationId xmlns:a16="http://schemas.microsoft.com/office/drawing/2014/main" id="{4C1814AB-DF11-E5C8-67CB-FB49EBF214B0}"/>
                  </a:ext>
                </a:extLst>
              </p:cNvPr>
              <p:cNvSpPr txBox="1"/>
              <p:nvPr/>
            </p:nvSpPr>
            <p:spPr>
              <a:xfrm>
                <a:off x="-22363" y="5143906"/>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20%</a:t>
                </a:r>
              </a:p>
            </p:txBody>
          </p:sp>
          <p:sp>
            <p:nvSpPr>
              <p:cNvPr id="1589" name="TextBox 1588">
                <a:extLst>
                  <a:ext uri="{FF2B5EF4-FFF2-40B4-BE49-F238E27FC236}">
                    <a16:creationId xmlns:a16="http://schemas.microsoft.com/office/drawing/2014/main" id="{42FEFEF2-AB48-2513-0287-01ECA7150F20}"/>
                  </a:ext>
                </a:extLst>
              </p:cNvPr>
              <p:cNvSpPr txBox="1"/>
              <p:nvPr/>
            </p:nvSpPr>
            <p:spPr>
              <a:xfrm>
                <a:off x="-22363" y="4953279"/>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30%</a:t>
                </a:r>
              </a:p>
            </p:txBody>
          </p:sp>
          <p:sp>
            <p:nvSpPr>
              <p:cNvPr id="1590" name="Freeform 1589">
                <a:extLst>
                  <a:ext uri="{FF2B5EF4-FFF2-40B4-BE49-F238E27FC236}">
                    <a16:creationId xmlns:a16="http://schemas.microsoft.com/office/drawing/2014/main" id="{D9E6E501-208B-4E76-E249-45F1B42DA158}"/>
                  </a:ext>
                </a:extLst>
              </p:cNvPr>
              <p:cNvSpPr/>
              <p:nvPr/>
            </p:nvSpPr>
            <p:spPr>
              <a:xfrm>
                <a:off x="318620" y="563204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591" name="Freeform 1590">
                <a:extLst>
                  <a:ext uri="{FF2B5EF4-FFF2-40B4-BE49-F238E27FC236}">
                    <a16:creationId xmlns:a16="http://schemas.microsoft.com/office/drawing/2014/main" id="{F1626320-0A69-A89C-8A97-C258C14D02EF}"/>
                  </a:ext>
                </a:extLst>
              </p:cNvPr>
              <p:cNvSpPr/>
              <p:nvPr/>
            </p:nvSpPr>
            <p:spPr>
              <a:xfrm>
                <a:off x="318620" y="544142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592" name="Freeform 1591">
                <a:extLst>
                  <a:ext uri="{FF2B5EF4-FFF2-40B4-BE49-F238E27FC236}">
                    <a16:creationId xmlns:a16="http://schemas.microsoft.com/office/drawing/2014/main" id="{AF6C5073-2C77-49ED-2EA2-B5DAFA053C97}"/>
                  </a:ext>
                </a:extLst>
              </p:cNvPr>
              <p:cNvSpPr/>
              <p:nvPr/>
            </p:nvSpPr>
            <p:spPr>
              <a:xfrm>
                <a:off x="318620" y="525079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593" name="Freeform 1592">
                <a:extLst>
                  <a:ext uri="{FF2B5EF4-FFF2-40B4-BE49-F238E27FC236}">
                    <a16:creationId xmlns:a16="http://schemas.microsoft.com/office/drawing/2014/main" id="{4D207172-62AA-97FA-6EEE-FDFD6D134266}"/>
                  </a:ext>
                </a:extLst>
              </p:cNvPr>
              <p:cNvSpPr/>
              <p:nvPr/>
            </p:nvSpPr>
            <p:spPr>
              <a:xfrm>
                <a:off x="318620" y="506016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594" name="Freeform 1593">
                <a:extLst>
                  <a:ext uri="{FF2B5EF4-FFF2-40B4-BE49-F238E27FC236}">
                    <a16:creationId xmlns:a16="http://schemas.microsoft.com/office/drawing/2014/main" id="{6360D8AA-C995-C34B-6EF8-C81710DBF028}"/>
                  </a:ext>
                </a:extLst>
              </p:cNvPr>
              <p:cNvSpPr/>
              <p:nvPr/>
            </p:nvSpPr>
            <p:spPr>
              <a:xfrm>
                <a:off x="353417" y="5632049"/>
                <a:ext cx="781811" cy="12700"/>
              </a:xfrm>
              <a:custGeom>
                <a:avLst/>
                <a:gdLst>
                  <a:gd name="csX0" fmla="*/ 0 w 781811"/>
                  <a:gd name="csY0" fmla="*/ 0 h 12700"/>
                  <a:gd name="csX1" fmla="*/ 781812 w 781811"/>
                  <a:gd name="csY1" fmla="*/ 0 h 12700"/>
                </a:gdLst>
                <a:ahLst/>
                <a:cxnLst>
                  <a:cxn ang="0">
                    <a:pos x="csX0" y="csY0"/>
                  </a:cxn>
                  <a:cxn ang="0">
                    <a:pos x="csX1" y="csY1"/>
                  </a:cxn>
                </a:cxnLst>
                <a:rect l="l" t="t" r="r" b="b"/>
                <a:pathLst>
                  <a:path w="781811" h="12700">
                    <a:moveTo>
                      <a:pt x="0" y="0"/>
                    </a:moveTo>
                    <a:lnTo>
                      <a:pt x="781812" y="0"/>
                    </a:lnTo>
                  </a:path>
                </a:pathLst>
              </a:custGeom>
              <a:noFill/>
              <a:ln w="13589" cap="sq">
                <a:solidFill>
                  <a:srgbClr val="000000"/>
                </a:solidFill>
                <a:prstDash val="solid"/>
                <a:round/>
              </a:ln>
            </p:spPr>
            <p:txBody>
              <a:bodyPr/>
              <a:lstStyle/>
              <a:p>
                <a:pPr algn="ctr"/>
                <a:endParaRPr lang="en-US" sz="1890"/>
              </a:p>
            </p:txBody>
          </p:sp>
          <p:sp>
            <p:nvSpPr>
              <p:cNvPr id="1595" name="Freeform 1594">
                <a:extLst>
                  <a:ext uri="{FF2B5EF4-FFF2-40B4-BE49-F238E27FC236}">
                    <a16:creationId xmlns:a16="http://schemas.microsoft.com/office/drawing/2014/main" id="{38062309-3435-F5F5-4E34-0D13F3ACAD76}"/>
                  </a:ext>
                </a:extLst>
              </p:cNvPr>
              <p:cNvSpPr/>
              <p:nvPr/>
            </p:nvSpPr>
            <p:spPr>
              <a:xfrm>
                <a:off x="443588"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596" name="Freeform 1595">
                <a:extLst>
                  <a:ext uri="{FF2B5EF4-FFF2-40B4-BE49-F238E27FC236}">
                    <a16:creationId xmlns:a16="http://schemas.microsoft.com/office/drawing/2014/main" id="{1A55F521-C987-1D80-0D28-7B871DAB0847}"/>
                  </a:ext>
                </a:extLst>
              </p:cNvPr>
              <p:cNvSpPr/>
              <p:nvPr/>
            </p:nvSpPr>
            <p:spPr>
              <a:xfrm>
                <a:off x="593956"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597" name="Freeform 1596">
                <a:extLst>
                  <a:ext uri="{FF2B5EF4-FFF2-40B4-BE49-F238E27FC236}">
                    <a16:creationId xmlns:a16="http://schemas.microsoft.com/office/drawing/2014/main" id="{737CE0F0-B95D-A619-ACC2-AEA34E179DE6}"/>
                  </a:ext>
                </a:extLst>
              </p:cNvPr>
              <p:cNvSpPr/>
              <p:nvPr/>
            </p:nvSpPr>
            <p:spPr>
              <a:xfrm>
                <a:off x="744323"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598" name="Freeform 1597">
                <a:extLst>
                  <a:ext uri="{FF2B5EF4-FFF2-40B4-BE49-F238E27FC236}">
                    <a16:creationId xmlns:a16="http://schemas.microsoft.com/office/drawing/2014/main" id="{1DB2A51C-23C4-8F66-AB05-8A9E8DC6155B}"/>
                  </a:ext>
                </a:extLst>
              </p:cNvPr>
              <p:cNvSpPr/>
              <p:nvPr/>
            </p:nvSpPr>
            <p:spPr>
              <a:xfrm>
                <a:off x="894692"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599" name="Freeform 1598">
                <a:extLst>
                  <a:ext uri="{FF2B5EF4-FFF2-40B4-BE49-F238E27FC236}">
                    <a16:creationId xmlns:a16="http://schemas.microsoft.com/office/drawing/2014/main" id="{746B5067-0632-E44C-A8D1-5B7D9826223F}"/>
                  </a:ext>
                </a:extLst>
              </p:cNvPr>
              <p:cNvSpPr/>
              <p:nvPr/>
            </p:nvSpPr>
            <p:spPr>
              <a:xfrm>
                <a:off x="1045059"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600" name="TextBox 1599">
                <a:extLst>
                  <a:ext uri="{FF2B5EF4-FFF2-40B4-BE49-F238E27FC236}">
                    <a16:creationId xmlns:a16="http://schemas.microsoft.com/office/drawing/2014/main" id="{63F776AA-95EA-A44B-5E77-45F7B4C90ED0}"/>
                  </a:ext>
                </a:extLst>
              </p:cNvPr>
              <p:cNvSpPr txBox="1"/>
              <p:nvPr/>
            </p:nvSpPr>
            <p:spPr>
              <a:xfrm>
                <a:off x="303459" y="5627903"/>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601" name="TextBox 1600">
                <a:extLst>
                  <a:ext uri="{FF2B5EF4-FFF2-40B4-BE49-F238E27FC236}">
                    <a16:creationId xmlns:a16="http://schemas.microsoft.com/office/drawing/2014/main" id="{D95422F9-49AE-EE07-0F08-83A969C118A1}"/>
                  </a:ext>
                </a:extLst>
              </p:cNvPr>
              <p:cNvSpPr txBox="1"/>
              <p:nvPr/>
            </p:nvSpPr>
            <p:spPr>
              <a:xfrm>
                <a:off x="481819" y="5627903"/>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602" name="TextBox 1601">
                <a:extLst>
                  <a:ext uri="{FF2B5EF4-FFF2-40B4-BE49-F238E27FC236}">
                    <a16:creationId xmlns:a16="http://schemas.microsoft.com/office/drawing/2014/main" id="{675E1644-8D02-8CF7-F0A7-4B5783CFF655}"/>
                  </a:ext>
                </a:extLst>
              </p:cNvPr>
              <p:cNvSpPr txBox="1"/>
              <p:nvPr/>
            </p:nvSpPr>
            <p:spPr>
              <a:xfrm>
                <a:off x="603347" y="5627903"/>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603" name="TextBox 1602">
                <a:extLst>
                  <a:ext uri="{FF2B5EF4-FFF2-40B4-BE49-F238E27FC236}">
                    <a16:creationId xmlns:a16="http://schemas.microsoft.com/office/drawing/2014/main" id="{A22F93B6-96A0-9AC0-4F3F-68645F48F810}"/>
                  </a:ext>
                </a:extLst>
              </p:cNvPr>
              <p:cNvSpPr txBox="1"/>
              <p:nvPr/>
            </p:nvSpPr>
            <p:spPr>
              <a:xfrm>
                <a:off x="728267" y="5627903"/>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604" name="TextBox 1603">
                <a:extLst>
                  <a:ext uri="{FF2B5EF4-FFF2-40B4-BE49-F238E27FC236}">
                    <a16:creationId xmlns:a16="http://schemas.microsoft.com/office/drawing/2014/main" id="{C43FE9DA-FAA2-5AC8-3607-CAE12A453F7C}"/>
                  </a:ext>
                </a:extLst>
              </p:cNvPr>
              <p:cNvSpPr txBox="1"/>
              <p:nvPr/>
            </p:nvSpPr>
            <p:spPr>
              <a:xfrm>
                <a:off x="915957" y="5627903"/>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607" name="TextBox 1606">
                <a:extLst>
                  <a:ext uri="{FF2B5EF4-FFF2-40B4-BE49-F238E27FC236}">
                    <a16:creationId xmlns:a16="http://schemas.microsoft.com/office/drawing/2014/main" id="{686DAC8C-BA36-AEE5-1B56-870D74257698}"/>
                  </a:ext>
                </a:extLst>
              </p:cNvPr>
              <p:cNvSpPr txBox="1"/>
              <p:nvPr/>
            </p:nvSpPr>
            <p:spPr>
              <a:xfrm>
                <a:off x="170381" y="4652629"/>
                <a:ext cx="1036881"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0_Spall_Mixed</a:t>
                </a:r>
              </a:p>
            </p:txBody>
          </p:sp>
        </p:grpSp>
      </p:grpSp>
      <p:grpSp>
        <p:nvGrpSpPr>
          <p:cNvPr id="1608" name="Graphic 1513">
            <a:extLst>
              <a:ext uri="{FF2B5EF4-FFF2-40B4-BE49-F238E27FC236}">
                <a16:creationId xmlns:a16="http://schemas.microsoft.com/office/drawing/2014/main" id="{59CF7B64-5CC2-269B-1FF8-EDA089858EF5}"/>
              </a:ext>
            </a:extLst>
          </p:cNvPr>
          <p:cNvGrpSpPr/>
          <p:nvPr/>
        </p:nvGrpSpPr>
        <p:grpSpPr>
          <a:xfrm>
            <a:off x="1078666" y="3103309"/>
            <a:ext cx="1161077" cy="1130191"/>
            <a:chOff x="1349237" y="4652629"/>
            <a:chExt cx="1228774" cy="1196086"/>
          </a:xfrm>
        </p:grpSpPr>
        <p:grpSp>
          <p:nvGrpSpPr>
            <p:cNvPr id="1611" name="Graphic 1513">
              <a:extLst>
                <a:ext uri="{FF2B5EF4-FFF2-40B4-BE49-F238E27FC236}">
                  <a16:creationId xmlns:a16="http://schemas.microsoft.com/office/drawing/2014/main" id="{1BDDB1E1-6AF3-FFD2-4085-800509B8E5D8}"/>
                </a:ext>
              </a:extLst>
            </p:cNvPr>
            <p:cNvGrpSpPr/>
            <p:nvPr/>
          </p:nvGrpSpPr>
          <p:grpSpPr>
            <a:xfrm>
              <a:off x="1725018" y="4904707"/>
              <a:ext cx="781939" cy="727469"/>
              <a:chOff x="1725018" y="4904707"/>
              <a:chExt cx="781939" cy="727469"/>
            </a:xfrm>
          </p:grpSpPr>
          <p:sp>
            <p:nvSpPr>
              <p:cNvPr id="1612" name="Freeform 1611">
                <a:extLst>
                  <a:ext uri="{FF2B5EF4-FFF2-40B4-BE49-F238E27FC236}">
                    <a16:creationId xmlns:a16="http://schemas.microsoft.com/office/drawing/2014/main" id="{7FF481E1-030D-FAA0-3343-88FCF87FEFE9}"/>
                  </a:ext>
                </a:extLst>
              </p:cNvPr>
              <p:cNvSpPr/>
              <p:nvPr/>
            </p:nvSpPr>
            <p:spPr>
              <a:xfrm>
                <a:off x="1725018" y="4954885"/>
                <a:ext cx="781939" cy="677290"/>
              </a:xfrm>
              <a:custGeom>
                <a:avLst/>
                <a:gdLst>
                  <a:gd name="csX0" fmla="*/ 0 w 781939"/>
                  <a:gd name="csY0" fmla="*/ 0 h 677290"/>
                  <a:gd name="csX1" fmla="*/ 781939 w 781939"/>
                  <a:gd name="csY1" fmla="*/ 0 h 677290"/>
                  <a:gd name="csX2" fmla="*/ 781939 w 781939"/>
                  <a:gd name="csY2" fmla="*/ 677291 h 677290"/>
                  <a:gd name="csX3" fmla="*/ 0 w 781939"/>
                  <a:gd name="csY3" fmla="*/ 677291 h 677290"/>
                </a:gdLst>
                <a:ahLst/>
                <a:cxnLst>
                  <a:cxn ang="0">
                    <a:pos x="csX0" y="csY0"/>
                  </a:cxn>
                  <a:cxn ang="0">
                    <a:pos x="csX1" y="csY1"/>
                  </a:cxn>
                  <a:cxn ang="0">
                    <a:pos x="csX2" y="csY2"/>
                  </a:cxn>
                  <a:cxn ang="0">
                    <a:pos x="csX3" y="csY3"/>
                  </a:cxn>
                </a:cxnLst>
                <a:rect l="l" t="t" r="r" b="b"/>
                <a:pathLst>
                  <a:path w="781939" h="677290">
                    <a:moveTo>
                      <a:pt x="0" y="0"/>
                    </a:moveTo>
                    <a:lnTo>
                      <a:pt x="781939" y="0"/>
                    </a:lnTo>
                    <a:lnTo>
                      <a:pt x="781939"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613" name="Freeform 1612">
                <a:extLst>
                  <a:ext uri="{FF2B5EF4-FFF2-40B4-BE49-F238E27FC236}">
                    <a16:creationId xmlns:a16="http://schemas.microsoft.com/office/drawing/2014/main" id="{7AFD4D07-A02E-6D2A-A647-C43EBC82B1EA}"/>
                  </a:ext>
                </a:extLst>
              </p:cNvPr>
              <p:cNvSpPr/>
              <p:nvPr/>
            </p:nvSpPr>
            <p:spPr>
              <a:xfrm>
                <a:off x="1770103" y="5328773"/>
                <a:ext cx="90170" cy="303276"/>
              </a:xfrm>
              <a:custGeom>
                <a:avLst/>
                <a:gdLst>
                  <a:gd name="csX0" fmla="*/ 0 w 90170"/>
                  <a:gd name="csY0" fmla="*/ 0 h 303276"/>
                  <a:gd name="csX1" fmla="*/ 90170 w 90170"/>
                  <a:gd name="csY1" fmla="*/ 0 h 303276"/>
                  <a:gd name="csX2" fmla="*/ 90170 w 90170"/>
                  <a:gd name="csY2" fmla="*/ 303276 h 303276"/>
                  <a:gd name="csX3" fmla="*/ 0 w 90170"/>
                  <a:gd name="csY3" fmla="*/ 303276 h 303276"/>
                </a:gdLst>
                <a:ahLst/>
                <a:cxnLst>
                  <a:cxn ang="0">
                    <a:pos x="csX0" y="csY0"/>
                  </a:cxn>
                  <a:cxn ang="0">
                    <a:pos x="csX1" y="csY1"/>
                  </a:cxn>
                  <a:cxn ang="0">
                    <a:pos x="csX2" y="csY2"/>
                  </a:cxn>
                  <a:cxn ang="0">
                    <a:pos x="csX3" y="csY3"/>
                  </a:cxn>
                </a:cxnLst>
                <a:rect l="l" t="t" r="r" b="b"/>
                <a:pathLst>
                  <a:path w="90170" h="303276">
                    <a:moveTo>
                      <a:pt x="0" y="0"/>
                    </a:moveTo>
                    <a:lnTo>
                      <a:pt x="90170" y="0"/>
                    </a:lnTo>
                    <a:lnTo>
                      <a:pt x="90170" y="303276"/>
                    </a:lnTo>
                    <a:lnTo>
                      <a:pt x="0" y="303276"/>
                    </a:lnTo>
                    <a:close/>
                  </a:path>
                </a:pathLst>
              </a:custGeom>
              <a:solidFill>
                <a:srgbClr val="1965B0"/>
              </a:solidFill>
              <a:ln w="13589" cap="flat">
                <a:noFill/>
                <a:prstDash val="solid"/>
                <a:miter/>
              </a:ln>
            </p:spPr>
            <p:txBody>
              <a:bodyPr/>
              <a:lstStyle/>
              <a:p>
                <a:pPr algn="ctr"/>
                <a:endParaRPr lang="en-US" sz="1890"/>
              </a:p>
            </p:txBody>
          </p:sp>
          <p:sp>
            <p:nvSpPr>
              <p:cNvPr id="1614" name="Freeform 1613">
                <a:extLst>
                  <a:ext uri="{FF2B5EF4-FFF2-40B4-BE49-F238E27FC236}">
                    <a16:creationId xmlns:a16="http://schemas.microsoft.com/office/drawing/2014/main" id="{FC1C87F3-D420-0D37-F87D-A23FB78990F0}"/>
                  </a:ext>
                </a:extLst>
              </p:cNvPr>
              <p:cNvSpPr/>
              <p:nvPr/>
            </p:nvSpPr>
            <p:spPr>
              <a:xfrm>
                <a:off x="1920471" y="5376652"/>
                <a:ext cx="90170" cy="255397"/>
              </a:xfrm>
              <a:custGeom>
                <a:avLst/>
                <a:gdLst>
                  <a:gd name="csX0" fmla="*/ 0 w 90170"/>
                  <a:gd name="csY0" fmla="*/ 0 h 255397"/>
                  <a:gd name="csX1" fmla="*/ 90170 w 90170"/>
                  <a:gd name="csY1" fmla="*/ 0 h 255397"/>
                  <a:gd name="csX2" fmla="*/ 90170 w 90170"/>
                  <a:gd name="csY2" fmla="*/ 255397 h 255397"/>
                  <a:gd name="csX3" fmla="*/ 0 w 90170"/>
                  <a:gd name="csY3" fmla="*/ 255397 h 255397"/>
                </a:gdLst>
                <a:ahLst/>
                <a:cxnLst>
                  <a:cxn ang="0">
                    <a:pos x="csX0" y="csY0"/>
                  </a:cxn>
                  <a:cxn ang="0">
                    <a:pos x="csX1" y="csY1"/>
                  </a:cxn>
                  <a:cxn ang="0">
                    <a:pos x="csX2" y="csY2"/>
                  </a:cxn>
                  <a:cxn ang="0">
                    <a:pos x="csX3" y="csY3"/>
                  </a:cxn>
                </a:cxnLst>
                <a:rect l="l" t="t" r="r" b="b"/>
                <a:pathLst>
                  <a:path w="90170" h="255397">
                    <a:moveTo>
                      <a:pt x="0" y="0"/>
                    </a:moveTo>
                    <a:lnTo>
                      <a:pt x="90170" y="0"/>
                    </a:lnTo>
                    <a:lnTo>
                      <a:pt x="90170" y="255397"/>
                    </a:lnTo>
                    <a:lnTo>
                      <a:pt x="0" y="255397"/>
                    </a:lnTo>
                    <a:close/>
                  </a:path>
                </a:pathLst>
              </a:custGeom>
              <a:solidFill>
                <a:srgbClr val="4EB265"/>
              </a:solidFill>
              <a:ln w="13589" cap="flat">
                <a:noFill/>
                <a:prstDash val="solid"/>
                <a:miter/>
              </a:ln>
            </p:spPr>
            <p:txBody>
              <a:bodyPr/>
              <a:lstStyle/>
              <a:p>
                <a:pPr algn="ctr"/>
                <a:endParaRPr lang="en-US" sz="1890"/>
              </a:p>
            </p:txBody>
          </p:sp>
          <p:sp>
            <p:nvSpPr>
              <p:cNvPr id="1615" name="Freeform 1614">
                <a:extLst>
                  <a:ext uri="{FF2B5EF4-FFF2-40B4-BE49-F238E27FC236}">
                    <a16:creationId xmlns:a16="http://schemas.microsoft.com/office/drawing/2014/main" id="{6E198151-F99C-3F0A-CBFC-F0E91179C307}"/>
                  </a:ext>
                </a:extLst>
              </p:cNvPr>
              <p:cNvSpPr/>
              <p:nvPr/>
            </p:nvSpPr>
            <p:spPr>
              <a:xfrm>
                <a:off x="2070839" y="5430627"/>
                <a:ext cx="90169" cy="201549"/>
              </a:xfrm>
              <a:custGeom>
                <a:avLst/>
                <a:gdLst>
                  <a:gd name="csX0" fmla="*/ 0 w 90169"/>
                  <a:gd name="csY0" fmla="*/ 0 h 201549"/>
                  <a:gd name="csX1" fmla="*/ 90170 w 90169"/>
                  <a:gd name="csY1" fmla="*/ 0 h 201549"/>
                  <a:gd name="csX2" fmla="*/ 90170 w 90169"/>
                  <a:gd name="csY2" fmla="*/ 201549 h 201549"/>
                  <a:gd name="csX3" fmla="*/ 0 w 90169"/>
                  <a:gd name="csY3" fmla="*/ 201549 h 201549"/>
                </a:gdLst>
                <a:ahLst/>
                <a:cxnLst>
                  <a:cxn ang="0">
                    <a:pos x="csX0" y="csY0"/>
                  </a:cxn>
                  <a:cxn ang="0">
                    <a:pos x="csX1" y="csY1"/>
                  </a:cxn>
                  <a:cxn ang="0">
                    <a:pos x="csX2" y="csY2"/>
                  </a:cxn>
                  <a:cxn ang="0">
                    <a:pos x="csX3" y="csY3"/>
                  </a:cxn>
                </a:cxnLst>
                <a:rect l="l" t="t" r="r" b="b"/>
                <a:pathLst>
                  <a:path w="90169" h="201549">
                    <a:moveTo>
                      <a:pt x="0" y="0"/>
                    </a:moveTo>
                    <a:lnTo>
                      <a:pt x="90170" y="0"/>
                    </a:lnTo>
                    <a:lnTo>
                      <a:pt x="90170" y="201549"/>
                    </a:lnTo>
                    <a:lnTo>
                      <a:pt x="0" y="201549"/>
                    </a:lnTo>
                    <a:close/>
                  </a:path>
                </a:pathLst>
              </a:custGeom>
              <a:solidFill>
                <a:srgbClr val="F7F056"/>
              </a:solidFill>
              <a:ln w="13589" cap="flat">
                <a:noFill/>
                <a:prstDash val="solid"/>
                <a:miter/>
              </a:ln>
            </p:spPr>
            <p:txBody>
              <a:bodyPr/>
              <a:lstStyle/>
              <a:p>
                <a:pPr algn="ctr"/>
                <a:endParaRPr lang="en-US" sz="1890"/>
              </a:p>
            </p:txBody>
          </p:sp>
          <p:sp>
            <p:nvSpPr>
              <p:cNvPr id="1616" name="Freeform 1615">
                <a:extLst>
                  <a:ext uri="{FF2B5EF4-FFF2-40B4-BE49-F238E27FC236}">
                    <a16:creationId xmlns:a16="http://schemas.microsoft.com/office/drawing/2014/main" id="{FE40F02B-1777-0133-BDEE-C2DA1131B602}"/>
                  </a:ext>
                </a:extLst>
              </p:cNvPr>
              <p:cNvSpPr/>
              <p:nvPr/>
            </p:nvSpPr>
            <p:spPr>
              <a:xfrm>
                <a:off x="2221207" y="5348458"/>
                <a:ext cx="90169" cy="283591"/>
              </a:xfrm>
              <a:custGeom>
                <a:avLst/>
                <a:gdLst>
                  <a:gd name="csX0" fmla="*/ 0 w 90169"/>
                  <a:gd name="csY0" fmla="*/ 0 h 283591"/>
                  <a:gd name="csX1" fmla="*/ 90170 w 90169"/>
                  <a:gd name="csY1" fmla="*/ 0 h 283591"/>
                  <a:gd name="csX2" fmla="*/ 90170 w 90169"/>
                  <a:gd name="csY2" fmla="*/ 283591 h 283591"/>
                  <a:gd name="csX3" fmla="*/ 0 w 90169"/>
                  <a:gd name="csY3" fmla="*/ 283591 h 283591"/>
                </a:gdLst>
                <a:ahLst/>
                <a:cxnLst>
                  <a:cxn ang="0">
                    <a:pos x="csX0" y="csY0"/>
                  </a:cxn>
                  <a:cxn ang="0">
                    <a:pos x="csX1" y="csY1"/>
                  </a:cxn>
                  <a:cxn ang="0">
                    <a:pos x="csX2" y="csY2"/>
                  </a:cxn>
                  <a:cxn ang="0">
                    <a:pos x="csX3" y="csY3"/>
                  </a:cxn>
                </a:cxnLst>
                <a:rect l="l" t="t" r="r" b="b"/>
                <a:pathLst>
                  <a:path w="90169" h="283591">
                    <a:moveTo>
                      <a:pt x="0" y="0"/>
                    </a:moveTo>
                    <a:lnTo>
                      <a:pt x="90170" y="0"/>
                    </a:lnTo>
                    <a:lnTo>
                      <a:pt x="90170" y="283591"/>
                    </a:lnTo>
                    <a:lnTo>
                      <a:pt x="0" y="283591"/>
                    </a:lnTo>
                    <a:close/>
                  </a:path>
                </a:pathLst>
              </a:custGeom>
              <a:solidFill>
                <a:srgbClr val="7BAFDE"/>
              </a:solidFill>
              <a:ln w="13589" cap="flat">
                <a:noFill/>
                <a:prstDash val="solid"/>
                <a:miter/>
              </a:ln>
            </p:spPr>
            <p:txBody>
              <a:bodyPr/>
              <a:lstStyle/>
              <a:p>
                <a:pPr algn="ctr"/>
                <a:endParaRPr lang="en-US" sz="1890"/>
              </a:p>
            </p:txBody>
          </p:sp>
          <p:sp>
            <p:nvSpPr>
              <p:cNvPr id="1617" name="Freeform 1616">
                <a:extLst>
                  <a:ext uri="{FF2B5EF4-FFF2-40B4-BE49-F238E27FC236}">
                    <a16:creationId xmlns:a16="http://schemas.microsoft.com/office/drawing/2014/main" id="{E10207C7-C232-F92A-0732-9D5C580331C9}"/>
                  </a:ext>
                </a:extLst>
              </p:cNvPr>
              <p:cNvSpPr/>
              <p:nvPr/>
            </p:nvSpPr>
            <p:spPr>
              <a:xfrm>
                <a:off x="2371575" y="5345410"/>
                <a:ext cx="90169" cy="286765"/>
              </a:xfrm>
              <a:custGeom>
                <a:avLst/>
                <a:gdLst>
                  <a:gd name="csX0" fmla="*/ 0 w 90169"/>
                  <a:gd name="csY0" fmla="*/ 0 h 286765"/>
                  <a:gd name="csX1" fmla="*/ 90170 w 90169"/>
                  <a:gd name="csY1" fmla="*/ 0 h 286765"/>
                  <a:gd name="csX2" fmla="*/ 90170 w 90169"/>
                  <a:gd name="csY2" fmla="*/ 286766 h 286765"/>
                  <a:gd name="csX3" fmla="*/ 0 w 90169"/>
                  <a:gd name="csY3" fmla="*/ 286766 h 286765"/>
                </a:gdLst>
                <a:ahLst/>
                <a:cxnLst>
                  <a:cxn ang="0">
                    <a:pos x="csX0" y="csY0"/>
                  </a:cxn>
                  <a:cxn ang="0">
                    <a:pos x="csX1" y="csY1"/>
                  </a:cxn>
                  <a:cxn ang="0">
                    <a:pos x="csX2" y="csY2"/>
                  </a:cxn>
                  <a:cxn ang="0">
                    <a:pos x="csX3" y="csY3"/>
                  </a:cxn>
                </a:cxnLst>
                <a:rect l="l" t="t" r="r" b="b"/>
                <a:pathLst>
                  <a:path w="90169" h="286765">
                    <a:moveTo>
                      <a:pt x="0" y="0"/>
                    </a:moveTo>
                    <a:lnTo>
                      <a:pt x="90170" y="0"/>
                    </a:lnTo>
                    <a:lnTo>
                      <a:pt x="90170" y="286766"/>
                    </a:lnTo>
                    <a:lnTo>
                      <a:pt x="0" y="286766"/>
                    </a:lnTo>
                    <a:close/>
                  </a:path>
                </a:pathLst>
              </a:custGeom>
              <a:solidFill>
                <a:srgbClr val="DC050C"/>
              </a:solidFill>
              <a:ln w="13589" cap="flat">
                <a:noFill/>
                <a:prstDash val="solid"/>
                <a:miter/>
              </a:ln>
            </p:spPr>
            <p:txBody>
              <a:bodyPr/>
              <a:lstStyle/>
              <a:p>
                <a:pPr algn="ctr"/>
                <a:endParaRPr lang="en-US" sz="1890"/>
              </a:p>
            </p:txBody>
          </p:sp>
          <p:sp>
            <p:nvSpPr>
              <p:cNvPr id="1618" name="Freeform 1617">
                <a:extLst>
                  <a:ext uri="{FF2B5EF4-FFF2-40B4-BE49-F238E27FC236}">
                    <a16:creationId xmlns:a16="http://schemas.microsoft.com/office/drawing/2014/main" id="{2EAC28FE-C431-B550-8F8A-17A33BB9B350}"/>
                  </a:ext>
                </a:extLst>
              </p:cNvPr>
              <p:cNvSpPr/>
              <p:nvPr/>
            </p:nvSpPr>
            <p:spPr>
              <a:xfrm>
                <a:off x="1785088" y="5297404"/>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619" name="Freeform 1618">
                <a:extLst>
                  <a:ext uri="{FF2B5EF4-FFF2-40B4-BE49-F238E27FC236}">
                    <a16:creationId xmlns:a16="http://schemas.microsoft.com/office/drawing/2014/main" id="{966200F7-CC13-86E7-96D9-4C50991F403C}"/>
                  </a:ext>
                </a:extLst>
              </p:cNvPr>
              <p:cNvSpPr/>
              <p:nvPr/>
            </p:nvSpPr>
            <p:spPr>
              <a:xfrm>
                <a:off x="1815188" y="5297404"/>
                <a:ext cx="12700" cy="62864"/>
              </a:xfrm>
              <a:custGeom>
                <a:avLst/>
                <a:gdLst>
                  <a:gd name="csX0" fmla="*/ 0 w 12700"/>
                  <a:gd name="csY0" fmla="*/ 0 h 62864"/>
                  <a:gd name="csX1" fmla="*/ 0 w 12700"/>
                  <a:gd name="csY1" fmla="*/ 62865 h 62864"/>
                </a:gdLst>
                <a:ahLst/>
                <a:cxnLst>
                  <a:cxn ang="0">
                    <a:pos x="csX0" y="csY0"/>
                  </a:cxn>
                  <a:cxn ang="0">
                    <a:pos x="csX1" y="csY1"/>
                  </a:cxn>
                </a:cxnLst>
                <a:rect l="l" t="t" r="r" b="b"/>
                <a:pathLst>
                  <a:path w="12700" h="62864">
                    <a:moveTo>
                      <a:pt x="0" y="0"/>
                    </a:moveTo>
                    <a:lnTo>
                      <a:pt x="0" y="62865"/>
                    </a:lnTo>
                  </a:path>
                </a:pathLst>
              </a:custGeom>
              <a:noFill/>
              <a:ln w="13589" cap="flat">
                <a:solidFill>
                  <a:srgbClr val="000000"/>
                </a:solidFill>
                <a:prstDash val="solid"/>
                <a:round/>
              </a:ln>
            </p:spPr>
            <p:txBody>
              <a:bodyPr/>
              <a:lstStyle/>
              <a:p>
                <a:pPr algn="ctr"/>
                <a:endParaRPr lang="en-US" sz="1890"/>
              </a:p>
            </p:txBody>
          </p:sp>
          <p:sp>
            <p:nvSpPr>
              <p:cNvPr id="1620" name="Freeform 1619">
                <a:extLst>
                  <a:ext uri="{FF2B5EF4-FFF2-40B4-BE49-F238E27FC236}">
                    <a16:creationId xmlns:a16="http://schemas.microsoft.com/office/drawing/2014/main" id="{ED2EF333-9498-1B04-5E3A-02ECC7641C6E}"/>
                  </a:ext>
                </a:extLst>
              </p:cNvPr>
              <p:cNvSpPr/>
              <p:nvPr/>
            </p:nvSpPr>
            <p:spPr>
              <a:xfrm>
                <a:off x="1785088" y="5360268"/>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621" name="Freeform 1620">
                <a:extLst>
                  <a:ext uri="{FF2B5EF4-FFF2-40B4-BE49-F238E27FC236}">
                    <a16:creationId xmlns:a16="http://schemas.microsoft.com/office/drawing/2014/main" id="{876F8E3B-60B9-FEF1-5521-22A56CB44988}"/>
                  </a:ext>
                </a:extLst>
              </p:cNvPr>
              <p:cNvSpPr/>
              <p:nvPr/>
            </p:nvSpPr>
            <p:spPr>
              <a:xfrm>
                <a:off x="1935456" y="5327883"/>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622" name="Freeform 1621">
                <a:extLst>
                  <a:ext uri="{FF2B5EF4-FFF2-40B4-BE49-F238E27FC236}">
                    <a16:creationId xmlns:a16="http://schemas.microsoft.com/office/drawing/2014/main" id="{89F9304C-5F53-FC29-0EA9-D86502F26F65}"/>
                  </a:ext>
                </a:extLst>
              </p:cNvPr>
              <p:cNvSpPr/>
              <p:nvPr/>
            </p:nvSpPr>
            <p:spPr>
              <a:xfrm>
                <a:off x="1965556" y="5327883"/>
                <a:ext cx="12700" cy="97663"/>
              </a:xfrm>
              <a:custGeom>
                <a:avLst/>
                <a:gdLst>
                  <a:gd name="csX0" fmla="*/ 0 w 12700"/>
                  <a:gd name="csY0" fmla="*/ 0 h 97663"/>
                  <a:gd name="csX1" fmla="*/ 0 w 12700"/>
                  <a:gd name="csY1" fmla="*/ 97663 h 97663"/>
                </a:gdLst>
                <a:ahLst/>
                <a:cxnLst>
                  <a:cxn ang="0">
                    <a:pos x="csX0" y="csY0"/>
                  </a:cxn>
                  <a:cxn ang="0">
                    <a:pos x="csX1" y="csY1"/>
                  </a:cxn>
                </a:cxnLst>
                <a:rect l="l" t="t" r="r" b="b"/>
                <a:pathLst>
                  <a:path w="12700" h="97663">
                    <a:moveTo>
                      <a:pt x="0" y="0"/>
                    </a:moveTo>
                    <a:lnTo>
                      <a:pt x="0" y="97663"/>
                    </a:lnTo>
                  </a:path>
                </a:pathLst>
              </a:custGeom>
              <a:noFill/>
              <a:ln w="13589" cap="flat">
                <a:solidFill>
                  <a:srgbClr val="000000"/>
                </a:solidFill>
                <a:prstDash val="solid"/>
                <a:round/>
              </a:ln>
            </p:spPr>
            <p:txBody>
              <a:bodyPr/>
              <a:lstStyle/>
              <a:p>
                <a:pPr algn="ctr"/>
                <a:endParaRPr lang="en-US" sz="1890"/>
              </a:p>
            </p:txBody>
          </p:sp>
          <p:sp>
            <p:nvSpPr>
              <p:cNvPr id="1623" name="Freeform 1622">
                <a:extLst>
                  <a:ext uri="{FF2B5EF4-FFF2-40B4-BE49-F238E27FC236}">
                    <a16:creationId xmlns:a16="http://schemas.microsoft.com/office/drawing/2014/main" id="{E7BEE36E-C60C-09FB-4028-AC7F38B0C247}"/>
                  </a:ext>
                </a:extLst>
              </p:cNvPr>
              <p:cNvSpPr/>
              <p:nvPr/>
            </p:nvSpPr>
            <p:spPr>
              <a:xfrm>
                <a:off x="1935456" y="5425547"/>
                <a:ext cx="60198" cy="12700"/>
              </a:xfrm>
              <a:custGeom>
                <a:avLst/>
                <a:gdLst>
                  <a:gd name="csX0" fmla="*/ 0 w 60198"/>
                  <a:gd name="csY0" fmla="*/ 0 h 12700"/>
                  <a:gd name="csX1" fmla="*/ 60198 w 60198"/>
                  <a:gd name="csY1" fmla="*/ 0 h 12700"/>
                </a:gdLst>
                <a:ahLst/>
                <a:cxnLst>
                  <a:cxn ang="0">
                    <a:pos x="csX0" y="csY0"/>
                  </a:cxn>
                  <a:cxn ang="0">
                    <a:pos x="csX1" y="csY1"/>
                  </a:cxn>
                </a:cxnLst>
                <a:rect l="l" t="t" r="r" b="b"/>
                <a:pathLst>
                  <a:path w="60198"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624" name="Freeform 1623">
                <a:extLst>
                  <a:ext uri="{FF2B5EF4-FFF2-40B4-BE49-F238E27FC236}">
                    <a16:creationId xmlns:a16="http://schemas.microsoft.com/office/drawing/2014/main" id="{038C8A00-1D1E-A060-88BE-40E41EBA0E47}"/>
                  </a:ext>
                </a:extLst>
              </p:cNvPr>
              <p:cNvSpPr/>
              <p:nvPr/>
            </p:nvSpPr>
            <p:spPr>
              <a:xfrm>
                <a:off x="2085825" y="5427960"/>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625" name="Freeform 1624">
                <a:extLst>
                  <a:ext uri="{FF2B5EF4-FFF2-40B4-BE49-F238E27FC236}">
                    <a16:creationId xmlns:a16="http://schemas.microsoft.com/office/drawing/2014/main" id="{2A030569-E25C-0DA7-D1DB-A051DB8BBC01}"/>
                  </a:ext>
                </a:extLst>
              </p:cNvPr>
              <p:cNvSpPr/>
              <p:nvPr/>
            </p:nvSpPr>
            <p:spPr>
              <a:xfrm>
                <a:off x="2115923" y="5427960"/>
                <a:ext cx="12700" cy="5206"/>
              </a:xfrm>
              <a:custGeom>
                <a:avLst/>
                <a:gdLst>
                  <a:gd name="csX0" fmla="*/ 0 w 12700"/>
                  <a:gd name="csY0" fmla="*/ 0 h 5206"/>
                  <a:gd name="csX1" fmla="*/ 0 w 12700"/>
                  <a:gd name="csY1" fmla="*/ 5207 h 5206"/>
                </a:gdLst>
                <a:ahLst/>
                <a:cxnLst>
                  <a:cxn ang="0">
                    <a:pos x="csX0" y="csY0"/>
                  </a:cxn>
                  <a:cxn ang="0">
                    <a:pos x="csX1" y="csY1"/>
                  </a:cxn>
                </a:cxnLst>
                <a:rect l="l" t="t" r="r" b="b"/>
                <a:pathLst>
                  <a:path w="12700" h="5206">
                    <a:moveTo>
                      <a:pt x="0" y="0"/>
                    </a:moveTo>
                    <a:lnTo>
                      <a:pt x="0" y="5207"/>
                    </a:lnTo>
                  </a:path>
                </a:pathLst>
              </a:custGeom>
              <a:noFill/>
              <a:ln w="13589" cap="flat">
                <a:solidFill>
                  <a:srgbClr val="000000"/>
                </a:solidFill>
                <a:prstDash val="solid"/>
                <a:round/>
              </a:ln>
            </p:spPr>
            <p:txBody>
              <a:bodyPr/>
              <a:lstStyle/>
              <a:p>
                <a:pPr algn="ctr"/>
                <a:endParaRPr lang="en-US" sz="1890"/>
              </a:p>
            </p:txBody>
          </p:sp>
          <p:sp>
            <p:nvSpPr>
              <p:cNvPr id="1626" name="Freeform 1625">
                <a:extLst>
                  <a:ext uri="{FF2B5EF4-FFF2-40B4-BE49-F238E27FC236}">
                    <a16:creationId xmlns:a16="http://schemas.microsoft.com/office/drawing/2014/main" id="{62D4AE05-F41C-6D90-5FFA-AAA6E6A2FF12}"/>
                  </a:ext>
                </a:extLst>
              </p:cNvPr>
              <p:cNvSpPr/>
              <p:nvPr/>
            </p:nvSpPr>
            <p:spPr>
              <a:xfrm>
                <a:off x="2085825" y="5433167"/>
                <a:ext cx="60197" cy="12700"/>
              </a:xfrm>
              <a:custGeom>
                <a:avLst/>
                <a:gdLst>
                  <a:gd name="csX0" fmla="*/ 0 w 60197"/>
                  <a:gd name="csY0" fmla="*/ 0 h 12700"/>
                  <a:gd name="csX1" fmla="*/ 60198 w 60197"/>
                  <a:gd name="csY1" fmla="*/ 0 h 12700"/>
                </a:gdLst>
                <a:ahLst/>
                <a:cxnLst>
                  <a:cxn ang="0">
                    <a:pos x="csX0" y="csY0"/>
                  </a:cxn>
                  <a:cxn ang="0">
                    <a:pos x="csX1" y="csY1"/>
                  </a:cxn>
                </a:cxnLst>
                <a:rect l="l" t="t" r="r" b="b"/>
                <a:pathLst>
                  <a:path w="60197" h="12700">
                    <a:moveTo>
                      <a:pt x="0" y="0"/>
                    </a:moveTo>
                    <a:lnTo>
                      <a:pt x="60198" y="0"/>
                    </a:lnTo>
                  </a:path>
                </a:pathLst>
              </a:custGeom>
              <a:noFill/>
              <a:ln w="13589" cap="flat">
                <a:solidFill>
                  <a:srgbClr val="000000"/>
                </a:solidFill>
                <a:prstDash val="solid"/>
                <a:round/>
              </a:ln>
            </p:spPr>
            <p:txBody>
              <a:bodyPr/>
              <a:lstStyle/>
              <a:p>
                <a:pPr algn="ctr"/>
                <a:endParaRPr lang="en-US" sz="1890"/>
              </a:p>
            </p:txBody>
          </p:sp>
          <p:sp>
            <p:nvSpPr>
              <p:cNvPr id="1627" name="Freeform 1626">
                <a:extLst>
                  <a:ext uri="{FF2B5EF4-FFF2-40B4-BE49-F238E27FC236}">
                    <a16:creationId xmlns:a16="http://schemas.microsoft.com/office/drawing/2014/main" id="{303C9128-2AAE-30D3-E5E8-2EEFD95E79EF}"/>
                  </a:ext>
                </a:extLst>
              </p:cNvPr>
              <p:cNvSpPr/>
              <p:nvPr/>
            </p:nvSpPr>
            <p:spPr>
              <a:xfrm>
                <a:off x="2386561" y="5306801"/>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1628" name="Freeform 1627">
                <a:extLst>
                  <a:ext uri="{FF2B5EF4-FFF2-40B4-BE49-F238E27FC236}">
                    <a16:creationId xmlns:a16="http://schemas.microsoft.com/office/drawing/2014/main" id="{5F7F2A05-CEB3-92D6-65FB-7A57AA8DE3E6}"/>
                  </a:ext>
                </a:extLst>
              </p:cNvPr>
              <p:cNvSpPr/>
              <p:nvPr/>
            </p:nvSpPr>
            <p:spPr>
              <a:xfrm>
                <a:off x="2416659" y="5306801"/>
                <a:ext cx="12700" cy="77088"/>
              </a:xfrm>
              <a:custGeom>
                <a:avLst/>
                <a:gdLst>
                  <a:gd name="csX0" fmla="*/ 0 w 12700"/>
                  <a:gd name="csY0" fmla="*/ 0 h 77088"/>
                  <a:gd name="csX1" fmla="*/ 0 w 12700"/>
                  <a:gd name="csY1" fmla="*/ 77089 h 77088"/>
                </a:gdLst>
                <a:ahLst/>
                <a:cxnLst>
                  <a:cxn ang="0">
                    <a:pos x="csX0" y="csY0"/>
                  </a:cxn>
                  <a:cxn ang="0">
                    <a:pos x="csX1" y="csY1"/>
                  </a:cxn>
                </a:cxnLst>
                <a:rect l="l" t="t" r="r" b="b"/>
                <a:pathLst>
                  <a:path w="12700" h="77088">
                    <a:moveTo>
                      <a:pt x="0" y="0"/>
                    </a:moveTo>
                    <a:lnTo>
                      <a:pt x="0" y="77089"/>
                    </a:lnTo>
                  </a:path>
                </a:pathLst>
              </a:custGeom>
              <a:noFill/>
              <a:ln w="13589" cap="flat">
                <a:solidFill>
                  <a:srgbClr val="000000"/>
                </a:solidFill>
                <a:prstDash val="solid"/>
                <a:round/>
              </a:ln>
            </p:spPr>
            <p:txBody>
              <a:bodyPr/>
              <a:lstStyle/>
              <a:p>
                <a:pPr algn="ctr"/>
                <a:endParaRPr lang="en-US" sz="1890"/>
              </a:p>
            </p:txBody>
          </p:sp>
          <p:sp>
            <p:nvSpPr>
              <p:cNvPr id="1629" name="Freeform 1628">
                <a:extLst>
                  <a:ext uri="{FF2B5EF4-FFF2-40B4-BE49-F238E27FC236}">
                    <a16:creationId xmlns:a16="http://schemas.microsoft.com/office/drawing/2014/main" id="{2B5C3ECF-759D-E2AE-B201-155A0367375A}"/>
                  </a:ext>
                </a:extLst>
              </p:cNvPr>
              <p:cNvSpPr/>
              <p:nvPr/>
            </p:nvSpPr>
            <p:spPr>
              <a:xfrm>
                <a:off x="2386561" y="5383890"/>
                <a:ext cx="60070" cy="12700"/>
              </a:xfrm>
              <a:custGeom>
                <a:avLst/>
                <a:gdLst>
                  <a:gd name="csX0" fmla="*/ 0 w 60070"/>
                  <a:gd name="csY0" fmla="*/ 0 h 12700"/>
                  <a:gd name="csX1" fmla="*/ 60071 w 60070"/>
                  <a:gd name="csY1" fmla="*/ 0 h 12700"/>
                </a:gdLst>
                <a:ahLst/>
                <a:cxnLst>
                  <a:cxn ang="0">
                    <a:pos x="csX0" y="csY0"/>
                  </a:cxn>
                  <a:cxn ang="0">
                    <a:pos x="csX1" y="csY1"/>
                  </a:cxn>
                </a:cxnLst>
                <a:rect l="l" t="t" r="r" b="b"/>
                <a:pathLst>
                  <a:path w="60070" h="12700">
                    <a:moveTo>
                      <a:pt x="0" y="0"/>
                    </a:moveTo>
                    <a:lnTo>
                      <a:pt x="60071" y="0"/>
                    </a:lnTo>
                  </a:path>
                </a:pathLst>
              </a:custGeom>
              <a:noFill/>
              <a:ln w="13589" cap="flat">
                <a:solidFill>
                  <a:srgbClr val="000000"/>
                </a:solidFill>
                <a:prstDash val="solid"/>
                <a:round/>
              </a:ln>
            </p:spPr>
            <p:txBody>
              <a:bodyPr/>
              <a:lstStyle/>
              <a:p>
                <a:pPr algn="ctr"/>
                <a:endParaRPr lang="en-US" sz="1890"/>
              </a:p>
            </p:txBody>
          </p:sp>
          <p:sp>
            <p:nvSpPr>
              <p:cNvPr id="1630" name="Freeform 1629">
                <a:extLst>
                  <a:ext uri="{FF2B5EF4-FFF2-40B4-BE49-F238E27FC236}">
                    <a16:creationId xmlns:a16="http://schemas.microsoft.com/office/drawing/2014/main" id="{150DFB53-407D-82E6-6C10-9F6189F76EAB}"/>
                  </a:ext>
                </a:extLst>
              </p:cNvPr>
              <p:cNvSpPr/>
              <p:nvPr/>
            </p:nvSpPr>
            <p:spPr>
              <a:xfrm>
                <a:off x="2110336" y="541030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1" name="Freeform 1630">
                <a:extLst>
                  <a:ext uri="{FF2B5EF4-FFF2-40B4-BE49-F238E27FC236}">
                    <a16:creationId xmlns:a16="http://schemas.microsoft.com/office/drawing/2014/main" id="{CE0F5C05-3EE4-E537-AFC1-A87D72DDA760}"/>
                  </a:ext>
                </a:extLst>
              </p:cNvPr>
              <p:cNvSpPr/>
              <p:nvPr/>
            </p:nvSpPr>
            <p:spPr>
              <a:xfrm>
                <a:off x="1960603" y="52192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2" name="Freeform 1631">
                <a:extLst>
                  <a:ext uri="{FF2B5EF4-FFF2-40B4-BE49-F238E27FC236}">
                    <a16:creationId xmlns:a16="http://schemas.microsoft.com/office/drawing/2014/main" id="{F2C1B717-D988-8CAB-EFC3-C9B883C69E38}"/>
                  </a:ext>
                </a:extLst>
              </p:cNvPr>
              <p:cNvSpPr/>
              <p:nvPr/>
            </p:nvSpPr>
            <p:spPr>
              <a:xfrm>
                <a:off x="1941045" y="543380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3" name="Freeform 1632">
                <a:extLst>
                  <a:ext uri="{FF2B5EF4-FFF2-40B4-BE49-F238E27FC236}">
                    <a16:creationId xmlns:a16="http://schemas.microsoft.com/office/drawing/2014/main" id="{22F971DB-9CCE-D92B-E5C0-EA4EF650417B}"/>
                  </a:ext>
                </a:extLst>
              </p:cNvPr>
              <p:cNvSpPr/>
              <p:nvPr/>
            </p:nvSpPr>
            <p:spPr>
              <a:xfrm>
                <a:off x="2408532" y="541424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4" name="Freeform 1633">
                <a:extLst>
                  <a:ext uri="{FF2B5EF4-FFF2-40B4-BE49-F238E27FC236}">
                    <a16:creationId xmlns:a16="http://schemas.microsoft.com/office/drawing/2014/main" id="{15B47AC5-2879-E31B-6818-81A4B47F3A77}"/>
                  </a:ext>
                </a:extLst>
              </p:cNvPr>
              <p:cNvSpPr/>
              <p:nvPr/>
            </p:nvSpPr>
            <p:spPr>
              <a:xfrm>
                <a:off x="1801345" y="53257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5" name="Freeform 1634">
                <a:extLst>
                  <a:ext uri="{FF2B5EF4-FFF2-40B4-BE49-F238E27FC236}">
                    <a16:creationId xmlns:a16="http://schemas.microsoft.com/office/drawing/2014/main" id="{A693DBAE-22FA-6C3D-F626-FBE16F89FF87}"/>
                  </a:ext>
                </a:extLst>
              </p:cNvPr>
              <p:cNvSpPr/>
              <p:nvPr/>
            </p:nvSpPr>
            <p:spPr>
              <a:xfrm>
                <a:off x="2399134" y="53783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6" name="Freeform 1635">
                <a:extLst>
                  <a:ext uri="{FF2B5EF4-FFF2-40B4-BE49-F238E27FC236}">
                    <a16:creationId xmlns:a16="http://schemas.microsoft.com/office/drawing/2014/main" id="{1FCE2F04-9D5F-F270-44E6-F637B0191686}"/>
                  </a:ext>
                </a:extLst>
              </p:cNvPr>
              <p:cNvSpPr/>
              <p:nvPr/>
            </p:nvSpPr>
            <p:spPr>
              <a:xfrm>
                <a:off x="1804266" y="532674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7" name="Freeform 1636">
                <a:extLst>
                  <a:ext uri="{FF2B5EF4-FFF2-40B4-BE49-F238E27FC236}">
                    <a16:creationId xmlns:a16="http://schemas.microsoft.com/office/drawing/2014/main" id="{F1D4FE31-A1BB-0AFD-5A8E-84D4E015AF78}"/>
                  </a:ext>
                </a:extLst>
              </p:cNvPr>
              <p:cNvSpPr/>
              <p:nvPr/>
            </p:nvSpPr>
            <p:spPr>
              <a:xfrm>
                <a:off x="2387577" y="51908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8" name="Freeform 1637">
                <a:extLst>
                  <a:ext uri="{FF2B5EF4-FFF2-40B4-BE49-F238E27FC236}">
                    <a16:creationId xmlns:a16="http://schemas.microsoft.com/office/drawing/2014/main" id="{B69BE122-CA13-BD7B-1C7F-5A52776DFE3F}"/>
                  </a:ext>
                </a:extLst>
              </p:cNvPr>
              <p:cNvSpPr/>
              <p:nvPr/>
            </p:nvSpPr>
            <p:spPr>
              <a:xfrm>
                <a:off x="1801853" y="530959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39" name="Freeform 1638">
                <a:extLst>
                  <a:ext uri="{FF2B5EF4-FFF2-40B4-BE49-F238E27FC236}">
                    <a16:creationId xmlns:a16="http://schemas.microsoft.com/office/drawing/2014/main" id="{21F4B77E-37EF-4DCF-307F-D14C3AC2C0DC}"/>
                  </a:ext>
                </a:extLst>
              </p:cNvPr>
              <p:cNvSpPr/>
              <p:nvPr/>
            </p:nvSpPr>
            <p:spPr>
              <a:xfrm>
                <a:off x="2404722" y="530388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0" name="Freeform 1639">
                <a:extLst>
                  <a:ext uri="{FF2B5EF4-FFF2-40B4-BE49-F238E27FC236}">
                    <a16:creationId xmlns:a16="http://schemas.microsoft.com/office/drawing/2014/main" id="{53A08859-1D8A-1EE5-D099-6D064DB014A3}"/>
                  </a:ext>
                </a:extLst>
              </p:cNvPr>
              <p:cNvSpPr/>
              <p:nvPr/>
            </p:nvSpPr>
            <p:spPr>
              <a:xfrm>
                <a:off x="1795884" y="53583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1" name="Freeform 1640">
                <a:extLst>
                  <a:ext uri="{FF2B5EF4-FFF2-40B4-BE49-F238E27FC236}">
                    <a16:creationId xmlns:a16="http://schemas.microsoft.com/office/drawing/2014/main" id="{FA5EB3A3-C6F3-7D28-3D7C-BE45CFE37DF7}"/>
                  </a:ext>
                </a:extLst>
              </p:cNvPr>
              <p:cNvSpPr/>
              <p:nvPr/>
            </p:nvSpPr>
            <p:spPr>
              <a:xfrm>
                <a:off x="2405230" y="542567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2" name="Freeform 1641">
                <a:extLst>
                  <a:ext uri="{FF2B5EF4-FFF2-40B4-BE49-F238E27FC236}">
                    <a16:creationId xmlns:a16="http://schemas.microsoft.com/office/drawing/2014/main" id="{E96C46C6-73E3-2604-3354-7A8D2C861359}"/>
                  </a:ext>
                </a:extLst>
              </p:cNvPr>
              <p:cNvSpPr/>
              <p:nvPr/>
            </p:nvSpPr>
            <p:spPr>
              <a:xfrm>
                <a:off x="1810235" y="53802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3" name="Freeform 1642">
                <a:extLst>
                  <a:ext uri="{FF2B5EF4-FFF2-40B4-BE49-F238E27FC236}">
                    <a16:creationId xmlns:a16="http://schemas.microsoft.com/office/drawing/2014/main" id="{74857533-3E8C-E6BF-0D85-003DF51B3510}"/>
                  </a:ext>
                </a:extLst>
              </p:cNvPr>
              <p:cNvSpPr/>
              <p:nvPr/>
            </p:nvSpPr>
            <p:spPr>
              <a:xfrm>
                <a:off x="1940156" y="55323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4" name="Freeform 1643">
                <a:extLst>
                  <a:ext uri="{FF2B5EF4-FFF2-40B4-BE49-F238E27FC236}">
                    <a16:creationId xmlns:a16="http://schemas.microsoft.com/office/drawing/2014/main" id="{66AA3E18-C92B-D40F-A828-E16F9DCA0B9E}"/>
                  </a:ext>
                </a:extLst>
              </p:cNvPr>
              <p:cNvSpPr/>
              <p:nvPr/>
            </p:nvSpPr>
            <p:spPr>
              <a:xfrm>
                <a:off x="2397483" y="525117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5" name="Freeform 1644">
                <a:extLst>
                  <a:ext uri="{FF2B5EF4-FFF2-40B4-BE49-F238E27FC236}">
                    <a16:creationId xmlns:a16="http://schemas.microsoft.com/office/drawing/2014/main" id="{00C21586-B00F-2706-74D0-C2B339239FD6}"/>
                  </a:ext>
                </a:extLst>
              </p:cNvPr>
              <p:cNvSpPr/>
              <p:nvPr/>
            </p:nvSpPr>
            <p:spPr>
              <a:xfrm>
                <a:off x="1810362" y="516316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6" name="Freeform 1645">
                <a:extLst>
                  <a:ext uri="{FF2B5EF4-FFF2-40B4-BE49-F238E27FC236}">
                    <a16:creationId xmlns:a16="http://schemas.microsoft.com/office/drawing/2014/main" id="{97454E78-6D6E-A552-88FD-299F5AA5E0A1}"/>
                  </a:ext>
                </a:extLst>
              </p:cNvPr>
              <p:cNvSpPr/>
              <p:nvPr/>
            </p:nvSpPr>
            <p:spPr>
              <a:xfrm>
                <a:off x="2112241" y="541551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7" name="Freeform 1646">
                <a:extLst>
                  <a:ext uri="{FF2B5EF4-FFF2-40B4-BE49-F238E27FC236}">
                    <a16:creationId xmlns:a16="http://schemas.microsoft.com/office/drawing/2014/main" id="{EA47F908-1D56-FD18-AB5E-C12A76C57F65}"/>
                  </a:ext>
                </a:extLst>
              </p:cNvPr>
              <p:cNvSpPr/>
              <p:nvPr/>
            </p:nvSpPr>
            <p:spPr>
              <a:xfrm>
                <a:off x="1935965" y="52361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8" name="Freeform 1647">
                <a:extLst>
                  <a:ext uri="{FF2B5EF4-FFF2-40B4-BE49-F238E27FC236}">
                    <a16:creationId xmlns:a16="http://schemas.microsoft.com/office/drawing/2014/main" id="{EB22BB9E-5E22-C124-8A54-172A0C4AFB5F}"/>
                  </a:ext>
                </a:extLst>
              </p:cNvPr>
              <p:cNvSpPr/>
              <p:nvPr/>
            </p:nvSpPr>
            <p:spPr>
              <a:xfrm>
                <a:off x="2247496" y="53302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49" name="Freeform 1648">
                <a:extLst>
                  <a:ext uri="{FF2B5EF4-FFF2-40B4-BE49-F238E27FC236}">
                    <a16:creationId xmlns:a16="http://schemas.microsoft.com/office/drawing/2014/main" id="{CFAB2F34-D7F6-BC58-4FBC-815A187667CD}"/>
                  </a:ext>
                </a:extLst>
              </p:cNvPr>
              <p:cNvSpPr/>
              <p:nvPr/>
            </p:nvSpPr>
            <p:spPr>
              <a:xfrm>
                <a:off x="1949300" y="53366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50" name="Freeform 1649">
                <a:extLst>
                  <a:ext uri="{FF2B5EF4-FFF2-40B4-BE49-F238E27FC236}">
                    <a16:creationId xmlns:a16="http://schemas.microsoft.com/office/drawing/2014/main" id="{2155D8B8-2138-8A4F-CE24-BB70AA1A5C35}"/>
                  </a:ext>
                </a:extLst>
              </p:cNvPr>
              <p:cNvSpPr/>
              <p:nvPr/>
            </p:nvSpPr>
            <p:spPr>
              <a:xfrm>
                <a:off x="1959714" y="53929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651" name="TextBox 1650">
                <a:extLst>
                  <a:ext uri="{FF2B5EF4-FFF2-40B4-BE49-F238E27FC236}">
                    <a16:creationId xmlns:a16="http://schemas.microsoft.com/office/drawing/2014/main" id="{A1FADC4E-9478-1D3A-E88F-DA5319FC8F1B}"/>
                  </a:ext>
                </a:extLst>
              </p:cNvPr>
              <p:cNvSpPr txBox="1"/>
              <p:nvPr/>
            </p:nvSpPr>
            <p:spPr>
              <a:xfrm>
                <a:off x="1745294" y="4962593"/>
                <a:ext cx="275168"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652" name="Freeform 1651">
                <a:extLst>
                  <a:ext uri="{FF2B5EF4-FFF2-40B4-BE49-F238E27FC236}">
                    <a16:creationId xmlns:a16="http://schemas.microsoft.com/office/drawing/2014/main" id="{CEF0A359-16A3-0BE4-C432-DA29331EFFE8}"/>
                  </a:ext>
                </a:extLst>
              </p:cNvPr>
              <p:cNvSpPr/>
              <p:nvPr/>
            </p:nvSpPr>
            <p:spPr>
              <a:xfrm>
                <a:off x="1815188" y="5135479"/>
                <a:ext cx="135254" cy="12700"/>
              </a:xfrm>
              <a:custGeom>
                <a:avLst/>
                <a:gdLst>
                  <a:gd name="csX0" fmla="*/ 0 w 135254"/>
                  <a:gd name="csY0" fmla="*/ 0 h 12700"/>
                  <a:gd name="csX1" fmla="*/ 135255 w 135254"/>
                  <a:gd name="csY1" fmla="*/ 0 h 12700"/>
                </a:gdLst>
                <a:ahLst/>
                <a:cxnLst>
                  <a:cxn ang="0">
                    <a:pos x="csX0" y="csY0"/>
                  </a:cxn>
                  <a:cxn ang="0">
                    <a:pos x="csX1" y="csY1"/>
                  </a:cxn>
                </a:cxnLst>
                <a:rect l="l" t="t" r="r" b="b"/>
                <a:pathLst>
                  <a:path w="135254" h="12700">
                    <a:moveTo>
                      <a:pt x="0" y="0"/>
                    </a:moveTo>
                    <a:lnTo>
                      <a:pt x="135255" y="0"/>
                    </a:lnTo>
                  </a:path>
                </a:pathLst>
              </a:custGeom>
              <a:ln w="13589" cap="rnd">
                <a:solidFill>
                  <a:srgbClr val="000000"/>
                </a:solidFill>
                <a:prstDash val="solid"/>
                <a:round/>
              </a:ln>
            </p:spPr>
            <p:txBody>
              <a:bodyPr/>
              <a:lstStyle/>
              <a:p>
                <a:pPr algn="ctr"/>
                <a:endParaRPr lang="en-US" sz="1890"/>
              </a:p>
            </p:txBody>
          </p:sp>
          <p:sp>
            <p:nvSpPr>
              <p:cNvPr id="1653" name="TextBox 1652">
                <a:extLst>
                  <a:ext uri="{FF2B5EF4-FFF2-40B4-BE49-F238E27FC236}">
                    <a16:creationId xmlns:a16="http://schemas.microsoft.com/office/drawing/2014/main" id="{54F976B1-93A4-16E7-9A74-A97F1D57F49F}"/>
                  </a:ext>
                </a:extLst>
              </p:cNvPr>
              <p:cNvSpPr txBox="1"/>
              <p:nvPr/>
            </p:nvSpPr>
            <p:spPr>
              <a:xfrm>
                <a:off x="2021150" y="4962593"/>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654" name="Freeform 1653">
                <a:extLst>
                  <a:ext uri="{FF2B5EF4-FFF2-40B4-BE49-F238E27FC236}">
                    <a16:creationId xmlns:a16="http://schemas.microsoft.com/office/drawing/2014/main" id="{AA18E1E7-7F04-CDA1-248E-952D7009A977}"/>
                  </a:ext>
                </a:extLst>
              </p:cNvPr>
              <p:cNvSpPr/>
              <p:nvPr/>
            </p:nvSpPr>
            <p:spPr>
              <a:xfrm>
                <a:off x="1980542" y="5135479"/>
                <a:ext cx="436118" cy="12700"/>
              </a:xfrm>
              <a:custGeom>
                <a:avLst/>
                <a:gdLst>
                  <a:gd name="csX0" fmla="*/ 0 w 436118"/>
                  <a:gd name="csY0" fmla="*/ 0 h 12700"/>
                  <a:gd name="csX1" fmla="*/ 436118 w 436118"/>
                  <a:gd name="csY1" fmla="*/ 0 h 12700"/>
                </a:gdLst>
                <a:ahLst/>
                <a:cxnLst>
                  <a:cxn ang="0">
                    <a:pos x="csX0" y="csY0"/>
                  </a:cxn>
                  <a:cxn ang="0">
                    <a:pos x="csX1" y="csY1"/>
                  </a:cxn>
                </a:cxnLst>
                <a:rect l="l" t="t" r="r" b="b"/>
                <a:pathLst>
                  <a:path w="436118" h="12700">
                    <a:moveTo>
                      <a:pt x="0" y="0"/>
                    </a:moveTo>
                    <a:lnTo>
                      <a:pt x="436118" y="0"/>
                    </a:lnTo>
                  </a:path>
                </a:pathLst>
              </a:custGeom>
              <a:ln w="13589" cap="rnd">
                <a:solidFill>
                  <a:srgbClr val="000000"/>
                </a:solidFill>
                <a:prstDash val="solid"/>
                <a:round/>
              </a:ln>
            </p:spPr>
            <p:txBody>
              <a:bodyPr/>
              <a:lstStyle/>
              <a:p>
                <a:pPr algn="ctr"/>
                <a:endParaRPr lang="en-US" sz="1890"/>
              </a:p>
            </p:txBody>
          </p:sp>
          <p:sp>
            <p:nvSpPr>
              <p:cNvPr id="1655" name="TextBox 1654">
                <a:extLst>
                  <a:ext uri="{FF2B5EF4-FFF2-40B4-BE49-F238E27FC236}">
                    <a16:creationId xmlns:a16="http://schemas.microsoft.com/office/drawing/2014/main" id="{092DACC6-5185-75DD-3E5E-68E6D185AECD}"/>
                  </a:ext>
                </a:extLst>
              </p:cNvPr>
              <p:cNvSpPr txBox="1"/>
              <p:nvPr/>
            </p:nvSpPr>
            <p:spPr>
              <a:xfrm>
                <a:off x="1902847" y="4904707"/>
                <a:ext cx="426152" cy="174601"/>
              </a:xfrm>
              <a:prstGeom prst="rect">
                <a:avLst/>
              </a:prstGeom>
              <a:noFill/>
            </p:spPr>
            <p:txBody>
              <a:bodyPr wrap="none" rtlCol="0">
                <a:spAutoFit/>
              </a:bodyPr>
              <a:lstStyle/>
              <a:p>
                <a:pPr algn="ctr"/>
                <a:r>
                  <a:rPr lang="en-US" sz="472">
                    <a:ln/>
                    <a:solidFill>
                      <a:srgbClr val="000000"/>
                    </a:solidFill>
                    <a:latin typeface="Arial"/>
                    <a:cs typeface="Arial"/>
                    <a:sym typeface="Arial"/>
                    <a:rtl val="0"/>
                  </a:rPr>
                  <a:t>p = 0.27</a:t>
                </a:r>
              </a:p>
            </p:txBody>
          </p:sp>
          <p:sp>
            <p:nvSpPr>
              <p:cNvPr id="1656" name="Freeform 1655">
                <a:extLst>
                  <a:ext uri="{FF2B5EF4-FFF2-40B4-BE49-F238E27FC236}">
                    <a16:creationId xmlns:a16="http://schemas.microsoft.com/office/drawing/2014/main" id="{8F334AD3-F4F3-7B82-1A12-9D48A1EC5D14}"/>
                  </a:ext>
                </a:extLst>
              </p:cNvPr>
              <p:cNvSpPr/>
              <p:nvPr/>
            </p:nvSpPr>
            <p:spPr>
              <a:xfrm>
                <a:off x="1815188" y="5022576"/>
                <a:ext cx="601472" cy="12700"/>
              </a:xfrm>
              <a:custGeom>
                <a:avLst/>
                <a:gdLst>
                  <a:gd name="csX0" fmla="*/ 0 w 601472"/>
                  <a:gd name="csY0" fmla="*/ 0 h 12700"/>
                  <a:gd name="csX1" fmla="*/ 601472 w 601472"/>
                  <a:gd name="csY1" fmla="*/ 0 h 12700"/>
                </a:gdLst>
                <a:ahLst/>
                <a:cxnLst>
                  <a:cxn ang="0">
                    <a:pos x="csX0" y="csY0"/>
                  </a:cxn>
                  <a:cxn ang="0">
                    <a:pos x="csX1" y="csY1"/>
                  </a:cxn>
                </a:cxnLst>
                <a:rect l="l" t="t" r="r" b="b"/>
                <a:pathLst>
                  <a:path w="601472" h="12700">
                    <a:moveTo>
                      <a:pt x="0" y="0"/>
                    </a:moveTo>
                    <a:lnTo>
                      <a:pt x="601472" y="0"/>
                    </a:lnTo>
                  </a:path>
                </a:pathLst>
              </a:custGeom>
              <a:ln w="13589" cap="rnd">
                <a:solidFill>
                  <a:srgbClr val="000000"/>
                </a:solidFill>
                <a:prstDash val="solid"/>
                <a:round/>
              </a:ln>
            </p:spPr>
            <p:txBody>
              <a:bodyPr/>
              <a:lstStyle/>
              <a:p>
                <a:pPr algn="ctr"/>
                <a:endParaRPr lang="en-US" sz="1890"/>
              </a:p>
            </p:txBody>
          </p:sp>
        </p:grpSp>
        <p:grpSp>
          <p:nvGrpSpPr>
            <p:cNvPr id="1657" name="Graphic 1513">
              <a:extLst>
                <a:ext uri="{FF2B5EF4-FFF2-40B4-BE49-F238E27FC236}">
                  <a16:creationId xmlns:a16="http://schemas.microsoft.com/office/drawing/2014/main" id="{3AB3D92B-DA6B-2A95-88B1-151E16D3C7EB}"/>
                </a:ext>
              </a:extLst>
            </p:cNvPr>
            <p:cNvGrpSpPr/>
            <p:nvPr/>
          </p:nvGrpSpPr>
          <p:grpSpPr>
            <a:xfrm>
              <a:off x="1349237" y="4652629"/>
              <a:ext cx="1228774" cy="1196086"/>
              <a:chOff x="1349237" y="4652629"/>
              <a:chExt cx="1228774" cy="1196086"/>
            </a:xfrm>
          </p:grpSpPr>
          <p:sp>
            <p:nvSpPr>
              <p:cNvPr id="1658" name="Freeform 1657">
                <a:extLst>
                  <a:ext uri="{FF2B5EF4-FFF2-40B4-BE49-F238E27FC236}">
                    <a16:creationId xmlns:a16="http://schemas.microsoft.com/office/drawing/2014/main" id="{4D9A2121-C360-9515-AF0A-BCF4E5F6C6BA}"/>
                  </a:ext>
                </a:extLst>
              </p:cNvPr>
              <p:cNvSpPr/>
              <p:nvPr/>
            </p:nvSpPr>
            <p:spPr>
              <a:xfrm>
                <a:off x="1725017" y="4954885"/>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659" name="TextBox 1658">
                <a:extLst>
                  <a:ext uri="{FF2B5EF4-FFF2-40B4-BE49-F238E27FC236}">
                    <a16:creationId xmlns:a16="http://schemas.microsoft.com/office/drawing/2014/main" id="{C03E1AB9-68E5-0AA7-0313-5FDC5AEBA066}"/>
                  </a:ext>
                </a:extLst>
              </p:cNvPr>
              <p:cNvSpPr txBox="1"/>
              <p:nvPr/>
            </p:nvSpPr>
            <p:spPr>
              <a:xfrm>
                <a:off x="1409154" y="5525160"/>
                <a:ext cx="34472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660" name="TextBox 1659">
                <a:extLst>
                  <a:ext uri="{FF2B5EF4-FFF2-40B4-BE49-F238E27FC236}">
                    <a16:creationId xmlns:a16="http://schemas.microsoft.com/office/drawing/2014/main" id="{20C9D510-BC3B-960C-AA50-5275B725C9D1}"/>
                  </a:ext>
                </a:extLst>
              </p:cNvPr>
              <p:cNvSpPr txBox="1"/>
              <p:nvPr/>
            </p:nvSpPr>
            <p:spPr>
              <a:xfrm>
                <a:off x="1409154" y="5277510"/>
                <a:ext cx="34472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a:t>
                </a:r>
              </a:p>
            </p:txBody>
          </p:sp>
          <p:sp>
            <p:nvSpPr>
              <p:cNvPr id="1661" name="TextBox 1660">
                <a:extLst>
                  <a:ext uri="{FF2B5EF4-FFF2-40B4-BE49-F238E27FC236}">
                    <a16:creationId xmlns:a16="http://schemas.microsoft.com/office/drawing/2014/main" id="{EAE37AD7-9196-9CD2-3DA8-E16737EA3B1B}"/>
                  </a:ext>
                </a:extLst>
              </p:cNvPr>
              <p:cNvSpPr txBox="1"/>
              <p:nvPr/>
            </p:nvSpPr>
            <p:spPr>
              <a:xfrm>
                <a:off x="1349237" y="5029733"/>
                <a:ext cx="402401"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a:t>
                </a:r>
              </a:p>
            </p:txBody>
          </p:sp>
          <p:sp>
            <p:nvSpPr>
              <p:cNvPr id="1662" name="Freeform 1661">
                <a:extLst>
                  <a:ext uri="{FF2B5EF4-FFF2-40B4-BE49-F238E27FC236}">
                    <a16:creationId xmlns:a16="http://schemas.microsoft.com/office/drawing/2014/main" id="{5EDD3467-49D1-539C-C6A7-5301D3C84F1A}"/>
                  </a:ext>
                </a:extLst>
              </p:cNvPr>
              <p:cNvSpPr/>
              <p:nvPr/>
            </p:nvSpPr>
            <p:spPr>
              <a:xfrm>
                <a:off x="1690220" y="563204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663" name="Freeform 1662">
                <a:extLst>
                  <a:ext uri="{FF2B5EF4-FFF2-40B4-BE49-F238E27FC236}">
                    <a16:creationId xmlns:a16="http://schemas.microsoft.com/office/drawing/2014/main" id="{961E9F5C-7970-AC16-2292-A8B887B9A46A}"/>
                  </a:ext>
                </a:extLst>
              </p:cNvPr>
              <p:cNvSpPr/>
              <p:nvPr/>
            </p:nvSpPr>
            <p:spPr>
              <a:xfrm>
                <a:off x="1690220" y="538439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664" name="Freeform 1663">
                <a:extLst>
                  <a:ext uri="{FF2B5EF4-FFF2-40B4-BE49-F238E27FC236}">
                    <a16:creationId xmlns:a16="http://schemas.microsoft.com/office/drawing/2014/main" id="{5A7F2096-6A37-FB26-FEA7-CDA91F4E8CA4}"/>
                  </a:ext>
                </a:extLst>
              </p:cNvPr>
              <p:cNvSpPr/>
              <p:nvPr/>
            </p:nvSpPr>
            <p:spPr>
              <a:xfrm>
                <a:off x="1690220" y="513662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665" name="Freeform 1664">
                <a:extLst>
                  <a:ext uri="{FF2B5EF4-FFF2-40B4-BE49-F238E27FC236}">
                    <a16:creationId xmlns:a16="http://schemas.microsoft.com/office/drawing/2014/main" id="{9F08E451-48C0-2DED-3CDF-282A40FD64CB}"/>
                  </a:ext>
                </a:extLst>
              </p:cNvPr>
              <p:cNvSpPr/>
              <p:nvPr/>
            </p:nvSpPr>
            <p:spPr>
              <a:xfrm>
                <a:off x="1725017" y="5632049"/>
                <a:ext cx="781811" cy="12700"/>
              </a:xfrm>
              <a:custGeom>
                <a:avLst/>
                <a:gdLst>
                  <a:gd name="csX0" fmla="*/ 0 w 781811"/>
                  <a:gd name="csY0" fmla="*/ 0 h 12700"/>
                  <a:gd name="csX1" fmla="*/ 781812 w 781811"/>
                  <a:gd name="csY1" fmla="*/ 0 h 12700"/>
                </a:gdLst>
                <a:ahLst/>
                <a:cxnLst>
                  <a:cxn ang="0">
                    <a:pos x="csX0" y="csY0"/>
                  </a:cxn>
                  <a:cxn ang="0">
                    <a:pos x="csX1" y="csY1"/>
                  </a:cxn>
                </a:cxnLst>
                <a:rect l="l" t="t" r="r" b="b"/>
                <a:pathLst>
                  <a:path w="781811" h="12700">
                    <a:moveTo>
                      <a:pt x="0" y="0"/>
                    </a:moveTo>
                    <a:lnTo>
                      <a:pt x="781812" y="0"/>
                    </a:lnTo>
                  </a:path>
                </a:pathLst>
              </a:custGeom>
              <a:noFill/>
              <a:ln w="13589" cap="sq">
                <a:solidFill>
                  <a:srgbClr val="000000"/>
                </a:solidFill>
                <a:prstDash val="solid"/>
                <a:round/>
              </a:ln>
            </p:spPr>
            <p:txBody>
              <a:bodyPr/>
              <a:lstStyle/>
              <a:p>
                <a:pPr algn="ctr"/>
                <a:endParaRPr lang="en-US" sz="1890"/>
              </a:p>
            </p:txBody>
          </p:sp>
          <p:sp>
            <p:nvSpPr>
              <p:cNvPr id="1666" name="Freeform 1665">
                <a:extLst>
                  <a:ext uri="{FF2B5EF4-FFF2-40B4-BE49-F238E27FC236}">
                    <a16:creationId xmlns:a16="http://schemas.microsoft.com/office/drawing/2014/main" id="{9E0670CA-C9DA-B394-0CA1-62EFF91A95A0}"/>
                  </a:ext>
                </a:extLst>
              </p:cNvPr>
              <p:cNvSpPr/>
              <p:nvPr/>
            </p:nvSpPr>
            <p:spPr>
              <a:xfrm>
                <a:off x="1815188"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667" name="Freeform 1666">
                <a:extLst>
                  <a:ext uri="{FF2B5EF4-FFF2-40B4-BE49-F238E27FC236}">
                    <a16:creationId xmlns:a16="http://schemas.microsoft.com/office/drawing/2014/main" id="{307DD1E9-4CFF-768B-60F9-960889DC5C88}"/>
                  </a:ext>
                </a:extLst>
              </p:cNvPr>
              <p:cNvSpPr/>
              <p:nvPr/>
            </p:nvSpPr>
            <p:spPr>
              <a:xfrm>
                <a:off x="1965556"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668" name="Freeform 1667">
                <a:extLst>
                  <a:ext uri="{FF2B5EF4-FFF2-40B4-BE49-F238E27FC236}">
                    <a16:creationId xmlns:a16="http://schemas.microsoft.com/office/drawing/2014/main" id="{17489558-1B81-EA75-0EE5-87E433571220}"/>
                  </a:ext>
                </a:extLst>
              </p:cNvPr>
              <p:cNvSpPr/>
              <p:nvPr/>
            </p:nvSpPr>
            <p:spPr>
              <a:xfrm>
                <a:off x="2115923"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669" name="Freeform 1668">
                <a:extLst>
                  <a:ext uri="{FF2B5EF4-FFF2-40B4-BE49-F238E27FC236}">
                    <a16:creationId xmlns:a16="http://schemas.microsoft.com/office/drawing/2014/main" id="{EAF37601-683E-2DDD-5D20-F1598E89AC65}"/>
                  </a:ext>
                </a:extLst>
              </p:cNvPr>
              <p:cNvSpPr/>
              <p:nvPr/>
            </p:nvSpPr>
            <p:spPr>
              <a:xfrm>
                <a:off x="2266292"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670" name="Freeform 1669">
                <a:extLst>
                  <a:ext uri="{FF2B5EF4-FFF2-40B4-BE49-F238E27FC236}">
                    <a16:creationId xmlns:a16="http://schemas.microsoft.com/office/drawing/2014/main" id="{31FB04A9-A3AB-A750-1945-BACE1A168CEC}"/>
                  </a:ext>
                </a:extLst>
              </p:cNvPr>
              <p:cNvSpPr/>
              <p:nvPr/>
            </p:nvSpPr>
            <p:spPr>
              <a:xfrm>
                <a:off x="2416659" y="5632049"/>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671" name="TextBox 1670">
                <a:extLst>
                  <a:ext uri="{FF2B5EF4-FFF2-40B4-BE49-F238E27FC236}">
                    <a16:creationId xmlns:a16="http://schemas.microsoft.com/office/drawing/2014/main" id="{FEEA035F-CF22-7B15-97A9-0D2D537515EF}"/>
                  </a:ext>
                </a:extLst>
              </p:cNvPr>
              <p:cNvSpPr txBox="1"/>
              <p:nvPr/>
            </p:nvSpPr>
            <p:spPr>
              <a:xfrm>
                <a:off x="1675059" y="5627903"/>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672" name="TextBox 1671">
                <a:extLst>
                  <a:ext uri="{FF2B5EF4-FFF2-40B4-BE49-F238E27FC236}">
                    <a16:creationId xmlns:a16="http://schemas.microsoft.com/office/drawing/2014/main" id="{683E4649-9792-B95F-A3C4-EC286396D219}"/>
                  </a:ext>
                </a:extLst>
              </p:cNvPr>
              <p:cNvSpPr txBox="1"/>
              <p:nvPr/>
            </p:nvSpPr>
            <p:spPr>
              <a:xfrm>
                <a:off x="1853419" y="5627903"/>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673" name="TextBox 1672">
                <a:extLst>
                  <a:ext uri="{FF2B5EF4-FFF2-40B4-BE49-F238E27FC236}">
                    <a16:creationId xmlns:a16="http://schemas.microsoft.com/office/drawing/2014/main" id="{5EB68B6C-9C71-C71E-4086-0A14FF6F4225}"/>
                  </a:ext>
                </a:extLst>
              </p:cNvPr>
              <p:cNvSpPr txBox="1"/>
              <p:nvPr/>
            </p:nvSpPr>
            <p:spPr>
              <a:xfrm>
                <a:off x="1974947" y="5627903"/>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674" name="TextBox 1673">
                <a:extLst>
                  <a:ext uri="{FF2B5EF4-FFF2-40B4-BE49-F238E27FC236}">
                    <a16:creationId xmlns:a16="http://schemas.microsoft.com/office/drawing/2014/main" id="{5DD634C5-3A8E-668A-8796-D2EC4111B524}"/>
                  </a:ext>
                </a:extLst>
              </p:cNvPr>
              <p:cNvSpPr txBox="1"/>
              <p:nvPr/>
            </p:nvSpPr>
            <p:spPr>
              <a:xfrm>
                <a:off x="2099867" y="5627903"/>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675" name="TextBox 1674">
                <a:extLst>
                  <a:ext uri="{FF2B5EF4-FFF2-40B4-BE49-F238E27FC236}">
                    <a16:creationId xmlns:a16="http://schemas.microsoft.com/office/drawing/2014/main" id="{58F4D455-068C-A7BC-0F56-58738BBE93D3}"/>
                  </a:ext>
                </a:extLst>
              </p:cNvPr>
              <p:cNvSpPr txBox="1"/>
              <p:nvPr/>
            </p:nvSpPr>
            <p:spPr>
              <a:xfrm>
                <a:off x="2287557" y="5627903"/>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678" name="TextBox 1677">
                <a:extLst>
                  <a:ext uri="{FF2B5EF4-FFF2-40B4-BE49-F238E27FC236}">
                    <a16:creationId xmlns:a16="http://schemas.microsoft.com/office/drawing/2014/main" id="{1122E400-A08C-5ABE-E73B-C1B58E60E14F}"/>
                  </a:ext>
                </a:extLst>
              </p:cNvPr>
              <p:cNvSpPr txBox="1"/>
              <p:nvPr/>
            </p:nvSpPr>
            <p:spPr>
              <a:xfrm>
                <a:off x="1542827" y="4652629"/>
                <a:ext cx="1035184"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4_TGN_GABA</a:t>
                </a:r>
              </a:p>
            </p:txBody>
          </p:sp>
        </p:grpSp>
      </p:grpSp>
      <p:grpSp>
        <p:nvGrpSpPr>
          <p:cNvPr id="1679" name="Graphic 1517">
            <a:extLst>
              <a:ext uri="{FF2B5EF4-FFF2-40B4-BE49-F238E27FC236}">
                <a16:creationId xmlns:a16="http://schemas.microsoft.com/office/drawing/2014/main" id="{138DD808-66F4-D316-EED6-3FBCF34A582D}"/>
              </a:ext>
            </a:extLst>
          </p:cNvPr>
          <p:cNvGrpSpPr/>
          <p:nvPr/>
        </p:nvGrpSpPr>
        <p:grpSpPr>
          <a:xfrm>
            <a:off x="2186724" y="3103309"/>
            <a:ext cx="1125828" cy="1130191"/>
            <a:chOff x="2465309" y="4661384"/>
            <a:chExt cx="1191469" cy="1196086"/>
          </a:xfrm>
        </p:grpSpPr>
        <p:grpSp>
          <p:nvGrpSpPr>
            <p:cNvPr id="1682" name="Graphic 1517">
              <a:extLst>
                <a:ext uri="{FF2B5EF4-FFF2-40B4-BE49-F238E27FC236}">
                  <a16:creationId xmlns:a16="http://schemas.microsoft.com/office/drawing/2014/main" id="{3EDB4C37-2A27-AC4C-F0ED-D6612293F67E}"/>
                </a:ext>
              </a:extLst>
            </p:cNvPr>
            <p:cNvGrpSpPr/>
            <p:nvPr/>
          </p:nvGrpSpPr>
          <p:grpSpPr>
            <a:xfrm>
              <a:off x="2720590" y="4858445"/>
              <a:ext cx="904496" cy="793408"/>
              <a:chOff x="2720590" y="4858445"/>
              <a:chExt cx="904496" cy="793408"/>
            </a:xfrm>
          </p:grpSpPr>
          <p:sp>
            <p:nvSpPr>
              <p:cNvPr id="1683" name="Freeform 1682">
                <a:extLst>
                  <a:ext uri="{FF2B5EF4-FFF2-40B4-BE49-F238E27FC236}">
                    <a16:creationId xmlns:a16="http://schemas.microsoft.com/office/drawing/2014/main" id="{DBC8C971-E58E-A527-52F6-BC66259A80A2}"/>
                  </a:ext>
                </a:extLst>
              </p:cNvPr>
              <p:cNvSpPr/>
              <p:nvPr/>
            </p:nvSpPr>
            <p:spPr>
              <a:xfrm>
                <a:off x="2781045" y="4963640"/>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684" name="Freeform 1683">
                <a:extLst>
                  <a:ext uri="{FF2B5EF4-FFF2-40B4-BE49-F238E27FC236}">
                    <a16:creationId xmlns:a16="http://schemas.microsoft.com/office/drawing/2014/main" id="{A770E688-6689-5193-D9DD-5F0C8B34AD99}"/>
                  </a:ext>
                </a:extLst>
              </p:cNvPr>
              <p:cNvSpPr/>
              <p:nvPr/>
            </p:nvSpPr>
            <p:spPr>
              <a:xfrm>
                <a:off x="2829813" y="5422618"/>
                <a:ext cx="97409" cy="218186"/>
              </a:xfrm>
              <a:custGeom>
                <a:avLst/>
                <a:gdLst>
                  <a:gd name="csX0" fmla="*/ 0 w 97409"/>
                  <a:gd name="csY0" fmla="*/ 0 h 218186"/>
                  <a:gd name="csX1" fmla="*/ 97409 w 97409"/>
                  <a:gd name="csY1" fmla="*/ 0 h 218186"/>
                  <a:gd name="csX2" fmla="*/ 97409 w 97409"/>
                  <a:gd name="csY2" fmla="*/ 218186 h 218186"/>
                  <a:gd name="csX3" fmla="*/ 0 w 97409"/>
                  <a:gd name="csY3" fmla="*/ 218186 h 218186"/>
                </a:gdLst>
                <a:ahLst/>
                <a:cxnLst>
                  <a:cxn ang="0">
                    <a:pos x="csX0" y="csY0"/>
                  </a:cxn>
                  <a:cxn ang="0">
                    <a:pos x="csX1" y="csY1"/>
                  </a:cxn>
                  <a:cxn ang="0">
                    <a:pos x="csX2" y="csY2"/>
                  </a:cxn>
                  <a:cxn ang="0">
                    <a:pos x="csX3" y="csY3"/>
                  </a:cxn>
                </a:cxnLst>
                <a:rect l="l" t="t" r="r" b="b"/>
                <a:pathLst>
                  <a:path w="97409" h="218186">
                    <a:moveTo>
                      <a:pt x="0" y="0"/>
                    </a:moveTo>
                    <a:lnTo>
                      <a:pt x="97409" y="0"/>
                    </a:lnTo>
                    <a:lnTo>
                      <a:pt x="97409" y="218186"/>
                    </a:lnTo>
                    <a:lnTo>
                      <a:pt x="0" y="218186"/>
                    </a:lnTo>
                    <a:close/>
                  </a:path>
                </a:pathLst>
              </a:custGeom>
              <a:solidFill>
                <a:srgbClr val="1965B0"/>
              </a:solidFill>
              <a:ln w="13589" cap="flat">
                <a:noFill/>
                <a:prstDash val="solid"/>
                <a:miter/>
              </a:ln>
            </p:spPr>
            <p:txBody>
              <a:bodyPr/>
              <a:lstStyle/>
              <a:p>
                <a:pPr algn="ctr"/>
                <a:endParaRPr lang="en-US" sz="1890"/>
              </a:p>
            </p:txBody>
          </p:sp>
          <p:sp>
            <p:nvSpPr>
              <p:cNvPr id="1685" name="Freeform 1684">
                <a:extLst>
                  <a:ext uri="{FF2B5EF4-FFF2-40B4-BE49-F238E27FC236}">
                    <a16:creationId xmlns:a16="http://schemas.microsoft.com/office/drawing/2014/main" id="{0FBFD5C0-4B42-15C7-18B7-E10D546A8A03}"/>
                  </a:ext>
                </a:extLst>
              </p:cNvPr>
              <p:cNvSpPr/>
              <p:nvPr/>
            </p:nvSpPr>
            <p:spPr>
              <a:xfrm>
                <a:off x="2992119" y="5469735"/>
                <a:ext cx="97409" cy="171069"/>
              </a:xfrm>
              <a:custGeom>
                <a:avLst/>
                <a:gdLst>
                  <a:gd name="csX0" fmla="*/ 0 w 97409"/>
                  <a:gd name="csY0" fmla="*/ 0 h 171069"/>
                  <a:gd name="csX1" fmla="*/ 97409 w 97409"/>
                  <a:gd name="csY1" fmla="*/ 0 h 171069"/>
                  <a:gd name="csX2" fmla="*/ 97409 w 97409"/>
                  <a:gd name="csY2" fmla="*/ 171069 h 171069"/>
                  <a:gd name="csX3" fmla="*/ 0 w 97409"/>
                  <a:gd name="csY3" fmla="*/ 171069 h 171069"/>
                </a:gdLst>
                <a:ahLst/>
                <a:cxnLst>
                  <a:cxn ang="0">
                    <a:pos x="csX0" y="csY0"/>
                  </a:cxn>
                  <a:cxn ang="0">
                    <a:pos x="csX1" y="csY1"/>
                  </a:cxn>
                  <a:cxn ang="0">
                    <a:pos x="csX2" y="csY2"/>
                  </a:cxn>
                  <a:cxn ang="0">
                    <a:pos x="csX3" y="csY3"/>
                  </a:cxn>
                </a:cxnLst>
                <a:rect l="l" t="t" r="r" b="b"/>
                <a:pathLst>
                  <a:path w="97409" h="171069">
                    <a:moveTo>
                      <a:pt x="0" y="0"/>
                    </a:moveTo>
                    <a:lnTo>
                      <a:pt x="97409" y="0"/>
                    </a:lnTo>
                    <a:lnTo>
                      <a:pt x="97409" y="171069"/>
                    </a:lnTo>
                    <a:lnTo>
                      <a:pt x="0" y="171069"/>
                    </a:lnTo>
                    <a:close/>
                  </a:path>
                </a:pathLst>
              </a:custGeom>
              <a:solidFill>
                <a:srgbClr val="4EB265"/>
              </a:solidFill>
              <a:ln w="13589" cap="flat">
                <a:noFill/>
                <a:prstDash val="solid"/>
                <a:miter/>
              </a:ln>
            </p:spPr>
            <p:txBody>
              <a:bodyPr/>
              <a:lstStyle/>
              <a:p>
                <a:pPr algn="ctr"/>
                <a:endParaRPr lang="en-US" sz="1890"/>
              </a:p>
            </p:txBody>
          </p:sp>
          <p:sp>
            <p:nvSpPr>
              <p:cNvPr id="1686" name="Freeform 1685">
                <a:extLst>
                  <a:ext uri="{FF2B5EF4-FFF2-40B4-BE49-F238E27FC236}">
                    <a16:creationId xmlns:a16="http://schemas.microsoft.com/office/drawing/2014/main" id="{7723B0AC-5D53-4511-C00C-021B6AF8AD26}"/>
                  </a:ext>
                </a:extLst>
              </p:cNvPr>
              <p:cNvSpPr/>
              <p:nvPr/>
            </p:nvSpPr>
            <p:spPr>
              <a:xfrm>
                <a:off x="3154425" y="5408140"/>
                <a:ext cx="97409" cy="232664"/>
              </a:xfrm>
              <a:custGeom>
                <a:avLst/>
                <a:gdLst>
                  <a:gd name="csX0" fmla="*/ 0 w 97409"/>
                  <a:gd name="csY0" fmla="*/ 0 h 232664"/>
                  <a:gd name="csX1" fmla="*/ 97409 w 97409"/>
                  <a:gd name="csY1" fmla="*/ 0 h 232664"/>
                  <a:gd name="csX2" fmla="*/ 97409 w 97409"/>
                  <a:gd name="csY2" fmla="*/ 232664 h 232664"/>
                  <a:gd name="csX3" fmla="*/ 0 w 97409"/>
                  <a:gd name="csY3" fmla="*/ 232664 h 232664"/>
                </a:gdLst>
                <a:ahLst/>
                <a:cxnLst>
                  <a:cxn ang="0">
                    <a:pos x="csX0" y="csY0"/>
                  </a:cxn>
                  <a:cxn ang="0">
                    <a:pos x="csX1" y="csY1"/>
                  </a:cxn>
                  <a:cxn ang="0">
                    <a:pos x="csX2" y="csY2"/>
                  </a:cxn>
                  <a:cxn ang="0">
                    <a:pos x="csX3" y="csY3"/>
                  </a:cxn>
                </a:cxnLst>
                <a:rect l="l" t="t" r="r" b="b"/>
                <a:pathLst>
                  <a:path w="97409" h="232664">
                    <a:moveTo>
                      <a:pt x="0" y="0"/>
                    </a:moveTo>
                    <a:lnTo>
                      <a:pt x="97409" y="0"/>
                    </a:lnTo>
                    <a:lnTo>
                      <a:pt x="97409" y="232664"/>
                    </a:lnTo>
                    <a:lnTo>
                      <a:pt x="0" y="232664"/>
                    </a:lnTo>
                    <a:close/>
                  </a:path>
                </a:pathLst>
              </a:custGeom>
              <a:solidFill>
                <a:srgbClr val="F7F056"/>
              </a:solidFill>
              <a:ln w="13589" cap="flat">
                <a:noFill/>
                <a:prstDash val="solid"/>
                <a:miter/>
              </a:ln>
            </p:spPr>
            <p:txBody>
              <a:bodyPr/>
              <a:lstStyle/>
              <a:p>
                <a:pPr algn="ctr"/>
                <a:endParaRPr lang="en-US" sz="1890"/>
              </a:p>
            </p:txBody>
          </p:sp>
          <p:sp>
            <p:nvSpPr>
              <p:cNvPr id="1687" name="Freeform 1686">
                <a:extLst>
                  <a:ext uri="{FF2B5EF4-FFF2-40B4-BE49-F238E27FC236}">
                    <a16:creationId xmlns:a16="http://schemas.microsoft.com/office/drawing/2014/main" id="{EA7A90E6-4EFC-11D7-3AC3-E97C2DE3E821}"/>
                  </a:ext>
                </a:extLst>
              </p:cNvPr>
              <p:cNvSpPr/>
              <p:nvPr/>
            </p:nvSpPr>
            <p:spPr>
              <a:xfrm>
                <a:off x="3316731" y="5412458"/>
                <a:ext cx="97409" cy="228345"/>
              </a:xfrm>
              <a:custGeom>
                <a:avLst/>
                <a:gdLst>
                  <a:gd name="csX0" fmla="*/ 0 w 97409"/>
                  <a:gd name="csY0" fmla="*/ 0 h 228345"/>
                  <a:gd name="csX1" fmla="*/ 97409 w 97409"/>
                  <a:gd name="csY1" fmla="*/ 0 h 228345"/>
                  <a:gd name="csX2" fmla="*/ 97409 w 97409"/>
                  <a:gd name="csY2" fmla="*/ 228346 h 228345"/>
                  <a:gd name="csX3" fmla="*/ 0 w 97409"/>
                  <a:gd name="csY3" fmla="*/ 228346 h 228345"/>
                </a:gdLst>
                <a:ahLst/>
                <a:cxnLst>
                  <a:cxn ang="0">
                    <a:pos x="csX0" y="csY0"/>
                  </a:cxn>
                  <a:cxn ang="0">
                    <a:pos x="csX1" y="csY1"/>
                  </a:cxn>
                  <a:cxn ang="0">
                    <a:pos x="csX2" y="csY2"/>
                  </a:cxn>
                  <a:cxn ang="0">
                    <a:pos x="csX3" y="csY3"/>
                  </a:cxn>
                </a:cxnLst>
                <a:rect l="l" t="t" r="r" b="b"/>
                <a:pathLst>
                  <a:path w="97409" h="228345">
                    <a:moveTo>
                      <a:pt x="0" y="0"/>
                    </a:moveTo>
                    <a:lnTo>
                      <a:pt x="97409" y="0"/>
                    </a:lnTo>
                    <a:lnTo>
                      <a:pt x="97409" y="228346"/>
                    </a:lnTo>
                    <a:lnTo>
                      <a:pt x="0" y="228346"/>
                    </a:lnTo>
                    <a:close/>
                  </a:path>
                </a:pathLst>
              </a:custGeom>
              <a:solidFill>
                <a:srgbClr val="7BAFDE"/>
              </a:solidFill>
              <a:ln w="13589" cap="flat">
                <a:noFill/>
                <a:prstDash val="solid"/>
                <a:miter/>
              </a:ln>
            </p:spPr>
            <p:txBody>
              <a:bodyPr/>
              <a:lstStyle/>
              <a:p>
                <a:pPr algn="ctr"/>
                <a:endParaRPr lang="en-US" sz="1890"/>
              </a:p>
            </p:txBody>
          </p:sp>
          <p:sp>
            <p:nvSpPr>
              <p:cNvPr id="1688" name="Freeform 1687">
                <a:extLst>
                  <a:ext uri="{FF2B5EF4-FFF2-40B4-BE49-F238E27FC236}">
                    <a16:creationId xmlns:a16="http://schemas.microsoft.com/office/drawing/2014/main" id="{2096559A-01AB-6AB8-4218-40318365D9F5}"/>
                  </a:ext>
                </a:extLst>
              </p:cNvPr>
              <p:cNvSpPr/>
              <p:nvPr/>
            </p:nvSpPr>
            <p:spPr>
              <a:xfrm>
                <a:off x="3479037" y="5373977"/>
                <a:ext cx="97409" cy="266827"/>
              </a:xfrm>
              <a:custGeom>
                <a:avLst/>
                <a:gdLst>
                  <a:gd name="csX0" fmla="*/ 0 w 97409"/>
                  <a:gd name="csY0" fmla="*/ 0 h 266827"/>
                  <a:gd name="csX1" fmla="*/ 97409 w 97409"/>
                  <a:gd name="csY1" fmla="*/ 0 h 266827"/>
                  <a:gd name="csX2" fmla="*/ 97409 w 97409"/>
                  <a:gd name="csY2" fmla="*/ 266827 h 266827"/>
                  <a:gd name="csX3" fmla="*/ 0 w 97409"/>
                  <a:gd name="csY3" fmla="*/ 266827 h 266827"/>
                </a:gdLst>
                <a:ahLst/>
                <a:cxnLst>
                  <a:cxn ang="0">
                    <a:pos x="csX0" y="csY0"/>
                  </a:cxn>
                  <a:cxn ang="0">
                    <a:pos x="csX1" y="csY1"/>
                  </a:cxn>
                  <a:cxn ang="0">
                    <a:pos x="csX2" y="csY2"/>
                  </a:cxn>
                  <a:cxn ang="0">
                    <a:pos x="csX3" y="csY3"/>
                  </a:cxn>
                </a:cxnLst>
                <a:rect l="l" t="t" r="r" b="b"/>
                <a:pathLst>
                  <a:path w="97409" h="266827">
                    <a:moveTo>
                      <a:pt x="0" y="0"/>
                    </a:moveTo>
                    <a:lnTo>
                      <a:pt x="97409" y="0"/>
                    </a:lnTo>
                    <a:lnTo>
                      <a:pt x="97409" y="266827"/>
                    </a:lnTo>
                    <a:lnTo>
                      <a:pt x="0" y="266827"/>
                    </a:lnTo>
                    <a:close/>
                  </a:path>
                </a:pathLst>
              </a:custGeom>
              <a:solidFill>
                <a:srgbClr val="DC050C"/>
              </a:solidFill>
              <a:ln w="13589" cap="flat">
                <a:noFill/>
                <a:prstDash val="solid"/>
                <a:miter/>
              </a:ln>
            </p:spPr>
            <p:txBody>
              <a:bodyPr/>
              <a:lstStyle/>
              <a:p>
                <a:pPr algn="ctr"/>
                <a:endParaRPr lang="en-US" sz="1890"/>
              </a:p>
            </p:txBody>
          </p:sp>
          <p:sp>
            <p:nvSpPr>
              <p:cNvPr id="1689" name="Freeform 1688">
                <a:extLst>
                  <a:ext uri="{FF2B5EF4-FFF2-40B4-BE49-F238E27FC236}">
                    <a16:creationId xmlns:a16="http://schemas.microsoft.com/office/drawing/2014/main" id="{9408AD04-A0DA-326A-3041-F41100DA064B}"/>
                  </a:ext>
                </a:extLst>
              </p:cNvPr>
              <p:cNvSpPr/>
              <p:nvPr/>
            </p:nvSpPr>
            <p:spPr>
              <a:xfrm>
                <a:off x="2846069" y="5390359"/>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690" name="Freeform 1689">
                <a:extLst>
                  <a:ext uri="{FF2B5EF4-FFF2-40B4-BE49-F238E27FC236}">
                    <a16:creationId xmlns:a16="http://schemas.microsoft.com/office/drawing/2014/main" id="{B3A0C51A-CA09-5859-382D-5434A90B86A5}"/>
                  </a:ext>
                </a:extLst>
              </p:cNvPr>
              <p:cNvSpPr/>
              <p:nvPr/>
            </p:nvSpPr>
            <p:spPr>
              <a:xfrm>
                <a:off x="2878453" y="5390359"/>
                <a:ext cx="12700" cy="64643"/>
              </a:xfrm>
              <a:custGeom>
                <a:avLst/>
                <a:gdLst>
                  <a:gd name="csX0" fmla="*/ 0 w 12700"/>
                  <a:gd name="csY0" fmla="*/ 0 h 64643"/>
                  <a:gd name="csX1" fmla="*/ 0 w 12700"/>
                  <a:gd name="csY1" fmla="*/ 64643 h 64643"/>
                </a:gdLst>
                <a:ahLst/>
                <a:cxnLst>
                  <a:cxn ang="0">
                    <a:pos x="csX0" y="csY0"/>
                  </a:cxn>
                  <a:cxn ang="0">
                    <a:pos x="csX1" y="csY1"/>
                  </a:cxn>
                </a:cxnLst>
                <a:rect l="l" t="t" r="r" b="b"/>
                <a:pathLst>
                  <a:path w="12700" h="64643">
                    <a:moveTo>
                      <a:pt x="0" y="0"/>
                    </a:moveTo>
                    <a:lnTo>
                      <a:pt x="0" y="64643"/>
                    </a:lnTo>
                  </a:path>
                </a:pathLst>
              </a:custGeom>
              <a:noFill/>
              <a:ln w="13589" cap="flat">
                <a:solidFill>
                  <a:srgbClr val="000000"/>
                </a:solidFill>
                <a:prstDash val="solid"/>
                <a:round/>
              </a:ln>
            </p:spPr>
            <p:txBody>
              <a:bodyPr/>
              <a:lstStyle/>
              <a:p>
                <a:pPr algn="ctr"/>
                <a:endParaRPr lang="en-US" sz="1890"/>
              </a:p>
            </p:txBody>
          </p:sp>
          <p:sp>
            <p:nvSpPr>
              <p:cNvPr id="1691" name="Freeform 1690">
                <a:extLst>
                  <a:ext uri="{FF2B5EF4-FFF2-40B4-BE49-F238E27FC236}">
                    <a16:creationId xmlns:a16="http://schemas.microsoft.com/office/drawing/2014/main" id="{B6F93A82-12AF-C92F-A008-FDFA09001CF3}"/>
                  </a:ext>
                </a:extLst>
              </p:cNvPr>
              <p:cNvSpPr/>
              <p:nvPr/>
            </p:nvSpPr>
            <p:spPr>
              <a:xfrm>
                <a:off x="2846069" y="545500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692" name="Freeform 1691">
                <a:extLst>
                  <a:ext uri="{FF2B5EF4-FFF2-40B4-BE49-F238E27FC236}">
                    <a16:creationId xmlns:a16="http://schemas.microsoft.com/office/drawing/2014/main" id="{4047937C-DE0C-2A4E-D774-4F78B0FE5DB2}"/>
                  </a:ext>
                </a:extLst>
              </p:cNvPr>
              <p:cNvSpPr/>
              <p:nvPr/>
            </p:nvSpPr>
            <p:spPr>
              <a:xfrm>
                <a:off x="3008374" y="5437223"/>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693" name="Freeform 1692">
                <a:extLst>
                  <a:ext uri="{FF2B5EF4-FFF2-40B4-BE49-F238E27FC236}">
                    <a16:creationId xmlns:a16="http://schemas.microsoft.com/office/drawing/2014/main" id="{EF6EBDCE-8F5A-B8ED-40F2-4518F643E4A9}"/>
                  </a:ext>
                </a:extLst>
              </p:cNvPr>
              <p:cNvSpPr/>
              <p:nvPr/>
            </p:nvSpPr>
            <p:spPr>
              <a:xfrm>
                <a:off x="3040759" y="5437223"/>
                <a:ext cx="12700" cy="65023"/>
              </a:xfrm>
              <a:custGeom>
                <a:avLst/>
                <a:gdLst>
                  <a:gd name="csX0" fmla="*/ 0 w 12700"/>
                  <a:gd name="csY0" fmla="*/ 0 h 65023"/>
                  <a:gd name="csX1" fmla="*/ 0 w 12700"/>
                  <a:gd name="csY1" fmla="*/ 65024 h 65023"/>
                </a:gdLst>
                <a:ahLst/>
                <a:cxnLst>
                  <a:cxn ang="0">
                    <a:pos x="csX0" y="csY0"/>
                  </a:cxn>
                  <a:cxn ang="0">
                    <a:pos x="csX1" y="csY1"/>
                  </a:cxn>
                </a:cxnLst>
                <a:rect l="l" t="t" r="r" b="b"/>
                <a:pathLst>
                  <a:path w="12700" h="65023">
                    <a:moveTo>
                      <a:pt x="0" y="0"/>
                    </a:moveTo>
                    <a:lnTo>
                      <a:pt x="0" y="65024"/>
                    </a:lnTo>
                  </a:path>
                </a:pathLst>
              </a:custGeom>
              <a:noFill/>
              <a:ln w="13589" cap="flat">
                <a:solidFill>
                  <a:srgbClr val="000000"/>
                </a:solidFill>
                <a:prstDash val="solid"/>
                <a:round/>
              </a:ln>
            </p:spPr>
            <p:txBody>
              <a:bodyPr/>
              <a:lstStyle/>
              <a:p>
                <a:pPr algn="ctr"/>
                <a:endParaRPr lang="en-US" sz="1890"/>
              </a:p>
            </p:txBody>
          </p:sp>
          <p:sp>
            <p:nvSpPr>
              <p:cNvPr id="1694" name="Freeform 1693">
                <a:extLst>
                  <a:ext uri="{FF2B5EF4-FFF2-40B4-BE49-F238E27FC236}">
                    <a16:creationId xmlns:a16="http://schemas.microsoft.com/office/drawing/2014/main" id="{76DCEF35-A117-FC8F-544D-9A1EA34AF0C0}"/>
                  </a:ext>
                </a:extLst>
              </p:cNvPr>
              <p:cNvSpPr/>
              <p:nvPr/>
            </p:nvSpPr>
            <p:spPr>
              <a:xfrm>
                <a:off x="3008374" y="550224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695" name="Freeform 1694">
                <a:extLst>
                  <a:ext uri="{FF2B5EF4-FFF2-40B4-BE49-F238E27FC236}">
                    <a16:creationId xmlns:a16="http://schemas.microsoft.com/office/drawing/2014/main" id="{FA8F2152-8BD9-8010-0B52-F275D85FC906}"/>
                  </a:ext>
                </a:extLst>
              </p:cNvPr>
              <p:cNvSpPr/>
              <p:nvPr/>
            </p:nvSpPr>
            <p:spPr>
              <a:xfrm>
                <a:off x="3170680" y="531758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696" name="Freeform 1695">
                <a:extLst>
                  <a:ext uri="{FF2B5EF4-FFF2-40B4-BE49-F238E27FC236}">
                    <a16:creationId xmlns:a16="http://schemas.microsoft.com/office/drawing/2014/main" id="{4FA0FB6D-369C-D3CB-4413-A3F5E0637D14}"/>
                  </a:ext>
                </a:extLst>
              </p:cNvPr>
              <p:cNvSpPr/>
              <p:nvPr/>
            </p:nvSpPr>
            <p:spPr>
              <a:xfrm>
                <a:off x="3203066" y="5317588"/>
                <a:ext cx="12700" cy="181229"/>
              </a:xfrm>
              <a:custGeom>
                <a:avLst/>
                <a:gdLst>
                  <a:gd name="csX0" fmla="*/ 0 w 12700"/>
                  <a:gd name="csY0" fmla="*/ 0 h 181229"/>
                  <a:gd name="csX1" fmla="*/ 0 w 12700"/>
                  <a:gd name="csY1" fmla="*/ 181229 h 181229"/>
                </a:gdLst>
                <a:ahLst/>
                <a:cxnLst>
                  <a:cxn ang="0">
                    <a:pos x="csX0" y="csY0"/>
                  </a:cxn>
                  <a:cxn ang="0">
                    <a:pos x="csX1" y="csY1"/>
                  </a:cxn>
                </a:cxnLst>
                <a:rect l="l" t="t" r="r" b="b"/>
                <a:pathLst>
                  <a:path w="12700" h="181229">
                    <a:moveTo>
                      <a:pt x="0" y="0"/>
                    </a:moveTo>
                    <a:lnTo>
                      <a:pt x="0" y="181229"/>
                    </a:lnTo>
                  </a:path>
                </a:pathLst>
              </a:custGeom>
              <a:noFill/>
              <a:ln w="13589" cap="flat">
                <a:solidFill>
                  <a:srgbClr val="000000"/>
                </a:solidFill>
                <a:prstDash val="solid"/>
                <a:round/>
              </a:ln>
            </p:spPr>
            <p:txBody>
              <a:bodyPr/>
              <a:lstStyle/>
              <a:p>
                <a:pPr algn="ctr"/>
                <a:endParaRPr lang="en-US" sz="1890"/>
              </a:p>
            </p:txBody>
          </p:sp>
          <p:sp>
            <p:nvSpPr>
              <p:cNvPr id="1697" name="Freeform 1696">
                <a:extLst>
                  <a:ext uri="{FF2B5EF4-FFF2-40B4-BE49-F238E27FC236}">
                    <a16:creationId xmlns:a16="http://schemas.microsoft.com/office/drawing/2014/main" id="{BDE51971-B304-DB35-6044-8CB8FDCB7862}"/>
                  </a:ext>
                </a:extLst>
              </p:cNvPr>
              <p:cNvSpPr/>
              <p:nvPr/>
            </p:nvSpPr>
            <p:spPr>
              <a:xfrm>
                <a:off x="3170680" y="549881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698" name="Freeform 1697">
                <a:extLst>
                  <a:ext uri="{FF2B5EF4-FFF2-40B4-BE49-F238E27FC236}">
                    <a16:creationId xmlns:a16="http://schemas.microsoft.com/office/drawing/2014/main" id="{1FAAED28-D88F-F34B-65DD-CBDF45C02857}"/>
                  </a:ext>
                </a:extLst>
              </p:cNvPr>
              <p:cNvSpPr/>
              <p:nvPr/>
            </p:nvSpPr>
            <p:spPr>
              <a:xfrm>
                <a:off x="3495293" y="531606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699" name="Freeform 1698">
                <a:extLst>
                  <a:ext uri="{FF2B5EF4-FFF2-40B4-BE49-F238E27FC236}">
                    <a16:creationId xmlns:a16="http://schemas.microsoft.com/office/drawing/2014/main" id="{857D8A5E-1ADC-AF6D-DB3A-575E9380FE00}"/>
                  </a:ext>
                </a:extLst>
              </p:cNvPr>
              <p:cNvSpPr/>
              <p:nvPr/>
            </p:nvSpPr>
            <p:spPr>
              <a:xfrm>
                <a:off x="3527677" y="5316065"/>
                <a:ext cx="12700" cy="115951"/>
              </a:xfrm>
              <a:custGeom>
                <a:avLst/>
                <a:gdLst>
                  <a:gd name="csX0" fmla="*/ 0 w 12700"/>
                  <a:gd name="csY0" fmla="*/ 0 h 115951"/>
                  <a:gd name="csX1" fmla="*/ 0 w 12700"/>
                  <a:gd name="csY1" fmla="*/ 115951 h 115951"/>
                </a:gdLst>
                <a:ahLst/>
                <a:cxnLst>
                  <a:cxn ang="0">
                    <a:pos x="csX0" y="csY0"/>
                  </a:cxn>
                  <a:cxn ang="0">
                    <a:pos x="csX1" y="csY1"/>
                  </a:cxn>
                </a:cxnLst>
                <a:rect l="l" t="t" r="r" b="b"/>
                <a:pathLst>
                  <a:path w="12700" h="115951">
                    <a:moveTo>
                      <a:pt x="0" y="0"/>
                    </a:moveTo>
                    <a:lnTo>
                      <a:pt x="0" y="115951"/>
                    </a:lnTo>
                  </a:path>
                </a:pathLst>
              </a:custGeom>
              <a:noFill/>
              <a:ln w="13589" cap="flat">
                <a:solidFill>
                  <a:srgbClr val="000000"/>
                </a:solidFill>
                <a:prstDash val="solid"/>
                <a:round/>
              </a:ln>
            </p:spPr>
            <p:txBody>
              <a:bodyPr/>
              <a:lstStyle/>
              <a:p>
                <a:pPr algn="ctr"/>
                <a:endParaRPr lang="en-US" sz="1890"/>
              </a:p>
            </p:txBody>
          </p:sp>
          <p:sp>
            <p:nvSpPr>
              <p:cNvPr id="1700" name="Freeform 1699">
                <a:extLst>
                  <a:ext uri="{FF2B5EF4-FFF2-40B4-BE49-F238E27FC236}">
                    <a16:creationId xmlns:a16="http://schemas.microsoft.com/office/drawing/2014/main" id="{3311B9BA-46C4-B2EA-8FE1-2050D7CE565A}"/>
                  </a:ext>
                </a:extLst>
              </p:cNvPr>
              <p:cNvSpPr/>
              <p:nvPr/>
            </p:nvSpPr>
            <p:spPr>
              <a:xfrm>
                <a:off x="3495293" y="543201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701" name="Freeform 1700">
                <a:extLst>
                  <a:ext uri="{FF2B5EF4-FFF2-40B4-BE49-F238E27FC236}">
                    <a16:creationId xmlns:a16="http://schemas.microsoft.com/office/drawing/2014/main" id="{583B24B3-D511-6834-5B9C-735B469B5E92}"/>
                  </a:ext>
                </a:extLst>
              </p:cNvPr>
              <p:cNvSpPr/>
              <p:nvPr/>
            </p:nvSpPr>
            <p:spPr>
              <a:xfrm>
                <a:off x="3198494" y="548065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02" name="Freeform 1701">
                <a:extLst>
                  <a:ext uri="{FF2B5EF4-FFF2-40B4-BE49-F238E27FC236}">
                    <a16:creationId xmlns:a16="http://schemas.microsoft.com/office/drawing/2014/main" id="{B713550D-1508-C66F-3C72-24BED02B5CAA}"/>
                  </a:ext>
                </a:extLst>
              </p:cNvPr>
              <p:cNvSpPr/>
              <p:nvPr/>
            </p:nvSpPr>
            <p:spPr>
              <a:xfrm>
                <a:off x="3036950" y="53879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03" name="Freeform 1702">
                <a:extLst>
                  <a:ext uri="{FF2B5EF4-FFF2-40B4-BE49-F238E27FC236}">
                    <a16:creationId xmlns:a16="http://schemas.microsoft.com/office/drawing/2014/main" id="{71FCDDF2-996B-E9CD-8F7B-577D2E8A2CB9}"/>
                  </a:ext>
                </a:extLst>
              </p:cNvPr>
              <p:cNvSpPr/>
              <p:nvPr/>
            </p:nvSpPr>
            <p:spPr>
              <a:xfrm>
                <a:off x="3015868" y="541233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04" name="Freeform 1703">
                <a:extLst>
                  <a:ext uri="{FF2B5EF4-FFF2-40B4-BE49-F238E27FC236}">
                    <a16:creationId xmlns:a16="http://schemas.microsoft.com/office/drawing/2014/main" id="{C60B0F26-DBD4-EF01-05E0-7748A03E6BDD}"/>
                  </a:ext>
                </a:extLst>
              </p:cNvPr>
              <p:cNvSpPr/>
              <p:nvPr/>
            </p:nvSpPr>
            <p:spPr>
              <a:xfrm>
                <a:off x="3520439" y="546871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05" name="Freeform 1704">
                <a:extLst>
                  <a:ext uri="{FF2B5EF4-FFF2-40B4-BE49-F238E27FC236}">
                    <a16:creationId xmlns:a16="http://schemas.microsoft.com/office/drawing/2014/main" id="{CCA297C6-E185-0CC8-0B8E-0FA42FDD94B7}"/>
                  </a:ext>
                </a:extLst>
              </p:cNvPr>
              <p:cNvSpPr/>
              <p:nvPr/>
            </p:nvSpPr>
            <p:spPr>
              <a:xfrm>
                <a:off x="2864992" y="54090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06" name="Freeform 1705">
                <a:extLst>
                  <a:ext uri="{FF2B5EF4-FFF2-40B4-BE49-F238E27FC236}">
                    <a16:creationId xmlns:a16="http://schemas.microsoft.com/office/drawing/2014/main" id="{04E4ADC8-A4F4-AB03-36B6-3C416CD7BC14}"/>
                  </a:ext>
                </a:extLst>
              </p:cNvPr>
              <p:cNvSpPr/>
              <p:nvPr/>
            </p:nvSpPr>
            <p:spPr>
              <a:xfrm>
                <a:off x="3510279" y="55087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07" name="Freeform 1706">
                <a:extLst>
                  <a:ext uri="{FF2B5EF4-FFF2-40B4-BE49-F238E27FC236}">
                    <a16:creationId xmlns:a16="http://schemas.microsoft.com/office/drawing/2014/main" id="{DD49B491-B28E-4F0C-D8E7-824F5B2F0835}"/>
                  </a:ext>
                </a:extLst>
              </p:cNvPr>
              <p:cNvSpPr/>
              <p:nvPr/>
            </p:nvSpPr>
            <p:spPr>
              <a:xfrm>
                <a:off x="2868167" y="53135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08" name="Freeform 1707">
                <a:extLst>
                  <a:ext uri="{FF2B5EF4-FFF2-40B4-BE49-F238E27FC236}">
                    <a16:creationId xmlns:a16="http://schemas.microsoft.com/office/drawing/2014/main" id="{353EB548-4C27-C7BD-E256-6B466EA692E2}"/>
                  </a:ext>
                </a:extLst>
              </p:cNvPr>
              <p:cNvSpPr/>
              <p:nvPr/>
            </p:nvSpPr>
            <p:spPr>
              <a:xfrm>
                <a:off x="3497833" y="51712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09" name="Freeform 1708">
                <a:extLst>
                  <a:ext uri="{FF2B5EF4-FFF2-40B4-BE49-F238E27FC236}">
                    <a16:creationId xmlns:a16="http://schemas.microsoft.com/office/drawing/2014/main" id="{E6CCA944-2FB1-58A3-4B4D-10EF02928981}"/>
                  </a:ext>
                </a:extLst>
              </p:cNvPr>
              <p:cNvSpPr/>
              <p:nvPr/>
            </p:nvSpPr>
            <p:spPr>
              <a:xfrm>
                <a:off x="2865500" y="53861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0" name="Freeform 1709">
                <a:extLst>
                  <a:ext uri="{FF2B5EF4-FFF2-40B4-BE49-F238E27FC236}">
                    <a16:creationId xmlns:a16="http://schemas.microsoft.com/office/drawing/2014/main" id="{A1004357-3B96-6463-FC05-C0534B07BCB3}"/>
                  </a:ext>
                </a:extLst>
              </p:cNvPr>
              <p:cNvSpPr/>
              <p:nvPr/>
            </p:nvSpPr>
            <p:spPr>
              <a:xfrm>
                <a:off x="3516375" y="51918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1" name="Freeform 1710">
                <a:extLst>
                  <a:ext uri="{FF2B5EF4-FFF2-40B4-BE49-F238E27FC236}">
                    <a16:creationId xmlns:a16="http://schemas.microsoft.com/office/drawing/2014/main" id="{100756D0-9A15-DA2F-E161-9697357EFF59}"/>
                  </a:ext>
                </a:extLst>
              </p:cNvPr>
              <p:cNvSpPr/>
              <p:nvPr/>
            </p:nvSpPr>
            <p:spPr>
              <a:xfrm>
                <a:off x="2859023" y="54128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2" name="Freeform 1711">
                <a:extLst>
                  <a:ext uri="{FF2B5EF4-FFF2-40B4-BE49-F238E27FC236}">
                    <a16:creationId xmlns:a16="http://schemas.microsoft.com/office/drawing/2014/main" id="{9E485262-6E33-6DEC-4192-F06730410467}"/>
                  </a:ext>
                </a:extLst>
              </p:cNvPr>
              <p:cNvSpPr/>
              <p:nvPr/>
            </p:nvSpPr>
            <p:spPr>
              <a:xfrm>
                <a:off x="3516756" y="540623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3" name="Freeform 1712">
                <a:extLst>
                  <a:ext uri="{FF2B5EF4-FFF2-40B4-BE49-F238E27FC236}">
                    <a16:creationId xmlns:a16="http://schemas.microsoft.com/office/drawing/2014/main" id="{D73C6DBE-8049-8551-9EFC-5BA472C8F553}"/>
                  </a:ext>
                </a:extLst>
              </p:cNvPr>
              <p:cNvSpPr/>
              <p:nvPr/>
            </p:nvSpPr>
            <p:spPr>
              <a:xfrm>
                <a:off x="2874517" y="554784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4" name="Freeform 1713">
                <a:extLst>
                  <a:ext uri="{FF2B5EF4-FFF2-40B4-BE49-F238E27FC236}">
                    <a16:creationId xmlns:a16="http://schemas.microsoft.com/office/drawing/2014/main" id="{F5663DB2-8613-E4A6-2476-BE50034C77EF}"/>
                  </a:ext>
                </a:extLst>
              </p:cNvPr>
              <p:cNvSpPr/>
              <p:nvPr/>
            </p:nvSpPr>
            <p:spPr>
              <a:xfrm>
                <a:off x="3014852" y="552637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5" name="Freeform 1714">
                <a:extLst>
                  <a:ext uri="{FF2B5EF4-FFF2-40B4-BE49-F238E27FC236}">
                    <a16:creationId xmlns:a16="http://schemas.microsoft.com/office/drawing/2014/main" id="{70CA14C0-6FE2-CB8F-D1F4-43DCB89636A2}"/>
                  </a:ext>
                </a:extLst>
              </p:cNvPr>
              <p:cNvSpPr/>
              <p:nvPr/>
            </p:nvSpPr>
            <p:spPr>
              <a:xfrm>
                <a:off x="3508501" y="53889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6" name="Freeform 1715">
                <a:extLst>
                  <a:ext uri="{FF2B5EF4-FFF2-40B4-BE49-F238E27FC236}">
                    <a16:creationId xmlns:a16="http://schemas.microsoft.com/office/drawing/2014/main" id="{38CC86C5-7789-5FB9-A952-AA5274BC9D25}"/>
                  </a:ext>
                </a:extLst>
              </p:cNvPr>
              <p:cNvSpPr/>
              <p:nvPr/>
            </p:nvSpPr>
            <p:spPr>
              <a:xfrm>
                <a:off x="2874771" y="535848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7" name="Freeform 1716">
                <a:extLst>
                  <a:ext uri="{FF2B5EF4-FFF2-40B4-BE49-F238E27FC236}">
                    <a16:creationId xmlns:a16="http://schemas.microsoft.com/office/drawing/2014/main" id="{4FC1A167-48D2-D331-769F-E8708F9FF4B7}"/>
                  </a:ext>
                </a:extLst>
              </p:cNvPr>
              <p:cNvSpPr/>
              <p:nvPr/>
            </p:nvSpPr>
            <p:spPr>
              <a:xfrm>
                <a:off x="3200526" y="529942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8" name="Freeform 1717">
                <a:extLst>
                  <a:ext uri="{FF2B5EF4-FFF2-40B4-BE49-F238E27FC236}">
                    <a16:creationId xmlns:a16="http://schemas.microsoft.com/office/drawing/2014/main" id="{0661F4BE-D79E-BF0E-59E5-EE1460AC55C2}"/>
                  </a:ext>
                </a:extLst>
              </p:cNvPr>
              <p:cNvSpPr/>
              <p:nvPr/>
            </p:nvSpPr>
            <p:spPr>
              <a:xfrm>
                <a:off x="3010280" y="53953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19" name="Freeform 1718">
                <a:extLst>
                  <a:ext uri="{FF2B5EF4-FFF2-40B4-BE49-F238E27FC236}">
                    <a16:creationId xmlns:a16="http://schemas.microsoft.com/office/drawing/2014/main" id="{8B556D3B-9647-8485-8017-3201DDE712A3}"/>
                  </a:ext>
                </a:extLst>
              </p:cNvPr>
              <p:cNvSpPr/>
              <p:nvPr/>
            </p:nvSpPr>
            <p:spPr>
              <a:xfrm>
                <a:off x="3021964" y="56157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20" name="Freeform 1719">
                <a:extLst>
                  <a:ext uri="{FF2B5EF4-FFF2-40B4-BE49-F238E27FC236}">
                    <a16:creationId xmlns:a16="http://schemas.microsoft.com/office/drawing/2014/main" id="{0E634B6B-699F-F316-5061-661B22C00E27}"/>
                  </a:ext>
                </a:extLst>
              </p:cNvPr>
              <p:cNvSpPr/>
              <p:nvPr/>
            </p:nvSpPr>
            <p:spPr>
              <a:xfrm>
                <a:off x="3349370" y="53944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21" name="Freeform 1720">
                <a:extLst>
                  <a:ext uri="{FF2B5EF4-FFF2-40B4-BE49-F238E27FC236}">
                    <a16:creationId xmlns:a16="http://schemas.microsoft.com/office/drawing/2014/main" id="{705852F2-DBC6-E241-11CE-3E0C0120DB93}"/>
                  </a:ext>
                </a:extLst>
              </p:cNvPr>
              <p:cNvSpPr/>
              <p:nvPr/>
            </p:nvSpPr>
            <p:spPr>
              <a:xfrm>
                <a:off x="3035934" y="54115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22" name="Freeform 1721">
                <a:extLst>
                  <a:ext uri="{FF2B5EF4-FFF2-40B4-BE49-F238E27FC236}">
                    <a16:creationId xmlns:a16="http://schemas.microsoft.com/office/drawing/2014/main" id="{3E1770CF-B35F-3552-460E-4AD065A7CDD5}"/>
                  </a:ext>
                </a:extLst>
              </p:cNvPr>
              <p:cNvSpPr/>
              <p:nvPr/>
            </p:nvSpPr>
            <p:spPr>
              <a:xfrm>
                <a:off x="3011042" y="54125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23" name="TextBox 1722">
                <a:extLst>
                  <a:ext uri="{FF2B5EF4-FFF2-40B4-BE49-F238E27FC236}">
                    <a16:creationId xmlns:a16="http://schemas.microsoft.com/office/drawing/2014/main" id="{99A799E3-56BB-7C29-7D18-0B5BADFF0B06}"/>
                  </a:ext>
                </a:extLst>
              </p:cNvPr>
              <p:cNvSpPr txBox="1"/>
              <p:nvPr/>
            </p:nvSpPr>
            <p:spPr>
              <a:xfrm>
                <a:off x="2720590" y="5026238"/>
                <a:ext cx="461778"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0.096</a:t>
                </a:r>
              </a:p>
            </p:txBody>
          </p:sp>
          <p:sp>
            <p:nvSpPr>
              <p:cNvPr id="1724" name="Freeform 1723">
                <a:extLst>
                  <a:ext uri="{FF2B5EF4-FFF2-40B4-BE49-F238E27FC236}">
                    <a16:creationId xmlns:a16="http://schemas.microsoft.com/office/drawing/2014/main" id="{84DB117D-B64B-00DC-37E6-101FFCCD07DA}"/>
                  </a:ext>
                </a:extLst>
              </p:cNvPr>
              <p:cNvSpPr/>
              <p:nvPr/>
            </p:nvSpPr>
            <p:spPr>
              <a:xfrm>
                <a:off x="2878454" y="5144234"/>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725" name="TextBox 1724">
                <a:extLst>
                  <a:ext uri="{FF2B5EF4-FFF2-40B4-BE49-F238E27FC236}">
                    <a16:creationId xmlns:a16="http://schemas.microsoft.com/office/drawing/2014/main" id="{C2FE27A3-5328-C27D-818A-E852597EF37A}"/>
                  </a:ext>
                </a:extLst>
              </p:cNvPr>
              <p:cNvSpPr txBox="1"/>
              <p:nvPr/>
            </p:nvSpPr>
            <p:spPr>
              <a:xfrm>
                <a:off x="3075029" y="4971348"/>
                <a:ext cx="434635" cy="343976"/>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726" name="Freeform 1725">
                <a:extLst>
                  <a:ext uri="{FF2B5EF4-FFF2-40B4-BE49-F238E27FC236}">
                    <a16:creationId xmlns:a16="http://schemas.microsoft.com/office/drawing/2014/main" id="{9BBBE675-D933-0152-0ABB-16A40BE462D0}"/>
                  </a:ext>
                </a:extLst>
              </p:cNvPr>
              <p:cNvSpPr/>
              <p:nvPr/>
            </p:nvSpPr>
            <p:spPr>
              <a:xfrm>
                <a:off x="3057016" y="5144234"/>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727" name="TextBox 1726">
                <a:extLst>
                  <a:ext uri="{FF2B5EF4-FFF2-40B4-BE49-F238E27FC236}">
                    <a16:creationId xmlns:a16="http://schemas.microsoft.com/office/drawing/2014/main" id="{935690D9-7C77-F287-3A3C-11E10C687869}"/>
                  </a:ext>
                </a:extLst>
              </p:cNvPr>
              <p:cNvSpPr txBox="1"/>
              <p:nvPr/>
            </p:nvSpPr>
            <p:spPr>
              <a:xfrm>
                <a:off x="2985748" y="4858445"/>
                <a:ext cx="434635" cy="343976"/>
              </a:xfrm>
              <a:prstGeom prst="rect">
                <a:avLst/>
              </a:prstGeom>
              <a:noFill/>
            </p:spPr>
            <p:txBody>
              <a:bodyPr wrap="none" rtlCol="0">
                <a:spAutoFit/>
              </a:bodyPr>
              <a:lstStyle/>
              <a:p>
                <a:pPr algn="ctr"/>
                <a:r>
                  <a:rPr lang="en-US" sz="1512" dirty="0">
                    <a:ln/>
                    <a:solidFill>
                      <a:srgbClr val="000000"/>
                    </a:solidFill>
                    <a:latin typeface="Arial"/>
                    <a:cs typeface="Arial"/>
                    <a:sym typeface="Arial"/>
                    <a:rtl val="0"/>
                  </a:rPr>
                  <a:t>***</a:t>
                </a:r>
              </a:p>
            </p:txBody>
          </p:sp>
          <p:sp>
            <p:nvSpPr>
              <p:cNvPr id="1728" name="Freeform 1727">
                <a:extLst>
                  <a:ext uri="{FF2B5EF4-FFF2-40B4-BE49-F238E27FC236}">
                    <a16:creationId xmlns:a16="http://schemas.microsoft.com/office/drawing/2014/main" id="{BEEB48F0-319F-88AD-4CF8-609BF4B6E13C}"/>
                  </a:ext>
                </a:extLst>
              </p:cNvPr>
              <p:cNvSpPr/>
              <p:nvPr/>
            </p:nvSpPr>
            <p:spPr>
              <a:xfrm>
                <a:off x="2878454" y="5031331"/>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729" name="Graphic 1517">
              <a:extLst>
                <a:ext uri="{FF2B5EF4-FFF2-40B4-BE49-F238E27FC236}">
                  <a16:creationId xmlns:a16="http://schemas.microsoft.com/office/drawing/2014/main" id="{A28F061A-BEB6-0A82-2749-B6CB5187AAFF}"/>
                </a:ext>
              </a:extLst>
            </p:cNvPr>
            <p:cNvGrpSpPr/>
            <p:nvPr/>
          </p:nvGrpSpPr>
          <p:grpSpPr>
            <a:xfrm>
              <a:off x="2465309" y="4661384"/>
              <a:ext cx="1191469" cy="1196086"/>
              <a:chOff x="2465309" y="4661384"/>
              <a:chExt cx="1191469" cy="1196086"/>
            </a:xfrm>
          </p:grpSpPr>
          <p:sp>
            <p:nvSpPr>
              <p:cNvPr id="1730" name="Freeform 1729">
                <a:extLst>
                  <a:ext uri="{FF2B5EF4-FFF2-40B4-BE49-F238E27FC236}">
                    <a16:creationId xmlns:a16="http://schemas.microsoft.com/office/drawing/2014/main" id="{4042EC1E-1ACD-3892-D0BB-2B0BB4B5FCD3}"/>
                  </a:ext>
                </a:extLst>
              </p:cNvPr>
              <p:cNvSpPr/>
              <p:nvPr/>
            </p:nvSpPr>
            <p:spPr>
              <a:xfrm>
                <a:off x="2781045" y="4963640"/>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731" name="TextBox 1730">
                <a:extLst>
                  <a:ext uri="{FF2B5EF4-FFF2-40B4-BE49-F238E27FC236}">
                    <a16:creationId xmlns:a16="http://schemas.microsoft.com/office/drawing/2014/main" id="{796F53BE-A331-BD0B-B846-B8A4607FDB62}"/>
                  </a:ext>
                </a:extLst>
              </p:cNvPr>
              <p:cNvSpPr txBox="1"/>
              <p:nvPr/>
            </p:nvSpPr>
            <p:spPr>
              <a:xfrm>
                <a:off x="2465309" y="553391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732" name="TextBox 1731">
                <a:extLst>
                  <a:ext uri="{FF2B5EF4-FFF2-40B4-BE49-F238E27FC236}">
                    <a16:creationId xmlns:a16="http://schemas.microsoft.com/office/drawing/2014/main" id="{9749FD8D-5EC3-B9D8-2A2A-3F3C911B9A4B}"/>
                  </a:ext>
                </a:extLst>
              </p:cNvPr>
              <p:cNvSpPr txBox="1"/>
              <p:nvPr/>
            </p:nvSpPr>
            <p:spPr>
              <a:xfrm>
                <a:off x="2465309" y="535992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a:t>
                </a:r>
              </a:p>
            </p:txBody>
          </p:sp>
          <p:sp>
            <p:nvSpPr>
              <p:cNvPr id="1733" name="TextBox 1732">
                <a:extLst>
                  <a:ext uri="{FF2B5EF4-FFF2-40B4-BE49-F238E27FC236}">
                    <a16:creationId xmlns:a16="http://schemas.microsoft.com/office/drawing/2014/main" id="{7BE75E7D-A6BA-8287-7B91-91560ED77FD1}"/>
                  </a:ext>
                </a:extLst>
              </p:cNvPr>
              <p:cNvSpPr txBox="1"/>
              <p:nvPr/>
            </p:nvSpPr>
            <p:spPr>
              <a:xfrm>
                <a:off x="2465309" y="518580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6%</a:t>
                </a:r>
              </a:p>
            </p:txBody>
          </p:sp>
          <p:sp>
            <p:nvSpPr>
              <p:cNvPr id="1734" name="TextBox 1733">
                <a:extLst>
                  <a:ext uri="{FF2B5EF4-FFF2-40B4-BE49-F238E27FC236}">
                    <a16:creationId xmlns:a16="http://schemas.microsoft.com/office/drawing/2014/main" id="{E2A88B7B-5EBF-E933-25B0-A692EBC1C6CF}"/>
                  </a:ext>
                </a:extLst>
              </p:cNvPr>
              <p:cNvSpPr txBox="1"/>
              <p:nvPr/>
            </p:nvSpPr>
            <p:spPr>
              <a:xfrm>
                <a:off x="2465309" y="501181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9%</a:t>
                </a:r>
              </a:p>
            </p:txBody>
          </p:sp>
          <p:sp>
            <p:nvSpPr>
              <p:cNvPr id="1735" name="Freeform 1734">
                <a:extLst>
                  <a:ext uri="{FF2B5EF4-FFF2-40B4-BE49-F238E27FC236}">
                    <a16:creationId xmlns:a16="http://schemas.microsoft.com/office/drawing/2014/main" id="{1895F7C1-C606-4FEA-1B64-58B8FF110B67}"/>
                  </a:ext>
                </a:extLst>
              </p:cNvPr>
              <p:cNvSpPr/>
              <p:nvPr/>
            </p:nvSpPr>
            <p:spPr>
              <a:xfrm>
                <a:off x="2746246" y="564080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736" name="Freeform 1735">
                <a:extLst>
                  <a:ext uri="{FF2B5EF4-FFF2-40B4-BE49-F238E27FC236}">
                    <a16:creationId xmlns:a16="http://schemas.microsoft.com/office/drawing/2014/main" id="{F9E5FDB5-E969-8C86-4DB0-3903E3B32C28}"/>
                  </a:ext>
                </a:extLst>
              </p:cNvPr>
              <p:cNvSpPr/>
              <p:nvPr/>
            </p:nvSpPr>
            <p:spPr>
              <a:xfrm>
                <a:off x="2746246" y="546681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737" name="Freeform 1736">
                <a:extLst>
                  <a:ext uri="{FF2B5EF4-FFF2-40B4-BE49-F238E27FC236}">
                    <a16:creationId xmlns:a16="http://schemas.microsoft.com/office/drawing/2014/main" id="{93DEAB46-F7A3-F000-45F5-37D792C68888}"/>
                  </a:ext>
                </a:extLst>
              </p:cNvPr>
              <p:cNvSpPr/>
              <p:nvPr/>
            </p:nvSpPr>
            <p:spPr>
              <a:xfrm>
                <a:off x="2746246" y="529269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738" name="Freeform 1737">
                <a:extLst>
                  <a:ext uri="{FF2B5EF4-FFF2-40B4-BE49-F238E27FC236}">
                    <a16:creationId xmlns:a16="http://schemas.microsoft.com/office/drawing/2014/main" id="{46F8B51A-2A09-2858-BF81-494E1B7598E0}"/>
                  </a:ext>
                </a:extLst>
              </p:cNvPr>
              <p:cNvSpPr/>
              <p:nvPr/>
            </p:nvSpPr>
            <p:spPr>
              <a:xfrm>
                <a:off x="2746246" y="511870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739" name="Freeform 1738">
                <a:extLst>
                  <a:ext uri="{FF2B5EF4-FFF2-40B4-BE49-F238E27FC236}">
                    <a16:creationId xmlns:a16="http://schemas.microsoft.com/office/drawing/2014/main" id="{E5F4F01A-B5EA-EB9F-0EB0-250A7C7B6E12}"/>
                  </a:ext>
                </a:extLst>
              </p:cNvPr>
              <p:cNvSpPr/>
              <p:nvPr/>
            </p:nvSpPr>
            <p:spPr>
              <a:xfrm>
                <a:off x="2781045" y="5640804"/>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740" name="Freeform 1739">
                <a:extLst>
                  <a:ext uri="{FF2B5EF4-FFF2-40B4-BE49-F238E27FC236}">
                    <a16:creationId xmlns:a16="http://schemas.microsoft.com/office/drawing/2014/main" id="{D421F0EC-0D90-0861-5F96-D81A41FFEF8F}"/>
                  </a:ext>
                </a:extLst>
              </p:cNvPr>
              <p:cNvSpPr/>
              <p:nvPr/>
            </p:nvSpPr>
            <p:spPr>
              <a:xfrm>
                <a:off x="2878453"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741" name="Freeform 1740">
                <a:extLst>
                  <a:ext uri="{FF2B5EF4-FFF2-40B4-BE49-F238E27FC236}">
                    <a16:creationId xmlns:a16="http://schemas.microsoft.com/office/drawing/2014/main" id="{B72B9822-607B-81A9-F135-97A25A70FABB}"/>
                  </a:ext>
                </a:extLst>
              </p:cNvPr>
              <p:cNvSpPr/>
              <p:nvPr/>
            </p:nvSpPr>
            <p:spPr>
              <a:xfrm>
                <a:off x="3040759"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742" name="Freeform 1741">
                <a:extLst>
                  <a:ext uri="{FF2B5EF4-FFF2-40B4-BE49-F238E27FC236}">
                    <a16:creationId xmlns:a16="http://schemas.microsoft.com/office/drawing/2014/main" id="{BE17D3F7-0B96-CD60-FDD3-F14F5D87BA6A}"/>
                  </a:ext>
                </a:extLst>
              </p:cNvPr>
              <p:cNvSpPr/>
              <p:nvPr/>
            </p:nvSpPr>
            <p:spPr>
              <a:xfrm>
                <a:off x="3203066"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743" name="Freeform 1742">
                <a:extLst>
                  <a:ext uri="{FF2B5EF4-FFF2-40B4-BE49-F238E27FC236}">
                    <a16:creationId xmlns:a16="http://schemas.microsoft.com/office/drawing/2014/main" id="{1EA74023-ED74-C2E0-A7B5-B60A65AB60FE}"/>
                  </a:ext>
                </a:extLst>
              </p:cNvPr>
              <p:cNvSpPr/>
              <p:nvPr/>
            </p:nvSpPr>
            <p:spPr>
              <a:xfrm>
                <a:off x="3365371"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744" name="Freeform 1743">
                <a:extLst>
                  <a:ext uri="{FF2B5EF4-FFF2-40B4-BE49-F238E27FC236}">
                    <a16:creationId xmlns:a16="http://schemas.microsoft.com/office/drawing/2014/main" id="{94697DB9-B998-7EC9-0AE0-D59AED47F324}"/>
                  </a:ext>
                </a:extLst>
              </p:cNvPr>
              <p:cNvSpPr/>
              <p:nvPr/>
            </p:nvSpPr>
            <p:spPr>
              <a:xfrm>
                <a:off x="3527677"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745" name="TextBox 1744">
                <a:extLst>
                  <a:ext uri="{FF2B5EF4-FFF2-40B4-BE49-F238E27FC236}">
                    <a16:creationId xmlns:a16="http://schemas.microsoft.com/office/drawing/2014/main" id="{06C5461C-1C0B-580B-8DD5-241AF43402B5}"/>
                  </a:ext>
                </a:extLst>
              </p:cNvPr>
              <p:cNvSpPr txBox="1"/>
              <p:nvPr/>
            </p:nvSpPr>
            <p:spPr>
              <a:xfrm>
                <a:off x="2738325" y="5636658"/>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746" name="TextBox 1745">
                <a:extLst>
                  <a:ext uri="{FF2B5EF4-FFF2-40B4-BE49-F238E27FC236}">
                    <a16:creationId xmlns:a16="http://schemas.microsoft.com/office/drawing/2014/main" id="{770C804B-C589-B130-5AB4-6D88C2D589A0}"/>
                  </a:ext>
                </a:extLst>
              </p:cNvPr>
              <p:cNvSpPr txBox="1"/>
              <p:nvPr/>
            </p:nvSpPr>
            <p:spPr>
              <a:xfrm>
                <a:off x="2928623" y="5636658"/>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747" name="TextBox 1746">
                <a:extLst>
                  <a:ext uri="{FF2B5EF4-FFF2-40B4-BE49-F238E27FC236}">
                    <a16:creationId xmlns:a16="http://schemas.microsoft.com/office/drawing/2014/main" id="{0991FFE3-B7D2-806E-9992-3CC079DFD727}"/>
                  </a:ext>
                </a:extLst>
              </p:cNvPr>
              <p:cNvSpPr txBox="1"/>
              <p:nvPr/>
            </p:nvSpPr>
            <p:spPr>
              <a:xfrm>
                <a:off x="3062088" y="5636658"/>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748" name="TextBox 1747">
                <a:extLst>
                  <a:ext uri="{FF2B5EF4-FFF2-40B4-BE49-F238E27FC236}">
                    <a16:creationId xmlns:a16="http://schemas.microsoft.com/office/drawing/2014/main" id="{AA48F51D-054E-D258-9ED5-9EF6BBCA7091}"/>
                  </a:ext>
                </a:extLst>
              </p:cNvPr>
              <p:cNvSpPr txBox="1"/>
              <p:nvPr/>
            </p:nvSpPr>
            <p:spPr>
              <a:xfrm>
                <a:off x="3198947" y="5636658"/>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749" name="TextBox 1748">
                <a:extLst>
                  <a:ext uri="{FF2B5EF4-FFF2-40B4-BE49-F238E27FC236}">
                    <a16:creationId xmlns:a16="http://schemas.microsoft.com/office/drawing/2014/main" id="{F8ADDE8C-96DB-631D-DDE2-938E66DDC2AC}"/>
                  </a:ext>
                </a:extLst>
              </p:cNvPr>
              <p:cNvSpPr txBox="1"/>
              <p:nvPr/>
            </p:nvSpPr>
            <p:spPr>
              <a:xfrm>
                <a:off x="3398575" y="5636658"/>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752" name="TextBox 1751">
                <a:extLst>
                  <a:ext uri="{FF2B5EF4-FFF2-40B4-BE49-F238E27FC236}">
                    <a16:creationId xmlns:a16="http://schemas.microsoft.com/office/drawing/2014/main" id="{7BDF12A9-2ED5-64C3-F778-8EA302EDB90B}"/>
                  </a:ext>
                </a:extLst>
              </p:cNvPr>
              <p:cNvSpPr txBox="1"/>
              <p:nvPr/>
            </p:nvSpPr>
            <p:spPr>
              <a:xfrm>
                <a:off x="2774436" y="4661384"/>
                <a:ext cx="858752" cy="251619"/>
              </a:xfrm>
              <a:prstGeom prst="rect">
                <a:avLst/>
              </a:prstGeom>
              <a:noFill/>
            </p:spPr>
            <p:txBody>
              <a:bodyPr wrap="square" rtlCol="0">
                <a:spAutoFit/>
              </a:bodyPr>
              <a:lstStyle/>
              <a:p>
                <a:pPr algn="ctr"/>
                <a:r>
                  <a:rPr lang="en-US" sz="945" dirty="0">
                    <a:ln/>
                    <a:solidFill>
                      <a:srgbClr val="000000"/>
                    </a:solidFill>
                    <a:latin typeface="Arial"/>
                    <a:cs typeface="Arial"/>
                    <a:sym typeface="Arial"/>
                    <a:rtl val="0"/>
                  </a:rPr>
                  <a:t>7_Pall_Glut</a:t>
                </a:r>
              </a:p>
            </p:txBody>
          </p:sp>
        </p:grpSp>
      </p:grpSp>
      <p:grpSp>
        <p:nvGrpSpPr>
          <p:cNvPr id="1753" name="Graphic 1519">
            <a:extLst>
              <a:ext uri="{FF2B5EF4-FFF2-40B4-BE49-F238E27FC236}">
                <a16:creationId xmlns:a16="http://schemas.microsoft.com/office/drawing/2014/main" id="{4A1F5D78-7840-7B72-09E3-9D73722A6DF9}"/>
              </a:ext>
            </a:extLst>
          </p:cNvPr>
          <p:cNvGrpSpPr/>
          <p:nvPr/>
        </p:nvGrpSpPr>
        <p:grpSpPr>
          <a:xfrm>
            <a:off x="3239066" y="3103309"/>
            <a:ext cx="1137633" cy="1130191"/>
            <a:chOff x="3842323" y="4661384"/>
            <a:chExt cx="1203962" cy="1196086"/>
          </a:xfrm>
        </p:grpSpPr>
        <p:grpSp>
          <p:nvGrpSpPr>
            <p:cNvPr id="1756" name="Graphic 1519">
              <a:extLst>
                <a:ext uri="{FF2B5EF4-FFF2-40B4-BE49-F238E27FC236}">
                  <a16:creationId xmlns:a16="http://schemas.microsoft.com/office/drawing/2014/main" id="{A8AE4002-8481-209F-2088-8F9FA856D10E}"/>
                </a:ext>
              </a:extLst>
            </p:cNvPr>
            <p:cNvGrpSpPr/>
            <p:nvPr/>
          </p:nvGrpSpPr>
          <p:grpSpPr>
            <a:xfrm>
              <a:off x="4216142" y="4858445"/>
              <a:ext cx="780545" cy="782485"/>
              <a:chOff x="4216142" y="4858445"/>
              <a:chExt cx="780545" cy="782485"/>
            </a:xfrm>
          </p:grpSpPr>
          <p:sp>
            <p:nvSpPr>
              <p:cNvPr id="1757" name="Freeform 1756">
                <a:extLst>
                  <a:ext uri="{FF2B5EF4-FFF2-40B4-BE49-F238E27FC236}">
                    <a16:creationId xmlns:a16="http://schemas.microsoft.com/office/drawing/2014/main" id="{E139C3DC-E6CD-9CCF-73D0-5F26C00EF1F1}"/>
                  </a:ext>
                </a:extLst>
              </p:cNvPr>
              <p:cNvSpPr/>
              <p:nvPr/>
            </p:nvSpPr>
            <p:spPr>
              <a:xfrm>
                <a:off x="4307839" y="4963640"/>
                <a:ext cx="688848" cy="677290"/>
              </a:xfrm>
              <a:custGeom>
                <a:avLst/>
                <a:gdLst>
                  <a:gd name="csX0" fmla="*/ 0 w 688848"/>
                  <a:gd name="csY0" fmla="*/ 0 h 677290"/>
                  <a:gd name="csX1" fmla="*/ 688848 w 688848"/>
                  <a:gd name="csY1" fmla="*/ 0 h 677290"/>
                  <a:gd name="csX2" fmla="*/ 688848 w 688848"/>
                  <a:gd name="csY2" fmla="*/ 677291 h 677290"/>
                  <a:gd name="csX3" fmla="*/ 0 w 688848"/>
                  <a:gd name="csY3" fmla="*/ 677291 h 677290"/>
                </a:gdLst>
                <a:ahLst/>
                <a:cxnLst>
                  <a:cxn ang="0">
                    <a:pos x="csX0" y="csY0"/>
                  </a:cxn>
                  <a:cxn ang="0">
                    <a:pos x="csX1" y="csY1"/>
                  </a:cxn>
                  <a:cxn ang="0">
                    <a:pos x="csX2" y="csY2"/>
                  </a:cxn>
                  <a:cxn ang="0">
                    <a:pos x="csX3" y="csY3"/>
                  </a:cxn>
                </a:cxnLst>
                <a:rect l="l" t="t" r="r" b="b"/>
                <a:pathLst>
                  <a:path w="688848" h="677290">
                    <a:moveTo>
                      <a:pt x="0" y="0"/>
                    </a:moveTo>
                    <a:lnTo>
                      <a:pt x="688848" y="0"/>
                    </a:lnTo>
                    <a:lnTo>
                      <a:pt x="688848"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758" name="Freeform 1757">
                <a:extLst>
                  <a:ext uri="{FF2B5EF4-FFF2-40B4-BE49-F238E27FC236}">
                    <a16:creationId xmlns:a16="http://schemas.microsoft.com/office/drawing/2014/main" id="{FFC5DFC9-0945-7E66-AC65-E5B0108EDF54}"/>
                  </a:ext>
                </a:extLst>
              </p:cNvPr>
              <p:cNvSpPr/>
              <p:nvPr/>
            </p:nvSpPr>
            <p:spPr>
              <a:xfrm>
                <a:off x="4347590" y="5397472"/>
                <a:ext cx="79501" cy="243331"/>
              </a:xfrm>
              <a:custGeom>
                <a:avLst/>
                <a:gdLst>
                  <a:gd name="csX0" fmla="*/ 0 w 79501"/>
                  <a:gd name="csY0" fmla="*/ 0 h 243331"/>
                  <a:gd name="csX1" fmla="*/ 79502 w 79501"/>
                  <a:gd name="csY1" fmla="*/ 0 h 243331"/>
                  <a:gd name="csX2" fmla="*/ 79502 w 79501"/>
                  <a:gd name="csY2" fmla="*/ 243332 h 243331"/>
                  <a:gd name="csX3" fmla="*/ 0 w 79501"/>
                  <a:gd name="csY3" fmla="*/ 243332 h 243331"/>
                </a:gdLst>
                <a:ahLst/>
                <a:cxnLst>
                  <a:cxn ang="0">
                    <a:pos x="csX0" y="csY0"/>
                  </a:cxn>
                  <a:cxn ang="0">
                    <a:pos x="csX1" y="csY1"/>
                  </a:cxn>
                  <a:cxn ang="0">
                    <a:pos x="csX2" y="csY2"/>
                  </a:cxn>
                  <a:cxn ang="0">
                    <a:pos x="csX3" y="csY3"/>
                  </a:cxn>
                </a:cxnLst>
                <a:rect l="l" t="t" r="r" b="b"/>
                <a:pathLst>
                  <a:path w="79501" h="243331">
                    <a:moveTo>
                      <a:pt x="0" y="0"/>
                    </a:moveTo>
                    <a:lnTo>
                      <a:pt x="79502" y="0"/>
                    </a:lnTo>
                    <a:lnTo>
                      <a:pt x="79502" y="243332"/>
                    </a:lnTo>
                    <a:lnTo>
                      <a:pt x="0" y="243332"/>
                    </a:lnTo>
                    <a:close/>
                  </a:path>
                </a:pathLst>
              </a:custGeom>
              <a:solidFill>
                <a:srgbClr val="1965B0"/>
              </a:solidFill>
              <a:ln w="13589" cap="flat">
                <a:noFill/>
                <a:prstDash val="solid"/>
                <a:miter/>
              </a:ln>
            </p:spPr>
            <p:txBody>
              <a:bodyPr/>
              <a:lstStyle/>
              <a:p>
                <a:pPr algn="ctr"/>
                <a:endParaRPr lang="en-US" sz="1890"/>
              </a:p>
            </p:txBody>
          </p:sp>
          <p:sp>
            <p:nvSpPr>
              <p:cNvPr id="1759" name="Freeform 1758">
                <a:extLst>
                  <a:ext uri="{FF2B5EF4-FFF2-40B4-BE49-F238E27FC236}">
                    <a16:creationId xmlns:a16="http://schemas.microsoft.com/office/drawing/2014/main" id="{DF068BB1-EE72-02A0-DFBF-59C23C8E32FC}"/>
                  </a:ext>
                </a:extLst>
              </p:cNvPr>
              <p:cNvSpPr/>
              <p:nvPr/>
            </p:nvSpPr>
            <p:spPr>
              <a:xfrm>
                <a:off x="4480051" y="5427317"/>
                <a:ext cx="79502" cy="213613"/>
              </a:xfrm>
              <a:custGeom>
                <a:avLst/>
                <a:gdLst>
                  <a:gd name="csX0" fmla="*/ 0 w 79502"/>
                  <a:gd name="csY0" fmla="*/ 0 h 213613"/>
                  <a:gd name="csX1" fmla="*/ 79502 w 79502"/>
                  <a:gd name="csY1" fmla="*/ 0 h 213613"/>
                  <a:gd name="csX2" fmla="*/ 79502 w 79502"/>
                  <a:gd name="csY2" fmla="*/ 213614 h 213613"/>
                  <a:gd name="csX3" fmla="*/ 0 w 79502"/>
                  <a:gd name="csY3" fmla="*/ 213614 h 213613"/>
                </a:gdLst>
                <a:ahLst/>
                <a:cxnLst>
                  <a:cxn ang="0">
                    <a:pos x="csX0" y="csY0"/>
                  </a:cxn>
                  <a:cxn ang="0">
                    <a:pos x="csX1" y="csY1"/>
                  </a:cxn>
                  <a:cxn ang="0">
                    <a:pos x="csX2" y="csY2"/>
                  </a:cxn>
                  <a:cxn ang="0">
                    <a:pos x="csX3" y="csY3"/>
                  </a:cxn>
                </a:cxnLst>
                <a:rect l="l" t="t" r="r" b="b"/>
                <a:pathLst>
                  <a:path w="79502" h="213613">
                    <a:moveTo>
                      <a:pt x="0" y="0"/>
                    </a:moveTo>
                    <a:lnTo>
                      <a:pt x="79502" y="0"/>
                    </a:lnTo>
                    <a:lnTo>
                      <a:pt x="79502" y="213614"/>
                    </a:lnTo>
                    <a:lnTo>
                      <a:pt x="0" y="213614"/>
                    </a:lnTo>
                    <a:close/>
                  </a:path>
                </a:pathLst>
              </a:custGeom>
              <a:solidFill>
                <a:srgbClr val="4EB265"/>
              </a:solidFill>
              <a:ln w="13589" cap="flat">
                <a:noFill/>
                <a:prstDash val="solid"/>
                <a:miter/>
              </a:ln>
            </p:spPr>
            <p:txBody>
              <a:bodyPr/>
              <a:lstStyle/>
              <a:p>
                <a:pPr algn="ctr"/>
                <a:endParaRPr lang="en-US" sz="1890"/>
              </a:p>
            </p:txBody>
          </p:sp>
          <p:sp>
            <p:nvSpPr>
              <p:cNvPr id="1760" name="Freeform 1759">
                <a:extLst>
                  <a:ext uri="{FF2B5EF4-FFF2-40B4-BE49-F238E27FC236}">
                    <a16:creationId xmlns:a16="http://schemas.microsoft.com/office/drawing/2014/main" id="{B77D132E-7B47-E691-87D3-050E5ED6D17E}"/>
                  </a:ext>
                </a:extLst>
              </p:cNvPr>
              <p:cNvSpPr/>
              <p:nvPr/>
            </p:nvSpPr>
            <p:spPr>
              <a:xfrm>
                <a:off x="4612512" y="5376644"/>
                <a:ext cx="79502" cy="264159"/>
              </a:xfrm>
              <a:custGeom>
                <a:avLst/>
                <a:gdLst>
                  <a:gd name="csX0" fmla="*/ 0 w 79502"/>
                  <a:gd name="csY0" fmla="*/ 0 h 264159"/>
                  <a:gd name="csX1" fmla="*/ 79502 w 79502"/>
                  <a:gd name="csY1" fmla="*/ 0 h 264159"/>
                  <a:gd name="csX2" fmla="*/ 79502 w 79502"/>
                  <a:gd name="csY2" fmla="*/ 264160 h 264159"/>
                  <a:gd name="csX3" fmla="*/ 0 w 79502"/>
                  <a:gd name="csY3" fmla="*/ 264160 h 264159"/>
                </a:gdLst>
                <a:ahLst/>
                <a:cxnLst>
                  <a:cxn ang="0">
                    <a:pos x="csX0" y="csY0"/>
                  </a:cxn>
                  <a:cxn ang="0">
                    <a:pos x="csX1" y="csY1"/>
                  </a:cxn>
                  <a:cxn ang="0">
                    <a:pos x="csX2" y="csY2"/>
                  </a:cxn>
                  <a:cxn ang="0">
                    <a:pos x="csX3" y="csY3"/>
                  </a:cxn>
                </a:cxnLst>
                <a:rect l="l" t="t" r="r" b="b"/>
                <a:pathLst>
                  <a:path w="79502" h="264159">
                    <a:moveTo>
                      <a:pt x="0" y="0"/>
                    </a:moveTo>
                    <a:lnTo>
                      <a:pt x="79502" y="0"/>
                    </a:lnTo>
                    <a:lnTo>
                      <a:pt x="79502" y="264160"/>
                    </a:lnTo>
                    <a:lnTo>
                      <a:pt x="0" y="264160"/>
                    </a:lnTo>
                    <a:close/>
                  </a:path>
                </a:pathLst>
              </a:custGeom>
              <a:solidFill>
                <a:srgbClr val="F7F056"/>
              </a:solidFill>
              <a:ln w="13589" cap="flat">
                <a:noFill/>
                <a:prstDash val="solid"/>
                <a:miter/>
              </a:ln>
            </p:spPr>
            <p:txBody>
              <a:bodyPr/>
              <a:lstStyle/>
              <a:p>
                <a:pPr algn="ctr"/>
                <a:endParaRPr lang="en-US" sz="1890"/>
              </a:p>
            </p:txBody>
          </p:sp>
          <p:sp>
            <p:nvSpPr>
              <p:cNvPr id="1761" name="Freeform 1760">
                <a:extLst>
                  <a:ext uri="{FF2B5EF4-FFF2-40B4-BE49-F238E27FC236}">
                    <a16:creationId xmlns:a16="http://schemas.microsoft.com/office/drawing/2014/main" id="{186AD665-667B-CB6D-A20E-82005D9EC6D6}"/>
                  </a:ext>
                </a:extLst>
              </p:cNvPr>
              <p:cNvSpPr/>
              <p:nvPr/>
            </p:nvSpPr>
            <p:spPr>
              <a:xfrm>
                <a:off x="4744973" y="5360134"/>
                <a:ext cx="79502" cy="280796"/>
              </a:xfrm>
              <a:custGeom>
                <a:avLst/>
                <a:gdLst>
                  <a:gd name="csX0" fmla="*/ 0 w 79502"/>
                  <a:gd name="csY0" fmla="*/ 0 h 280796"/>
                  <a:gd name="csX1" fmla="*/ 79502 w 79502"/>
                  <a:gd name="csY1" fmla="*/ 0 h 280796"/>
                  <a:gd name="csX2" fmla="*/ 79502 w 79502"/>
                  <a:gd name="csY2" fmla="*/ 280797 h 280796"/>
                  <a:gd name="csX3" fmla="*/ 0 w 79502"/>
                  <a:gd name="csY3" fmla="*/ 280797 h 280796"/>
                </a:gdLst>
                <a:ahLst/>
                <a:cxnLst>
                  <a:cxn ang="0">
                    <a:pos x="csX0" y="csY0"/>
                  </a:cxn>
                  <a:cxn ang="0">
                    <a:pos x="csX1" y="csY1"/>
                  </a:cxn>
                  <a:cxn ang="0">
                    <a:pos x="csX2" y="csY2"/>
                  </a:cxn>
                  <a:cxn ang="0">
                    <a:pos x="csX3" y="csY3"/>
                  </a:cxn>
                </a:cxnLst>
                <a:rect l="l" t="t" r="r" b="b"/>
                <a:pathLst>
                  <a:path w="79502" h="280796">
                    <a:moveTo>
                      <a:pt x="0" y="0"/>
                    </a:moveTo>
                    <a:lnTo>
                      <a:pt x="79502" y="0"/>
                    </a:lnTo>
                    <a:lnTo>
                      <a:pt x="79502" y="280797"/>
                    </a:lnTo>
                    <a:lnTo>
                      <a:pt x="0" y="280797"/>
                    </a:lnTo>
                    <a:close/>
                  </a:path>
                </a:pathLst>
              </a:custGeom>
              <a:solidFill>
                <a:srgbClr val="7BAFDE"/>
              </a:solidFill>
              <a:ln w="13589" cap="flat">
                <a:noFill/>
                <a:prstDash val="solid"/>
                <a:miter/>
              </a:ln>
            </p:spPr>
            <p:txBody>
              <a:bodyPr/>
              <a:lstStyle/>
              <a:p>
                <a:pPr algn="ctr"/>
                <a:endParaRPr lang="en-US" sz="1890"/>
              </a:p>
            </p:txBody>
          </p:sp>
          <p:sp>
            <p:nvSpPr>
              <p:cNvPr id="1762" name="Freeform 1761">
                <a:extLst>
                  <a:ext uri="{FF2B5EF4-FFF2-40B4-BE49-F238E27FC236}">
                    <a16:creationId xmlns:a16="http://schemas.microsoft.com/office/drawing/2014/main" id="{9274B0BC-C857-4D25-B512-9E54D7712370}"/>
                  </a:ext>
                </a:extLst>
              </p:cNvPr>
              <p:cNvSpPr/>
              <p:nvPr/>
            </p:nvSpPr>
            <p:spPr>
              <a:xfrm>
                <a:off x="4877434" y="5480149"/>
                <a:ext cx="79502" cy="160654"/>
              </a:xfrm>
              <a:custGeom>
                <a:avLst/>
                <a:gdLst>
                  <a:gd name="csX0" fmla="*/ 0 w 79502"/>
                  <a:gd name="csY0" fmla="*/ 0 h 160654"/>
                  <a:gd name="csX1" fmla="*/ 79502 w 79502"/>
                  <a:gd name="csY1" fmla="*/ 0 h 160654"/>
                  <a:gd name="csX2" fmla="*/ 79502 w 79502"/>
                  <a:gd name="csY2" fmla="*/ 160655 h 160654"/>
                  <a:gd name="csX3" fmla="*/ 0 w 79502"/>
                  <a:gd name="csY3" fmla="*/ 160655 h 160654"/>
                </a:gdLst>
                <a:ahLst/>
                <a:cxnLst>
                  <a:cxn ang="0">
                    <a:pos x="csX0" y="csY0"/>
                  </a:cxn>
                  <a:cxn ang="0">
                    <a:pos x="csX1" y="csY1"/>
                  </a:cxn>
                  <a:cxn ang="0">
                    <a:pos x="csX2" y="csY2"/>
                  </a:cxn>
                  <a:cxn ang="0">
                    <a:pos x="csX3" y="csY3"/>
                  </a:cxn>
                </a:cxnLst>
                <a:rect l="l" t="t" r="r" b="b"/>
                <a:pathLst>
                  <a:path w="79502" h="160654">
                    <a:moveTo>
                      <a:pt x="0" y="0"/>
                    </a:moveTo>
                    <a:lnTo>
                      <a:pt x="79502" y="0"/>
                    </a:lnTo>
                    <a:lnTo>
                      <a:pt x="79502" y="160655"/>
                    </a:lnTo>
                    <a:lnTo>
                      <a:pt x="0" y="160655"/>
                    </a:lnTo>
                    <a:close/>
                  </a:path>
                </a:pathLst>
              </a:custGeom>
              <a:solidFill>
                <a:srgbClr val="DC050C"/>
              </a:solidFill>
              <a:ln w="13589" cap="flat">
                <a:noFill/>
                <a:prstDash val="solid"/>
                <a:miter/>
              </a:ln>
            </p:spPr>
            <p:txBody>
              <a:bodyPr/>
              <a:lstStyle/>
              <a:p>
                <a:pPr algn="ctr"/>
                <a:endParaRPr lang="en-US" sz="1890"/>
              </a:p>
            </p:txBody>
          </p:sp>
          <p:sp>
            <p:nvSpPr>
              <p:cNvPr id="1763" name="Freeform 1762">
                <a:extLst>
                  <a:ext uri="{FF2B5EF4-FFF2-40B4-BE49-F238E27FC236}">
                    <a16:creationId xmlns:a16="http://schemas.microsoft.com/office/drawing/2014/main" id="{813EDBE6-F4CB-AD62-474C-3C8C8C092F85}"/>
                  </a:ext>
                </a:extLst>
              </p:cNvPr>
              <p:cNvSpPr/>
              <p:nvPr/>
            </p:nvSpPr>
            <p:spPr>
              <a:xfrm>
                <a:off x="4360924" y="5361530"/>
                <a:ext cx="52959" cy="12700"/>
              </a:xfrm>
              <a:custGeom>
                <a:avLst/>
                <a:gdLst>
                  <a:gd name="csX0" fmla="*/ 0 w 52959"/>
                  <a:gd name="csY0" fmla="*/ 0 h 12700"/>
                  <a:gd name="csX1" fmla="*/ 52959 w 52959"/>
                  <a:gd name="csY1" fmla="*/ 0 h 12700"/>
                </a:gdLst>
                <a:ahLst/>
                <a:cxnLst>
                  <a:cxn ang="0">
                    <a:pos x="csX0" y="csY0"/>
                  </a:cxn>
                  <a:cxn ang="0">
                    <a:pos x="csX1" y="csY1"/>
                  </a:cxn>
                </a:cxnLst>
                <a:rect l="l" t="t" r="r" b="b"/>
                <a:pathLst>
                  <a:path w="52959"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764" name="Freeform 1763">
                <a:extLst>
                  <a:ext uri="{FF2B5EF4-FFF2-40B4-BE49-F238E27FC236}">
                    <a16:creationId xmlns:a16="http://schemas.microsoft.com/office/drawing/2014/main" id="{212838A6-C1A1-B8EB-AED1-359A435D471B}"/>
                  </a:ext>
                </a:extLst>
              </p:cNvPr>
              <p:cNvSpPr/>
              <p:nvPr/>
            </p:nvSpPr>
            <p:spPr>
              <a:xfrm>
                <a:off x="4387341" y="5361530"/>
                <a:ext cx="12700" cy="72009"/>
              </a:xfrm>
              <a:custGeom>
                <a:avLst/>
                <a:gdLst>
                  <a:gd name="csX0" fmla="*/ 0 w 12700"/>
                  <a:gd name="csY0" fmla="*/ 0 h 72009"/>
                  <a:gd name="csX1" fmla="*/ 0 w 12700"/>
                  <a:gd name="csY1" fmla="*/ 72009 h 72009"/>
                </a:gdLst>
                <a:ahLst/>
                <a:cxnLst>
                  <a:cxn ang="0">
                    <a:pos x="csX0" y="csY0"/>
                  </a:cxn>
                  <a:cxn ang="0">
                    <a:pos x="csX1" y="csY1"/>
                  </a:cxn>
                </a:cxnLst>
                <a:rect l="l" t="t" r="r" b="b"/>
                <a:pathLst>
                  <a:path w="12700" h="72009">
                    <a:moveTo>
                      <a:pt x="0" y="0"/>
                    </a:moveTo>
                    <a:lnTo>
                      <a:pt x="0" y="72009"/>
                    </a:lnTo>
                  </a:path>
                </a:pathLst>
              </a:custGeom>
              <a:noFill/>
              <a:ln w="13589" cap="flat">
                <a:solidFill>
                  <a:srgbClr val="000000"/>
                </a:solidFill>
                <a:prstDash val="solid"/>
                <a:round/>
              </a:ln>
            </p:spPr>
            <p:txBody>
              <a:bodyPr/>
              <a:lstStyle/>
              <a:p>
                <a:pPr algn="ctr"/>
                <a:endParaRPr lang="en-US" sz="1890"/>
              </a:p>
            </p:txBody>
          </p:sp>
          <p:sp>
            <p:nvSpPr>
              <p:cNvPr id="1765" name="Freeform 1764">
                <a:extLst>
                  <a:ext uri="{FF2B5EF4-FFF2-40B4-BE49-F238E27FC236}">
                    <a16:creationId xmlns:a16="http://schemas.microsoft.com/office/drawing/2014/main" id="{1F90379F-86B8-D0AA-8C02-16BD6CF9F27C}"/>
                  </a:ext>
                </a:extLst>
              </p:cNvPr>
              <p:cNvSpPr/>
              <p:nvPr/>
            </p:nvSpPr>
            <p:spPr>
              <a:xfrm>
                <a:off x="4360924" y="5433540"/>
                <a:ext cx="52959" cy="12700"/>
              </a:xfrm>
              <a:custGeom>
                <a:avLst/>
                <a:gdLst>
                  <a:gd name="csX0" fmla="*/ 0 w 52959"/>
                  <a:gd name="csY0" fmla="*/ 0 h 12700"/>
                  <a:gd name="csX1" fmla="*/ 52959 w 52959"/>
                  <a:gd name="csY1" fmla="*/ 0 h 12700"/>
                </a:gdLst>
                <a:ahLst/>
                <a:cxnLst>
                  <a:cxn ang="0">
                    <a:pos x="csX0" y="csY0"/>
                  </a:cxn>
                  <a:cxn ang="0">
                    <a:pos x="csX1" y="csY1"/>
                  </a:cxn>
                </a:cxnLst>
                <a:rect l="l" t="t" r="r" b="b"/>
                <a:pathLst>
                  <a:path w="52959"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766" name="Freeform 1765">
                <a:extLst>
                  <a:ext uri="{FF2B5EF4-FFF2-40B4-BE49-F238E27FC236}">
                    <a16:creationId xmlns:a16="http://schemas.microsoft.com/office/drawing/2014/main" id="{4C88CDA3-9D98-582A-C957-DFBDA784A26B}"/>
                  </a:ext>
                </a:extLst>
              </p:cNvPr>
              <p:cNvSpPr/>
              <p:nvPr/>
            </p:nvSpPr>
            <p:spPr>
              <a:xfrm>
                <a:off x="4493385" y="5409791"/>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767" name="Freeform 1766">
                <a:extLst>
                  <a:ext uri="{FF2B5EF4-FFF2-40B4-BE49-F238E27FC236}">
                    <a16:creationId xmlns:a16="http://schemas.microsoft.com/office/drawing/2014/main" id="{7BFF1E25-4ADD-EC41-A094-2F58A6A78135}"/>
                  </a:ext>
                </a:extLst>
              </p:cNvPr>
              <p:cNvSpPr/>
              <p:nvPr/>
            </p:nvSpPr>
            <p:spPr>
              <a:xfrm>
                <a:off x="4519802" y="5409791"/>
                <a:ext cx="12700" cy="34925"/>
              </a:xfrm>
              <a:custGeom>
                <a:avLst/>
                <a:gdLst>
                  <a:gd name="csX0" fmla="*/ 0 w 12700"/>
                  <a:gd name="csY0" fmla="*/ 0 h 34925"/>
                  <a:gd name="csX1" fmla="*/ 0 w 12700"/>
                  <a:gd name="csY1" fmla="*/ 34925 h 34925"/>
                </a:gdLst>
                <a:ahLst/>
                <a:cxnLst>
                  <a:cxn ang="0">
                    <a:pos x="csX0" y="csY0"/>
                  </a:cxn>
                  <a:cxn ang="0">
                    <a:pos x="csX1" y="csY1"/>
                  </a:cxn>
                </a:cxnLst>
                <a:rect l="l" t="t" r="r" b="b"/>
                <a:pathLst>
                  <a:path w="12700" h="34925">
                    <a:moveTo>
                      <a:pt x="0" y="0"/>
                    </a:moveTo>
                    <a:lnTo>
                      <a:pt x="0" y="34925"/>
                    </a:lnTo>
                  </a:path>
                </a:pathLst>
              </a:custGeom>
              <a:noFill/>
              <a:ln w="13589" cap="flat">
                <a:solidFill>
                  <a:srgbClr val="000000"/>
                </a:solidFill>
                <a:prstDash val="solid"/>
                <a:round/>
              </a:ln>
            </p:spPr>
            <p:txBody>
              <a:bodyPr/>
              <a:lstStyle/>
              <a:p>
                <a:pPr algn="ctr"/>
                <a:endParaRPr lang="en-US" sz="1890"/>
              </a:p>
            </p:txBody>
          </p:sp>
          <p:sp>
            <p:nvSpPr>
              <p:cNvPr id="1768" name="Freeform 1767">
                <a:extLst>
                  <a:ext uri="{FF2B5EF4-FFF2-40B4-BE49-F238E27FC236}">
                    <a16:creationId xmlns:a16="http://schemas.microsoft.com/office/drawing/2014/main" id="{BC78A070-5627-8A2E-6AB4-C5A560B6B1BB}"/>
                  </a:ext>
                </a:extLst>
              </p:cNvPr>
              <p:cNvSpPr/>
              <p:nvPr/>
            </p:nvSpPr>
            <p:spPr>
              <a:xfrm>
                <a:off x="4493385" y="5444716"/>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769" name="Freeform 1768">
                <a:extLst>
                  <a:ext uri="{FF2B5EF4-FFF2-40B4-BE49-F238E27FC236}">
                    <a16:creationId xmlns:a16="http://schemas.microsoft.com/office/drawing/2014/main" id="{DDD444A8-A302-1548-7418-89DEB4090E9D}"/>
                  </a:ext>
                </a:extLst>
              </p:cNvPr>
              <p:cNvSpPr/>
              <p:nvPr/>
            </p:nvSpPr>
            <p:spPr>
              <a:xfrm>
                <a:off x="4625846" y="5189319"/>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770" name="Freeform 1769">
                <a:extLst>
                  <a:ext uri="{FF2B5EF4-FFF2-40B4-BE49-F238E27FC236}">
                    <a16:creationId xmlns:a16="http://schemas.microsoft.com/office/drawing/2014/main" id="{DE12C2A3-ACB8-53BD-AE0E-2408FCA5FCAC}"/>
                  </a:ext>
                </a:extLst>
              </p:cNvPr>
              <p:cNvSpPr/>
              <p:nvPr/>
            </p:nvSpPr>
            <p:spPr>
              <a:xfrm>
                <a:off x="4652263" y="5189319"/>
                <a:ext cx="12700" cy="374649"/>
              </a:xfrm>
              <a:custGeom>
                <a:avLst/>
                <a:gdLst>
                  <a:gd name="csX0" fmla="*/ 0 w 12700"/>
                  <a:gd name="csY0" fmla="*/ 0 h 374649"/>
                  <a:gd name="csX1" fmla="*/ 0 w 12700"/>
                  <a:gd name="csY1" fmla="*/ 374650 h 374649"/>
                </a:gdLst>
                <a:ahLst/>
                <a:cxnLst>
                  <a:cxn ang="0">
                    <a:pos x="csX0" y="csY0"/>
                  </a:cxn>
                  <a:cxn ang="0">
                    <a:pos x="csX1" y="csY1"/>
                  </a:cxn>
                </a:cxnLst>
                <a:rect l="l" t="t" r="r" b="b"/>
                <a:pathLst>
                  <a:path w="12700" h="374649">
                    <a:moveTo>
                      <a:pt x="0" y="0"/>
                    </a:moveTo>
                    <a:lnTo>
                      <a:pt x="0" y="374650"/>
                    </a:lnTo>
                  </a:path>
                </a:pathLst>
              </a:custGeom>
              <a:noFill/>
              <a:ln w="13589" cap="flat">
                <a:solidFill>
                  <a:srgbClr val="000000"/>
                </a:solidFill>
                <a:prstDash val="solid"/>
                <a:round/>
              </a:ln>
            </p:spPr>
            <p:txBody>
              <a:bodyPr/>
              <a:lstStyle/>
              <a:p>
                <a:pPr algn="ctr"/>
                <a:endParaRPr lang="en-US" sz="1890"/>
              </a:p>
            </p:txBody>
          </p:sp>
          <p:sp>
            <p:nvSpPr>
              <p:cNvPr id="1771" name="Freeform 1770">
                <a:extLst>
                  <a:ext uri="{FF2B5EF4-FFF2-40B4-BE49-F238E27FC236}">
                    <a16:creationId xmlns:a16="http://schemas.microsoft.com/office/drawing/2014/main" id="{DD1A42F5-5DB9-0461-02AD-1F11B4843056}"/>
                  </a:ext>
                </a:extLst>
              </p:cNvPr>
              <p:cNvSpPr/>
              <p:nvPr/>
            </p:nvSpPr>
            <p:spPr>
              <a:xfrm>
                <a:off x="4625846" y="5563968"/>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772" name="Freeform 1771">
                <a:extLst>
                  <a:ext uri="{FF2B5EF4-FFF2-40B4-BE49-F238E27FC236}">
                    <a16:creationId xmlns:a16="http://schemas.microsoft.com/office/drawing/2014/main" id="{4A037E60-E386-B90C-76D7-61028737F0CC}"/>
                  </a:ext>
                </a:extLst>
              </p:cNvPr>
              <p:cNvSpPr/>
              <p:nvPr/>
            </p:nvSpPr>
            <p:spPr>
              <a:xfrm>
                <a:off x="4890769" y="5462115"/>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773" name="Freeform 1772">
                <a:extLst>
                  <a:ext uri="{FF2B5EF4-FFF2-40B4-BE49-F238E27FC236}">
                    <a16:creationId xmlns:a16="http://schemas.microsoft.com/office/drawing/2014/main" id="{61F349DB-CAAD-B465-8502-D80C316EDA8A}"/>
                  </a:ext>
                </a:extLst>
              </p:cNvPr>
              <p:cNvSpPr/>
              <p:nvPr/>
            </p:nvSpPr>
            <p:spPr>
              <a:xfrm>
                <a:off x="4917185" y="5462115"/>
                <a:ext cx="12700" cy="36067"/>
              </a:xfrm>
              <a:custGeom>
                <a:avLst/>
                <a:gdLst>
                  <a:gd name="csX0" fmla="*/ 0 w 12700"/>
                  <a:gd name="csY0" fmla="*/ 0 h 36067"/>
                  <a:gd name="csX1" fmla="*/ 0 w 12700"/>
                  <a:gd name="csY1" fmla="*/ 36068 h 36067"/>
                </a:gdLst>
                <a:ahLst/>
                <a:cxnLst>
                  <a:cxn ang="0">
                    <a:pos x="csX0" y="csY0"/>
                  </a:cxn>
                  <a:cxn ang="0">
                    <a:pos x="csX1" y="csY1"/>
                  </a:cxn>
                </a:cxnLst>
                <a:rect l="l" t="t" r="r" b="b"/>
                <a:pathLst>
                  <a:path w="12700" h="36067">
                    <a:moveTo>
                      <a:pt x="0" y="0"/>
                    </a:moveTo>
                    <a:lnTo>
                      <a:pt x="0" y="36068"/>
                    </a:lnTo>
                  </a:path>
                </a:pathLst>
              </a:custGeom>
              <a:noFill/>
              <a:ln w="13589" cap="flat">
                <a:solidFill>
                  <a:srgbClr val="000000"/>
                </a:solidFill>
                <a:prstDash val="solid"/>
                <a:round/>
              </a:ln>
            </p:spPr>
            <p:txBody>
              <a:bodyPr/>
              <a:lstStyle/>
              <a:p>
                <a:pPr algn="ctr"/>
                <a:endParaRPr lang="en-US" sz="1890"/>
              </a:p>
            </p:txBody>
          </p:sp>
          <p:sp>
            <p:nvSpPr>
              <p:cNvPr id="1774" name="Freeform 1773">
                <a:extLst>
                  <a:ext uri="{FF2B5EF4-FFF2-40B4-BE49-F238E27FC236}">
                    <a16:creationId xmlns:a16="http://schemas.microsoft.com/office/drawing/2014/main" id="{F1487C3B-58DC-307E-9D63-C549B8C15BDB}"/>
                  </a:ext>
                </a:extLst>
              </p:cNvPr>
              <p:cNvSpPr/>
              <p:nvPr/>
            </p:nvSpPr>
            <p:spPr>
              <a:xfrm>
                <a:off x="4890769" y="5498182"/>
                <a:ext cx="52958" cy="12700"/>
              </a:xfrm>
              <a:custGeom>
                <a:avLst/>
                <a:gdLst>
                  <a:gd name="csX0" fmla="*/ 0 w 52958"/>
                  <a:gd name="csY0" fmla="*/ 0 h 12700"/>
                  <a:gd name="csX1" fmla="*/ 52959 w 52958"/>
                  <a:gd name="csY1" fmla="*/ 0 h 12700"/>
                </a:gdLst>
                <a:ahLst/>
                <a:cxnLst>
                  <a:cxn ang="0">
                    <a:pos x="csX0" y="csY0"/>
                  </a:cxn>
                  <a:cxn ang="0">
                    <a:pos x="csX1" y="csY1"/>
                  </a:cxn>
                </a:cxnLst>
                <a:rect l="l" t="t" r="r" b="b"/>
                <a:pathLst>
                  <a:path w="52958" h="12700">
                    <a:moveTo>
                      <a:pt x="0" y="0"/>
                    </a:moveTo>
                    <a:lnTo>
                      <a:pt x="52959" y="0"/>
                    </a:lnTo>
                  </a:path>
                </a:pathLst>
              </a:custGeom>
              <a:noFill/>
              <a:ln w="13589" cap="flat">
                <a:solidFill>
                  <a:srgbClr val="000000"/>
                </a:solidFill>
                <a:prstDash val="solid"/>
                <a:round/>
              </a:ln>
            </p:spPr>
            <p:txBody>
              <a:bodyPr/>
              <a:lstStyle/>
              <a:p>
                <a:pPr algn="ctr"/>
                <a:endParaRPr lang="en-US" sz="1890"/>
              </a:p>
            </p:txBody>
          </p:sp>
          <p:sp>
            <p:nvSpPr>
              <p:cNvPr id="1775" name="Freeform 1774">
                <a:extLst>
                  <a:ext uri="{FF2B5EF4-FFF2-40B4-BE49-F238E27FC236}">
                    <a16:creationId xmlns:a16="http://schemas.microsoft.com/office/drawing/2014/main" id="{2362CF8C-7471-76CD-0DFB-92B65EC30EEA}"/>
                  </a:ext>
                </a:extLst>
              </p:cNvPr>
              <p:cNvSpPr/>
              <p:nvPr/>
            </p:nvSpPr>
            <p:spPr>
              <a:xfrm>
                <a:off x="4645278" y="517052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76" name="Freeform 1775">
                <a:extLst>
                  <a:ext uri="{FF2B5EF4-FFF2-40B4-BE49-F238E27FC236}">
                    <a16:creationId xmlns:a16="http://schemas.microsoft.com/office/drawing/2014/main" id="{FA05739A-D925-BEED-82FF-3602DB8F19AD}"/>
                  </a:ext>
                </a:extLst>
              </p:cNvPr>
              <p:cNvSpPr/>
              <p:nvPr/>
            </p:nvSpPr>
            <p:spPr>
              <a:xfrm>
                <a:off x="4513325" y="5458559"/>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77" name="Freeform 1776">
                <a:extLst>
                  <a:ext uri="{FF2B5EF4-FFF2-40B4-BE49-F238E27FC236}">
                    <a16:creationId xmlns:a16="http://schemas.microsoft.com/office/drawing/2014/main" id="{7CAA570C-6C3B-8FBE-89D7-DA754C7580D6}"/>
                  </a:ext>
                </a:extLst>
              </p:cNvPr>
              <p:cNvSpPr/>
              <p:nvPr/>
            </p:nvSpPr>
            <p:spPr>
              <a:xfrm>
                <a:off x="4496180" y="541372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78" name="Freeform 1777">
                <a:extLst>
                  <a:ext uri="{FF2B5EF4-FFF2-40B4-BE49-F238E27FC236}">
                    <a16:creationId xmlns:a16="http://schemas.microsoft.com/office/drawing/2014/main" id="{C348EBE4-F842-57E2-9C8D-F2F6BB49EF83}"/>
                  </a:ext>
                </a:extLst>
              </p:cNvPr>
              <p:cNvSpPr/>
              <p:nvPr/>
            </p:nvSpPr>
            <p:spPr>
              <a:xfrm>
                <a:off x="4907914" y="548992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79" name="Freeform 1778">
                <a:extLst>
                  <a:ext uri="{FF2B5EF4-FFF2-40B4-BE49-F238E27FC236}">
                    <a16:creationId xmlns:a16="http://schemas.microsoft.com/office/drawing/2014/main" id="{6F4846FE-679C-4ECC-E27C-87FAC7FD7D55}"/>
                  </a:ext>
                </a:extLst>
              </p:cNvPr>
              <p:cNvSpPr/>
              <p:nvPr/>
            </p:nvSpPr>
            <p:spPr>
              <a:xfrm>
                <a:off x="4373117" y="53382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0" name="Freeform 1779">
                <a:extLst>
                  <a:ext uri="{FF2B5EF4-FFF2-40B4-BE49-F238E27FC236}">
                    <a16:creationId xmlns:a16="http://schemas.microsoft.com/office/drawing/2014/main" id="{47F0E6F8-5032-D048-6F81-8CDBA9E493B8}"/>
                  </a:ext>
                </a:extLst>
              </p:cNvPr>
              <p:cNvSpPr/>
              <p:nvPr/>
            </p:nvSpPr>
            <p:spPr>
              <a:xfrm>
                <a:off x="4899659" y="542338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1" name="Freeform 1780">
                <a:extLst>
                  <a:ext uri="{FF2B5EF4-FFF2-40B4-BE49-F238E27FC236}">
                    <a16:creationId xmlns:a16="http://schemas.microsoft.com/office/drawing/2014/main" id="{FB95BE13-8CBE-AED5-AAF8-A524FBEABAB4}"/>
                  </a:ext>
                </a:extLst>
              </p:cNvPr>
              <p:cNvSpPr/>
              <p:nvPr/>
            </p:nvSpPr>
            <p:spPr>
              <a:xfrm>
                <a:off x="4375657" y="542617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2" name="Freeform 1781">
                <a:extLst>
                  <a:ext uri="{FF2B5EF4-FFF2-40B4-BE49-F238E27FC236}">
                    <a16:creationId xmlns:a16="http://schemas.microsoft.com/office/drawing/2014/main" id="{D0B7480B-D456-0F1E-5C27-837C7710F616}"/>
                  </a:ext>
                </a:extLst>
              </p:cNvPr>
              <p:cNvSpPr/>
              <p:nvPr/>
            </p:nvSpPr>
            <p:spPr>
              <a:xfrm>
                <a:off x="4889499" y="540534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3" name="Freeform 1782">
                <a:extLst>
                  <a:ext uri="{FF2B5EF4-FFF2-40B4-BE49-F238E27FC236}">
                    <a16:creationId xmlns:a16="http://schemas.microsoft.com/office/drawing/2014/main" id="{AB729524-AC82-C50B-D2F6-90E192064F8C}"/>
                  </a:ext>
                </a:extLst>
              </p:cNvPr>
              <p:cNvSpPr/>
              <p:nvPr/>
            </p:nvSpPr>
            <p:spPr>
              <a:xfrm>
                <a:off x="4373498" y="540267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4" name="Freeform 1783">
                <a:extLst>
                  <a:ext uri="{FF2B5EF4-FFF2-40B4-BE49-F238E27FC236}">
                    <a16:creationId xmlns:a16="http://schemas.microsoft.com/office/drawing/2014/main" id="{040759C7-32A5-08D5-93CB-CB9EA2628858}"/>
                  </a:ext>
                </a:extLst>
              </p:cNvPr>
              <p:cNvSpPr/>
              <p:nvPr/>
            </p:nvSpPr>
            <p:spPr>
              <a:xfrm>
                <a:off x="4904612" y="55267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5" name="Freeform 1784">
                <a:extLst>
                  <a:ext uri="{FF2B5EF4-FFF2-40B4-BE49-F238E27FC236}">
                    <a16:creationId xmlns:a16="http://schemas.microsoft.com/office/drawing/2014/main" id="{0E540869-E51D-DE85-F509-FCE2EDB4F70F}"/>
                  </a:ext>
                </a:extLst>
              </p:cNvPr>
              <p:cNvSpPr/>
              <p:nvPr/>
            </p:nvSpPr>
            <p:spPr>
              <a:xfrm>
                <a:off x="4368164" y="54767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6" name="Freeform 1785">
                <a:extLst>
                  <a:ext uri="{FF2B5EF4-FFF2-40B4-BE49-F238E27FC236}">
                    <a16:creationId xmlns:a16="http://schemas.microsoft.com/office/drawing/2014/main" id="{53BB8D39-D517-3958-89B5-8D8F62CADF58}"/>
                  </a:ext>
                </a:extLst>
              </p:cNvPr>
              <p:cNvSpPr/>
              <p:nvPr/>
            </p:nvSpPr>
            <p:spPr>
              <a:xfrm>
                <a:off x="4904993" y="54537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7" name="Freeform 1786">
                <a:extLst>
                  <a:ext uri="{FF2B5EF4-FFF2-40B4-BE49-F238E27FC236}">
                    <a16:creationId xmlns:a16="http://schemas.microsoft.com/office/drawing/2014/main" id="{8FE6EE95-4E91-4A45-566D-DC193994A857}"/>
                  </a:ext>
                </a:extLst>
              </p:cNvPr>
              <p:cNvSpPr/>
              <p:nvPr/>
            </p:nvSpPr>
            <p:spPr>
              <a:xfrm>
                <a:off x="4380864" y="540979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8" name="Freeform 1787">
                <a:extLst>
                  <a:ext uri="{FF2B5EF4-FFF2-40B4-BE49-F238E27FC236}">
                    <a16:creationId xmlns:a16="http://schemas.microsoft.com/office/drawing/2014/main" id="{3831279C-B12D-7699-70E0-97D05AA7478F}"/>
                  </a:ext>
                </a:extLst>
              </p:cNvPr>
              <p:cNvSpPr/>
              <p:nvPr/>
            </p:nvSpPr>
            <p:spPr>
              <a:xfrm>
                <a:off x="4495291" y="5450050"/>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89" name="Freeform 1788">
                <a:extLst>
                  <a:ext uri="{FF2B5EF4-FFF2-40B4-BE49-F238E27FC236}">
                    <a16:creationId xmlns:a16="http://schemas.microsoft.com/office/drawing/2014/main" id="{9F85EBE6-BECF-BE6F-C6F0-74323FAEB1C0}"/>
                  </a:ext>
                </a:extLst>
              </p:cNvPr>
              <p:cNvSpPr/>
              <p:nvPr/>
            </p:nvSpPr>
            <p:spPr>
              <a:xfrm>
                <a:off x="4898135" y="54721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90" name="Freeform 1789">
                <a:extLst>
                  <a:ext uri="{FF2B5EF4-FFF2-40B4-BE49-F238E27FC236}">
                    <a16:creationId xmlns:a16="http://schemas.microsoft.com/office/drawing/2014/main" id="{1746811A-4956-87C7-4C04-F22BDD1A5A72}"/>
                  </a:ext>
                </a:extLst>
              </p:cNvPr>
              <p:cNvSpPr/>
              <p:nvPr/>
            </p:nvSpPr>
            <p:spPr>
              <a:xfrm>
                <a:off x="4380991" y="52246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91" name="Freeform 1790">
                <a:extLst>
                  <a:ext uri="{FF2B5EF4-FFF2-40B4-BE49-F238E27FC236}">
                    <a16:creationId xmlns:a16="http://schemas.microsoft.com/office/drawing/2014/main" id="{F9727EA2-5966-85B7-6F7B-35CAFDA199B9}"/>
                  </a:ext>
                </a:extLst>
              </p:cNvPr>
              <p:cNvSpPr/>
              <p:nvPr/>
            </p:nvSpPr>
            <p:spPr>
              <a:xfrm>
                <a:off x="4646929" y="55451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92" name="Freeform 1791">
                <a:extLst>
                  <a:ext uri="{FF2B5EF4-FFF2-40B4-BE49-F238E27FC236}">
                    <a16:creationId xmlns:a16="http://schemas.microsoft.com/office/drawing/2014/main" id="{87A7EA1D-6104-11BD-3331-B7F402715993}"/>
                  </a:ext>
                </a:extLst>
              </p:cNvPr>
              <p:cNvSpPr/>
              <p:nvPr/>
            </p:nvSpPr>
            <p:spPr>
              <a:xfrm>
                <a:off x="4491608" y="544281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93" name="Freeform 1792">
                <a:extLst>
                  <a:ext uri="{FF2B5EF4-FFF2-40B4-BE49-F238E27FC236}">
                    <a16:creationId xmlns:a16="http://schemas.microsoft.com/office/drawing/2014/main" id="{5637C58C-CC90-7B7D-1A8F-5C0ED02E4C59}"/>
                  </a:ext>
                </a:extLst>
              </p:cNvPr>
              <p:cNvSpPr/>
              <p:nvPr/>
            </p:nvSpPr>
            <p:spPr>
              <a:xfrm>
                <a:off x="4501133" y="539163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94" name="Freeform 1793">
                <a:extLst>
                  <a:ext uri="{FF2B5EF4-FFF2-40B4-BE49-F238E27FC236}">
                    <a16:creationId xmlns:a16="http://schemas.microsoft.com/office/drawing/2014/main" id="{6A384924-9245-FE94-5467-AFD42F4F5E2A}"/>
                  </a:ext>
                </a:extLst>
              </p:cNvPr>
              <p:cNvSpPr/>
              <p:nvPr/>
            </p:nvSpPr>
            <p:spPr>
              <a:xfrm>
                <a:off x="4768341" y="534222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95" name="Freeform 1794">
                <a:extLst>
                  <a:ext uri="{FF2B5EF4-FFF2-40B4-BE49-F238E27FC236}">
                    <a16:creationId xmlns:a16="http://schemas.microsoft.com/office/drawing/2014/main" id="{1B8A5333-7745-65E1-12A7-1EDEB3B9D157}"/>
                  </a:ext>
                </a:extLst>
              </p:cNvPr>
              <p:cNvSpPr/>
              <p:nvPr/>
            </p:nvSpPr>
            <p:spPr>
              <a:xfrm>
                <a:off x="4512436" y="53324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96" name="Freeform 1795">
                <a:extLst>
                  <a:ext uri="{FF2B5EF4-FFF2-40B4-BE49-F238E27FC236}">
                    <a16:creationId xmlns:a16="http://schemas.microsoft.com/office/drawing/2014/main" id="{38910F5A-E8D2-7E15-0732-0B5D55317F1D}"/>
                  </a:ext>
                </a:extLst>
              </p:cNvPr>
              <p:cNvSpPr/>
              <p:nvPr/>
            </p:nvSpPr>
            <p:spPr>
              <a:xfrm>
                <a:off x="4492243" y="53747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797" name="TextBox 1796">
                <a:extLst>
                  <a:ext uri="{FF2B5EF4-FFF2-40B4-BE49-F238E27FC236}">
                    <a16:creationId xmlns:a16="http://schemas.microsoft.com/office/drawing/2014/main" id="{3E255ABF-9466-E99F-F43D-ABB0B5FD39FB}"/>
                  </a:ext>
                </a:extLst>
              </p:cNvPr>
              <p:cNvSpPr txBox="1"/>
              <p:nvPr/>
            </p:nvSpPr>
            <p:spPr>
              <a:xfrm>
                <a:off x="4216142" y="5026238"/>
                <a:ext cx="461780"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0.439</a:t>
                </a:r>
              </a:p>
            </p:txBody>
          </p:sp>
          <p:sp>
            <p:nvSpPr>
              <p:cNvPr id="1798" name="Freeform 1797">
                <a:extLst>
                  <a:ext uri="{FF2B5EF4-FFF2-40B4-BE49-F238E27FC236}">
                    <a16:creationId xmlns:a16="http://schemas.microsoft.com/office/drawing/2014/main" id="{617C93FC-6B4D-9983-5BC9-B47ACAA8FE41}"/>
                  </a:ext>
                </a:extLst>
              </p:cNvPr>
              <p:cNvSpPr/>
              <p:nvPr/>
            </p:nvSpPr>
            <p:spPr>
              <a:xfrm>
                <a:off x="4387341" y="5144234"/>
                <a:ext cx="119253" cy="12700"/>
              </a:xfrm>
              <a:custGeom>
                <a:avLst/>
                <a:gdLst>
                  <a:gd name="csX0" fmla="*/ 0 w 119253"/>
                  <a:gd name="csY0" fmla="*/ 0 h 12700"/>
                  <a:gd name="csX1" fmla="*/ 119253 w 119253"/>
                  <a:gd name="csY1" fmla="*/ 0 h 12700"/>
                </a:gdLst>
                <a:ahLst/>
                <a:cxnLst>
                  <a:cxn ang="0">
                    <a:pos x="csX0" y="csY0"/>
                  </a:cxn>
                  <a:cxn ang="0">
                    <a:pos x="csX1" y="csY1"/>
                  </a:cxn>
                </a:cxnLst>
                <a:rect l="l" t="t" r="r" b="b"/>
                <a:pathLst>
                  <a:path w="119253" h="12700">
                    <a:moveTo>
                      <a:pt x="0" y="0"/>
                    </a:moveTo>
                    <a:lnTo>
                      <a:pt x="119253" y="0"/>
                    </a:lnTo>
                  </a:path>
                </a:pathLst>
              </a:custGeom>
              <a:ln w="13589" cap="rnd">
                <a:solidFill>
                  <a:srgbClr val="000000"/>
                </a:solidFill>
                <a:prstDash val="solid"/>
                <a:round/>
              </a:ln>
            </p:spPr>
            <p:txBody>
              <a:bodyPr/>
              <a:lstStyle/>
              <a:p>
                <a:pPr algn="ctr"/>
                <a:endParaRPr lang="en-US" sz="1890"/>
              </a:p>
            </p:txBody>
          </p:sp>
          <p:sp>
            <p:nvSpPr>
              <p:cNvPr id="1799" name="TextBox 1798">
                <a:extLst>
                  <a:ext uri="{FF2B5EF4-FFF2-40B4-BE49-F238E27FC236}">
                    <a16:creationId xmlns:a16="http://schemas.microsoft.com/office/drawing/2014/main" id="{BCB4E49A-CAEF-7A77-65A8-D408F63763BE}"/>
                  </a:ext>
                </a:extLst>
              </p:cNvPr>
              <p:cNvSpPr txBox="1"/>
              <p:nvPr/>
            </p:nvSpPr>
            <p:spPr>
              <a:xfrm>
                <a:off x="4547710" y="4971348"/>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800" name="Freeform 1799">
                <a:extLst>
                  <a:ext uri="{FF2B5EF4-FFF2-40B4-BE49-F238E27FC236}">
                    <a16:creationId xmlns:a16="http://schemas.microsoft.com/office/drawing/2014/main" id="{603DDE4A-AC0A-7C45-0833-BE843320C074}"/>
                  </a:ext>
                </a:extLst>
              </p:cNvPr>
              <p:cNvSpPr/>
              <p:nvPr/>
            </p:nvSpPr>
            <p:spPr>
              <a:xfrm>
                <a:off x="4533010" y="5144234"/>
                <a:ext cx="384175" cy="12700"/>
              </a:xfrm>
              <a:custGeom>
                <a:avLst/>
                <a:gdLst>
                  <a:gd name="csX0" fmla="*/ 0 w 384175"/>
                  <a:gd name="csY0" fmla="*/ 0 h 12700"/>
                  <a:gd name="csX1" fmla="*/ 384175 w 384175"/>
                  <a:gd name="csY1" fmla="*/ 0 h 12700"/>
                </a:gdLst>
                <a:ahLst/>
                <a:cxnLst>
                  <a:cxn ang="0">
                    <a:pos x="csX0" y="csY0"/>
                  </a:cxn>
                  <a:cxn ang="0">
                    <a:pos x="csX1" y="csY1"/>
                  </a:cxn>
                </a:cxnLst>
                <a:rect l="l" t="t" r="r" b="b"/>
                <a:pathLst>
                  <a:path w="384175" h="12700">
                    <a:moveTo>
                      <a:pt x="0" y="0"/>
                    </a:moveTo>
                    <a:lnTo>
                      <a:pt x="384175" y="0"/>
                    </a:lnTo>
                  </a:path>
                </a:pathLst>
              </a:custGeom>
              <a:ln w="13589" cap="rnd">
                <a:solidFill>
                  <a:srgbClr val="000000"/>
                </a:solidFill>
                <a:prstDash val="solid"/>
                <a:round/>
              </a:ln>
            </p:spPr>
            <p:txBody>
              <a:bodyPr/>
              <a:lstStyle/>
              <a:p>
                <a:pPr algn="ctr"/>
                <a:endParaRPr lang="en-US" sz="1890"/>
              </a:p>
            </p:txBody>
          </p:sp>
          <p:sp>
            <p:nvSpPr>
              <p:cNvPr id="1801" name="TextBox 1800">
                <a:extLst>
                  <a:ext uri="{FF2B5EF4-FFF2-40B4-BE49-F238E27FC236}">
                    <a16:creationId xmlns:a16="http://schemas.microsoft.com/office/drawing/2014/main" id="{BA152112-B637-6E7C-2B07-1E4EF69650F0}"/>
                  </a:ext>
                </a:extLst>
              </p:cNvPr>
              <p:cNvSpPr txBox="1"/>
              <p:nvPr/>
            </p:nvSpPr>
            <p:spPr>
              <a:xfrm>
                <a:off x="4434945" y="4858445"/>
                <a:ext cx="434635" cy="343975"/>
              </a:xfrm>
              <a:prstGeom prst="rect">
                <a:avLst/>
              </a:prstGeom>
              <a:noFill/>
            </p:spPr>
            <p:txBody>
              <a:bodyPr wrap="none" rtlCol="0">
                <a:spAutoFit/>
              </a:bodyPr>
              <a:lstStyle/>
              <a:p>
                <a:pPr algn="ctr"/>
                <a:r>
                  <a:rPr lang="en-US" sz="1512" dirty="0">
                    <a:ln/>
                    <a:solidFill>
                      <a:srgbClr val="000000"/>
                    </a:solidFill>
                    <a:latin typeface="Arial"/>
                    <a:cs typeface="Arial"/>
                    <a:sym typeface="Arial"/>
                    <a:rtl val="0"/>
                  </a:rPr>
                  <a:t>***</a:t>
                </a:r>
              </a:p>
            </p:txBody>
          </p:sp>
          <p:sp>
            <p:nvSpPr>
              <p:cNvPr id="1802" name="Freeform 1801">
                <a:extLst>
                  <a:ext uri="{FF2B5EF4-FFF2-40B4-BE49-F238E27FC236}">
                    <a16:creationId xmlns:a16="http://schemas.microsoft.com/office/drawing/2014/main" id="{F01A1CA7-9587-0501-75FE-591BA862FEBC}"/>
                  </a:ext>
                </a:extLst>
              </p:cNvPr>
              <p:cNvSpPr/>
              <p:nvPr/>
            </p:nvSpPr>
            <p:spPr>
              <a:xfrm>
                <a:off x="4387341" y="5031331"/>
                <a:ext cx="529844" cy="12700"/>
              </a:xfrm>
              <a:custGeom>
                <a:avLst/>
                <a:gdLst>
                  <a:gd name="csX0" fmla="*/ 0 w 529844"/>
                  <a:gd name="csY0" fmla="*/ 0 h 12700"/>
                  <a:gd name="csX1" fmla="*/ 529844 w 529844"/>
                  <a:gd name="csY1" fmla="*/ 0 h 12700"/>
                </a:gdLst>
                <a:ahLst/>
                <a:cxnLst>
                  <a:cxn ang="0">
                    <a:pos x="csX0" y="csY0"/>
                  </a:cxn>
                  <a:cxn ang="0">
                    <a:pos x="csX1" y="csY1"/>
                  </a:cxn>
                </a:cxnLst>
                <a:rect l="l" t="t" r="r" b="b"/>
                <a:pathLst>
                  <a:path w="529844" h="12700">
                    <a:moveTo>
                      <a:pt x="0" y="0"/>
                    </a:moveTo>
                    <a:lnTo>
                      <a:pt x="529844" y="0"/>
                    </a:lnTo>
                  </a:path>
                </a:pathLst>
              </a:custGeom>
              <a:ln w="13589" cap="rnd">
                <a:solidFill>
                  <a:srgbClr val="000000"/>
                </a:solidFill>
                <a:prstDash val="solid"/>
                <a:round/>
              </a:ln>
            </p:spPr>
            <p:txBody>
              <a:bodyPr/>
              <a:lstStyle/>
              <a:p>
                <a:pPr algn="ctr"/>
                <a:endParaRPr lang="en-US" sz="1890"/>
              </a:p>
            </p:txBody>
          </p:sp>
        </p:grpSp>
        <p:grpSp>
          <p:nvGrpSpPr>
            <p:cNvPr id="1803" name="Graphic 1519">
              <a:extLst>
                <a:ext uri="{FF2B5EF4-FFF2-40B4-BE49-F238E27FC236}">
                  <a16:creationId xmlns:a16="http://schemas.microsoft.com/office/drawing/2014/main" id="{911C75B1-4503-4D35-1761-C2BE15C5365E}"/>
                </a:ext>
              </a:extLst>
            </p:cNvPr>
            <p:cNvGrpSpPr/>
            <p:nvPr/>
          </p:nvGrpSpPr>
          <p:grpSpPr>
            <a:xfrm>
              <a:off x="3842323" y="4661384"/>
              <a:ext cx="1203962" cy="1196086"/>
              <a:chOff x="3842323" y="4661384"/>
              <a:chExt cx="1203962" cy="1196086"/>
            </a:xfrm>
          </p:grpSpPr>
          <p:sp>
            <p:nvSpPr>
              <p:cNvPr id="1804" name="Freeform 1803">
                <a:extLst>
                  <a:ext uri="{FF2B5EF4-FFF2-40B4-BE49-F238E27FC236}">
                    <a16:creationId xmlns:a16="http://schemas.microsoft.com/office/drawing/2014/main" id="{EFDC0DC5-2634-AB68-ADEB-67A3BBA8E398}"/>
                  </a:ext>
                </a:extLst>
              </p:cNvPr>
              <p:cNvSpPr/>
              <p:nvPr/>
            </p:nvSpPr>
            <p:spPr>
              <a:xfrm>
                <a:off x="4307838" y="4963640"/>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805" name="TextBox 1804">
                <a:extLst>
                  <a:ext uri="{FF2B5EF4-FFF2-40B4-BE49-F238E27FC236}">
                    <a16:creationId xmlns:a16="http://schemas.microsoft.com/office/drawing/2014/main" id="{5D4480C3-999B-79F2-778B-ED4A75D45CE6}"/>
                  </a:ext>
                </a:extLst>
              </p:cNvPr>
              <p:cNvSpPr txBox="1"/>
              <p:nvPr/>
            </p:nvSpPr>
            <p:spPr>
              <a:xfrm>
                <a:off x="3902239" y="5533915"/>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0.0%</a:t>
                </a:r>
              </a:p>
            </p:txBody>
          </p:sp>
          <p:sp>
            <p:nvSpPr>
              <p:cNvPr id="1806" name="TextBox 1805">
                <a:extLst>
                  <a:ext uri="{FF2B5EF4-FFF2-40B4-BE49-F238E27FC236}">
                    <a16:creationId xmlns:a16="http://schemas.microsoft.com/office/drawing/2014/main" id="{5FDB3FF4-59FF-683C-AB10-7DFB20CE3F23}"/>
                  </a:ext>
                </a:extLst>
              </p:cNvPr>
              <p:cNvSpPr txBox="1"/>
              <p:nvPr/>
            </p:nvSpPr>
            <p:spPr>
              <a:xfrm>
                <a:off x="3902239" y="5381134"/>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2.5%</a:t>
                </a:r>
              </a:p>
            </p:txBody>
          </p:sp>
          <p:sp>
            <p:nvSpPr>
              <p:cNvPr id="1807" name="TextBox 1806">
                <a:extLst>
                  <a:ext uri="{FF2B5EF4-FFF2-40B4-BE49-F238E27FC236}">
                    <a16:creationId xmlns:a16="http://schemas.microsoft.com/office/drawing/2014/main" id="{9B4CDA16-D368-EA75-BA7E-52C7B96CADE0}"/>
                  </a:ext>
                </a:extLst>
              </p:cNvPr>
              <p:cNvSpPr txBox="1"/>
              <p:nvPr/>
            </p:nvSpPr>
            <p:spPr>
              <a:xfrm>
                <a:off x="3902239" y="5228226"/>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5.0%</a:t>
                </a:r>
              </a:p>
            </p:txBody>
          </p:sp>
          <p:sp>
            <p:nvSpPr>
              <p:cNvPr id="1808" name="TextBox 1807">
                <a:extLst>
                  <a:ext uri="{FF2B5EF4-FFF2-40B4-BE49-F238E27FC236}">
                    <a16:creationId xmlns:a16="http://schemas.microsoft.com/office/drawing/2014/main" id="{62F648AE-AC83-9FB6-4ECA-E3F6D0C3142D}"/>
                  </a:ext>
                </a:extLst>
              </p:cNvPr>
              <p:cNvSpPr txBox="1"/>
              <p:nvPr/>
            </p:nvSpPr>
            <p:spPr>
              <a:xfrm>
                <a:off x="3902239" y="5075445"/>
                <a:ext cx="43124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7.5%</a:t>
                </a:r>
              </a:p>
            </p:txBody>
          </p:sp>
          <p:sp>
            <p:nvSpPr>
              <p:cNvPr id="1809" name="TextBox 1808">
                <a:extLst>
                  <a:ext uri="{FF2B5EF4-FFF2-40B4-BE49-F238E27FC236}">
                    <a16:creationId xmlns:a16="http://schemas.microsoft.com/office/drawing/2014/main" id="{253CFE92-EB0B-0FBB-D110-37868634D0B3}"/>
                  </a:ext>
                </a:extLst>
              </p:cNvPr>
              <p:cNvSpPr txBox="1"/>
              <p:nvPr/>
            </p:nvSpPr>
            <p:spPr>
              <a:xfrm>
                <a:off x="3842323" y="4922537"/>
                <a:ext cx="4889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10.0%</a:t>
                </a:r>
              </a:p>
            </p:txBody>
          </p:sp>
          <p:sp>
            <p:nvSpPr>
              <p:cNvPr id="1810" name="Freeform 1809">
                <a:extLst>
                  <a:ext uri="{FF2B5EF4-FFF2-40B4-BE49-F238E27FC236}">
                    <a16:creationId xmlns:a16="http://schemas.microsoft.com/office/drawing/2014/main" id="{8D46817C-205F-9CC9-5221-6DB563E68F7D}"/>
                  </a:ext>
                </a:extLst>
              </p:cNvPr>
              <p:cNvSpPr/>
              <p:nvPr/>
            </p:nvSpPr>
            <p:spPr>
              <a:xfrm>
                <a:off x="4273041" y="564080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11" name="Freeform 1810">
                <a:extLst>
                  <a:ext uri="{FF2B5EF4-FFF2-40B4-BE49-F238E27FC236}">
                    <a16:creationId xmlns:a16="http://schemas.microsoft.com/office/drawing/2014/main" id="{05A9F74D-FBAE-B53A-0AB9-DC4D5A2F7823}"/>
                  </a:ext>
                </a:extLst>
              </p:cNvPr>
              <p:cNvSpPr/>
              <p:nvPr/>
            </p:nvSpPr>
            <p:spPr>
              <a:xfrm>
                <a:off x="4273041" y="548802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12" name="Freeform 1811">
                <a:extLst>
                  <a:ext uri="{FF2B5EF4-FFF2-40B4-BE49-F238E27FC236}">
                    <a16:creationId xmlns:a16="http://schemas.microsoft.com/office/drawing/2014/main" id="{7279B3CC-A52A-897B-EC66-D90943131841}"/>
                  </a:ext>
                </a:extLst>
              </p:cNvPr>
              <p:cNvSpPr/>
              <p:nvPr/>
            </p:nvSpPr>
            <p:spPr>
              <a:xfrm>
                <a:off x="4273041" y="5335115"/>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13" name="Freeform 1812">
                <a:extLst>
                  <a:ext uri="{FF2B5EF4-FFF2-40B4-BE49-F238E27FC236}">
                    <a16:creationId xmlns:a16="http://schemas.microsoft.com/office/drawing/2014/main" id="{B14C9938-DA65-A606-9802-D904228231A3}"/>
                  </a:ext>
                </a:extLst>
              </p:cNvPr>
              <p:cNvSpPr/>
              <p:nvPr/>
            </p:nvSpPr>
            <p:spPr>
              <a:xfrm>
                <a:off x="4273041" y="518233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14" name="Freeform 1813">
                <a:extLst>
                  <a:ext uri="{FF2B5EF4-FFF2-40B4-BE49-F238E27FC236}">
                    <a16:creationId xmlns:a16="http://schemas.microsoft.com/office/drawing/2014/main" id="{E65EE974-B614-33A9-EC00-7049830AB25E}"/>
                  </a:ext>
                </a:extLst>
              </p:cNvPr>
              <p:cNvSpPr/>
              <p:nvPr/>
            </p:nvSpPr>
            <p:spPr>
              <a:xfrm>
                <a:off x="4273041" y="5029426"/>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15" name="Freeform 1814">
                <a:extLst>
                  <a:ext uri="{FF2B5EF4-FFF2-40B4-BE49-F238E27FC236}">
                    <a16:creationId xmlns:a16="http://schemas.microsoft.com/office/drawing/2014/main" id="{825D2BF2-3B0A-F7B4-CD1C-DD045AE23BFC}"/>
                  </a:ext>
                </a:extLst>
              </p:cNvPr>
              <p:cNvSpPr/>
              <p:nvPr/>
            </p:nvSpPr>
            <p:spPr>
              <a:xfrm>
                <a:off x="4307838" y="5640804"/>
                <a:ext cx="688847" cy="12700"/>
              </a:xfrm>
              <a:custGeom>
                <a:avLst/>
                <a:gdLst>
                  <a:gd name="csX0" fmla="*/ 0 w 688847"/>
                  <a:gd name="csY0" fmla="*/ 0 h 12700"/>
                  <a:gd name="csX1" fmla="*/ 688848 w 688847"/>
                  <a:gd name="csY1" fmla="*/ 0 h 12700"/>
                </a:gdLst>
                <a:ahLst/>
                <a:cxnLst>
                  <a:cxn ang="0">
                    <a:pos x="csX0" y="csY0"/>
                  </a:cxn>
                  <a:cxn ang="0">
                    <a:pos x="csX1" y="csY1"/>
                  </a:cxn>
                </a:cxnLst>
                <a:rect l="l" t="t" r="r" b="b"/>
                <a:pathLst>
                  <a:path w="688847" h="12700">
                    <a:moveTo>
                      <a:pt x="0" y="0"/>
                    </a:moveTo>
                    <a:lnTo>
                      <a:pt x="688848" y="0"/>
                    </a:lnTo>
                  </a:path>
                </a:pathLst>
              </a:custGeom>
              <a:noFill/>
              <a:ln w="13589" cap="sq">
                <a:solidFill>
                  <a:srgbClr val="000000"/>
                </a:solidFill>
                <a:prstDash val="solid"/>
                <a:round/>
              </a:ln>
            </p:spPr>
            <p:txBody>
              <a:bodyPr/>
              <a:lstStyle/>
              <a:p>
                <a:pPr algn="ctr"/>
                <a:endParaRPr lang="en-US" sz="1890"/>
              </a:p>
            </p:txBody>
          </p:sp>
          <p:sp>
            <p:nvSpPr>
              <p:cNvPr id="1816" name="Freeform 1815">
                <a:extLst>
                  <a:ext uri="{FF2B5EF4-FFF2-40B4-BE49-F238E27FC236}">
                    <a16:creationId xmlns:a16="http://schemas.microsoft.com/office/drawing/2014/main" id="{C0C3A1DF-7DE6-D74B-E354-9DF980E67E01}"/>
                  </a:ext>
                </a:extLst>
              </p:cNvPr>
              <p:cNvSpPr/>
              <p:nvPr/>
            </p:nvSpPr>
            <p:spPr>
              <a:xfrm>
                <a:off x="4387341"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817" name="Freeform 1816">
                <a:extLst>
                  <a:ext uri="{FF2B5EF4-FFF2-40B4-BE49-F238E27FC236}">
                    <a16:creationId xmlns:a16="http://schemas.microsoft.com/office/drawing/2014/main" id="{2C24CA1B-6D69-A213-1524-8A2C386188B5}"/>
                  </a:ext>
                </a:extLst>
              </p:cNvPr>
              <p:cNvSpPr/>
              <p:nvPr/>
            </p:nvSpPr>
            <p:spPr>
              <a:xfrm>
                <a:off x="4519802"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818" name="Freeform 1817">
                <a:extLst>
                  <a:ext uri="{FF2B5EF4-FFF2-40B4-BE49-F238E27FC236}">
                    <a16:creationId xmlns:a16="http://schemas.microsoft.com/office/drawing/2014/main" id="{80582E69-1CF4-D752-3C6A-905C648CA976}"/>
                  </a:ext>
                </a:extLst>
              </p:cNvPr>
              <p:cNvSpPr/>
              <p:nvPr/>
            </p:nvSpPr>
            <p:spPr>
              <a:xfrm>
                <a:off x="4652263"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819" name="Freeform 1818">
                <a:extLst>
                  <a:ext uri="{FF2B5EF4-FFF2-40B4-BE49-F238E27FC236}">
                    <a16:creationId xmlns:a16="http://schemas.microsoft.com/office/drawing/2014/main" id="{133E1297-CB0A-8E00-D274-1B518373D408}"/>
                  </a:ext>
                </a:extLst>
              </p:cNvPr>
              <p:cNvSpPr/>
              <p:nvPr/>
            </p:nvSpPr>
            <p:spPr>
              <a:xfrm>
                <a:off x="4784724"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820" name="Freeform 1819">
                <a:extLst>
                  <a:ext uri="{FF2B5EF4-FFF2-40B4-BE49-F238E27FC236}">
                    <a16:creationId xmlns:a16="http://schemas.microsoft.com/office/drawing/2014/main" id="{4397EE35-6CBF-A8C9-B39A-E5365BEFE5C1}"/>
                  </a:ext>
                </a:extLst>
              </p:cNvPr>
              <p:cNvSpPr/>
              <p:nvPr/>
            </p:nvSpPr>
            <p:spPr>
              <a:xfrm>
                <a:off x="4917185"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821" name="TextBox 1820">
                <a:extLst>
                  <a:ext uri="{FF2B5EF4-FFF2-40B4-BE49-F238E27FC236}">
                    <a16:creationId xmlns:a16="http://schemas.microsoft.com/office/drawing/2014/main" id="{DB9ADB83-96E3-16BD-7BA2-2D86D517A20D}"/>
                  </a:ext>
                </a:extLst>
              </p:cNvPr>
              <p:cNvSpPr txBox="1"/>
              <p:nvPr/>
            </p:nvSpPr>
            <p:spPr>
              <a:xfrm>
                <a:off x="4247212" y="5636658"/>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822" name="TextBox 1821">
                <a:extLst>
                  <a:ext uri="{FF2B5EF4-FFF2-40B4-BE49-F238E27FC236}">
                    <a16:creationId xmlns:a16="http://schemas.microsoft.com/office/drawing/2014/main" id="{DC45822B-91A9-9E75-FC01-AA2F5301410A}"/>
                  </a:ext>
                </a:extLst>
              </p:cNvPr>
              <p:cNvSpPr txBox="1"/>
              <p:nvPr/>
            </p:nvSpPr>
            <p:spPr>
              <a:xfrm>
                <a:off x="4407665" y="5636658"/>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823" name="TextBox 1822">
                <a:extLst>
                  <a:ext uri="{FF2B5EF4-FFF2-40B4-BE49-F238E27FC236}">
                    <a16:creationId xmlns:a16="http://schemas.microsoft.com/office/drawing/2014/main" id="{5A665A4B-499B-9727-4E66-7A60852EAAF0}"/>
                  </a:ext>
                </a:extLst>
              </p:cNvPr>
              <p:cNvSpPr txBox="1"/>
              <p:nvPr/>
            </p:nvSpPr>
            <p:spPr>
              <a:xfrm>
                <a:off x="4511286" y="5636658"/>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824" name="TextBox 1823">
                <a:extLst>
                  <a:ext uri="{FF2B5EF4-FFF2-40B4-BE49-F238E27FC236}">
                    <a16:creationId xmlns:a16="http://schemas.microsoft.com/office/drawing/2014/main" id="{05D6A347-C5FB-B80C-92B1-09F8F7A8E530}"/>
                  </a:ext>
                </a:extLst>
              </p:cNvPr>
              <p:cNvSpPr txBox="1"/>
              <p:nvPr/>
            </p:nvSpPr>
            <p:spPr>
              <a:xfrm>
                <a:off x="4618300" y="5636658"/>
                <a:ext cx="332847"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825" name="TextBox 1824">
                <a:extLst>
                  <a:ext uri="{FF2B5EF4-FFF2-40B4-BE49-F238E27FC236}">
                    <a16:creationId xmlns:a16="http://schemas.microsoft.com/office/drawing/2014/main" id="{FB582E0A-43D9-B6DC-0C8A-533691B24D4D}"/>
                  </a:ext>
                </a:extLst>
              </p:cNvPr>
              <p:cNvSpPr txBox="1"/>
              <p:nvPr/>
            </p:nvSpPr>
            <p:spPr>
              <a:xfrm>
                <a:off x="4788082" y="5636658"/>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828" name="TextBox 1827">
                <a:extLst>
                  <a:ext uri="{FF2B5EF4-FFF2-40B4-BE49-F238E27FC236}">
                    <a16:creationId xmlns:a16="http://schemas.microsoft.com/office/drawing/2014/main" id="{1559FDD1-C8C0-00A3-ED51-68C2A6878FB7}"/>
                  </a:ext>
                </a:extLst>
              </p:cNvPr>
              <p:cNvSpPr txBox="1"/>
              <p:nvPr/>
            </p:nvSpPr>
            <p:spPr>
              <a:xfrm>
                <a:off x="4316371" y="4661384"/>
                <a:ext cx="680622"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9_Mixed</a:t>
                </a:r>
              </a:p>
            </p:txBody>
          </p:sp>
        </p:grpSp>
      </p:grpSp>
      <p:grpSp>
        <p:nvGrpSpPr>
          <p:cNvPr id="1829" name="Graphic 1521">
            <a:extLst>
              <a:ext uri="{FF2B5EF4-FFF2-40B4-BE49-F238E27FC236}">
                <a16:creationId xmlns:a16="http://schemas.microsoft.com/office/drawing/2014/main" id="{F0D71716-223A-1565-4656-28387F523603}"/>
              </a:ext>
            </a:extLst>
          </p:cNvPr>
          <p:cNvGrpSpPr/>
          <p:nvPr/>
        </p:nvGrpSpPr>
        <p:grpSpPr>
          <a:xfrm>
            <a:off x="4316057" y="3103309"/>
            <a:ext cx="1203385" cy="1130191"/>
            <a:chOff x="5242269" y="4661384"/>
            <a:chExt cx="1273547" cy="1196086"/>
          </a:xfrm>
        </p:grpSpPr>
        <p:grpSp>
          <p:nvGrpSpPr>
            <p:cNvPr id="1832" name="Graphic 1521">
              <a:extLst>
                <a:ext uri="{FF2B5EF4-FFF2-40B4-BE49-F238E27FC236}">
                  <a16:creationId xmlns:a16="http://schemas.microsoft.com/office/drawing/2014/main" id="{785189C7-C9DD-90D6-3885-251B6447D81D}"/>
                </a:ext>
              </a:extLst>
            </p:cNvPr>
            <p:cNvGrpSpPr/>
            <p:nvPr/>
          </p:nvGrpSpPr>
          <p:grpSpPr>
            <a:xfrm>
              <a:off x="5550987" y="4858445"/>
              <a:ext cx="802419" cy="782486"/>
              <a:chOff x="5550987" y="4858445"/>
              <a:chExt cx="802419" cy="782486"/>
            </a:xfrm>
          </p:grpSpPr>
          <p:sp>
            <p:nvSpPr>
              <p:cNvPr id="1834" name="Freeform 1833">
                <a:extLst>
                  <a:ext uri="{FF2B5EF4-FFF2-40B4-BE49-F238E27FC236}">
                    <a16:creationId xmlns:a16="http://schemas.microsoft.com/office/drawing/2014/main" id="{84E5523C-D19D-E70A-CF4B-E148179644F9}"/>
                  </a:ext>
                </a:extLst>
              </p:cNvPr>
              <p:cNvSpPr/>
              <p:nvPr/>
            </p:nvSpPr>
            <p:spPr>
              <a:xfrm>
                <a:off x="5606773" y="5439890"/>
                <a:ext cx="97409" cy="201041"/>
              </a:xfrm>
              <a:custGeom>
                <a:avLst/>
                <a:gdLst>
                  <a:gd name="csX0" fmla="*/ 0 w 97409"/>
                  <a:gd name="csY0" fmla="*/ 0 h 201041"/>
                  <a:gd name="csX1" fmla="*/ 97409 w 97409"/>
                  <a:gd name="csY1" fmla="*/ 0 h 201041"/>
                  <a:gd name="csX2" fmla="*/ 97409 w 97409"/>
                  <a:gd name="csY2" fmla="*/ 201041 h 201041"/>
                  <a:gd name="csX3" fmla="*/ 0 w 97409"/>
                  <a:gd name="csY3" fmla="*/ 201041 h 201041"/>
                </a:gdLst>
                <a:ahLst/>
                <a:cxnLst>
                  <a:cxn ang="0">
                    <a:pos x="csX0" y="csY0"/>
                  </a:cxn>
                  <a:cxn ang="0">
                    <a:pos x="csX1" y="csY1"/>
                  </a:cxn>
                  <a:cxn ang="0">
                    <a:pos x="csX2" y="csY2"/>
                  </a:cxn>
                  <a:cxn ang="0">
                    <a:pos x="csX3" y="csY3"/>
                  </a:cxn>
                </a:cxnLst>
                <a:rect l="l" t="t" r="r" b="b"/>
                <a:pathLst>
                  <a:path w="97409" h="201041">
                    <a:moveTo>
                      <a:pt x="0" y="0"/>
                    </a:moveTo>
                    <a:lnTo>
                      <a:pt x="97409" y="0"/>
                    </a:lnTo>
                    <a:lnTo>
                      <a:pt x="97409" y="201041"/>
                    </a:lnTo>
                    <a:lnTo>
                      <a:pt x="0" y="201041"/>
                    </a:lnTo>
                    <a:close/>
                  </a:path>
                </a:pathLst>
              </a:custGeom>
              <a:solidFill>
                <a:srgbClr val="1965B0"/>
              </a:solidFill>
              <a:ln w="13589" cap="flat">
                <a:noFill/>
                <a:prstDash val="solid"/>
                <a:miter/>
              </a:ln>
            </p:spPr>
            <p:txBody>
              <a:bodyPr/>
              <a:lstStyle/>
              <a:p>
                <a:pPr algn="ctr"/>
                <a:endParaRPr lang="en-US" sz="1890"/>
              </a:p>
            </p:txBody>
          </p:sp>
          <p:sp>
            <p:nvSpPr>
              <p:cNvPr id="1835" name="Freeform 1834">
                <a:extLst>
                  <a:ext uri="{FF2B5EF4-FFF2-40B4-BE49-F238E27FC236}">
                    <a16:creationId xmlns:a16="http://schemas.microsoft.com/office/drawing/2014/main" id="{CDEF3C91-72AF-949F-B5E2-70303FC9582D}"/>
                  </a:ext>
                </a:extLst>
              </p:cNvPr>
              <p:cNvSpPr/>
              <p:nvPr/>
            </p:nvSpPr>
            <p:spPr>
              <a:xfrm>
                <a:off x="5769079" y="5373469"/>
                <a:ext cx="97409" cy="267462"/>
              </a:xfrm>
              <a:custGeom>
                <a:avLst/>
                <a:gdLst>
                  <a:gd name="csX0" fmla="*/ 0 w 97409"/>
                  <a:gd name="csY0" fmla="*/ 0 h 267462"/>
                  <a:gd name="csX1" fmla="*/ 97409 w 97409"/>
                  <a:gd name="csY1" fmla="*/ 0 h 267462"/>
                  <a:gd name="csX2" fmla="*/ 97409 w 97409"/>
                  <a:gd name="csY2" fmla="*/ 267462 h 267462"/>
                  <a:gd name="csX3" fmla="*/ 0 w 97409"/>
                  <a:gd name="csY3" fmla="*/ 267462 h 267462"/>
                </a:gdLst>
                <a:ahLst/>
                <a:cxnLst>
                  <a:cxn ang="0">
                    <a:pos x="csX0" y="csY0"/>
                  </a:cxn>
                  <a:cxn ang="0">
                    <a:pos x="csX1" y="csY1"/>
                  </a:cxn>
                  <a:cxn ang="0">
                    <a:pos x="csX2" y="csY2"/>
                  </a:cxn>
                  <a:cxn ang="0">
                    <a:pos x="csX3" y="csY3"/>
                  </a:cxn>
                </a:cxnLst>
                <a:rect l="l" t="t" r="r" b="b"/>
                <a:pathLst>
                  <a:path w="97409" h="267462">
                    <a:moveTo>
                      <a:pt x="0" y="0"/>
                    </a:moveTo>
                    <a:lnTo>
                      <a:pt x="97409" y="0"/>
                    </a:lnTo>
                    <a:lnTo>
                      <a:pt x="97409" y="267462"/>
                    </a:lnTo>
                    <a:lnTo>
                      <a:pt x="0" y="267462"/>
                    </a:lnTo>
                    <a:close/>
                  </a:path>
                </a:pathLst>
              </a:custGeom>
              <a:solidFill>
                <a:srgbClr val="4EB265"/>
              </a:solidFill>
              <a:ln w="13589" cap="flat">
                <a:noFill/>
                <a:prstDash val="solid"/>
                <a:miter/>
              </a:ln>
            </p:spPr>
            <p:txBody>
              <a:bodyPr/>
              <a:lstStyle/>
              <a:p>
                <a:pPr algn="ctr"/>
                <a:endParaRPr lang="en-US" sz="1890"/>
              </a:p>
            </p:txBody>
          </p:sp>
          <p:sp>
            <p:nvSpPr>
              <p:cNvPr id="1836" name="Freeform 1835">
                <a:extLst>
                  <a:ext uri="{FF2B5EF4-FFF2-40B4-BE49-F238E27FC236}">
                    <a16:creationId xmlns:a16="http://schemas.microsoft.com/office/drawing/2014/main" id="{57F0E21D-47CB-7CE4-389B-22FF9230C7C5}"/>
                  </a:ext>
                </a:extLst>
              </p:cNvPr>
              <p:cNvSpPr/>
              <p:nvPr/>
            </p:nvSpPr>
            <p:spPr>
              <a:xfrm>
                <a:off x="5931385" y="5435191"/>
                <a:ext cx="97409" cy="205612"/>
              </a:xfrm>
              <a:custGeom>
                <a:avLst/>
                <a:gdLst>
                  <a:gd name="csX0" fmla="*/ 0 w 97409"/>
                  <a:gd name="csY0" fmla="*/ 0 h 205612"/>
                  <a:gd name="csX1" fmla="*/ 97409 w 97409"/>
                  <a:gd name="csY1" fmla="*/ 0 h 205612"/>
                  <a:gd name="csX2" fmla="*/ 97409 w 97409"/>
                  <a:gd name="csY2" fmla="*/ 205613 h 205612"/>
                  <a:gd name="csX3" fmla="*/ 0 w 97409"/>
                  <a:gd name="csY3" fmla="*/ 205613 h 205612"/>
                </a:gdLst>
                <a:ahLst/>
                <a:cxnLst>
                  <a:cxn ang="0">
                    <a:pos x="csX0" y="csY0"/>
                  </a:cxn>
                  <a:cxn ang="0">
                    <a:pos x="csX1" y="csY1"/>
                  </a:cxn>
                  <a:cxn ang="0">
                    <a:pos x="csX2" y="csY2"/>
                  </a:cxn>
                  <a:cxn ang="0">
                    <a:pos x="csX3" y="csY3"/>
                  </a:cxn>
                </a:cxnLst>
                <a:rect l="l" t="t" r="r" b="b"/>
                <a:pathLst>
                  <a:path w="97409" h="205612">
                    <a:moveTo>
                      <a:pt x="0" y="0"/>
                    </a:moveTo>
                    <a:lnTo>
                      <a:pt x="97409" y="0"/>
                    </a:lnTo>
                    <a:lnTo>
                      <a:pt x="97409" y="205613"/>
                    </a:lnTo>
                    <a:lnTo>
                      <a:pt x="0" y="205613"/>
                    </a:lnTo>
                    <a:close/>
                  </a:path>
                </a:pathLst>
              </a:custGeom>
              <a:solidFill>
                <a:srgbClr val="F7F056"/>
              </a:solidFill>
              <a:ln w="13589" cap="flat">
                <a:noFill/>
                <a:prstDash val="solid"/>
                <a:miter/>
              </a:ln>
            </p:spPr>
            <p:txBody>
              <a:bodyPr/>
              <a:lstStyle/>
              <a:p>
                <a:pPr algn="ctr"/>
                <a:endParaRPr lang="en-US" sz="1890"/>
              </a:p>
            </p:txBody>
          </p:sp>
          <p:sp>
            <p:nvSpPr>
              <p:cNvPr id="1837" name="Freeform 1836">
                <a:extLst>
                  <a:ext uri="{FF2B5EF4-FFF2-40B4-BE49-F238E27FC236}">
                    <a16:creationId xmlns:a16="http://schemas.microsoft.com/office/drawing/2014/main" id="{C46B362A-9F5B-A59A-C90B-DAF47F83E65D}"/>
                  </a:ext>
                </a:extLst>
              </p:cNvPr>
              <p:cNvSpPr/>
              <p:nvPr/>
            </p:nvSpPr>
            <p:spPr>
              <a:xfrm>
                <a:off x="6093691" y="5521043"/>
                <a:ext cx="97409" cy="119761"/>
              </a:xfrm>
              <a:custGeom>
                <a:avLst/>
                <a:gdLst>
                  <a:gd name="csX0" fmla="*/ 0 w 97409"/>
                  <a:gd name="csY0" fmla="*/ 0 h 119761"/>
                  <a:gd name="csX1" fmla="*/ 97409 w 97409"/>
                  <a:gd name="csY1" fmla="*/ 0 h 119761"/>
                  <a:gd name="csX2" fmla="*/ 97409 w 97409"/>
                  <a:gd name="csY2" fmla="*/ 119761 h 119761"/>
                  <a:gd name="csX3" fmla="*/ 0 w 97409"/>
                  <a:gd name="csY3" fmla="*/ 119761 h 119761"/>
                </a:gdLst>
                <a:ahLst/>
                <a:cxnLst>
                  <a:cxn ang="0">
                    <a:pos x="csX0" y="csY0"/>
                  </a:cxn>
                  <a:cxn ang="0">
                    <a:pos x="csX1" y="csY1"/>
                  </a:cxn>
                  <a:cxn ang="0">
                    <a:pos x="csX2" y="csY2"/>
                  </a:cxn>
                  <a:cxn ang="0">
                    <a:pos x="csX3" y="csY3"/>
                  </a:cxn>
                </a:cxnLst>
                <a:rect l="l" t="t" r="r" b="b"/>
                <a:pathLst>
                  <a:path w="97409" h="119761">
                    <a:moveTo>
                      <a:pt x="0" y="0"/>
                    </a:moveTo>
                    <a:lnTo>
                      <a:pt x="97409" y="0"/>
                    </a:lnTo>
                    <a:lnTo>
                      <a:pt x="97409" y="119761"/>
                    </a:lnTo>
                    <a:lnTo>
                      <a:pt x="0" y="119761"/>
                    </a:lnTo>
                    <a:close/>
                  </a:path>
                </a:pathLst>
              </a:custGeom>
              <a:solidFill>
                <a:srgbClr val="7BAFDE"/>
              </a:solidFill>
              <a:ln w="13589" cap="flat">
                <a:noFill/>
                <a:prstDash val="solid"/>
                <a:miter/>
              </a:ln>
            </p:spPr>
            <p:txBody>
              <a:bodyPr/>
              <a:lstStyle/>
              <a:p>
                <a:pPr algn="ctr"/>
                <a:endParaRPr lang="en-US" sz="1890"/>
              </a:p>
            </p:txBody>
          </p:sp>
          <p:sp>
            <p:nvSpPr>
              <p:cNvPr id="1838" name="Freeform 1837">
                <a:extLst>
                  <a:ext uri="{FF2B5EF4-FFF2-40B4-BE49-F238E27FC236}">
                    <a16:creationId xmlns:a16="http://schemas.microsoft.com/office/drawing/2014/main" id="{C08429BD-2DD3-486B-B050-77F34C1C1A52}"/>
                  </a:ext>
                </a:extLst>
              </p:cNvPr>
              <p:cNvSpPr/>
              <p:nvPr/>
            </p:nvSpPr>
            <p:spPr>
              <a:xfrm>
                <a:off x="6255997" y="5395059"/>
                <a:ext cx="97409" cy="245745"/>
              </a:xfrm>
              <a:custGeom>
                <a:avLst/>
                <a:gdLst>
                  <a:gd name="csX0" fmla="*/ 0 w 97409"/>
                  <a:gd name="csY0" fmla="*/ 0 h 245745"/>
                  <a:gd name="csX1" fmla="*/ 97409 w 97409"/>
                  <a:gd name="csY1" fmla="*/ 0 h 245745"/>
                  <a:gd name="csX2" fmla="*/ 97409 w 97409"/>
                  <a:gd name="csY2" fmla="*/ 245745 h 245745"/>
                  <a:gd name="csX3" fmla="*/ 0 w 97409"/>
                  <a:gd name="csY3" fmla="*/ 245745 h 245745"/>
                </a:gdLst>
                <a:ahLst/>
                <a:cxnLst>
                  <a:cxn ang="0">
                    <a:pos x="csX0" y="csY0"/>
                  </a:cxn>
                  <a:cxn ang="0">
                    <a:pos x="csX1" y="csY1"/>
                  </a:cxn>
                  <a:cxn ang="0">
                    <a:pos x="csX2" y="csY2"/>
                  </a:cxn>
                  <a:cxn ang="0">
                    <a:pos x="csX3" y="csY3"/>
                  </a:cxn>
                </a:cxnLst>
                <a:rect l="l" t="t" r="r" b="b"/>
                <a:pathLst>
                  <a:path w="97409" h="245745">
                    <a:moveTo>
                      <a:pt x="0" y="0"/>
                    </a:moveTo>
                    <a:lnTo>
                      <a:pt x="97409" y="0"/>
                    </a:lnTo>
                    <a:lnTo>
                      <a:pt x="97409" y="245745"/>
                    </a:lnTo>
                    <a:lnTo>
                      <a:pt x="0" y="245745"/>
                    </a:lnTo>
                    <a:close/>
                  </a:path>
                </a:pathLst>
              </a:custGeom>
              <a:solidFill>
                <a:srgbClr val="DC050C"/>
              </a:solidFill>
              <a:ln w="13589" cap="flat">
                <a:noFill/>
                <a:prstDash val="solid"/>
                <a:miter/>
              </a:ln>
            </p:spPr>
            <p:txBody>
              <a:bodyPr/>
              <a:lstStyle/>
              <a:p>
                <a:pPr algn="ctr"/>
                <a:endParaRPr lang="en-US" sz="1890"/>
              </a:p>
            </p:txBody>
          </p:sp>
          <p:sp>
            <p:nvSpPr>
              <p:cNvPr id="1839" name="Freeform 1838">
                <a:extLst>
                  <a:ext uri="{FF2B5EF4-FFF2-40B4-BE49-F238E27FC236}">
                    <a16:creationId xmlns:a16="http://schemas.microsoft.com/office/drawing/2014/main" id="{1F12DD1D-8E73-3F0A-7D7C-360799D459F1}"/>
                  </a:ext>
                </a:extLst>
              </p:cNvPr>
              <p:cNvSpPr/>
              <p:nvPr/>
            </p:nvSpPr>
            <p:spPr>
              <a:xfrm>
                <a:off x="5623029" y="541474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840" name="Freeform 1839">
                <a:extLst>
                  <a:ext uri="{FF2B5EF4-FFF2-40B4-BE49-F238E27FC236}">
                    <a16:creationId xmlns:a16="http://schemas.microsoft.com/office/drawing/2014/main" id="{0DBECB75-DB62-5100-31CA-F4499DA258A4}"/>
                  </a:ext>
                </a:extLst>
              </p:cNvPr>
              <p:cNvSpPr/>
              <p:nvPr/>
            </p:nvSpPr>
            <p:spPr>
              <a:xfrm>
                <a:off x="5655413" y="5414744"/>
                <a:ext cx="12700" cy="50165"/>
              </a:xfrm>
              <a:custGeom>
                <a:avLst/>
                <a:gdLst>
                  <a:gd name="csX0" fmla="*/ 0 w 12700"/>
                  <a:gd name="csY0" fmla="*/ 0 h 50165"/>
                  <a:gd name="csX1" fmla="*/ 0 w 12700"/>
                  <a:gd name="csY1" fmla="*/ 50165 h 50165"/>
                </a:gdLst>
                <a:ahLst/>
                <a:cxnLst>
                  <a:cxn ang="0">
                    <a:pos x="csX0" y="csY0"/>
                  </a:cxn>
                  <a:cxn ang="0">
                    <a:pos x="csX1" y="csY1"/>
                  </a:cxn>
                </a:cxnLst>
                <a:rect l="l" t="t" r="r" b="b"/>
                <a:pathLst>
                  <a:path w="12700" h="50165">
                    <a:moveTo>
                      <a:pt x="0" y="0"/>
                    </a:moveTo>
                    <a:lnTo>
                      <a:pt x="0" y="50165"/>
                    </a:lnTo>
                  </a:path>
                </a:pathLst>
              </a:custGeom>
              <a:noFill/>
              <a:ln w="13589" cap="flat">
                <a:solidFill>
                  <a:srgbClr val="000000"/>
                </a:solidFill>
                <a:prstDash val="solid"/>
                <a:round/>
              </a:ln>
            </p:spPr>
            <p:txBody>
              <a:bodyPr/>
              <a:lstStyle/>
              <a:p>
                <a:pPr algn="ctr"/>
                <a:endParaRPr lang="en-US" sz="1890"/>
              </a:p>
            </p:txBody>
          </p:sp>
          <p:sp>
            <p:nvSpPr>
              <p:cNvPr id="1841" name="Freeform 1840">
                <a:extLst>
                  <a:ext uri="{FF2B5EF4-FFF2-40B4-BE49-F238E27FC236}">
                    <a16:creationId xmlns:a16="http://schemas.microsoft.com/office/drawing/2014/main" id="{C4036351-4D43-9463-6590-FC817B2BB5E5}"/>
                  </a:ext>
                </a:extLst>
              </p:cNvPr>
              <p:cNvSpPr/>
              <p:nvPr/>
            </p:nvSpPr>
            <p:spPr>
              <a:xfrm>
                <a:off x="5623029" y="5464909"/>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842" name="Freeform 1841">
                <a:extLst>
                  <a:ext uri="{FF2B5EF4-FFF2-40B4-BE49-F238E27FC236}">
                    <a16:creationId xmlns:a16="http://schemas.microsoft.com/office/drawing/2014/main" id="{8B71DA70-126D-5C5B-93D2-2230A098D0B2}"/>
                  </a:ext>
                </a:extLst>
              </p:cNvPr>
              <p:cNvSpPr/>
              <p:nvPr/>
            </p:nvSpPr>
            <p:spPr>
              <a:xfrm>
                <a:off x="5785334" y="531797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843" name="Freeform 1842">
                <a:extLst>
                  <a:ext uri="{FF2B5EF4-FFF2-40B4-BE49-F238E27FC236}">
                    <a16:creationId xmlns:a16="http://schemas.microsoft.com/office/drawing/2014/main" id="{889D44A8-E09B-C184-3F1F-E63BD4AE5A36}"/>
                  </a:ext>
                </a:extLst>
              </p:cNvPr>
              <p:cNvSpPr/>
              <p:nvPr/>
            </p:nvSpPr>
            <p:spPr>
              <a:xfrm>
                <a:off x="5817719" y="5317970"/>
                <a:ext cx="12700" cy="110870"/>
              </a:xfrm>
              <a:custGeom>
                <a:avLst/>
                <a:gdLst>
                  <a:gd name="csX0" fmla="*/ 0 w 12700"/>
                  <a:gd name="csY0" fmla="*/ 0 h 110870"/>
                  <a:gd name="csX1" fmla="*/ 0 w 12700"/>
                  <a:gd name="csY1" fmla="*/ 110871 h 110870"/>
                </a:gdLst>
                <a:ahLst/>
                <a:cxnLst>
                  <a:cxn ang="0">
                    <a:pos x="csX0" y="csY0"/>
                  </a:cxn>
                  <a:cxn ang="0">
                    <a:pos x="csX1" y="csY1"/>
                  </a:cxn>
                </a:cxnLst>
                <a:rect l="l" t="t" r="r" b="b"/>
                <a:pathLst>
                  <a:path w="12700" h="110870">
                    <a:moveTo>
                      <a:pt x="0" y="0"/>
                    </a:moveTo>
                    <a:lnTo>
                      <a:pt x="0" y="110871"/>
                    </a:lnTo>
                  </a:path>
                </a:pathLst>
              </a:custGeom>
              <a:noFill/>
              <a:ln w="13589" cap="flat">
                <a:solidFill>
                  <a:srgbClr val="000000"/>
                </a:solidFill>
                <a:prstDash val="solid"/>
                <a:round/>
              </a:ln>
            </p:spPr>
            <p:txBody>
              <a:bodyPr/>
              <a:lstStyle/>
              <a:p>
                <a:pPr algn="ctr"/>
                <a:endParaRPr lang="en-US" sz="1890"/>
              </a:p>
            </p:txBody>
          </p:sp>
          <p:sp>
            <p:nvSpPr>
              <p:cNvPr id="1844" name="Freeform 1843">
                <a:extLst>
                  <a:ext uri="{FF2B5EF4-FFF2-40B4-BE49-F238E27FC236}">
                    <a16:creationId xmlns:a16="http://schemas.microsoft.com/office/drawing/2014/main" id="{38E0831A-82CE-58D0-F8AA-C70422F2D98B}"/>
                  </a:ext>
                </a:extLst>
              </p:cNvPr>
              <p:cNvSpPr/>
              <p:nvPr/>
            </p:nvSpPr>
            <p:spPr>
              <a:xfrm>
                <a:off x="5785334" y="542884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845" name="Freeform 1844">
                <a:extLst>
                  <a:ext uri="{FF2B5EF4-FFF2-40B4-BE49-F238E27FC236}">
                    <a16:creationId xmlns:a16="http://schemas.microsoft.com/office/drawing/2014/main" id="{2A4A92EE-AB28-7352-5149-01518CF81780}"/>
                  </a:ext>
                </a:extLst>
              </p:cNvPr>
              <p:cNvSpPr/>
              <p:nvPr/>
            </p:nvSpPr>
            <p:spPr>
              <a:xfrm>
                <a:off x="5947640" y="5363309"/>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846" name="Freeform 1845">
                <a:extLst>
                  <a:ext uri="{FF2B5EF4-FFF2-40B4-BE49-F238E27FC236}">
                    <a16:creationId xmlns:a16="http://schemas.microsoft.com/office/drawing/2014/main" id="{3B36F406-5D5F-E973-4AB9-5623CADB163D}"/>
                  </a:ext>
                </a:extLst>
              </p:cNvPr>
              <p:cNvSpPr/>
              <p:nvPr/>
            </p:nvSpPr>
            <p:spPr>
              <a:xfrm>
                <a:off x="5980026" y="5363309"/>
                <a:ext cx="12700" cy="143891"/>
              </a:xfrm>
              <a:custGeom>
                <a:avLst/>
                <a:gdLst>
                  <a:gd name="csX0" fmla="*/ 0 w 12700"/>
                  <a:gd name="csY0" fmla="*/ 0 h 143891"/>
                  <a:gd name="csX1" fmla="*/ 0 w 12700"/>
                  <a:gd name="csY1" fmla="*/ 143891 h 143891"/>
                </a:gdLst>
                <a:ahLst/>
                <a:cxnLst>
                  <a:cxn ang="0">
                    <a:pos x="csX0" y="csY0"/>
                  </a:cxn>
                  <a:cxn ang="0">
                    <a:pos x="csX1" y="csY1"/>
                  </a:cxn>
                </a:cxnLst>
                <a:rect l="l" t="t" r="r" b="b"/>
                <a:pathLst>
                  <a:path w="12700" h="143891">
                    <a:moveTo>
                      <a:pt x="0" y="0"/>
                    </a:moveTo>
                    <a:lnTo>
                      <a:pt x="0" y="143891"/>
                    </a:lnTo>
                  </a:path>
                </a:pathLst>
              </a:custGeom>
              <a:noFill/>
              <a:ln w="13589" cap="flat">
                <a:solidFill>
                  <a:srgbClr val="000000"/>
                </a:solidFill>
                <a:prstDash val="solid"/>
                <a:round/>
              </a:ln>
            </p:spPr>
            <p:txBody>
              <a:bodyPr/>
              <a:lstStyle/>
              <a:p>
                <a:pPr algn="ctr"/>
                <a:endParaRPr lang="en-US" sz="1890"/>
              </a:p>
            </p:txBody>
          </p:sp>
          <p:sp>
            <p:nvSpPr>
              <p:cNvPr id="1847" name="Freeform 1846">
                <a:extLst>
                  <a:ext uri="{FF2B5EF4-FFF2-40B4-BE49-F238E27FC236}">
                    <a16:creationId xmlns:a16="http://schemas.microsoft.com/office/drawing/2014/main" id="{083A899E-1083-DE04-6657-7E3EEBA1A0A4}"/>
                  </a:ext>
                </a:extLst>
              </p:cNvPr>
              <p:cNvSpPr/>
              <p:nvPr/>
            </p:nvSpPr>
            <p:spPr>
              <a:xfrm>
                <a:off x="5947640" y="550720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848" name="Freeform 1847">
                <a:extLst>
                  <a:ext uri="{FF2B5EF4-FFF2-40B4-BE49-F238E27FC236}">
                    <a16:creationId xmlns:a16="http://schemas.microsoft.com/office/drawing/2014/main" id="{4DCD0989-8407-96B8-A2D1-082BCCE1BAC1}"/>
                  </a:ext>
                </a:extLst>
              </p:cNvPr>
              <p:cNvSpPr/>
              <p:nvPr/>
            </p:nvSpPr>
            <p:spPr>
              <a:xfrm>
                <a:off x="6272253" y="536064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849" name="Freeform 1848">
                <a:extLst>
                  <a:ext uri="{FF2B5EF4-FFF2-40B4-BE49-F238E27FC236}">
                    <a16:creationId xmlns:a16="http://schemas.microsoft.com/office/drawing/2014/main" id="{4E4A30AA-F7A9-781B-C2FE-1A34382813F5}"/>
                  </a:ext>
                </a:extLst>
              </p:cNvPr>
              <p:cNvSpPr/>
              <p:nvPr/>
            </p:nvSpPr>
            <p:spPr>
              <a:xfrm>
                <a:off x="6304637" y="5360641"/>
                <a:ext cx="12700" cy="68961"/>
              </a:xfrm>
              <a:custGeom>
                <a:avLst/>
                <a:gdLst>
                  <a:gd name="csX0" fmla="*/ 0 w 12700"/>
                  <a:gd name="csY0" fmla="*/ 0 h 68961"/>
                  <a:gd name="csX1" fmla="*/ 0 w 12700"/>
                  <a:gd name="csY1" fmla="*/ 68961 h 68961"/>
                </a:gdLst>
                <a:ahLst/>
                <a:cxnLst>
                  <a:cxn ang="0">
                    <a:pos x="csX0" y="csY0"/>
                  </a:cxn>
                  <a:cxn ang="0">
                    <a:pos x="csX1" y="csY1"/>
                  </a:cxn>
                </a:cxnLst>
                <a:rect l="l" t="t" r="r" b="b"/>
                <a:pathLst>
                  <a:path w="12700" h="68961">
                    <a:moveTo>
                      <a:pt x="0" y="0"/>
                    </a:moveTo>
                    <a:lnTo>
                      <a:pt x="0" y="68961"/>
                    </a:lnTo>
                  </a:path>
                </a:pathLst>
              </a:custGeom>
              <a:noFill/>
              <a:ln w="13589" cap="flat">
                <a:solidFill>
                  <a:srgbClr val="000000"/>
                </a:solidFill>
                <a:prstDash val="solid"/>
                <a:round/>
              </a:ln>
            </p:spPr>
            <p:txBody>
              <a:bodyPr/>
              <a:lstStyle/>
              <a:p>
                <a:pPr algn="ctr"/>
                <a:endParaRPr lang="en-US" sz="1890"/>
              </a:p>
            </p:txBody>
          </p:sp>
          <p:sp>
            <p:nvSpPr>
              <p:cNvPr id="1850" name="Freeform 1849">
                <a:extLst>
                  <a:ext uri="{FF2B5EF4-FFF2-40B4-BE49-F238E27FC236}">
                    <a16:creationId xmlns:a16="http://schemas.microsoft.com/office/drawing/2014/main" id="{DDD811C7-B5D1-C259-DB20-1367E5BE1C15}"/>
                  </a:ext>
                </a:extLst>
              </p:cNvPr>
              <p:cNvSpPr/>
              <p:nvPr/>
            </p:nvSpPr>
            <p:spPr>
              <a:xfrm>
                <a:off x="6272253" y="542960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851" name="Freeform 1850">
                <a:extLst>
                  <a:ext uri="{FF2B5EF4-FFF2-40B4-BE49-F238E27FC236}">
                    <a16:creationId xmlns:a16="http://schemas.microsoft.com/office/drawing/2014/main" id="{DB571E5F-7F5E-7554-07BD-1B30DC81BC0F}"/>
                  </a:ext>
                </a:extLst>
              </p:cNvPr>
              <p:cNvSpPr/>
              <p:nvPr/>
            </p:nvSpPr>
            <p:spPr>
              <a:xfrm>
                <a:off x="5975454" y="53445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52" name="Freeform 1851">
                <a:extLst>
                  <a:ext uri="{FF2B5EF4-FFF2-40B4-BE49-F238E27FC236}">
                    <a16:creationId xmlns:a16="http://schemas.microsoft.com/office/drawing/2014/main" id="{5B5B7DE2-9B3B-0EDF-B71A-AD04D28C81BE}"/>
                  </a:ext>
                </a:extLst>
              </p:cNvPr>
              <p:cNvSpPr/>
              <p:nvPr/>
            </p:nvSpPr>
            <p:spPr>
              <a:xfrm>
                <a:off x="5813910" y="51706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53" name="Freeform 1852">
                <a:extLst>
                  <a:ext uri="{FF2B5EF4-FFF2-40B4-BE49-F238E27FC236}">
                    <a16:creationId xmlns:a16="http://schemas.microsoft.com/office/drawing/2014/main" id="{5DF385BA-8B3A-D1EE-F7A3-894418065421}"/>
                  </a:ext>
                </a:extLst>
              </p:cNvPr>
              <p:cNvSpPr/>
              <p:nvPr/>
            </p:nvSpPr>
            <p:spPr>
              <a:xfrm>
                <a:off x="5792828" y="53363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54" name="Freeform 1853">
                <a:extLst>
                  <a:ext uri="{FF2B5EF4-FFF2-40B4-BE49-F238E27FC236}">
                    <a16:creationId xmlns:a16="http://schemas.microsoft.com/office/drawing/2014/main" id="{52009226-FD09-FA13-DFD0-6212BA62DDEB}"/>
                  </a:ext>
                </a:extLst>
              </p:cNvPr>
              <p:cNvSpPr/>
              <p:nvPr/>
            </p:nvSpPr>
            <p:spPr>
              <a:xfrm>
                <a:off x="6297399" y="532647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55" name="Freeform 1854">
                <a:extLst>
                  <a:ext uri="{FF2B5EF4-FFF2-40B4-BE49-F238E27FC236}">
                    <a16:creationId xmlns:a16="http://schemas.microsoft.com/office/drawing/2014/main" id="{873E0CCD-547A-20B4-48AC-9A82EF3FABA0}"/>
                  </a:ext>
                </a:extLst>
              </p:cNvPr>
              <p:cNvSpPr/>
              <p:nvPr/>
            </p:nvSpPr>
            <p:spPr>
              <a:xfrm>
                <a:off x="5641952" y="5460718"/>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56" name="Freeform 1855">
                <a:extLst>
                  <a:ext uri="{FF2B5EF4-FFF2-40B4-BE49-F238E27FC236}">
                    <a16:creationId xmlns:a16="http://schemas.microsoft.com/office/drawing/2014/main" id="{8B119923-FD3F-8F1A-4AAB-462A9E7B55BB}"/>
                  </a:ext>
                </a:extLst>
              </p:cNvPr>
              <p:cNvSpPr/>
              <p:nvPr/>
            </p:nvSpPr>
            <p:spPr>
              <a:xfrm>
                <a:off x="6287239" y="523427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57" name="Freeform 1856">
                <a:extLst>
                  <a:ext uri="{FF2B5EF4-FFF2-40B4-BE49-F238E27FC236}">
                    <a16:creationId xmlns:a16="http://schemas.microsoft.com/office/drawing/2014/main" id="{E00A8A28-02F7-6170-1C3F-B9BE34779D78}"/>
                  </a:ext>
                </a:extLst>
              </p:cNvPr>
              <p:cNvSpPr/>
              <p:nvPr/>
            </p:nvSpPr>
            <p:spPr>
              <a:xfrm>
                <a:off x="5645127" y="53153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58" name="Freeform 1857">
                <a:extLst>
                  <a:ext uri="{FF2B5EF4-FFF2-40B4-BE49-F238E27FC236}">
                    <a16:creationId xmlns:a16="http://schemas.microsoft.com/office/drawing/2014/main" id="{1D818AD8-3AE9-737A-87A7-10FE5FE89247}"/>
                  </a:ext>
                </a:extLst>
              </p:cNvPr>
              <p:cNvSpPr/>
              <p:nvPr/>
            </p:nvSpPr>
            <p:spPr>
              <a:xfrm>
                <a:off x="6274793" y="541233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59" name="Freeform 1858">
                <a:extLst>
                  <a:ext uri="{FF2B5EF4-FFF2-40B4-BE49-F238E27FC236}">
                    <a16:creationId xmlns:a16="http://schemas.microsoft.com/office/drawing/2014/main" id="{DAFB3F2B-DEE2-33A7-6E22-E36B0D2B1D43}"/>
                  </a:ext>
                </a:extLst>
              </p:cNvPr>
              <p:cNvSpPr/>
              <p:nvPr/>
            </p:nvSpPr>
            <p:spPr>
              <a:xfrm>
                <a:off x="5642460" y="543163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0" name="Freeform 1859">
                <a:extLst>
                  <a:ext uri="{FF2B5EF4-FFF2-40B4-BE49-F238E27FC236}">
                    <a16:creationId xmlns:a16="http://schemas.microsoft.com/office/drawing/2014/main" id="{49082517-F454-D422-A7DF-F9FBE8BD3B27}"/>
                  </a:ext>
                </a:extLst>
              </p:cNvPr>
              <p:cNvSpPr/>
              <p:nvPr/>
            </p:nvSpPr>
            <p:spPr>
              <a:xfrm>
                <a:off x="6293335" y="547697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1" name="Freeform 1860">
                <a:extLst>
                  <a:ext uri="{FF2B5EF4-FFF2-40B4-BE49-F238E27FC236}">
                    <a16:creationId xmlns:a16="http://schemas.microsoft.com/office/drawing/2014/main" id="{9ECD52F6-8E78-F352-6EDC-50784F3EF6B4}"/>
                  </a:ext>
                </a:extLst>
              </p:cNvPr>
              <p:cNvSpPr/>
              <p:nvPr/>
            </p:nvSpPr>
            <p:spPr>
              <a:xfrm>
                <a:off x="5635983" y="54382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2" name="Freeform 1861">
                <a:extLst>
                  <a:ext uri="{FF2B5EF4-FFF2-40B4-BE49-F238E27FC236}">
                    <a16:creationId xmlns:a16="http://schemas.microsoft.com/office/drawing/2014/main" id="{89006B67-3453-94F6-B49F-1862C7B7349D}"/>
                  </a:ext>
                </a:extLst>
              </p:cNvPr>
              <p:cNvSpPr/>
              <p:nvPr/>
            </p:nvSpPr>
            <p:spPr>
              <a:xfrm>
                <a:off x="6293716" y="54061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3" name="Freeform 1862">
                <a:extLst>
                  <a:ext uri="{FF2B5EF4-FFF2-40B4-BE49-F238E27FC236}">
                    <a16:creationId xmlns:a16="http://schemas.microsoft.com/office/drawing/2014/main" id="{D413B450-2621-1A68-C8AC-2D305B033A5B}"/>
                  </a:ext>
                </a:extLst>
              </p:cNvPr>
              <p:cNvSpPr/>
              <p:nvPr/>
            </p:nvSpPr>
            <p:spPr>
              <a:xfrm>
                <a:off x="5651477" y="53945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4" name="Freeform 1863">
                <a:extLst>
                  <a:ext uri="{FF2B5EF4-FFF2-40B4-BE49-F238E27FC236}">
                    <a16:creationId xmlns:a16="http://schemas.microsoft.com/office/drawing/2014/main" id="{AE375291-3778-AB0E-3D4C-0E856FA3BA26}"/>
                  </a:ext>
                </a:extLst>
              </p:cNvPr>
              <p:cNvSpPr/>
              <p:nvPr/>
            </p:nvSpPr>
            <p:spPr>
              <a:xfrm>
                <a:off x="5791812" y="533232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5" name="Freeform 1864">
                <a:extLst>
                  <a:ext uri="{FF2B5EF4-FFF2-40B4-BE49-F238E27FC236}">
                    <a16:creationId xmlns:a16="http://schemas.microsoft.com/office/drawing/2014/main" id="{6FC53D46-936C-7C95-4D5F-DBE08B45290D}"/>
                  </a:ext>
                </a:extLst>
              </p:cNvPr>
              <p:cNvSpPr/>
              <p:nvPr/>
            </p:nvSpPr>
            <p:spPr>
              <a:xfrm>
                <a:off x="6285461" y="540509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6" name="Freeform 1865">
                <a:extLst>
                  <a:ext uri="{FF2B5EF4-FFF2-40B4-BE49-F238E27FC236}">
                    <a16:creationId xmlns:a16="http://schemas.microsoft.com/office/drawing/2014/main" id="{AC81BF75-B241-E65C-22E1-9E5CB07CBDA7}"/>
                  </a:ext>
                </a:extLst>
              </p:cNvPr>
              <p:cNvSpPr/>
              <p:nvPr/>
            </p:nvSpPr>
            <p:spPr>
              <a:xfrm>
                <a:off x="5651731" y="54918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7" name="Freeform 1866">
                <a:extLst>
                  <a:ext uri="{FF2B5EF4-FFF2-40B4-BE49-F238E27FC236}">
                    <a16:creationId xmlns:a16="http://schemas.microsoft.com/office/drawing/2014/main" id="{8C0D1493-BAE1-CF09-BB47-87BD920524D3}"/>
                  </a:ext>
                </a:extLst>
              </p:cNvPr>
              <p:cNvSpPr/>
              <p:nvPr/>
            </p:nvSpPr>
            <p:spPr>
              <a:xfrm>
                <a:off x="5977486" y="548853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8" name="Freeform 1867">
                <a:extLst>
                  <a:ext uri="{FF2B5EF4-FFF2-40B4-BE49-F238E27FC236}">
                    <a16:creationId xmlns:a16="http://schemas.microsoft.com/office/drawing/2014/main" id="{91F4A0CA-F079-3D5A-E013-7B17A45F7E94}"/>
                  </a:ext>
                </a:extLst>
              </p:cNvPr>
              <p:cNvSpPr/>
              <p:nvPr/>
            </p:nvSpPr>
            <p:spPr>
              <a:xfrm>
                <a:off x="5787240" y="553844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69" name="Freeform 1868">
                <a:extLst>
                  <a:ext uri="{FF2B5EF4-FFF2-40B4-BE49-F238E27FC236}">
                    <a16:creationId xmlns:a16="http://schemas.microsoft.com/office/drawing/2014/main" id="{0FBEF916-FCCB-0316-C5B9-65170597F991}"/>
                  </a:ext>
                </a:extLst>
              </p:cNvPr>
              <p:cNvSpPr/>
              <p:nvPr/>
            </p:nvSpPr>
            <p:spPr>
              <a:xfrm>
                <a:off x="5798924" y="517344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70" name="Freeform 1869">
                <a:extLst>
                  <a:ext uri="{FF2B5EF4-FFF2-40B4-BE49-F238E27FC236}">
                    <a16:creationId xmlns:a16="http://schemas.microsoft.com/office/drawing/2014/main" id="{1D147EF6-531B-DFAD-58B5-3912C3BE0C68}"/>
                  </a:ext>
                </a:extLst>
              </p:cNvPr>
              <p:cNvSpPr/>
              <p:nvPr/>
            </p:nvSpPr>
            <p:spPr>
              <a:xfrm>
                <a:off x="6126330" y="550313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71" name="Freeform 1870">
                <a:extLst>
                  <a:ext uri="{FF2B5EF4-FFF2-40B4-BE49-F238E27FC236}">
                    <a16:creationId xmlns:a16="http://schemas.microsoft.com/office/drawing/2014/main" id="{EAD9D52F-3F1C-5713-1131-7542086E2D09}"/>
                  </a:ext>
                </a:extLst>
              </p:cNvPr>
              <p:cNvSpPr/>
              <p:nvPr/>
            </p:nvSpPr>
            <p:spPr>
              <a:xfrm>
                <a:off x="5812894" y="543595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72" name="Freeform 1871">
                <a:extLst>
                  <a:ext uri="{FF2B5EF4-FFF2-40B4-BE49-F238E27FC236}">
                    <a16:creationId xmlns:a16="http://schemas.microsoft.com/office/drawing/2014/main" id="{319605C7-04ED-8D9A-BE80-E4A77902C0F0}"/>
                  </a:ext>
                </a:extLst>
              </p:cNvPr>
              <p:cNvSpPr/>
              <p:nvPr/>
            </p:nvSpPr>
            <p:spPr>
              <a:xfrm>
                <a:off x="5788002" y="549983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873" name="TextBox 1872">
                <a:extLst>
                  <a:ext uri="{FF2B5EF4-FFF2-40B4-BE49-F238E27FC236}">
                    <a16:creationId xmlns:a16="http://schemas.microsoft.com/office/drawing/2014/main" id="{85519274-206A-93CB-6615-CDD582F492D2}"/>
                  </a:ext>
                </a:extLst>
              </p:cNvPr>
              <p:cNvSpPr txBox="1"/>
              <p:nvPr/>
            </p:nvSpPr>
            <p:spPr>
              <a:xfrm>
                <a:off x="5550987" y="4971348"/>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874" name="Freeform 1873">
                <a:extLst>
                  <a:ext uri="{FF2B5EF4-FFF2-40B4-BE49-F238E27FC236}">
                    <a16:creationId xmlns:a16="http://schemas.microsoft.com/office/drawing/2014/main" id="{6534BCBF-5107-E661-571B-B4F3083863CA}"/>
                  </a:ext>
                </a:extLst>
              </p:cNvPr>
              <p:cNvSpPr/>
              <p:nvPr/>
            </p:nvSpPr>
            <p:spPr>
              <a:xfrm>
                <a:off x="5655414" y="5144234"/>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875" name="TextBox 1874">
                <a:extLst>
                  <a:ext uri="{FF2B5EF4-FFF2-40B4-BE49-F238E27FC236}">
                    <a16:creationId xmlns:a16="http://schemas.microsoft.com/office/drawing/2014/main" id="{4E272BB4-FCDE-70B6-0F4D-FC0B43B89729}"/>
                  </a:ext>
                </a:extLst>
              </p:cNvPr>
              <p:cNvSpPr txBox="1"/>
              <p:nvPr/>
            </p:nvSpPr>
            <p:spPr>
              <a:xfrm>
                <a:off x="5838417" y="5026238"/>
                <a:ext cx="461778"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0.327</a:t>
                </a:r>
              </a:p>
            </p:txBody>
          </p:sp>
          <p:sp>
            <p:nvSpPr>
              <p:cNvPr id="1876" name="Freeform 1875">
                <a:extLst>
                  <a:ext uri="{FF2B5EF4-FFF2-40B4-BE49-F238E27FC236}">
                    <a16:creationId xmlns:a16="http://schemas.microsoft.com/office/drawing/2014/main" id="{703235B5-7766-55DF-BAE0-C52C263C19CC}"/>
                  </a:ext>
                </a:extLst>
              </p:cNvPr>
              <p:cNvSpPr/>
              <p:nvPr/>
            </p:nvSpPr>
            <p:spPr>
              <a:xfrm>
                <a:off x="5833976" y="5144234"/>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877" name="TextBox 1876">
                <a:extLst>
                  <a:ext uri="{FF2B5EF4-FFF2-40B4-BE49-F238E27FC236}">
                    <a16:creationId xmlns:a16="http://schemas.microsoft.com/office/drawing/2014/main" id="{90981342-FA9F-E00C-CB7A-53E4C4FDB74C}"/>
                  </a:ext>
                </a:extLst>
              </p:cNvPr>
              <p:cNvSpPr txBox="1"/>
              <p:nvPr/>
            </p:nvSpPr>
            <p:spPr>
              <a:xfrm>
                <a:off x="5842442" y="4858445"/>
                <a:ext cx="275168"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878" name="Freeform 1877">
                <a:extLst>
                  <a:ext uri="{FF2B5EF4-FFF2-40B4-BE49-F238E27FC236}">
                    <a16:creationId xmlns:a16="http://schemas.microsoft.com/office/drawing/2014/main" id="{B0E706D4-D07A-D51E-2441-CA3BCC12806F}"/>
                  </a:ext>
                </a:extLst>
              </p:cNvPr>
              <p:cNvSpPr/>
              <p:nvPr/>
            </p:nvSpPr>
            <p:spPr>
              <a:xfrm>
                <a:off x="5655414" y="5031331"/>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879" name="Graphic 1521">
              <a:extLst>
                <a:ext uri="{FF2B5EF4-FFF2-40B4-BE49-F238E27FC236}">
                  <a16:creationId xmlns:a16="http://schemas.microsoft.com/office/drawing/2014/main" id="{209B4C44-2250-91D6-EE50-BF5B9225F528}"/>
                </a:ext>
              </a:extLst>
            </p:cNvPr>
            <p:cNvGrpSpPr/>
            <p:nvPr/>
          </p:nvGrpSpPr>
          <p:grpSpPr>
            <a:xfrm>
              <a:off x="5242269" y="4661384"/>
              <a:ext cx="1273547" cy="1196086"/>
              <a:chOff x="5242269" y="4661384"/>
              <a:chExt cx="1273547" cy="1196086"/>
            </a:xfrm>
          </p:grpSpPr>
          <p:sp>
            <p:nvSpPr>
              <p:cNvPr id="1880" name="Freeform 1879">
                <a:extLst>
                  <a:ext uri="{FF2B5EF4-FFF2-40B4-BE49-F238E27FC236}">
                    <a16:creationId xmlns:a16="http://schemas.microsoft.com/office/drawing/2014/main" id="{269AD178-F46F-B9E5-F9FA-BFC1100C0D4D}"/>
                  </a:ext>
                </a:extLst>
              </p:cNvPr>
              <p:cNvSpPr/>
              <p:nvPr/>
            </p:nvSpPr>
            <p:spPr>
              <a:xfrm>
                <a:off x="5558005" y="4963640"/>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881" name="TextBox 1880">
                <a:extLst>
                  <a:ext uri="{FF2B5EF4-FFF2-40B4-BE49-F238E27FC236}">
                    <a16:creationId xmlns:a16="http://schemas.microsoft.com/office/drawing/2014/main" id="{F371C063-0D8E-4CB1-B7B3-7C2467CCC9DB}"/>
                  </a:ext>
                </a:extLst>
              </p:cNvPr>
              <p:cNvSpPr txBox="1"/>
              <p:nvPr/>
            </p:nvSpPr>
            <p:spPr>
              <a:xfrm>
                <a:off x="5242269" y="553391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882" name="TextBox 1881">
                <a:extLst>
                  <a:ext uri="{FF2B5EF4-FFF2-40B4-BE49-F238E27FC236}">
                    <a16:creationId xmlns:a16="http://schemas.microsoft.com/office/drawing/2014/main" id="{FF172FE2-F77E-1139-6635-C48C9E2079A2}"/>
                  </a:ext>
                </a:extLst>
              </p:cNvPr>
              <p:cNvSpPr txBox="1"/>
              <p:nvPr/>
            </p:nvSpPr>
            <p:spPr>
              <a:xfrm>
                <a:off x="5242269" y="5422409"/>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1883" name="TextBox 1882">
                <a:extLst>
                  <a:ext uri="{FF2B5EF4-FFF2-40B4-BE49-F238E27FC236}">
                    <a16:creationId xmlns:a16="http://schemas.microsoft.com/office/drawing/2014/main" id="{2B242D04-46D8-19D9-983B-130AD81B5B1A}"/>
                  </a:ext>
                </a:extLst>
              </p:cNvPr>
              <p:cNvSpPr txBox="1"/>
              <p:nvPr/>
            </p:nvSpPr>
            <p:spPr>
              <a:xfrm>
                <a:off x="5242269" y="5310776"/>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1884" name="TextBox 1883">
                <a:extLst>
                  <a:ext uri="{FF2B5EF4-FFF2-40B4-BE49-F238E27FC236}">
                    <a16:creationId xmlns:a16="http://schemas.microsoft.com/office/drawing/2014/main" id="{028CE330-EFD1-A0F1-1DA2-965A124B468C}"/>
                  </a:ext>
                </a:extLst>
              </p:cNvPr>
              <p:cNvSpPr txBox="1"/>
              <p:nvPr/>
            </p:nvSpPr>
            <p:spPr>
              <a:xfrm>
                <a:off x="5242269" y="5199270"/>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a:t>
                </a:r>
              </a:p>
            </p:txBody>
          </p:sp>
          <p:sp>
            <p:nvSpPr>
              <p:cNvPr id="1885" name="TextBox 1884">
                <a:extLst>
                  <a:ext uri="{FF2B5EF4-FFF2-40B4-BE49-F238E27FC236}">
                    <a16:creationId xmlns:a16="http://schemas.microsoft.com/office/drawing/2014/main" id="{01CAE2A4-04F9-0DE5-8C12-07F5C3F5AF21}"/>
                  </a:ext>
                </a:extLst>
              </p:cNvPr>
              <p:cNvSpPr txBox="1"/>
              <p:nvPr/>
            </p:nvSpPr>
            <p:spPr>
              <a:xfrm>
                <a:off x="5242269" y="508763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4%</a:t>
                </a:r>
              </a:p>
            </p:txBody>
          </p:sp>
          <p:sp>
            <p:nvSpPr>
              <p:cNvPr id="1886" name="TextBox 1885">
                <a:extLst>
                  <a:ext uri="{FF2B5EF4-FFF2-40B4-BE49-F238E27FC236}">
                    <a16:creationId xmlns:a16="http://schemas.microsoft.com/office/drawing/2014/main" id="{C6DEBE66-A20C-3A2D-7AE7-BD4AF7A2306A}"/>
                  </a:ext>
                </a:extLst>
              </p:cNvPr>
              <p:cNvSpPr txBox="1"/>
              <p:nvPr/>
            </p:nvSpPr>
            <p:spPr>
              <a:xfrm>
                <a:off x="5242269" y="4976131"/>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a:t>
                </a:r>
              </a:p>
            </p:txBody>
          </p:sp>
          <p:sp>
            <p:nvSpPr>
              <p:cNvPr id="1887" name="TextBox 1886">
                <a:extLst>
                  <a:ext uri="{FF2B5EF4-FFF2-40B4-BE49-F238E27FC236}">
                    <a16:creationId xmlns:a16="http://schemas.microsoft.com/office/drawing/2014/main" id="{750FA2B1-EF24-A68C-19FF-E8274E1C4675}"/>
                  </a:ext>
                </a:extLst>
              </p:cNvPr>
              <p:cNvSpPr txBox="1"/>
              <p:nvPr/>
            </p:nvSpPr>
            <p:spPr>
              <a:xfrm>
                <a:off x="5242269" y="486449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6%</a:t>
                </a:r>
              </a:p>
            </p:txBody>
          </p:sp>
          <p:sp>
            <p:nvSpPr>
              <p:cNvPr id="1888" name="Freeform 1887">
                <a:extLst>
                  <a:ext uri="{FF2B5EF4-FFF2-40B4-BE49-F238E27FC236}">
                    <a16:creationId xmlns:a16="http://schemas.microsoft.com/office/drawing/2014/main" id="{3D4A7584-DD5A-6A3A-39AD-EBBDD4D060C3}"/>
                  </a:ext>
                </a:extLst>
              </p:cNvPr>
              <p:cNvSpPr/>
              <p:nvPr/>
            </p:nvSpPr>
            <p:spPr>
              <a:xfrm>
                <a:off x="5523206" y="564080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89" name="Freeform 1888">
                <a:extLst>
                  <a:ext uri="{FF2B5EF4-FFF2-40B4-BE49-F238E27FC236}">
                    <a16:creationId xmlns:a16="http://schemas.microsoft.com/office/drawing/2014/main" id="{A8249142-37F4-A80E-086A-DC07C5C01747}"/>
                  </a:ext>
                </a:extLst>
              </p:cNvPr>
              <p:cNvSpPr/>
              <p:nvPr/>
            </p:nvSpPr>
            <p:spPr>
              <a:xfrm>
                <a:off x="5523206" y="552929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90" name="Freeform 1889">
                <a:extLst>
                  <a:ext uri="{FF2B5EF4-FFF2-40B4-BE49-F238E27FC236}">
                    <a16:creationId xmlns:a16="http://schemas.microsoft.com/office/drawing/2014/main" id="{81D56649-3469-2E0F-0445-7CA739C4F64A}"/>
                  </a:ext>
                </a:extLst>
              </p:cNvPr>
              <p:cNvSpPr/>
              <p:nvPr/>
            </p:nvSpPr>
            <p:spPr>
              <a:xfrm>
                <a:off x="5523206" y="541766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91" name="Freeform 1890">
                <a:extLst>
                  <a:ext uri="{FF2B5EF4-FFF2-40B4-BE49-F238E27FC236}">
                    <a16:creationId xmlns:a16="http://schemas.microsoft.com/office/drawing/2014/main" id="{41D77F0A-4B98-715B-A0FC-5471106960B4}"/>
                  </a:ext>
                </a:extLst>
              </p:cNvPr>
              <p:cNvSpPr/>
              <p:nvPr/>
            </p:nvSpPr>
            <p:spPr>
              <a:xfrm>
                <a:off x="5523206" y="530615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92" name="Freeform 1891">
                <a:extLst>
                  <a:ext uri="{FF2B5EF4-FFF2-40B4-BE49-F238E27FC236}">
                    <a16:creationId xmlns:a16="http://schemas.microsoft.com/office/drawing/2014/main" id="{A3E8CF19-4AAE-B45F-E352-1DF8E98CACAA}"/>
                  </a:ext>
                </a:extLst>
              </p:cNvPr>
              <p:cNvSpPr/>
              <p:nvPr/>
            </p:nvSpPr>
            <p:spPr>
              <a:xfrm>
                <a:off x="5523206" y="519452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93" name="Freeform 1892">
                <a:extLst>
                  <a:ext uri="{FF2B5EF4-FFF2-40B4-BE49-F238E27FC236}">
                    <a16:creationId xmlns:a16="http://schemas.microsoft.com/office/drawing/2014/main" id="{4C5F181C-29B4-18E8-FCCD-2492CF36C0A8}"/>
                  </a:ext>
                </a:extLst>
              </p:cNvPr>
              <p:cNvSpPr/>
              <p:nvPr/>
            </p:nvSpPr>
            <p:spPr>
              <a:xfrm>
                <a:off x="5523206" y="508302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94" name="Freeform 1893">
                <a:extLst>
                  <a:ext uri="{FF2B5EF4-FFF2-40B4-BE49-F238E27FC236}">
                    <a16:creationId xmlns:a16="http://schemas.microsoft.com/office/drawing/2014/main" id="{2B5C6C21-5325-CF37-CD28-EEB73F685138}"/>
                  </a:ext>
                </a:extLst>
              </p:cNvPr>
              <p:cNvSpPr/>
              <p:nvPr/>
            </p:nvSpPr>
            <p:spPr>
              <a:xfrm>
                <a:off x="5523206" y="497138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895" name="Freeform 1894">
                <a:extLst>
                  <a:ext uri="{FF2B5EF4-FFF2-40B4-BE49-F238E27FC236}">
                    <a16:creationId xmlns:a16="http://schemas.microsoft.com/office/drawing/2014/main" id="{6DC55D93-7595-798A-F2E0-9F2846679BED}"/>
                  </a:ext>
                </a:extLst>
              </p:cNvPr>
              <p:cNvSpPr/>
              <p:nvPr/>
            </p:nvSpPr>
            <p:spPr>
              <a:xfrm>
                <a:off x="5558005" y="5640804"/>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896" name="Freeform 1895">
                <a:extLst>
                  <a:ext uri="{FF2B5EF4-FFF2-40B4-BE49-F238E27FC236}">
                    <a16:creationId xmlns:a16="http://schemas.microsoft.com/office/drawing/2014/main" id="{CB337EA2-7BB0-088D-A26A-F28400938BBF}"/>
                  </a:ext>
                </a:extLst>
              </p:cNvPr>
              <p:cNvSpPr/>
              <p:nvPr/>
            </p:nvSpPr>
            <p:spPr>
              <a:xfrm>
                <a:off x="5655413"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897" name="Freeform 1896">
                <a:extLst>
                  <a:ext uri="{FF2B5EF4-FFF2-40B4-BE49-F238E27FC236}">
                    <a16:creationId xmlns:a16="http://schemas.microsoft.com/office/drawing/2014/main" id="{69D82CA6-8D0A-0DA0-C035-630AF4CF6136}"/>
                  </a:ext>
                </a:extLst>
              </p:cNvPr>
              <p:cNvSpPr/>
              <p:nvPr/>
            </p:nvSpPr>
            <p:spPr>
              <a:xfrm>
                <a:off x="5817719"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898" name="Freeform 1897">
                <a:extLst>
                  <a:ext uri="{FF2B5EF4-FFF2-40B4-BE49-F238E27FC236}">
                    <a16:creationId xmlns:a16="http://schemas.microsoft.com/office/drawing/2014/main" id="{7F286A0A-E113-D85D-E1F9-86B586A07821}"/>
                  </a:ext>
                </a:extLst>
              </p:cNvPr>
              <p:cNvSpPr/>
              <p:nvPr/>
            </p:nvSpPr>
            <p:spPr>
              <a:xfrm>
                <a:off x="5980026"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899" name="Freeform 1898">
                <a:extLst>
                  <a:ext uri="{FF2B5EF4-FFF2-40B4-BE49-F238E27FC236}">
                    <a16:creationId xmlns:a16="http://schemas.microsoft.com/office/drawing/2014/main" id="{72A369AF-5613-2167-FAA4-ED3D1FA16225}"/>
                  </a:ext>
                </a:extLst>
              </p:cNvPr>
              <p:cNvSpPr/>
              <p:nvPr/>
            </p:nvSpPr>
            <p:spPr>
              <a:xfrm>
                <a:off x="6142331"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900" name="Freeform 1899">
                <a:extLst>
                  <a:ext uri="{FF2B5EF4-FFF2-40B4-BE49-F238E27FC236}">
                    <a16:creationId xmlns:a16="http://schemas.microsoft.com/office/drawing/2014/main" id="{AE91F892-2993-CAE4-E660-EAA13ECFE806}"/>
                  </a:ext>
                </a:extLst>
              </p:cNvPr>
              <p:cNvSpPr/>
              <p:nvPr/>
            </p:nvSpPr>
            <p:spPr>
              <a:xfrm>
                <a:off x="6304637" y="564080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901" name="TextBox 1900">
                <a:extLst>
                  <a:ext uri="{FF2B5EF4-FFF2-40B4-BE49-F238E27FC236}">
                    <a16:creationId xmlns:a16="http://schemas.microsoft.com/office/drawing/2014/main" id="{24268DA1-03ED-5CB2-274D-6888F2FAB0F8}"/>
                  </a:ext>
                </a:extLst>
              </p:cNvPr>
              <p:cNvSpPr txBox="1"/>
              <p:nvPr/>
            </p:nvSpPr>
            <p:spPr>
              <a:xfrm>
                <a:off x="5515285" y="5636658"/>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902" name="TextBox 1901">
                <a:extLst>
                  <a:ext uri="{FF2B5EF4-FFF2-40B4-BE49-F238E27FC236}">
                    <a16:creationId xmlns:a16="http://schemas.microsoft.com/office/drawing/2014/main" id="{E7F643A9-EA42-3735-EC3D-C86FC021E131}"/>
                  </a:ext>
                </a:extLst>
              </p:cNvPr>
              <p:cNvSpPr txBox="1"/>
              <p:nvPr/>
            </p:nvSpPr>
            <p:spPr>
              <a:xfrm>
                <a:off x="5705583" y="5636658"/>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903" name="TextBox 1902">
                <a:extLst>
                  <a:ext uri="{FF2B5EF4-FFF2-40B4-BE49-F238E27FC236}">
                    <a16:creationId xmlns:a16="http://schemas.microsoft.com/office/drawing/2014/main" id="{F2FBB865-7EF6-3704-B12D-E3BDF748AAB8}"/>
                  </a:ext>
                </a:extLst>
              </p:cNvPr>
              <p:cNvSpPr txBox="1"/>
              <p:nvPr/>
            </p:nvSpPr>
            <p:spPr>
              <a:xfrm>
                <a:off x="5839048" y="5636658"/>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904" name="TextBox 1903">
                <a:extLst>
                  <a:ext uri="{FF2B5EF4-FFF2-40B4-BE49-F238E27FC236}">
                    <a16:creationId xmlns:a16="http://schemas.microsoft.com/office/drawing/2014/main" id="{D3297F0D-68C2-35E5-45FF-A3060AC113FF}"/>
                  </a:ext>
                </a:extLst>
              </p:cNvPr>
              <p:cNvSpPr txBox="1"/>
              <p:nvPr/>
            </p:nvSpPr>
            <p:spPr>
              <a:xfrm>
                <a:off x="5975907" y="5636658"/>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905" name="TextBox 1904">
                <a:extLst>
                  <a:ext uri="{FF2B5EF4-FFF2-40B4-BE49-F238E27FC236}">
                    <a16:creationId xmlns:a16="http://schemas.microsoft.com/office/drawing/2014/main" id="{B8648AAB-618A-8164-DF86-8EE586485105}"/>
                  </a:ext>
                </a:extLst>
              </p:cNvPr>
              <p:cNvSpPr txBox="1"/>
              <p:nvPr/>
            </p:nvSpPr>
            <p:spPr>
              <a:xfrm>
                <a:off x="6175535" y="5636658"/>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908" name="TextBox 1907">
                <a:extLst>
                  <a:ext uri="{FF2B5EF4-FFF2-40B4-BE49-F238E27FC236}">
                    <a16:creationId xmlns:a16="http://schemas.microsoft.com/office/drawing/2014/main" id="{B149538E-1BF4-9168-D995-8D2170DF6AE2}"/>
                  </a:ext>
                </a:extLst>
              </p:cNvPr>
              <p:cNvSpPr txBox="1"/>
              <p:nvPr/>
            </p:nvSpPr>
            <p:spPr>
              <a:xfrm>
                <a:off x="5431435" y="4661384"/>
                <a:ext cx="1084381"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14_Vsst_GABA</a:t>
                </a:r>
              </a:p>
            </p:txBody>
          </p:sp>
        </p:grpSp>
      </p:grpSp>
      <p:grpSp>
        <p:nvGrpSpPr>
          <p:cNvPr id="1909" name="Graphic 1523">
            <a:extLst>
              <a:ext uri="{FF2B5EF4-FFF2-40B4-BE49-F238E27FC236}">
                <a16:creationId xmlns:a16="http://schemas.microsoft.com/office/drawing/2014/main" id="{58F6A78C-F7A3-7897-725D-E77E42888CF2}"/>
              </a:ext>
            </a:extLst>
          </p:cNvPr>
          <p:cNvGrpSpPr/>
          <p:nvPr/>
        </p:nvGrpSpPr>
        <p:grpSpPr>
          <a:xfrm>
            <a:off x="71593" y="4129879"/>
            <a:ext cx="1125828" cy="1130191"/>
            <a:chOff x="-24548" y="5982950"/>
            <a:chExt cx="1191469" cy="1196086"/>
          </a:xfrm>
        </p:grpSpPr>
        <p:grpSp>
          <p:nvGrpSpPr>
            <p:cNvPr id="1912" name="Graphic 1523">
              <a:extLst>
                <a:ext uri="{FF2B5EF4-FFF2-40B4-BE49-F238E27FC236}">
                  <a16:creationId xmlns:a16="http://schemas.microsoft.com/office/drawing/2014/main" id="{E275BC57-E38A-C292-3D29-7B446E7A8334}"/>
                </a:ext>
              </a:extLst>
            </p:cNvPr>
            <p:cNvGrpSpPr/>
            <p:nvPr/>
          </p:nvGrpSpPr>
          <p:grpSpPr>
            <a:xfrm>
              <a:off x="284170" y="6202268"/>
              <a:ext cx="851059" cy="760229"/>
              <a:chOff x="284170" y="6202268"/>
              <a:chExt cx="851059" cy="760229"/>
            </a:xfrm>
          </p:grpSpPr>
          <p:sp>
            <p:nvSpPr>
              <p:cNvPr id="1913" name="Freeform 1912">
                <a:extLst>
                  <a:ext uri="{FF2B5EF4-FFF2-40B4-BE49-F238E27FC236}">
                    <a16:creationId xmlns:a16="http://schemas.microsoft.com/office/drawing/2014/main" id="{76B3FAE1-59F9-FD48-DC36-34235C8B7DCA}"/>
                  </a:ext>
                </a:extLst>
              </p:cNvPr>
              <p:cNvSpPr/>
              <p:nvPr/>
            </p:nvSpPr>
            <p:spPr>
              <a:xfrm>
                <a:off x="291188" y="6285206"/>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914" name="Freeform 1913">
                <a:extLst>
                  <a:ext uri="{FF2B5EF4-FFF2-40B4-BE49-F238E27FC236}">
                    <a16:creationId xmlns:a16="http://schemas.microsoft.com/office/drawing/2014/main" id="{7B1B5361-43AE-CCBA-2EA5-61EDB441725F}"/>
                  </a:ext>
                </a:extLst>
              </p:cNvPr>
              <p:cNvSpPr/>
              <p:nvPr/>
            </p:nvSpPr>
            <p:spPr>
              <a:xfrm>
                <a:off x="339956" y="6729325"/>
                <a:ext cx="97409" cy="233045"/>
              </a:xfrm>
              <a:custGeom>
                <a:avLst/>
                <a:gdLst>
                  <a:gd name="csX0" fmla="*/ 0 w 97409"/>
                  <a:gd name="csY0" fmla="*/ 0 h 233045"/>
                  <a:gd name="csX1" fmla="*/ 97409 w 97409"/>
                  <a:gd name="csY1" fmla="*/ 0 h 233045"/>
                  <a:gd name="csX2" fmla="*/ 97409 w 97409"/>
                  <a:gd name="csY2" fmla="*/ 233045 h 233045"/>
                  <a:gd name="csX3" fmla="*/ 0 w 97409"/>
                  <a:gd name="csY3" fmla="*/ 233045 h 233045"/>
                </a:gdLst>
                <a:ahLst/>
                <a:cxnLst>
                  <a:cxn ang="0">
                    <a:pos x="csX0" y="csY0"/>
                  </a:cxn>
                  <a:cxn ang="0">
                    <a:pos x="csX1" y="csY1"/>
                  </a:cxn>
                  <a:cxn ang="0">
                    <a:pos x="csX2" y="csY2"/>
                  </a:cxn>
                  <a:cxn ang="0">
                    <a:pos x="csX3" y="csY3"/>
                  </a:cxn>
                </a:cxnLst>
                <a:rect l="l" t="t" r="r" b="b"/>
                <a:pathLst>
                  <a:path w="97409" h="233045">
                    <a:moveTo>
                      <a:pt x="0" y="0"/>
                    </a:moveTo>
                    <a:lnTo>
                      <a:pt x="97409" y="0"/>
                    </a:lnTo>
                    <a:lnTo>
                      <a:pt x="97409" y="233045"/>
                    </a:lnTo>
                    <a:lnTo>
                      <a:pt x="0" y="233045"/>
                    </a:lnTo>
                    <a:close/>
                  </a:path>
                </a:pathLst>
              </a:custGeom>
              <a:solidFill>
                <a:srgbClr val="1965B0"/>
              </a:solidFill>
              <a:ln w="13589" cap="flat">
                <a:noFill/>
                <a:prstDash val="solid"/>
                <a:miter/>
              </a:ln>
            </p:spPr>
            <p:txBody>
              <a:bodyPr/>
              <a:lstStyle/>
              <a:p>
                <a:pPr algn="ctr"/>
                <a:endParaRPr lang="en-US" sz="1890"/>
              </a:p>
            </p:txBody>
          </p:sp>
          <p:sp>
            <p:nvSpPr>
              <p:cNvPr id="1915" name="Freeform 1914">
                <a:extLst>
                  <a:ext uri="{FF2B5EF4-FFF2-40B4-BE49-F238E27FC236}">
                    <a16:creationId xmlns:a16="http://schemas.microsoft.com/office/drawing/2014/main" id="{6A74EF1C-293D-667F-3F83-A86B03070563}"/>
                  </a:ext>
                </a:extLst>
              </p:cNvPr>
              <p:cNvSpPr/>
              <p:nvPr/>
            </p:nvSpPr>
            <p:spPr>
              <a:xfrm>
                <a:off x="502262" y="6668365"/>
                <a:ext cx="97409" cy="294132"/>
              </a:xfrm>
              <a:custGeom>
                <a:avLst/>
                <a:gdLst>
                  <a:gd name="csX0" fmla="*/ 0 w 97409"/>
                  <a:gd name="csY0" fmla="*/ 0 h 294132"/>
                  <a:gd name="csX1" fmla="*/ 97409 w 97409"/>
                  <a:gd name="csY1" fmla="*/ 0 h 294132"/>
                  <a:gd name="csX2" fmla="*/ 97409 w 97409"/>
                  <a:gd name="csY2" fmla="*/ 294132 h 294132"/>
                  <a:gd name="csX3" fmla="*/ 0 w 97409"/>
                  <a:gd name="csY3" fmla="*/ 294132 h 294132"/>
                </a:gdLst>
                <a:ahLst/>
                <a:cxnLst>
                  <a:cxn ang="0">
                    <a:pos x="csX0" y="csY0"/>
                  </a:cxn>
                  <a:cxn ang="0">
                    <a:pos x="csX1" y="csY1"/>
                  </a:cxn>
                  <a:cxn ang="0">
                    <a:pos x="csX2" y="csY2"/>
                  </a:cxn>
                  <a:cxn ang="0">
                    <a:pos x="csX3" y="csY3"/>
                  </a:cxn>
                </a:cxnLst>
                <a:rect l="l" t="t" r="r" b="b"/>
                <a:pathLst>
                  <a:path w="97409" h="294132">
                    <a:moveTo>
                      <a:pt x="0" y="0"/>
                    </a:moveTo>
                    <a:lnTo>
                      <a:pt x="97409" y="0"/>
                    </a:lnTo>
                    <a:lnTo>
                      <a:pt x="97409" y="294132"/>
                    </a:lnTo>
                    <a:lnTo>
                      <a:pt x="0" y="294132"/>
                    </a:lnTo>
                    <a:close/>
                  </a:path>
                </a:pathLst>
              </a:custGeom>
              <a:solidFill>
                <a:srgbClr val="4EB265"/>
              </a:solidFill>
              <a:ln w="13589" cap="flat">
                <a:noFill/>
                <a:prstDash val="solid"/>
                <a:miter/>
              </a:ln>
            </p:spPr>
            <p:txBody>
              <a:bodyPr/>
              <a:lstStyle/>
              <a:p>
                <a:pPr algn="ctr"/>
                <a:endParaRPr lang="en-US" sz="1890"/>
              </a:p>
            </p:txBody>
          </p:sp>
          <p:sp>
            <p:nvSpPr>
              <p:cNvPr id="1916" name="Freeform 1915">
                <a:extLst>
                  <a:ext uri="{FF2B5EF4-FFF2-40B4-BE49-F238E27FC236}">
                    <a16:creationId xmlns:a16="http://schemas.microsoft.com/office/drawing/2014/main" id="{676FECB3-8203-B4BB-842B-ABBB560603C0}"/>
                  </a:ext>
                </a:extLst>
              </p:cNvPr>
              <p:cNvSpPr/>
              <p:nvPr/>
            </p:nvSpPr>
            <p:spPr>
              <a:xfrm>
                <a:off x="664567" y="6735548"/>
                <a:ext cx="97409" cy="226822"/>
              </a:xfrm>
              <a:custGeom>
                <a:avLst/>
                <a:gdLst>
                  <a:gd name="csX0" fmla="*/ 0 w 97409"/>
                  <a:gd name="csY0" fmla="*/ 0 h 226822"/>
                  <a:gd name="csX1" fmla="*/ 97409 w 97409"/>
                  <a:gd name="csY1" fmla="*/ 0 h 226822"/>
                  <a:gd name="csX2" fmla="*/ 97409 w 97409"/>
                  <a:gd name="csY2" fmla="*/ 226822 h 226822"/>
                  <a:gd name="csX3" fmla="*/ 0 w 97409"/>
                  <a:gd name="csY3" fmla="*/ 226822 h 226822"/>
                </a:gdLst>
                <a:ahLst/>
                <a:cxnLst>
                  <a:cxn ang="0">
                    <a:pos x="csX0" y="csY0"/>
                  </a:cxn>
                  <a:cxn ang="0">
                    <a:pos x="csX1" y="csY1"/>
                  </a:cxn>
                  <a:cxn ang="0">
                    <a:pos x="csX2" y="csY2"/>
                  </a:cxn>
                  <a:cxn ang="0">
                    <a:pos x="csX3" y="csY3"/>
                  </a:cxn>
                </a:cxnLst>
                <a:rect l="l" t="t" r="r" b="b"/>
                <a:pathLst>
                  <a:path w="97409" h="226822">
                    <a:moveTo>
                      <a:pt x="0" y="0"/>
                    </a:moveTo>
                    <a:lnTo>
                      <a:pt x="97409" y="0"/>
                    </a:lnTo>
                    <a:lnTo>
                      <a:pt x="97409" y="226822"/>
                    </a:lnTo>
                    <a:lnTo>
                      <a:pt x="0" y="226822"/>
                    </a:lnTo>
                    <a:close/>
                  </a:path>
                </a:pathLst>
              </a:custGeom>
              <a:solidFill>
                <a:srgbClr val="F7F056"/>
              </a:solidFill>
              <a:ln w="13589" cap="flat">
                <a:noFill/>
                <a:prstDash val="solid"/>
                <a:miter/>
              </a:ln>
            </p:spPr>
            <p:txBody>
              <a:bodyPr/>
              <a:lstStyle/>
              <a:p>
                <a:pPr algn="ctr"/>
                <a:endParaRPr lang="en-US" sz="1890"/>
              </a:p>
            </p:txBody>
          </p:sp>
          <p:sp>
            <p:nvSpPr>
              <p:cNvPr id="1917" name="Freeform 1916">
                <a:extLst>
                  <a:ext uri="{FF2B5EF4-FFF2-40B4-BE49-F238E27FC236}">
                    <a16:creationId xmlns:a16="http://schemas.microsoft.com/office/drawing/2014/main" id="{F5C660BA-2FE8-3C2C-F356-B05F4D60D5D3}"/>
                  </a:ext>
                </a:extLst>
              </p:cNvPr>
              <p:cNvSpPr/>
              <p:nvPr/>
            </p:nvSpPr>
            <p:spPr>
              <a:xfrm>
                <a:off x="826873" y="6716498"/>
                <a:ext cx="97409" cy="245872"/>
              </a:xfrm>
              <a:custGeom>
                <a:avLst/>
                <a:gdLst>
                  <a:gd name="csX0" fmla="*/ 0 w 97409"/>
                  <a:gd name="csY0" fmla="*/ 0 h 245872"/>
                  <a:gd name="csX1" fmla="*/ 97409 w 97409"/>
                  <a:gd name="csY1" fmla="*/ 0 h 245872"/>
                  <a:gd name="csX2" fmla="*/ 97409 w 97409"/>
                  <a:gd name="csY2" fmla="*/ 245872 h 245872"/>
                  <a:gd name="csX3" fmla="*/ 0 w 97409"/>
                  <a:gd name="csY3" fmla="*/ 245872 h 245872"/>
                </a:gdLst>
                <a:ahLst/>
                <a:cxnLst>
                  <a:cxn ang="0">
                    <a:pos x="csX0" y="csY0"/>
                  </a:cxn>
                  <a:cxn ang="0">
                    <a:pos x="csX1" y="csY1"/>
                  </a:cxn>
                  <a:cxn ang="0">
                    <a:pos x="csX2" y="csY2"/>
                  </a:cxn>
                  <a:cxn ang="0">
                    <a:pos x="csX3" y="csY3"/>
                  </a:cxn>
                </a:cxnLst>
                <a:rect l="l" t="t" r="r" b="b"/>
                <a:pathLst>
                  <a:path w="97409" h="245872">
                    <a:moveTo>
                      <a:pt x="0" y="0"/>
                    </a:moveTo>
                    <a:lnTo>
                      <a:pt x="97409" y="0"/>
                    </a:lnTo>
                    <a:lnTo>
                      <a:pt x="97409" y="245872"/>
                    </a:lnTo>
                    <a:lnTo>
                      <a:pt x="0" y="245872"/>
                    </a:lnTo>
                    <a:close/>
                  </a:path>
                </a:pathLst>
              </a:custGeom>
              <a:solidFill>
                <a:srgbClr val="7BAFDE"/>
              </a:solidFill>
              <a:ln w="13589" cap="flat">
                <a:noFill/>
                <a:prstDash val="solid"/>
                <a:miter/>
              </a:ln>
            </p:spPr>
            <p:txBody>
              <a:bodyPr/>
              <a:lstStyle/>
              <a:p>
                <a:pPr algn="ctr"/>
                <a:endParaRPr lang="en-US" sz="1890"/>
              </a:p>
            </p:txBody>
          </p:sp>
          <p:sp>
            <p:nvSpPr>
              <p:cNvPr id="1918" name="Freeform 1917">
                <a:extLst>
                  <a:ext uri="{FF2B5EF4-FFF2-40B4-BE49-F238E27FC236}">
                    <a16:creationId xmlns:a16="http://schemas.microsoft.com/office/drawing/2014/main" id="{4A2A5C3D-0DD0-314A-F8D7-E3E348BE4115}"/>
                  </a:ext>
                </a:extLst>
              </p:cNvPr>
              <p:cNvSpPr/>
              <p:nvPr/>
            </p:nvSpPr>
            <p:spPr>
              <a:xfrm>
                <a:off x="989180" y="6698591"/>
                <a:ext cx="97409" cy="263779"/>
              </a:xfrm>
              <a:custGeom>
                <a:avLst/>
                <a:gdLst>
                  <a:gd name="csX0" fmla="*/ 0 w 97409"/>
                  <a:gd name="csY0" fmla="*/ 0 h 263779"/>
                  <a:gd name="csX1" fmla="*/ 97409 w 97409"/>
                  <a:gd name="csY1" fmla="*/ 0 h 263779"/>
                  <a:gd name="csX2" fmla="*/ 97409 w 97409"/>
                  <a:gd name="csY2" fmla="*/ 263779 h 263779"/>
                  <a:gd name="csX3" fmla="*/ 0 w 97409"/>
                  <a:gd name="csY3" fmla="*/ 263779 h 263779"/>
                </a:gdLst>
                <a:ahLst/>
                <a:cxnLst>
                  <a:cxn ang="0">
                    <a:pos x="csX0" y="csY0"/>
                  </a:cxn>
                  <a:cxn ang="0">
                    <a:pos x="csX1" y="csY1"/>
                  </a:cxn>
                  <a:cxn ang="0">
                    <a:pos x="csX2" y="csY2"/>
                  </a:cxn>
                  <a:cxn ang="0">
                    <a:pos x="csX3" y="csY3"/>
                  </a:cxn>
                </a:cxnLst>
                <a:rect l="l" t="t" r="r" b="b"/>
                <a:pathLst>
                  <a:path w="97409" h="263779">
                    <a:moveTo>
                      <a:pt x="0" y="0"/>
                    </a:moveTo>
                    <a:lnTo>
                      <a:pt x="97409" y="0"/>
                    </a:lnTo>
                    <a:lnTo>
                      <a:pt x="97409" y="263779"/>
                    </a:lnTo>
                    <a:lnTo>
                      <a:pt x="0" y="263779"/>
                    </a:lnTo>
                    <a:close/>
                  </a:path>
                </a:pathLst>
              </a:custGeom>
              <a:solidFill>
                <a:srgbClr val="DC050C"/>
              </a:solidFill>
              <a:ln w="13589" cap="flat">
                <a:noFill/>
                <a:prstDash val="solid"/>
                <a:miter/>
              </a:ln>
            </p:spPr>
            <p:txBody>
              <a:bodyPr/>
              <a:lstStyle/>
              <a:p>
                <a:pPr algn="ctr"/>
                <a:endParaRPr lang="en-US" sz="1890"/>
              </a:p>
            </p:txBody>
          </p:sp>
          <p:sp>
            <p:nvSpPr>
              <p:cNvPr id="1919" name="Freeform 1918">
                <a:extLst>
                  <a:ext uri="{FF2B5EF4-FFF2-40B4-BE49-F238E27FC236}">
                    <a16:creationId xmlns:a16="http://schemas.microsoft.com/office/drawing/2014/main" id="{D3386169-5230-2920-0400-B1339BB9584B}"/>
                  </a:ext>
                </a:extLst>
              </p:cNvPr>
              <p:cNvSpPr/>
              <p:nvPr/>
            </p:nvSpPr>
            <p:spPr>
              <a:xfrm>
                <a:off x="356212" y="670684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20" name="Freeform 1919">
                <a:extLst>
                  <a:ext uri="{FF2B5EF4-FFF2-40B4-BE49-F238E27FC236}">
                    <a16:creationId xmlns:a16="http://schemas.microsoft.com/office/drawing/2014/main" id="{0043F171-D908-6080-72F4-B2D24E7916C5}"/>
                  </a:ext>
                </a:extLst>
              </p:cNvPr>
              <p:cNvSpPr/>
              <p:nvPr/>
            </p:nvSpPr>
            <p:spPr>
              <a:xfrm>
                <a:off x="388596" y="6706846"/>
                <a:ext cx="12700" cy="45084"/>
              </a:xfrm>
              <a:custGeom>
                <a:avLst/>
                <a:gdLst>
                  <a:gd name="csX0" fmla="*/ 0 w 12700"/>
                  <a:gd name="csY0" fmla="*/ 0 h 45084"/>
                  <a:gd name="csX1" fmla="*/ 0 w 12700"/>
                  <a:gd name="csY1" fmla="*/ 45085 h 45084"/>
                </a:gdLst>
                <a:ahLst/>
                <a:cxnLst>
                  <a:cxn ang="0">
                    <a:pos x="csX0" y="csY0"/>
                  </a:cxn>
                  <a:cxn ang="0">
                    <a:pos x="csX1" y="csY1"/>
                  </a:cxn>
                </a:cxnLst>
                <a:rect l="l" t="t" r="r" b="b"/>
                <a:pathLst>
                  <a:path w="12700" h="45084">
                    <a:moveTo>
                      <a:pt x="0" y="0"/>
                    </a:moveTo>
                    <a:lnTo>
                      <a:pt x="0" y="45085"/>
                    </a:lnTo>
                  </a:path>
                </a:pathLst>
              </a:custGeom>
              <a:noFill/>
              <a:ln w="13589" cap="flat">
                <a:solidFill>
                  <a:srgbClr val="000000"/>
                </a:solidFill>
                <a:prstDash val="solid"/>
                <a:round/>
              </a:ln>
            </p:spPr>
            <p:txBody>
              <a:bodyPr/>
              <a:lstStyle/>
              <a:p>
                <a:pPr algn="ctr"/>
                <a:endParaRPr lang="en-US" sz="1890"/>
              </a:p>
            </p:txBody>
          </p:sp>
          <p:sp>
            <p:nvSpPr>
              <p:cNvPr id="1921" name="Freeform 1920">
                <a:extLst>
                  <a:ext uri="{FF2B5EF4-FFF2-40B4-BE49-F238E27FC236}">
                    <a16:creationId xmlns:a16="http://schemas.microsoft.com/office/drawing/2014/main" id="{6C233EC0-6206-B5E2-B97C-23A99F266B0B}"/>
                  </a:ext>
                </a:extLst>
              </p:cNvPr>
              <p:cNvSpPr/>
              <p:nvPr/>
            </p:nvSpPr>
            <p:spPr>
              <a:xfrm>
                <a:off x="356212" y="675193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22" name="Freeform 1921">
                <a:extLst>
                  <a:ext uri="{FF2B5EF4-FFF2-40B4-BE49-F238E27FC236}">
                    <a16:creationId xmlns:a16="http://schemas.microsoft.com/office/drawing/2014/main" id="{685DB0CA-BEC5-9645-42BB-FDA87D8E5777}"/>
                  </a:ext>
                </a:extLst>
              </p:cNvPr>
              <p:cNvSpPr/>
              <p:nvPr/>
            </p:nvSpPr>
            <p:spPr>
              <a:xfrm>
                <a:off x="518517" y="6632043"/>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23" name="Freeform 1922">
                <a:extLst>
                  <a:ext uri="{FF2B5EF4-FFF2-40B4-BE49-F238E27FC236}">
                    <a16:creationId xmlns:a16="http://schemas.microsoft.com/office/drawing/2014/main" id="{79B4A922-8393-A75E-4871-AC34DEB28D59}"/>
                  </a:ext>
                </a:extLst>
              </p:cNvPr>
              <p:cNvSpPr/>
              <p:nvPr/>
            </p:nvSpPr>
            <p:spPr>
              <a:xfrm>
                <a:off x="550902" y="6632043"/>
                <a:ext cx="12700" cy="72643"/>
              </a:xfrm>
              <a:custGeom>
                <a:avLst/>
                <a:gdLst>
                  <a:gd name="csX0" fmla="*/ 0 w 12700"/>
                  <a:gd name="csY0" fmla="*/ 0 h 72643"/>
                  <a:gd name="csX1" fmla="*/ 0 w 12700"/>
                  <a:gd name="csY1" fmla="*/ 72644 h 72643"/>
                </a:gdLst>
                <a:ahLst/>
                <a:cxnLst>
                  <a:cxn ang="0">
                    <a:pos x="csX0" y="csY0"/>
                  </a:cxn>
                  <a:cxn ang="0">
                    <a:pos x="csX1" y="csY1"/>
                  </a:cxn>
                </a:cxnLst>
                <a:rect l="l" t="t" r="r" b="b"/>
                <a:pathLst>
                  <a:path w="12700" h="72643">
                    <a:moveTo>
                      <a:pt x="0" y="0"/>
                    </a:moveTo>
                    <a:lnTo>
                      <a:pt x="0" y="72644"/>
                    </a:lnTo>
                  </a:path>
                </a:pathLst>
              </a:custGeom>
              <a:noFill/>
              <a:ln w="13589" cap="flat">
                <a:solidFill>
                  <a:srgbClr val="000000"/>
                </a:solidFill>
                <a:prstDash val="solid"/>
                <a:round/>
              </a:ln>
            </p:spPr>
            <p:txBody>
              <a:bodyPr/>
              <a:lstStyle/>
              <a:p>
                <a:pPr algn="ctr"/>
                <a:endParaRPr lang="en-US" sz="1890"/>
              </a:p>
            </p:txBody>
          </p:sp>
          <p:sp>
            <p:nvSpPr>
              <p:cNvPr id="1924" name="Freeform 1923">
                <a:extLst>
                  <a:ext uri="{FF2B5EF4-FFF2-40B4-BE49-F238E27FC236}">
                    <a16:creationId xmlns:a16="http://schemas.microsoft.com/office/drawing/2014/main" id="{C52F691C-A54D-827F-0D30-EA2304D54E62}"/>
                  </a:ext>
                </a:extLst>
              </p:cNvPr>
              <p:cNvSpPr/>
              <p:nvPr/>
            </p:nvSpPr>
            <p:spPr>
              <a:xfrm>
                <a:off x="518517" y="670468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25" name="Freeform 1924">
                <a:extLst>
                  <a:ext uri="{FF2B5EF4-FFF2-40B4-BE49-F238E27FC236}">
                    <a16:creationId xmlns:a16="http://schemas.microsoft.com/office/drawing/2014/main" id="{DF70FD5F-25A6-BC75-2D2B-7EEF327103A4}"/>
                  </a:ext>
                </a:extLst>
              </p:cNvPr>
              <p:cNvSpPr/>
              <p:nvPr/>
            </p:nvSpPr>
            <p:spPr>
              <a:xfrm>
                <a:off x="680823" y="665223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26" name="Freeform 1925">
                <a:extLst>
                  <a:ext uri="{FF2B5EF4-FFF2-40B4-BE49-F238E27FC236}">
                    <a16:creationId xmlns:a16="http://schemas.microsoft.com/office/drawing/2014/main" id="{1BD2F4F7-6505-16C2-F4E4-2D0378EDAF1B}"/>
                  </a:ext>
                </a:extLst>
              </p:cNvPr>
              <p:cNvSpPr/>
              <p:nvPr/>
            </p:nvSpPr>
            <p:spPr>
              <a:xfrm>
                <a:off x="713209" y="6652236"/>
                <a:ext cx="12700" cy="166750"/>
              </a:xfrm>
              <a:custGeom>
                <a:avLst/>
                <a:gdLst>
                  <a:gd name="csX0" fmla="*/ 0 w 12700"/>
                  <a:gd name="csY0" fmla="*/ 0 h 166750"/>
                  <a:gd name="csX1" fmla="*/ 0 w 12700"/>
                  <a:gd name="csY1" fmla="*/ 166751 h 166750"/>
                </a:gdLst>
                <a:ahLst/>
                <a:cxnLst>
                  <a:cxn ang="0">
                    <a:pos x="csX0" y="csY0"/>
                  </a:cxn>
                  <a:cxn ang="0">
                    <a:pos x="csX1" y="csY1"/>
                  </a:cxn>
                </a:cxnLst>
                <a:rect l="l" t="t" r="r" b="b"/>
                <a:pathLst>
                  <a:path w="12700" h="166750">
                    <a:moveTo>
                      <a:pt x="0" y="0"/>
                    </a:moveTo>
                    <a:lnTo>
                      <a:pt x="0" y="166751"/>
                    </a:lnTo>
                  </a:path>
                </a:pathLst>
              </a:custGeom>
              <a:noFill/>
              <a:ln w="13589" cap="flat">
                <a:solidFill>
                  <a:srgbClr val="000000"/>
                </a:solidFill>
                <a:prstDash val="solid"/>
                <a:round/>
              </a:ln>
            </p:spPr>
            <p:txBody>
              <a:bodyPr/>
              <a:lstStyle/>
              <a:p>
                <a:pPr algn="ctr"/>
                <a:endParaRPr lang="en-US" sz="1890"/>
              </a:p>
            </p:txBody>
          </p:sp>
          <p:sp>
            <p:nvSpPr>
              <p:cNvPr id="1927" name="Freeform 1926">
                <a:extLst>
                  <a:ext uri="{FF2B5EF4-FFF2-40B4-BE49-F238E27FC236}">
                    <a16:creationId xmlns:a16="http://schemas.microsoft.com/office/drawing/2014/main" id="{CD88A9E2-9BD2-E9DE-93FC-262A74507F43}"/>
                  </a:ext>
                </a:extLst>
              </p:cNvPr>
              <p:cNvSpPr/>
              <p:nvPr/>
            </p:nvSpPr>
            <p:spPr>
              <a:xfrm>
                <a:off x="680823" y="681898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28" name="Freeform 1927">
                <a:extLst>
                  <a:ext uri="{FF2B5EF4-FFF2-40B4-BE49-F238E27FC236}">
                    <a16:creationId xmlns:a16="http://schemas.microsoft.com/office/drawing/2014/main" id="{502C28BA-2B47-DCB5-3752-7C5861932737}"/>
                  </a:ext>
                </a:extLst>
              </p:cNvPr>
              <p:cNvSpPr/>
              <p:nvPr/>
            </p:nvSpPr>
            <p:spPr>
              <a:xfrm>
                <a:off x="1005436" y="666188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29" name="Freeform 1928">
                <a:extLst>
                  <a:ext uri="{FF2B5EF4-FFF2-40B4-BE49-F238E27FC236}">
                    <a16:creationId xmlns:a16="http://schemas.microsoft.com/office/drawing/2014/main" id="{4DC4A269-52C3-F8EA-4DAB-B7C27E5BBA23}"/>
                  </a:ext>
                </a:extLst>
              </p:cNvPr>
              <p:cNvSpPr/>
              <p:nvPr/>
            </p:nvSpPr>
            <p:spPr>
              <a:xfrm>
                <a:off x="1037820" y="6661888"/>
                <a:ext cx="12700" cy="73279"/>
              </a:xfrm>
              <a:custGeom>
                <a:avLst/>
                <a:gdLst>
                  <a:gd name="csX0" fmla="*/ 0 w 12700"/>
                  <a:gd name="csY0" fmla="*/ 0 h 73279"/>
                  <a:gd name="csX1" fmla="*/ 0 w 12700"/>
                  <a:gd name="csY1" fmla="*/ 73279 h 73279"/>
                </a:gdLst>
                <a:ahLst/>
                <a:cxnLst>
                  <a:cxn ang="0">
                    <a:pos x="csX0" y="csY0"/>
                  </a:cxn>
                  <a:cxn ang="0">
                    <a:pos x="csX1" y="csY1"/>
                  </a:cxn>
                </a:cxnLst>
                <a:rect l="l" t="t" r="r" b="b"/>
                <a:pathLst>
                  <a:path w="12700" h="73279">
                    <a:moveTo>
                      <a:pt x="0" y="0"/>
                    </a:moveTo>
                    <a:lnTo>
                      <a:pt x="0" y="73279"/>
                    </a:lnTo>
                  </a:path>
                </a:pathLst>
              </a:custGeom>
              <a:noFill/>
              <a:ln w="13589" cap="flat">
                <a:solidFill>
                  <a:srgbClr val="000000"/>
                </a:solidFill>
                <a:prstDash val="solid"/>
                <a:round/>
              </a:ln>
            </p:spPr>
            <p:txBody>
              <a:bodyPr/>
              <a:lstStyle/>
              <a:p>
                <a:pPr algn="ctr"/>
                <a:endParaRPr lang="en-US" sz="1890"/>
              </a:p>
            </p:txBody>
          </p:sp>
          <p:sp>
            <p:nvSpPr>
              <p:cNvPr id="1930" name="Freeform 1929">
                <a:extLst>
                  <a:ext uri="{FF2B5EF4-FFF2-40B4-BE49-F238E27FC236}">
                    <a16:creationId xmlns:a16="http://schemas.microsoft.com/office/drawing/2014/main" id="{C446F140-6D80-96E8-DE13-0EFC0461FCFB}"/>
                  </a:ext>
                </a:extLst>
              </p:cNvPr>
              <p:cNvSpPr/>
              <p:nvPr/>
            </p:nvSpPr>
            <p:spPr>
              <a:xfrm>
                <a:off x="1005436" y="673516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31" name="Freeform 1930">
                <a:extLst>
                  <a:ext uri="{FF2B5EF4-FFF2-40B4-BE49-F238E27FC236}">
                    <a16:creationId xmlns:a16="http://schemas.microsoft.com/office/drawing/2014/main" id="{20BFFDEE-FA4A-B069-0ACF-901FB1258130}"/>
                  </a:ext>
                </a:extLst>
              </p:cNvPr>
              <p:cNvSpPr/>
              <p:nvPr/>
            </p:nvSpPr>
            <p:spPr>
              <a:xfrm>
                <a:off x="708636" y="66339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32" name="Freeform 1931">
                <a:extLst>
                  <a:ext uri="{FF2B5EF4-FFF2-40B4-BE49-F238E27FC236}">
                    <a16:creationId xmlns:a16="http://schemas.microsoft.com/office/drawing/2014/main" id="{18EEDFC2-740F-89FE-8E2B-C8EDA56916FE}"/>
                  </a:ext>
                </a:extLst>
              </p:cNvPr>
              <p:cNvSpPr/>
              <p:nvPr/>
            </p:nvSpPr>
            <p:spPr>
              <a:xfrm>
                <a:off x="547093" y="66978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33" name="Freeform 1932">
                <a:extLst>
                  <a:ext uri="{FF2B5EF4-FFF2-40B4-BE49-F238E27FC236}">
                    <a16:creationId xmlns:a16="http://schemas.microsoft.com/office/drawing/2014/main" id="{877270FD-A74E-AF7D-33AA-9ADFB1EA8CBE}"/>
                  </a:ext>
                </a:extLst>
              </p:cNvPr>
              <p:cNvSpPr/>
              <p:nvPr/>
            </p:nvSpPr>
            <p:spPr>
              <a:xfrm>
                <a:off x="526011" y="67338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34" name="Freeform 1933">
                <a:extLst>
                  <a:ext uri="{FF2B5EF4-FFF2-40B4-BE49-F238E27FC236}">
                    <a16:creationId xmlns:a16="http://schemas.microsoft.com/office/drawing/2014/main" id="{3A6740EB-CCA7-1541-257A-C2B3A1AA7973}"/>
                  </a:ext>
                </a:extLst>
              </p:cNvPr>
              <p:cNvSpPr/>
              <p:nvPr/>
            </p:nvSpPr>
            <p:spPr>
              <a:xfrm>
                <a:off x="1030582" y="6775807"/>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35" name="Freeform 1934">
                <a:extLst>
                  <a:ext uri="{FF2B5EF4-FFF2-40B4-BE49-F238E27FC236}">
                    <a16:creationId xmlns:a16="http://schemas.microsoft.com/office/drawing/2014/main" id="{C03FB86D-6129-04A3-B0F0-A9C5C671E4AE}"/>
                  </a:ext>
                </a:extLst>
              </p:cNvPr>
              <p:cNvSpPr/>
              <p:nvPr/>
            </p:nvSpPr>
            <p:spPr>
              <a:xfrm>
                <a:off x="375135" y="66476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36" name="Freeform 1935">
                <a:extLst>
                  <a:ext uri="{FF2B5EF4-FFF2-40B4-BE49-F238E27FC236}">
                    <a16:creationId xmlns:a16="http://schemas.microsoft.com/office/drawing/2014/main" id="{61559DF5-3C6B-448C-CB31-4B6AA3CCFB90}"/>
                  </a:ext>
                </a:extLst>
              </p:cNvPr>
              <p:cNvSpPr/>
              <p:nvPr/>
            </p:nvSpPr>
            <p:spPr>
              <a:xfrm>
                <a:off x="1020422" y="67330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37" name="Freeform 1936">
                <a:extLst>
                  <a:ext uri="{FF2B5EF4-FFF2-40B4-BE49-F238E27FC236}">
                    <a16:creationId xmlns:a16="http://schemas.microsoft.com/office/drawing/2014/main" id="{1EE84AD8-1FC8-EAF0-A935-92C281B71E32}"/>
                  </a:ext>
                </a:extLst>
              </p:cNvPr>
              <p:cNvSpPr/>
              <p:nvPr/>
            </p:nvSpPr>
            <p:spPr>
              <a:xfrm>
                <a:off x="378310" y="67242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38" name="Freeform 1937">
                <a:extLst>
                  <a:ext uri="{FF2B5EF4-FFF2-40B4-BE49-F238E27FC236}">
                    <a16:creationId xmlns:a16="http://schemas.microsoft.com/office/drawing/2014/main" id="{244034BE-59A1-27A0-1065-6461698FFF64}"/>
                  </a:ext>
                </a:extLst>
              </p:cNvPr>
              <p:cNvSpPr/>
              <p:nvPr/>
            </p:nvSpPr>
            <p:spPr>
              <a:xfrm>
                <a:off x="1007976" y="6770981"/>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39" name="Freeform 1938">
                <a:extLst>
                  <a:ext uri="{FF2B5EF4-FFF2-40B4-BE49-F238E27FC236}">
                    <a16:creationId xmlns:a16="http://schemas.microsoft.com/office/drawing/2014/main" id="{308C9881-7EFC-F315-61DC-E4D7E25C6359}"/>
                  </a:ext>
                </a:extLst>
              </p:cNvPr>
              <p:cNvSpPr/>
              <p:nvPr/>
            </p:nvSpPr>
            <p:spPr>
              <a:xfrm>
                <a:off x="375643" y="66467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0" name="Freeform 1939">
                <a:extLst>
                  <a:ext uri="{FF2B5EF4-FFF2-40B4-BE49-F238E27FC236}">
                    <a16:creationId xmlns:a16="http://schemas.microsoft.com/office/drawing/2014/main" id="{47EF2933-4CED-3EE9-5361-7334F7E471A2}"/>
                  </a:ext>
                </a:extLst>
              </p:cNvPr>
              <p:cNvSpPr/>
              <p:nvPr/>
            </p:nvSpPr>
            <p:spPr>
              <a:xfrm>
                <a:off x="1026518" y="657159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1" name="Freeform 1940">
                <a:extLst>
                  <a:ext uri="{FF2B5EF4-FFF2-40B4-BE49-F238E27FC236}">
                    <a16:creationId xmlns:a16="http://schemas.microsoft.com/office/drawing/2014/main" id="{E9C19B67-DA96-EBA6-525D-4A1F8CE8C2C1}"/>
                  </a:ext>
                </a:extLst>
              </p:cNvPr>
              <p:cNvSpPr/>
              <p:nvPr/>
            </p:nvSpPr>
            <p:spPr>
              <a:xfrm>
                <a:off x="369166" y="6781141"/>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2" name="Freeform 1941">
                <a:extLst>
                  <a:ext uri="{FF2B5EF4-FFF2-40B4-BE49-F238E27FC236}">
                    <a16:creationId xmlns:a16="http://schemas.microsoft.com/office/drawing/2014/main" id="{3FA79D2B-610A-18B4-CBBB-95B4A058C7B2}"/>
                  </a:ext>
                </a:extLst>
              </p:cNvPr>
              <p:cNvSpPr/>
              <p:nvPr/>
            </p:nvSpPr>
            <p:spPr>
              <a:xfrm>
                <a:off x="1026899" y="661667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3" name="Freeform 1942">
                <a:extLst>
                  <a:ext uri="{FF2B5EF4-FFF2-40B4-BE49-F238E27FC236}">
                    <a16:creationId xmlns:a16="http://schemas.microsoft.com/office/drawing/2014/main" id="{230AD81E-F929-DA67-D260-2047CF3452BD}"/>
                  </a:ext>
                </a:extLst>
              </p:cNvPr>
              <p:cNvSpPr/>
              <p:nvPr/>
            </p:nvSpPr>
            <p:spPr>
              <a:xfrm>
                <a:off x="384660" y="67119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4" name="Freeform 1943">
                <a:extLst>
                  <a:ext uri="{FF2B5EF4-FFF2-40B4-BE49-F238E27FC236}">
                    <a16:creationId xmlns:a16="http://schemas.microsoft.com/office/drawing/2014/main" id="{5B386E5C-742D-D69B-2A7E-D9F3C67C56FA}"/>
                  </a:ext>
                </a:extLst>
              </p:cNvPr>
              <p:cNvSpPr/>
              <p:nvPr/>
            </p:nvSpPr>
            <p:spPr>
              <a:xfrm>
                <a:off x="524995" y="65985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5" name="Freeform 1944">
                <a:extLst>
                  <a:ext uri="{FF2B5EF4-FFF2-40B4-BE49-F238E27FC236}">
                    <a16:creationId xmlns:a16="http://schemas.microsoft.com/office/drawing/2014/main" id="{7B60C89C-2B5A-145C-832F-16EAFED484BA}"/>
                  </a:ext>
                </a:extLst>
              </p:cNvPr>
              <p:cNvSpPr/>
              <p:nvPr/>
            </p:nvSpPr>
            <p:spPr>
              <a:xfrm>
                <a:off x="1018644" y="66150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6" name="Freeform 1945">
                <a:extLst>
                  <a:ext uri="{FF2B5EF4-FFF2-40B4-BE49-F238E27FC236}">
                    <a16:creationId xmlns:a16="http://schemas.microsoft.com/office/drawing/2014/main" id="{DD851329-AC99-6630-0338-61B71D390C4A}"/>
                  </a:ext>
                </a:extLst>
              </p:cNvPr>
              <p:cNvSpPr/>
              <p:nvPr/>
            </p:nvSpPr>
            <p:spPr>
              <a:xfrm>
                <a:off x="384914" y="675637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7" name="Freeform 1946">
                <a:extLst>
                  <a:ext uri="{FF2B5EF4-FFF2-40B4-BE49-F238E27FC236}">
                    <a16:creationId xmlns:a16="http://schemas.microsoft.com/office/drawing/2014/main" id="{0FCA0538-7BDE-653B-593A-EEF1B66FF46C}"/>
                  </a:ext>
                </a:extLst>
              </p:cNvPr>
              <p:cNvSpPr/>
              <p:nvPr/>
            </p:nvSpPr>
            <p:spPr>
              <a:xfrm>
                <a:off x="710669" y="680069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8" name="Freeform 1947">
                <a:extLst>
                  <a:ext uri="{FF2B5EF4-FFF2-40B4-BE49-F238E27FC236}">
                    <a16:creationId xmlns:a16="http://schemas.microsoft.com/office/drawing/2014/main" id="{921C5857-CC39-2A3A-65B1-E0B12E5978F1}"/>
                  </a:ext>
                </a:extLst>
              </p:cNvPr>
              <p:cNvSpPr/>
              <p:nvPr/>
            </p:nvSpPr>
            <p:spPr>
              <a:xfrm>
                <a:off x="520423" y="64928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49" name="Freeform 1948">
                <a:extLst>
                  <a:ext uri="{FF2B5EF4-FFF2-40B4-BE49-F238E27FC236}">
                    <a16:creationId xmlns:a16="http://schemas.microsoft.com/office/drawing/2014/main" id="{60C2B5DB-0825-6478-282A-68CD0C83EF88}"/>
                  </a:ext>
                </a:extLst>
              </p:cNvPr>
              <p:cNvSpPr/>
              <p:nvPr/>
            </p:nvSpPr>
            <p:spPr>
              <a:xfrm>
                <a:off x="532107" y="678203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50" name="Freeform 1949">
                <a:extLst>
                  <a:ext uri="{FF2B5EF4-FFF2-40B4-BE49-F238E27FC236}">
                    <a16:creationId xmlns:a16="http://schemas.microsoft.com/office/drawing/2014/main" id="{86FA6B73-5437-B042-EA72-D8A0D74692E2}"/>
                  </a:ext>
                </a:extLst>
              </p:cNvPr>
              <p:cNvSpPr/>
              <p:nvPr/>
            </p:nvSpPr>
            <p:spPr>
              <a:xfrm>
                <a:off x="859513" y="66984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51" name="Freeform 1950">
                <a:extLst>
                  <a:ext uri="{FF2B5EF4-FFF2-40B4-BE49-F238E27FC236}">
                    <a16:creationId xmlns:a16="http://schemas.microsoft.com/office/drawing/2014/main" id="{C0FF864B-0FDF-6781-C26C-FBF683E5B174}"/>
                  </a:ext>
                </a:extLst>
              </p:cNvPr>
              <p:cNvSpPr/>
              <p:nvPr/>
            </p:nvSpPr>
            <p:spPr>
              <a:xfrm>
                <a:off x="546077" y="66277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52" name="Freeform 1951">
                <a:extLst>
                  <a:ext uri="{FF2B5EF4-FFF2-40B4-BE49-F238E27FC236}">
                    <a16:creationId xmlns:a16="http://schemas.microsoft.com/office/drawing/2014/main" id="{3BC2FBA7-B026-EE17-EFBE-4611F062E9AC}"/>
                  </a:ext>
                </a:extLst>
              </p:cNvPr>
              <p:cNvSpPr/>
              <p:nvPr/>
            </p:nvSpPr>
            <p:spPr>
              <a:xfrm>
                <a:off x="521185" y="661921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1953" name="TextBox 1952">
                <a:extLst>
                  <a:ext uri="{FF2B5EF4-FFF2-40B4-BE49-F238E27FC236}">
                    <a16:creationId xmlns:a16="http://schemas.microsoft.com/office/drawing/2014/main" id="{1D5DD2C3-4D34-7FE1-5491-2A07CD3C3ADD}"/>
                  </a:ext>
                </a:extLst>
              </p:cNvPr>
              <p:cNvSpPr txBox="1"/>
              <p:nvPr/>
            </p:nvSpPr>
            <p:spPr>
              <a:xfrm>
                <a:off x="284170" y="6292914"/>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1954" name="Freeform 1953">
                <a:extLst>
                  <a:ext uri="{FF2B5EF4-FFF2-40B4-BE49-F238E27FC236}">
                    <a16:creationId xmlns:a16="http://schemas.microsoft.com/office/drawing/2014/main" id="{C271F8A0-9526-17D8-0730-2C10E9947706}"/>
                  </a:ext>
                </a:extLst>
              </p:cNvPr>
              <p:cNvSpPr/>
              <p:nvPr/>
            </p:nvSpPr>
            <p:spPr>
              <a:xfrm>
                <a:off x="388597" y="6465800"/>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1955" name="TextBox 1954">
                <a:extLst>
                  <a:ext uri="{FF2B5EF4-FFF2-40B4-BE49-F238E27FC236}">
                    <a16:creationId xmlns:a16="http://schemas.microsoft.com/office/drawing/2014/main" id="{E203B980-9F16-03F5-37E9-558E953C022A}"/>
                  </a:ext>
                </a:extLst>
              </p:cNvPr>
              <p:cNvSpPr txBox="1"/>
              <p:nvPr/>
            </p:nvSpPr>
            <p:spPr>
              <a:xfrm>
                <a:off x="571600" y="6315045"/>
                <a:ext cx="461779" cy="174260"/>
              </a:xfrm>
              <a:prstGeom prst="rect">
                <a:avLst/>
              </a:prstGeom>
              <a:noFill/>
            </p:spPr>
            <p:txBody>
              <a:bodyPr wrap="none" rtlCol="0">
                <a:spAutoFit/>
              </a:bodyPr>
              <a:lstStyle/>
              <a:p>
                <a:pPr algn="ctr"/>
                <a:r>
                  <a:rPr lang="en-US" sz="470" dirty="0">
                    <a:ln/>
                    <a:solidFill>
                      <a:srgbClr val="000000"/>
                    </a:solidFill>
                    <a:latin typeface="Arial"/>
                    <a:cs typeface="Arial"/>
                    <a:sym typeface="Arial"/>
                    <a:rtl val="0"/>
                  </a:rPr>
                  <a:t>p = 0.086</a:t>
                </a:r>
              </a:p>
            </p:txBody>
          </p:sp>
          <p:sp>
            <p:nvSpPr>
              <p:cNvPr id="1956" name="Freeform 1955">
                <a:extLst>
                  <a:ext uri="{FF2B5EF4-FFF2-40B4-BE49-F238E27FC236}">
                    <a16:creationId xmlns:a16="http://schemas.microsoft.com/office/drawing/2014/main" id="{CFF557DA-8DB7-835C-7462-1955B3583433}"/>
                  </a:ext>
                </a:extLst>
              </p:cNvPr>
              <p:cNvSpPr/>
              <p:nvPr/>
            </p:nvSpPr>
            <p:spPr>
              <a:xfrm>
                <a:off x="567159" y="6465800"/>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1957" name="TextBox 1956">
                <a:extLst>
                  <a:ext uri="{FF2B5EF4-FFF2-40B4-BE49-F238E27FC236}">
                    <a16:creationId xmlns:a16="http://schemas.microsoft.com/office/drawing/2014/main" id="{A23F60D7-BD0A-7B18-EF22-7C178278BE70}"/>
                  </a:ext>
                </a:extLst>
              </p:cNvPr>
              <p:cNvSpPr txBox="1"/>
              <p:nvPr/>
            </p:nvSpPr>
            <p:spPr>
              <a:xfrm>
                <a:off x="482320" y="6202268"/>
                <a:ext cx="461779" cy="174260"/>
              </a:xfrm>
              <a:prstGeom prst="rect">
                <a:avLst/>
              </a:prstGeom>
              <a:noFill/>
            </p:spPr>
            <p:txBody>
              <a:bodyPr wrap="none" rtlCol="0">
                <a:spAutoFit/>
              </a:bodyPr>
              <a:lstStyle/>
              <a:p>
                <a:pPr algn="ctr"/>
                <a:r>
                  <a:rPr lang="en-US" sz="470" dirty="0">
                    <a:ln/>
                    <a:solidFill>
                      <a:srgbClr val="000000"/>
                    </a:solidFill>
                    <a:latin typeface="Arial"/>
                    <a:cs typeface="Arial"/>
                    <a:sym typeface="Arial"/>
                    <a:rtl val="0"/>
                  </a:rPr>
                  <a:t>p = 0.272</a:t>
                </a:r>
              </a:p>
            </p:txBody>
          </p:sp>
          <p:sp>
            <p:nvSpPr>
              <p:cNvPr id="1958" name="Freeform 1957">
                <a:extLst>
                  <a:ext uri="{FF2B5EF4-FFF2-40B4-BE49-F238E27FC236}">
                    <a16:creationId xmlns:a16="http://schemas.microsoft.com/office/drawing/2014/main" id="{D37217F8-96E5-B274-2153-5175DA737200}"/>
                  </a:ext>
                </a:extLst>
              </p:cNvPr>
              <p:cNvSpPr/>
              <p:nvPr/>
            </p:nvSpPr>
            <p:spPr>
              <a:xfrm>
                <a:off x="388597" y="6352897"/>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1959" name="Graphic 1523">
              <a:extLst>
                <a:ext uri="{FF2B5EF4-FFF2-40B4-BE49-F238E27FC236}">
                  <a16:creationId xmlns:a16="http://schemas.microsoft.com/office/drawing/2014/main" id="{F075087F-D4AA-C0DC-2D15-808DB2518066}"/>
                </a:ext>
              </a:extLst>
            </p:cNvPr>
            <p:cNvGrpSpPr/>
            <p:nvPr/>
          </p:nvGrpSpPr>
          <p:grpSpPr>
            <a:xfrm>
              <a:off x="-24548" y="5982950"/>
              <a:ext cx="1191469" cy="1196086"/>
              <a:chOff x="-24548" y="5982950"/>
              <a:chExt cx="1191469" cy="1196086"/>
            </a:xfrm>
          </p:grpSpPr>
          <p:sp>
            <p:nvSpPr>
              <p:cNvPr id="1960" name="Freeform 1959">
                <a:extLst>
                  <a:ext uri="{FF2B5EF4-FFF2-40B4-BE49-F238E27FC236}">
                    <a16:creationId xmlns:a16="http://schemas.microsoft.com/office/drawing/2014/main" id="{41B06147-7019-3335-1A4E-5238C2F3742B}"/>
                  </a:ext>
                </a:extLst>
              </p:cNvPr>
              <p:cNvSpPr/>
              <p:nvPr/>
            </p:nvSpPr>
            <p:spPr>
              <a:xfrm>
                <a:off x="291188" y="6285206"/>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1961" name="TextBox 1960">
                <a:extLst>
                  <a:ext uri="{FF2B5EF4-FFF2-40B4-BE49-F238E27FC236}">
                    <a16:creationId xmlns:a16="http://schemas.microsoft.com/office/drawing/2014/main" id="{AF3961D1-7766-F82F-77C8-8E08CC3966F9}"/>
                  </a:ext>
                </a:extLst>
              </p:cNvPr>
              <p:cNvSpPr txBox="1"/>
              <p:nvPr/>
            </p:nvSpPr>
            <p:spPr>
              <a:xfrm>
                <a:off x="-24548" y="6855481"/>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1962" name="TextBox 1961">
                <a:extLst>
                  <a:ext uri="{FF2B5EF4-FFF2-40B4-BE49-F238E27FC236}">
                    <a16:creationId xmlns:a16="http://schemas.microsoft.com/office/drawing/2014/main" id="{9156EBA0-3EF4-ABA1-625D-8933E38DC8C8}"/>
                  </a:ext>
                </a:extLst>
              </p:cNvPr>
              <p:cNvSpPr txBox="1"/>
              <p:nvPr/>
            </p:nvSpPr>
            <p:spPr>
              <a:xfrm>
                <a:off x="-24548" y="6722512"/>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1963" name="TextBox 1962">
                <a:extLst>
                  <a:ext uri="{FF2B5EF4-FFF2-40B4-BE49-F238E27FC236}">
                    <a16:creationId xmlns:a16="http://schemas.microsoft.com/office/drawing/2014/main" id="{5DA515FB-4DEC-F8F4-017A-0E2D262FDC8A}"/>
                  </a:ext>
                </a:extLst>
              </p:cNvPr>
              <p:cNvSpPr txBox="1"/>
              <p:nvPr/>
            </p:nvSpPr>
            <p:spPr>
              <a:xfrm>
                <a:off x="-24548" y="6589416"/>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1964" name="TextBox 1963">
                <a:extLst>
                  <a:ext uri="{FF2B5EF4-FFF2-40B4-BE49-F238E27FC236}">
                    <a16:creationId xmlns:a16="http://schemas.microsoft.com/office/drawing/2014/main" id="{FD8150CD-1FAB-6F98-669A-6DC1B454D3C4}"/>
                  </a:ext>
                </a:extLst>
              </p:cNvPr>
              <p:cNvSpPr txBox="1"/>
              <p:nvPr/>
            </p:nvSpPr>
            <p:spPr>
              <a:xfrm>
                <a:off x="-24548" y="6456447"/>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a:t>
                </a:r>
              </a:p>
            </p:txBody>
          </p:sp>
          <p:sp>
            <p:nvSpPr>
              <p:cNvPr id="1965" name="TextBox 1964">
                <a:extLst>
                  <a:ext uri="{FF2B5EF4-FFF2-40B4-BE49-F238E27FC236}">
                    <a16:creationId xmlns:a16="http://schemas.microsoft.com/office/drawing/2014/main" id="{CD8BA221-E7FB-1D50-4257-67B5B0F6EB8C}"/>
                  </a:ext>
                </a:extLst>
              </p:cNvPr>
              <p:cNvSpPr txBox="1"/>
              <p:nvPr/>
            </p:nvSpPr>
            <p:spPr>
              <a:xfrm>
                <a:off x="-24548" y="6323351"/>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4%</a:t>
                </a:r>
              </a:p>
            </p:txBody>
          </p:sp>
          <p:sp>
            <p:nvSpPr>
              <p:cNvPr id="1966" name="TextBox 1965">
                <a:extLst>
                  <a:ext uri="{FF2B5EF4-FFF2-40B4-BE49-F238E27FC236}">
                    <a16:creationId xmlns:a16="http://schemas.microsoft.com/office/drawing/2014/main" id="{F7D908B6-5038-AA70-670E-A7CFEF11C5E8}"/>
                  </a:ext>
                </a:extLst>
              </p:cNvPr>
              <p:cNvSpPr txBox="1"/>
              <p:nvPr/>
            </p:nvSpPr>
            <p:spPr>
              <a:xfrm>
                <a:off x="-24548" y="6190382"/>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a:t>
                </a:r>
              </a:p>
            </p:txBody>
          </p:sp>
          <p:sp>
            <p:nvSpPr>
              <p:cNvPr id="1967" name="Freeform 1966">
                <a:extLst>
                  <a:ext uri="{FF2B5EF4-FFF2-40B4-BE49-F238E27FC236}">
                    <a16:creationId xmlns:a16="http://schemas.microsoft.com/office/drawing/2014/main" id="{46188F3D-D86C-FC06-26DD-B20A83AB4F60}"/>
                  </a:ext>
                </a:extLst>
              </p:cNvPr>
              <p:cNvSpPr/>
              <p:nvPr/>
            </p:nvSpPr>
            <p:spPr>
              <a:xfrm>
                <a:off x="256389" y="696237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968" name="Freeform 1967">
                <a:extLst>
                  <a:ext uri="{FF2B5EF4-FFF2-40B4-BE49-F238E27FC236}">
                    <a16:creationId xmlns:a16="http://schemas.microsoft.com/office/drawing/2014/main" id="{9D65D9AE-5896-7FBB-B63B-4442F080053B}"/>
                  </a:ext>
                </a:extLst>
              </p:cNvPr>
              <p:cNvSpPr/>
              <p:nvPr/>
            </p:nvSpPr>
            <p:spPr>
              <a:xfrm>
                <a:off x="256389" y="682940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969" name="Freeform 1968">
                <a:extLst>
                  <a:ext uri="{FF2B5EF4-FFF2-40B4-BE49-F238E27FC236}">
                    <a16:creationId xmlns:a16="http://schemas.microsoft.com/office/drawing/2014/main" id="{A07C7F19-8C08-D53E-1BB5-BE7E76B026BB}"/>
                  </a:ext>
                </a:extLst>
              </p:cNvPr>
              <p:cNvSpPr/>
              <p:nvPr/>
            </p:nvSpPr>
            <p:spPr>
              <a:xfrm>
                <a:off x="256389" y="669630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970" name="Freeform 1969">
                <a:extLst>
                  <a:ext uri="{FF2B5EF4-FFF2-40B4-BE49-F238E27FC236}">
                    <a16:creationId xmlns:a16="http://schemas.microsoft.com/office/drawing/2014/main" id="{F2D2DF7A-50BD-851B-1E4F-DD09521CA0B9}"/>
                  </a:ext>
                </a:extLst>
              </p:cNvPr>
              <p:cNvSpPr/>
              <p:nvPr/>
            </p:nvSpPr>
            <p:spPr>
              <a:xfrm>
                <a:off x="256389" y="656333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971" name="Freeform 1970">
                <a:extLst>
                  <a:ext uri="{FF2B5EF4-FFF2-40B4-BE49-F238E27FC236}">
                    <a16:creationId xmlns:a16="http://schemas.microsoft.com/office/drawing/2014/main" id="{C474ACF8-2132-C143-159D-FB4D31398044}"/>
                  </a:ext>
                </a:extLst>
              </p:cNvPr>
              <p:cNvSpPr/>
              <p:nvPr/>
            </p:nvSpPr>
            <p:spPr>
              <a:xfrm>
                <a:off x="256389" y="643023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972" name="Freeform 1971">
                <a:extLst>
                  <a:ext uri="{FF2B5EF4-FFF2-40B4-BE49-F238E27FC236}">
                    <a16:creationId xmlns:a16="http://schemas.microsoft.com/office/drawing/2014/main" id="{81853BD7-C9A4-26DA-65FB-E27CD54D7A29}"/>
                  </a:ext>
                </a:extLst>
              </p:cNvPr>
              <p:cNvSpPr/>
              <p:nvPr/>
            </p:nvSpPr>
            <p:spPr>
              <a:xfrm>
                <a:off x="256389" y="629727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1973" name="Freeform 1972">
                <a:extLst>
                  <a:ext uri="{FF2B5EF4-FFF2-40B4-BE49-F238E27FC236}">
                    <a16:creationId xmlns:a16="http://schemas.microsoft.com/office/drawing/2014/main" id="{4AA2E4DB-F2E4-2D86-EC46-A40B86FDE4DD}"/>
                  </a:ext>
                </a:extLst>
              </p:cNvPr>
              <p:cNvSpPr/>
              <p:nvPr/>
            </p:nvSpPr>
            <p:spPr>
              <a:xfrm>
                <a:off x="291188" y="6962370"/>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1974" name="Freeform 1973">
                <a:extLst>
                  <a:ext uri="{FF2B5EF4-FFF2-40B4-BE49-F238E27FC236}">
                    <a16:creationId xmlns:a16="http://schemas.microsoft.com/office/drawing/2014/main" id="{344F61D0-CADC-3443-CA0D-CF6B08071E77}"/>
                  </a:ext>
                </a:extLst>
              </p:cNvPr>
              <p:cNvSpPr/>
              <p:nvPr/>
            </p:nvSpPr>
            <p:spPr>
              <a:xfrm>
                <a:off x="388596" y="696237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975" name="Freeform 1974">
                <a:extLst>
                  <a:ext uri="{FF2B5EF4-FFF2-40B4-BE49-F238E27FC236}">
                    <a16:creationId xmlns:a16="http://schemas.microsoft.com/office/drawing/2014/main" id="{C1E60B7A-062A-CE36-1B98-40EF72BA543F}"/>
                  </a:ext>
                </a:extLst>
              </p:cNvPr>
              <p:cNvSpPr/>
              <p:nvPr/>
            </p:nvSpPr>
            <p:spPr>
              <a:xfrm>
                <a:off x="550902" y="696237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976" name="Freeform 1975">
                <a:extLst>
                  <a:ext uri="{FF2B5EF4-FFF2-40B4-BE49-F238E27FC236}">
                    <a16:creationId xmlns:a16="http://schemas.microsoft.com/office/drawing/2014/main" id="{B1718F88-1682-F236-8277-77DB2AEF860C}"/>
                  </a:ext>
                </a:extLst>
              </p:cNvPr>
              <p:cNvSpPr/>
              <p:nvPr/>
            </p:nvSpPr>
            <p:spPr>
              <a:xfrm>
                <a:off x="713209" y="696237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977" name="Freeform 1976">
                <a:extLst>
                  <a:ext uri="{FF2B5EF4-FFF2-40B4-BE49-F238E27FC236}">
                    <a16:creationId xmlns:a16="http://schemas.microsoft.com/office/drawing/2014/main" id="{0C2EA0BB-45EF-D655-3C29-C7643D64F517}"/>
                  </a:ext>
                </a:extLst>
              </p:cNvPr>
              <p:cNvSpPr/>
              <p:nvPr/>
            </p:nvSpPr>
            <p:spPr>
              <a:xfrm>
                <a:off x="875514" y="696237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978" name="Freeform 1977">
                <a:extLst>
                  <a:ext uri="{FF2B5EF4-FFF2-40B4-BE49-F238E27FC236}">
                    <a16:creationId xmlns:a16="http://schemas.microsoft.com/office/drawing/2014/main" id="{836C7F6B-DF4B-2270-675F-EC4C2B29ED67}"/>
                  </a:ext>
                </a:extLst>
              </p:cNvPr>
              <p:cNvSpPr/>
              <p:nvPr/>
            </p:nvSpPr>
            <p:spPr>
              <a:xfrm>
                <a:off x="1037820" y="696237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1979" name="TextBox 1978">
                <a:extLst>
                  <a:ext uri="{FF2B5EF4-FFF2-40B4-BE49-F238E27FC236}">
                    <a16:creationId xmlns:a16="http://schemas.microsoft.com/office/drawing/2014/main" id="{0B3898FA-97A5-E081-B966-6DFF71D32786}"/>
                  </a:ext>
                </a:extLst>
              </p:cNvPr>
              <p:cNvSpPr txBox="1"/>
              <p:nvPr/>
            </p:nvSpPr>
            <p:spPr>
              <a:xfrm>
                <a:off x="248468" y="6958224"/>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1980" name="TextBox 1979">
                <a:extLst>
                  <a:ext uri="{FF2B5EF4-FFF2-40B4-BE49-F238E27FC236}">
                    <a16:creationId xmlns:a16="http://schemas.microsoft.com/office/drawing/2014/main" id="{05C6C3E2-D3B2-CAC1-EBBF-8B769690A648}"/>
                  </a:ext>
                </a:extLst>
              </p:cNvPr>
              <p:cNvSpPr txBox="1"/>
              <p:nvPr/>
            </p:nvSpPr>
            <p:spPr>
              <a:xfrm>
                <a:off x="438766" y="6958224"/>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1981" name="TextBox 1980">
                <a:extLst>
                  <a:ext uri="{FF2B5EF4-FFF2-40B4-BE49-F238E27FC236}">
                    <a16:creationId xmlns:a16="http://schemas.microsoft.com/office/drawing/2014/main" id="{E28599FE-FD00-1851-B180-4BEC64C0087E}"/>
                  </a:ext>
                </a:extLst>
              </p:cNvPr>
              <p:cNvSpPr txBox="1"/>
              <p:nvPr/>
            </p:nvSpPr>
            <p:spPr>
              <a:xfrm>
                <a:off x="572231" y="6958224"/>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1982" name="TextBox 1981">
                <a:extLst>
                  <a:ext uri="{FF2B5EF4-FFF2-40B4-BE49-F238E27FC236}">
                    <a16:creationId xmlns:a16="http://schemas.microsoft.com/office/drawing/2014/main" id="{279421F2-8F7B-E5F0-7218-E9D0DE205F7A}"/>
                  </a:ext>
                </a:extLst>
              </p:cNvPr>
              <p:cNvSpPr txBox="1"/>
              <p:nvPr/>
            </p:nvSpPr>
            <p:spPr>
              <a:xfrm>
                <a:off x="709090" y="6958224"/>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1983" name="TextBox 1982">
                <a:extLst>
                  <a:ext uri="{FF2B5EF4-FFF2-40B4-BE49-F238E27FC236}">
                    <a16:creationId xmlns:a16="http://schemas.microsoft.com/office/drawing/2014/main" id="{7EE5A65A-6CD0-AE76-A0D6-D437D2E17EA8}"/>
                  </a:ext>
                </a:extLst>
              </p:cNvPr>
              <p:cNvSpPr txBox="1"/>
              <p:nvPr/>
            </p:nvSpPr>
            <p:spPr>
              <a:xfrm>
                <a:off x="908718" y="6958224"/>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1986" name="TextBox 1985">
                <a:extLst>
                  <a:ext uri="{FF2B5EF4-FFF2-40B4-BE49-F238E27FC236}">
                    <a16:creationId xmlns:a16="http://schemas.microsoft.com/office/drawing/2014/main" id="{27759683-2676-F5EC-8BD0-677022CC9C43}"/>
                  </a:ext>
                </a:extLst>
              </p:cNvPr>
              <p:cNvSpPr txBox="1"/>
              <p:nvPr/>
            </p:nvSpPr>
            <p:spPr>
              <a:xfrm>
                <a:off x="383468" y="5982950"/>
                <a:ext cx="644996"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17_Glut</a:t>
                </a:r>
              </a:p>
            </p:txBody>
          </p:sp>
        </p:grpSp>
      </p:grpSp>
      <p:grpSp>
        <p:nvGrpSpPr>
          <p:cNvPr id="1987" name="Graphic 1525">
            <a:extLst>
              <a:ext uri="{FF2B5EF4-FFF2-40B4-BE49-F238E27FC236}">
                <a16:creationId xmlns:a16="http://schemas.microsoft.com/office/drawing/2014/main" id="{E61D9795-E4E2-0538-0253-5A7A04E96F25}"/>
              </a:ext>
            </a:extLst>
          </p:cNvPr>
          <p:cNvGrpSpPr/>
          <p:nvPr/>
        </p:nvGrpSpPr>
        <p:grpSpPr>
          <a:xfrm>
            <a:off x="1136775" y="4129879"/>
            <a:ext cx="1125828" cy="1130191"/>
            <a:chOff x="1347052" y="5867797"/>
            <a:chExt cx="1191469" cy="1196086"/>
          </a:xfrm>
        </p:grpSpPr>
        <p:grpSp>
          <p:nvGrpSpPr>
            <p:cNvPr id="1990" name="Graphic 1525">
              <a:extLst>
                <a:ext uri="{FF2B5EF4-FFF2-40B4-BE49-F238E27FC236}">
                  <a16:creationId xmlns:a16="http://schemas.microsoft.com/office/drawing/2014/main" id="{40D7A146-E8B3-0A84-1D35-2D18EBEA50B1}"/>
                </a:ext>
              </a:extLst>
            </p:cNvPr>
            <p:cNvGrpSpPr/>
            <p:nvPr/>
          </p:nvGrpSpPr>
          <p:grpSpPr>
            <a:xfrm>
              <a:off x="1662788" y="6064858"/>
              <a:ext cx="844041" cy="784772"/>
              <a:chOff x="1662788" y="6064858"/>
              <a:chExt cx="844041" cy="784772"/>
            </a:xfrm>
          </p:grpSpPr>
          <p:sp>
            <p:nvSpPr>
              <p:cNvPr id="1991" name="Freeform 1990">
                <a:extLst>
                  <a:ext uri="{FF2B5EF4-FFF2-40B4-BE49-F238E27FC236}">
                    <a16:creationId xmlns:a16="http://schemas.microsoft.com/office/drawing/2014/main" id="{6A6620C3-5712-2900-D2C5-9ECA9D4B16A6}"/>
                  </a:ext>
                </a:extLst>
              </p:cNvPr>
              <p:cNvSpPr/>
              <p:nvPr/>
            </p:nvSpPr>
            <p:spPr>
              <a:xfrm>
                <a:off x="1662788" y="6170053"/>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1992" name="Freeform 1991">
                <a:extLst>
                  <a:ext uri="{FF2B5EF4-FFF2-40B4-BE49-F238E27FC236}">
                    <a16:creationId xmlns:a16="http://schemas.microsoft.com/office/drawing/2014/main" id="{1AD7E3A7-F2E0-FD75-85C0-21FE0EB4F5A7}"/>
                  </a:ext>
                </a:extLst>
              </p:cNvPr>
              <p:cNvSpPr/>
              <p:nvPr/>
            </p:nvSpPr>
            <p:spPr>
              <a:xfrm>
                <a:off x="1711556" y="6630047"/>
                <a:ext cx="97409" cy="217296"/>
              </a:xfrm>
              <a:custGeom>
                <a:avLst/>
                <a:gdLst>
                  <a:gd name="csX0" fmla="*/ 0 w 97409"/>
                  <a:gd name="csY0" fmla="*/ 0 h 217296"/>
                  <a:gd name="csX1" fmla="*/ 97409 w 97409"/>
                  <a:gd name="csY1" fmla="*/ 0 h 217296"/>
                  <a:gd name="csX2" fmla="*/ 97409 w 97409"/>
                  <a:gd name="csY2" fmla="*/ 217297 h 217296"/>
                  <a:gd name="csX3" fmla="*/ 0 w 97409"/>
                  <a:gd name="csY3" fmla="*/ 217297 h 217296"/>
                </a:gdLst>
                <a:ahLst/>
                <a:cxnLst>
                  <a:cxn ang="0">
                    <a:pos x="csX0" y="csY0"/>
                  </a:cxn>
                  <a:cxn ang="0">
                    <a:pos x="csX1" y="csY1"/>
                  </a:cxn>
                  <a:cxn ang="0">
                    <a:pos x="csX2" y="csY2"/>
                  </a:cxn>
                  <a:cxn ang="0">
                    <a:pos x="csX3" y="csY3"/>
                  </a:cxn>
                </a:cxnLst>
                <a:rect l="l" t="t" r="r" b="b"/>
                <a:pathLst>
                  <a:path w="97409" h="217296">
                    <a:moveTo>
                      <a:pt x="0" y="0"/>
                    </a:moveTo>
                    <a:lnTo>
                      <a:pt x="97409" y="0"/>
                    </a:lnTo>
                    <a:lnTo>
                      <a:pt x="97409" y="217297"/>
                    </a:lnTo>
                    <a:lnTo>
                      <a:pt x="0" y="217297"/>
                    </a:lnTo>
                    <a:close/>
                  </a:path>
                </a:pathLst>
              </a:custGeom>
              <a:solidFill>
                <a:srgbClr val="1965B0"/>
              </a:solidFill>
              <a:ln w="13589" cap="flat">
                <a:noFill/>
                <a:prstDash val="solid"/>
                <a:miter/>
              </a:ln>
            </p:spPr>
            <p:txBody>
              <a:bodyPr/>
              <a:lstStyle/>
              <a:p>
                <a:pPr algn="ctr"/>
                <a:endParaRPr lang="en-US" sz="1890"/>
              </a:p>
            </p:txBody>
          </p:sp>
          <p:sp>
            <p:nvSpPr>
              <p:cNvPr id="1993" name="Freeform 1992">
                <a:extLst>
                  <a:ext uri="{FF2B5EF4-FFF2-40B4-BE49-F238E27FC236}">
                    <a16:creationId xmlns:a16="http://schemas.microsoft.com/office/drawing/2014/main" id="{5003EEB5-6699-EED2-D436-F4CFF702C8AD}"/>
                  </a:ext>
                </a:extLst>
              </p:cNvPr>
              <p:cNvSpPr/>
              <p:nvPr/>
            </p:nvSpPr>
            <p:spPr>
              <a:xfrm>
                <a:off x="1873862" y="6617601"/>
                <a:ext cx="97409" cy="229615"/>
              </a:xfrm>
              <a:custGeom>
                <a:avLst/>
                <a:gdLst>
                  <a:gd name="csX0" fmla="*/ 0 w 97409"/>
                  <a:gd name="csY0" fmla="*/ 0 h 229615"/>
                  <a:gd name="csX1" fmla="*/ 97409 w 97409"/>
                  <a:gd name="csY1" fmla="*/ 0 h 229615"/>
                  <a:gd name="csX2" fmla="*/ 97409 w 97409"/>
                  <a:gd name="csY2" fmla="*/ 229616 h 229615"/>
                  <a:gd name="csX3" fmla="*/ 0 w 97409"/>
                  <a:gd name="csY3" fmla="*/ 229616 h 229615"/>
                </a:gdLst>
                <a:ahLst/>
                <a:cxnLst>
                  <a:cxn ang="0">
                    <a:pos x="csX0" y="csY0"/>
                  </a:cxn>
                  <a:cxn ang="0">
                    <a:pos x="csX1" y="csY1"/>
                  </a:cxn>
                  <a:cxn ang="0">
                    <a:pos x="csX2" y="csY2"/>
                  </a:cxn>
                  <a:cxn ang="0">
                    <a:pos x="csX3" y="csY3"/>
                  </a:cxn>
                </a:cxnLst>
                <a:rect l="l" t="t" r="r" b="b"/>
                <a:pathLst>
                  <a:path w="97409" h="229615">
                    <a:moveTo>
                      <a:pt x="0" y="0"/>
                    </a:moveTo>
                    <a:lnTo>
                      <a:pt x="97409" y="0"/>
                    </a:lnTo>
                    <a:lnTo>
                      <a:pt x="97409" y="229616"/>
                    </a:lnTo>
                    <a:lnTo>
                      <a:pt x="0" y="229616"/>
                    </a:lnTo>
                    <a:close/>
                  </a:path>
                </a:pathLst>
              </a:custGeom>
              <a:solidFill>
                <a:srgbClr val="4EB265"/>
              </a:solidFill>
              <a:ln w="13589" cap="flat">
                <a:noFill/>
                <a:prstDash val="solid"/>
                <a:miter/>
              </a:ln>
            </p:spPr>
            <p:txBody>
              <a:bodyPr/>
              <a:lstStyle/>
              <a:p>
                <a:pPr algn="ctr"/>
                <a:endParaRPr lang="en-US" sz="1890"/>
              </a:p>
            </p:txBody>
          </p:sp>
          <p:sp>
            <p:nvSpPr>
              <p:cNvPr id="1994" name="Freeform 1993">
                <a:extLst>
                  <a:ext uri="{FF2B5EF4-FFF2-40B4-BE49-F238E27FC236}">
                    <a16:creationId xmlns:a16="http://schemas.microsoft.com/office/drawing/2014/main" id="{D980ADA8-CEBC-823E-8A5E-6764A9394DE8}"/>
                  </a:ext>
                </a:extLst>
              </p:cNvPr>
              <p:cNvSpPr/>
              <p:nvPr/>
            </p:nvSpPr>
            <p:spPr>
              <a:xfrm>
                <a:off x="2036168" y="6659638"/>
                <a:ext cx="97409" cy="187579"/>
              </a:xfrm>
              <a:custGeom>
                <a:avLst/>
                <a:gdLst>
                  <a:gd name="csX0" fmla="*/ 0 w 97409"/>
                  <a:gd name="csY0" fmla="*/ 0 h 187579"/>
                  <a:gd name="csX1" fmla="*/ 97409 w 97409"/>
                  <a:gd name="csY1" fmla="*/ 0 h 187579"/>
                  <a:gd name="csX2" fmla="*/ 97409 w 97409"/>
                  <a:gd name="csY2" fmla="*/ 187579 h 187579"/>
                  <a:gd name="csX3" fmla="*/ 0 w 97409"/>
                  <a:gd name="csY3" fmla="*/ 187579 h 187579"/>
                </a:gdLst>
                <a:ahLst/>
                <a:cxnLst>
                  <a:cxn ang="0">
                    <a:pos x="csX0" y="csY0"/>
                  </a:cxn>
                  <a:cxn ang="0">
                    <a:pos x="csX1" y="csY1"/>
                  </a:cxn>
                  <a:cxn ang="0">
                    <a:pos x="csX2" y="csY2"/>
                  </a:cxn>
                  <a:cxn ang="0">
                    <a:pos x="csX3" y="csY3"/>
                  </a:cxn>
                </a:cxnLst>
                <a:rect l="l" t="t" r="r" b="b"/>
                <a:pathLst>
                  <a:path w="97409" h="187579">
                    <a:moveTo>
                      <a:pt x="0" y="0"/>
                    </a:moveTo>
                    <a:lnTo>
                      <a:pt x="97409" y="0"/>
                    </a:lnTo>
                    <a:lnTo>
                      <a:pt x="97409" y="187579"/>
                    </a:lnTo>
                    <a:lnTo>
                      <a:pt x="0" y="187579"/>
                    </a:lnTo>
                    <a:close/>
                  </a:path>
                </a:pathLst>
              </a:custGeom>
              <a:solidFill>
                <a:srgbClr val="F7F056"/>
              </a:solidFill>
              <a:ln w="13589" cap="flat">
                <a:noFill/>
                <a:prstDash val="solid"/>
                <a:miter/>
              </a:ln>
            </p:spPr>
            <p:txBody>
              <a:bodyPr/>
              <a:lstStyle/>
              <a:p>
                <a:pPr algn="ctr"/>
                <a:endParaRPr lang="en-US" sz="1890"/>
              </a:p>
            </p:txBody>
          </p:sp>
          <p:sp>
            <p:nvSpPr>
              <p:cNvPr id="1995" name="Freeform 1994">
                <a:extLst>
                  <a:ext uri="{FF2B5EF4-FFF2-40B4-BE49-F238E27FC236}">
                    <a16:creationId xmlns:a16="http://schemas.microsoft.com/office/drawing/2014/main" id="{13D03C72-704F-26E9-7CB2-C7EEB151E684}"/>
                  </a:ext>
                </a:extLst>
              </p:cNvPr>
              <p:cNvSpPr/>
              <p:nvPr/>
            </p:nvSpPr>
            <p:spPr>
              <a:xfrm>
                <a:off x="2198474" y="6569722"/>
                <a:ext cx="97409" cy="277621"/>
              </a:xfrm>
              <a:custGeom>
                <a:avLst/>
                <a:gdLst>
                  <a:gd name="csX0" fmla="*/ 0 w 97409"/>
                  <a:gd name="csY0" fmla="*/ 0 h 277621"/>
                  <a:gd name="csX1" fmla="*/ 97409 w 97409"/>
                  <a:gd name="csY1" fmla="*/ 0 h 277621"/>
                  <a:gd name="csX2" fmla="*/ 97409 w 97409"/>
                  <a:gd name="csY2" fmla="*/ 277622 h 277621"/>
                  <a:gd name="csX3" fmla="*/ 0 w 97409"/>
                  <a:gd name="csY3" fmla="*/ 277622 h 277621"/>
                </a:gdLst>
                <a:ahLst/>
                <a:cxnLst>
                  <a:cxn ang="0">
                    <a:pos x="csX0" y="csY0"/>
                  </a:cxn>
                  <a:cxn ang="0">
                    <a:pos x="csX1" y="csY1"/>
                  </a:cxn>
                  <a:cxn ang="0">
                    <a:pos x="csX2" y="csY2"/>
                  </a:cxn>
                  <a:cxn ang="0">
                    <a:pos x="csX3" y="csY3"/>
                  </a:cxn>
                </a:cxnLst>
                <a:rect l="l" t="t" r="r" b="b"/>
                <a:pathLst>
                  <a:path w="97409" h="277621">
                    <a:moveTo>
                      <a:pt x="0" y="0"/>
                    </a:moveTo>
                    <a:lnTo>
                      <a:pt x="97409" y="0"/>
                    </a:lnTo>
                    <a:lnTo>
                      <a:pt x="97409" y="277622"/>
                    </a:lnTo>
                    <a:lnTo>
                      <a:pt x="0" y="277622"/>
                    </a:lnTo>
                    <a:close/>
                  </a:path>
                </a:pathLst>
              </a:custGeom>
              <a:solidFill>
                <a:srgbClr val="7BAFDE"/>
              </a:solidFill>
              <a:ln w="13589" cap="flat">
                <a:noFill/>
                <a:prstDash val="solid"/>
                <a:miter/>
              </a:ln>
            </p:spPr>
            <p:txBody>
              <a:bodyPr/>
              <a:lstStyle/>
              <a:p>
                <a:pPr algn="ctr"/>
                <a:endParaRPr lang="en-US" sz="1890"/>
              </a:p>
            </p:txBody>
          </p:sp>
          <p:sp>
            <p:nvSpPr>
              <p:cNvPr id="1996" name="Freeform 1995">
                <a:extLst>
                  <a:ext uri="{FF2B5EF4-FFF2-40B4-BE49-F238E27FC236}">
                    <a16:creationId xmlns:a16="http://schemas.microsoft.com/office/drawing/2014/main" id="{9B5959C5-A073-1717-72A7-27CB5F968890}"/>
                  </a:ext>
                </a:extLst>
              </p:cNvPr>
              <p:cNvSpPr/>
              <p:nvPr/>
            </p:nvSpPr>
            <p:spPr>
              <a:xfrm>
                <a:off x="2360780" y="6610997"/>
                <a:ext cx="97409" cy="236346"/>
              </a:xfrm>
              <a:custGeom>
                <a:avLst/>
                <a:gdLst>
                  <a:gd name="csX0" fmla="*/ 0 w 97409"/>
                  <a:gd name="csY0" fmla="*/ 0 h 236346"/>
                  <a:gd name="csX1" fmla="*/ 97409 w 97409"/>
                  <a:gd name="csY1" fmla="*/ 0 h 236346"/>
                  <a:gd name="csX2" fmla="*/ 97409 w 97409"/>
                  <a:gd name="csY2" fmla="*/ 236347 h 236346"/>
                  <a:gd name="csX3" fmla="*/ 0 w 97409"/>
                  <a:gd name="csY3" fmla="*/ 236347 h 236346"/>
                </a:gdLst>
                <a:ahLst/>
                <a:cxnLst>
                  <a:cxn ang="0">
                    <a:pos x="csX0" y="csY0"/>
                  </a:cxn>
                  <a:cxn ang="0">
                    <a:pos x="csX1" y="csY1"/>
                  </a:cxn>
                  <a:cxn ang="0">
                    <a:pos x="csX2" y="csY2"/>
                  </a:cxn>
                  <a:cxn ang="0">
                    <a:pos x="csX3" y="csY3"/>
                  </a:cxn>
                </a:cxnLst>
                <a:rect l="l" t="t" r="r" b="b"/>
                <a:pathLst>
                  <a:path w="97409" h="236346">
                    <a:moveTo>
                      <a:pt x="0" y="0"/>
                    </a:moveTo>
                    <a:lnTo>
                      <a:pt x="97409" y="0"/>
                    </a:lnTo>
                    <a:lnTo>
                      <a:pt x="97409" y="236347"/>
                    </a:lnTo>
                    <a:lnTo>
                      <a:pt x="0" y="236347"/>
                    </a:lnTo>
                    <a:close/>
                  </a:path>
                </a:pathLst>
              </a:custGeom>
              <a:solidFill>
                <a:srgbClr val="DC050C"/>
              </a:solidFill>
              <a:ln w="13589" cap="flat">
                <a:noFill/>
                <a:prstDash val="solid"/>
                <a:miter/>
              </a:ln>
            </p:spPr>
            <p:txBody>
              <a:bodyPr/>
              <a:lstStyle/>
              <a:p>
                <a:pPr algn="ctr"/>
                <a:endParaRPr lang="en-US" sz="1890"/>
              </a:p>
            </p:txBody>
          </p:sp>
          <p:sp>
            <p:nvSpPr>
              <p:cNvPr id="1997" name="Freeform 1996">
                <a:extLst>
                  <a:ext uri="{FF2B5EF4-FFF2-40B4-BE49-F238E27FC236}">
                    <a16:creationId xmlns:a16="http://schemas.microsoft.com/office/drawing/2014/main" id="{BC67F5D0-5B04-4188-FCB2-92C86B5DB98D}"/>
                  </a:ext>
                </a:extLst>
              </p:cNvPr>
              <p:cNvSpPr/>
              <p:nvPr/>
            </p:nvSpPr>
            <p:spPr>
              <a:xfrm>
                <a:off x="1727812" y="657061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1998" name="Freeform 1997">
                <a:extLst>
                  <a:ext uri="{FF2B5EF4-FFF2-40B4-BE49-F238E27FC236}">
                    <a16:creationId xmlns:a16="http://schemas.microsoft.com/office/drawing/2014/main" id="{C82600AD-388A-9856-B79F-2FBA044BEB77}"/>
                  </a:ext>
                </a:extLst>
              </p:cNvPr>
              <p:cNvSpPr/>
              <p:nvPr/>
            </p:nvSpPr>
            <p:spPr>
              <a:xfrm>
                <a:off x="1760196" y="6570611"/>
                <a:ext cx="12700" cy="118744"/>
              </a:xfrm>
              <a:custGeom>
                <a:avLst/>
                <a:gdLst>
                  <a:gd name="csX0" fmla="*/ 0 w 12700"/>
                  <a:gd name="csY0" fmla="*/ 0 h 118744"/>
                  <a:gd name="csX1" fmla="*/ 0 w 12700"/>
                  <a:gd name="csY1" fmla="*/ 118745 h 118744"/>
                </a:gdLst>
                <a:ahLst/>
                <a:cxnLst>
                  <a:cxn ang="0">
                    <a:pos x="csX0" y="csY0"/>
                  </a:cxn>
                  <a:cxn ang="0">
                    <a:pos x="csX1" y="csY1"/>
                  </a:cxn>
                </a:cxnLst>
                <a:rect l="l" t="t" r="r" b="b"/>
                <a:pathLst>
                  <a:path w="12700" h="118744">
                    <a:moveTo>
                      <a:pt x="0" y="0"/>
                    </a:moveTo>
                    <a:lnTo>
                      <a:pt x="0" y="118745"/>
                    </a:lnTo>
                  </a:path>
                </a:pathLst>
              </a:custGeom>
              <a:noFill/>
              <a:ln w="13589" cap="flat">
                <a:solidFill>
                  <a:srgbClr val="000000"/>
                </a:solidFill>
                <a:prstDash val="solid"/>
                <a:round/>
              </a:ln>
            </p:spPr>
            <p:txBody>
              <a:bodyPr/>
              <a:lstStyle/>
              <a:p>
                <a:pPr algn="ctr"/>
                <a:endParaRPr lang="en-US" sz="1890"/>
              </a:p>
            </p:txBody>
          </p:sp>
          <p:sp>
            <p:nvSpPr>
              <p:cNvPr id="1999" name="Freeform 1998">
                <a:extLst>
                  <a:ext uri="{FF2B5EF4-FFF2-40B4-BE49-F238E27FC236}">
                    <a16:creationId xmlns:a16="http://schemas.microsoft.com/office/drawing/2014/main" id="{D897AF06-B3E3-FCCC-9C60-7F47082F70E2}"/>
                  </a:ext>
                </a:extLst>
              </p:cNvPr>
              <p:cNvSpPr/>
              <p:nvPr/>
            </p:nvSpPr>
            <p:spPr>
              <a:xfrm>
                <a:off x="1727812" y="668935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00" name="Freeform 1999">
                <a:extLst>
                  <a:ext uri="{FF2B5EF4-FFF2-40B4-BE49-F238E27FC236}">
                    <a16:creationId xmlns:a16="http://schemas.microsoft.com/office/drawing/2014/main" id="{4575F749-EB90-4AC4-7DED-660D2C9FB130}"/>
                  </a:ext>
                </a:extLst>
              </p:cNvPr>
              <p:cNvSpPr/>
              <p:nvPr/>
            </p:nvSpPr>
            <p:spPr>
              <a:xfrm>
                <a:off x="1890117" y="657543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01" name="Freeform 2000">
                <a:extLst>
                  <a:ext uri="{FF2B5EF4-FFF2-40B4-BE49-F238E27FC236}">
                    <a16:creationId xmlns:a16="http://schemas.microsoft.com/office/drawing/2014/main" id="{C5CB7D6B-AB21-CD84-BB79-D18BBE4B7487}"/>
                  </a:ext>
                </a:extLst>
              </p:cNvPr>
              <p:cNvSpPr/>
              <p:nvPr/>
            </p:nvSpPr>
            <p:spPr>
              <a:xfrm>
                <a:off x="1922502" y="6575436"/>
                <a:ext cx="12700" cy="84455"/>
              </a:xfrm>
              <a:custGeom>
                <a:avLst/>
                <a:gdLst>
                  <a:gd name="csX0" fmla="*/ 0 w 12700"/>
                  <a:gd name="csY0" fmla="*/ 0 h 84455"/>
                  <a:gd name="csX1" fmla="*/ 0 w 12700"/>
                  <a:gd name="csY1" fmla="*/ 84455 h 84455"/>
                </a:gdLst>
                <a:ahLst/>
                <a:cxnLst>
                  <a:cxn ang="0">
                    <a:pos x="csX0" y="csY0"/>
                  </a:cxn>
                  <a:cxn ang="0">
                    <a:pos x="csX1" y="csY1"/>
                  </a:cxn>
                </a:cxnLst>
                <a:rect l="l" t="t" r="r" b="b"/>
                <a:pathLst>
                  <a:path w="12700" h="84455">
                    <a:moveTo>
                      <a:pt x="0" y="0"/>
                    </a:moveTo>
                    <a:lnTo>
                      <a:pt x="0" y="84455"/>
                    </a:lnTo>
                  </a:path>
                </a:pathLst>
              </a:custGeom>
              <a:noFill/>
              <a:ln w="13589" cap="flat">
                <a:solidFill>
                  <a:srgbClr val="000000"/>
                </a:solidFill>
                <a:prstDash val="solid"/>
                <a:round/>
              </a:ln>
            </p:spPr>
            <p:txBody>
              <a:bodyPr/>
              <a:lstStyle/>
              <a:p>
                <a:pPr algn="ctr"/>
                <a:endParaRPr lang="en-US" sz="1890"/>
              </a:p>
            </p:txBody>
          </p:sp>
          <p:sp>
            <p:nvSpPr>
              <p:cNvPr id="2002" name="Freeform 2001">
                <a:extLst>
                  <a:ext uri="{FF2B5EF4-FFF2-40B4-BE49-F238E27FC236}">
                    <a16:creationId xmlns:a16="http://schemas.microsoft.com/office/drawing/2014/main" id="{FD1EF752-5EFE-9B85-C439-DD19B24C4E11}"/>
                  </a:ext>
                </a:extLst>
              </p:cNvPr>
              <p:cNvSpPr/>
              <p:nvPr/>
            </p:nvSpPr>
            <p:spPr>
              <a:xfrm>
                <a:off x="1890117" y="665989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03" name="Freeform 2002">
                <a:extLst>
                  <a:ext uri="{FF2B5EF4-FFF2-40B4-BE49-F238E27FC236}">
                    <a16:creationId xmlns:a16="http://schemas.microsoft.com/office/drawing/2014/main" id="{61DFAB08-8D3A-C5C1-53C3-F8AF4E848BFF}"/>
                  </a:ext>
                </a:extLst>
              </p:cNvPr>
              <p:cNvSpPr/>
              <p:nvPr/>
            </p:nvSpPr>
            <p:spPr>
              <a:xfrm>
                <a:off x="2052423" y="659601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04" name="Freeform 2003">
                <a:extLst>
                  <a:ext uri="{FF2B5EF4-FFF2-40B4-BE49-F238E27FC236}">
                    <a16:creationId xmlns:a16="http://schemas.microsoft.com/office/drawing/2014/main" id="{CD08E0B8-34EA-1EA7-305B-BCA9A67E2CE8}"/>
                  </a:ext>
                </a:extLst>
              </p:cNvPr>
              <p:cNvSpPr/>
              <p:nvPr/>
            </p:nvSpPr>
            <p:spPr>
              <a:xfrm>
                <a:off x="2084809" y="6596011"/>
                <a:ext cx="12700" cy="127253"/>
              </a:xfrm>
              <a:custGeom>
                <a:avLst/>
                <a:gdLst>
                  <a:gd name="csX0" fmla="*/ 0 w 12700"/>
                  <a:gd name="csY0" fmla="*/ 0 h 127253"/>
                  <a:gd name="csX1" fmla="*/ 0 w 12700"/>
                  <a:gd name="csY1" fmla="*/ 127254 h 127253"/>
                </a:gdLst>
                <a:ahLst/>
                <a:cxnLst>
                  <a:cxn ang="0">
                    <a:pos x="csX0" y="csY0"/>
                  </a:cxn>
                  <a:cxn ang="0">
                    <a:pos x="csX1" y="csY1"/>
                  </a:cxn>
                </a:cxnLst>
                <a:rect l="l" t="t" r="r" b="b"/>
                <a:pathLst>
                  <a:path w="12700" h="127253">
                    <a:moveTo>
                      <a:pt x="0" y="0"/>
                    </a:moveTo>
                    <a:lnTo>
                      <a:pt x="0" y="127254"/>
                    </a:lnTo>
                  </a:path>
                </a:pathLst>
              </a:custGeom>
              <a:noFill/>
              <a:ln w="13589" cap="flat">
                <a:solidFill>
                  <a:srgbClr val="000000"/>
                </a:solidFill>
                <a:prstDash val="solid"/>
                <a:round/>
              </a:ln>
            </p:spPr>
            <p:txBody>
              <a:bodyPr/>
              <a:lstStyle/>
              <a:p>
                <a:pPr algn="ctr"/>
                <a:endParaRPr lang="en-US" sz="1890"/>
              </a:p>
            </p:txBody>
          </p:sp>
          <p:sp>
            <p:nvSpPr>
              <p:cNvPr id="2005" name="Freeform 2004">
                <a:extLst>
                  <a:ext uri="{FF2B5EF4-FFF2-40B4-BE49-F238E27FC236}">
                    <a16:creationId xmlns:a16="http://schemas.microsoft.com/office/drawing/2014/main" id="{8B03F3EA-0503-C2AC-4F5E-3883FB34C59A}"/>
                  </a:ext>
                </a:extLst>
              </p:cNvPr>
              <p:cNvSpPr/>
              <p:nvPr/>
            </p:nvSpPr>
            <p:spPr>
              <a:xfrm>
                <a:off x="2052423" y="672326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06" name="Freeform 2005">
                <a:extLst>
                  <a:ext uri="{FF2B5EF4-FFF2-40B4-BE49-F238E27FC236}">
                    <a16:creationId xmlns:a16="http://schemas.microsoft.com/office/drawing/2014/main" id="{E70A5D42-C43D-245A-1B17-02DEF812E242}"/>
                  </a:ext>
                </a:extLst>
              </p:cNvPr>
              <p:cNvSpPr/>
              <p:nvPr/>
            </p:nvSpPr>
            <p:spPr>
              <a:xfrm>
                <a:off x="2377036" y="6577976"/>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07" name="Freeform 2006">
                <a:extLst>
                  <a:ext uri="{FF2B5EF4-FFF2-40B4-BE49-F238E27FC236}">
                    <a16:creationId xmlns:a16="http://schemas.microsoft.com/office/drawing/2014/main" id="{626EE231-F5A8-008E-51FC-7E5A746C4FC0}"/>
                  </a:ext>
                </a:extLst>
              </p:cNvPr>
              <p:cNvSpPr/>
              <p:nvPr/>
            </p:nvSpPr>
            <p:spPr>
              <a:xfrm>
                <a:off x="2409420" y="6577976"/>
                <a:ext cx="12700" cy="65913"/>
              </a:xfrm>
              <a:custGeom>
                <a:avLst/>
                <a:gdLst>
                  <a:gd name="csX0" fmla="*/ 0 w 12700"/>
                  <a:gd name="csY0" fmla="*/ 0 h 65913"/>
                  <a:gd name="csX1" fmla="*/ 0 w 12700"/>
                  <a:gd name="csY1" fmla="*/ 65913 h 65913"/>
                </a:gdLst>
                <a:ahLst/>
                <a:cxnLst>
                  <a:cxn ang="0">
                    <a:pos x="csX0" y="csY0"/>
                  </a:cxn>
                  <a:cxn ang="0">
                    <a:pos x="csX1" y="csY1"/>
                  </a:cxn>
                </a:cxnLst>
                <a:rect l="l" t="t" r="r" b="b"/>
                <a:pathLst>
                  <a:path w="12700" h="65913">
                    <a:moveTo>
                      <a:pt x="0" y="0"/>
                    </a:moveTo>
                    <a:lnTo>
                      <a:pt x="0" y="65913"/>
                    </a:lnTo>
                  </a:path>
                </a:pathLst>
              </a:custGeom>
              <a:noFill/>
              <a:ln w="13589" cap="flat">
                <a:solidFill>
                  <a:srgbClr val="000000"/>
                </a:solidFill>
                <a:prstDash val="solid"/>
                <a:round/>
              </a:ln>
            </p:spPr>
            <p:txBody>
              <a:bodyPr/>
              <a:lstStyle/>
              <a:p>
                <a:pPr algn="ctr"/>
                <a:endParaRPr lang="en-US" sz="1890"/>
              </a:p>
            </p:txBody>
          </p:sp>
          <p:sp>
            <p:nvSpPr>
              <p:cNvPr id="2008" name="Freeform 2007">
                <a:extLst>
                  <a:ext uri="{FF2B5EF4-FFF2-40B4-BE49-F238E27FC236}">
                    <a16:creationId xmlns:a16="http://schemas.microsoft.com/office/drawing/2014/main" id="{C37DB0F7-382D-CDBF-21E8-0C1D68575632}"/>
                  </a:ext>
                </a:extLst>
              </p:cNvPr>
              <p:cNvSpPr/>
              <p:nvPr/>
            </p:nvSpPr>
            <p:spPr>
              <a:xfrm>
                <a:off x="2377036" y="664389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09" name="Freeform 2008">
                <a:extLst>
                  <a:ext uri="{FF2B5EF4-FFF2-40B4-BE49-F238E27FC236}">
                    <a16:creationId xmlns:a16="http://schemas.microsoft.com/office/drawing/2014/main" id="{218FC0FA-247C-FBAC-8214-B6FF951E69A6}"/>
                  </a:ext>
                </a:extLst>
              </p:cNvPr>
              <p:cNvSpPr/>
              <p:nvPr/>
            </p:nvSpPr>
            <p:spPr>
              <a:xfrm>
                <a:off x="2080237" y="65774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0" name="Freeform 2009">
                <a:extLst>
                  <a:ext uri="{FF2B5EF4-FFF2-40B4-BE49-F238E27FC236}">
                    <a16:creationId xmlns:a16="http://schemas.microsoft.com/office/drawing/2014/main" id="{C94E14A1-E834-751A-BC53-D2EC25E7A9B3}"/>
                  </a:ext>
                </a:extLst>
              </p:cNvPr>
              <p:cNvSpPr/>
              <p:nvPr/>
            </p:nvSpPr>
            <p:spPr>
              <a:xfrm>
                <a:off x="1918693" y="645631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1" name="Freeform 2010">
                <a:extLst>
                  <a:ext uri="{FF2B5EF4-FFF2-40B4-BE49-F238E27FC236}">
                    <a16:creationId xmlns:a16="http://schemas.microsoft.com/office/drawing/2014/main" id="{EB598442-D1CA-1340-6123-AE02193FB293}"/>
                  </a:ext>
                </a:extLst>
              </p:cNvPr>
              <p:cNvSpPr/>
              <p:nvPr/>
            </p:nvSpPr>
            <p:spPr>
              <a:xfrm>
                <a:off x="1897611" y="65993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2" name="Freeform 2011">
                <a:extLst>
                  <a:ext uri="{FF2B5EF4-FFF2-40B4-BE49-F238E27FC236}">
                    <a16:creationId xmlns:a16="http://schemas.microsoft.com/office/drawing/2014/main" id="{807F1BC5-2DB8-7E59-5EC0-F56AB4EB6E04}"/>
                  </a:ext>
                </a:extLst>
              </p:cNvPr>
              <p:cNvSpPr/>
              <p:nvPr/>
            </p:nvSpPr>
            <p:spPr>
              <a:xfrm>
                <a:off x="2402182" y="65717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3" name="Freeform 2012">
                <a:extLst>
                  <a:ext uri="{FF2B5EF4-FFF2-40B4-BE49-F238E27FC236}">
                    <a16:creationId xmlns:a16="http://schemas.microsoft.com/office/drawing/2014/main" id="{2995A0ED-4B42-5D75-DD56-940B18A27034}"/>
                  </a:ext>
                </a:extLst>
              </p:cNvPr>
              <p:cNvSpPr/>
              <p:nvPr/>
            </p:nvSpPr>
            <p:spPr>
              <a:xfrm>
                <a:off x="1746735" y="63778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4" name="Freeform 2013">
                <a:extLst>
                  <a:ext uri="{FF2B5EF4-FFF2-40B4-BE49-F238E27FC236}">
                    <a16:creationId xmlns:a16="http://schemas.microsoft.com/office/drawing/2014/main" id="{2E719938-287F-777D-7AB5-3B49ECF5898F}"/>
                  </a:ext>
                </a:extLst>
              </p:cNvPr>
              <p:cNvSpPr/>
              <p:nvPr/>
            </p:nvSpPr>
            <p:spPr>
              <a:xfrm>
                <a:off x="2392022" y="67311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5" name="Freeform 2014">
                <a:extLst>
                  <a:ext uri="{FF2B5EF4-FFF2-40B4-BE49-F238E27FC236}">
                    <a16:creationId xmlns:a16="http://schemas.microsoft.com/office/drawing/2014/main" id="{4808D10B-6607-FC2E-DD22-D863D32C7E0F}"/>
                  </a:ext>
                </a:extLst>
              </p:cNvPr>
              <p:cNvSpPr/>
              <p:nvPr/>
            </p:nvSpPr>
            <p:spPr>
              <a:xfrm>
                <a:off x="1749910" y="676987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6" name="Freeform 2015">
                <a:extLst>
                  <a:ext uri="{FF2B5EF4-FFF2-40B4-BE49-F238E27FC236}">
                    <a16:creationId xmlns:a16="http://schemas.microsoft.com/office/drawing/2014/main" id="{0ABCF908-A715-1D8D-E698-BB66C445EBC0}"/>
                  </a:ext>
                </a:extLst>
              </p:cNvPr>
              <p:cNvSpPr/>
              <p:nvPr/>
            </p:nvSpPr>
            <p:spPr>
              <a:xfrm>
                <a:off x="2379576" y="648260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7" name="Freeform 2016">
                <a:extLst>
                  <a:ext uri="{FF2B5EF4-FFF2-40B4-BE49-F238E27FC236}">
                    <a16:creationId xmlns:a16="http://schemas.microsoft.com/office/drawing/2014/main" id="{B93150B2-2398-5292-8D34-3A6FACD4596D}"/>
                  </a:ext>
                </a:extLst>
              </p:cNvPr>
              <p:cNvSpPr/>
              <p:nvPr/>
            </p:nvSpPr>
            <p:spPr>
              <a:xfrm>
                <a:off x="1747243" y="67552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8" name="Freeform 2017">
                <a:extLst>
                  <a:ext uri="{FF2B5EF4-FFF2-40B4-BE49-F238E27FC236}">
                    <a16:creationId xmlns:a16="http://schemas.microsoft.com/office/drawing/2014/main" id="{51729C84-3986-4A30-90DB-62A58ACA9C42}"/>
                  </a:ext>
                </a:extLst>
              </p:cNvPr>
              <p:cNvSpPr/>
              <p:nvPr/>
            </p:nvSpPr>
            <p:spPr>
              <a:xfrm>
                <a:off x="2398118" y="656781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19" name="Freeform 2018">
                <a:extLst>
                  <a:ext uri="{FF2B5EF4-FFF2-40B4-BE49-F238E27FC236}">
                    <a16:creationId xmlns:a16="http://schemas.microsoft.com/office/drawing/2014/main" id="{B22C0647-E19A-B169-47B6-4B5751186B37}"/>
                  </a:ext>
                </a:extLst>
              </p:cNvPr>
              <p:cNvSpPr/>
              <p:nvPr/>
            </p:nvSpPr>
            <p:spPr>
              <a:xfrm>
                <a:off x="1740766" y="65913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0" name="Freeform 2019">
                <a:extLst>
                  <a:ext uri="{FF2B5EF4-FFF2-40B4-BE49-F238E27FC236}">
                    <a16:creationId xmlns:a16="http://schemas.microsoft.com/office/drawing/2014/main" id="{355A0C67-CB51-6D3F-06A1-BE35A2F9A64C}"/>
                  </a:ext>
                </a:extLst>
              </p:cNvPr>
              <p:cNvSpPr/>
              <p:nvPr/>
            </p:nvSpPr>
            <p:spPr>
              <a:xfrm>
                <a:off x="2398499" y="659740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1" name="Freeform 2020">
                <a:extLst>
                  <a:ext uri="{FF2B5EF4-FFF2-40B4-BE49-F238E27FC236}">
                    <a16:creationId xmlns:a16="http://schemas.microsoft.com/office/drawing/2014/main" id="{86383731-3DF4-8642-0FE6-1BB4C9191E6C}"/>
                  </a:ext>
                </a:extLst>
              </p:cNvPr>
              <p:cNvSpPr/>
              <p:nvPr/>
            </p:nvSpPr>
            <p:spPr>
              <a:xfrm>
                <a:off x="1756260" y="663309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2" name="Freeform 2021">
                <a:extLst>
                  <a:ext uri="{FF2B5EF4-FFF2-40B4-BE49-F238E27FC236}">
                    <a16:creationId xmlns:a16="http://schemas.microsoft.com/office/drawing/2014/main" id="{68949950-F36B-32D5-0CC1-03575F7830A8}"/>
                  </a:ext>
                </a:extLst>
              </p:cNvPr>
              <p:cNvSpPr/>
              <p:nvPr/>
            </p:nvSpPr>
            <p:spPr>
              <a:xfrm>
                <a:off x="1896595" y="664223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3" name="Freeform 2022">
                <a:extLst>
                  <a:ext uri="{FF2B5EF4-FFF2-40B4-BE49-F238E27FC236}">
                    <a16:creationId xmlns:a16="http://schemas.microsoft.com/office/drawing/2014/main" id="{A293DD16-713D-E835-D87C-476733490D25}"/>
                  </a:ext>
                </a:extLst>
              </p:cNvPr>
              <p:cNvSpPr/>
              <p:nvPr/>
            </p:nvSpPr>
            <p:spPr>
              <a:xfrm>
                <a:off x="2390244" y="660629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4" name="Freeform 2023">
                <a:extLst>
                  <a:ext uri="{FF2B5EF4-FFF2-40B4-BE49-F238E27FC236}">
                    <a16:creationId xmlns:a16="http://schemas.microsoft.com/office/drawing/2014/main" id="{B7FC3011-7A7D-2D11-03D8-6C5082A1F356}"/>
                  </a:ext>
                </a:extLst>
              </p:cNvPr>
              <p:cNvSpPr/>
              <p:nvPr/>
            </p:nvSpPr>
            <p:spPr>
              <a:xfrm>
                <a:off x="1756514" y="65450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5" name="Freeform 2024">
                <a:extLst>
                  <a:ext uri="{FF2B5EF4-FFF2-40B4-BE49-F238E27FC236}">
                    <a16:creationId xmlns:a16="http://schemas.microsoft.com/office/drawing/2014/main" id="{3585EA4C-FD29-6990-7271-7157D428CCF0}"/>
                  </a:ext>
                </a:extLst>
              </p:cNvPr>
              <p:cNvSpPr/>
              <p:nvPr/>
            </p:nvSpPr>
            <p:spPr>
              <a:xfrm>
                <a:off x="2082269" y="67048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6" name="Freeform 2025">
                <a:extLst>
                  <a:ext uri="{FF2B5EF4-FFF2-40B4-BE49-F238E27FC236}">
                    <a16:creationId xmlns:a16="http://schemas.microsoft.com/office/drawing/2014/main" id="{AD0892FA-3D1B-EF25-BFA9-B59CC6FEB79E}"/>
                  </a:ext>
                </a:extLst>
              </p:cNvPr>
              <p:cNvSpPr/>
              <p:nvPr/>
            </p:nvSpPr>
            <p:spPr>
              <a:xfrm>
                <a:off x="1892023" y="65365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7" name="Freeform 2026">
                <a:extLst>
                  <a:ext uri="{FF2B5EF4-FFF2-40B4-BE49-F238E27FC236}">
                    <a16:creationId xmlns:a16="http://schemas.microsoft.com/office/drawing/2014/main" id="{900F8FBA-0170-1C78-5348-5FA7D661F441}"/>
                  </a:ext>
                </a:extLst>
              </p:cNvPr>
              <p:cNvSpPr/>
              <p:nvPr/>
            </p:nvSpPr>
            <p:spPr>
              <a:xfrm>
                <a:off x="1903707" y="681356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8" name="Freeform 2027">
                <a:extLst>
                  <a:ext uri="{FF2B5EF4-FFF2-40B4-BE49-F238E27FC236}">
                    <a16:creationId xmlns:a16="http://schemas.microsoft.com/office/drawing/2014/main" id="{9ED939AA-DC59-C262-B7C5-B9F2B4D77A5A}"/>
                  </a:ext>
                </a:extLst>
              </p:cNvPr>
              <p:cNvSpPr/>
              <p:nvPr/>
            </p:nvSpPr>
            <p:spPr>
              <a:xfrm>
                <a:off x="2231113" y="65516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29" name="Freeform 2028">
                <a:extLst>
                  <a:ext uri="{FF2B5EF4-FFF2-40B4-BE49-F238E27FC236}">
                    <a16:creationId xmlns:a16="http://schemas.microsoft.com/office/drawing/2014/main" id="{2D2E5506-CBDE-E166-236B-9CDDFDC71EE4}"/>
                  </a:ext>
                </a:extLst>
              </p:cNvPr>
              <p:cNvSpPr/>
              <p:nvPr/>
            </p:nvSpPr>
            <p:spPr>
              <a:xfrm>
                <a:off x="1917677" y="66032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30" name="Freeform 2029">
                <a:extLst>
                  <a:ext uri="{FF2B5EF4-FFF2-40B4-BE49-F238E27FC236}">
                    <a16:creationId xmlns:a16="http://schemas.microsoft.com/office/drawing/2014/main" id="{EF91BE71-0E38-77FB-E6DD-28F4727D48C4}"/>
                  </a:ext>
                </a:extLst>
              </p:cNvPr>
              <p:cNvSpPr/>
              <p:nvPr/>
            </p:nvSpPr>
            <p:spPr>
              <a:xfrm>
                <a:off x="1892785" y="654559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31" name="TextBox 2030">
                <a:extLst>
                  <a:ext uri="{FF2B5EF4-FFF2-40B4-BE49-F238E27FC236}">
                    <a16:creationId xmlns:a16="http://schemas.microsoft.com/office/drawing/2014/main" id="{ADD75DF5-7808-9C71-40D6-BF9A550B57AC}"/>
                  </a:ext>
                </a:extLst>
              </p:cNvPr>
              <p:cNvSpPr txBox="1"/>
              <p:nvPr/>
            </p:nvSpPr>
            <p:spPr>
              <a:xfrm>
                <a:off x="1695638" y="6177761"/>
                <a:ext cx="275168"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2032" name="Freeform 2031">
                <a:extLst>
                  <a:ext uri="{FF2B5EF4-FFF2-40B4-BE49-F238E27FC236}">
                    <a16:creationId xmlns:a16="http://schemas.microsoft.com/office/drawing/2014/main" id="{B14857F5-BD2F-EA62-BDBE-D10C3A158BAF}"/>
                  </a:ext>
                </a:extLst>
              </p:cNvPr>
              <p:cNvSpPr/>
              <p:nvPr/>
            </p:nvSpPr>
            <p:spPr>
              <a:xfrm>
                <a:off x="1760197" y="6350647"/>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2033" name="TextBox 2032">
                <a:extLst>
                  <a:ext uri="{FF2B5EF4-FFF2-40B4-BE49-F238E27FC236}">
                    <a16:creationId xmlns:a16="http://schemas.microsoft.com/office/drawing/2014/main" id="{1E35AB5A-62BA-19AC-4F08-A5ED8A0D0A83}"/>
                  </a:ext>
                </a:extLst>
              </p:cNvPr>
              <p:cNvSpPr txBox="1"/>
              <p:nvPr/>
            </p:nvSpPr>
            <p:spPr>
              <a:xfrm>
                <a:off x="1943199" y="6204933"/>
                <a:ext cx="461778" cy="174260"/>
              </a:xfrm>
              <a:prstGeom prst="rect">
                <a:avLst/>
              </a:prstGeom>
              <a:noFill/>
            </p:spPr>
            <p:txBody>
              <a:bodyPr wrap="none" rtlCol="0">
                <a:spAutoFit/>
              </a:bodyPr>
              <a:lstStyle/>
              <a:p>
                <a:pPr algn="ctr"/>
                <a:r>
                  <a:rPr lang="en-US" sz="470" dirty="0">
                    <a:ln/>
                    <a:solidFill>
                      <a:srgbClr val="000000"/>
                    </a:solidFill>
                    <a:latin typeface="Arial"/>
                    <a:cs typeface="Arial"/>
                    <a:sym typeface="Arial"/>
                    <a:rtl val="0"/>
                  </a:rPr>
                  <a:t>p = 0.715</a:t>
                </a:r>
              </a:p>
            </p:txBody>
          </p:sp>
          <p:sp>
            <p:nvSpPr>
              <p:cNvPr id="2034" name="Freeform 2033">
                <a:extLst>
                  <a:ext uri="{FF2B5EF4-FFF2-40B4-BE49-F238E27FC236}">
                    <a16:creationId xmlns:a16="http://schemas.microsoft.com/office/drawing/2014/main" id="{56C8C0E5-282A-408E-F9DE-D1F824A7AC39}"/>
                  </a:ext>
                </a:extLst>
              </p:cNvPr>
              <p:cNvSpPr/>
              <p:nvPr/>
            </p:nvSpPr>
            <p:spPr>
              <a:xfrm>
                <a:off x="1938759" y="6350647"/>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2035" name="TextBox 2034">
                <a:extLst>
                  <a:ext uri="{FF2B5EF4-FFF2-40B4-BE49-F238E27FC236}">
                    <a16:creationId xmlns:a16="http://schemas.microsoft.com/office/drawing/2014/main" id="{39D7FCC9-DAC6-A60E-F45C-1A29847311E6}"/>
                  </a:ext>
                </a:extLst>
              </p:cNvPr>
              <p:cNvSpPr txBox="1"/>
              <p:nvPr/>
            </p:nvSpPr>
            <p:spPr>
              <a:xfrm>
                <a:off x="1907358" y="6064858"/>
                <a:ext cx="354901" cy="343975"/>
              </a:xfrm>
              <a:prstGeom prst="rect">
                <a:avLst/>
              </a:prstGeom>
              <a:noFill/>
            </p:spPr>
            <p:txBody>
              <a:bodyPr wrap="none" rtlCol="0">
                <a:spAutoFit/>
              </a:bodyPr>
              <a:lstStyle/>
              <a:p>
                <a:pPr algn="ctr"/>
                <a:r>
                  <a:rPr lang="en-US" sz="1512" dirty="0">
                    <a:ln/>
                    <a:solidFill>
                      <a:srgbClr val="000000"/>
                    </a:solidFill>
                    <a:latin typeface="Arial"/>
                    <a:cs typeface="Arial"/>
                    <a:sym typeface="Arial"/>
                    <a:rtl val="0"/>
                  </a:rPr>
                  <a:t>**</a:t>
                </a:r>
              </a:p>
            </p:txBody>
          </p:sp>
          <p:sp>
            <p:nvSpPr>
              <p:cNvPr id="2036" name="Freeform 2035">
                <a:extLst>
                  <a:ext uri="{FF2B5EF4-FFF2-40B4-BE49-F238E27FC236}">
                    <a16:creationId xmlns:a16="http://schemas.microsoft.com/office/drawing/2014/main" id="{9DB9E91A-2594-C2E8-CEBA-0642D85CB7E1}"/>
                  </a:ext>
                </a:extLst>
              </p:cNvPr>
              <p:cNvSpPr/>
              <p:nvPr/>
            </p:nvSpPr>
            <p:spPr>
              <a:xfrm>
                <a:off x="1760197" y="6237744"/>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2037" name="Graphic 1525">
              <a:extLst>
                <a:ext uri="{FF2B5EF4-FFF2-40B4-BE49-F238E27FC236}">
                  <a16:creationId xmlns:a16="http://schemas.microsoft.com/office/drawing/2014/main" id="{DB7DD11B-A343-9B4A-ABE1-3A5C14B73786}"/>
                </a:ext>
              </a:extLst>
            </p:cNvPr>
            <p:cNvGrpSpPr/>
            <p:nvPr/>
          </p:nvGrpSpPr>
          <p:grpSpPr>
            <a:xfrm>
              <a:off x="1347052" y="5867797"/>
              <a:ext cx="1191469" cy="1196086"/>
              <a:chOff x="1347052" y="5867797"/>
              <a:chExt cx="1191469" cy="1196086"/>
            </a:xfrm>
          </p:grpSpPr>
          <p:sp>
            <p:nvSpPr>
              <p:cNvPr id="2038" name="Freeform 2037">
                <a:extLst>
                  <a:ext uri="{FF2B5EF4-FFF2-40B4-BE49-F238E27FC236}">
                    <a16:creationId xmlns:a16="http://schemas.microsoft.com/office/drawing/2014/main" id="{813B8D29-B2E8-DB2C-21BD-CD05149A8E5C}"/>
                  </a:ext>
                </a:extLst>
              </p:cNvPr>
              <p:cNvSpPr/>
              <p:nvPr/>
            </p:nvSpPr>
            <p:spPr>
              <a:xfrm>
                <a:off x="1662788" y="6170053"/>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2039" name="TextBox 2038">
                <a:extLst>
                  <a:ext uri="{FF2B5EF4-FFF2-40B4-BE49-F238E27FC236}">
                    <a16:creationId xmlns:a16="http://schemas.microsoft.com/office/drawing/2014/main" id="{997E33BE-5A8E-7B4B-1216-E638F6C2B2B2}"/>
                  </a:ext>
                </a:extLst>
              </p:cNvPr>
              <p:cNvSpPr txBox="1"/>
              <p:nvPr/>
            </p:nvSpPr>
            <p:spPr>
              <a:xfrm>
                <a:off x="1347052" y="674032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2040" name="TextBox 2039">
                <a:extLst>
                  <a:ext uri="{FF2B5EF4-FFF2-40B4-BE49-F238E27FC236}">
                    <a16:creationId xmlns:a16="http://schemas.microsoft.com/office/drawing/2014/main" id="{0D02BB5D-FE76-BCFA-155D-A9B872449D44}"/>
                  </a:ext>
                </a:extLst>
              </p:cNvPr>
              <p:cNvSpPr txBox="1"/>
              <p:nvPr/>
            </p:nvSpPr>
            <p:spPr>
              <a:xfrm>
                <a:off x="1347052" y="6611042"/>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2041" name="TextBox 2040">
                <a:extLst>
                  <a:ext uri="{FF2B5EF4-FFF2-40B4-BE49-F238E27FC236}">
                    <a16:creationId xmlns:a16="http://schemas.microsoft.com/office/drawing/2014/main" id="{3C225A3F-16E9-E92B-40F9-6D97CFE27294}"/>
                  </a:ext>
                </a:extLst>
              </p:cNvPr>
              <p:cNvSpPr txBox="1"/>
              <p:nvPr/>
            </p:nvSpPr>
            <p:spPr>
              <a:xfrm>
                <a:off x="1347052" y="6481756"/>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2042" name="TextBox 2041">
                <a:extLst>
                  <a:ext uri="{FF2B5EF4-FFF2-40B4-BE49-F238E27FC236}">
                    <a16:creationId xmlns:a16="http://schemas.microsoft.com/office/drawing/2014/main" id="{BB2A99F9-2FBC-4A1E-5025-2E10D3E89264}"/>
                  </a:ext>
                </a:extLst>
              </p:cNvPr>
              <p:cNvSpPr txBox="1"/>
              <p:nvPr/>
            </p:nvSpPr>
            <p:spPr>
              <a:xfrm>
                <a:off x="1347052" y="6352470"/>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a:t>
                </a:r>
              </a:p>
            </p:txBody>
          </p:sp>
          <p:sp>
            <p:nvSpPr>
              <p:cNvPr id="2043" name="TextBox 2042">
                <a:extLst>
                  <a:ext uri="{FF2B5EF4-FFF2-40B4-BE49-F238E27FC236}">
                    <a16:creationId xmlns:a16="http://schemas.microsoft.com/office/drawing/2014/main" id="{F2FD26B8-5EBA-564D-C04F-12CBA121F9FD}"/>
                  </a:ext>
                </a:extLst>
              </p:cNvPr>
              <p:cNvSpPr txBox="1"/>
              <p:nvPr/>
            </p:nvSpPr>
            <p:spPr>
              <a:xfrm>
                <a:off x="1347052" y="6223184"/>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4%</a:t>
                </a:r>
              </a:p>
            </p:txBody>
          </p:sp>
          <p:sp>
            <p:nvSpPr>
              <p:cNvPr id="2044" name="TextBox 2043">
                <a:extLst>
                  <a:ext uri="{FF2B5EF4-FFF2-40B4-BE49-F238E27FC236}">
                    <a16:creationId xmlns:a16="http://schemas.microsoft.com/office/drawing/2014/main" id="{B262E5C5-190C-AF42-A820-8B161A3F2DC2}"/>
                  </a:ext>
                </a:extLst>
              </p:cNvPr>
              <p:cNvSpPr txBox="1"/>
              <p:nvPr/>
            </p:nvSpPr>
            <p:spPr>
              <a:xfrm>
                <a:off x="1347052" y="609389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5%</a:t>
                </a:r>
              </a:p>
            </p:txBody>
          </p:sp>
          <p:sp>
            <p:nvSpPr>
              <p:cNvPr id="2045" name="Freeform 2044">
                <a:extLst>
                  <a:ext uri="{FF2B5EF4-FFF2-40B4-BE49-F238E27FC236}">
                    <a16:creationId xmlns:a16="http://schemas.microsoft.com/office/drawing/2014/main" id="{EC5C1D41-5952-B250-AFDA-42168313DB38}"/>
                  </a:ext>
                </a:extLst>
              </p:cNvPr>
              <p:cNvSpPr/>
              <p:nvPr/>
            </p:nvSpPr>
            <p:spPr>
              <a:xfrm>
                <a:off x="1627989" y="684721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046" name="Freeform 2045">
                <a:extLst>
                  <a:ext uri="{FF2B5EF4-FFF2-40B4-BE49-F238E27FC236}">
                    <a16:creationId xmlns:a16="http://schemas.microsoft.com/office/drawing/2014/main" id="{A95FD713-FB9A-5AC0-1EEB-E280454CE0F0}"/>
                  </a:ext>
                </a:extLst>
              </p:cNvPr>
              <p:cNvSpPr/>
              <p:nvPr/>
            </p:nvSpPr>
            <p:spPr>
              <a:xfrm>
                <a:off x="1627989" y="671793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047" name="Freeform 2046">
                <a:extLst>
                  <a:ext uri="{FF2B5EF4-FFF2-40B4-BE49-F238E27FC236}">
                    <a16:creationId xmlns:a16="http://schemas.microsoft.com/office/drawing/2014/main" id="{EF343BD2-4EF3-6C59-1018-0D130BB73676}"/>
                  </a:ext>
                </a:extLst>
              </p:cNvPr>
              <p:cNvSpPr/>
              <p:nvPr/>
            </p:nvSpPr>
            <p:spPr>
              <a:xfrm>
                <a:off x="1627989" y="658864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048" name="Freeform 2047">
                <a:extLst>
                  <a:ext uri="{FF2B5EF4-FFF2-40B4-BE49-F238E27FC236}">
                    <a16:creationId xmlns:a16="http://schemas.microsoft.com/office/drawing/2014/main" id="{51E4EE80-6968-96CE-85B5-E216CC1AA232}"/>
                  </a:ext>
                </a:extLst>
              </p:cNvPr>
              <p:cNvSpPr/>
              <p:nvPr/>
            </p:nvSpPr>
            <p:spPr>
              <a:xfrm>
                <a:off x="1627989" y="645935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049" name="Freeform 2048">
                <a:extLst>
                  <a:ext uri="{FF2B5EF4-FFF2-40B4-BE49-F238E27FC236}">
                    <a16:creationId xmlns:a16="http://schemas.microsoft.com/office/drawing/2014/main" id="{E259F9C4-1D01-9E0A-11AA-8B94F3D5CEAA}"/>
                  </a:ext>
                </a:extLst>
              </p:cNvPr>
              <p:cNvSpPr/>
              <p:nvPr/>
            </p:nvSpPr>
            <p:spPr>
              <a:xfrm>
                <a:off x="1627989" y="6330072"/>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050" name="Freeform 2049">
                <a:extLst>
                  <a:ext uri="{FF2B5EF4-FFF2-40B4-BE49-F238E27FC236}">
                    <a16:creationId xmlns:a16="http://schemas.microsoft.com/office/drawing/2014/main" id="{974B98E9-1987-FE50-46CE-6791D58ED847}"/>
                  </a:ext>
                </a:extLst>
              </p:cNvPr>
              <p:cNvSpPr/>
              <p:nvPr/>
            </p:nvSpPr>
            <p:spPr>
              <a:xfrm>
                <a:off x="1627989" y="620078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051" name="Freeform 2050">
                <a:extLst>
                  <a:ext uri="{FF2B5EF4-FFF2-40B4-BE49-F238E27FC236}">
                    <a16:creationId xmlns:a16="http://schemas.microsoft.com/office/drawing/2014/main" id="{803189E7-E0FE-7770-C5B4-C3B4111A45BB}"/>
                  </a:ext>
                </a:extLst>
              </p:cNvPr>
              <p:cNvSpPr/>
              <p:nvPr/>
            </p:nvSpPr>
            <p:spPr>
              <a:xfrm>
                <a:off x="1662788" y="6847217"/>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2052" name="Freeform 2051">
                <a:extLst>
                  <a:ext uri="{FF2B5EF4-FFF2-40B4-BE49-F238E27FC236}">
                    <a16:creationId xmlns:a16="http://schemas.microsoft.com/office/drawing/2014/main" id="{6BA06F68-A5EB-1E4B-5B6D-D3EF4B90AC5A}"/>
                  </a:ext>
                </a:extLst>
              </p:cNvPr>
              <p:cNvSpPr/>
              <p:nvPr/>
            </p:nvSpPr>
            <p:spPr>
              <a:xfrm>
                <a:off x="1760196"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053" name="Freeform 2052">
                <a:extLst>
                  <a:ext uri="{FF2B5EF4-FFF2-40B4-BE49-F238E27FC236}">
                    <a16:creationId xmlns:a16="http://schemas.microsoft.com/office/drawing/2014/main" id="{26E57BC7-CAD9-FDAC-44D2-C784E00DE534}"/>
                  </a:ext>
                </a:extLst>
              </p:cNvPr>
              <p:cNvSpPr/>
              <p:nvPr/>
            </p:nvSpPr>
            <p:spPr>
              <a:xfrm>
                <a:off x="1922502"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054" name="Freeform 2053">
                <a:extLst>
                  <a:ext uri="{FF2B5EF4-FFF2-40B4-BE49-F238E27FC236}">
                    <a16:creationId xmlns:a16="http://schemas.microsoft.com/office/drawing/2014/main" id="{0CCFE070-F3B7-9012-E209-F599306B636D}"/>
                  </a:ext>
                </a:extLst>
              </p:cNvPr>
              <p:cNvSpPr/>
              <p:nvPr/>
            </p:nvSpPr>
            <p:spPr>
              <a:xfrm>
                <a:off x="2084809"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055" name="Freeform 2054">
                <a:extLst>
                  <a:ext uri="{FF2B5EF4-FFF2-40B4-BE49-F238E27FC236}">
                    <a16:creationId xmlns:a16="http://schemas.microsoft.com/office/drawing/2014/main" id="{5E12077F-16C4-F7C9-BAA4-417B9D3F8D19}"/>
                  </a:ext>
                </a:extLst>
              </p:cNvPr>
              <p:cNvSpPr/>
              <p:nvPr/>
            </p:nvSpPr>
            <p:spPr>
              <a:xfrm>
                <a:off x="2247114"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056" name="Freeform 2055">
                <a:extLst>
                  <a:ext uri="{FF2B5EF4-FFF2-40B4-BE49-F238E27FC236}">
                    <a16:creationId xmlns:a16="http://schemas.microsoft.com/office/drawing/2014/main" id="{D8D60E2F-A809-B989-8DFF-64071A0CD378}"/>
                  </a:ext>
                </a:extLst>
              </p:cNvPr>
              <p:cNvSpPr/>
              <p:nvPr/>
            </p:nvSpPr>
            <p:spPr>
              <a:xfrm>
                <a:off x="2409420"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057" name="TextBox 2056">
                <a:extLst>
                  <a:ext uri="{FF2B5EF4-FFF2-40B4-BE49-F238E27FC236}">
                    <a16:creationId xmlns:a16="http://schemas.microsoft.com/office/drawing/2014/main" id="{1371E4A2-0BF0-E845-9B8F-70781709761F}"/>
                  </a:ext>
                </a:extLst>
              </p:cNvPr>
              <p:cNvSpPr txBox="1"/>
              <p:nvPr/>
            </p:nvSpPr>
            <p:spPr>
              <a:xfrm>
                <a:off x="1620068" y="6843071"/>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2058" name="TextBox 2057">
                <a:extLst>
                  <a:ext uri="{FF2B5EF4-FFF2-40B4-BE49-F238E27FC236}">
                    <a16:creationId xmlns:a16="http://schemas.microsoft.com/office/drawing/2014/main" id="{419147BC-0A40-FA8E-B5AB-72AB8BF6FC52}"/>
                  </a:ext>
                </a:extLst>
              </p:cNvPr>
              <p:cNvSpPr txBox="1"/>
              <p:nvPr/>
            </p:nvSpPr>
            <p:spPr>
              <a:xfrm>
                <a:off x="1810366" y="6843071"/>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2059" name="TextBox 2058">
                <a:extLst>
                  <a:ext uri="{FF2B5EF4-FFF2-40B4-BE49-F238E27FC236}">
                    <a16:creationId xmlns:a16="http://schemas.microsoft.com/office/drawing/2014/main" id="{6BA26ED0-9176-8CF2-7C33-2CB29B0736EC}"/>
                  </a:ext>
                </a:extLst>
              </p:cNvPr>
              <p:cNvSpPr txBox="1"/>
              <p:nvPr/>
            </p:nvSpPr>
            <p:spPr>
              <a:xfrm>
                <a:off x="1943831" y="6843071"/>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2060" name="TextBox 2059">
                <a:extLst>
                  <a:ext uri="{FF2B5EF4-FFF2-40B4-BE49-F238E27FC236}">
                    <a16:creationId xmlns:a16="http://schemas.microsoft.com/office/drawing/2014/main" id="{42AFA916-5875-A204-CB40-CFE0D2A20B8D}"/>
                  </a:ext>
                </a:extLst>
              </p:cNvPr>
              <p:cNvSpPr txBox="1"/>
              <p:nvPr/>
            </p:nvSpPr>
            <p:spPr>
              <a:xfrm>
                <a:off x="2080690" y="6843071"/>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2061" name="TextBox 2060">
                <a:extLst>
                  <a:ext uri="{FF2B5EF4-FFF2-40B4-BE49-F238E27FC236}">
                    <a16:creationId xmlns:a16="http://schemas.microsoft.com/office/drawing/2014/main" id="{2A4C6ECB-5085-A626-D403-19C2E9F0494A}"/>
                  </a:ext>
                </a:extLst>
              </p:cNvPr>
              <p:cNvSpPr txBox="1"/>
              <p:nvPr/>
            </p:nvSpPr>
            <p:spPr>
              <a:xfrm>
                <a:off x="2280318" y="6843071"/>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2064" name="TextBox 2063">
                <a:extLst>
                  <a:ext uri="{FF2B5EF4-FFF2-40B4-BE49-F238E27FC236}">
                    <a16:creationId xmlns:a16="http://schemas.microsoft.com/office/drawing/2014/main" id="{D0E65648-1F70-1782-C9AD-CDAE7ADC889A}"/>
                  </a:ext>
                </a:extLst>
              </p:cNvPr>
              <p:cNvSpPr txBox="1"/>
              <p:nvPr/>
            </p:nvSpPr>
            <p:spPr>
              <a:xfrm>
                <a:off x="1769352" y="5867797"/>
                <a:ext cx="644996"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18_Glut</a:t>
                </a:r>
              </a:p>
            </p:txBody>
          </p:sp>
        </p:grpSp>
      </p:grpSp>
      <p:grpSp>
        <p:nvGrpSpPr>
          <p:cNvPr id="2065" name="Graphic 1527">
            <a:extLst>
              <a:ext uri="{FF2B5EF4-FFF2-40B4-BE49-F238E27FC236}">
                <a16:creationId xmlns:a16="http://schemas.microsoft.com/office/drawing/2014/main" id="{8DD090C0-876A-D4CD-42C7-50F93D341A91}"/>
              </a:ext>
            </a:extLst>
          </p:cNvPr>
          <p:cNvGrpSpPr/>
          <p:nvPr/>
        </p:nvGrpSpPr>
        <p:grpSpPr>
          <a:xfrm>
            <a:off x="2201554" y="4129879"/>
            <a:ext cx="1130572" cy="1130191"/>
            <a:chOff x="2846223" y="5742088"/>
            <a:chExt cx="1196490" cy="1196086"/>
          </a:xfrm>
        </p:grpSpPr>
        <p:grpSp>
          <p:nvGrpSpPr>
            <p:cNvPr id="2068" name="Graphic 1527">
              <a:extLst>
                <a:ext uri="{FF2B5EF4-FFF2-40B4-BE49-F238E27FC236}">
                  <a16:creationId xmlns:a16="http://schemas.microsoft.com/office/drawing/2014/main" id="{6956A527-7A40-2F15-1DE6-B5CCD91CBD0D}"/>
                </a:ext>
              </a:extLst>
            </p:cNvPr>
            <p:cNvGrpSpPr/>
            <p:nvPr/>
          </p:nvGrpSpPr>
          <p:grpSpPr>
            <a:xfrm>
              <a:off x="3101505" y="5980726"/>
              <a:ext cx="904495" cy="740908"/>
              <a:chOff x="3101505" y="5980726"/>
              <a:chExt cx="904495" cy="740908"/>
            </a:xfrm>
          </p:grpSpPr>
          <p:sp>
            <p:nvSpPr>
              <p:cNvPr id="2069" name="Freeform 2068">
                <a:extLst>
                  <a:ext uri="{FF2B5EF4-FFF2-40B4-BE49-F238E27FC236}">
                    <a16:creationId xmlns:a16="http://schemas.microsoft.com/office/drawing/2014/main" id="{99AE987B-B995-E185-B4A5-0764AD614363}"/>
                  </a:ext>
                </a:extLst>
              </p:cNvPr>
              <p:cNvSpPr/>
              <p:nvPr/>
            </p:nvSpPr>
            <p:spPr>
              <a:xfrm>
                <a:off x="3161959" y="6044344"/>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2070" name="Freeform 2069">
                <a:extLst>
                  <a:ext uri="{FF2B5EF4-FFF2-40B4-BE49-F238E27FC236}">
                    <a16:creationId xmlns:a16="http://schemas.microsoft.com/office/drawing/2014/main" id="{D500D985-B32E-0C8C-BA5F-ED1BA686B3F0}"/>
                  </a:ext>
                </a:extLst>
              </p:cNvPr>
              <p:cNvSpPr/>
              <p:nvPr/>
            </p:nvSpPr>
            <p:spPr>
              <a:xfrm>
                <a:off x="3210727" y="6421915"/>
                <a:ext cx="97409" cy="299593"/>
              </a:xfrm>
              <a:custGeom>
                <a:avLst/>
                <a:gdLst>
                  <a:gd name="csX0" fmla="*/ 0 w 97409"/>
                  <a:gd name="csY0" fmla="*/ 0 h 299593"/>
                  <a:gd name="csX1" fmla="*/ 97409 w 97409"/>
                  <a:gd name="csY1" fmla="*/ 0 h 299593"/>
                  <a:gd name="csX2" fmla="*/ 97409 w 97409"/>
                  <a:gd name="csY2" fmla="*/ 299593 h 299593"/>
                  <a:gd name="csX3" fmla="*/ 0 w 97409"/>
                  <a:gd name="csY3" fmla="*/ 299593 h 299593"/>
                </a:gdLst>
                <a:ahLst/>
                <a:cxnLst>
                  <a:cxn ang="0">
                    <a:pos x="csX0" y="csY0"/>
                  </a:cxn>
                  <a:cxn ang="0">
                    <a:pos x="csX1" y="csY1"/>
                  </a:cxn>
                  <a:cxn ang="0">
                    <a:pos x="csX2" y="csY2"/>
                  </a:cxn>
                  <a:cxn ang="0">
                    <a:pos x="csX3" y="csY3"/>
                  </a:cxn>
                </a:cxnLst>
                <a:rect l="l" t="t" r="r" b="b"/>
                <a:pathLst>
                  <a:path w="97409" h="299593">
                    <a:moveTo>
                      <a:pt x="0" y="0"/>
                    </a:moveTo>
                    <a:lnTo>
                      <a:pt x="97409" y="0"/>
                    </a:lnTo>
                    <a:lnTo>
                      <a:pt x="97409" y="299593"/>
                    </a:lnTo>
                    <a:lnTo>
                      <a:pt x="0" y="299593"/>
                    </a:lnTo>
                    <a:close/>
                  </a:path>
                </a:pathLst>
              </a:custGeom>
              <a:solidFill>
                <a:srgbClr val="1965B0"/>
              </a:solidFill>
              <a:ln w="13589" cap="flat">
                <a:noFill/>
                <a:prstDash val="solid"/>
                <a:miter/>
              </a:ln>
            </p:spPr>
            <p:txBody>
              <a:bodyPr/>
              <a:lstStyle/>
              <a:p>
                <a:pPr algn="ctr"/>
                <a:endParaRPr lang="en-US" sz="1890"/>
              </a:p>
            </p:txBody>
          </p:sp>
          <p:sp>
            <p:nvSpPr>
              <p:cNvPr id="2071" name="Freeform 2070">
                <a:extLst>
                  <a:ext uri="{FF2B5EF4-FFF2-40B4-BE49-F238E27FC236}">
                    <a16:creationId xmlns:a16="http://schemas.microsoft.com/office/drawing/2014/main" id="{A8516A42-2827-AE05-17C6-9A4557519B8D}"/>
                  </a:ext>
                </a:extLst>
              </p:cNvPr>
              <p:cNvSpPr/>
              <p:nvPr/>
            </p:nvSpPr>
            <p:spPr>
              <a:xfrm>
                <a:off x="3373033" y="6491511"/>
                <a:ext cx="97409" cy="229997"/>
              </a:xfrm>
              <a:custGeom>
                <a:avLst/>
                <a:gdLst>
                  <a:gd name="csX0" fmla="*/ 0 w 97409"/>
                  <a:gd name="csY0" fmla="*/ 0 h 229997"/>
                  <a:gd name="csX1" fmla="*/ 97409 w 97409"/>
                  <a:gd name="csY1" fmla="*/ 0 h 229997"/>
                  <a:gd name="csX2" fmla="*/ 97409 w 97409"/>
                  <a:gd name="csY2" fmla="*/ 229997 h 229997"/>
                  <a:gd name="csX3" fmla="*/ 0 w 97409"/>
                  <a:gd name="csY3" fmla="*/ 229997 h 229997"/>
                </a:gdLst>
                <a:ahLst/>
                <a:cxnLst>
                  <a:cxn ang="0">
                    <a:pos x="csX0" y="csY0"/>
                  </a:cxn>
                  <a:cxn ang="0">
                    <a:pos x="csX1" y="csY1"/>
                  </a:cxn>
                  <a:cxn ang="0">
                    <a:pos x="csX2" y="csY2"/>
                  </a:cxn>
                  <a:cxn ang="0">
                    <a:pos x="csX3" y="csY3"/>
                  </a:cxn>
                </a:cxnLst>
                <a:rect l="l" t="t" r="r" b="b"/>
                <a:pathLst>
                  <a:path w="97409" h="229997">
                    <a:moveTo>
                      <a:pt x="0" y="0"/>
                    </a:moveTo>
                    <a:lnTo>
                      <a:pt x="97409" y="0"/>
                    </a:lnTo>
                    <a:lnTo>
                      <a:pt x="97409" y="229997"/>
                    </a:lnTo>
                    <a:lnTo>
                      <a:pt x="0" y="229997"/>
                    </a:lnTo>
                    <a:close/>
                  </a:path>
                </a:pathLst>
              </a:custGeom>
              <a:solidFill>
                <a:srgbClr val="4EB265"/>
              </a:solidFill>
              <a:ln w="13589" cap="flat">
                <a:noFill/>
                <a:prstDash val="solid"/>
                <a:miter/>
              </a:ln>
            </p:spPr>
            <p:txBody>
              <a:bodyPr/>
              <a:lstStyle/>
              <a:p>
                <a:pPr algn="ctr"/>
                <a:endParaRPr lang="en-US" sz="1890"/>
              </a:p>
            </p:txBody>
          </p:sp>
          <p:sp>
            <p:nvSpPr>
              <p:cNvPr id="2072" name="Freeform 2071">
                <a:extLst>
                  <a:ext uri="{FF2B5EF4-FFF2-40B4-BE49-F238E27FC236}">
                    <a16:creationId xmlns:a16="http://schemas.microsoft.com/office/drawing/2014/main" id="{0BFDC48C-91B0-1424-0B35-84EA39D899E7}"/>
                  </a:ext>
                </a:extLst>
              </p:cNvPr>
              <p:cNvSpPr/>
              <p:nvPr/>
            </p:nvSpPr>
            <p:spPr>
              <a:xfrm>
                <a:off x="3535339" y="6493035"/>
                <a:ext cx="97409" cy="228473"/>
              </a:xfrm>
              <a:custGeom>
                <a:avLst/>
                <a:gdLst>
                  <a:gd name="csX0" fmla="*/ 0 w 97409"/>
                  <a:gd name="csY0" fmla="*/ 0 h 228473"/>
                  <a:gd name="csX1" fmla="*/ 97409 w 97409"/>
                  <a:gd name="csY1" fmla="*/ 0 h 228473"/>
                  <a:gd name="csX2" fmla="*/ 97409 w 97409"/>
                  <a:gd name="csY2" fmla="*/ 228473 h 228473"/>
                  <a:gd name="csX3" fmla="*/ 0 w 97409"/>
                  <a:gd name="csY3" fmla="*/ 228473 h 228473"/>
                </a:gdLst>
                <a:ahLst/>
                <a:cxnLst>
                  <a:cxn ang="0">
                    <a:pos x="csX0" y="csY0"/>
                  </a:cxn>
                  <a:cxn ang="0">
                    <a:pos x="csX1" y="csY1"/>
                  </a:cxn>
                  <a:cxn ang="0">
                    <a:pos x="csX2" y="csY2"/>
                  </a:cxn>
                  <a:cxn ang="0">
                    <a:pos x="csX3" y="csY3"/>
                  </a:cxn>
                </a:cxnLst>
                <a:rect l="l" t="t" r="r" b="b"/>
                <a:pathLst>
                  <a:path w="97409" h="228473">
                    <a:moveTo>
                      <a:pt x="0" y="0"/>
                    </a:moveTo>
                    <a:lnTo>
                      <a:pt x="97409" y="0"/>
                    </a:lnTo>
                    <a:lnTo>
                      <a:pt x="97409" y="228473"/>
                    </a:lnTo>
                    <a:lnTo>
                      <a:pt x="0" y="228473"/>
                    </a:lnTo>
                    <a:close/>
                  </a:path>
                </a:pathLst>
              </a:custGeom>
              <a:solidFill>
                <a:srgbClr val="F7F056"/>
              </a:solidFill>
              <a:ln w="13589" cap="flat">
                <a:noFill/>
                <a:prstDash val="solid"/>
                <a:miter/>
              </a:ln>
            </p:spPr>
            <p:txBody>
              <a:bodyPr/>
              <a:lstStyle/>
              <a:p>
                <a:pPr algn="ctr"/>
                <a:endParaRPr lang="en-US" sz="1890"/>
              </a:p>
            </p:txBody>
          </p:sp>
          <p:sp>
            <p:nvSpPr>
              <p:cNvPr id="2073" name="Freeform 2072">
                <a:extLst>
                  <a:ext uri="{FF2B5EF4-FFF2-40B4-BE49-F238E27FC236}">
                    <a16:creationId xmlns:a16="http://schemas.microsoft.com/office/drawing/2014/main" id="{850D9C7C-306C-1DEE-7E9B-AF3812A78245}"/>
                  </a:ext>
                </a:extLst>
              </p:cNvPr>
              <p:cNvSpPr/>
              <p:nvPr/>
            </p:nvSpPr>
            <p:spPr>
              <a:xfrm>
                <a:off x="3697645" y="6493416"/>
                <a:ext cx="97409" cy="228092"/>
              </a:xfrm>
              <a:custGeom>
                <a:avLst/>
                <a:gdLst>
                  <a:gd name="csX0" fmla="*/ 0 w 97409"/>
                  <a:gd name="csY0" fmla="*/ 0 h 228092"/>
                  <a:gd name="csX1" fmla="*/ 97409 w 97409"/>
                  <a:gd name="csY1" fmla="*/ 0 h 228092"/>
                  <a:gd name="csX2" fmla="*/ 97409 w 97409"/>
                  <a:gd name="csY2" fmla="*/ 228092 h 228092"/>
                  <a:gd name="csX3" fmla="*/ 0 w 97409"/>
                  <a:gd name="csY3" fmla="*/ 228092 h 228092"/>
                </a:gdLst>
                <a:ahLst/>
                <a:cxnLst>
                  <a:cxn ang="0">
                    <a:pos x="csX0" y="csY0"/>
                  </a:cxn>
                  <a:cxn ang="0">
                    <a:pos x="csX1" y="csY1"/>
                  </a:cxn>
                  <a:cxn ang="0">
                    <a:pos x="csX2" y="csY2"/>
                  </a:cxn>
                  <a:cxn ang="0">
                    <a:pos x="csX3" y="csY3"/>
                  </a:cxn>
                </a:cxnLst>
                <a:rect l="l" t="t" r="r" b="b"/>
                <a:pathLst>
                  <a:path w="97409" h="228092">
                    <a:moveTo>
                      <a:pt x="0" y="0"/>
                    </a:moveTo>
                    <a:lnTo>
                      <a:pt x="97409" y="0"/>
                    </a:lnTo>
                    <a:lnTo>
                      <a:pt x="97409" y="228092"/>
                    </a:lnTo>
                    <a:lnTo>
                      <a:pt x="0" y="228092"/>
                    </a:lnTo>
                    <a:close/>
                  </a:path>
                </a:pathLst>
              </a:custGeom>
              <a:solidFill>
                <a:srgbClr val="7BAFDE"/>
              </a:solidFill>
              <a:ln w="13589" cap="flat">
                <a:noFill/>
                <a:prstDash val="solid"/>
                <a:miter/>
              </a:ln>
            </p:spPr>
            <p:txBody>
              <a:bodyPr/>
              <a:lstStyle/>
              <a:p>
                <a:pPr algn="ctr"/>
                <a:endParaRPr lang="en-US" sz="1890"/>
              </a:p>
            </p:txBody>
          </p:sp>
          <p:sp>
            <p:nvSpPr>
              <p:cNvPr id="2074" name="Freeform 2073">
                <a:extLst>
                  <a:ext uri="{FF2B5EF4-FFF2-40B4-BE49-F238E27FC236}">
                    <a16:creationId xmlns:a16="http://schemas.microsoft.com/office/drawing/2014/main" id="{534A1532-002D-14BA-EF60-5B26DA5B090C}"/>
                  </a:ext>
                </a:extLst>
              </p:cNvPr>
              <p:cNvSpPr/>
              <p:nvPr/>
            </p:nvSpPr>
            <p:spPr>
              <a:xfrm>
                <a:off x="3859951" y="6401976"/>
                <a:ext cx="97409" cy="319531"/>
              </a:xfrm>
              <a:custGeom>
                <a:avLst/>
                <a:gdLst>
                  <a:gd name="csX0" fmla="*/ 0 w 97409"/>
                  <a:gd name="csY0" fmla="*/ 0 h 319531"/>
                  <a:gd name="csX1" fmla="*/ 97409 w 97409"/>
                  <a:gd name="csY1" fmla="*/ 0 h 319531"/>
                  <a:gd name="csX2" fmla="*/ 97409 w 97409"/>
                  <a:gd name="csY2" fmla="*/ 319532 h 319531"/>
                  <a:gd name="csX3" fmla="*/ 0 w 97409"/>
                  <a:gd name="csY3" fmla="*/ 319532 h 319531"/>
                </a:gdLst>
                <a:ahLst/>
                <a:cxnLst>
                  <a:cxn ang="0">
                    <a:pos x="csX0" y="csY0"/>
                  </a:cxn>
                  <a:cxn ang="0">
                    <a:pos x="csX1" y="csY1"/>
                  </a:cxn>
                  <a:cxn ang="0">
                    <a:pos x="csX2" y="csY2"/>
                  </a:cxn>
                  <a:cxn ang="0">
                    <a:pos x="csX3" y="csY3"/>
                  </a:cxn>
                </a:cxnLst>
                <a:rect l="l" t="t" r="r" b="b"/>
                <a:pathLst>
                  <a:path w="97409" h="319531">
                    <a:moveTo>
                      <a:pt x="0" y="0"/>
                    </a:moveTo>
                    <a:lnTo>
                      <a:pt x="97409" y="0"/>
                    </a:lnTo>
                    <a:lnTo>
                      <a:pt x="97409" y="319532"/>
                    </a:lnTo>
                    <a:lnTo>
                      <a:pt x="0" y="319532"/>
                    </a:lnTo>
                    <a:close/>
                  </a:path>
                </a:pathLst>
              </a:custGeom>
              <a:solidFill>
                <a:srgbClr val="DC050C"/>
              </a:solidFill>
              <a:ln w="13589" cap="flat">
                <a:noFill/>
                <a:prstDash val="solid"/>
                <a:miter/>
              </a:ln>
            </p:spPr>
            <p:txBody>
              <a:bodyPr/>
              <a:lstStyle/>
              <a:p>
                <a:pPr algn="ctr"/>
                <a:endParaRPr lang="en-US" sz="1890"/>
              </a:p>
            </p:txBody>
          </p:sp>
          <p:sp>
            <p:nvSpPr>
              <p:cNvPr id="2075" name="Freeform 2074">
                <a:extLst>
                  <a:ext uri="{FF2B5EF4-FFF2-40B4-BE49-F238E27FC236}">
                    <a16:creationId xmlns:a16="http://schemas.microsoft.com/office/drawing/2014/main" id="{3B2A0585-E5C2-F7F3-AB98-19E81C7F602A}"/>
                  </a:ext>
                </a:extLst>
              </p:cNvPr>
              <p:cNvSpPr/>
              <p:nvPr/>
            </p:nvSpPr>
            <p:spPr>
              <a:xfrm>
                <a:off x="3226983" y="638889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76" name="Freeform 2075">
                <a:extLst>
                  <a:ext uri="{FF2B5EF4-FFF2-40B4-BE49-F238E27FC236}">
                    <a16:creationId xmlns:a16="http://schemas.microsoft.com/office/drawing/2014/main" id="{E963A18A-FBE3-A27D-C2A7-37D69F0B886B}"/>
                  </a:ext>
                </a:extLst>
              </p:cNvPr>
              <p:cNvSpPr/>
              <p:nvPr/>
            </p:nvSpPr>
            <p:spPr>
              <a:xfrm>
                <a:off x="3259367" y="6388895"/>
                <a:ext cx="12700" cy="66166"/>
              </a:xfrm>
              <a:custGeom>
                <a:avLst/>
                <a:gdLst>
                  <a:gd name="csX0" fmla="*/ 0 w 12700"/>
                  <a:gd name="csY0" fmla="*/ 0 h 66166"/>
                  <a:gd name="csX1" fmla="*/ 0 w 12700"/>
                  <a:gd name="csY1" fmla="*/ 66167 h 66166"/>
                </a:gdLst>
                <a:ahLst/>
                <a:cxnLst>
                  <a:cxn ang="0">
                    <a:pos x="csX0" y="csY0"/>
                  </a:cxn>
                  <a:cxn ang="0">
                    <a:pos x="csX1" y="csY1"/>
                  </a:cxn>
                </a:cxnLst>
                <a:rect l="l" t="t" r="r" b="b"/>
                <a:pathLst>
                  <a:path w="12700" h="66166">
                    <a:moveTo>
                      <a:pt x="0" y="0"/>
                    </a:moveTo>
                    <a:lnTo>
                      <a:pt x="0" y="66167"/>
                    </a:lnTo>
                  </a:path>
                </a:pathLst>
              </a:custGeom>
              <a:noFill/>
              <a:ln w="13589" cap="flat">
                <a:solidFill>
                  <a:srgbClr val="000000"/>
                </a:solidFill>
                <a:prstDash val="solid"/>
                <a:round/>
              </a:ln>
            </p:spPr>
            <p:txBody>
              <a:bodyPr/>
              <a:lstStyle/>
              <a:p>
                <a:pPr algn="ctr"/>
                <a:endParaRPr lang="en-US" sz="1890"/>
              </a:p>
            </p:txBody>
          </p:sp>
          <p:sp>
            <p:nvSpPr>
              <p:cNvPr id="2077" name="Freeform 2076">
                <a:extLst>
                  <a:ext uri="{FF2B5EF4-FFF2-40B4-BE49-F238E27FC236}">
                    <a16:creationId xmlns:a16="http://schemas.microsoft.com/office/drawing/2014/main" id="{DC57FD8F-A8C2-B125-2FB9-8FC9AB7B4932}"/>
                  </a:ext>
                </a:extLst>
              </p:cNvPr>
              <p:cNvSpPr/>
              <p:nvPr/>
            </p:nvSpPr>
            <p:spPr>
              <a:xfrm>
                <a:off x="3226983" y="645506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78" name="Freeform 2077">
                <a:extLst>
                  <a:ext uri="{FF2B5EF4-FFF2-40B4-BE49-F238E27FC236}">
                    <a16:creationId xmlns:a16="http://schemas.microsoft.com/office/drawing/2014/main" id="{B36F4F2F-96CA-A49B-8A50-5D1BB4B21E17}"/>
                  </a:ext>
                </a:extLst>
              </p:cNvPr>
              <p:cNvSpPr/>
              <p:nvPr/>
            </p:nvSpPr>
            <p:spPr>
              <a:xfrm>
                <a:off x="3389288" y="644223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79" name="Freeform 2078">
                <a:extLst>
                  <a:ext uri="{FF2B5EF4-FFF2-40B4-BE49-F238E27FC236}">
                    <a16:creationId xmlns:a16="http://schemas.microsoft.com/office/drawing/2014/main" id="{9A1D8621-66F7-84EA-9052-BA327AD8EC7E}"/>
                  </a:ext>
                </a:extLst>
              </p:cNvPr>
              <p:cNvSpPr/>
              <p:nvPr/>
            </p:nvSpPr>
            <p:spPr>
              <a:xfrm>
                <a:off x="3421673" y="6442234"/>
                <a:ext cx="12700" cy="98552"/>
              </a:xfrm>
              <a:custGeom>
                <a:avLst/>
                <a:gdLst>
                  <a:gd name="csX0" fmla="*/ 0 w 12700"/>
                  <a:gd name="csY0" fmla="*/ 0 h 98552"/>
                  <a:gd name="csX1" fmla="*/ 0 w 12700"/>
                  <a:gd name="csY1" fmla="*/ 98552 h 98552"/>
                </a:gdLst>
                <a:ahLst/>
                <a:cxnLst>
                  <a:cxn ang="0">
                    <a:pos x="csX0" y="csY0"/>
                  </a:cxn>
                  <a:cxn ang="0">
                    <a:pos x="csX1" y="csY1"/>
                  </a:cxn>
                </a:cxnLst>
                <a:rect l="l" t="t" r="r" b="b"/>
                <a:pathLst>
                  <a:path w="12700" h="98552">
                    <a:moveTo>
                      <a:pt x="0" y="0"/>
                    </a:moveTo>
                    <a:lnTo>
                      <a:pt x="0" y="98552"/>
                    </a:lnTo>
                  </a:path>
                </a:pathLst>
              </a:custGeom>
              <a:noFill/>
              <a:ln w="13589" cap="flat">
                <a:solidFill>
                  <a:srgbClr val="000000"/>
                </a:solidFill>
                <a:prstDash val="solid"/>
                <a:round/>
              </a:ln>
            </p:spPr>
            <p:txBody>
              <a:bodyPr/>
              <a:lstStyle/>
              <a:p>
                <a:pPr algn="ctr"/>
                <a:endParaRPr lang="en-US" sz="1890"/>
              </a:p>
            </p:txBody>
          </p:sp>
          <p:sp>
            <p:nvSpPr>
              <p:cNvPr id="2080" name="Freeform 2079">
                <a:extLst>
                  <a:ext uri="{FF2B5EF4-FFF2-40B4-BE49-F238E27FC236}">
                    <a16:creationId xmlns:a16="http://schemas.microsoft.com/office/drawing/2014/main" id="{492CA0AA-7225-CAD9-7E6A-E584FDADC9C8}"/>
                  </a:ext>
                </a:extLst>
              </p:cNvPr>
              <p:cNvSpPr/>
              <p:nvPr/>
            </p:nvSpPr>
            <p:spPr>
              <a:xfrm>
                <a:off x="3389288" y="654078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81" name="Freeform 2080">
                <a:extLst>
                  <a:ext uri="{FF2B5EF4-FFF2-40B4-BE49-F238E27FC236}">
                    <a16:creationId xmlns:a16="http://schemas.microsoft.com/office/drawing/2014/main" id="{457DF8D4-8794-E6EC-AA51-2B56AA22B189}"/>
                  </a:ext>
                </a:extLst>
              </p:cNvPr>
              <p:cNvSpPr/>
              <p:nvPr/>
            </p:nvSpPr>
            <p:spPr>
              <a:xfrm>
                <a:off x="3551594" y="6432583"/>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82" name="Freeform 2081">
                <a:extLst>
                  <a:ext uri="{FF2B5EF4-FFF2-40B4-BE49-F238E27FC236}">
                    <a16:creationId xmlns:a16="http://schemas.microsoft.com/office/drawing/2014/main" id="{EA6332DE-2931-AA15-A832-58241E20AF58}"/>
                  </a:ext>
                </a:extLst>
              </p:cNvPr>
              <p:cNvSpPr/>
              <p:nvPr/>
            </p:nvSpPr>
            <p:spPr>
              <a:xfrm>
                <a:off x="3583980" y="6432583"/>
                <a:ext cx="12700" cy="120904"/>
              </a:xfrm>
              <a:custGeom>
                <a:avLst/>
                <a:gdLst>
                  <a:gd name="csX0" fmla="*/ 0 w 12700"/>
                  <a:gd name="csY0" fmla="*/ 0 h 120904"/>
                  <a:gd name="csX1" fmla="*/ 0 w 12700"/>
                  <a:gd name="csY1" fmla="*/ 120904 h 120904"/>
                </a:gdLst>
                <a:ahLst/>
                <a:cxnLst>
                  <a:cxn ang="0">
                    <a:pos x="csX0" y="csY0"/>
                  </a:cxn>
                  <a:cxn ang="0">
                    <a:pos x="csX1" y="csY1"/>
                  </a:cxn>
                </a:cxnLst>
                <a:rect l="l" t="t" r="r" b="b"/>
                <a:pathLst>
                  <a:path w="12700" h="120904">
                    <a:moveTo>
                      <a:pt x="0" y="0"/>
                    </a:moveTo>
                    <a:lnTo>
                      <a:pt x="0" y="120904"/>
                    </a:lnTo>
                  </a:path>
                </a:pathLst>
              </a:custGeom>
              <a:noFill/>
              <a:ln w="13589" cap="flat">
                <a:solidFill>
                  <a:srgbClr val="000000"/>
                </a:solidFill>
                <a:prstDash val="solid"/>
                <a:round/>
              </a:ln>
            </p:spPr>
            <p:txBody>
              <a:bodyPr/>
              <a:lstStyle/>
              <a:p>
                <a:pPr algn="ctr"/>
                <a:endParaRPr lang="en-US" sz="1890"/>
              </a:p>
            </p:txBody>
          </p:sp>
          <p:sp>
            <p:nvSpPr>
              <p:cNvPr id="2083" name="Freeform 2082">
                <a:extLst>
                  <a:ext uri="{FF2B5EF4-FFF2-40B4-BE49-F238E27FC236}">
                    <a16:creationId xmlns:a16="http://schemas.microsoft.com/office/drawing/2014/main" id="{32C6B2BE-6868-51B8-070D-DF26E61EE9D4}"/>
                  </a:ext>
                </a:extLst>
              </p:cNvPr>
              <p:cNvSpPr/>
              <p:nvPr/>
            </p:nvSpPr>
            <p:spPr>
              <a:xfrm>
                <a:off x="3551594" y="655348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84" name="Freeform 2083">
                <a:extLst>
                  <a:ext uri="{FF2B5EF4-FFF2-40B4-BE49-F238E27FC236}">
                    <a16:creationId xmlns:a16="http://schemas.microsoft.com/office/drawing/2014/main" id="{0EEEA6E0-6E29-F504-BB78-3A6D16AEE41E}"/>
                  </a:ext>
                </a:extLst>
              </p:cNvPr>
              <p:cNvSpPr/>
              <p:nvPr/>
            </p:nvSpPr>
            <p:spPr>
              <a:xfrm>
                <a:off x="3876207" y="638737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85" name="Freeform 2084">
                <a:extLst>
                  <a:ext uri="{FF2B5EF4-FFF2-40B4-BE49-F238E27FC236}">
                    <a16:creationId xmlns:a16="http://schemas.microsoft.com/office/drawing/2014/main" id="{5951AF4B-862F-8F1E-E8FD-3697B113FA19}"/>
                  </a:ext>
                </a:extLst>
              </p:cNvPr>
              <p:cNvSpPr/>
              <p:nvPr/>
            </p:nvSpPr>
            <p:spPr>
              <a:xfrm>
                <a:off x="3908591" y="6387370"/>
                <a:ext cx="12700" cy="29337"/>
              </a:xfrm>
              <a:custGeom>
                <a:avLst/>
                <a:gdLst>
                  <a:gd name="csX0" fmla="*/ 0 w 12700"/>
                  <a:gd name="csY0" fmla="*/ 0 h 29337"/>
                  <a:gd name="csX1" fmla="*/ 0 w 12700"/>
                  <a:gd name="csY1" fmla="*/ 29337 h 29337"/>
                </a:gdLst>
                <a:ahLst/>
                <a:cxnLst>
                  <a:cxn ang="0">
                    <a:pos x="csX0" y="csY0"/>
                  </a:cxn>
                  <a:cxn ang="0">
                    <a:pos x="csX1" y="csY1"/>
                  </a:cxn>
                </a:cxnLst>
                <a:rect l="l" t="t" r="r" b="b"/>
                <a:pathLst>
                  <a:path w="12700" h="29337">
                    <a:moveTo>
                      <a:pt x="0" y="0"/>
                    </a:moveTo>
                    <a:lnTo>
                      <a:pt x="0" y="29337"/>
                    </a:lnTo>
                  </a:path>
                </a:pathLst>
              </a:custGeom>
              <a:noFill/>
              <a:ln w="13589" cap="flat">
                <a:solidFill>
                  <a:srgbClr val="000000"/>
                </a:solidFill>
                <a:prstDash val="solid"/>
                <a:round/>
              </a:ln>
            </p:spPr>
            <p:txBody>
              <a:bodyPr/>
              <a:lstStyle/>
              <a:p>
                <a:pPr algn="ctr"/>
                <a:endParaRPr lang="en-US" sz="1890"/>
              </a:p>
            </p:txBody>
          </p:sp>
          <p:sp>
            <p:nvSpPr>
              <p:cNvPr id="2086" name="Freeform 2085">
                <a:extLst>
                  <a:ext uri="{FF2B5EF4-FFF2-40B4-BE49-F238E27FC236}">
                    <a16:creationId xmlns:a16="http://schemas.microsoft.com/office/drawing/2014/main" id="{15E5444B-109B-7524-D1B8-04B92573F255}"/>
                  </a:ext>
                </a:extLst>
              </p:cNvPr>
              <p:cNvSpPr/>
              <p:nvPr/>
            </p:nvSpPr>
            <p:spPr>
              <a:xfrm>
                <a:off x="3876207" y="641670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087" name="Freeform 2086">
                <a:extLst>
                  <a:ext uri="{FF2B5EF4-FFF2-40B4-BE49-F238E27FC236}">
                    <a16:creationId xmlns:a16="http://schemas.microsoft.com/office/drawing/2014/main" id="{47AF88AE-1DA4-3FC3-7972-356F7301D133}"/>
                  </a:ext>
                </a:extLst>
              </p:cNvPr>
              <p:cNvSpPr/>
              <p:nvPr/>
            </p:nvSpPr>
            <p:spPr>
              <a:xfrm>
                <a:off x="3579408" y="6535326"/>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88" name="Freeform 2087">
                <a:extLst>
                  <a:ext uri="{FF2B5EF4-FFF2-40B4-BE49-F238E27FC236}">
                    <a16:creationId xmlns:a16="http://schemas.microsoft.com/office/drawing/2014/main" id="{62FEC949-FFC1-7F6E-DEA6-44DC725CD5CC}"/>
                  </a:ext>
                </a:extLst>
              </p:cNvPr>
              <p:cNvSpPr/>
              <p:nvPr/>
            </p:nvSpPr>
            <p:spPr>
              <a:xfrm>
                <a:off x="3417864" y="645239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89" name="Freeform 2088">
                <a:extLst>
                  <a:ext uri="{FF2B5EF4-FFF2-40B4-BE49-F238E27FC236}">
                    <a16:creationId xmlns:a16="http://schemas.microsoft.com/office/drawing/2014/main" id="{37EEC3E3-DB8C-69BD-F1AA-D85066D82E01}"/>
                  </a:ext>
                </a:extLst>
              </p:cNvPr>
              <p:cNvSpPr/>
              <p:nvPr/>
            </p:nvSpPr>
            <p:spPr>
              <a:xfrm>
                <a:off x="3396782" y="645137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0" name="Freeform 2089">
                <a:extLst>
                  <a:ext uri="{FF2B5EF4-FFF2-40B4-BE49-F238E27FC236}">
                    <a16:creationId xmlns:a16="http://schemas.microsoft.com/office/drawing/2014/main" id="{E98927DD-6919-6F75-E1F2-542D585DD811}"/>
                  </a:ext>
                </a:extLst>
              </p:cNvPr>
              <p:cNvSpPr/>
              <p:nvPr/>
            </p:nvSpPr>
            <p:spPr>
              <a:xfrm>
                <a:off x="3901353" y="644261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1" name="Freeform 2090">
                <a:extLst>
                  <a:ext uri="{FF2B5EF4-FFF2-40B4-BE49-F238E27FC236}">
                    <a16:creationId xmlns:a16="http://schemas.microsoft.com/office/drawing/2014/main" id="{D789D2A1-C307-78C8-9793-3D9E48B56206}"/>
                  </a:ext>
                </a:extLst>
              </p:cNvPr>
              <p:cNvSpPr/>
              <p:nvPr/>
            </p:nvSpPr>
            <p:spPr>
              <a:xfrm>
                <a:off x="3245906" y="651005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2" name="Freeform 2091">
                <a:extLst>
                  <a:ext uri="{FF2B5EF4-FFF2-40B4-BE49-F238E27FC236}">
                    <a16:creationId xmlns:a16="http://schemas.microsoft.com/office/drawing/2014/main" id="{2067E879-ED93-F604-A87F-D3DCE9B5D596}"/>
                  </a:ext>
                </a:extLst>
              </p:cNvPr>
              <p:cNvSpPr/>
              <p:nvPr/>
            </p:nvSpPr>
            <p:spPr>
              <a:xfrm>
                <a:off x="3891193" y="638914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3" name="Freeform 2092">
                <a:extLst>
                  <a:ext uri="{FF2B5EF4-FFF2-40B4-BE49-F238E27FC236}">
                    <a16:creationId xmlns:a16="http://schemas.microsoft.com/office/drawing/2014/main" id="{14C49541-21D7-E2A9-F0B7-D6FF507D9BF0}"/>
                  </a:ext>
                </a:extLst>
              </p:cNvPr>
              <p:cNvSpPr/>
              <p:nvPr/>
            </p:nvSpPr>
            <p:spPr>
              <a:xfrm>
                <a:off x="3249081" y="63825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4" name="Freeform 2093">
                <a:extLst>
                  <a:ext uri="{FF2B5EF4-FFF2-40B4-BE49-F238E27FC236}">
                    <a16:creationId xmlns:a16="http://schemas.microsoft.com/office/drawing/2014/main" id="{E8D40AA0-4969-8B4E-0034-C6267DACABDC}"/>
                  </a:ext>
                </a:extLst>
              </p:cNvPr>
              <p:cNvSpPr/>
              <p:nvPr/>
            </p:nvSpPr>
            <p:spPr>
              <a:xfrm>
                <a:off x="3878747" y="63603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5" name="Freeform 2094">
                <a:extLst>
                  <a:ext uri="{FF2B5EF4-FFF2-40B4-BE49-F238E27FC236}">
                    <a16:creationId xmlns:a16="http://schemas.microsoft.com/office/drawing/2014/main" id="{B22D43C0-470F-A217-A094-0CB0E2175811}"/>
                  </a:ext>
                </a:extLst>
              </p:cNvPr>
              <p:cNvSpPr/>
              <p:nvPr/>
            </p:nvSpPr>
            <p:spPr>
              <a:xfrm>
                <a:off x="3246414" y="62805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6" name="Freeform 2095">
                <a:extLst>
                  <a:ext uri="{FF2B5EF4-FFF2-40B4-BE49-F238E27FC236}">
                    <a16:creationId xmlns:a16="http://schemas.microsoft.com/office/drawing/2014/main" id="{D51A8421-552F-2DAB-2F18-6A665503EBCC}"/>
                  </a:ext>
                </a:extLst>
              </p:cNvPr>
              <p:cNvSpPr/>
              <p:nvPr/>
            </p:nvSpPr>
            <p:spPr>
              <a:xfrm>
                <a:off x="3897289" y="63567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7" name="Freeform 2096">
                <a:extLst>
                  <a:ext uri="{FF2B5EF4-FFF2-40B4-BE49-F238E27FC236}">
                    <a16:creationId xmlns:a16="http://schemas.microsoft.com/office/drawing/2014/main" id="{C535511E-CBE5-0370-68C5-ADCFDE04BAC3}"/>
                  </a:ext>
                </a:extLst>
              </p:cNvPr>
              <p:cNvSpPr/>
              <p:nvPr/>
            </p:nvSpPr>
            <p:spPr>
              <a:xfrm>
                <a:off x="3239937" y="639753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8" name="Freeform 2097">
                <a:extLst>
                  <a:ext uri="{FF2B5EF4-FFF2-40B4-BE49-F238E27FC236}">
                    <a16:creationId xmlns:a16="http://schemas.microsoft.com/office/drawing/2014/main" id="{115A2D44-C708-588D-8E1D-209F8C765D43}"/>
                  </a:ext>
                </a:extLst>
              </p:cNvPr>
              <p:cNvSpPr/>
              <p:nvPr/>
            </p:nvSpPr>
            <p:spPr>
              <a:xfrm>
                <a:off x="3897670" y="64056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099" name="Freeform 2098">
                <a:extLst>
                  <a:ext uri="{FF2B5EF4-FFF2-40B4-BE49-F238E27FC236}">
                    <a16:creationId xmlns:a16="http://schemas.microsoft.com/office/drawing/2014/main" id="{611103B0-E99B-D47D-CADD-C59A80AAC700}"/>
                  </a:ext>
                </a:extLst>
              </p:cNvPr>
              <p:cNvSpPr/>
              <p:nvPr/>
            </p:nvSpPr>
            <p:spPr>
              <a:xfrm>
                <a:off x="3255431" y="647601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0" name="Freeform 2099">
                <a:extLst>
                  <a:ext uri="{FF2B5EF4-FFF2-40B4-BE49-F238E27FC236}">
                    <a16:creationId xmlns:a16="http://schemas.microsoft.com/office/drawing/2014/main" id="{0A5F39E9-30CA-0888-60E1-3C35B8064237}"/>
                  </a:ext>
                </a:extLst>
              </p:cNvPr>
              <p:cNvSpPr/>
              <p:nvPr/>
            </p:nvSpPr>
            <p:spPr>
              <a:xfrm>
                <a:off x="3395766" y="65232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1" name="Freeform 2100">
                <a:extLst>
                  <a:ext uri="{FF2B5EF4-FFF2-40B4-BE49-F238E27FC236}">
                    <a16:creationId xmlns:a16="http://schemas.microsoft.com/office/drawing/2014/main" id="{CE74DF98-9523-CF40-F1DD-2A8211B74F2C}"/>
                  </a:ext>
                </a:extLst>
              </p:cNvPr>
              <p:cNvSpPr/>
              <p:nvPr/>
            </p:nvSpPr>
            <p:spPr>
              <a:xfrm>
                <a:off x="3889415" y="634927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2" name="Freeform 2101">
                <a:extLst>
                  <a:ext uri="{FF2B5EF4-FFF2-40B4-BE49-F238E27FC236}">
                    <a16:creationId xmlns:a16="http://schemas.microsoft.com/office/drawing/2014/main" id="{5A558C40-E8D4-8C92-38CA-270ED37856D2}"/>
                  </a:ext>
                </a:extLst>
              </p:cNvPr>
              <p:cNvSpPr/>
              <p:nvPr/>
            </p:nvSpPr>
            <p:spPr>
              <a:xfrm>
                <a:off x="3255685" y="63770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3" name="Freeform 2102">
                <a:extLst>
                  <a:ext uri="{FF2B5EF4-FFF2-40B4-BE49-F238E27FC236}">
                    <a16:creationId xmlns:a16="http://schemas.microsoft.com/office/drawing/2014/main" id="{2F0E578B-9436-0C05-5B98-F565EDAD818E}"/>
                  </a:ext>
                </a:extLst>
              </p:cNvPr>
              <p:cNvSpPr/>
              <p:nvPr/>
            </p:nvSpPr>
            <p:spPr>
              <a:xfrm>
                <a:off x="3581440" y="641442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4" name="Freeform 2103">
                <a:extLst>
                  <a:ext uri="{FF2B5EF4-FFF2-40B4-BE49-F238E27FC236}">
                    <a16:creationId xmlns:a16="http://schemas.microsoft.com/office/drawing/2014/main" id="{4F0DB024-5A73-3027-B8CA-CA4398D1C773}"/>
                  </a:ext>
                </a:extLst>
              </p:cNvPr>
              <p:cNvSpPr/>
              <p:nvPr/>
            </p:nvSpPr>
            <p:spPr>
              <a:xfrm>
                <a:off x="3391194" y="62519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5" name="Freeform 2104">
                <a:extLst>
                  <a:ext uri="{FF2B5EF4-FFF2-40B4-BE49-F238E27FC236}">
                    <a16:creationId xmlns:a16="http://schemas.microsoft.com/office/drawing/2014/main" id="{A181135C-ED37-3568-1A2A-632BE538416B}"/>
                  </a:ext>
                </a:extLst>
              </p:cNvPr>
              <p:cNvSpPr/>
              <p:nvPr/>
            </p:nvSpPr>
            <p:spPr>
              <a:xfrm>
                <a:off x="3402878" y="668328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6" name="Freeform 2105">
                <a:extLst>
                  <a:ext uri="{FF2B5EF4-FFF2-40B4-BE49-F238E27FC236}">
                    <a16:creationId xmlns:a16="http://schemas.microsoft.com/office/drawing/2014/main" id="{F9F8F402-20A9-2307-0A97-8A824122D5B5}"/>
                  </a:ext>
                </a:extLst>
              </p:cNvPr>
              <p:cNvSpPr/>
              <p:nvPr/>
            </p:nvSpPr>
            <p:spPr>
              <a:xfrm>
                <a:off x="3730284" y="647550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7" name="Freeform 2106">
                <a:extLst>
                  <a:ext uri="{FF2B5EF4-FFF2-40B4-BE49-F238E27FC236}">
                    <a16:creationId xmlns:a16="http://schemas.microsoft.com/office/drawing/2014/main" id="{B245AD05-03AF-1883-7C78-43C4F1C92AAF}"/>
                  </a:ext>
                </a:extLst>
              </p:cNvPr>
              <p:cNvSpPr/>
              <p:nvPr/>
            </p:nvSpPr>
            <p:spPr>
              <a:xfrm>
                <a:off x="3416848" y="6528976"/>
                <a:ext cx="36068" cy="36067"/>
              </a:xfrm>
              <a:custGeom>
                <a:avLst/>
                <a:gdLst>
                  <a:gd name="csX0" fmla="*/ 36068 w 36068"/>
                  <a:gd name="csY0" fmla="*/ 18034 h 36067"/>
                  <a:gd name="csX1" fmla="*/ 18034 w 36068"/>
                  <a:gd name="csY1" fmla="*/ 36068 h 36067"/>
                  <a:gd name="csX2" fmla="*/ 0 w 36068"/>
                  <a:gd name="csY2" fmla="*/ 18034 h 36067"/>
                  <a:gd name="csX3" fmla="*/ 18034 w 36068"/>
                  <a:gd name="csY3" fmla="*/ 0 h 36067"/>
                  <a:gd name="csX4" fmla="*/ 36068 w 36068"/>
                  <a:gd name="csY4" fmla="*/ 18034 h 36067"/>
                </a:gdLst>
                <a:ahLst/>
                <a:cxnLst>
                  <a:cxn ang="0">
                    <a:pos x="csX0" y="csY0"/>
                  </a:cxn>
                  <a:cxn ang="0">
                    <a:pos x="csX1" y="csY1"/>
                  </a:cxn>
                  <a:cxn ang="0">
                    <a:pos x="csX2" y="csY2"/>
                  </a:cxn>
                  <a:cxn ang="0">
                    <a:pos x="csX3" y="csY3"/>
                  </a:cxn>
                  <a:cxn ang="0">
                    <a:pos x="csX4" y="csY4"/>
                  </a:cxn>
                </a:cxnLst>
                <a:rect l="l" t="t" r="r" b="b"/>
                <a:pathLst>
                  <a:path w="36068" h="36067">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8" name="Freeform 2107">
                <a:extLst>
                  <a:ext uri="{FF2B5EF4-FFF2-40B4-BE49-F238E27FC236}">
                    <a16:creationId xmlns:a16="http://schemas.microsoft.com/office/drawing/2014/main" id="{40B38BC9-11B9-F0B6-244B-3CC73E3F046F}"/>
                  </a:ext>
                </a:extLst>
              </p:cNvPr>
              <p:cNvSpPr/>
              <p:nvPr/>
            </p:nvSpPr>
            <p:spPr>
              <a:xfrm>
                <a:off x="3391956" y="64231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09" name="TextBox 2108">
                <a:extLst>
                  <a:ext uri="{FF2B5EF4-FFF2-40B4-BE49-F238E27FC236}">
                    <a16:creationId xmlns:a16="http://schemas.microsoft.com/office/drawing/2014/main" id="{0F6421D9-B11A-A620-590B-77FBD5525729}"/>
                  </a:ext>
                </a:extLst>
              </p:cNvPr>
              <p:cNvSpPr txBox="1"/>
              <p:nvPr/>
            </p:nvSpPr>
            <p:spPr>
              <a:xfrm>
                <a:off x="3101505" y="6091820"/>
                <a:ext cx="461779" cy="174260"/>
              </a:xfrm>
              <a:prstGeom prst="rect">
                <a:avLst/>
              </a:prstGeom>
              <a:noFill/>
            </p:spPr>
            <p:txBody>
              <a:bodyPr wrap="none" rtlCol="0">
                <a:spAutoFit/>
              </a:bodyPr>
              <a:lstStyle/>
              <a:p>
                <a:pPr algn="ctr"/>
                <a:r>
                  <a:rPr lang="en-US" sz="470" dirty="0">
                    <a:ln/>
                    <a:solidFill>
                      <a:srgbClr val="000000"/>
                    </a:solidFill>
                    <a:latin typeface="Arial"/>
                    <a:cs typeface="Arial"/>
                    <a:sym typeface="Arial"/>
                    <a:rtl val="0"/>
                  </a:rPr>
                  <a:t>p = 0.053</a:t>
                </a:r>
              </a:p>
            </p:txBody>
          </p:sp>
          <p:sp>
            <p:nvSpPr>
              <p:cNvPr id="2110" name="Freeform 2109">
                <a:extLst>
                  <a:ext uri="{FF2B5EF4-FFF2-40B4-BE49-F238E27FC236}">
                    <a16:creationId xmlns:a16="http://schemas.microsoft.com/office/drawing/2014/main" id="{35199C97-D57D-F310-9C66-09D8DBED556A}"/>
                  </a:ext>
                </a:extLst>
              </p:cNvPr>
              <p:cNvSpPr/>
              <p:nvPr/>
            </p:nvSpPr>
            <p:spPr>
              <a:xfrm>
                <a:off x="3259368" y="6224938"/>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2111" name="TextBox 2110">
                <a:extLst>
                  <a:ext uri="{FF2B5EF4-FFF2-40B4-BE49-F238E27FC236}">
                    <a16:creationId xmlns:a16="http://schemas.microsoft.com/office/drawing/2014/main" id="{E8A5024B-D20A-0A73-BBCD-B0F0503CC46C}"/>
                  </a:ext>
                </a:extLst>
              </p:cNvPr>
              <p:cNvSpPr txBox="1"/>
              <p:nvPr/>
            </p:nvSpPr>
            <p:spPr>
              <a:xfrm>
                <a:off x="3495809" y="6052052"/>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2112" name="Freeform 2111">
                <a:extLst>
                  <a:ext uri="{FF2B5EF4-FFF2-40B4-BE49-F238E27FC236}">
                    <a16:creationId xmlns:a16="http://schemas.microsoft.com/office/drawing/2014/main" id="{B424951D-6299-F91B-C751-148CCD68A998}"/>
                  </a:ext>
                </a:extLst>
              </p:cNvPr>
              <p:cNvSpPr/>
              <p:nvPr/>
            </p:nvSpPr>
            <p:spPr>
              <a:xfrm>
                <a:off x="3437930" y="6224938"/>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2113" name="TextBox 2112">
                <a:extLst>
                  <a:ext uri="{FF2B5EF4-FFF2-40B4-BE49-F238E27FC236}">
                    <a16:creationId xmlns:a16="http://schemas.microsoft.com/office/drawing/2014/main" id="{D0AE6401-4B18-0163-EE85-8028C32AE0F7}"/>
                  </a:ext>
                </a:extLst>
              </p:cNvPr>
              <p:cNvSpPr txBox="1"/>
              <p:nvPr/>
            </p:nvSpPr>
            <p:spPr>
              <a:xfrm>
                <a:off x="3353091" y="5980726"/>
                <a:ext cx="461779" cy="174601"/>
              </a:xfrm>
              <a:prstGeom prst="rect">
                <a:avLst/>
              </a:prstGeom>
              <a:noFill/>
            </p:spPr>
            <p:txBody>
              <a:bodyPr wrap="none" rtlCol="0">
                <a:spAutoFit/>
              </a:bodyPr>
              <a:lstStyle/>
              <a:p>
                <a:pPr algn="ctr"/>
                <a:r>
                  <a:rPr lang="en-US" sz="472" dirty="0">
                    <a:ln/>
                    <a:solidFill>
                      <a:srgbClr val="000000"/>
                    </a:solidFill>
                    <a:latin typeface="Arial"/>
                    <a:cs typeface="Arial"/>
                    <a:sym typeface="Arial"/>
                    <a:rtl val="0"/>
                  </a:rPr>
                  <a:t>p = 0.515</a:t>
                </a:r>
              </a:p>
            </p:txBody>
          </p:sp>
          <p:sp>
            <p:nvSpPr>
              <p:cNvPr id="2114" name="Freeform 2113">
                <a:extLst>
                  <a:ext uri="{FF2B5EF4-FFF2-40B4-BE49-F238E27FC236}">
                    <a16:creationId xmlns:a16="http://schemas.microsoft.com/office/drawing/2014/main" id="{D22B6E30-6F53-762C-23C3-9CAD29CC125F}"/>
                  </a:ext>
                </a:extLst>
              </p:cNvPr>
              <p:cNvSpPr/>
              <p:nvPr/>
            </p:nvSpPr>
            <p:spPr>
              <a:xfrm>
                <a:off x="3259368" y="6112035"/>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2115" name="Graphic 1527">
              <a:extLst>
                <a:ext uri="{FF2B5EF4-FFF2-40B4-BE49-F238E27FC236}">
                  <a16:creationId xmlns:a16="http://schemas.microsoft.com/office/drawing/2014/main" id="{E9205718-4376-5C1B-81F1-E026864F5A7C}"/>
                </a:ext>
              </a:extLst>
            </p:cNvPr>
            <p:cNvGrpSpPr/>
            <p:nvPr/>
          </p:nvGrpSpPr>
          <p:grpSpPr>
            <a:xfrm>
              <a:off x="2846223" y="5742088"/>
              <a:ext cx="1196490" cy="1196086"/>
              <a:chOff x="2846223" y="5742088"/>
              <a:chExt cx="1196490" cy="1196086"/>
            </a:xfrm>
          </p:grpSpPr>
          <p:sp>
            <p:nvSpPr>
              <p:cNvPr id="2116" name="Freeform 2115">
                <a:extLst>
                  <a:ext uri="{FF2B5EF4-FFF2-40B4-BE49-F238E27FC236}">
                    <a16:creationId xmlns:a16="http://schemas.microsoft.com/office/drawing/2014/main" id="{8873792B-5FC3-D13E-32BF-E680B5034645}"/>
                  </a:ext>
                </a:extLst>
              </p:cNvPr>
              <p:cNvSpPr/>
              <p:nvPr/>
            </p:nvSpPr>
            <p:spPr>
              <a:xfrm>
                <a:off x="3161959" y="6044344"/>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2117" name="TextBox 2116">
                <a:extLst>
                  <a:ext uri="{FF2B5EF4-FFF2-40B4-BE49-F238E27FC236}">
                    <a16:creationId xmlns:a16="http://schemas.microsoft.com/office/drawing/2014/main" id="{4B349445-F1C2-A8D8-8773-4D6FC78E9ADB}"/>
                  </a:ext>
                </a:extLst>
              </p:cNvPr>
              <p:cNvSpPr txBox="1"/>
              <p:nvPr/>
            </p:nvSpPr>
            <p:spPr>
              <a:xfrm>
                <a:off x="2846223" y="6614619"/>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2118" name="TextBox 2117">
                <a:extLst>
                  <a:ext uri="{FF2B5EF4-FFF2-40B4-BE49-F238E27FC236}">
                    <a16:creationId xmlns:a16="http://schemas.microsoft.com/office/drawing/2014/main" id="{DE000BDB-2161-0A34-E035-C47F4878B436}"/>
                  </a:ext>
                </a:extLst>
              </p:cNvPr>
              <p:cNvSpPr txBox="1"/>
              <p:nvPr/>
            </p:nvSpPr>
            <p:spPr>
              <a:xfrm>
                <a:off x="2846223" y="6448376"/>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2119" name="TextBox 2118">
                <a:extLst>
                  <a:ext uri="{FF2B5EF4-FFF2-40B4-BE49-F238E27FC236}">
                    <a16:creationId xmlns:a16="http://schemas.microsoft.com/office/drawing/2014/main" id="{4E1439A3-1499-A6A7-DCF7-14B67E2ACF83}"/>
                  </a:ext>
                </a:extLst>
              </p:cNvPr>
              <p:cNvSpPr txBox="1"/>
              <p:nvPr/>
            </p:nvSpPr>
            <p:spPr>
              <a:xfrm>
                <a:off x="2846223" y="6282006"/>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2120" name="TextBox 2119">
                <a:extLst>
                  <a:ext uri="{FF2B5EF4-FFF2-40B4-BE49-F238E27FC236}">
                    <a16:creationId xmlns:a16="http://schemas.microsoft.com/office/drawing/2014/main" id="{F433D50D-56EA-8912-B312-FABFB5B82DA9}"/>
                  </a:ext>
                </a:extLst>
              </p:cNvPr>
              <p:cNvSpPr txBox="1"/>
              <p:nvPr/>
            </p:nvSpPr>
            <p:spPr>
              <a:xfrm>
                <a:off x="2846223" y="6115763"/>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3%</a:t>
                </a:r>
              </a:p>
            </p:txBody>
          </p:sp>
          <p:sp>
            <p:nvSpPr>
              <p:cNvPr id="2121" name="TextBox 2120">
                <a:extLst>
                  <a:ext uri="{FF2B5EF4-FFF2-40B4-BE49-F238E27FC236}">
                    <a16:creationId xmlns:a16="http://schemas.microsoft.com/office/drawing/2014/main" id="{B3A243A0-9E3A-6851-D855-EFBD184B5CCD}"/>
                  </a:ext>
                </a:extLst>
              </p:cNvPr>
              <p:cNvSpPr txBox="1"/>
              <p:nvPr/>
            </p:nvSpPr>
            <p:spPr>
              <a:xfrm>
                <a:off x="2846223" y="5949520"/>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4%</a:t>
                </a:r>
              </a:p>
            </p:txBody>
          </p:sp>
          <p:sp>
            <p:nvSpPr>
              <p:cNvPr id="2122" name="Freeform 2121">
                <a:extLst>
                  <a:ext uri="{FF2B5EF4-FFF2-40B4-BE49-F238E27FC236}">
                    <a16:creationId xmlns:a16="http://schemas.microsoft.com/office/drawing/2014/main" id="{0E24981C-BF06-B8FE-A2F3-68881C32D838}"/>
                  </a:ext>
                </a:extLst>
              </p:cNvPr>
              <p:cNvSpPr/>
              <p:nvPr/>
            </p:nvSpPr>
            <p:spPr>
              <a:xfrm>
                <a:off x="3127160" y="672150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123" name="Freeform 2122">
                <a:extLst>
                  <a:ext uri="{FF2B5EF4-FFF2-40B4-BE49-F238E27FC236}">
                    <a16:creationId xmlns:a16="http://schemas.microsoft.com/office/drawing/2014/main" id="{CABFADEA-956C-EDF5-3B32-D8860AFDE723}"/>
                  </a:ext>
                </a:extLst>
              </p:cNvPr>
              <p:cNvSpPr/>
              <p:nvPr/>
            </p:nvSpPr>
            <p:spPr>
              <a:xfrm>
                <a:off x="3127160" y="655526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124" name="Freeform 2123">
                <a:extLst>
                  <a:ext uri="{FF2B5EF4-FFF2-40B4-BE49-F238E27FC236}">
                    <a16:creationId xmlns:a16="http://schemas.microsoft.com/office/drawing/2014/main" id="{4B2CA791-7FBA-9D17-B518-9B3D35C0FB96}"/>
                  </a:ext>
                </a:extLst>
              </p:cNvPr>
              <p:cNvSpPr/>
              <p:nvPr/>
            </p:nvSpPr>
            <p:spPr>
              <a:xfrm>
                <a:off x="3127160" y="638889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125" name="Freeform 2124">
                <a:extLst>
                  <a:ext uri="{FF2B5EF4-FFF2-40B4-BE49-F238E27FC236}">
                    <a16:creationId xmlns:a16="http://schemas.microsoft.com/office/drawing/2014/main" id="{B24BE6C4-23E1-0FA1-501D-44EC28573921}"/>
                  </a:ext>
                </a:extLst>
              </p:cNvPr>
              <p:cNvSpPr/>
              <p:nvPr/>
            </p:nvSpPr>
            <p:spPr>
              <a:xfrm>
                <a:off x="3127160" y="6222652"/>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126" name="Freeform 2125">
                <a:extLst>
                  <a:ext uri="{FF2B5EF4-FFF2-40B4-BE49-F238E27FC236}">
                    <a16:creationId xmlns:a16="http://schemas.microsoft.com/office/drawing/2014/main" id="{077673A5-F439-4B57-A0F2-C2E1C5FEEF1C}"/>
                  </a:ext>
                </a:extLst>
              </p:cNvPr>
              <p:cNvSpPr/>
              <p:nvPr/>
            </p:nvSpPr>
            <p:spPr>
              <a:xfrm>
                <a:off x="3127160" y="605640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127" name="Freeform 2126">
                <a:extLst>
                  <a:ext uri="{FF2B5EF4-FFF2-40B4-BE49-F238E27FC236}">
                    <a16:creationId xmlns:a16="http://schemas.microsoft.com/office/drawing/2014/main" id="{BE82DB0F-AEC6-A6FA-9721-9A33545E516E}"/>
                  </a:ext>
                </a:extLst>
              </p:cNvPr>
              <p:cNvSpPr/>
              <p:nvPr/>
            </p:nvSpPr>
            <p:spPr>
              <a:xfrm>
                <a:off x="3161959" y="6721508"/>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2128" name="Freeform 2127">
                <a:extLst>
                  <a:ext uri="{FF2B5EF4-FFF2-40B4-BE49-F238E27FC236}">
                    <a16:creationId xmlns:a16="http://schemas.microsoft.com/office/drawing/2014/main" id="{12292E18-12E3-B29E-1DDE-5516D8BF5C70}"/>
                  </a:ext>
                </a:extLst>
              </p:cNvPr>
              <p:cNvSpPr/>
              <p:nvPr/>
            </p:nvSpPr>
            <p:spPr>
              <a:xfrm>
                <a:off x="3259367" y="672150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129" name="Freeform 2128">
                <a:extLst>
                  <a:ext uri="{FF2B5EF4-FFF2-40B4-BE49-F238E27FC236}">
                    <a16:creationId xmlns:a16="http://schemas.microsoft.com/office/drawing/2014/main" id="{F27764AF-EA73-EB6E-97AC-091B57110B64}"/>
                  </a:ext>
                </a:extLst>
              </p:cNvPr>
              <p:cNvSpPr/>
              <p:nvPr/>
            </p:nvSpPr>
            <p:spPr>
              <a:xfrm>
                <a:off x="3421673" y="672150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130" name="Freeform 2129">
                <a:extLst>
                  <a:ext uri="{FF2B5EF4-FFF2-40B4-BE49-F238E27FC236}">
                    <a16:creationId xmlns:a16="http://schemas.microsoft.com/office/drawing/2014/main" id="{985F72D6-5FCD-4CE6-C001-D4DD0D569A26}"/>
                  </a:ext>
                </a:extLst>
              </p:cNvPr>
              <p:cNvSpPr/>
              <p:nvPr/>
            </p:nvSpPr>
            <p:spPr>
              <a:xfrm>
                <a:off x="3583980" y="672150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131" name="Freeform 2130">
                <a:extLst>
                  <a:ext uri="{FF2B5EF4-FFF2-40B4-BE49-F238E27FC236}">
                    <a16:creationId xmlns:a16="http://schemas.microsoft.com/office/drawing/2014/main" id="{BD50923A-1EAD-A0C8-36D7-9A764059FFA2}"/>
                  </a:ext>
                </a:extLst>
              </p:cNvPr>
              <p:cNvSpPr/>
              <p:nvPr/>
            </p:nvSpPr>
            <p:spPr>
              <a:xfrm>
                <a:off x="3746285" y="672150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132" name="Freeform 2131">
                <a:extLst>
                  <a:ext uri="{FF2B5EF4-FFF2-40B4-BE49-F238E27FC236}">
                    <a16:creationId xmlns:a16="http://schemas.microsoft.com/office/drawing/2014/main" id="{DB538834-76B4-0CD6-8884-224CD1431EAD}"/>
                  </a:ext>
                </a:extLst>
              </p:cNvPr>
              <p:cNvSpPr/>
              <p:nvPr/>
            </p:nvSpPr>
            <p:spPr>
              <a:xfrm>
                <a:off x="3908591" y="6721508"/>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133" name="TextBox 2132">
                <a:extLst>
                  <a:ext uri="{FF2B5EF4-FFF2-40B4-BE49-F238E27FC236}">
                    <a16:creationId xmlns:a16="http://schemas.microsoft.com/office/drawing/2014/main" id="{A1176673-A7F8-A382-5C38-1AC5EF0C590C}"/>
                  </a:ext>
                </a:extLst>
              </p:cNvPr>
              <p:cNvSpPr txBox="1"/>
              <p:nvPr/>
            </p:nvSpPr>
            <p:spPr>
              <a:xfrm>
                <a:off x="3119239" y="6717362"/>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2134" name="TextBox 2133">
                <a:extLst>
                  <a:ext uri="{FF2B5EF4-FFF2-40B4-BE49-F238E27FC236}">
                    <a16:creationId xmlns:a16="http://schemas.microsoft.com/office/drawing/2014/main" id="{67FE08D6-11E2-2022-4809-BB97FC70927A}"/>
                  </a:ext>
                </a:extLst>
              </p:cNvPr>
              <p:cNvSpPr txBox="1"/>
              <p:nvPr/>
            </p:nvSpPr>
            <p:spPr>
              <a:xfrm>
                <a:off x="3309537" y="6717362"/>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2135" name="TextBox 2134">
                <a:extLst>
                  <a:ext uri="{FF2B5EF4-FFF2-40B4-BE49-F238E27FC236}">
                    <a16:creationId xmlns:a16="http://schemas.microsoft.com/office/drawing/2014/main" id="{74298140-B1CE-5EF5-AA93-8CF7C1DC42C3}"/>
                  </a:ext>
                </a:extLst>
              </p:cNvPr>
              <p:cNvSpPr txBox="1"/>
              <p:nvPr/>
            </p:nvSpPr>
            <p:spPr>
              <a:xfrm>
                <a:off x="3443002" y="6717362"/>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2136" name="TextBox 2135">
                <a:extLst>
                  <a:ext uri="{FF2B5EF4-FFF2-40B4-BE49-F238E27FC236}">
                    <a16:creationId xmlns:a16="http://schemas.microsoft.com/office/drawing/2014/main" id="{D23425F9-7138-0919-B873-B5726AD1CCE9}"/>
                  </a:ext>
                </a:extLst>
              </p:cNvPr>
              <p:cNvSpPr txBox="1"/>
              <p:nvPr/>
            </p:nvSpPr>
            <p:spPr>
              <a:xfrm>
                <a:off x="3579861" y="6717362"/>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2137" name="TextBox 2136">
                <a:extLst>
                  <a:ext uri="{FF2B5EF4-FFF2-40B4-BE49-F238E27FC236}">
                    <a16:creationId xmlns:a16="http://schemas.microsoft.com/office/drawing/2014/main" id="{A40162CF-4515-E78B-F55D-288125C3647A}"/>
                  </a:ext>
                </a:extLst>
              </p:cNvPr>
              <p:cNvSpPr txBox="1"/>
              <p:nvPr/>
            </p:nvSpPr>
            <p:spPr>
              <a:xfrm>
                <a:off x="3779489" y="6717362"/>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2140" name="TextBox 2139">
                <a:extLst>
                  <a:ext uri="{FF2B5EF4-FFF2-40B4-BE49-F238E27FC236}">
                    <a16:creationId xmlns:a16="http://schemas.microsoft.com/office/drawing/2014/main" id="{F1527389-5ACA-82D4-5847-570C799944DA}"/>
                  </a:ext>
                </a:extLst>
              </p:cNvPr>
              <p:cNvSpPr txBox="1"/>
              <p:nvPr/>
            </p:nvSpPr>
            <p:spPr>
              <a:xfrm>
                <a:off x="3085566" y="5742088"/>
                <a:ext cx="957147"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19_Di_GABA</a:t>
                </a:r>
              </a:p>
            </p:txBody>
          </p:sp>
        </p:grpSp>
      </p:grpSp>
      <p:grpSp>
        <p:nvGrpSpPr>
          <p:cNvPr id="2141" name="Graphic 1529">
            <a:extLst>
              <a:ext uri="{FF2B5EF4-FFF2-40B4-BE49-F238E27FC236}">
                <a16:creationId xmlns:a16="http://schemas.microsoft.com/office/drawing/2014/main" id="{6F6A2338-1A73-7A52-4EB5-CCF17FCF65A2}"/>
              </a:ext>
            </a:extLst>
          </p:cNvPr>
          <p:cNvGrpSpPr/>
          <p:nvPr/>
        </p:nvGrpSpPr>
        <p:grpSpPr>
          <a:xfrm>
            <a:off x="3266224" y="4129879"/>
            <a:ext cx="1125828" cy="1130191"/>
            <a:chOff x="4303126" y="5867797"/>
            <a:chExt cx="1191469" cy="1196086"/>
          </a:xfrm>
        </p:grpSpPr>
        <p:grpSp>
          <p:nvGrpSpPr>
            <p:cNvPr id="2144" name="Graphic 1529">
              <a:extLst>
                <a:ext uri="{FF2B5EF4-FFF2-40B4-BE49-F238E27FC236}">
                  <a16:creationId xmlns:a16="http://schemas.microsoft.com/office/drawing/2014/main" id="{B5ECD009-9CDE-D112-C866-FE721341C957}"/>
                </a:ext>
              </a:extLst>
            </p:cNvPr>
            <p:cNvGrpSpPr/>
            <p:nvPr/>
          </p:nvGrpSpPr>
          <p:grpSpPr>
            <a:xfrm>
              <a:off x="4568489" y="6064858"/>
              <a:ext cx="894414" cy="782486"/>
              <a:chOff x="4568489" y="6064858"/>
              <a:chExt cx="894414" cy="782486"/>
            </a:xfrm>
          </p:grpSpPr>
          <p:sp>
            <p:nvSpPr>
              <p:cNvPr id="2145" name="Freeform 2144">
                <a:extLst>
                  <a:ext uri="{FF2B5EF4-FFF2-40B4-BE49-F238E27FC236}">
                    <a16:creationId xmlns:a16="http://schemas.microsoft.com/office/drawing/2014/main" id="{A7B18C44-2B9E-88BD-860E-92AE0E4BDAE9}"/>
                  </a:ext>
                </a:extLst>
              </p:cNvPr>
              <p:cNvSpPr/>
              <p:nvPr/>
            </p:nvSpPr>
            <p:spPr>
              <a:xfrm>
                <a:off x="4618862" y="6170053"/>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2146" name="Freeform 2145">
                <a:extLst>
                  <a:ext uri="{FF2B5EF4-FFF2-40B4-BE49-F238E27FC236}">
                    <a16:creationId xmlns:a16="http://schemas.microsoft.com/office/drawing/2014/main" id="{AC6DF7A2-A746-62A1-5AC6-62C0DE97B769}"/>
                  </a:ext>
                </a:extLst>
              </p:cNvPr>
              <p:cNvSpPr/>
              <p:nvPr/>
            </p:nvSpPr>
            <p:spPr>
              <a:xfrm>
                <a:off x="4667630" y="6524129"/>
                <a:ext cx="97409" cy="323088"/>
              </a:xfrm>
              <a:custGeom>
                <a:avLst/>
                <a:gdLst>
                  <a:gd name="csX0" fmla="*/ 0 w 97409"/>
                  <a:gd name="csY0" fmla="*/ 0 h 323088"/>
                  <a:gd name="csX1" fmla="*/ 97409 w 97409"/>
                  <a:gd name="csY1" fmla="*/ 0 h 323088"/>
                  <a:gd name="csX2" fmla="*/ 97409 w 97409"/>
                  <a:gd name="csY2" fmla="*/ 323088 h 323088"/>
                  <a:gd name="csX3" fmla="*/ 0 w 97409"/>
                  <a:gd name="csY3" fmla="*/ 323088 h 323088"/>
                </a:gdLst>
                <a:ahLst/>
                <a:cxnLst>
                  <a:cxn ang="0">
                    <a:pos x="csX0" y="csY0"/>
                  </a:cxn>
                  <a:cxn ang="0">
                    <a:pos x="csX1" y="csY1"/>
                  </a:cxn>
                  <a:cxn ang="0">
                    <a:pos x="csX2" y="csY2"/>
                  </a:cxn>
                  <a:cxn ang="0">
                    <a:pos x="csX3" y="csY3"/>
                  </a:cxn>
                </a:cxnLst>
                <a:rect l="l" t="t" r="r" b="b"/>
                <a:pathLst>
                  <a:path w="97409" h="323088">
                    <a:moveTo>
                      <a:pt x="0" y="0"/>
                    </a:moveTo>
                    <a:lnTo>
                      <a:pt x="97409" y="0"/>
                    </a:lnTo>
                    <a:lnTo>
                      <a:pt x="97409" y="323088"/>
                    </a:lnTo>
                    <a:lnTo>
                      <a:pt x="0" y="323088"/>
                    </a:lnTo>
                    <a:close/>
                  </a:path>
                </a:pathLst>
              </a:custGeom>
              <a:solidFill>
                <a:srgbClr val="1965B0"/>
              </a:solidFill>
              <a:ln w="13589" cap="flat">
                <a:noFill/>
                <a:prstDash val="solid"/>
                <a:miter/>
              </a:ln>
            </p:spPr>
            <p:txBody>
              <a:bodyPr/>
              <a:lstStyle/>
              <a:p>
                <a:pPr algn="ctr"/>
                <a:endParaRPr lang="en-US" sz="1890"/>
              </a:p>
            </p:txBody>
          </p:sp>
          <p:sp>
            <p:nvSpPr>
              <p:cNvPr id="2147" name="Freeform 2146">
                <a:extLst>
                  <a:ext uri="{FF2B5EF4-FFF2-40B4-BE49-F238E27FC236}">
                    <a16:creationId xmlns:a16="http://schemas.microsoft.com/office/drawing/2014/main" id="{65F4EDF5-784B-751A-AEC6-0D1A18C13059}"/>
                  </a:ext>
                </a:extLst>
              </p:cNvPr>
              <p:cNvSpPr/>
              <p:nvPr/>
            </p:nvSpPr>
            <p:spPr>
              <a:xfrm>
                <a:off x="4829936" y="6491363"/>
                <a:ext cx="97409" cy="355854"/>
              </a:xfrm>
              <a:custGeom>
                <a:avLst/>
                <a:gdLst>
                  <a:gd name="csX0" fmla="*/ 0 w 97409"/>
                  <a:gd name="csY0" fmla="*/ 0 h 355854"/>
                  <a:gd name="csX1" fmla="*/ 97409 w 97409"/>
                  <a:gd name="csY1" fmla="*/ 0 h 355854"/>
                  <a:gd name="csX2" fmla="*/ 97409 w 97409"/>
                  <a:gd name="csY2" fmla="*/ 355854 h 355854"/>
                  <a:gd name="csX3" fmla="*/ 0 w 97409"/>
                  <a:gd name="csY3" fmla="*/ 355854 h 355854"/>
                </a:gdLst>
                <a:ahLst/>
                <a:cxnLst>
                  <a:cxn ang="0">
                    <a:pos x="csX0" y="csY0"/>
                  </a:cxn>
                  <a:cxn ang="0">
                    <a:pos x="csX1" y="csY1"/>
                  </a:cxn>
                  <a:cxn ang="0">
                    <a:pos x="csX2" y="csY2"/>
                  </a:cxn>
                  <a:cxn ang="0">
                    <a:pos x="csX3" y="csY3"/>
                  </a:cxn>
                </a:cxnLst>
                <a:rect l="l" t="t" r="r" b="b"/>
                <a:pathLst>
                  <a:path w="97409" h="355854">
                    <a:moveTo>
                      <a:pt x="0" y="0"/>
                    </a:moveTo>
                    <a:lnTo>
                      <a:pt x="97409" y="0"/>
                    </a:lnTo>
                    <a:lnTo>
                      <a:pt x="97409" y="355854"/>
                    </a:lnTo>
                    <a:lnTo>
                      <a:pt x="0" y="355854"/>
                    </a:lnTo>
                    <a:close/>
                  </a:path>
                </a:pathLst>
              </a:custGeom>
              <a:solidFill>
                <a:srgbClr val="4EB265"/>
              </a:solidFill>
              <a:ln w="13589" cap="flat">
                <a:noFill/>
                <a:prstDash val="solid"/>
                <a:miter/>
              </a:ln>
            </p:spPr>
            <p:txBody>
              <a:bodyPr/>
              <a:lstStyle/>
              <a:p>
                <a:pPr algn="ctr"/>
                <a:endParaRPr lang="en-US" sz="1890"/>
              </a:p>
            </p:txBody>
          </p:sp>
          <p:sp>
            <p:nvSpPr>
              <p:cNvPr id="2148" name="Freeform 2147">
                <a:extLst>
                  <a:ext uri="{FF2B5EF4-FFF2-40B4-BE49-F238E27FC236}">
                    <a16:creationId xmlns:a16="http://schemas.microsoft.com/office/drawing/2014/main" id="{377492CF-7015-1ECA-CB80-4D42473FA81C}"/>
                  </a:ext>
                </a:extLst>
              </p:cNvPr>
              <p:cNvSpPr/>
              <p:nvPr/>
            </p:nvSpPr>
            <p:spPr>
              <a:xfrm>
                <a:off x="4992242" y="6609854"/>
                <a:ext cx="97409" cy="237362"/>
              </a:xfrm>
              <a:custGeom>
                <a:avLst/>
                <a:gdLst>
                  <a:gd name="csX0" fmla="*/ 0 w 97409"/>
                  <a:gd name="csY0" fmla="*/ 0 h 237362"/>
                  <a:gd name="csX1" fmla="*/ 97409 w 97409"/>
                  <a:gd name="csY1" fmla="*/ 0 h 237362"/>
                  <a:gd name="csX2" fmla="*/ 97409 w 97409"/>
                  <a:gd name="csY2" fmla="*/ 237363 h 237362"/>
                  <a:gd name="csX3" fmla="*/ 0 w 97409"/>
                  <a:gd name="csY3" fmla="*/ 237363 h 237362"/>
                </a:gdLst>
                <a:ahLst/>
                <a:cxnLst>
                  <a:cxn ang="0">
                    <a:pos x="csX0" y="csY0"/>
                  </a:cxn>
                  <a:cxn ang="0">
                    <a:pos x="csX1" y="csY1"/>
                  </a:cxn>
                  <a:cxn ang="0">
                    <a:pos x="csX2" y="csY2"/>
                  </a:cxn>
                  <a:cxn ang="0">
                    <a:pos x="csX3" y="csY3"/>
                  </a:cxn>
                </a:cxnLst>
                <a:rect l="l" t="t" r="r" b="b"/>
                <a:pathLst>
                  <a:path w="97409" h="237362">
                    <a:moveTo>
                      <a:pt x="0" y="0"/>
                    </a:moveTo>
                    <a:lnTo>
                      <a:pt x="97409" y="0"/>
                    </a:lnTo>
                    <a:lnTo>
                      <a:pt x="97409" y="237363"/>
                    </a:lnTo>
                    <a:lnTo>
                      <a:pt x="0" y="237363"/>
                    </a:lnTo>
                    <a:close/>
                  </a:path>
                </a:pathLst>
              </a:custGeom>
              <a:solidFill>
                <a:srgbClr val="F7F056"/>
              </a:solidFill>
              <a:ln w="13589" cap="flat">
                <a:noFill/>
                <a:prstDash val="solid"/>
                <a:miter/>
              </a:ln>
            </p:spPr>
            <p:txBody>
              <a:bodyPr/>
              <a:lstStyle/>
              <a:p>
                <a:pPr algn="ctr"/>
                <a:endParaRPr lang="en-US" sz="1890"/>
              </a:p>
            </p:txBody>
          </p:sp>
          <p:sp>
            <p:nvSpPr>
              <p:cNvPr id="2149" name="Freeform 2148">
                <a:extLst>
                  <a:ext uri="{FF2B5EF4-FFF2-40B4-BE49-F238E27FC236}">
                    <a16:creationId xmlns:a16="http://schemas.microsoft.com/office/drawing/2014/main" id="{E23DDBB0-C08B-3077-347F-D6D5FAD6FAAA}"/>
                  </a:ext>
                </a:extLst>
              </p:cNvPr>
              <p:cNvSpPr/>
              <p:nvPr/>
            </p:nvSpPr>
            <p:spPr>
              <a:xfrm>
                <a:off x="5154548" y="6460629"/>
                <a:ext cx="97409" cy="386715"/>
              </a:xfrm>
              <a:custGeom>
                <a:avLst/>
                <a:gdLst>
                  <a:gd name="csX0" fmla="*/ 0 w 97409"/>
                  <a:gd name="csY0" fmla="*/ 0 h 386715"/>
                  <a:gd name="csX1" fmla="*/ 97409 w 97409"/>
                  <a:gd name="csY1" fmla="*/ 0 h 386715"/>
                  <a:gd name="csX2" fmla="*/ 97409 w 97409"/>
                  <a:gd name="csY2" fmla="*/ 386715 h 386715"/>
                  <a:gd name="csX3" fmla="*/ 0 w 97409"/>
                  <a:gd name="csY3" fmla="*/ 386715 h 386715"/>
                </a:gdLst>
                <a:ahLst/>
                <a:cxnLst>
                  <a:cxn ang="0">
                    <a:pos x="csX0" y="csY0"/>
                  </a:cxn>
                  <a:cxn ang="0">
                    <a:pos x="csX1" y="csY1"/>
                  </a:cxn>
                  <a:cxn ang="0">
                    <a:pos x="csX2" y="csY2"/>
                  </a:cxn>
                  <a:cxn ang="0">
                    <a:pos x="csX3" y="csY3"/>
                  </a:cxn>
                </a:cxnLst>
                <a:rect l="l" t="t" r="r" b="b"/>
                <a:pathLst>
                  <a:path w="97409" h="386715">
                    <a:moveTo>
                      <a:pt x="0" y="0"/>
                    </a:moveTo>
                    <a:lnTo>
                      <a:pt x="97409" y="0"/>
                    </a:lnTo>
                    <a:lnTo>
                      <a:pt x="97409" y="386715"/>
                    </a:lnTo>
                    <a:lnTo>
                      <a:pt x="0" y="386715"/>
                    </a:lnTo>
                    <a:close/>
                  </a:path>
                </a:pathLst>
              </a:custGeom>
              <a:solidFill>
                <a:srgbClr val="7BAFDE"/>
              </a:solidFill>
              <a:ln w="13589" cap="flat">
                <a:noFill/>
                <a:prstDash val="solid"/>
                <a:miter/>
              </a:ln>
            </p:spPr>
            <p:txBody>
              <a:bodyPr/>
              <a:lstStyle/>
              <a:p>
                <a:pPr algn="ctr"/>
                <a:endParaRPr lang="en-US" sz="1890"/>
              </a:p>
            </p:txBody>
          </p:sp>
          <p:sp>
            <p:nvSpPr>
              <p:cNvPr id="2150" name="Freeform 2149">
                <a:extLst>
                  <a:ext uri="{FF2B5EF4-FFF2-40B4-BE49-F238E27FC236}">
                    <a16:creationId xmlns:a16="http://schemas.microsoft.com/office/drawing/2014/main" id="{D4162DF0-DF74-1BC6-985E-FBC011388B7E}"/>
                  </a:ext>
                </a:extLst>
              </p:cNvPr>
              <p:cNvSpPr/>
              <p:nvPr/>
            </p:nvSpPr>
            <p:spPr>
              <a:xfrm>
                <a:off x="5316854" y="6612902"/>
                <a:ext cx="97409" cy="234441"/>
              </a:xfrm>
              <a:custGeom>
                <a:avLst/>
                <a:gdLst>
                  <a:gd name="csX0" fmla="*/ 0 w 97409"/>
                  <a:gd name="csY0" fmla="*/ 0 h 234441"/>
                  <a:gd name="csX1" fmla="*/ 97409 w 97409"/>
                  <a:gd name="csY1" fmla="*/ 0 h 234441"/>
                  <a:gd name="csX2" fmla="*/ 97409 w 97409"/>
                  <a:gd name="csY2" fmla="*/ 234442 h 234441"/>
                  <a:gd name="csX3" fmla="*/ 0 w 97409"/>
                  <a:gd name="csY3" fmla="*/ 234442 h 234441"/>
                </a:gdLst>
                <a:ahLst/>
                <a:cxnLst>
                  <a:cxn ang="0">
                    <a:pos x="csX0" y="csY0"/>
                  </a:cxn>
                  <a:cxn ang="0">
                    <a:pos x="csX1" y="csY1"/>
                  </a:cxn>
                  <a:cxn ang="0">
                    <a:pos x="csX2" y="csY2"/>
                  </a:cxn>
                  <a:cxn ang="0">
                    <a:pos x="csX3" y="csY3"/>
                  </a:cxn>
                </a:cxnLst>
                <a:rect l="l" t="t" r="r" b="b"/>
                <a:pathLst>
                  <a:path w="97409" h="234441">
                    <a:moveTo>
                      <a:pt x="0" y="0"/>
                    </a:moveTo>
                    <a:lnTo>
                      <a:pt x="97409" y="0"/>
                    </a:lnTo>
                    <a:lnTo>
                      <a:pt x="97409" y="234442"/>
                    </a:lnTo>
                    <a:lnTo>
                      <a:pt x="0" y="234442"/>
                    </a:lnTo>
                    <a:close/>
                  </a:path>
                </a:pathLst>
              </a:custGeom>
              <a:solidFill>
                <a:srgbClr val="DC050C"/>
              </a:solidFill>
              <a:ln w="13589" cap="flat">
                <a:noFill/>
                <a:prstDash val="solid"/>
                <a:miter/>
              </a:ln>
            </p:spPr>
            <p:txBody>
              <a:bodyPr/>
              <a:lstStyle/>
              <a:p>
                <a:pPr algn="ctr"/>
                <a:endParaRPr lang="en-US" sz="1890"/>
              </a:p>
            </p:txBody>
          </p:sp>
          <p:sp>
            <p:nvSpPr>
              <p:cNvPr id="2151" name="Freeform 2150">
                <a:extLst>
                  <a:ext uri="{FF2B5EF4-FFF2-40B4-BE49-F238E27FC236}">
                    <a16:creationId xmlns:a16="http://schemas.microsoft.com/office/drawing/2014/main" id="{6395D2C7-F56D-4245-4010-1F536743564E}"/>
                  </a:ext>
                </a:extLst>
              </p:cNvPr>
              <p:cNvSpPr/>
              <p:nvPr/>
            </p:nvSpPr>
            <p:spPr>
              <a:xfrm>
                <a:off x="4683886" y="6488950"/>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152" name="Freeform 2151">
                <a:extLst>
                  <a:ext uri="{FF2B5EF4-FFF2-40B4-BE49-F238E27FC236}">
                    <a16:creationId xmlns:a16="http://schemas.microsoft.com/office/drawing/2014/main" id="{DDC57DAB-09D8-9839-9D5F-B4E904DC54E6}"/>
                  </a:ext>
                </a:extLst>
              </p:cNvPr>
              <p:cNvSpPr/>
              <p:nvPr/>
            </p:nvSpPr>
            <p:spPr>
              <a:xfrm>
                <a:off x="4716270" y="6488950"/>
                <a:ext cx="12700" cy="70484"/>
              </a:xfrm>
              <a:custGeom>
                <a:avLst/>
                <a:gdLst>
                  <a:gd name="csX0" fmla="*/ 0 w 12700"/>
                  <a:gd name="csY0" fmla="*/ 0 h 70484"/>
                  <a:gd name="csX1" fmla="*/ 0 w 12700"/>
                  <a:gd name="csY1" fmla="*/ 70485 h 70484"/>
                </a:gdLst>
                <a:ahLst/>
                <a:cxnLst>
                  <a:cxn ang="0">
                    <a:pos x="csX0" y="csY0"/>
                  </a:cxn>
                  <a:cxn ang="0">
                    <a:pos x="csX1" y="csY1"/>
                  </a:cxn>
                </a:cxnLst>
                <a:rect l="l" t="t" r="r" b="b"/>
                <a:pathLst>
                  <a:path w="12700" h="70484">
                    <a:moveTo>
                      <a:pt x="0" y="0"/>
                    </a:moveTo>
                    <a:lnTo>
                      <a:pt x="0" y="70485"/>
                    </a:lnTo>
                  </a:path>
                </a:pathLst>
              </a:custGeom>
              <a:noFill/>
              <a:ln w="13589" cap="flat">
                <a:solidFill>
                  <a:srgbClr val="000000"/>
                </a:solidFill>
                <a:prstDash val="solid"/>
                <a:round/>
              </a:ln>
            </p:spPr>
            <p:txBody>
              <a:bodyPr/>
              <a:lstStyle/>
              <a:p>
                <a:pPr algn="ctr"/>
                <a:endParaRPr lang="en-US" sz="1890"/>
              </a:p>
            </p:txBody>
          </p:sp>
          <p:sp>
            <p:nvSpPr>
              <p:cNvPr id="2153" name="Freeform 2152">
                <a:extLst>
                  <a:ext uri="{FF2B5EF4-FFF2-40B4-BE49-F238E27FC236}">
                    <a16:creationId xmlns:a16="http://schemas.microsoft.com/office/drawing/2014/main" id="{00257A1C-E423-155F-2CB9-5CC1AEF7AB64}"/>
                  </a:ext>
                </a:extLst>
              </p:cNvPr>
              <p:cNvSpPr/>
              <p:nvPr/>
            </p:nvSpPr>
            <p:spPr>
              <a:xfrm>
                <a:off x="4683886" y="655943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154" name="Freeform 2153">
                <a:extLst>
                  <a:ext uri="{FF2B5EF4-FFF2-40B4-BE49-F238E27FC236}">
                    <a16:creationId xmlns:a16="http://schemas.microsoft.com/office/drawing/2014/main" id="{5BDAB2FA-0F7A-9489-4DA2-216EC5E0C439}"/>
                  </a:ext>
                </a:extLst>
              </p:cNvPr>
              <p:cNvSpPr/>
              <p:nvPr/>
            </p:nvSpPr>
            <p:spPr>
              <a:xfrm>
                <a:off x="4846191" y="645643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155" name="Freeform 2154">
                <a:extLst>
                  <a:ext uri="{FF2B5EF4-FFF2-40B4-BE49-F238E27FC236}">
                    <a16:creationId xmlns:a16="http://schemas.microsoft.com/office/drawing/2014/main" id="{36B5C71A-9B7E-9FF9-16B5-DEE8CE84332E}"/>
                  </a:ext>
                </a:extLst>
              </p:cNvPr>
              <p:cNvSpPr/>
              <p:nvPr/>
            </p:nvSpPr>
            <p:spPr>
              <a:xfrm>
                <a:off x="4878576" y="6456437"/>
                <a:ext cx="12700" cy="69850"/>
              </a:xfrm>
              <a:custGeom>
                <a:avLst/>
                <a:gdLst>
                  <a:gd name="csX0" fmla="*/ 0 w 12700"/>
                  <a:gd name="csY0" fmla="*/ 0 h 69850"/>
                  <a:gd name="csX1" fmla="*/ 0 w 12700"/>
                  <a:gd name="csY1" fmla="*/ 69850 h 69850"/>
                </a:gdLst>
                <a:ahLst/>
                <a:cxnLst>
                  <a:cxn ang="0">
                    <a:pos x="csX0" y="csY0"/>
                  </a:cxn>
                  <a:cxn ang="0">
                    <a:pos x="csX1" y="csY1"/>
                  </a:cxn>
                </a:cxnLst>
                <a:rect l="l" t="t" r="r" b="b"/>
                <a:pathLst>
                  <a:path w="12700" h="69850">
                    <a:moveTo>
                      <a:pt x="0" y="0"/>
                    </a:moveTo>
                    <a:lnTo>
                      <a:pt x="0" y="69850"/>
                    </a:lnTo>
                  </a:path>
                </a:pathLst>
              </a:custGeom>
              <a:noFill/>
              <a:ln w="13589" cap="flat">
                <a:solidFill>
                  <a:srgbClr val="000000"/>
                </a:solidFill>
                <a:prstDash val="solid"/>
                <a:round/>
              </a:ln>
            </p:spPr>
            <p:txBody>
              <a:bodyPr/>
              <a:lstStyle/>
              <a:p>
                <a:pPr algn="ctr"/>
                <a:endParaRPr lang="en-US" sz="1890"/>
              </a:p>
            </p:txBody>
          </p:sp>
          <p:sp>
            <p:nvSpPr>
              <p:cNvPr id="2156" name="Freeform 2155">
                <a:extLst>
                  <a:ext uri="{FF2B5EF4-FFF2-40B4-BE49-F238E27FC236}">
                    <a16:creationId xmlns:a16="http://schemas.microsoft.com/office/drawing/2014/main" id="{93108DD7-8F4F-F8FF-6F91-7DF1A58C638B}"/>
                  </a:ext>
                </a:extLst>
              </p:cNvPr>
              <p:cNvSpPr/>
              <p:nvPr/>
            </p:nvSpPr>
            <p:spPr>
              <a:xfrm>
                <a:off x="4846191" y="652628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157" name="Freeform 2156">
                <a:extLst>
                  <a:ext uri="{FF2B5EF4-FFF2-40B4-BE49-F238E27FC236}">
                    <a16:creationId xmlns:a16="http://schemas.microsoft.com/office/drawing/2014/main" id="{13382A3A-F201-18D3-A836-6B66B102230C}"/>
                  </a:ext>
                </a:extLst>
              </p:cNvPr>
              <p:cNvSpPr/>
              <p:nvPr/>
            </p:nvSpPr>
            <p:spPr>
              <a:xfrm>
                <a:off x="5008497" y="659753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158" name="Freeform 2157">
                <a:extLst>
                  <a:ext uri="{FF2B5EF4-FFF2-40B4-BE49-F238E27FC236}">
                    <a16:creationId xmlns:a16="http://schemas.microsoft.com/office/drawing/2014/main" id="{7F72F90D-5EA3-15B0-8F40-5F0B438C8E91}"/>
                  </a:ext>
                </a:extLst>
              </p:cNvPr>
              <p:cNvSpPr/>
              <p:nvPr/>
            </p:nvSpPr>
            <p:spPr>
              <a:xfrm>
                <a:off x="5040883" y="6597535"/>
                <a:ext cx="12700" cy="24637"/>
              </a:xfrm>
              <a:custGeom>
                <a:avLst/>
                <a:gdLst>
                  <a:gd name="csX0" fmla="*/ 0 w 12700"/>
                  <a:gd name="csY0" fmla="*/ 0 h 24637"/>
                  <a:gd name="csX1" fmla="*/ 0 w 12700"/>
                  <a:gd name="csY1" fmla="*/ 24638 h 24637"/>
                </a:gdLst>
                <a:ahLst/>
                <a:cxnLst>
                  <a:cxn ang="0">
                    <a:pos x="csX0" y="csY0"/>
                  </a:cxn>
                  <a:cxn ang="0">
                    <a:pos x="csX1" y="csY1"/>
                  </a:cxn>
                </a:cxnLst>
                <a:rect l="l" t="t" r="r" b="b"/>
                <a:pathLst>
                  <a:path w="12700" h="24637">
                    <a:moveTo>
                      <a:pt x="0" y="0"/>
                    </a:moveTo>
                    <a:lnTo>
                      <a:pt x="0" y="24638"/>
                    </a:lnTo>
                  </a:path>
                </a:pathLst>
              </a:custGeom>
              <a:noFill/>
              <a:ln w="13589" cap="flat">
                <a:solidFill>
                  <a:srgbClr val="000000"/>
                </a:solidFill>
                <a:prstDash val="solid"/>
                <a:round/>
              </a:ln>
            </p:spPr>
            <p:txBody>
              <a:bodyPr/>
              <a:lstStyle/>
              <a:p>
                <a:pPr algn="ctr"/>
                <a:endParaRPr lang="en-US" sz="1890"/>
              </a:p>
            </p:txBody>
          </p:sp>
          <p:sp>
            <p:nvSpPr>
              <p:cNvPr id="2159" name="Freeform 2158">
                <a:extLst>
                  <a:ext uri="{FF2B5EF4-FFF2-40B4-BE49-F238E27FC236}">
                    <a16:creationId xmlns:a16="http://schemas.microsoft.com/office/drawing/2014/main" id="{BB9B6425-0F08-704C-42E7-6598DCDD1DA1}"/>
                  </a:ext>
                </a:extLst>
              </p:cNvPr>
              <p:cNvSpPr/>
              <p:nvPr/>
            </p:nvSpPr>
            <p:spPr>
              <a:xfrm>
                <a:off x="5008497" y="662217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160" name="Freeform 2159">
                <a:extLst>
                  <a:ext uri="{FF2B5EF4-FFF2-40B4-BE49-F238E27FC236}">
                    <a16:creationId xmlns:a16="http://schemas.microsoft.com/office/drawing/2014/main" id="{A145BCEC-5DCC-18C6-0D02-820721C814BD}"/>
                  </a:ext>
                </a:extLst>
              </p:cNvPr>
              <p:cNvSpPr/>
              <p:nvPr/>
            </p:nvSpPr>
            <p:spPr>
              <a:xfrm>
                <a:off x="5333110" y="656984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161" name="Freeform 2160">
                <a:extLst>
                  <a:ext uri="{FF2B5EF4-FFF2-40B4-BE49-F238E27FC236}">
                    <a16:creationId xmlns:a16="http://schemas.microsoft.com/office/drawing/2014/main" id="{7FB5B5F8-2AA7-BB7F-8927-7BADFFC97A45}"/>
                  </a:ext>
                </a:extLst>
              </p:cNvPr>
              <p:cNvSpPr/>
              <p:nvPr/>
            </p:nvSpPr>
            <p:spPr>
              <a:xfrm>
                <a:off x="5365494" y="6569848"/>
                <a:ext cx="12700" cy="85979"/>
              </a:xfrm>
              <a:custGeom>
                <a:avLst/>
                <a:gdLst>
                  <a:gd name="csX0" fmla="*/ 0 w 12700"/>
                  <a:gd name="csY0" fmla="*/ 0 h 85979"/>
                  <a:gd name="csX1" fmla="*/ 0 w 12700"/>
                  <a:gd name="csY1" fmla="*/ 85979 h 85979"/>
                </a:gdLst>
                <a:ahLst/>
                <a:cxnLst>
                  <a:cxn ang="0">
                    <a:pos x="csX0" y="csY0"/>
                  </a:cxn>
                  <a:cxn ang="0">
                    <a:pos x="csX1" y="csY1"/>
                  </a:cxn>
                </a:cxnLst>
                <a:rect l="l" t="t" r="r" b="b"/>
                <a:pathLst>
                  <a:path w="12700" h="85979">
                    <a:moveTo>
                      <a:pt x="0" y="0"/>
                    </a:moveTo>
                    <a:lnTo>
                      <a:pt x="0" y="85979"/>
                    </a:lnTo>
                  </a:path>
                </a:pathLst>
              </a:custGeom>
              <a:noFill/>
              <a:ln w="13589" cap="flat">
                <a:solidFill>
                  <a:srgbClr val="000000"/>
                </a:solidFill>
                <a:prstDash val="solid"/>
                <a:round/>
              </a:ln>
            </p:spPr>
            <p:txBody>
              <a:bodyPr/>
              <a:lstStyle/>
              <a:p>
                <a:pPr algn="ctr"/>
                <a:endParaRPr lang="en-US" sz="1890"/>
              </a:p>
            </p:txBody>
          </p:sp>
          <p:sp>
            <p:nvSpPr>
              <p:cNvPr id="2162" name="Freeform 2161">
                <a:extLst>
                  <a:ext uri="{FF2B5EF4-FFF2-40B4-BE49-F238E27FC236}">
                    <a16:creationId xmlns:a16="http://schemas.microsoft.com/office/drawing/2014/main" id="{D1651141-C1D8-AEFE-7C9A-6F0621E98E0C}"/>
                  </a:ext>
                </a:extLst>
              </p:cNvPr>
              <p:cNvSpPr/>
              <p:nvPr/>
            </p:nvSpPr>
            <p:spPr>
              <a:xfrm>
                <a:off x="5333110" y="6655828"/>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163" name="Freeform 2162">
                <a:extLst>
                  <a:ext uri="{FF2B5EF4-FFF2-40B4-BE49-F238E27FC236}">
                    <a16:creationId xmlns:a16="http://schemas.microsoft.com/office/drawing/2014/main" id="{DFE512D8-D118-3C9D-D368-5F5F979C81B5}"/>
                  </a:ext>
                </a:extLst>
              </p:cNvPr>
              <p:cNvSpPr/>
              <p:nvPr/>
            </p:nvSpPr>
            <p:spPr>
              <a:xfrm>
                <a:off x="5036311" y="660337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64" name="Freeform 2163">
                <a:extLst>
                  <a:ext uri="{FF2B5EF4-FFF2-40B4-BE49-F238E27FC236}">
                    <a16:creationId xmlns:a16="http://schemas.microsoft.com/office/drawing/2014/main" id="{EDD99370-D208-B333-B724-EBEE5ACB19A8}"/>
                  </a:ext>
                </a:extLst>
              </p:cNvPr>
              <p:cNvSpPr/>
              <p:nvPr/>
            </p:nvSpPr>
            <p:spPr>
              <a:xfrm>
                <a:off x="4874767" y="660756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65" name="Freeform 2164">
                <a:extLst>
                  <a:ext uri="{FF2B5EF4-FFF2-40B4-BE49-F238E27FC236}">
                    <a16:creationId xmlns:a16="http://schemas.microsoft.com/office/drawing/2014/main" id="{24FCD10E-F38A-85E8-C73B-150815EED468}"/>
                  </a:ext>
                </a:extLst>
              </p:cNvPr>
              <p:cNvSpPr/>
              <p:nvPr/>
            </p:nvSpPr>
            <p:spPr>
              <a:xfrm>
                <a:off x="4853685" y="640043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66" name="Freeform 2165">
                <a:extLst>
                  <a:ext uri="{FF2B5EF4-FFF2-40B4-BE49-F238E27FC236}">
                    <a16:creationId xmlns:a16="http://schemas.microsoft.com/office/drawing/2014/main" id="{5093F76B-55EA-FB0F-C699-5BB21654FFEC}"/>
                  </a:ext>
                </a:extLst>
              </p:cNvPr>
              <p:cNvSpPr/>
              <p:nvPr/>
            </p:nvSpPr>
            <p:spPr>
              <a:xfrm>
                <a:off x="4709032" y="64688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67" name="Freeform 2166">
                <a:extLst>
                  <a:ext uri="{FF2B5EF4-FFF2-40B4-BE49-F238E27FC236}">
                    <a16:creationId xmlns:a16="http://schemas.microsoft.com/office/drawing/2014/main" id="{1748F318-FAC1-DCE9-9B02-FEE23D434AA7}"/>
                  </a:ext>
                </a:extLst>
              </p:cNvPr>
              <p:cNvSpPr/>
              <p:nvPr/>
            </p:nvSpPr>
            <p:spPr>
              <a:xfrm>
                <a:off x="4702809" y="66172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68" name="Freeform 2167">
                <a:extLst>
                  <a:ext uri="{FF2B5EF4-FFF2-40B4-BE49-F238E27FC236}">
                    <a16:creationId xmlns:a16="http://schemas.microsoft.com/office/drawing/2014/main" id="{C5A7251F-FD84-1587-7F26-4324AFFB296E}"/>
                  </a:ext>
                </a:extLst>
              </p:cNvPr>
              <p:cNvSpPr/>
              <p:nvPr/>
            </p:nvSpPr>
            <p:spPr>
              <a:xfrm>
                <a:off x="5348096" y="66866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69" name="Freeform 2168">
                <a:extLst>
                  <a:ext uri="{FF2B5EF4-FFF2-40B4-BE49-F238E27FC236}">
                    <a16:creationId xmlns:a16="http://schemas.microsoft.com/office/drawing/2014/main" id="{E44B33A6-C466-57A1-9437-D0A9A11AE0BD}"/>
                  </a:ext>
                </a:extLst>
              </p:cNvPr>
              <p:cNvSpPr/>
              <p:nvPr/>
            </p:nvSpPr>
            <p:spPr>
              <a:xfrm>
                <a:off x="4705984" y="648425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0" name="Freeform 2169">
                <a:extLst>
                  <a:ext uri="{FF2B5EF4-FFF2-40B4-BE49-F238E27FC236}">
                    <a16:creationId xmlns:a16="http://schemas.microsoft.com/office/drawing/2014/main" id="{BD06B001-E97D-393C-A099-2DA0C146C9A1}"/>
                  </a:ext>
                </a:extLst>
              </p:cNvPr>
              <p:cNvSpPr/>
              <p:nvPr/>
            </p:nvSpPr>
            <p:spPr>
              <a:xfrm>
                <a:off x="5335650" y="664731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1" name="Freeform 2170">
                <a:extLst>
                  <a:ext uri="{FF2B5EF4-FFF2-40B4-BE49-F238E27FC236}">
                    <a16:creationId xmlns:a16="http://schemas.microsoft.com/office/drawing/2014/main" id="{27727A2C-6766-A28D-82C8-B8963EEEBF92}"/>
                  </a:ext>
                </a:extLst>
              </p:cNvPr>
              <p:cNvSpPr/>
              <p:nvPr/>
            </p:nvSpPr>
            <p:spPr>
              <a:xfrm>
                <a:off x="4703317" y="643154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2" name="Freeform 2171">
                <a:extLst>
                  <a:ext uri="{FF2B5EF4-FFF2-40B4-BE49-F238E27FC236}">
                    <a16:creationId xmlns:a16="http://schemas.microsoft.com/office/drawing/2014/main" id="{50D9C36A-75DF-F146-9884-BB7E1439F593}"/>
                  </a:ext>
                </a:extLst>
              </p:cNvPr>
              <p:cNvSpPr/>
              <p:nvPr/>
            </p:nvSpPr>
            <p:spPr>
              <a:xfrm>
                <a:off x="5354192" y="653467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3" name="Freeform 2172">
                <a:extLst>
                  <a:ext uri="{FF2B5EF4-FFF2-40B4-BE49-F238E27FC236}">
                    <a16:creationId xmlns:a16="http://schemas.microsoft.com/office/drawing/2014/main" id="{B893514A-42B9-714A-6649-B1E7D1CFD978}"/>
                  </a:ext>
                </a:extLst>
              </p:cNvPr>
              <p:cNvSpPr/>
              <p:nvPr/>
            </p:nvSpPr>
            <p:spPr>
              <a:xfrm>
                <a:off x="4696840" y="64236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4" name="Freeform 2173">
                <a:extLst>
                  <a:ext uri="{FF2B5EF4-FFF2-40B4-BE49-F238E27FC236}">
                    <a16:creationId xmlns:a16="http://schemas.microsoft.com/office/drawing/2014/main" id="{E063F7AD-A362-73E0-A81D-CEBF4A31861C}"/>
                  </a:ext>
                </a:extLst>
              </p:cNvPr>
              <p:cNvSpPr/>
              <p:nvPr/>
            </p:nvSpPr>
            <p:spPr>
              <a:xfrm>
                <a:off x="4867655" y="63770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5" name="Freeform 2174">
                <a:extLst>
                  <a:ext uri="{FF2B5EF4-FFF2-40B4-BE49-F238E27FC236}">
                    <a16:creationId xmlns:a16="http://schemas.microsoft.com/office/drawing/2014/main" id="{53EE8F62-584F-CE5B-77AF-70E75855952C}"/>
                  </a:ext>
                </a:extLst>
              </p:cNvPr>
              <p:cNvSpPr/>
              <p:nvPr/>
            </p:nvSpPr>
            <p:spPr>
              <a:xfrm>
                <a:off x="5361558" y="650927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6" name="Freeform 2175">
                <a:extLst>
                  <a:ext uri="{FF2B5EF4-FFF2-40B4-BE49-F238E27FC236}">
                    <a16:creationId xmlns:a16="http://schemas.microsoft.com/office/drawing/2014/main" id="{7863310F-A438-CBE1-D54A-EEFED2110268}"/>
                  </a:ext>
                </a:extLst>
              </p:cNvPr>
              <p:cNvSpPr/>
              <p:nvPr/>
            </p:nvSpPr>
            <p:spPr>
              <a:xfrm>
                <a:off x="4690363" y="66104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7" name="Freeform 2176">
                <a:extLst>
                  <a:ext uri="{FF2B5EF4-FFF2-40B4-BE49-F238E27FC236}">
                    <a16:creationId xmlns:a16="http://schemas.microsoft.com/office/drawing/2014/main" id="{D465E954-B4E0-1C60-E359-A31822696C50}"/>
                  </a:ext>
                </a:extLst>
              </p:cNvPr>
              <p:cNvSpPr/>
              <p:nvPr/>
            </p:nvSpPr>
            <p:spPr>
              <a:xfrm>
                <a:off x="5021706" y="658051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8" name="Freeform 2177">
                <a:extLst>
                  <a:ext uri="{FF2B5EF4-FFF2-40B4-BE49-F238E27FC236}">
                    <a16:creationId xmlns:a16="http://schemas.microsoft.com/office/drawing/2014/main" id="{7A14BECD-5EA6-1E34-9F9B-A0A008667CAA}"/>
                  </a:ext>
                </a:extLst>
              </p:cNvPr>
              <p:cNvSpPr/>
              <p:nvPr/>
            </p:nvSpPr>
            <p:spPr>
              <a:xfrm>
                <a:off x="4874894" y="64966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79" name="Freeform 2178">
                <a:extLst>
                  <a:ext uri="{FF2B5EF4-FFF2-40B4-BE49-F238E27FC236}">
                    <a16:creationId xmlns:a16="http://schemas.microsoft.com/office/drawing/2014/main" id="{D693593E-A2A3-DA2E-CA1F-392F382F6F23}"/>
                  </a:ext>
                </a:extLst>
              </p:cNvPr>
              <p:cNvSpPr/>
              <p:nvPr/>
            </p:nvSpPr>
            <p:spPr>
              <a:xfrm>
                <a:off x="4876037" y="640614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80" name="Freeform 2179">
                <a:extLst>
                  <a:ext uri="{FF2B5EF4-FFF2-40B4-BE49-F238E27FC236}">
                    <a16:creationId xmlns:a16="http://schemas.microsoft.com/office/drawing/2014/main" id="{B6CCC719-5D97-42C0-572F-3C7E7F1F0A51}"/>
                  </a:ext>
                </a:extLst>
              </p:cNvPr>
              <p:cNvSpPr/>
              <p:nvPr/>
            </p:nvSpPr>
            <p:spPr>
              <a:xfrm>
                <a:off x="5172709" y="64431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81" name="Freeform 2180">
                <a:extLst>
                  <a:ext uri="{FF2B5EF4-FFF2-40B4-BE49-F238E27FC236}">
                    <a16:creationId xmlns:a16="http://schemas.microsoft.com/office/drawing/2014/main" id="{D4820D49-81B1-30F5-6492-903051D54D64}"/>
                  </a:ext>
                </a:extLst>
              </p:cNvPr>
              <p:cNvSpPr/>
              <p:nvPr/>
            </p:nvSpPr>
            <p:spPr>
              <a:xfrm>
                <a:off x="4859781" y="65850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82" name="Freeform 2181">
                <a:extLst>
                  <a:ext uri="{FF2B5EF4-FFF2-40B4-BE49-F238E27FC236}">
                    <a16:creationId xmlns:a16="http://schemas.microsoft.com/office/drawing/2014/main" id="{782032DF-44F0-0881-9E2E-9AA0DA62817D}"/>
                  </a:ext>
                </a:extLst>
              </p:cNvPr>
              <p:cNvSpPr/>
              <p:nvPr/>
            </p:nvSpPr>
            <p:spPr>
              <a:xfrm>
                <a:off x="4862575" y="64387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183" name="TextBox 2182">
                <a:extLst>
                  <a:ext uri="{FF2B5EF4-FFF2-40B4-BE49-F238E27FC236}">
                    <a16:creationId xmlns:a16="http://schemas.microsoft.com/office/drawing/2014/main" id="{B2041BCC-10D8-EA6B-995A-AA862B305AD9}"/>
                  </a:ext>
                </a:extLst>
              </p:cNvPr>
              <p:cNvSpPr txBox="1"/>
              <p:nvPr/>
            </p:nvSpPr>
            <p:spPr>
              <a:xfrm>
                <a:off x="4568489" y="6202407"/>
                <a:ext cx="461778" cy="174260"/>
              </a:xfrm>
              <a:prstGeom prst="rect">
                <a:avLst/>
              </a:prstGeom>
              <a:noFill/>
            </p:spPr>
            <p:txBody>
              <a:bodyPr wrap="none" rtlCol="0">
                <a:spAutoFit/>
              </a:bodyPr>
              <a:lstStyle/>
              <a:p>
                <a:pPr algn="ctr"/>
                <a:r>
                  <a:rPr lang="en-US" sz="470" dirty="0">
                    <a:ln/>
                    <a:solidFill>
                      <a:srgbClr val="000000"/>
                    </a:solidFill>
                    <a:latin typeface="Arial"/>
                    <a:cs typeface="Arial"/>
                    <a:sym typeface="Arial"/>
                    <a:rtl val="0"/>
                  </a:rPr>
                  <a:t>p = 0.378</a:t>
                </a:r>
              </a:p>
            </p:txBody>
          </p:sp>
          <p:sp>
            <p:nvSpPr>
              <p:cNvPr id="2184" name="Freeform 2183">
                <a:extLst>
                  <a:ext uri="{FF2B5EF4-FFF2-40B4-BE49-F238E27FC236}">
                    <a16:creationId xmlns:a16="http://schemas.microsoft.com/office/drawing/2014/main" id="{39894C03-2315-623C-7655-CA4D3BD2AF88}"/>
                  </a:ext>
                </a:extLst>
              </p:cNvPr>
              <p:cNvSpPr/>
              <p:nvPr/>
            </p:nvSpPr>
            <p:spPr>
              <a:xfrm>
                <a:off x="4716271" y="6350647"/>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2185" name="TextBox 2184">
                <a:extLst>
                  <a:ext uri="{FF2B5EF4-FFF2-40B4-BE49-F238E27FC236}">
                    <a16:creationId xmlns:a16="http://schemas.microsoft.com/office/drawing/2014/main" id="{2C619AB9-1AE6-F896-8061-649DE17D15B4}"/>
                  </a:ext>
                </a:extLst>
              </p:cNvPr>
              <p:cNvSpPr txBox="1"/>
              <p:nvPr/>
            </p:nvSpPr>
            <p:spPr>
              <a:xfrm>
                <a:off x="4952712" y="6177761"/>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2186" name="Freeform 2185">
                <a:extLst>
                  <a:ext uri="{FF2B5EF4-FFF2-40B4-BE49-F238E27FC236}">
                    <a16:creationId xmlns:a16="http://schemas.microsoft.com/office/drawing/2014/main" id="{0583D4B8-3677-E23E-96B0-C4A1B8F27B91}"/>
                  </a:ext>
                </a:extLst>
              </p:cNvPr>
              <p:cNvSpPr/>
              <p:nvPr/>
            </p:nvSpPr>
            <p:spPr>
              <a:xfrm>
                <a:off x="4894833" y="6350647"/>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2187" name="TextBox 2186">
                <a:extLst>
                  <a:ext uri="{FF2B5EF4-FFF2-40B4-BE49-F238E27FC236}">
                    <a16:creationId xmlns:a16="http://schemas.microsoft.com/office/drawing/2014/main" id="{B9B42ABF-EFFF-E38F-6E78-23564A78E5BE}"/>
                  </a:ext>
                </a:extLst>
              </p:cNvPr>
              <p:cNvSpPr txBox="1"/>
              <p:nvPr/>
            </p:nvSpPr>
            <p:spPr>
              <a:xfrm>
                <a:off x="4903298" y="6064858"/>
                <a:ext cx="275168"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2188" name="Freeform 2187">
                <a:extLst>
                  <a:ext uri="{FF2B5EF4-FFF2-40B4-BE49-F238E27FC236}">
                    <a16:creationId xmlns:a16="http://schemas.microsoft.com/office/drawing/2014/main" id="{83119B91-23C9-5699-88A2-CFE005E8D654}"/>
                  </a:ext>
                </a:extLst>
              </p:cNvPr>
              <p:cNvSpPr/>
              <p:nvPr/>
            </p:nvSpPr>
            <p:spPr>
              <a:xfrm>
                <a:off x="4716271" y="6237744"/>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2189" name="Graphic 1529">
              <a:extLst>
                <a:ext uri="{FF2B5EF4-FFF2-40B4-BE49-F238E27FC236}">
                  <a16:creationId xmlns:a16="http://schemas.microsoft.com/office/drawing/2014/main" id="{E40DA6E8-591B-4795-8B82-D5F197DD8818}"/>
                </a:ext>
              </a:extLst>
            </p:cNvPr>
            <p:cNvGrpSpPr/>
            <p:nvPr/>
          </p:nvGrpSpPr>
          <p:grpSpPr>
            <a:xfrm>
              <a:off x="4303126" y="5867797"/>
              <a:ext cx="1191469" cy="1196086"/>
              <a:chOff x="4303126" y="5867797"/>
              <a:chExt cx="1191469" cy="1196086"/>
            </a:xfrm>
          </p:grpSpPr>
          <p:sp>
            <p:nvSpPr>
              <p:cNvPr id="2190" name="Freeform 2189">
                <a:extLst>
                  <a:ext uri="{FF2B5EF4-FFF2-40B4-BE49-F238E27FC236}">
                    <a16:creationId xmlns:a16="http://schemas.microsoft.com/office/drawing/2014/main" id="{0FAED2F7-C2BD-9173-31CE-27A1B8C8B7EF}"/>
                  </a:ext>
                </a:extLst>
              </p:cNvPr>
              <p:cNvSpPr/>
              <p:nvPr/>
            </p:nvSpPr>
            <p:spPr>
              <a:xfrm>
                <a:off x="4618862" y="6170053"/>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2191" name="TextBox 2190">
                <a:extLst>
                  <a:ext uri="{FF2B5EF4-FFF2-40B4-BE49-F238E27FC236}">
                    <a16:creationId xmlns:a16="http://schemas.microsoft.com/office/drawing/2014/main" id="{AB27BBF3-3261-AB9B-A464-0C56E5A25921}"/>
                  </a:ext>
                </a:extLst>
              </p:cNvPr>
              <p:cNvSpPr txBox="1"/>
              <p:nvPr/>
            </p:nvSpPr>
            <p:spPr>
              <a:xfrm>
                <a:off x="4303126" y="6740328"/>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2192" name="TextBox 2191">
                <a:extLst>
                  <a:ext uri="{FF2B5EF4-FFF2-40B4-BE49-F238E27FC236}">
                    <a16:creationId xmlns:a16="http://schemas.microsoft.com/office/drawing/2014/main" id="{74B365B9-F1A0-0D04-2538-283CD728EFDD}"/>
                  </a:ext>
                </a:extLst>
              </p:cNvPr>
              <p:cNvSpPr txBox="1"/>
              <p:nvPr/>
            </p:nvSpPr>
            <p:spPr>
              <a:xfrm>
                <a:off x="4303126" y="6508807"/>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2193" name="TextBox 2192">
                <a:extLst>
                  <a:ext uri="{FF2B5EF4-FFF2-40B4-BE49-F238E27FC236}">
                    <a16:creationId xmlns:a16="http://schemas.microsoft.com/office/drawing/2014/main" id="{6083624B-B235-9377-DC8B-4508954B5E44}"/>
                  </a:ext>
                </a:extLst>
              </p:cNvPr>
              <p:cNvSpPr txBox="1"/>
              <p:nvPr/>
            </p:nvSpPr>
            <p:spPr>
              <a:xfrm>
                <a:off x="4303126" y="6277159"/>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2194" name="Freeform 2193">
                <a:extLst>
                  <a:ext uri="{FF2B5EF4-FFF2-40B4-BE49-F238E27FC236}">
                    <a16:creationId xmlns:a16="http://schemas.microsoft.com/office/drawing/2014/main" id="{ECA521C6-25F3-0438-C64B-14CA63B96B5E}"/>
                  </a:ext>
                </a:extLst>
              </p:cNvPr>
              <p:cNvSpPr/>
              <p:nvPr/>
            </p:nvSpPr>
            <p:spPr>
              <a:xfrm>
                <a:off x="4584063" y="684721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195" name="Freeform 2194">
                <a:extLst>
                  <a:ext uri="{FF2B5EF4-FFF2-40B4-BE49-F238E27FC236}">
                    <a16:creationId xmlns:a16="http://schemas.microsoft.com/office/drawing/2014/main" id="{AA60B0AA-7749-70B3-02CE-9F2DA10D2218}"/>
                  </a:ext>
                </a:extLst>
              </p:cNvPr>
              <p:cNvSpPr/>
              <p:nvPr/>
            </p:nvSpPr>
            <p:spPr>
              <a:xfrm>
                <a:off x="4584063" y="661569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196" name="Freeform 2195">
                <a:extLst>
                  <a:ext uri="{FF2B5EF4-FFF2-40B4-BE49-F238E27FC236}">
                    <a16:creationId xmlns:a16="http://schemas.microsoft.com/office/drawing/2014/main" id="{8C130B42-89A1-27AA-1213-3E652423C677}"/>
                  </a:ext>
                </a:extLst>
              </p:cNvPr>
              <p:cNvSpPr/>
              <p:nvPr/>
            </p:nvSpPr>
            <p:spPr>
              <a:xfrm>
                <a:off x="4584063" y="638404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197" name="Freeform 2196">
                <a:extLst>
                  <a:ext uri="{FF2B5EF4-FFF2-40B4-BE49-F238E27FC236}">
                    <a16:creationId xmlns:a16="http://schemas.microsoft.com/office/drawing/2014/main" id="{19785075-36A9-DB43-F4BA-E438208113EF}"/>
                  </a:ext>
                </a:extLst>
              </p:cNvPr>
              <p:cNvSpPr/>
              <p:nvPr/>
            </p:nvSpPr>
            <p:spPr>
              <a:xfrm>
                <a:off x="4618862" y="6847217"/>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2198" name="Freeform 2197">
                <a:extLst>
                  <a:ext uri="{FF2B5EF4-FFF2-40B4-BE49-F238E27FC236}">
                    <a16:creationId xmlns:a16="http://schemas.microsoft.com/office/drawing/2014/main" id="{0E1FD00C-8CE3-10A2-6A3C-7394CDCCCDEB}"/>
                  </a:ext>
                </a:extLst>
              </p:cNvPr>
              <p:cNvSpPr/>
              <p:nvPr/>
            </p:nvSpPr>
            <p:spPr>
              <a:xfrm>
                <a:off x="4716270"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199" name="Freeform 2198">
                <a:extLst>
                  <a:ext uri="{FF2B5EF4-FFF2-40B4-BE49-F238E27FC236}">
                    <a16:creationId xmlns:a16="http://schemas.microsoft.com/office/drawing/2014/main" id="{05B1CEBB-AABB-6EAD-EFA3-BFC517EF3F8A}"/>
                  </a:ext>
                </a:extLst>
              </p:cNvPr>
              <p:cNvSpPr/>
              <p:nvPr/>
            </p:nvSpPr>
            <p:spPr>
              <a:xfrm>
                <a:off x="4878576"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00" name="Freeform 2199">
                <a:extLst>
                  <a:ext uri="{FF2B5EF4-FFF2-40B4-BE49-F238E27FC236}">
                    <a16:creationId xmlns:a16="http://schemas.microsoft.com/office/drawing/2014/main" id="{FD239109-E9F1-951E-4E1B-8DB7FB72345A}"/>
                  </a:ext>
                </a:extLst>
              </p:cNvPr>
              <p:cNvSpPr/>
              <p:nvPr/>
            </p:nvSpPr>
            <p:spPr>
              <a:xfrm>
                <a:off x="5040883"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01" name="Freeform 2200">
                <a:extLst>
                  <a:ext uri="{FF2B5EF4-FFF2-40B4-BE49-F238E27FC236}">
                    <a16:creationId xmlns:a16="http://schemas.microsoft.com/office/drawing/2014/main" id="{B5668E5F-0D11-9775-F74B-35DDFB62A17C}"/>
                  </a:ext>
                </a:extLst>
              </p:cNvPr>
              <p:cNvSpPr/>
              <p:nvPr/>
            </p:nvSpPr>
            <p:spPr>
              <a:xfrm>
                <a:off x="5203188"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02" name="Freeform 2201">
                <a:extLst>
                  <a:ext uri="{FF2B5EF4-FFF2-40B4-BE49-F238E27FC236}">
                    <a16:creationId xmlns:a16="http://schemas.microsoft.com/office/drawing/2014/main" id="{CB7B09C9-9AE9-388F-8220-2F93766BB31C}"/>
                  </a:ext>
                </a:extLst>
              </p:cNvPr>
              <p:cNvSpPr/>
              <p:nvPr/>
            </p:nvSpPr>
            <p:spPr>
              <a:xfrm>
                <a:off x="5365494" y="684721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03" name="TextBox 2202">
                <a:extLst>
                  <a:ext uri="{FF2B5EF4-FFF2-40B4-BE49-F238E27FC236}">
                    <a16:creationId xmlns:a16="http://schemas.microsoft.com/office/drawing/2014/main" id="{C0214791-03E9-CCB6-E32D-B6EA251D2850}"/>
                  </a:ext>
                </a:extLst>
              </p:cNvPr>
              <p:cNvSpPr txBox="1"/>
              <p:nvPr/>
            </p:nvSpPr>
            <p:spPr>
              <a:xfrm>
                <a:off x="4576142" y="6843071"/>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2204" name="TextBox 2203">
                <a:extLst>
                  <a:ext uri="{FF2B5EF4-FFF2-40B4-BE49-F238E27FC236}">
                    <a16:creationId xmlns:a16="http://schemas.microsoft.com/office/drawing/2014/main" id="{4B1D3ED2-4A5A-2EE3-0196-4C17334F56C4}"/>
                  </a:ext>
                </a:extLst>
              </p:cNvPr>
              <p:cNvSpPr txBox="1"/>
              <p:nvPr/>
            </p:nvSpPr>
            <p:spPr>
              <a:xfrm>
                <a:off x="4766440" y="6843071"/>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2205" name="TextBox 2204">
                <a:extLst>
                  <a:ext uri="{FF2B5EF4-FFF2-40B4-BE49-F238E27FC236}">
                    <a16:creationId xmlns:a16="http://schemas.microsoft.com/office/drawing/2014/main" id="{17DEB9DB-2BB4-34AF-5823-CD928D0F587B}"/>
                  </a:ext>
                </a:extLst>
              </p:cNvPr>
              <p:cNvSpPr txBox="1"/>
              <p:nvPr/>
            </p:nvSpPr>
            <p:spPr>
              <a:xfrm>
                <a:off x="4899905" y="6843071"/>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2206" name="TextBox 2205">
                <a:extLst>
                  <a:ext uri="{FF2B5EF4-FFF2-40B4-BE49-F238E27FC236}">
                    <a16:creationId xmlns:a16="http://schemas.microsoft.com/office/drawing/2014/main" id="{8BFFE3D8-CAC9-F6A4-33CB-D95832B4D76A}"/>
                  </a:ext>
                </a:extLst>
              </p:cNvPr>
              <p:cNvSpPr txBox="1"/>
              <p:nvPr/>
            </p:nvSpPr>
            <p:spPr>
              <a:xfrm>
                <a:off x="5036764" y="6843071"/>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2207" name="TextBox 2206">
                <a:extLst>
                  <a:ext uri="{FF2B5EF4-FFF2-40B4-BE49-F238E27FC236}">
                    <a16:creationId xmlns:a16="http://schemas.microsoft.com/office/drawing/2014/main" id="{43371857-BEA9-B999-467B-845BCDED70E0}"/>
                  </a:ext>
                </a:extLst>
              </p:cNvPr>
              <p:cNvSpPr txBox="1"/>
              <p:nvPr/>
            </p:nvSpPr>
            <p:spPr>
              <a:xfrm>
                <a:off x="5236392" y="6843071"/>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2210" name="TextBox 2209">
                <a:extLst>
                  <a:ext uri="{FF2B5EF4-FFF2-40B4-BE49-F238E27FC236}">
                    <a16:creationId xmlns:a16="http://schemas.microsoft.com/office/drawing/2014/main" id="{7347B253-89FE-21E7-0D49-38CF5F7BD554}"/>
                  </a:ext>
                </a:extLst>
              </p:cNvPr>
              <p:cNvSpPr txBox="1"/>
              <p:nvPr/>
            </p:nvSpPr>
            <p:spPr>
              <a:xfrm>
                <a:off x="4615288" y="5867797"/>
                <a:ext cx="838394"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22_Di_Glut</a:t>
                </a:r>
              </a:p>
            </p:txBody>
          </p:sp>
        </p:grpSp>
      </p:grpSp>
      <p:grpSp>
        <p:nvGrpSpPr>
          <p:cNvPr id="2211" name="Graphic 1531">
            <a:extLst>
              <a:ext uri="{FF2B5EF4-FFF2-40B4-BE49-F238E27FC236}">
                <a16:creationId xmlns:a16="http://schemas.microsoft.com/office/drawing/2014/main" id="{4D41370B-1B66-DC6A-5285-F4E829CA4F0B}"/>
              </a:ext>
            </a:extLst>
          </p:cNvPr>
          <p:cNvGrpSpPr/>
          <p:nvPr/>
        </p:nvGrpSpPr>
        <p:grpSpPr>
          <a:xfrm>
            <a:off x="4331414" y="4129879"/>
            <a:ext cx="1240072" cy="1130191"/>
            <a:chOff x="5640966" y="6007654"/>
            <a:chExt cx="1312372" cy="1196086"/>
          </a:xfrm>
        </p:grpSpPr>
        <p:grpSp>
          <p:nvGrpSpPr>
            <p:cNvPr id="2214" name="Graphic 1531">
              <a:extLst>
                <a:ext uri="{FF2B5EF4-FFF2-40B4-BE49-F238E27FC236}">
                  <a16:creationId xmlns:a16="http://schemas.microsoft.com/office/drawing/2014/main" id="{2E8CC517-3DA9-6463-B068-BD333F4DCD97}"/>
                </a:ext>
              </a:extLst>
            </p:cNvPr>
            <p:cNvGrpSpPr/>
            <p:nvPr/>
          </p:nvGrpSpPr>
          <p:grpSpPr>
            <a:xfrm>
              <a:off x="5906329" y="6204715"/>
              <a:ext cx="894414" cy="782486"/>
              <a:chOff x="5906329" y="6204715"/>
              <a:chExt cx="894414" cy="782486"/>
            </a:xfrm>
          </p:grpSpPr>
          <p:sp>
            <p:nvSpPr>
              <p:cNvPr id="2215" name="Freeform 2214">
                <a:extLst>
                  <a:ext uri="{FF2B5EF4-FFF2-40B4-BE49-F238E27FC236}">
                    <a16:creationId xmlns:a16="http://schemas.microsoft.com/office/drawing/2014/main" id="{03255BE1-CAAE-FA13-2CDD-EE69B12CB510}"/>
                  </a:ext>
                </a:extLst>
              </p:cNvPr>
              <p:cNvSpPr/>
              <p:nvPr/>
            </p:nvSpPr>
            <p:spPr>
              <a:xfrm>
                <a:off x="5956702" y="6309910"/>
                <a:ext cx="844041" cy="677290"/>
              </a:xfrm>
              <a:custGeom>
                <a:avLst/>
                <a:gdLst>
                  <a:gd name="csX0" fmla="*/ 0 w 844041"/>
                  <a:gd name="csY0" fmla="*/ 0 h 677290"/>
                  <a:gd name="csX1" fmla="*/ 844042 w 844041"/>
                  <a:gd name="csY1" fmla="*/ 0 h 677290"/>
                  <a:gd name="csX2" fmla="*/ 844042 w 844041"/>
                  <a:gd name="csY2" fmla="*/ 677291 h 677290"/>
                  <a:gd name="csX3" fmla="*/ 0 w 844041"/>
                  <a:gd name="csY3" fmla="*/ 677291 h 677290"/>
                </a:gdLst>
                <a:ahLst/>
                <a:cxnLst>
                  <a:cxn ang="0">
                    <a:pos x="csX0" y="csY0"/>
                  </a:cxn>
                  <a:cxn ang="0">
                    <a:pos x="csX1" y="csY1"/>
                  </a:cxn>
                  <a:cxn ang="0">
                    <a:pos x="csX2" y="csY2"/>
                  </a:cxn>
                  <a:cxn ang="0">
                    <a:pos x="csX3" y="csY3"/>
                  </a:cxn>
                </a:cxnLst>
                <a:rect l="l" t="t" r="r" b="b"/>
                <a:pathLst>
                  <a:path w="844041" h="677290">
                    <a:moveTo>
                      <a:pt x="0" y="0"/>
                    </a:moveTo>
                    <a:lnTo>
                      <a:pt x="844042" y="0"/>
                    </a:lnTo>
                    <a:lnTo>
                      <a:pt x="844042" y="677291"/>
                    </a:lnTo>
                    <a:lnTo>
                      <a:pt x="0" y="677291"/>
                    </a:lnTo>
                    <a:close/>
                  </a:path>
                </a:pathLst>
              </a:custGeom>
              <a:solidFill>
                <a:srgbClr val="FFFFFF"/>
              </a:solidFill>
              <a:ln w="13589" cap="rnd">
                <a:noFill/>
                <a:prstDash val="solid"/>
                <a:round/>
              </a:ln>
            </p:spPr>
            <p:txBody>
              <a:bodyPr/>
              <a:lstStyle/>
              <a:p>
                <a:pPr algn="ctr"/>
                <a:endParaRPr lang="en-US" sz="1890"/>
              </a:p>
            </p:txBody>
          </p:sp>
          <p:sp>
            <p:nvSpPr>
              <p:cNvPr id="2216" name="Freeform 2215">
                <a:extLst>
                  <a:ext uri="{FF2B5EF4-FFF2-40B4-BE49-F238E27FC236}">
                    <a16:creationId xmlns:a16="http://schemas.microsoft.com/office/drawing/2014/main" id="{68939DBD-8E20-31A8-4CC9-491D4011CBE5}"/>
                  </a:ext>
                </a:extLst>
              </p:cNvPr>
              <p:cNvSpPr/>
              <p:nvPr/>
            </p:nvSpPr>
            <p:spPr>
              <a:xfrm>
                <a:off x="6005470" y="6747171"/>
                <a:ext cx="97409" cy="239903"/>
              </a:xfrm>
              <a:custGeom>
                <a:avLst/>
                <a:gdLst>
                  <a:gd name="csX0" fmla="*/ 0 w 97409"/>
                  <a:gd name="csY0" fmla="*/ 0 h 239903"/>
                  <a:gd name="csX1" fmla="*/ 97409 w 97409"/>
                  <a:gd name="csY1" fmla="*/ 0 h 239903"/>
                  <a:gd name="csX2" fmla="*/ 97409 w 97409"/>
                  <a:gd name="csY2" fmla="*/ 239903 h 239903"/>
                  <a:gd name="csX3" fmla="*/ 0 w 97409"/>
                  <a:gd name="csY3" fmla="*/ 239903 h 239903"/>
                </a:gdLst>
                <a:ahLst/>
                <a:cxnLst>
                  <a:cxn ang="0">
                    <a:pos x="csX0" y="csY0"/>
                  </a:cxn>
                  <a:cxn ang="0">
                    <a:pos x="csX1" y="csY1"/>
                  </a:cxn>
                  <a:cxn ang="0">
                    <a:pos x="csX2" y="csY2"/>
                  </a:cxn>
                  <a:cxn ang="0">
                    <a:pos x="csX3" y="csY3"/>
                  </a:cxn>
                </a:cxnLst>
                <a:rect l="l" t="t" r="r" b="b"/>
                <a:pathLst>
                  <a:path w="97409" h="239903">
                    <a:moveTo>
                      <a:pt x="0" y="0"/>
                    </a:moveTo>
                    <a:lnTo>
                      <a:pt x="97409" y="0"/>
                    </a:lnTo>
                    <a:lnTo>
                      <a:pt x="97409" y="239903"/>
                    </a:lnTo>
                    <a:lnTo>
                      <a:pt x="0" y="239903"/>
                    </a:lnTo>
                    <a:close/>
                  </a:path>
                </a:pathLst>
              </a:custGeom>
              <a:solidFill>
                <a:srgbClr val="1965B0"/>
              </a:solidFill>
              <a:ln w="13589" cap="flat">
                <a:noFill/>
                <a:prstDash val="solid"/>
                <a:miter/>
              </a:ln>
            </p:spPr>
            <p:txBody>
              <a:bodyPr/>
              <a:lstStyle/>
              <a:p>
                <a:pPr algn="ctr"/>
                <a:endParaRPr lang="en-US" sz="1890"/>
              </a:p>
            </p:txBody>
          </p:sp>
          <p:sp>
            <p:nvSpPr>
              <p:cNvPr id="2217" name="Freeform 2216">
                <a:extLst>
                  <a:ext uri="{FF2B5EF4-FFF2-40B4-BE49-F238E27FC236}">
                    <a16:creationId xmlns:a16="http://schemas.microsoft.com/office/drawing/2014/main" id="{7A274A66-480B-5243-1C57-C9DF5508D3A2}"/>
                  </a:ext>
                </a:extLst>
              </p:cNvPr>
              <p:cNvSpPr/>
              <p:nvPr/>
            </p:nvSpPr>
            <p:spPr>
              <a:xfrm>
                <a:off x="6167776" y="6714659"/>
                <a:ext cx="97409" cy="272415"/>
              </a:xfrm>
              <a:custGeom>
                <a:avLst/>
                <a:gdLst>
                  <a:gd name="csX0" fmla="*/ 0 w 97409"/>
                  <a:gd name="csY0" fmla="*/ 0 h 272415"/>
                  <a:gd name="csX1" fmla="*/ 97409 w 97409"/>
                  <a:gd name="csY1" fmla="*/ 0 h 272415"/>
                  <a:gd name="csX2" fmla="*/ 97409 w 97409"/>
                  <a:gd name="csY2" fmla="*/ 272415 h 272415"/>
                  <a:gd name="csX3" fmla="*/ 0 w 97409"/>
                  <a:gd name="csY3" fmla="*/ 272415 h 272415"/>
                </a:gdLst>
                <a:ahLst/>
                <a:cxnLst>
                  <a:cxn ang="0">
                    <a:pos x="csX0" y="csY0"/>
                  </a:cxn>
                  <a:cxn ang="0">
                    <a:pos x="csX1" y="csY1"/>
                  </a:cxn>
                  <a:cxn ang="0">
                    <a:pos x="csX2" y="csY2"/>
                  </a:cxn>
                  <a:cxn ang="0">
                    <a:pos x="csX3" y="csY3"/>
                  </a:cxn>
                </a:cxnLst>
                <a:rect l="l" t="t" r="r" b="b"/>
                <a:pathLst>
                  <a:path w="97409" h="272415">
                    <a:moveTo>
                      <a:pt x="0" y="0"/>
                    </a:moveTo>
                    <a:lnTo>
                      <a:pt x="97409" y="0"/>
                    </a:lnTo>
                    <a:lnTo>
                      <a:pt x="97409" y="272415"/>
                    </a:lnTo>
                    <a:lnTo>
                      <a:pt x="0" y="272415"/>
                    </a:lnTo>
                    <a:close/>
                  </a:path>
                </a:pathLst>
              </a:custGeom>
              <a:solidFill>
                <a:srgbClr val="4EB265"/>
              </a:solidFill>
              <a:ln w="13589" cap="flat">
                <a:noFill/>
                <a:prstDash val="solid"/>
                <a:miter/>
              </a:ln>
            </p:spPr>
            <p:txBody>
              <a:bodyPr/>
              <a:lstStyle/>
              <a:p>
                <a:pPr algn="ctr"/>
                <a:endParaRPr lang="en-US" sz="1890"/>
              </a:p>
            </p:txBody>
          </p:sp>
          <p:sp>
            <p:nvSpPr>
              <p:cNvPr id="2218" name="Freeform 2217">
                <a:extLst>
                  <a:ext uri="{FF2B5EF4-FFF2-40B4-BE49-F238E27FC236}">
                    <a16:creationId xmlns:a16="http://schemas.microsoft.com/office/drawing/2014/main" id="{A223B399-B2BA-A48C-E506-4572EDF29B6A}"/>
                  </a:ext>
                </a:extLst>
              </p:cNvPr>
              <p:cNvSpPr/>
              <p:nvPr/>
            </p:nvSpPr>
            <p:spPr>
              <a:xfrm>
                <a:off x="6330082" y="6801527"/>
                <a:ext cx="97409" cy="185674"/>
              </a:xfrm>
              <a:custGeom>
                <a:avLst/>
                <a:gdLst>
                  <a:gd name="csX0" fmla="*/ 0 w 97409"/>
                  <a:gd name="csY0" fmla="*/ 0 h 185674"/>
                  <a:gd name="csX1" fmla="*/ 97409 w 97409"/>
                  <a:gd name="csY1" fmla="*/ 0 h 185674"/>
                  <a:gd name="csX2" fmla="*/ 97409 w 97409"/>
                  <a:gd name="csY2" fmla="*/ 185674 h 185674"/>
                  <a:gd name="csX3" fmla="*/ 0 w 97409"/>
                  <a:gd name="csY3" fmla="*/ 185674 h 185674"/>
                </a:gdLst>
                <a:ahLst/>
                <a:cxnLst>
                  <a:cxn ang="0">
                    <a:pos x="csX0" y="csY0"/>
                  </a:cxn>
                  <a:cxn ang="0">
                    <a:pos x="csX1" y="csY1"/>
                  </a:cxn>
                  <a:cxn ang="0">
                    <a:pos x="csX2" y="csY2"/>
                  </a:cxn>
                  <a:cxn ang="0">
                    <a:pos x="csX3" y="csY3"/>
                  </a:cxn>
                </a:cxnLst>
                <a:rect l="l" t="t" r="r" b="b"/>
                <a:pathLst>
                  <a:path w="97409" h="185674">
                    <a:moveTo>
                      <a:pt x="0" y="0"/>
                    </a:moveTo>
                    <a:lnTo>
                      <a:pt x="97409" y="0"/>
                    </a:lnTo>
                    <a:lnTo>
                      <a:pt x="97409" y="185674"/>
                    </a:lnTo>
                    <a:lnTo>
                      <a:pt x="0" y="185674"/>
                    </a:lnTo>
                    <a:close/>
                  </a:path>
                </a:pathLst>
              </a:custGeom>
              <a:solidFill>
                <a:srgbClr val="F7F056"/>
              </a:solidFill>
              <a:ln w="13589" cap="flat">
                <a:noFill/>
                <a:prstDash val="solid"/>
                <a:miter/>
              </a:ln>
            </p:spPr>
            <p:txBody>
              <a:bodyPr/>
              <a:lstStyle/>
              <a:p>
                <a:pPr algn="ctr"/>
                <a:endParaRPr lang="en-US" sz="1890"/>
              </a:p>
            </p:txBody>
          </p:sp>
          <p:sp>
            <p:nvSpPr>
              <p:cNvPr id="2219" name="Freeform 2218">
                <a:extLst>
                  <a:ext uri="{FF2B5EF4-FFF2-40B4-BE49-F238E27FC236}">
                    <a16:creationId xmlns:a16="http://schemas.microsoft.com/office/drawing/2014/main" id="{42EA7688-90DD-B7CD-0B8E-32BC5933E334}"/>
                  </a:ext>
                </a:extLst>
              </p:cNvPr>
              <p:cNvSpPr/>
              <p:nvPr/>
            </p:nvSpPr>
            <p:spPr>
              <a:xfrm>
                <a:off x="6492388" y="6739043"/>
                <a:ext cx="97409" cy="248031"/>
              </a:xfrm>
              <a:custGeom>
                <a:avLst/>
                <a:gdLst>
                  <a:gd name="csX0" fmla="*/ 0 w 97409"/>
                  <a:gd name="csY0" fmla="*/ 0 h 248031"/>
                  <a:gd name="csX1" fmla="*/ 97409 w 97409"/>
                  <a:gd name="csY1" fmla="*/ 0 h 248031"/>
                  <a:gd name="csX2" fmla="*/ 97409 w 97409"/>
                  <a:gd name="csY2" fmla="*/ 248031 h 248031"/>
                  <a:gd name="csX3" fmla="*/ 0 w 97409"/>
                  <a:gd name="csY3" fmla="*/ 248031 h 248031"/>
                </a:gdLst>
                <a:ahLst/>
                <a:cxnLst>
                  <a:cxn ang="0">
                    <a:pos x="csX0" y="csY0"/>
                  </a:cxn>
                  <a:cxn ang="0">
                    <a:pos x="csX1" y="csY1"/>
                  </a:cxn>
                  <a:cxn ang="0">
                    <a:pos x="csX2" y="csY2"/>
                  </a:cxn>
                  <a:cxn ang="0">
                    <a:pos x="csX3" y="csY3"/>
                  </a:cxn>
                </a:cxnLst>
                <a:rect l="l" t="t" r="r" b="b"/>
                <a:pathLst>
                  <a:path w="97409" h="248031">
                    <a:moveTo>
                      <a:pt x="0" y="0"/>
                    </a:moveTo>
                    <a:lnTo>
                      <a:pt x="97409" y="0"/>
                    </a:lnTo>
                    <a:lnTo>
                      <a:pt x="97409" y="248031"/>
                    </a:lnTo>
                    <a:lnTo>
                      <a:pt x="0" y="248031"/>
                    </a:lnTo>
                    <a:close/>
                  </a:path>
                </a:pathLst>
              </a:custGeom>
              <a:solidFill>
                <a:srgbClr val="7BAFDE"/>
              </a:solidFill>
              <a:ln w="13589" cap="flat">
                <a:noFill/>
                <a:prstDash val="solid"/>
                <a:miter/>
              </a:ln>
            </p:spPr>
            <p:txBody>
              <a:bodyPr/>
              <a:lstStyle/>
              <a:p>
                <a:pPr algn="ctr"/>
                <a:endParaRPr lang="en-US" sz="1890"/>
              </a:p>
            </p:txBody>
          </p:sp>
          <p:sp>
            <p:nvSpPr>
              <p:cNvPr id="2220" name="Freeform 2219">
                <a:extLst>
                  <a:ext uri="{FF2B5EF4-FFF2-40B4-BE49-F238E27FC236}">
                    <a16:creationId xmlns:a16="http://schemas.microsoft.com/office/drawing/2014/main" id="{16598DDF-54AF-C325-1CCE-ED891CFBB64E}"/>
                  </a:ext>
                </a:extLst>
              </p:cNvPr>
              <p:cNvSpPr/>
              <p:nvPr/>
            </p:nvSpPr>
            <p:spPr>
              <a:xfrm>
                <a:off x="6654694" y="6856264"/>
                <a:ext cx="97409" cy="130937"/>
              </a:xfrm>
              <a:custGeom>
                <a:avLst/>
                <a:gdLst>
                  <a:gd name="csX0" fmla="*/ 0 w 97409"/>
                  <a:gd name="csY0" fmla="*/ 0 h 130937"/>
                  <a:gd name="csX1" fmla="*/ 97409 w 97409"/>
                  <a:gd name="csY1" fmla="*/ 0 h 130937"/>
                  <a:gd name="csX2" fmla="*/ 97409 w 97409"/>
                  <a:gd name="csY2" fmla="*/ 130937 h 130937"/>
                  <a:gd name="csX3" fmla="*/ 0 w 97409"/>
                  <a:gd name="csY3" fmla="*/ 130937 h 130937"/>
                </a:gdLst>
                <a:ahLst/>
                <a:cxnLst>
                  <a:cxn ang="0">
                    <a:pos x="csX0" y="csY0"/>
                  </a:cxn>
                  <a:cxn ang="0">
                    <a:pos x="csX1" y="csY1"/>
                  </a:cxn>
                  <a:cxn ang="0">
                    <a:pos x="csX2" y="csY2"/>
                  </a:cxn>
                  <a:cxn ang="0">
                    <a:pos x="csX3" y="csY3"/>
                  </a:cxn>
                </a:cxnLst>
                <a:rect l="l" t="t" r="r" b="b"/>
                <a:pathLst>
                  <a:path w="97409" h="130937">
                    <a:moveTo>
                      <a:pt x="0" y="0"/>
                    </a:moveTo>
                    <a:lnTo>
                      <a:pt x="97409" y="0"/>
                    </a:lnTo>
                    <a:lnTo>
                      <a:pt x="97409" y="130937"/>
                    </a:lnTo>
                    <a:lnTo>
                      <a:pt x="0" y="130937"/>
                    </a:lnTo>
                    <a:close/>
                  </a:path>
                </a:pathLst>
              </a:custGeom>
              <a:solidFill>
                <a:srgbClr val="DC050C"/>
              </a:solidFill>
              <a:ln w="13589" cap="flat">
                <a:noFill/>
                <a:prstDash val="solid"/>
                <a:miter/>
              </a:ln>
            </p:spPr>
            <p:txBody>
              <a:bodyPr/>
              <a:lstStyle/>
              <a:p>
                <a:pPr algn="ctr"/>
                <a:endParaRPr lang="en-US" sz="1890"/>
              </a:p>
            </p:txBody>
          </p:sp>
          <p:sp>
            <p:nvSpPr>
              <p:cNvPr id="2221" name="Freeform 2220">
                <a:extLst>
                  <a:ext uri="{FF2B5EF4-FFF2-40B4-BE49-F238E27FC236}">
                    <a16:creationId xmlns:a16="http://schemas.microsoft.com/office/drawing/2014/main" id="{6CABC339-3D9D-929A-0084-6531E64B9CD9}"/>
                  </a:ext>
                </a:extLst>
              </p:cNvPr>
              <p:cNvSpPr/>
              <p:nvPr/>
            </p:nvSpPr>
            <p:spPr>
              <a:xfrm>
                <a:off x="6021726" y="672431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222" name="Freeform 2221">
                <a:extLst>
                  <a:ext uri="{FF2B5EF4-FFF2-40B4-BE49-F238E27FC236}">
                    <a16:creationId xmlns:a16="http://schemas.microsoft.com/office/drawing/2014/main" id="{3D37211C-F0FD-6670-4C19-70EAD95C08F7}"/>
                  </a:ext>
                </a:extLst>
              </p:cNvPr>
              <p:cNvSpPr/>
              <p:nvPr/>
            </p:nvSpPr>
            <p:spPr>
              <a:xfrm>
                <a:off x="6054110" y="6724311"/>
                <a:ext cx="12700" cy="45846"/>
              </a:xfrm>
              <a:custGeom>
                <a:avLst/>
                <a:gdLst>
                  <a:gd name="csX0" fmla="*/ 0 w 12700"/>
                  <a:gd name="csY0" fmla="*/ 0 h 45846"/>
                  <a:gd name="csX1" fmla="*/ 0 w 12700"/>
                  <a:gd name="csY1" fmla="*/ 45847 h 45846"/>
                </a:gdLst>
                <a:ahLst/>
                <a:cxnLst>
                  <a:cxn ang="0">
                    <a:pos x="csX0" y="csY0"/>
                  </a:cxn>
                  <a:cxn ang="0">
                    <a:pos x="csX1" y="csY1"/>
                  </a:cxn>
                </a:cxnLst>
                <a:rect l="l" t="t" r="r" b="b"/>
                <a:pathLst>
                  <a:path w="12700" h="45846">
                    <a:moveTo>
                      <a:pt x="0" y="0"/>
                    </a:moveTo>
                    <a:lnTo>
                      <a:pt x="0" y="45847"/>
                    </a:lnTo>
                  </a:path>
                </a:pathLst>
              </a:custGeom>
              <a:noFill/>
              <a:ln w="13589" cap="flat">
                <a:solidFill>
                  <a:srgbClr val="000000"/>
                </a:solidFill>
                <a:prstDash val="solid"/>
                <a:round/>
              </a:ln>
            </p:spPr>
            <p:txBody>
              <a:bodyPr/>
              <a:lstStyle/>
              <a:p>
                <a:pPr algn="ctr"/>
                <a:endParaRPr lang="en-US" sz="1890"/>
              </a:p>
            </p:txBody>
          </p:sp>
          <p:sp>
            <p:nvSpPr>
              <p:cNvPr id="2223" name="Freeform 2222">
                <a:extLst>
                  <a:ext uri="{FF2B5EF4-FFF2-40B4-BE49-F238E27FC236}">
                    <a16:creationId xmlns:a16="http://schemas.microsoft.com/office/drawing/2014/main" id="{07141C49-7897-E299-69AE-8D3C36046459}"/>
                  </a:ext>
                </a:extLst>
              </p:cNvPr>
              <p:cNvSpPr/>
              <p:nvPr/>
            </p:nvSpPr>
            <p:spPr>
              <a:xfrm>
                <a:off x="6021726" y="677015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224" name="Freeform 2223">
                <a:extLst>
                  <a:ext uri="{FF2B5EF4-FFF2-40B4-BE49-F238E27FC236}">
                    <a16:creationId xmlns:a16="http://schemas.microsoft.com/office/drawing/2014/main" id="{68373108-A580-60C7-AA74-0E6C1FC534EA}"/>
                  </a:ext>
                </a:extLst>
              </p:cNvPr>
              <p:cNvSpPr/>
              <p:nvPr/>
            </p:nvSpPr>
            <p:spPr>
              <a:xfrm>
                <a:off x="6184031" y="6669065"/>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225" name="Freeform 2224">
                <a:extLst>
                  <a:ext uri="{FF2B5EF4-FFF2-40B4-BE49-F238E27FC236}">
                    <a16:creationId xmlns:a16="http://schemas.microsoft.com/office/drawing/2014/main" id="{3DF3B5C5-4CDC-D62A-540B-9DCB723798E8}"/>
                  </a:ext>
                </a:extLst>
              </p:cNvPr>
              <p:cNvSpPr/>
              <p:nvPr/>
            </p:nvSpPr>
            <p:spPr>
              <a:xfrm>
                <a:off x="6216416" y="6669065"/>
                <a:ext cx="12700" cy="91186"/>
              </a:xfrm>
              <a:custGeom>
                <a:avLst/>
                <a:gdLst>
                  <a:gd name="csX0" fmla="*/ 0 w 12700"/>
                  <a:gd name="csY0" fmla="*/ 0 h 91186"/>
                  <a:gd name="csX1" fmla="*/ 0 w 12700"/>
                  <a:gd name="csY1" fmla="*/ 91186 h 91186"/>
                </a:gdLst>
                <a:ahLst/>
                <a:cxnLst>
                  <a:cxn ang="0">
                    <a:pos x="csX0" y="csY0"/>
                  </a:cxn>
                  <a:cxn ang="0">
                    <a:pos x="csX1" y="csY1"/>
                  </a:cxn>
                </a:cxnLst>
                <a:rect l="l" t="t" r="r" b="b"/>
                <a:pathLst>
                  <a:path w="12700" h="91186">
                    <a:moveTo>
                      <a:pt x="0" y="0"/>
                    </a:moveTo>
                    <a:lnTo>
                      <a:pt x="0" y="91186"/>
                    </a:lnTo>
                  </a:path>
                </a:pathLst>
              </a:custGeom>
              <a:noFill/>
              <a:ln w="13589" cap="flat">
                <a:solidFill>
                  <a:srgbClr val="000000"/>
                </a:solidFill>
                <a:prstDash val="solid"/>
                <a:round/>
              </a:ln>
            </p:spPr>
            <p:txBody>
              <a:bodyPr/>
              <a:lstStyle/>
              <a:p>
                <a:pPr algn="ctr"/>
                <a:endParaRPr lang="en-US" sz="1890"/>
              </a:p>
            </p:txBody>
          </p:sp>
          <p:sp>
            <p:nvSpPr>
              <p:cNvPr id="2226" name="Freeform 2225">
                <a:extLst>
                  <a:ext uri="{FF2B5EF4-FFF2-40B4-BE49-F238E27FC236}">
                    <a16:creationId xmlns:a16="http://schemas.microsoft.com/office/drawing/2014/main" id="{1D28B3BC-DCFB-60C4-4F02-48C7FB603625}"/>
                  </a:ext>
                </a:extLst>
              </p:cNvPr>
              <p:cNvSpPr/>
              <p:nvPr/>
            </p:nvSpPr>
            <p:spPr>
              <a:xfrm>
                <a:off x="6184031" y="6760251"/>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227" name="Freeform 2226">
                <a:extLst>
                  <a:ext uri="{FF2B5EF4-FFF2-40B4-BE49-F238E27FC236}">
                    <a16:creationId xmlns:a16="http://schemas.microsoft.com/office/drawing/2014/main" id="{B3E09846-B836-F731-5DA6-157A95D61EBE}"/>
                  </a:ext>
                </a:extLst>
              </p:cNvPr>
              <p:cNvSpPr/>
              <p:nvPr/>
            </p:nvSpPr>
            <p:spPr>
              <a:xfrm>
                <a:off x="6346337" y="6726597"/>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228" name="Freeform 2227">
                <a:extLst>
                  <a:ext uri="{FF2B5EF4-FFF2-40B4-BE49-F238E27FC236}">
                    <a16:creationId xmlns:a16="http://schemas.microsoft.com/office/drawing/2014/main" id="{DEDE5100-C91E-90E1-0DF1-FD1702931AF5}"/>
                  </a:ext>
                </a:extLst>
              </p:cNvPr>
              <p:cNvSpPr/>
              <p:nvPr/>
            </p:nvSpPr>
            <p:spPr>
              <a:xfrm>
                <a:off x="6378723" y="6726597"/>
                <a:ext cx="12700" cy="149732"/>
              </a:xfrm>
              <a:custGeom>
                <a:avLst/>
                <a:gdLst>
                  <a:gd name="csX0" fmla="*/ 0 w 12700"/>
                  <a:gd name="csY0" fmla="*/ 0 h 149732"/>
                  <a:gd name="csX1" fmla="*/ 0 w 12700"/>
                  <a:gd name="csY1" fmla="*/ 149733 h 149732"/>
                </a:gdLst>
                <a:ahLst/>
                <a:cxnLst>
                  <a:cxn ang="0">
                    <a:pos x="csX0" y="csY0"/>
                  </a:cxn>
                  <a:cxn ang="0">
                    <a:pos x="csX1" y="csY1"/>
                  </a:cxn>
                </a:cxnLst>
                <a:rect l="l" t="t" r="r" b="b"/>
                <a:pathLst>
                  <a:path w="12700" h="149732">
                    <a:moveTo>
                      <a:pt x="0" y="0"/>
                    </a:moveTo>
                    <a:lnTo>
                      <a:pt x="0" y="149733"/>
                    </a:lnTo>
                  </a:path>
                </a:pathLst>
              </a:custGeom>
              <a:noFill/>
              <a:ln w="13589" cap="flat">
                <a:solidFill>
                  <a:srgbClr val="000000"/>
                </a:solidFill>
                <a:prstDash val="solid"/>
                <a:round/>
              </a:ln>
            </p:spPr>
            <p:txBody>
              <a:bodyPr/>
              <a:lstStyle/>
              <a:p>
                <a:pPr algn="ctr"/>
                <a:endParaRPr lang="en-US" sz="1890"/>
              </a:p>
            </p:txBody>
          </p:sp>
          <p:sp>
            <p:nvSpPr>
              <p:cNvPr id="2229" name="Freeform 2228">
                <a:extLst>
                  <a:ext uri="{FF2B5EF4-FFF2-40B4-BE49-F238E27FC236}">
                    <a16:creationId xmlns:a16="http://schemas.microsoft.com/office/drawing/2014/main" id="{00202F7E-0C16-016C-A767-5E2C8C4A94EA}"/>
                  </a:ext>
                </a:extLst>
              </p:cNvPr>
              <p:cNvSpPr/>
              <p:nvPr/>
            </p:nvSpPr>
            <p:spPr>
              <a:xfrm>
                <a:off x="6346337" y="6876329"/>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230" name="Freeform 2229">
                <a:extLst>
                  <a:ext uri="{FF2B5EF4-FFF2-40B4-BE49-F238E27FC236}">
                    <a16:creationId xmlns:a16="http://schemas.microsoft.com/office/drawing/2014/main" id="{99F0AED5-EB6C-9BD4-985B-BF67739268AE}"/>
                  </a:ext>
                </a:extLst>
              </p:cNvPr>
              <p:cNvSpPr/>
              <p:nvPr/>
            </p:nvSpPr>
            <p:spPr>
              <a:xfrm>
                <a:off x="6670950" y="6820322"/>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231" name="Freeform 2230">
                <a:extLst>
                  <a:ext uri="{FF2B5EF4-FFF2-40B4-BE49-F238E27FC236}">
                    <a16:creationId xmlns:a16="http://schemas.microsoft.com/office/drawing/2014/main" id="{3B713BFC-5801-CEB0-7317-A38DD3E30D75}"/>
                  </a:ext>
                </a:extLst>
              </p:cNvPr>
              <p:cNvSpPr/>
              <p:nvPr/>
            </p:nvSpPr>
            <p:spPr>
              <a:xfrm>
                <a:off x="6703334" y="6820322"/>
                <a:ext cx="12700" cy="71881"/>
              </a:xfrm>
              <a:custGeom>
                <a:avLst/>
                <a:gdLst>
                  <a:gd name="csX0" fmla="*/ 0 w 12700"/>
                  <a:gd name="csY0" fmla="*/ 0 h 71881"/>
                  <a:gd name="csX1" fmla="*/ 0 w 12700"/>
                  <a:gd name="csY1" fmla="*/ 71882 h 71881"/>
                </a:gdLst>
                <a:ahLst/>
                <a:cxnLst>
                  <a:cxn ang="0">
                    <a:pos x="csX0" y="csY0"/>
                  </a:cxn>
                  <a:cxn ang="0">
                    <a:pos x="csX1" y="csY1"/>
                  </a:cxn>
                </a:cxnLst>
                <a:rect l="l" t="t" r="r" b="b"/>
                <a:pathLst>
                  <a:path w="12700" h="71881">
                    <a:moveTo>
                      <a:pt x="0" y="0"/>
                    </a:moveTo>
                    <a:lnTo>
                      <a:pt x="0" y="71882"/>
                    </a:lnTo>
                  </a:path>
                </a:pathLst>
              </a:custGeom>
              <a:noFill/>
              <a:ln w="13589" cap="flat">
                <a:solidFill>
                  <a:srgbClr val="000000"/>
                </a:solidFill>
                <a:prstDash val="solid"/>
                <a:round/>
              </a:ln>
            </p:spPr>
            <p:txBody>
              <a:bodyPr/>
              <a:lstStyle/>
              <a:p>
                <a:pPr algn="ctr"/>
                <a:endParaRPr lang="en-US" sz="1890"/>
              </a:p>
            </p:txBody>
          </p:sp>
          <p:sp>
            <p:nvSpPr>
              <p:cNvPr id="2232" name="Freeform 2231">
                <a:extLst>
                  <a:ext uri="{FF2B5EF4-FFF2-40B4-BE49-F238E27FC236}">
                    <a16:creationId xmlns:a16="http://schemas.microsoft.com/office/drawing/2014/main" id="{B93A4F13-CCD9-1557-7EEB-5648D0F4E04D}"/>
                  </a:ext>
                </a:extLst>
              </p:cNvPr>
              <p:cNvSpPr/>
              <p:nvPr/>
            </p:nvSpPr>
            <p:spPr>
              <a:xfrm>
                <a:off x="6670950" y="6892204"/>
                <a:ext cx="64897" cy="12700"/>
              </a:xfrm>
              <a:custGeom>
                <a:avLst/>
                <a:gdLst>
                  <a:gd name="csX0" fmla="*/ 0 w 64897"/>
                  <a:gd name="csY0" fmla="*/ 0 h 12700"/>
                  <a:gd name="csX1" fmla="*/ 64897 w 64897"/>
                  <a:gd name="csY1" fmla="*/ 0 h 12700"/>
                </a:gdLst>
                <a:ahLst/>
                <a:cxnLst>
                  <a:cxn ang="0">
                    <a:pos x="csX0" y="csY0"/>
                  </a:cxn>
                  <a:cxn ang="0">
                    <a:pos x="csX1" y="csY1"/>
                  </a:cxn>
                </a:cxnLst>
                <a:rect l="l" t="t" r="r" b="b"/>
                <a:pathLst>
                  <a:path w="64897" h="12700">
                    <a:moveTo>
                      <a:pt x="0" y="0"/>
                    </a:moveTo>
                    <a:lnTo>
                      <a:pt x="64897" y="0"/>
                    </a:lnTo>
                  </a:path>
                </a:pathLst>
              </a:custGeom>
              <a:noFill/>
              <a:ln w="13589" cap="flat">
                <a:solidFill>
                  <a:srgbClr val="000000"/>
                </a:solidFill>
                <a:prstDash val="solid"/>
                <a:round/>
              </a:ln>
            </p:spPr>
            <p:txBody>
              <a:bodyPr/>
              <a:lstStyle/>
              <a:p>
                <a:pPr algn="ctr"/>
                <a:endParaRPr lang="en-US" sz="1890"/>
              </a:p>
            </p:txBody>
          </p:sp>
          <p:sp>
            <p:nvSpPr>
              <p:cNvPr id="2233" name="Freeform 2232">
                <a:extLst>
                  <a:ext uri="{FF2B5EF4-FFF2-40B4-BE49-F238E27FC236}">
                    <a16:creationId xmlns:a16="http://schemas.microsoft.com/office/drawing/2014/main" id="{19117945-D3D6-19FF-F563-B1C2D28E9A75}"/>
                  </a:ext>
                </a:extLst>
              </p:cNvPr>
              <p:cNvSpPr/>
              <p:nvPr/>
            </p:nvSpPr>
            <p:spPr>
              <a:xfrm>
                <a:off x="6374151" y="670792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34" name="Freeform 2233">
                <a:extLst>
                  <a:ext uri="{FF2B5EF4-FFF2-40B4-BE49-F238E27FC236}">
                    <a16:creationId xmlns:a16="http://schemas.microsoft.com/office/drawing/2014/main" id="{4DF3F0CD-332E-A6A0-0028-3FC400913539}"/>
                  </a:ext>
                </a:extLst>
              </p:cNvPr>
              <p:cNvSpPr/>
              <p:nvPr/>
            </p:nvSpPr>
            <p:spPr>
              <a:xfrm>
                <a:off x="6212607" y="69051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35" name="Freeform 2234">
                <a:extLst>
                  <a:ext uri="{FF2B5EF4-FFF2-40B4-BE49-F238E27FC236}">
                    <a16:creationId xmlns:a16="http://schemas.microsoft.com/office/drawing/2014/main" id="{8F9F6003-620E-091F-0DAC-819FD1BEFC5F}"/>
                  </a:ext>
                </a:extLst>
              </p:cNvPr>
              <p:cNvSpPr/>
              <p:nvPr/>
            </p:nvSpPr>
            <p:spPr>
              <a:xfrm>
                <a:off x="6191525" y="67561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36" name="Freeform 2235">
                <a:extLst>
                  <a:ext uri="{FF2B5EF4-FFF2-40B4-BE49-F238E27FC236}">
                    <a16:creationId xmlns:a16="http://schemas.microsoft.com/office/drawing/2014/main" id="{62FF8F4F-5B6A-E585-B44A-45AF8EEDA1E4}"/>
                  </a:ext>
                </a:extLst>
              </p:cNvPr>
              <p:cNvSpPr/>
              <p:nvPr/>
            </p:nvSpPr>
            <p:spPr>
              <a:xfrm>
                <a:off x="6696096" y="694122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37" name="Freeform 2236">
                <a:extLst>
                  <a:ext uri="{FF2B5EF4-FFF2-40B4-BE49-F238E27FC236}">
                    <a16:creationId xmlns:a16="http://schemas.microsoft.com/office/drawing/2014/main" id="{A75B5485-3BD7-2FDA-835B-1F97E17C32F9}"/>
                  </a:ext>
                </a:extLst>
              </p:cNvPr>
              <p:cNvSpPr/>
              <p:nvPr/>
            </p:nvSpPr>
            <p:spPr>
              <a:xfrm>
                <a:off x="6040649" y="67450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38" name="Freeform 2237">
                <a:extLst>
                  <a:ext uri="{FF2B5EF4-FFF2-40B4-BE49-F238E27FC236}">
                    <a16:creationId xmlns:a16="http://schemas.microsoft.com/office/drawing/2014/main" id="{C3AC5E65-D6E7-2AAD-32C6-ED80A88A0774}"/>
                  </a:ext>
                </a:extLst>
              </p:cNvPr>
              <p:cNvSpPr/>
              <p:nvPr/>
            </p:nvSpPr>
            <p:spPr>
              <a:xfrm>
                <a:off x="6685936" y="693360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39" name="Freeform 2238">
                <a:extLst>
                  <a:ext uri="{FF2B5EF4-FFF2-40B4-BE49-F238E27FC236}">
                    <a16:creationId xmlns:a16="http://schemas.microsoft.com/office/drawing/2014/main" id="{1A13B642-C270-1CC3-0B85-6AFB16A6548A}"/>
                  </a:ext>
                </a:extLst>
              </p:cNvPr>
              <p:cNvSpPr/>
              <p:nvPr/>
            </p:nvSpPr>
            <p:spPr>
              <a:xfrm>
                <a:off x="6043824" y="66505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0" name="Freeform 2239">
                <a:extLst>
                  <a:ext uri="{FF2B5EF4-FFF2-40B4-BE49-F238E27FC236}">
                    <a16:creationId xmlns:a16="http://schemas.microsoft.com/office/drawing/2014/main" id="{79EBE5A6-0647-8305-1BDF-2783A749C475}"/>
                  </a:ext>
                </a:extLst>
              </p:cNvPr>
              <p:cNvSpPr/>
              <p:nvPr/>
            </p:nvSpPr>
            <p:spPr>
              <a:xfrm>
                <a:off x="6673490" y="682641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1" name="Freeform 2240">
                <a:extLst>
                  <a:ext uri="{FF2B5EF4-FFF2-40B4-BE49-F238E27FC236}">
                    <a16:creationId xmlns:a16="http://schemas.microsoft.com/office/drawing/2014/main" id="{5B090297-9638-99B2-AD19-96FF67398C09}"/>
                  </a:ext>
                </a:extLst>
              </p:cNvPr>
              <p:cNvSpPr/>
              <p:nvPr/>
            </p:nvSpPr>
            <p:spPr>
              <a:xfrm>
                <a:off x="6041157" y="680673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2" name="Freeform 2241">
                <a:extLst>
                  <a:ext uri="{FF2B5EF4-FFF2-40B4-BE49-F238E27FC236}">
                    <a16:creationId xmlns:a16="http://schemas.microsoft.com/office/drawing/2014/main" id="{000A6379-E456-57A6-59A6-0F33715EDDBB}"/>
                  </a:ext>
                </a:extLst>
              </p:cNvPr>
              <p:cNvSpPr/>
              <p:nvPr/>
            </p:nvSpPr>
            <p:spPr>
              <a:xfrm>
                <a:off x="6692032" y="67127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3" name="Freeform 2242">
                <a:extLst>
                  <a:ext uri="{FF2B5EF4-FFF2-40B4-BE49-F238E27FC236}">
                    <a16:creationId xmlns:a16="http://schemas.microsoft.com/office/drawing/2014/main" id="{F67C019A-7C76-D019-F564-F2726590DEF4}"/>
                  </a:ext>
                </a:extLst>
              </p:cNvPr>
              <p:cNvSpPr/>
              <p:nvPr/>
            </p:nvSpPr>
            <p:spPr>
              <a:xfrm>
                <a:off x="6034680" y="677066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4" name="Freeform 2243">
                <a:extLst>
                  <a:ext uri="{FF2B5EF4-FFF2-40B4-BE49-F238E27FC236}">
                    <a16:creationId xmlns:a16="http://schemas.microsoft.com/office/drawing/2014/main" id="{45BE5E4E-09BC-7F31-94EC-4885BC5AFE4E}"/>
                  </a:ext>
                </a:extLst>
              </p:cNvPr>
              <p:cNvSpPr/>
              <p:nvPr/>
            </p:nvSpPr>
            <p:spPr>
              <a:xfrm>
                <a:off x="6692413" y="68308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5" name="Freeform 2244">
                <a:extLst>
                  <a:ext uri="{FF2B5EF4-FFF2-40B4-BE49-F238E27FC236}">
                    <a16:creationId xmlns:a16="http://schemas.microsoft.com/office/drawing/2014/main" id="{2A078553-48BB-21B1-87F9-33E0157BF775}"/>
                  </a:ext>
                </a:extLst>
              </p:cNvPr>
              <p:cNvSpPr/>
              <p:nvPr/>
            </p:nvSpPr>
            <p:spPr>
              <a:xfrm>
                <a:off x="6050174" y="67061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6" name="Freeform 2245">
                <a:extLst>
                  <a:ext uri="{FF2B5EF4-FFF2-40B4-BE49-F238E27FC236}">
                    <a16:creationId xmlns:a16="http://schemas.microsoft.com/office/drawing/2014/main" id="{3AF619CC-5A1D-6C53-6983-B7DBB9F948D1}"/>
                  </a:ext>
                </a:extLst>
              </p:cNvPr>
              <p:cNvSpPr/>
              <p:nvPr/>
            </p:nvSpPr>
            <p:spPr>
              <a:xfrm>
                <a:off x="6190509" y="665166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7" name="Freeform 2246">
                <a:extLst>
                  <a:ext uri="{FF2B5EF4-FFF2-40B4-BE49-F238E27FC236}">
                    <a16:creationId xmlns:a16="http://schemas.microsoft.com/office/drawing/2014/main" id="{030213F0-6AEA-DA97-90D6-5F98FBA7CD5F}"/>
                  </a:ext>
                </a:extLst>
              </p:cNvPr>
              <p:cNvSpPr/>
              <p:nvPr/>
            </p:nvSpPr>
            <p:spPr>
              <a:xfrm>
                <a:off x="6684158" y="678336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8" name="Freeform 2247">
                <a:extLst>
                  <a:ext uri="{FF2B5EF4-FFF2-40B4-BE49-F238E27FC236}">
                    <a16:creationId xmlns:a16="http://schemas.microsoft.com/office/drawing/2014/main" id="{36F88308-36D3-D0CF-C0B0-94A22E0A84D7}"/>
                  </a:ext>
                </a:extLst>
              </p:cNvPr>
              <p:cNvSpPr/>
              <p:nvPr/>
            </p:nvSpPr>
            <p:spPr>
              <a:xfrm>
                <a:off x="6050428" y="66971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49" name="Freeform 2248">
                <a:extLst>
                  <a:ext uri="{FF2B5EF4-FFF2-40B4-BE49-F238E27FC236}">
                    <a16:creationId xmlns:a16="http://schemas.microsoft.com/office/drawing/2014/main" id="{0CBA7407-CC35-6F09-5388-AC0B0D2704D7}"/>
                  </a:ext>
                </a:extLst>
              </p:cNvPr>
              <p:cNvSpPr/>
              <p:nvPr/>
            </p:nvSpPr>
            <p:spPr>
              <a:xfrm>
                <a:off x="6376183" y="68577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50" name="Freeform 2249">
                <a:extLst>
                  <a:ext uri="{FF2B5EF4-FFF2-40B4-BE49-F238E27FC236}">
                    <a16:creationId xmlns:a16="http://schemas.microsoft.com/office/drawing/2014/main" id="{8125FC63-5407-0A90-373E-470805BC51C9}"/>
                  </a:ext>
                </a:extLst>
              </p:cNvPr>
              <p:cNvSpPr/>
              <p:nvPr/>
            </p:nvSpPr>
            <p:spPr>
              <a:xfrm>
                <a:off x="6185937" y="67423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51" name="Freeform 2250">
                <a:extLst>
                  <a:ext uri="{FF2B5EF4-FFF2-40B4-BE49-F238E27FC236}">
                    <a16:creationId xmlns:a16="http://schemas.microsoft.com/office/drawing/2014/main" id="{59DF9D02-7B7C-E6C4-735A-F3BCD82243A1}"/>
                  </a:ext>
                </a:extLst>
              </p:cNvPr>
              <p:cNvSpPr/>
              <p:nvPr/>
            </p:nvSpPr>
            <p:spPr>
              <a:xfrm>
                <a:off x="6197621" y="651768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52" name="Freeform 2251">
                <a:extLst>
                  <a:ext uri="{FF2B5EF4-FFF2-40B4-BE49-F238E27FC236}">
                    <a16:creationId xmlns:a16="http://schemas.microsoft.com/office/drawing/2014/main" id="{362E5995-13F0-82A6-6A9A-63D78C27AF25}"/>
                  </a:ext>
                </a:extLst>
              </p:cNvPr>
              <p:cNvSpPr/>
              <p:nvPr/>
            </p:nvSpPr>
            <p:spPr>
              <a:xfrm>
                <a:off x="6525027" y="672113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53" name="Freeform 2252">
                <a:extLst>
                  <a:ext uri="{FF2B5EF4-FFF2-40B4-BE49-F238E27FC236}">
                    <a16:creationId xmlns:a16="http://schemas.microsoft.com/office/drawing/2014/main" id="{C8597979-6464-696A-5FE6-BC628DBB3B04}"/>
                  </a:ext>
                </a:extLst>
              </p:cNvPr>
              <p:cNvSpPr/>
              <p:nvPr/>
            </p:nvSpPr>
            <p:spPr>
              <a:xfrm>
                <a:off x="6211591" y="664595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54" name="Freeform 2253">
                <a:extLst>
                  <a:ext uri="{FF2B5EF4-FFF2-40B4-BE49-F238E27FC236}">
                    <a16:creationId xmlns:a16="http://schemas.microsoft.com/office/drawing/2014/main" id="{82D06DA9-D88B-23D3-4690-11E2E9811432}"/>
                  </a:ext>
                </a:extLst>
              </p:cNvPr>
              <p:cNvSpPr/>
              <p:nvPr/>
            </p:nvSpPr>
            <p:spPr>
              <a:xfrm>
                <a:off x="6186699" y="665700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1890"/>
              </a:p>
            </p:txBody>
          </p:sp>
          <p:sp>
            <p:nvSpPr>
              <p:cNvPr id="2255" name="TextBox 2254">
                <a:extLst>
                  <a:ext uri="{FF2B5EF4-FFF2-40B4-BE49-F238E27FC236}">
                    <a16:creationId xmlns:a16="http://schemas.microsoft.com/office/drawing/2014/main" id="{C47D24F0-330A-E869-FF6F-02F8E4B4BC8B}"/>
                  </a:ext>
                </a:extLst>
              </p:cNvPr>
              <p:cNvSpPr txBox="1"/>
              <p:nvPr/>
            </p:nvSpPr>
            <p:spPr>
              <a:xfrm>
                <a:off x="5906329" y="6347305"/>
                <a:ext cx="461778" cy="174260"/>
              </a:xfrm>
              <a:prstGeom prst="rect">
                <a:avLst/>
              </a:prstGeom>
              <a:noFill/>
            </p:spPr>
            <p:txBody>
              <a:bodyPr wrap="none" rtlCol="0">
                <a:spAutoFit/>
              </a:bodyPr>
              <a:lstStyle/>
              <a:p>
                <a:pPr algn="ctr"/>
                <a:r>
                  <a:rPr lang="en-US" sz="470" dirty="0">
                    <a:ln/>
                    <a:solidFill>
                      <a:srgbClr val="000000"/>
                    </a:solidFill>
                    <a:latin typeface="Arial"/>
                    <a:cs typeface="Arial"/>
                    <a:sym typeface="Arial"/>
                    <a:rtl val="0"/>
                  </a:rPr>
                  <a:t>p = 0.229</a:t>
                </a:r>
              </a:p>
            </p:txBody>
          </p:sp>
          <p:sp>
            <p:nvSpPr>
              <p:cNvPr id="2256" name="Freeform 2255">
                <a:extLst>
                  <a:ext uri="{FF2B5EF4-FFF2-40B4-BE49-F238E27FC236}">
                    <a16:creationId xmlns:a16="http://schemas.microsoft.com/office/drawing/2014/main" id="{463B9D07-3608-0BC5-D00C-CE59E7653147}"/>
                  </a:ext>
                </a:extLst>
              </p:cNvPr>
              <p:cNvSpPr/>
              <p:nvPr/>
            </p:nvSpPr>
            <p:spPr>
              <a:xfrm>
                <a:off x="6054111" y="6490504"/>
                <a:ext cx="146050" cy="12700"/>
              </a:xfrm>
              <a:custGeom>
                <a:avLst/>
                <a:gdLst>
                  <a:gd name="csX0" fmla="*/ 0 w 146050"/>
                  <a:gd name="csY0" fmla="*/ 0 h 12700"/>
                  <a:gd name="csX1" fmla="*/ 146050 w 146050"/>
                  <a:gd name="csY1" fmla="*/ 0 h 12700"/>
                </a:gdLst>
                <a:ahLst/>
                <a:cxnLst>
                  <a:cxn ang="0">
                    <a:pos x="csX0" y="csY0"/>
                  </a:cxn>
                  <a:cxn ang="0">
                    <a:pos x="csX1" y="csY1"/>
                  </a:cxn>
                </a:cxnLst>
                <a:rect l="l" t="t" r="r" b="b"/>
                <a:pathLst>
                  <a:path w="146050" h="12700">
                    <a:moveTo>
                      <a:pt x="0" y="0"/>
                    </a:moveTo>
                    <a:lnTo>
                      <a:pt x="146050" y="0"/>
                    </a:lnTo>
                  </a:path>
                </a:pathLst>
              </a:custGeom>
              <a:ln w="13589" cap="rnd">
                <a:solidFill>
                  <a:srgbClr val="000000"/>
                </a:solidFill>
                <a:prstDash val="solid"/>
                <a:round/>
              </a:ln>
            </p:spPr>
            <p:txBody>
              <a:bodyPr/>
              <a:lstStyle/>
              <a:p>
                <a:pPr algn="ctr"/>
                <a:endParaRPr lang="en-US" sz="1890"/>
              </a:p>
            </p:txBody>
          </p:sp>
          <p:sp>
            <p:nvSpPr>
              <p:cNvPr id="2257" name="TextBox 2256">
                <a:extLst>
                  <a:ext uri="{FF2B5EF4-FFF2-40B4-BE49-F238E27FC236}">
                    <a16:creationId xmlns:a16="http://schemas.microsoft.com/office/drawing/2014/main" id="{E2C4668D-BD53-2655-A6F9-C9B17C581306}"/>
                  </a:ext>
                </a:extLst>
              </p:cNvPr>
              <p:cNvSpPr txBox="1"/>
              <p:nvPr/>
            </p:nvSpPr>
            <p:spPr>
              <a:xfrm>
                <a:off x="6250686" y="6317618"/>
                <a:ext cx="434635"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2258" name="Freeform 2257">
                <a:extLst>
                  <a:ext uri="{FF2B5EF4-FFF2-40B4-BE49-F238E27FC236}">
                    <a16:creationId xmlns:a16="http://schemas.microsoft.com/office/drawing/2014/main" id="{188C476F-18D2-6C82-0127-BEA917D18481}"/>
                  </a:ext>
                </a:extLst>
              </p:cNvPr>
              <p:cNvSpPr/>
              <p:nvPr/>
            </p:nvSpPr>
            <p:spPr>
              <a:xfrm>
                <a:off x="6232673" y="6490504"/>
                <a:ext cx="470661" cy="12700"/>
              </a:xfrm>
              <a:custGeom>
                <a:avLst/>
                <a:gdLst>
                  <a:gd name="csX0" fmla="*/ 0 w 470661"/>
                  <a:gd name="csY0" fmla="*/ 0 h 12700"/>
                  <a:gd name="csX1" fmla="*/ 470662 w 470661"/>
                  <a:gd name="csY1" fmla="*/ 0 h 12700"/>
                </a:gdLst>
                <a:ahLst/>
                <a:cxnLst>
                  <a:cxn ang="0">
                    <a:pos x="csX0" y="csY0"/>
                  </a:cxn>
                  <a:cxn ang="0">
                    <a:pos x="csX1" y="csY1"/>
                  </a:cxn>
                </a:cxnLst>
                <a:rect l="l" t="t" r="r" b="b"/>
                <a:pathLst>
                  <a:path w="470661" h="12700">
                    <a:moveTo>
                      <a:pt x="0" y="0"/>
                    </a:moveTo>
                    <a:lnTo>
                      <a:pt x="470662" y="0"/>
                    </a:lnTo>
                  </a:path>
                </a:pathLst>
              </a:custGeom>
              <a:ln w="13589" cap="rnd">
                <a:solidFill>
                  <a:srgbClr val="000000"/>
                </a:solidFill>
                <a:prstDash val="solid"/>
                <a:round/>
              </a:ln>
            </p:spPr>
            <p:txBody>
              <a:bodyPr/>
              <a:lstStyle/>
              <a:p>
                <a:pPr algn="ctr"/>
                <a:endParaRPr lang="en-US" sz="1890"/>
              </a:p>
            </p:txBody>
          </p:sp>
          <p:sp>
            <p:nvSpPr>
              <p:cNvPr id="2259" name="TextBox 2258">
                <a:extLst>
                  <a:ext uri="{FF2B5EF4-FFF2-40B4-BE49-F238E27FC236}">
                    <a16:creationId xmlns:a16="http://schemas.microsoft.com/office/drawing/2014/main" id="{DC48A275-B950-A4C9-0C9F-7879F2A6901C}"/>
                  </a:ext>
                </a:extLst>
              </p:cNvPr>
              <p:cNvSpPr txBox="1"/>
              <p:nvPr/>
            </p:nvSpPr>
            <p:spPr>
              <a:xfrm>
                <a:off x="6201272" y="6204715"/>
                <a:ext cx="354901" cy="343975"/>
              </a:xfrm>
              <a:prstGeom prst="rect">
                <a:avLst/>
              </a:prstGeom>
              <a:noFill/>
            </p:spPr>
            <p:txBody>
              <a:bodyPr wrap="none" rtlCol="0">
                <a:spAutoFit/>
              </a:bodyPr>
              <a:lstStyle/>
              <a:p>
                <a:pPr algn="ctr"/>
                <a:r>
                  <a:rPr lang="en-US" sz="1512">
                    <a:ln/>
                    <a:solidFill>
                      <a:srgbClr val="000000"/>
                    </a:solidFill>
                    <a:latin typeface="Arial"/>
                    <a:cs typeface="Arial"/>
                    <a:sym typeface="Arial"/>
                    <a:rtl val="0"/>
                  </a:rPr>
                  <a:t>**</a:t>
                </a:r>
              </a:p>
            </p:txBody>
          </p:sp>
          <p:sp>
            <p:nvSpPr>
              <p:cNvPr id="2260" name="Freeform 2259">
                <a:extLst>
                  <a:ext uri="{FF2B5EF4-FFF2-40B4-BE49-F238E27FC236}">
                    <a16:creationId xmlns:a16="http://schemas.microsoft.com/office/drawing/2014/main" id="{4536A86D-A40A-F209-5777-C48C373E3A54}"/>
                  </a:ext>
                </a:extLst>
              </p:cNvPr>
              <p:cNvSpPr/>
              <p:nvPr/>
            </p:nvSpPr>
            <p:spPr>
              <a:xfrm>
                <a:off x="6054111" y="6377601"/>
                <a:ext cx="649224" cy="12700"/>
              </a:xfrm>
              <a:custGeom>
                <a:avLst/>
                <a:gdLst>
                  <a:gd name="csX0" fmla="*/ 0 w 649224"/>
                  <a:gd name="csY0" fmla="*/ 0 h 12700"/>
                  <a:gd name="csX1" fmla="*/ 649224 w 649224"/>
                  <a:gd name="csY1" fmla="*/ 0 h 12700"/>
                </a:gdLst>
                <a:ahLst/>
                <a:cxnLst>
                  <a:cxn ang="0">
                    <a:pos x="csX0" y="csY0"/>
                  </a:cxn>
                  <a:cxn ang="0">
                    <a:pos x="csX1" y="csY1"/>
                  </a:cxn>
                </a:cxnLst>
                <a:rect l="l" t="t" r="r" b="b"/>
                <a:pathLst>
                  <a:path w="649224" h="12700">
                    <a:moveTo>
                      <a:pt x="0" y="0"/>
                    </a:moveTo>
                    <a:lnTo>
                      <a:pt x="649224" y="0"/>
                    </a:lnTo>
                  </a:path>
                </a:pathLst>
              </a:custGeom>
              <a:ln w="13589" cap="rnd">
                <a:solidFill>
                  <a:srgbClr val="000000"/>
                </a:solidFill>
                <a:prstDash val="solid"/>
                <a:round/>
              </a:ln>
            </p:spPr>
            <p:txBody>
              <a:bodyPr/>
              <a:lstStyle/>
              <a:p>
                <a:pPr algn="ctr"/>
                <a:endParaRPr lang="en-US" sz="1890"/>
              </a:p>
            </p:txBody>
          </p:sp>
        </p:grpSp>
        <p:grpSp>
          <p:nvGrpSpPr>
            <p:cNvPr id="2261" name="Graphic 1531">
              <a:extLst>
                <a:ext uri="{FF2B5EF4-FFF2-40B4-BE49-F238E27FC236}">
                  <a16:creationId xmlns:a16="http://schemas.microsoft.com/office/drawing/2014/main" id="{4186ED6E-2C70-DA71-1985-E53734C5875A}"/>
                </a:ext>
              </a:extLst>
            </p:cNvPr>
            <p:cNvGrpSpPr/>
            <p:nvPr/>
          </p:nvGrpSpPr>
          <p:grpSpPr>
            <a:xfrm>
              <a:off x="5640966" y="6007654"/>
              <a:ext cx="1312372" cy="1196086"/>
              <a:chOff x="5640966" y="6007654"/>
              <a:chExt cx="1312372" cy="1196086"/>
            </a:xfrm>
          </p:grpSpPr>
          <p:sp>
            <p:nvSpPr>
              <p:cNvPr id="2262" name="Freeform 2261">
                <a:extLst>
                  <a:ext uri="{FF2B5EF4-FFF2-40B4-BE49-F238E27FC236}">
                    <a16:creationId xmlns:a16="http://schemas.microsoft.com/office/drawing/2014/main" id="{E2A1C153-3F3B-BED3-1BE0-96A71DB24C74}"/>
                  </a:ext>
                </a:extLst>
              </p:cNvPr>
              <p:cNvSpPr/>
              <p:nvPr/>
            </p:nvSpPr>
            <p:spPr>
              <a:xfrm>
                <a:off x="5956702" y="6309910"/>
                <a:ext cx="12700" cy="677163"/>
              </a:xfrm>
              <a:custGeom>
                <a:avLst/>
                <a:gdLst>
                  <a:gd name="csX0" fmla="*/ 0 w 12700"/>
                  <a:gd name="csY0" fmla="*/ 677164 h 677163"/>
                  <a:gd name="csX1" fmla="*/ 0 w 12700"/>
                  <a:gd name="csY1" fmla="*/ 0 h 677163"/>
                </a:gdLst>
                <a:ahLst/>
                <a:cxnLst>
                  <a:cxn ang="0">
                    <a:pos x="csX0" y="csY0"/>
                  </a:cxn>
                  <a:cxn ang="0">
                    <a:pos x="csX1" y="csY1"/>
                  </a:cxn>
                </a:cxnLst>
                <a:rect l="l" t="t" r="r" b="b"/>
                <a:pathLst>
                  <a:path w="12700" h="677163">
                    <a:moveTo>
                      <a:pt x="0" y="677164"/>
                    </a:moveTo>
                    <a:lnTo>
                      <a:pt x="0" y="0"/>
                    </a:lnTo>
                  </a:path>
                </a:pathLst>
              </a:custGeom>
              <a:noFill/>
              <a:ln w="13589" cap="sq">
                <a:solidFill>
                  <a:srgbClr val="000000"/>
                </a:solidFill>
                <a:prstDash val="solid"/>
                <a:round/>
              </a:ln>
            </p:spPr>
            <p:txBody>
              <a:bodyPr/>
              <a:lstStyle/>
              <a:p>
                <a:pPr algn="ctr"/>
                <a:endParaRPr lang="en-US" sz="1890"/>
              </a:p>
            </p:txBody>
          </p:sp>
          <p:sp>
            <p:nvSpPr>
              <p:cNvPr id="2263" name="TextBox 2262">
                <a:extLst>
                  <a:ext uri="{FF2B5EF4-FFF2-40B4-BE49-F238E27FC236}">
                    <a16:creationId xmlns:a16="http://schemas.microsoft.com/office/drawing/2014/main" id="{023D5344-1D0E-8C48-C1F2-3E97834538B3}"/>
                  </a:ext>
                </a:extLst>
              </p:cNvPr>
              <p:cNvSpPr txBox="1"/>
              <p:nvPr/>
            </p:nvSpPr>
            <p:spPr>
              <a:xfrm>
                <a:off x="5640966" y="6880185"/>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0%</a:t>
                </a:r>
              </a:p>
            </p:txBody>
          </p:sp>
          <p:sp>
            <p:nvSpPr>
              <p:cNvPr id="2264" name="TextBox 2263">
                <a:extLst>
                  <a:ext uri="{FF2B5EF4-FFF2-40B4-BE49-F238E27FC236}">
                    <a16:creationId xmlns:a16="http://schemas.microsoft.com/office/drawing/2014/main" id="{61368523-7B94-77F4-C471-967009AA2F9D}"/>
                  </a:ext>
                </a:extLst>
              </p:cNvPr>
              <p:cNvSpPr txBox="1"/>
              <p:nvPr/>
            </p:nvSpPr>
            <p:spPr>
              <a:xfrm>
                <a:off x="5640966" y="6649172"/>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1%</a:t>
                </a:r>
              </a:p>
            </p:txBody>
          </p:sp>
          <p:sp>
            <p:nvSpPr>
              <p:cNvPr id="2265" name="TextBox 2264">
                <a:extLst>
                  <a:ext uri="{FF2B5EF4-FFF2-40B4-BE49-F238E27FC236}">
                    <a16:creationId xmlns:a16="http://schemas.microsoft.com/office/drawing/2014/main" id="{B2A43F0D-DB39-8945-476B-952FDAD03562}"/>
                  </a:ext>
                </a:extLst>
              </p:cNvPr>
              <p:cNvSpPr txBox="1"/>
              <p:nvPr/>
            </p:nvSpPr>
            <p:spPr>
              <a:xfrm>
                <a:off x="5640966" y="6418032"/>
                <a:ext cx="344722"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2%</a:t>
                </a:r>
              </a:p>
            </p:txBody>
          </p:sp>
          <p:sp>
            <p:nvSpPr>
              <p:cNvPr id="2266" name="Freeform 2265">
                <a:extLst>
                  <a:ext uri="{FF2B5EF4-FFF2-40B4-BE49-F238E27FC236}">
                    <a16:creationId xmlns:a16="http://schemas.microsoft.com/office/drawing/2014/main" id="{9D21944E-BB48-4BB8-DC41-312A0B0D2CC8}"/>
                  </a:ext>
                </a:extLst>
              </p:cNvPr>
              <p:cNvSpPr/>
              <p:nvPr/>
            </p:nvSpPr>
            <p:spPr>
              <a:xfrm>
                <a:off x="5921903" y="698707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267" name="Freeform 2266">
                <a:extLst>
                  <a:ext uri="{FF2B5EF4-FFF2-40B4-BE49-F238E27FC236}">
                    <a16:creationId xmlns:a16="http://schemas.microsoft.com/office/drawing/2014/main" id="{86933597-2203-A8F1-C443-30E4158940DB}"/>
                  </a:ext>
                </a:extLst>
              </p:cNvPr>
              <p:cNvSpPr/>
              <p:nvPr/>
            </p:nvSpPr>
            <p:spPr>
              <a:xfrm>
                <a:off x="5921903" y="675606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268" name="Freeform 2267">
                <a:extLst>
                  <a:ext uri="{FF2B5EF4-FFF2-40B4-BE49-F238E27FC236}">
                    <a16:creationId xmlns:a16="http://schemas.microsoft.com/office/drawing/2014/main" id="{CB0DF07A-BD10-B469-467F-BFB7F735C4F1}"/>
                  </a:ext>
                </a:extLst>
              </p:cNvPr>
              <p:cNvSpPr/>
              <p:nvPr/>
            </p:nvSpPr>
            <p:spPr>
              <a:xfrm>
                <a:off x="5921903" y="652492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1890"/>
              </a:p>
            </p:txBody>
          </p:sp>
          <p:sp>
            <p:nvSpPr>
              <p:cNvPr id="2269" name="Freeform 2268">
                <a:extLst>
                  <a:ext uri="{FF2B5EF4-FFF2-40B4-BE49-F238E27FC236}">
                    <a16:creationId xmlns:a16="http://schemas.microsoft.com/office/drawing/2014/main" id="{BA1AA596-1B7D-84F8-CD76-9C0928613D85}"/>
                  </a:ext>
                </a:extLst>
              </p:cNvPr>
              <p:cNvSpPr/>
              <p:nvPr/>
            </p:nvSpPr>
            <p:spPr>
              <a:xfrm>
                <a:off x="5956702" y="6987074"/>
                <a:ext cx="844041" cy="12700"/>
              </a:xfrm>
              <a:custGeom>
                <a:avLst/>
                <a:gdLst>
                  <a:gd name="csX0" fmla="*/ 0 w 844041"/>
                  <a:gd name="csY0" fmla="*/ 0 h 12700"/>
                  <a:gd name="csX1" fmla="*/ 844042 w 844041"/>
                  <a:gd name="csY1" fmla="*/ 0 h 12700"/>
                </a:gdLst>
                <a:ahLst/>
                <a:cxnLst>
                  <a:cxn ang="0">
                    <a:pos x="csX0" y="csY0"/>
                  </a:cxn>
                  <a:cxn ang="0">
                    <a:pos x="csX1" y="csY1"/>
                  </a:cxn>
                </a:cxnLst>
                <a:rect l="l" t="t" r="r" b="b"/>
                <a:pathLst>
                  <a:path w="844041" h="12700">
                    <a:moveTo>
                      <a:pt x="0" y="0"/>
                    </a:moveTo>
                    <a:lnTo>
                      <a:pt x="844042" y="0"/>
                    </a:lnTo>
                  </a:path>
                </a:pathLst>
              </a:custGeom>
              <a:noFill/>
              <a:ln w="13589" cap="sq">
                <a:solidFill>
                  <a:srgbClr val="000000"/>
                </a:solidFill>
                <a:prstDash val="solid"/>
                <a:round/>
              </a:ln>
            </p:spPr>
            <p:txBody>
              <a:bodyPr/>
              <a:lstStyle/>
              <a:p>
                <a:pPr algn="ctr"/>
                <a:endParaRPr lang="en-US" sz="1890"/>
              </a:p>
            </p:txBody>
          </p:sp>
          <p:sp>
            <p:nvSpPr>
              <p:cNvPr id="2270" name="Freeform 2269">
                <a:extLst>
                  <a:ext uri="{FF2B5EF4-FFF2-40B4-BE49-F238E27FC236}">
                    <a16:creationId xmlns:a16="http://schemas.microsoft.com/office/drawing/2014/main" id="{492E0182-0737-C07E-00F1-9D49806CE078}"/>
                  </a:ext>
                </a:extLst>
              </p:cNvPr>
              <p:cNvSpPr/>
              <p:nvPr/>
            </p:nvSpPr>
            <p:spPr>
              <a:xfrm>
                <a:off x="6054110" y="698707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71" name="Freeform 2270">
                <a:extLst>
                  <a:ext uri="{FF2B5EF4-FFF2-40B4-BE49-F238E27FC236}">
                    <a16:creationId xmlns:a16="http://schemas.microsoft.com/office/drawing/2014/main" id="{2778B864-0B04-63D4-CC27-3F5C26FA8A76}"/>
                  </a:ext>
                </a:extLst>
              </p:cNvPr>
              <p:cNvSpPr/>
              <p:nvPr/>
            </p:nvSpPr>
            <p:spPr>
              <a:xfrm>
                <a:off x="6216416" y="698707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72" name="Freeform 2271">
                <a:extLst>
                  <a:ext uri="{FF2B5EF4-FFF2-40B4-BE49-F238E27FC236}">
                    <a16:creationId xmlns:a16="http://schemas.microsoft.com/office/drawing/2014/main" id="{50E8B56F-1821-CA44-02CC-4DE2E01603B0}"/>
                  </a:ext>
                </a:extLst>
              </p:cNvPr>
              <p:cNvSpPr/>
              <p:nvPr/>
            </p:nvSpPr>
            <p:spPr>
              <a:xfrm>
                <a:off x="6378723" y="698707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73" name="Freeform 2272">
                <a:extLst>
                  <a:ext uri="{FF2B5EF4-FFF2-40B4-BE49-F238E27FC236}">
                    <a16:creationId xmlns:a16="http://schemas.microsoft.com/office/drawing/2014/main" id="{EEE0EA8D-973D-E547-45A3-9549439FA00A}"/>
                  </a:ext>
                </a:extLst>
              </p:cNvPr>
              <p:cNvSpPr/>
              <p:nvPr/>
            </p:nvSpPr>
            <p:spPr>
              <a:xfrm>
                <a:off x="6541028" y="698707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74" name="Freeform 2273">
                <a:extLst>
                  <a:ext uri="{FF2B5EF4-FFF2-40B4-BE49-F238E27FC236}">
                    <a16:creationId xmlns:a16="http://schemas.microsoft.com/office/drawing/2014/main" id="{729B0DC1-0D51-65CE-DC63-009056859DB0}"/>
                  </a:ext>
                </a:extLst>
              </p:cNvPr>
              <p:cNvSpPr/>
              <p:nvPr/>
            </p:nvSpPr>
            <p:spPr>
              <a:xfrm>
                <a:off x="6703334" y="6987074"/>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1890"/>
              </a:p>
            </p:txBody>
          </p:sp>
          <p:sp>
            <p:nvSpPr>
              <p:cNvPr id="2275" name="TextBox 2274">
                <a:extLst>
                  <a:ext uri="{FF2B5EF4-FFF2-40B4-BE49-F238E27FC236}">
                    <a16:creationId xmlns:a16="http://schemas.microsoft.com/office/drawing/2014/main" id="{14A8D340-E80F-222F-1FDC-DF2E1AD27903}"/>
                  </a:ext>
                </a:extLst>
              </p:cNvPr>
              <p:cNvSpPr txBox="1"/>
              <p:nvPr/>
            </p:nvSpPr>
            <p:spPr>
              <a:xfrm>
                <a:off x="5913982" y="6982928"/>
                <a:ext cx="280256"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M</a:t>
                </a:r>
              </a:p>
            </p:txBody>
          </p:sp>
          <p:sp>
            <p:nvSpPr>
              <p:cNvPr id="2276" name="TextBox 2275">
                <a:extLst>
                  <a:ext uri="{FF2B5EF4-FFF2-40B4-BE49-F238E27FC236}">
                    <a16:creationId xmlns:a16="http://schemas.microsoft.com/office/drawing/2014/main" id="{0541389D-B244-A863-1689-C15056C1549B}"/>
                  </a:ext>
                </a:extLst>
              </p:cNvPr>
              <p:cNvSpPr txBox="1"/>
              <p:nvPr/>
            </p:nvSpPr>
            <p:spPr>
              <a:xfrm>
                <a:off x="6104280" y="6982928"/>
                <a:ext cx="22427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I</a:t>
                </a:r>
              </a:p>
            </p:txBody>
          </p:sp>
          <p:sp>
            <p:nvSpPr>
              <p:cNvPr id="2277" name="TextBox 2276">
                <a:extLst>
                  <a:ext uri="{FF2B5EF4-FFF2-40B4-BE49-F238E27FC236}">
                    <a16:creationId xmlns:a16="http://schemas.microsoft.com/office/drawing/2014/main" id="{174F197C-D01F-CFAE-757F-5D74BAFD8455}"/>
                  </a:ext>
                </a:extLst>
              </p:cNvPr>
              <p:cNvSpPr txBox="1"/>
              <p:nvPr/>
            </p:nvSpPr>
            <p:spPr>
              <a:xfrm>
                <a:off x="6237745" y="6982928"/>
                <a:ext cx="281954"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LI</a:t>
                </a:r>
              </a:p>
            </p:txBody>
          </p:sp>
          <p:sp>
            <p:nvSpPr>
              <p:cNvPr id="2278" name="TextBox 2277">
                <a:extLst>
                  <a:ext uri="{FF2B5EF4-FFF2-40B4-BE49-F238E27FC236}">
                    <a16:creationId xmlns:a16="http://schemas.microsoft.com/office/drawing/2014/main" id="{EEE72757-6F2B-7A57-EE6D-6BF080198D0A}"/>
                  </a:ext>
                </a:extLst>
              </p:cNvPr>
              <p:cNvSpPr txBox="1"/>
              <p:nvPr/>
            </p:nvSpPr>
            <p:spPr>
              <a:xfrm>
                <a:off x="6374604" y="6982928"/>
                <a:ext cx="332848"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NF</a:t>
                </a:r>
              </a:p>
            </p:txBody>
          </p:sp>
          <p:sp>
            <p:nvSpPr>
              <p:cNvPr id="2279" name="TextBox 2278">
                <a:extLst>
                  <a:ext uri="{FF2B5EF4-FFF2-40B4-BE49-F238E27FC236}">
                    <a16:creationId xmlns:a16="http://schemas.microsoft.com/office/drawing/2014/main" id="{29448229-6F32-2DDF-67C7-B7BFE8E29E80}"/>
                  </a:ext>
                </a:extLst>
              </p:cNvPr>
              <p:cNvSpPr txBox="1"/>
              <p:nvPr/>
            </p:nvSpPr>
            <p:spPr>
              <a:xfrm>
                <a:off x="6574232" y="6982928"/>
                <a:ext cx="258203" cy="220812"/>
              </a:xfrm>
              <a:prstGeom prst="rect">
                <a:avLst/>
              </a:prstGeom>
              <a:noFill/>
            </p:spPr>
            <p:txBody>
              <a:bodyPr wrap="none" rtlCol="0">
                <a:spAutoFit/>
              </a:bodyPr>
              <a:lstStyle/>
              <a:p>
                <a:pPr algn="ctr"/>
                <a:r>
                  <a:rPr lang="en-US" sz="756">
                    <a:ln/>
                    <a:solidFill>
                      <a:srgbClr val="000000"/>
                    </a:solidFill>
                    <a:latin typeface="Arial"/>
                    <a:cs typeface="Arial"/>
                    <a:sym typeface="Arial"/>
                    <a:rtl val="0"/>
                  </a:rPr>
                  <a:t>F</a:t>
                </a:r>
              </a:p>
            </p:txBody>
          </p:sp>
          <p:sp>
            <p:nvSpPr>
              <p:cNvPr id="2282" name="TextBox 2281">
                <a:extLst>
                  <a:ext uri="{FF2B5EF4-FFF2-40B4-BE49-F238E27FC236}">
                    <a16:creationId xmlns:a16="http://schemas.microsoft.com/office/drawing/2014/main" id="{428CBB56-D548-5204-3EC6-42FC2199A208}"/>
                  </a:ext>
                </a:extLst>
              </p:cNvPr>
              <p:cNvSpPr txBox="1"/>
              <p:nvPr/>
            </p:nvSpPr>
            <p:spPr>
              <a:xfrm>
                <a:off x="5831634" y="6007654"/>
                <a:ext cx="1121704" cy="251619"/>
              </a:xfrm>
              <a:prstGeom prst="rect">
                <a:avLst/>
              </a:prstGeom>
              <a:noFill/>
            </p:spPr>
            <p:txBody>
              <a:bodyPr wrap="none" rtlCol="0">
                <a:spAutoFit/>
              </a:bodyPr>
              <a:lstStyle/>
              <a:p>
                <a:pPr algn="ctr"/>
                <a:r>
                  <a:rPr lang="en-US" sz="945" dirty="0">
                    <a:ln/>
                    <a:solidFill>
                      <a:srgbClr val="000000"/>
                    </a:solidFill>
                    <a:latin typeface="Arial"/>
                    <a:cs typeface="Arial"/>
                    <a:sym typeface="Arial"/>
                    <a:rtl val="0"/>
                  </a:rPr>
                  <a:t>24_Vs-m_Mixed</a:t>
                </a:r>
              </a:p>
            </p:txBody>
          </p:sp>
        </p:grpSp>
      </p:grpSp>
      <p:sp>
        <p:nvSpPr>
          <p:cNvPr id="2447" name="TextBox 2446">
            <a:extLst>
              <a:ext uri="{FF2B5EF4-FFF2-40B4-BE49-F238E27FC236}">
                <a16:creationId xmlns:a16="http://schemas.microsoft.com/office/drawing/2014/main" id="{DE8B6C09-F0BB-7290-E72F-66A7AAA46D98}"/>
              </a:ext>
            </a:extLst>
          </p:cNvPr>
          <p:cNvSpPr txBox="1"/>
          <p:nvPr/>
        </p:nvSpPr>
        <p:spPr>
          <a:xfrm>
            <a:off x="-913" y="2908481"/>
            <a:ext cx="6516588" cy="266868"/>
          </a:xfrm>
          <a:prstGeom prst="rect">
            <a:avLst/>
          </a:prstGeom>
          <a:noFill/>
        </p:spPr>
        <p:txBody>
          <a:bodyPr wrap="square" rtlCol="0">
            <a:spAutoFit/>
          </a:bodyPr>
          <a:lstStyle/>
          <a:p>
            <a:pPr algn="ctr"/>
            <a:r>
              <a:rPr lang="en-US" sz="1134">
                <a:ln/>
                <a:solidFill>
                  <a:srgbClr val="000000"/>
                </a:solidFill>
                <a:latin typeface="Arial"/>
                <a:cs typeface="Arial"/>
                <a:sym typeface="Arial"/>
                <a:rtl val="0"/>
              </a:rPr>
              <a:t>Neurons</a:t>
            </a:r>
          </a:p>
        </p:txBody>
      </p:sp>
      <p:sp>
        <p:nvSpPr>
          <p:cNvPr id="2451" name="TextBox 2450">
            <a:extLst>
              <a:ext uri="{FF2B5EF4-FFF2-40B4-BE49-F238E27FC236}">
                <a16:creationId xmlns:a16="http://schemas.microsoft.com/office/drawing/2014/main" id="{D7936FCA-ED50-C9FE-989E-8C3BEE4E332F}"/>
              </a:ext>
            </a:extLst>
          </p:cNvPr>
          <p:cNvSpPr txBox="1"/>
          <p:nvPr/>
        </p:nvSpPr>
        <p:spPr>
          <a:xfrm>
            <a:off x="-23519" y="273852"/>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A</a:t>
            </a:r>
            <a:endParaRPr lang="en-US" sz="4536" dirty="0">
              <a:latin typeface="Arial" panose="020B0604020202020204" pitchFamily="34" charset="0"/>
              <a:cs typeface="Arial" panose="020B0604020202020204" pitchFamily="34" charset="0"/>
            </a:endParaRPr>
          </a:p>
        </p:txBody>
      </p:sp>
      <p:sp>
        <p:nvSpPr>
          <p:cNvPr id="2452" name="TextBox 2451">
            <a:extLst>
              <a:ext uri="{FF2B5EF4-FFF2-40B4-BE49-F238E27FC236}">
                <a16:creationId xmlns:a16="http://schemas.microsoft.com/office/drawing/2014/main" id="{891CFFAF-7B6F-A37D-C5E7-607514AF317D}"/>
              </a:ext>
            </a:extLst>
          </p:cNvPr>
          <p:cNvSpPr txBox="1"/>
          <p:nvPr/>
        </p:nvSpPr>
        <p:spPr>
          <a:xfrm>
            <a:off x="18074" y="2908482"/>
            <a:ext cx="282036" cy="325025"/>
          </a:xfrm>
          <a:prstGeom prst="rect">
            <a:avLst/>
          </a:prstGeom>
          <a:noFill/>
        </p:spPr>
        <p:txBody>
          <a:bodyPr wrap="square" rtlCol="0">
            <a:spAutoFit/>
          </a:bodyPr>
          <a:lstStyle/>
          <a:p>
            <a:pPr algn="ctr"/>
            <a:r>
              <a:rPr lang="en-US" sz="1512" dirty="0">
                <a:latin typeface="Arial" panose="020B0604020202020204" pitchFamily="34" charset="0"/>
                <a:cs typeface="Arial" panose="020B0604020202020204" pitchFamily="34" charset="0"/>
              </a:rPr>
              <a:t>B</a:t>
            </a:r>
            <a:endParaRPr lang="en-US" sz="4536"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49C0167-096B-6751-4855-21E6F85071F6}"/>
              </a:ext>
            </a:extLst>
          </p:cNvPr>
          <p:cNvSpPr txBox="1"/>
          <p:nvPr/>
        </p:nvSpPr>
        <p:spPr>
          <a:xfrm>
            <a:off x="35500" y="5855747"/>
            <a:ext cx="6480175" cy="646331"/>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Supplementary Fig.3. (A) Percent of all cells belonging to each </a:t>
            </a:r>
            <a:r>
              <a:rPr lang="en-US" sz="1200" dirty="0" err="1">
                <a:latin typeface="Arial" panose="020B0604020202020204" pitchFamily="34" charset="0"/>
                <a:cs typeface="Arial" panose="020B0604020202020204" pitchFamily="34" charset="0"/>
              </a:rPr>
              <a:t>multiome</a:t>
            </a:r>
            <a:r>
              <a:rPr lang="en-US" sz="1200" dirty="0">
                <a:latin typeface="Arial" panose="020B0604020202020204" pitchFamily="34" charset="0"/>
                <a:cs typeface="Arial" panose="020B0604020202020204" pitchFamily="34" charset="0"/>
              </a:rPr>
              <a:t> cluster. (B) Precent of all neurons belonging to each </a:t>
            </a:r>
            <a:r>
              <a:rPr lang="en-US" sz="1200" dirty="0" err="1">
                <a:latin typeface="Arial" panose="020B0604020202020204" pitchFamily="34" charset="0"/>
                <a:cs typeface="Arial" panose="020B0604020202020204" pitchFamily="34" charset="0"/>
              </a:rPr>
              <a:t>multiome</a:t>
            </a:r>
            <a:r>
              <a:rPr lang="en-US" sz="1200" dirty="0">
                <a:latin typeface="Arial" panose="020B0604020202020204" pitchFamily="34" charset="0"/>
                <a:cs typeface="Arial" panose="020B0604020202020204" pitchFamily="34" charset="0"/>
              </a:rPr>
              <a:t> cluster. Only significant results are shown. Points indicate the mean for each individual. Asterisks: “*”: p &lt; 0.05, “**”: p &lt; 0.01, “***”: p &lt; 0.001. </a:t>
            </a:r>
          </a:p>
        </p:txBody>
      </p:sp>
    </p:spTree>
    <p:extLst>
      <p:ext uri="{BB962C8B-B14F-4D97-AF65-F5344CB8AC3E}">
        <p14:creationId xmlns:p14="http://schemas.microsoft.com/office/powerpoint/2010/main" val="69197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0" name="Group 649">
            <a:extLst>
              <a:ext uri="{FF2B5EF4-FFF2-40B4-BE49-F238E27FC236}">
                <a16:creationId xmlns:a16="http://schemas.microsoft.com/office/drawing/2014/main" id="{B2E090F9-C81F-287D-EAB9-24BC8C8066E0}"/>
              </a:ext>
            </a:extLst>
          </p:cNvPr>
          <p:cNvGrpSpPr/>
          <p:nvPr/>
        </p:nvGrpSpPr>
        <p:grpSpPr>
          <a:xfrm>
            <a:off x="275969" y="5873744"/>
            <a:ext cx="3978385" cy="1567769"/>
            <a:chOff x="134635" y="5682401"/>
            <a:chExt cx="4210343" cy="1659178"/>
          </a:xfrm>
        </p:grpSpPr>
        <p:sp>
          <p:nvSpPr>
            <p:cNvPr id="579" name="Freeform 578">
              <a:extLst>
                <a:ext uri="{FF2B5EF4-FFF2-40B4-BE49-F238E27FC236}">
                  <a16:creationId xmlns:a16="http://schemas.microsoft.com/office/drawing/2014/main" id="{F08E3268-494E-B14F-5810-E93935E37105}"/>
                </a:ext>
              </a:extLst>
            </p:cNvPr>
            <p:cNvSpPr/>
            <p:nvPr/>
          </p:nvSpPr>
          <p:spPr>
            <a:xfrm>
              <a:off x="1413057" y="5870278"/>
              <a:ext cx="2125853" cy="1120456"/>
            </a:xfrm>
            <a:custGeom>
              <a:avLst/>
              <a:gdLst>
                <a:gd name="csX0" fmla="*/ 0 w 2125853"/>
                <a:gd name="csY0" fmla="*/ 0 h 1999488"/>
                <a:gd name="csX1" fmla="*/ 2125853 w 2125853"/>
                <a:gd name="csY1" fmla="*/ 0 h 1999488"/>
                <a:gd name="csX2" fmla="*/ 2125853 w 2125853"/>
                <a:gd name="csY2" fmla="*/ 1999488 h 1999488"/>
                <a:gd name="csX3" fmla="*/ 0 w 2125853"/>
                <a:gd name="csY3" fmla="*/ 1999488 h 1999488"/>
              </a:gdLst>
              <a:ahLst/>
              <a:cxnLst>
                <a:cxn ang="0">
                  <a:pos x="csX0" y="csY0"/>
                </a:cxn>
                <a:cxn ang="0">
                  <a:pos x="csX1" y="csY1"/>
                </a:cxn>
                <a:cxn ang="0">
                  <a:pos x="csX2" y="csY2"/>
                </a:cxn>
                <a:cxn ang="0">
                  <a:pos x="csX3" y="csY3"/>
                </a:cxn>
              </a:cxnLst>
              <a:rect l="l" t="t" r="r" b="b"/>
              <a:pathLst>
                <a:path w="2125853" h="1999488">
                  <a:moveTo>
                    <a:pt x="0" y="0"/>
                  </a:moveTo>
                  <a:lnTo>
                    <a:pt x="2125853" y="0"/>
                  </a:lnTo>
                  <a:lnTo>
                    <a:pt x="2125853" y="1999488"/>
                  </a:lnTo>
                  <a:lnTo>
                    <a:pt x="0" y="1999488"/>
                  </a:lnTo>
                  <a:close/>
                </a:path>
              </a:pathLst>
            </a:custGeom>
            <a:solidFill>
              <a:srgbClr val="FFFFFF"/>
            </a:solidFill>
            <a:ln w="13589" cap="rnd">
              <a:noFill/>
              <a:prstDash val="solid"/>
              <a:round/>
            </a:ln>
          </p:spPr>
          <p:txBody>
            <a:bodyPr/>
            <a:lstStyle/>
            <a:p>
              <a:pPr algn="ctr"/>
              <a:endParaRPr lang="en-US" sz="1701"/>
            </a:p>
          </p:txBody>
        </p:sp>
        <p:sp>
          <p:nvSpPr>
            <p:cNvPr id="580" name="Freeform 579">
              <a:extLst>
                <a:ext uri="{FF2B5EF4-FFF2-40B4-BE49-F238E27FC236}">
                  <a16:creationId xmlns:a16="http://schemas.microsoft.com/office/drawing/2014/main" id="{5A815B8F-414A-AD77-EC05-0DCD5FDAB652}"/>
                </a:ext>
              </a:extLst>
            </p:cNvPr>
            <p:cNvSpPr/>
            <p:nvPr/>
          </p:nvSpPr>
          <p:spPr>
            <a:xfrm>
              <a:off x="1648514"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581" name="Freeform 580">
              <a:extLst>
                <a:ext uri="{FF2B5EF4-FFF2-40B4-BE49-F238E27FC236}">
                  <a16:creationId xmlns:a16="http://schemas.microsoft.com/office/drawing/2014/main" id="{622574A2-9D0C-585A-60DD-17FAD86FF073}"/>
                </a:ext>
              </a:extLst>
            </p:cNvPr>
            <p:cNvSpPr/>
            <p:nvPr/>
          </p:nvSpPr>
          <p:spPr>
            <a:xfrm>
              <a:off x="2051485"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582" name="Freeform 581">
              <a:extLst>
                <a:ext uri="{FF2B5EF4-FFF2-40B4-BE49-F238E27FC236}">
                  <a16:creationId xmlns:a16="http://schemas.microsoft.com/office/drawing/2014/main" id="{2B9FD1BB-43E4-731C-CC50-2C378D0913ED}"/>
                </a:ext>
              </a:extLst>
            </p:cNvPr>
            <p:cNvSpPr/>
            <p:nvPr/>
          </p:nvSpPr>
          <p:spPr>
            <a:xfrm>
              <a:off x="2454583"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583" name="Freeform 582">
              <a:extLst>
                <a:ext uri="{FF2B5EF4-FFF2-40B4-BE49-F238E27FC236}">
                  <a16:creationId xmlns:a16="http://schemas.microsoft.com/office/drawing/2014/main" id="{DA078212-D2BB-6436-6908-F4DC07D7725B}"/>
                </a:ext>
              </a:extLst>
            </p:cNvPr>
            <p:cNvSpPr/>
            <p:nvPr/>
          </p:nvSpPr>
          <p:spPr>
            <a:xfrm>
              <a:off x="2857682"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584" name="Freeform 583">
              <a:extLst>
                <a:ext uri="{FF2B5EF4-FFF2-40B4-BE49-F238E27FC236}">
                  <a16:creationId xmlns:a16="http://schemas.microsoft.com/office/drawing/2014/main" id="{82AD37EE-EE51-26BE-C72F-86054E72D511}"/>
                </a:ext>
              </a:extLst>
            </p:cNvPr>
            <p:cNvSpPr/>
            <p:nvPr/>
          </p:nvSpPr>
          <p:spPr>
            <a:xfrm>
              <a:off x="3260779"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585" name="Freeform 584">
              <a:extLst>
                <a:ext uri="{FF2B5EF4-FFF2-40B4-BE49-F238E27FC236}">
                  <a16:creationId xmlns:a16="http://schemas.microsoft.com/office/drawing/2014/main" id="{3EB68376-89EF-DA77-D258-DBB5D36F431C}"/>
                </a:ext>
              </a:extLst>
            </p:cNvPr>
            <p:cNvSpPr/>
            <p:nvPr/>
          </p:nvSpPr>
          <p:spPr>
            <a:xfrm>
              <a:off x="1372416" y="6803422"/>
              <a:ext cx="2125725" cy="7117"/>
            </a:xfrm>
            <a:custGeom>
              <a:avLst/>
              <a:gdLst>
                <a:gd name="csX0" fmla="*/ 0 w 2125725"/>
                <a:gd name="csY0" fmla="*/ 0 h 12700"/>
                <a:gd name="csX1" fmla="*/ 2125726 w 2125725"/>
                <a:gd name="csY1" fmla="*/ 0 h 12700"/>
              </a:gdLst>
              <a:ahLst/>
              <a:cxnLst>
                <a:cxn ang="0">
                  <a:pos x="csX0" y="csY0"/>
                </a:cxn>
                <a:cxn ang="0">
                  <a:pos x="csX1" y="csY1"/>
                </a:cxn>
              </a:cxnLst>
              <a:rect l="l" t="t" r="r" b="b"/>
              <a:pathLst>
                <a:path w="2125725" h="12700">
                  <a:moveTo>
                    <a:pt x="0" y="0"/>
                  </a:moveTo>
                  <a:lnTo>
                    <a:pt x="2125726" y="0"/>
                  </a:lnTo>
                </a:path>
              </a:pathLst>
            </a:custGeom>
            <a:noFill/>
            <a:ln w="13589" cap="flat">
              <a:solidFill>
                <a:srgbClr val="EBEBEB"/>
              </a:solidFill>
              <a:prstDash val="solid"/>
              <a:round/>
            </a:ln>
          </p:spPr>
          <p:txBody>
            <a:bodyPr/>
            <a:lstStyle/>
            <a:p>
              <a:pPr algn="ctr"/>
              <a:endParaRPr lang="en-US" sz="1701"/>
            </a:p>
          </p:txBody>
        </p:sp>
        <p:sp>
          <p:nvSpPr>
            <p:cNvPr id="586" name="Freeform 585">
              <a:extLst>
                <a:ext uri="{FF2B5EF4-FFF2-40B4-BE49-F238E27FC236}">
                  <a16:creationId xmlns:a16="http://schemas.microsoft.com/office/drawing/2014/main" id="{7FEF6FDB-ACD6-E2B9-5A7C-E56163BEE2F3}"/>
                </a:ext>
              </a:extLst>
            </p:cNvPr>
            <p:cNvSpPr/>
            <p:nvPr/>
          </p:nvSpPr>
          <p:spPr>
            <a:xfrm>
              <a:off x="1372416" y="6453279"/>
              <a:ext cx="2125725" cy="7117"/>
            </a:xfrm>
            <a:custGeom>
              <a:avLst/>
              <a:gdLst>
                <a:gd name="csX0" fmla="*/ 0 w 2125725"/>
                <a:gd name="csY0" fmla="*/ 0 h 12700"/>
                <a:gd name="csX1" fmla="*/ 2125726 w 2125725"/>
                <a:gd name="csY1" fmla="*/ 0 h 12700"/>
              </a:gdLst>
              <a:ahLst/>
              <a:cxnLst>
                <a:cxn ang="0">
                  <a:pos x="csX0" y="csY0"/>
                </a:cxn>
                <a:cxn ang="0">
                  <a:pos x="csX1" y="csY1"/>
                </a:cxn>
              </a:cxnLst>
              <a:rect l="l" t="t" r="r" b="b"/>
              <a:pathLst>
                <a:path w="2125725" h="12700">
                  <a:moveTo>
                    <a:pt x="0" y="0"/>
                  </a:moveTo>
                  <a:lnTo>
                    <a:pt x="2125726" y="0"/>
                  </a:lnTo>
                </a:path>
              </a:pathLst>
            </a:custGeom>
            <a:noFill/>
            <a:ln w="13589" cap="flat">
              <a:solidFill>
                <a:srgbClr val="EBEBEB"/>
              </a:solidFill>
              <a:prstDash val="solid"/>
              <a:round/>
            </a:ln>
          </p:spPr>
          <p:txBody>
            <a:bodyPr/>
            <a:lstStyle/>
            <a:p>
              <a:pPr algn="ctr"/>
              <a:endParaRPr lang="en-US" sz="1701"/>
            </a:p>
          </p:txBody>
        </p:sp>
        <p:sp>
          <p:nvSpPr>
            <p:cNvPr id="587" name="Freeform 586">
              <a:extLst>
                <a:ext uri="{FF2B5EF4-FFF2-40B4-BE49-F238E27FC236}">
                  <a16:creationId xmlns:a16="http://schemas.microsoft.com/office/drawing/2014/main" id="{CB5AF914-B89A-6D47-C49A-AA21BF48F960}"/>
                </a:ext>
              </a:extLst>
            </p:cNvPr>
            <p:cNvSpPr/>
            <p:nvPr/>
          </p:nvSpPr>
          <p:spPr>
            <a:xfrm>
              <a:off x="1372416" y="6103137"/>
              <a:ext cx="2125725" cy="7117"/>
            </a:xfrm>
            <a:custGeom>
              <a:avLst/>
              <a:gdLst>
                <a:gd name="csX0" fmla="*/ 0 w 2125725"/>
                <a:gd name="csY0" fmla="*/ 0 h 12700"/>
                <a:gd name="csX1" fmla="*/ 2125726 w 2125725"/>
                <a:gd name="csY1" fmla="*/ 0 h 12700"/>
              </a:gdLst>
              <a:ahLst/>
              <a:cxnLst>
                <a:cxn ang="0">
                  <a:pos x="csX0" y="csY0"/>
                </a:cxn>
                <a:cxn ang="0">
                  <a:pos x="csX1" y="csY1"/>
                </a:cxn>
              </a:cxnLst>
              <a:rect l="l" t="t" r="r" b="b"/>
              <a:pathLst>
                <a:path w="2125725" h="12700">
                  <a:moveTo>
                    <a:pt x="0" y="0"/>
                  </a:moveTo>
                  <a:lnTo>
                    <a:pt x="2125726" y="0"/>
                  </a:lnTo>
                </a:path>
              </a:pathLst>
            </a:custGeom>
            <a:noFill/>
            <a:ln w="13589" cap="flat">
              <a:solidFill>
                <a:srgbClr val="EBEBEB"/>
              </a:solidFill>
              <a:prstDash val="solid"/>
              <a:round/>
            </a:ln>
          </p:spPr>
          <p:txBody>
            <a:bodyPr/>
            <a:lstStyle/>
            <a:p>
              <a:pPr algn="ctr"/>
              <a:endParaRPr lang="en-US" sz="1701"/>
            </a:p>
          </p:txBody>
        </p:sp>
        <p:sp>
          <p:nvSpPr>
            <p:cNvPr id="588" name="Freeform 587">
              <a:extLst>
                <a:ext uri="{FF2B5EF4-FFF2-40B4-BE49-F238E27FC236}">
                  <a16:creationId xmlns:a16="http://schemas.microsoft.com/office/drawing/2014/main" id="{18F2C012-6BFB-D147-D335-5C1B3A121A82}"/>
                </a:ext>
              </a:extLst>
            </p:cNvPr>
            <p:cNvSpPr/>
            <p:nvPr/>
          </p:nvSpPr>
          <p:spPr>
            <a:xfrm>
              <a:off x="1446966"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589" name="Freeform 588">
              <a:extLst>
                <a:ext uri="{FF2B5EF4-FFF2-40B4-BE49-F238E27FC236}">
                  <a16:creationId xmlns:a16="http://schemas.microsoft.com/office/drawing/2014/main" id="{FF880CA9-0745-3B1E-B933-39E1AEC4C997}"/>
                </a:ext>
              </a:extLst>
            </p:cNvPr>
            <p:cNvSpPr/>
            <p:nvPr/>
          </p:nvSpPr>
          <p:spPr>
            <a:xfrm>
              <a:off x="1850064"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590" name="Freeform 589">
              <a:extLst>
                <a:ext uri="{FF2B5EF4-FFF2-40B4-BE49-F238E27FC236}">
                  <a16:creationId xmlns:a16="http://schemas.microsoft.com/office/drawing/2014/main" id="{D41D1952-2DDA-B6FF-53E4-A58194E9AA9D}"/>
                </a:ext>
              </a:extLst>
            </p:cNvPr>
            <p:cNvSpPr/>
            <p:nvPr/>
          </p:nvSpPr>
          <p:spPr>
            <a:xfrm>
              <a:off x="2253035"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591" name="Freeform 590">
              <a:extLst>
                <a:ext uri="{FF2B5EF4-FFF2-40B4-BE49-F238E27FC236}">
                  <a16:creationId xmlns:a16="http://schemas.microsoft.com/office/drawing/2014/main" id="{6F86E60B-8DEF-1426-B1ED-5356B379F47B}"/>
                </a:ext>
              </a:extLst>
            </p:cNvPr>
            <p:cNvSpPr/>
            <p:nvPr/>
          </p:nvSpPr>
          <p:spPr>
            <a:xfrm>
              <a:off x="2656132"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592" name="Freeform 591">
              <a:extLst>
                <a:ext uri="{FF2B5EF4-FFF2-40B4-BE49-F238E27FC236}">
                  <a16:creationId xmlns:a16="http://schemas.microsoft.com/office/drawing/2014/main" id="{AE41030E-77B4-460B-D3E1-6CDB64AB8802}"/>
                </a:ext>
              </a:extLst>
            </p:cNvPr>
            <p:cNvSpPr/>
            <p:nvPr/>
          </p:nvSpPr>
          <p:spPr>
            <a:xfrm>
              <a:off x="3059230"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593" name="Freeform 592">
              <a:extLst>
                <a:ext uri="{FF2B5EF4-FFF2-40B4-BE49-F238E27FC236}">
                  <a16:creationId xmlns:a16="http://schemas.microsoft.com/office/drawing/2014/main" id="{50A3A1AE-BDA7-D504-AA54-8752DE1EADF4}"/>
                </a:ext>
              </a:extLst>
            </p:cNvPr>
            <p:cNvSpPr/>
            <p:nvPr/>
          </p:nvSpPr>
          <p:spPr>
            <a:xfrm>
              <a:off x="3462328" y="5893051"/>
              <a:ext cx="12700" cy="1120455"/>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594" name="Freeform 593">
              <a:extLst>
                <a:ext uri="{FF2B5EF4-FFF2-40B4-BE49-F238E27FC236}">
                  <a16:creationId xmlns:a16="http://schemas.microsoft.com/office/drawing/2014/main" id="{D7F68F0F-C14A-41AA-2814-072CD5C5DF57}"/>
                </a:ext>
              </a:extLst>
            </p:cNvPr>
            <p:cNvSpPr/>
            <p:nvPr/>
          </p:nvSpPr>
          <p:spPr>
            <a:xfrm>
              <a:off x="3288593" y="6039869"/>
              <a:ext cx="128016" cy="126535"/>
            </a:xfrm>
            <a:custGeom>
              <a:avLst/>
              <a:gdLst>
                <a:gd name="csX0" fmla="*/ 225806 w 225805"/>
                <a:gd name="csY0" fmla="*/ 112903 h 225806"/>
                <a:gd name="csX1" fmla="*/ 112903 w 225805"/>
                <a:gd name="csY1" fmla="*/ 225806 h 225806"/>
                <a:gd name="csX2" fmla="*/ 0 w 225805"/>
                <a:gd name="csY2" fmla="*/ 112903 h 225806"/>
                <a:gd name="csX3" fmla="*/ 112903 w 225805"/>
                <a:gd name="csY3" fmla="*/ 0 h 225806"/>
                <a:gd name="csX4" fmla="*/ 225806 w 225805"/>
                <a:gd name="csY4" fmla="*/ 112903 h 225806"/>
              </a:gdLst>
              <a:ahLst/>
              <a:cxnLst>
                <a:cxn ang="0">
                  <a:pos x="csX0" y="csY0"/>
                </a:cxn>
                <a:cxn ang="0">
                  <a:pos x="csX1" y="csY1"/>
                </a:cxn>
                <a:cxn ang="0">
                  <a:pos x="csX2" y="csY2"/>
                </a:cxn>
                <a:cxn ang="0">
                  <a:pos x="csX3" y="csY3"/>
                </a:cxn>
                <a:cxn ang="0">
                  <a:pos x="csX4" y="csY4"/>
                </a:cxn>
              </a:cxnLst>
              <a:rect l="l" t="t" r="r" b="b"/>
              <a:pathLst>
                <a:path w="225805" h="225806">
                  <a:moveTo>
                    <a:pt x="225806" y="112903"/>
                  </a:moveTo>
                  <a:cubicBezTo>
                    <a:pt x="225806" y="175258"/>
                    <a:pt x="175257" y="225806"/>
                    <a:pt x="112903" y="225806"/>
                  </a:cubicBezTo>
                  <a:cubicBezTo>
                    <a:pt x="50548" y="225806"/>
                    <a:pt x="0" y="175258"/>
                    <a:pt x="0" y="112903"/>
                  </a:cubicBezTo>
                  <a:cubicBezTo>
                    <a:pt x="0" y="50548"/>
                    <a:pt x="50548" y="0"/>
                    <a:pt x="112903" y="0"/>
                  </a:cubicBezTo>
                  <a:cubicBezTo>
                    <a:pt x="175257" y="0"/>
                    <a:pt x="225806" y="50548"/>
                    <a:pt x="225806" y="112903"/>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595" name="Freeform 594">
              <a:extLst>
                <a:ext uri="{FF2B5EF4-FFF2-40B4-BE49-F238E27FC236}">
                  <a16:creationId xmlns:a16="http://schemas.microsoft.com/office/drawing/2014/main" id="{C8F0E387-28F2-6B77-4747-8222CF37B29D}"/>
                </a:ext>
              </a:extLst>
            </p:cNvPr>
            <p:cNvSpPr/>
            <p:nvPr/>
          </p:nvSpPr>
          <p:spPr>
            <a:xfrm>
              <a:off x="1939726" y="6407661"/>
              <a:ext cx="91440" cy="91236"/>
            </a:xfrm>
            <a:custGeom>
              <a:avLst/>
              <a:gdLst>
                <a:gd name="csX0" fmla="*/ 162814 w 162813"/>
                <a:gd name="csY0" fmla="*/ 81407 h 162813"/>
                <a:gd name="csX1" fmla="*/ 81407 w 162813"/>
                <a:gd name="csY1" fmla="*/ 162814 h 162813"/>
                <a:gd name="csX2" fmla="*/ 0 w 162813"/>
                <a:gd name="csY2" fmla="*/ 81407 h 162813"/>
                <a:gd name="csX3" fmla="*/ 81407 w 162813"/>
                <a:gd name="csY3" fmla="*/ 0 h 162813"/>
                <a:gd name="csX4" fmla="*/ 162814 w 162813"/>
                <a:gd name="csY4" fmla="*/ 81407 h 162813"/>
              </a:gdLst>
              <a:ahLst/>
              <a:cxnLst>
                <a:cxn ang="0">
                  <a:pos x="csX0" y="csY0"/>
                </a:cxn>
                <a:cxn ang="0">
                  <a:pos x="csX1" y="csY1"/>
                </a:cxn>
                <a:cxn ang="0">
                  <a:pos x="csX2" y="csY2"/>
                </a:cxn>
                <a:cxn ang="0">
                  <a:pos x="csX3" y="csY3"/>
                </a:cxn>
                <a:cxn ang="0">
                  <a:pos x="csX4" y="csY4"/>
                </a:cxn>
              </a:cxnLst>
              <a:rect l="l" t="t" r="r" b="b"/>
              <a:pathLst>
                <a:path w="162813" h="162813">
                  <a:moveTo>
                    <a:pt x="162814" y="81407"/>
                  </a:moveTo>
                  <a:cubicBezTo>
                    <a:pt x="162814" y="126367"/>
                    <a:pt x="126367" y="162814"/>
                    <a:pt x="81407" y="162814"/>
                  </a:cubicBezTo>
                  <a:cubicBezTo>
                    <a:pt x="36447" y="162814"/>
                    <a:pt x="0" y="126367"/>
                    <a:pt x="0" y="81407"/>
                  </a:cubicBezTo>
                  <a:cubicBezTo>
                    <a:pt x="0" y="36447"/>
                    <a:pt x="36447" y="0"/>
                    <a:pt x="81407" y="0"/>
                  </a:cubicBezTo>
                  <a:cubicBezTo>
                    <a:pt x="126367" y="0"/>
                    <a:pt x="162814" y="36447"/>
                    <a:pt x="162814" y="81407"/>
                  </a:cubicBezTo>
                  <a:close/>
                </a:path>
              </a:pathLst>
            </a:custGeom>
            <a:solidFill>
              <a:srgbClr val="D7696A"/>
            </a:solidFill>
            <a:ln w="9017" cap="rnd">
              <a:solidFill>
                <a:srgbClr val="000000"/>
              </a:solidFill>
              <a:prstDash val="solid"/>
              <a:round/>
            </a:ln>
          </p:spPr>
          <p:txBody>
            <a:bodyPr/>
            <a:lstStyle/>
            <a:p>
              <a:pPr algn="ctr"/>
              <a:endParaRPr lang="en-US" sz="1701"/>
            </a:p>
          </p:txBody>
        </p:sp>
        <p:sp>
          <p:nvSpPr>
            <p:cNvPr id="596" name="Freeform 595">
              <a:extLst>
                <a:ext uri="{FF2B5EF4-FFF2-40B4-BE49-F238E27FC236}">
                  <a16:creationId xmlns:a16="http://schemas.microsoft.com/office/drawing/2014/main" id="{3724387A-9FB0-CBF3-A770-CA32D5E727F5}"/>
                </a:ext>
              </a:extLst>
            </p:cNvPr>
            <p:cNvSpPr/>
            <p:nvPr/>
          </p:nvSpPr>
          <p:spPr>
            <a:xfrm>
              <a:off x="1423852" y="6778086"/>
              <a:ext cx="54864" cy="50671"/>
            </a:xfrm>
            <a:custGeom>
              <a:avLst/>
              <a:gdLst>
                <a:gd name="csX0" fmla="*/ 90424 w 90424"/>
                <a:gd name="csY0" fmla="*/ 45212 h 90424"/>
                <a:gd name="csX1" fmla="*/ 45212 w 90424"/>
                <a:gd name="csY1" fmla="*/ 90424 h 90424"/>
                <a:gd name="csX2" fmla="*/ 0 w 90424"/>
                <a:gd name="csY2" fmla="*/ 45212 h 90424"/>
                <a:gd name="csX3" fmla="*/ 45212 w 90424"/>
                <a:gd name="csY3" fmla="*/ 0 h 90424"/>
                <a:gd name="csX4" fmla="*/ 90424 w 90424"/>
                <a:gd name="csY4" fmla="*/ 45212 h 90424"/>
              </a:gdLst>
              <a:ahLst/>
              <a:cxnLst>
                <a:cxn ang="0">
                  <a:pos x="csX0" y="csY0"/>
                </a:cxn>
                <a:cxn ang="0">
                  <a:pos x="csX1" y="csY1"/>
                </a:cxn>
                <a:cxn ang="0">
                  <a:pos x="csX2" y="csY2"/>
                </a:cxn>
                <a:cxn ang="0">
                  <a:pos x="csX3" y="csY3"/>
                </a:cxn>
                <a:cxn ang="0">
                  <a:pos x="csX4" y="csY4"/>
                </a:cxn>
              </a:cxnLst>
              <a:rect l="l" t="t" r="r" b="b"/>
              <a:pathLst>
                <a:path w="90424" h="90424">
                  <a:moveTo>
                    <a:pt x="90424" y="45212"/>
                  </a:moveTo>
                  <a:cubicBezTo>
                    <a:pt x="90424" y="70182"/>
                    <a:pt x="70182" y="90424"/>
                    <a:pt x="45212" y="90424"/>
                  </a:cubicBezTo>
                  <a:cubicBezTo>
                    <a:pt x="20242" y="90424"/>
                    <a:pt x="0" y="70182"/>
                    <a:pt x="0" y="45212"/>
                  </a:cubicBezTo>
                  <a:cubicBezTo>
                    <a:pt x="0" y="20242"/>
                    <a:pt x="20242" y="0"/>
                    <a:pt x="45212" y="0"/>
                  </a:cubicBezTo>
                  <a:cubicBezTo>
                    <a:pt x="70182" y="0"/>
                    <a:pt x="90424" y="20242"/>
                    <a:pt x="90424" y="45212"/>
                  </a:cubicBezTo>
                  <a:close/>
                </a:path>
              </a:pathLst>
            </a:custGeom>
            <a:solidFill>
              <a:srgbClr val="327EBA"/>
            </a:solidFill>
            <a:ln w="9017" cap="rnd">
              <a:solidFill>
                <a:srgbClr val="000000"/>
              </a:solidFill>
              <a:prstDash val="solid"/>
              <a:round/>
            </a:ln>
          </p:spPr>
          <p:txBody>
            <a:bodyPr/>
            <a:lstStyle/>
            <a:p>
              <a:pPr algn="ctr"/>
              <a:endParaRPr lang="en-US" sz="1701"/>
            </a:p>
          </p:txBody>
        </p:sp>
        <p:sp>
          <p:nvSpPr>
            <p:cNvPr id="597" name="Freeform 596">
              <a:extLst>
                <a:ext uri="{FF2B5EF4-FFF2-40B4-BE49-F238E27FC236}">
                  <a16:creationId xmlns:a16="http://schemas.microsoft.com/office/drawing/2014/main" id="{117E7040-4D6C-45BF-DAA8-27786D8F5B74}"/>
                </a:ext>
              </a:extLst>
            </p:cNvPr>
            <p:cNvSpPr/>
            <p:nvPr/>
          </p:nvSpPr>
          <p:spPr>
            <a:xfrm>
              <a:off x="1372417" y="5893051"/>
              <a:ext cx="2168398" cy="1120456"/>
            </a:xfrm>
            <a:custGeom>
              <a:avLst/>
              <a:gdLst>
                <a:gd name="csX0" fmla="*/ 0 w 2125853"/>
                <a:gd name="csY0" fmla="*/ 0 h 1999488"/>
                <a:gd name="csX1" fmla="*/ 2125853 w 2125853"/>
                <a:gd name="csY1" fmla="*/ 0 h 1999488"/>
                <a:gd name="csX2" fmla="*/ 2125853 w 2125853"/>
                <a:gd name="csY2" fmla="*/ 1999488 h 1999488"/>
                <a:gd name="csX3" fmla="*/ 0 w 2125853"/>
                <a:gd name="csY3" fmla="*/ 1999488 h 1999488"/>
              </a:gdLst>
              <a:ahLst/>
              <a:cxnLst>
                <a:cxn ang="0">
                  <a:pos x="csX0" y="csY0"/>
                </a:cxn>
                <a:cxn ang="0">
                  <a:pos x="csX1" y="csY1"/>
                </a:cxn>
                <a:cxn ang="0">
                  <a:pos x="csX2" y="csY2"/>
                </a:cxn>
                <a:cxn ang="0">
                  <a:pos x="csX3" y="csY3"/>
                </a:cxn>
              </a:cxnLst>
              <a:rect l="l" t="t" r="r" b="b"/>
              <a:pathLst>
                <a:path w="2125853" h="1999488">
                  <a:moveTo>
                    <a:pt x="0" y="0"/>
                  </a:moveTo>
                  <a:lnTo>
                    <a:pt x="2125853" y="0"/>
                  </a:lnTo>
                  <a:lnTo>
                    <a:pt x="2125853" y="1999488"/>
                  </a:lnTo>
                  <a:lnTo>
                    <a:pt x="0" y="1999488"/>
                  </a:lnTo>
                  <a:close/>
                </a:path>
              </a:pathLst>
            </a:custGeom>
            <a:noFill/>
            <a:ln w="13589" cap="rnd">
              <a:solidFill>
                <a:srgbClr val="333333"/>
              </a:solidFill>
              <a:prstDash val="solid"/>
              <a:round/>
            </a:ln>
          </p:spPr>
          <p:txBody>
            <a:bodyPr/>
            <a:lstStyle/>
            <a:p>
              <a:pPr algn="ctr"/>
              <a:endParaRPr lang="en-US" sz="1701"/>
            </a:p>
          </p:txBody>
        </p:sp>
        <p:sp>
          <p:nvSpPr>
            <p:cNvPr id="599" name="TextBox 598">
              <a:extLst>
                <a:ext uri="{FF2B5EF4-FFF2-40B4-BE49-F238E27FC236}">
                  <a16:creationId xmlns:a16="http://schemas.microsoft.com/office/drawing/2014/main" id="{1D213F59-3994-AFD7-FD68-BB552B436595}"/>
                </a:ext>
              </a:extLst>
            </p:cNvPr>
            <p:cNvSpPr txBox="1"/>
            <p:nvPr/>
          </p:nvSpPr>
          <p:spPr>
            <a:xfrm>
              <a:off x="187207" y="6578307"/>
              <a:ext cx="1238759"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anatomical structure</a:t>
              </a:r>
            </a:p>
          </p:txBody>
        </p:sp>
        <p:sp>
          <p:nvSpPr>
            <p:cNvPr id="600" name="TextBox 599">
              <a:extLst>
                <a:ext uri="{FF2B5EF4-FFF2-40B4-BE49-F238E27FC236}">
                  <a16:creationId xmlns:a16="http://schemas.microsoft.com/office/drawing/2014/main" id="{3B443482-5BB9-65F6-A00E-C64DABE608E6}"/>
                </a:ext>
              </a:extLst>
            </p:cNvPr>
            <p:cNvSpPr txBox="1"/>
            <p:nvPr/>
          </p:nvSpPr>
          <p:spPr>
            <a:xfrm>
              <a:off x="134635" y="6670538"/>
              <a:ext cx="1257421" cy="23614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formation involved in</a:t>
              </a:r>
            </a:p>
          </p:txBody>
        </p:sp>
        <p:sp>
          <p:nvSpPr>
            <p:cNvPr id="601" name="TextBox 600">
              <a:extLst>
                <a:ext uri="{FF2B5EF4-FFF2-40B4-BE49-F238E27FC236}">
                  <a16:creationId xmlns:a16="http://schemas.microsoft.com/office/drawing/2014/main" id="{628A45D7-046B-2F06-EBAF-48F13C58B340}"/>
                </a:ext>
              </a:extLst>
            </p:cNvPr>
            <p:cNvSpPr txBox="1"/>
            <p:nvPr/>
          </p:nvSpPr>
          <p:spPr>
            <a:xfrm>
              <a:off x="396553" y="6762772"/>
              <a:ext cx="98768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morphogenesis</a:t>
              </a:r>
            </a:p>
          </p:txBody>
        </p:sp>
        <p:sp>
          <p:nvSpPr>
            <p:cNvPr id="602" name="TextBox 601">
              <a:extLst>
                <a:ext uri="{FF2B5EF4-FFF2-40B4-BE49-F238E27FC236}">
                  <a16:creationId xmlns:a16="http://schemas.microsoft.com/office/drawing/2014/main" id="{F586DF22-B5F8-8678-D77D-E6F293769DB5}"/>
                </a:ext>
              </a:extLst>
            </p:cNvPr>
            <p:cNvSpPr txBox="1"/>
            <p:nvPr/>
          </p:nvSpPr>
          <p:spPr>
            <a:xfrm>
              <a:off x="172712" y="6320397"/>
              <a:ext cx="1250636"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negative chemotaxis</a:t>
              </a:r>
            </a:p>
          </p:txBody>
        </p:sp>
        <p:sp>
          <p:nvSpPr>
            <p:cNvPr id="603" name="TextBox 602">
              <a:extLst>
                <a:ext uri="{FF2B5EF4-FFF2-40B4-BE49-F238E27FC236}">
                  <a16:creationId xmlns:a16="http://schemas.microsoft.com/office/drawing/2014/main" id="{D268634B-1CC6-DB03-DDD4-EA6B09D502E9}"/>
                </a:ext>
              </a:extLst>
            </p:cNvPr>
            <p:cNvSpPr txBox="1"/>
            <p:nvPr/>
          </p:nvSpPr>
          <p:spPr>
            <a:xfrm>
              <a:off x="492163" y="5970326"/>
              <a:ext cx="948664" cy="236148"/>
            </a:xfrm>
            <a:prstGeom prst="rect">
              <a:avLst/>
            </a:prstGeom>
            <a:noFill/>
          </p:spPr>
          <p:txBody>
            <a:bodyPr wrap="none" rtlCol="0">
              <a:spAutoFit/>
            </a:bodyPr>
            <a:lstStyle/>
            <a:p>
              <a:pPr algn="ctr"/>
              <a:r>
                <a:rPr lang="en-US" sz="850" dirty="0">
                  <a:ln/>
                  <a:solidFill>
                    <a:srgbClr val="000000"/>
                  </a:solidFill>
                  <a:latin typeface="Arial"/>
                  <a:cs typeface="Arial"/>
                  <a:sym typeface="Arial"/>
                  <a:rtl val="0"/>
                </a:rPr>
                <a:t>axon guidance</a:t>
              </a:r>
            </a:p>
          </p:txBody>
        </p:sp>
        <p:sp>
          <p:nvSpPr>
            <p:cNvPr id="604" name="Freeform 603">
              <a:extLst>
                <a:ext uri="{FF2B5EF4-FFF2-40B4-BE49-F238E27FC236}">
                  <a16:creationId xmlns:a16="http://schemas.microsoft.com/office/drawing/2014/main" id="{D44A040D-74E1-7A56-7904-1B8630814E2A}"/>
                </a:ext>
              </a:extLst>
            </p:cNvPr>
            <p:cNvSpPr/>
            <p:nvPr/>
          </p:nvSpPr>
          <p:spPr>
            <a:xfrm>
              <a:off x="1337619" y="6803422"/>
              <a:ext cx="34797" cy="7117"/>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605" name="Freeform 604">
              <a:extLst>
                <a:ext uri="{FF2B5EF4-FFF2-40B4-BE49-F238E27FC236}">
                  <a16:creationId xmlns:a16="http://schemas.microsoft.com/office/drawing/2014/main" id="{5707B855-D792-9981-EB3C-8DE886EE5847}"/>
                </a:ext>
              </a:extLst>
            </p:cNvPr>
            <p:cNvSpPr/>
            <p:nvPr/>
          </p:nvSpPr>
          <p:spPr>
            <a:xfrm>
              <a:off x="1337619" y="6453279"/>
              <a:ext cx="34797" cy="7117"/>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606" name="Freeform 605">
              <a:extLst>
                <a:ext uri="{FF2B5EF4-FFF2-40B4-BE49-F238E27FC236}">
                  <a16:creationId xmlns:a16="http://schemas.microsoft.com/office/drawing/2014/main" id="{B1553034-6EF8-E32C-7D53-975FFE057ABC}"/>
                </a:ext>
              </a:extLst>
            </p:cNvPr>
            <p:cNvSpPr/>
            <p:nvPr/>
          </p:nvSpPr>
          <p:spPr>
            <a:xfrm>
              <a:off x="1337619" y="6103137"/>
              <a:ext cx="34797" cy="7117"/>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607" name="Freeform 606">
              <a:extLst>
                <a:ext uri="{FF2B5EF4-FFF2-40B4-BE49-F238E27FC236}">
                  <a16:creationId xmlns:a16="http://schemas.microsoft.com/office/drawing/2014/main" id="{7B29DD24-7D13-3379-5F94-D12EAE6B474F}"/>
                </a:ext>
              </a:extLst>
            </p:cNvPr>
            <p:cNvSpPr/>
            <p:nvPr/>
          </p:nvSpPr>
          <p:spPr>
            <a:xfrm>
              <a:off x="1446966" y="7013506"/>
              <a:ext cx="12700" cy="19500"/>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08" name="Freeform 607">
              <a:extLst>
                <a:ext uri="{FF2B5EF4-FFF2-40B4-BE49-F238E27FC236}">
                  <a16:creationId xmlns:a16="http://schemas.microsoft.com/office/drawing/2014/main" id="{4D46135C-F32E-9E90-6573-B46162D756EC}"/>
                </a:ext>
              </a:extLst>
            </p:cNvPr>
            <p:cNvSpPr/>
            <p:nvPr/>
          </p:nvSpPr>
          <p:spPr>
            <a:xfrm>
              <a:off x="1850064" y="7013506"/>
              <a:ext cx="12700" cy="19500"/>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09" name="Freeform 608">
              <a:extLst>
                <a:ext uri="{FF2B5EF4-FFF2-40B4-BE49-F238E27FC236}">
                  <a16:creationId xmlns:a16="http://schemas.microsoft.com/office/drawing/2014/main" id="{9E87F465-5C20-CCA9-5F10-8022ABC26126}"/>
                </a:ext>
              </a:extLst>
            </p:cNvPr>
            <p:cNvSpPr/>
            <p:nvPr/>
          </p:nvSpPr>
          <p:spPr>
            <a:xfrm>
              <a:off x="2253035" y="7013506"/>
              <a:ext cx="12700" cy="19500"/>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10" name="Freeform 609">
              <a:extLst>
                <a:ext uri="{FF2B5EF4-FFF2-40B4-BE49-F238E27FC236}">
                  <a16:creationId xmlns:a16="http://schemas.microsoft.com/office/drawing/2014/main" id="{E9FD0B84-4ADF-E301-3973-92097D75CF20}"/>
                </a:ext>
              </a:extLst>
            </p:cNvPr>
            <p:cNvSpPr/>
            <p:nvPr/>
          </p:nvSpPr>
          <p:spPr>
            <a:xfrm>
              <a:off x="2656132" y="7013506"/>
              <a:ext cx="12700" cy="19500"/>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11" name="Freeform 610">
              <a:extLst>
                <a:ext uri="{FF2B5EF4-FFF2-40B4-BE49-F238E27FC236}">
                  <a16:creationId xmlns:a16="http://schemas.microsoft.com/office/drawing/2014/main" id="{B5299A6B-D70B-AF6C-864F-9B8E37670688}"/>
                </a:ext>
              </a:extLst>
            </p:cNvPr>
            <p:cNvSpPr/>
            <p:nvPr/>
          </p:nvSpPr>
          <p:spPr>
            <a:xfrm>
              <a:off x="3059230" y="7013506"/>
              <a:ext cx="12700" cy="19500"/>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12" name="Freeform 611">
              <a:extLst>
                <a:ext uri="{FF2B5EF4-FFF2-40B4-BE49-F238E27FC236}">
                  <a16:creationId xmlns:a16="http://schemas.microsoft.com/office/drawing/2014/main" id="{B2E5F372-3D4C-3F85-3AB1-73E726E5EE85}"/>
                </a:ext>
              </a:extLst>
            </p:cNvPr>
            <p:cNvSpPr/>
            <p:nvPr/>
          </p:nvSpPr>
          <p:spPr>
            <a:xfrm>
              <a:off x="3462328" y="7013506"/>
              <a:ext cx="12700" cy="19500"/>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13" name="TextBox 612">
              <a:extLst>
                <a:ext uri="{FF2B5EF4-FFF2-40B4-BE49-F238E27FC236}">
                  <a16:creationId xmlns:a16="http://schemas.microsoft.com/office/drawing/2014/main" id="{F025EC24-8D00-EA12-28A8-14E88ED5F05A}"/>
                </a:ext>
              </a:extLst>
            </p:cNvPr>
            <p:cNvSpPr txBox="1"/>
            <p:nvPr/>
          </p:nvSpPr>
          <p:spPr>
            <a:xfrm>
              <a:off x="1236434" y="7006793"/>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0.04</a:t>
              </a:r>
            </a:p>
          </p:txBody>
        </p:sp>
        <p:sp>
          <p:nvSpPr>
            <p:cNvPr id="614" name="TextBox 613">
              <a:extLst>
                <a:ext uri="{FF2B5EF4-FFF2-40B4-BE49-F238E27FC236}">
                  <a16:creationId xmlns:a16="http://schemas.microsoft.com/office/drawing/2014/main" id="{B23E0FB3-2645-29E3-58BF-F4BACC3F786D}"/>
                </a:ext>
              </a:extLst>
            </p:cNvPr>
            <p:cNvSpPr txBox="1"/>
            <p:nvPr/>
          </p:nvSpPr>
          <p:spPr>
            <a:xfrm>
              <a:off x="1639532" y="7006793"/>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0.06</a:t>
              </a:r>
            </a:p>
          </p:txBody>
        </p:sp>
        <p:sp>
          <p:nvSpPr>
            <p:cNvPr id="615" name="TextBox 614">
              <a:extLst>
                <a:ext uri="{FF2B5EF4-FFF2-40B4-BE49-F238E27FC236}">
                  <a16:creationId xmlns:a16="http://schemas.microsoft.com/office/drawing/2014/main" id="{95669870-1B83-6B28-92A3-49566219A791}"/>
                </a:ext>
              </a:extLst>
            </p:cNvPr>
            <p:cNvSpPr txBox="1"/>
            <p:nvPr/>
          </p:nvSpPr>
          <p:spPr>
            <a:xfrm>
              <a:off x="2042503" y="7006793"/>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0.08</a:t>
              </a:r>
            </a:p>
          </p:txBody>
        </p:sp>
        <p:sp>
          <p:nvSpPr>
            <p:cNvPr id="616" name="TextBox 615">
              <a:extLst>
                <a:ext uri="{FF2B5EF4-FFF2-40B4-BE49-F238E27FC236}">
                  <a16:creationId xmlns:a16="http://schemas.microsoft.com/office/drawing/2014/main" id="{5F5C9DD0-6132-8DCC-F39E-08D69C6CAF8F}"/>
                </a:ext>
              </a:extLst>
            </p:cNvPr>
            <p:cNvSpPr txBox="1"/>
            <p:nvPr/>
          </p:nvSpPr>
          <p:spPr>
            <a:xfrm>
              <a:off x="2445601" y="7006793"/>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0.10</a:t>
              </a:r>
            </a:p>
          </p:txBody>
        </p:sp>
        <p:sp>
          <p:nvSpPr>
            <p:cNvPr id="617" name="TextBox 616">
              <a:extLst>
                <a:ext uri="{FF2B5EF4-FFF2-40B4-BE49-F238E27FC236}">
                  <a16:creationId xmlns:a16="http://schemas.microsoft.com/office/drawing/2014/main" id="{1663B711-1C88-F75A-4E7A-BCF806CE4F55}"/>
                </a:ext>
              </a:extLst>
            </p:cNvPr>
            <p:cNvSpPr txBox="1"/>
            <p:nvPr/>
          </p:nvSpPr>
          <p:spPr>
            <a:xfrm>
              <a:off x="2848699" y="7006793"/>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0.12</a:t>
              </a:r>
            </a:p>
          </p:txBody>
        </p:sp>
        <p:sp>
          <p:nvSpPr>
            <p:cNvPr id="618" name="TextBox 617">
              <a:extLst>
                <a:ext uri="{FF2B5EF4-FFF2-40B4-BE49-F238E27FC236}">
                  <a16:creationId xmlns:a16="http://schemas.microsoft.com/office/drawing/2014/main" id="{65D19F2F-6E79-F112-D1B9-358822774064}"/>
                </a:ext>
              </a:extLst>
            </p:cNvPr>
            <p:cNvSpPr txBox="1"/>
            <p:nvPr/>
          </p:nvSpPr>
          <p:spPr>
            <a:xfrm>
              <a:off x="3251797" y="7006793"/>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0.14</a:t>
              </a:r>
            </a:p>
          </p:txBody>
        </p:sp>
        <p:sp>
          <p:nvSpPr>
            <p:cNvPr id="619" name="TextBox 618">
              <a:extLst>
                <a:ext uri="{FF2B5EF4-FFF2-40B4-BE49-F238E27FC236}">
                  <a16:creationId xmlns:a16="http://schemas.microsoft.com/office/drawing/2014/main" id="{DA16E595-AB9D-6F13-E44C-C3AA4E5CF5CE}"/>
                </a:ext>
              </a:extLst>
            </p:cNvPr>
            <p:cNvSpPr txBox="1"/>
            <p:nvPr/>
          </p:nvSpPr>
          <p:spPr>
            <a:xfrm>
              <a:off x="2061038" y="7105431"/>
              <a:ext cx="748481" cy="236148"/>
            </a:xfrm>
            <a:prstGeom prst="rect">
              <a:avLst/>
            </a:prstGeom>
            <a:noFill/>
          </p:spPr>
          <p:txBody>
            <a:bodyPr wrap="none" rtlCol="0">
              <a:spAutoFit/>
            </a:bodyPr>
            <a:lstStyle/>
            <a:p>
              <a:pPr algn="ctr"/>
              <a:r>
                <a:rPr lang="en-US" sz="850" err="1">
                  <a:ln/>
                  <a:solidFill>
                    <a:srgbClr val="000000"/>
                  </a:solidFill>
                  <a:latin typeface="Arial"/>
                  <a:cs typeface="Arial"/>
                  <a:sym typeface="Arial"/>
                  <a:rtl val="0"/>
                </a:rPr>
                <a:t>GeneRatio</a:t>
              </a:r>
              <a:endParaRPr lang="en-US" sz="850">
                <a:ln/>
                <a:solidFill>
                  <a:srgbClr val="000000"/>
                </a:solidFill>
                <a:latin typeface="Arial"/>
                <a:cs typeface="Arial"/>
                <a:sym typeface="Arial"/>
                <a:rtl val="0"/>
              </a:endParaRPr>
            </a:p>
          </p:txBody>
        </p:sp>
        <p:sp>
          <p:nvSpPr>
            <p:cNvPr id="620" name="Freeform 619">
              <a:extLst>
                <a:ext uri="{FF2B5EF4-FFF2-40B4-BE49-F238E27FC236}">
                  <a16:creationId xmlns:a16="http://schemas.microsoft.com/office/drawing/2014/main" id="{F6E7FB2C-A7EB-6447-EF63-C7AFD743C49D}"/>
                </a:ext>
              </a:extLst>
            </p:cNvPr>
            <p:cNvSpPr/>
            <p:nvPr/>
          </p:nvSpPr>
          <p:spPr>
            <a:xfrm>
              <a:off x="3637335" y="5785004"/>
              <a:ext cx="707643" cy="804402"/>
            </a:xfrm>
            <a:custGeom>
              <a:avLst/>
              <a:gdLst>
                <a:gd name="csX0" fmla="*/ 0 w 707643"/>
                <a:gd name="csY0" fmla="*/ 0 h 1435481"/>
                <a:gd name="csX1" fmla="*/ 707644 w 707643"/>
                <a:gd name="csY1" fmla="*/ 0 h 1435481"/>
                <a:gd name="csX2" fmla="*/ 707644 w 707643"/>
                <a:gd name="csY2" fmla="*/ 1435481 h 1435481"/>
                <a:gd name="csX3" fmla="*/ 0 w 707643"/>
                <a:gd name="csY3" fmla="*/ 1435481 h 1435481"/>
              </a:gdLst>
              <a:ahLst/>
              <a:cxnLst>
                <a:cxn ang="0">
                  <a:pos x="csX0" y="csY0"/>
                </a:cxn>
                <a:cxn ang="0">
                  <a:pos x="csX1" y="csY1"/>
                </a:cxn>
                <a:cxn ang="0">
                  <a:pos x="csX2" y="csY2"/>
                </a:cxn>
                <a:cxn ang="0">
                  <a:pos x="csX3" y="csY3"/>
                </a:cxn>
              </a:cxnLst>
              <a:rect l="l" t="t" r="r" b="b"/>
              <a:pathLst>
                <a:path w="707643" h="1435481">
                  <a:moveTo>
                    <a:pt x="0" y="0"/>
                  </a:moveTo>
                  <a:lnTo>
                    <a:pt x="707644" y="0"/>
                  </a:lnTo>
                  <a:lnTo>
                    <a:pt x="707644" y="1435481"/>
                  </a:lnTo>
                  <a:lnTo>
                    <a:pt x="0" y="1435481"/>
                  </a:lnTo>
                  <a:close/>
                </a:path>
              </a:pathLst>
            </a:custGeom>
            <a:solidFill>
              <a:srgbClr val="FFFFFF"/>
            </a:solidFill>
            <a:ln w="13589" cap="rnd">
              <a:noFill/>
              <a:prstDash val="solid"/>
              <a:round/>
            </a:ln>
          </p:spPr>
          <p:txBody>
            <a:bodyPr/>
            <a:lstStyle/>
            <a:p>
              <a:pPr algn="ctr"/>
              <a:endParaRPr lang="en-US" sz="1701"/>
            </a:p>
          </p:txBody>
        </p:sp>
        <p:sp>
          <p:nvSpPr>
            <p:cNvPr id="621" name="TextBox 620">
              <a:extLst>
                <a:ext uri="{FF2B5EF4-FFF2-40B4-BE49-F238E27FC236}">
                  <a16:creationId xmlns:a16="http://schemas.microsoft.com/office/drawing/2014/main" id="{A1B8E0EF-CFA1-7EF6-99F7-6F6D261C7359}"/>
                </a:ext>
              </a:extLst>
            </p:cNvPr>
            <p:cNvSpPr txBox="1"/>
            <p:nvPr/>
          </p:nvSpPr>
          <p:spPr>
            <a:xfrm>
              <a:off x="3668096" y="5734700"/>
              <a:ext cx="566959" cy="224748"/>
            </a:xfrm>
            <a:prstGeom prst="rect">
              <a:avLst/>
            </a:prstGeom>
            <a:noFill/>
          </p:spPr>
          <p:txBody>
            <a:bodyPr wrap="none" rtlCol="0">
              <a:spAutoFit/>
            </a:bodyPr>
            <a:lstStyle/>
            <a:p>
              <a:pPr algn="ctr"/>
              <a:r>
                <a:rPr lang="en-US" sz="780" err="1">
                  <a:ln/>
                  <a:solidFill>
                    <a:srgbClr val="000000"/>
                  </a:solidFill>
                  <a:latin typeface="Arial"/>
                  <a:cs typeface="Arial"/>
                  <a:sym typeface="Arial"/>
                  <a:rtl val="0"/>
                </a:rPr>
                <a:t>p.adjust</a:t>
              </a:r>
              <a:endParaRPr lang="en-US" sz="780">
                <a:ln/>
                <a:solidFill>
                  <a:srgbClr val="000000"/>
                </a:solidFill>
                <a:latin typeface="Arial"/>
                <a:cs typeface="Arial"/>
                <a:sym typeface="Arial"/>
                <a:rtl val="0"/>
              </a:endParaRPr>
            </a:p>
          </p:txBody>
        </p:sp>
        <p:pic>
          <p:nvPicPr>
            <p:cNvPr id="622" name="Picture 621">
              <a:extLst>
                <a:ext uri="{FF2B5EF4-FFF2-40B4-BE49-F238E27FC236}">
                  <a16:creationId xmlns:a16="http://schemas.microsoft.com/office/drawing/2014/main" id="{71295162-2428-451B-E92B-AD440151C041}"/>
                </a:ext>
              </a:extLst>
            </p:cNvPr>
            <p:cNvPicPr>
              <a:picLocks noChangeAspect="1"/>
            </p:cNvPicPr>
            <p:nvPr/>
          </p:nvPicPr>
          <p:blipFill>
            <a:blip r:embed="rId3"/>
            <a:stretch>
              <a:fillRect/>
            </a:stretch>
          </p:blipFill>
          <p:spPr>
            <a:xfrm>
              <a:off x="3706931" y="5935594"/>
              <a:ext cx="219455" cy="614884"/>
            </a:xfrm>
            <a:custGeom>
              <a:avLst/>
              <a:gdLst>
                <a:gd name="csX0" fmla="*/ 0 w 219455"/>
                <a:gd name="csY0" fmla="*/ 0 h 1097280"/>
                <a:gd name="csX1" fmla="*/ 219456 w 219455"/>
                <a:gd name="csY1" fmla="*/ 0 h 1097280"/>
                <a:gd name="csX2" fmla="*/ 219456 w 219455"/>
                <a:gd name="csY2" fmla="*/ 1097280 h 1097280"/>
                <a:gd name="csX3" fmla="*/ 0 w 219455"/>
                <a:gd name="csY3" fmla="*/ 1097280 h 1097280"/>
              </a:gdLst>
              <a:ahLst/>
              <a:cxnLst>
                <a:cxn ang="0">
                  <a:pos x="csX0" y="csY0"/>
                </a:cxn>
                <a:cxn ang="0">
                  <a:pos x="csX1" y="csY1"/>
                </a:cxn>
                <a:cxn ang="0">
                  <a:pos x="csX2" y="csY2"/>
                </a:cxn>
                <a:cxn ang="0">
                  <a:pos x="csX3" y="csY3"/>
                </a:cxn>
              </a:cxnLst>
              <a:rect l="l" t="t" r="r" b="b"/>
              <a:pathLst>
                <a:path w="219455" h="1097280">
                  <a:moveTo>
                    <a:pt x="0" y="0"/>
                  </a:moveTo>
                  <a:lnTo>
                    <a:pt x="219456" y="0"/>
                  </a:lnTo>
                  <a:lnTo>
                    <a:pt x="219456" y="1097280"/>
                  </a:lnTo>
                  <a:lnTo>
                    <a:pt x="0" y="1097280"/>
                  </a:lnTo>
                  <a:close/>
                </a:path>
              </a:pathLst>
            </a:custGeom>
          </p:spPr>
        </p:pic>
        <p:sp>
          <p:nvSpPr>
            <p:cNvPr id="623" name="Freeform 622">
              <a:extLst>
                <a:ext uri="{FF2B5EF4-FFF2-40B4-BE49-F238E27FC236}">
                  <a16:creationId xmlns:a16="http://schemas.microsoft.com/office/drawing/2014/main" id="{E413C801-3312-D7D1-4E33-F036608BD41E}"/>
                </a:ext>
              </a:extLst>
            </p:cNvPr>
            <p:cNvSpPr/>
            <p:nvPr/>
          </p:nvSpPr>
          <p:spPr>
            <a:xfrm>
              <a:off x="3882571" y="6072306"/>
              <a:ext cx="43815" cy="7117"/>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701"/>
            </a:p>
          </p:txBody>
        </p:sp>
        <p:sp>
          <p:nvSpPr>
            <p:cNvPr id="624" name="Freeform 623">
              <a:extLst>
                <a:ext uri="{FF2B5EF4-FFF2-40B4-BE49-F238E27FC236}">
                  <a16:creationId xmlns:a16="http://schemas.microsoft.com/office/drawing/2014/main" id="{68EDAC5C-490F-A3B0-86F3-7CF6084E8DFA}"/>
                </a:ext>
              </a:extLst>
            </p:cNvPr>
            <p:cNvSpPr/>
            <p:nvPr/>
          </p:nvSpPr>
          <p:spPr>
            <a:xfrm>
              <a:off x="3882571" y="6210014"/>
              <a:ext cx="43815" cy="7117"/>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701"/>
            </a:p>
          </p:txBody>
        </p:sp>
        <p:sp>
          <p:nvSpPr>
            <p:cNvPr id="625" name="Freeform 624">
              <a:extLst>
                <a:ext uri="{FF2B5EF4-FFF2-40B4-BE49-F238E27FC236}">
                  <a16:creationId xmlns:a16="http://schemas.microsoft.com/office/drawing/2014/main" id="{589BD39F-419B-F690-2E66-F3284BB41933}"/>
                </a:ext>
              </a:extLst>
            </p:cNvPr>
            <p:cNvSpPr/>
            <p:nvPr/>
          </p:nvSpPr>
          <p:spPr>
            <a:xfrm>
              <a:off x="3882571" y="6347794"/>
              <a:ext cx="43815" cy="7117"/>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701"/>
            </a:p>
          </p:txBody>
        </p:sp>
        <p:sp>
          <p:nvSpPr>
            <p:cNvPr id="626" name="Freeform 625">
              <a:extLst>
                <a:ext uri="{FF2B5EF4-FFF2-40B4-BE49-F238E27FC236}">
                  <a16:creationId xmlns:a16="http://schemas.microsoft.com/office/drawing/2014/main" id="{A30525DF-6C5B-C1D4-16BF-523E6A5A355B}"/>
                </a:ext>
              </a:extLst>
            </p:cNvPr>
            <p:cNvSpPr/>
            <p:nvPr/>
          </p:nvSpPr>
          <p:spPr>
            <a:xfrm>
              <a:off x="3882571" y="6485573"/>
              <a:ext cx="43815" cy="7117"/>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701"/>
            </a:p>
          </p:txBody>
        </p:sp>
        <p:sp>
          <p:nvSpPr>
            <p:cNvPr id="627" name="Freeform 626">
              <a:extLst>
                <a:ext uri="{FF2B5EF4-FFF2-40B4-BE49-F238E27FC236}">
                  <a16:creationId xmlns:a16="http://schemas.microsoft.com/office/drawing/2014/main" id="{58544D55-011B-9523-626B-0C8631645506}"/>
                </a:ext>
              </a:extLst>
            </p:cNvPr>
            <p:cNvSpPr/>
            <p:nvPr/>
          </p:nvSpPr>
          <p:spPr>
            <a:xfrm>
              <a:off x="3706930" y="6072306"/>
              <a:ext cx="43941" cy="7117"/>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701"/>
            </a:p>
          </p:txBody>
        </p:sp>
        <p:sp>
          <p:nvSpPr>
            <p:cNvPr id="628" name="Freeform 627">
              <a:extLst>
                <a:ext uri="{FF2B5EF4-FFF2-40B4-BE49-F238E27FC236}">
                  <a16:creationId xmlns:a16="http://schemas.microsoft.com/office/drawing/2014/main" id="{182B49AC-D89F-7F7C-D169-66B97FF5DB8E}"/>
                </a:ext>
              </a:extLst>
            </p:cNvPr>
            <p:cNvSpPr/>
            <p:nvPr/>
          </p:nvSpPr>
          <p:spPr>
            <a:xfrm>
              <a:off x="3706930" y="6210014"/>
              <a:ext cx="43941" cy="7117"/>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701"/>
            </a:p>
          </p:txBody>
        </p:sp>
        <p:sp>
          <p:nvSpPr>
            <p:cNvPr id="629" name="Freeform 628">
              <a:extLst>
                <a:ext uri="{FF2B5EF4-FFF2-40B4-BE49-F238E27FC236}">
                  <a16:creationId xmlns:a16="http://schemas.microsoft.com/office/drawing/2014/main" id="{ED64E32F-C37F-92E2-6F4F-8C681A3F143A}"/>
                </a:ext>
              </a:extLst>
            </p:cNvPr>
            <p:cNvSpPr/>
            <p:nvPr/>
          </p:nvSpPr>
          <p:spPr>
            <a:xfrm>
              <a:off x="3706930" y="6347794"/>
              <a:ext cx="43941" cy="7117"/>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701"/>
            </a:p>
          </p:txBody>
        </p:sp>
        <p:sp>
          <p:nvSpPr>
            <p:cNvPr id="630" name="Freeform 629">
              <a:extLst>
                <a:ext uri="{FF2B5EF4-FFF2-40B4-BE49-F238E27FC236}">
                  <a16:creationId xmlns:a16="http://schemas.microsoft.com/office/drawing/2014/main" id="{FD0FBB5B-AB02-186B-435B-2435F898E711}"/>
                </a:ext>
              </a:extLst>
            </p:cNvPr>
            <p:cNvSpPr/>
            <p:nvPr/>
          </p:nvSpPr>
          <p:spPr>
            <a:xfrm>
              <a:off x="3706930" y="6485573"/>
              <a:ext cx="43941" cy="7117"/>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701"/>
            </a:p>
          </p:txBody>
        </p:sp>
        <p:sp>
          <p:nvSpPr>
            <p:cNvPr id="631" name="TextBox 630">
              <a:extLst>
                <a:ext uri="{FF2B5EF4-FFF2-40B4-BE49-F238E27FC236}">
                  <a16:creationId xmlns:a16="http://schemas.microsoft.com/office/drawing/2014/main" id="{5236A5B0-19AA-61A4-A36B-EB3229DEC773}"/>
                </a:ext>
              </a:extLst>
            </p:cNvPr>
            <p:cNvSpPr txBox="1"/>
            <p:nvPr/>
          </p:nvSpPr>
          <p:spPr>
            <a:xfrm>
              <a:off x="3931226" y="6012408"/>
              <a:ext cx="409187"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0.005</a:t>
              </a:r>
            </a:p>
          </p:txBody>
        </p:sp>
        <p:sp>
          <p:nvSpPr>
            <p:cNvPr id="632" name="TextBox 631">
              <a:extLst>
                <a:ext uri="{FF2B5EF4-FFF2-40B4-BE49-F238E27FC236}">
                  <a16:creationId xmlns:a16="http://schemas.microsoft.com/office/drawing/2014/main" id="{CC25A6A6-D0AA-EBF8-DC61-A0261786DD92}"/>
                </a:ext>
              </a:extLst>
            </p:cNvPr>
            <p:cNvSpPr txBox="1"/>
            <p:nvPr/>
          </p:nvSpPr>
          <p:spPr>
            <a:xfrm>
              <a:off x="3931226" y="6150117"/>
              <a:ext cx="409187"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0.010</a:t>
              </a:r>
            </a:p>
          </p:txBody>
        </p:sp>
        <p:sp>
          <p:nvSpPr>
            <p:cNvPr id="633" name="TextBox 632">
              <a:extLst>
                <a:ext uri="{FF2B5EF4-FFF2-40B4-BE49-F238E27FC236}">
                  <a16:creationId xmlns:a16="http://schemas.microsoft.com/office/drawing/2014/main" id="{91952AD7-8F2C-3311-73A0-C71937BFC625}"/>
                </a:ext>
              </a:extLst>
            </p:cNvPr>
            <p:cNvSpPr txBox="1"/>
            <p:nvPr/>
          </p:nvSpPr>
          <p:spPr>
            <a:xfrm>
              <a:off x="3931226" y="6287895"/>
              <a:ext cx="409187"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0.015</a:t>
              </a:r>
            </a:p>
          </p:txBody>
        </p:sp>
        <p:sp>
          <p:nvSpPr>
            <p:cNvPr id="634" name="TextBox 633">
              <a:extLst>
                <a:ext uri="{FF2B5EF4-FFF2-40B4-BE49-F238E27FC236}">
                  <a16:creationId xmlns:a16="http://schemas.microsoft.com/office/drawing/2014/main" id="{E7FEE09C-016A-C7A0-D4C1-C1C7D691A5CE}"/>
                </a:ext>
              </a:extLst>
            </p:cNvPr>
            <p:cNvSpPr txBox="1"/>
            <p:nvPr/>
          </p:nvSpPr>
          <p:spPr>
            <a:xfrm>
              <a:off x="3931226" y="6425676"/>
              <a:ext cx="409187"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0.020</a:t>
              </a:r>
            </a:p>
          </p:txBody>
        </p:sp>
        <p:sp>
          <p:nvSpPr>
            <p:cNvPr id="636" name="TextBox 635">
              <a:extLst>
                <a:ext uri="{FF2B5EF4-FFF2-40B4-BE49-F238E27FC236}">
                  <a16:creationId xmlns:a16="http://schemas.microsoft.com/office/drawing/2014/main" id="{83B0F7D5-9E78-C274-254F-681A7970C0B6}"/>
                </a:ext>
              </a:extLst>
            </p:cNvPr>
            <p:cNvSpPr txBox="1"/>
            <p:nvPr/>
          </p:nvSpPr>
          <p:spPr>
            <a:xfrm>
              <a:off x="3653950" y="6528161"/>
              <a:ext cx="478743" cy="224748"/>
            </a:xfrm>
            <a:prstGeom prst="rect">
              <a:avLst/>
            </a:prstGeom>
            <a:noFill/>
          </p:spPr>
          <p:txBody>
            <a:bodyPr wrap="none" rtlCol="0">
              <a:spAutoFit/>
            </a:bodyPr>
            <a:lstStyle/>
            <a:p>
              <a:pPr algn="ctr"/>
              <a:r>
                <a:rPr lang="en-US" sz="780">
                  <a:ln/>
                  <a:solidFill>
                    <a:srgbClr val="000000"/>
                  </a:solidFill>
                  <a:latin typeface="Arial"/>
                  <a:cs typeface="Arial"/>
                  <a:sym typeface="Arial"/>
                  <a:rtl val="0"/>
                </a:rPr>
                <a:t>Count</a:t>
              </a:r>
            </a:p>
          </p:txBody>
        </p:sp>
        <p:sp>
          <p:nvSpPr>
            <p:cNvPr id="638" name="Freeform 637">
              <a:extLst>
                <a:ext uri="{FF2B5EF4-FFF2-40B4-BE49-F238E27FC236}">
                  <a16:creationId xmlns:a16="http://schemas.microsoft.com/office/drawing/2014/main" id="{05C8E509-0B65-57D0-1A95-0B65260CA770}"/>
                </a:ext>
              </a:extLst>
            </p:cNvPr>
            <p:cNvSpPr/>
            <p:nvPr/>
          </p:nvSpPr>
          <p:spPr>
            <a:xfrm>
              <a:off x="3750746" y="6693753"/>
              <a:ext cx="82296" cy="79280"/>
            </a:xfrm>
            <a:custGeom>
              <a:avLst/>
              <a:gdLst>
                <a:gd name="csX0" fmla="*/ 141478 w 141477"/>
                <a:gd name="csY0" fmla="*/ 70739 h 141477"/>
                <a:gd name="csX1" fmla="*/ 70739 w 141477"/>
                <a:gd name="csY1" fmla="*/ 141478 h 141477"/>
                <a:gd name="csX2" fmla="*/ 0 w 141477"/>
                <a:gd name="csY2" fmla="*/ 70739 h 141477"/>
                <a:gd name="csX3" fmla="*/ 70739 w 141477"/>
                <a:gd name="csY3" fmla="*/ 0 h 141477"/>
                <a:gd name="csX4" fmla="*/ 141478 w 141477"/>
                <a:gd name="csY4" fmla="*/ 70739 h 141477"/>
              </a:gdLst>
              <a:ahLst/>
              <a:cxnLst>
                <a:cxn ang="0">
                  <a:pos x="csX0" y="csY0"/>
                </a:cxn>
                <a:cxn ang="0">
                  <a:pos x="csX1" y="csY1"/>
                </a:cxn>
                <a:cxn ang="0">
                  <a:pos x="csX2" y="csY2"/>
                </a:cxn>
                <a:cxn ang="0">
                  <a:pos x="csX3" y="csY3"/>
                </a:cxn>
                <a:cxn ang="0">
                  <a:pos x="csX4" y="csY4"/>
                </a:cxn>
              </a:cxnLst>
              <a:rect l="l" t="t" r="r" b="b"/>
              <a:pathLst>
                <a:path w="141477" h="141477">
                  <a:moveTo>
                    <a:pt x="141478" y="70739"/>
                  </a:moveTo>
                  <a:cubicBezTo>
                    <a:pt x="141478" y="109807"/>
                    <a:pt x="109807" y="141478"/>
                    <a:pt x="70739" y="141478"/>
                  </a:cubicBezTo>
                  <a:cubicBezTo>
                    <a:pt x="31671" y="141478"/>
                    <a:pt x="0" y="109807"/>
                    <a:pt x="0" y="70739"/>
                  </a:cubicBezTo>
                  <a:cubicBezTo>
                    <a:pt x="0" y="31671"/>
                    <a:pt x="31671" y="0"/>
                    <a:pt x="70739" y="0"/>
                  </a:cubicBezTo>
                  <a:cubicBezTo>
                    <a:pt x="109807" y="0"/>
                    <a:pt x="141478" y="31671"/>
                    <a:pt x="141478" y="70739"/>
                  </a:cubicBezTo>
                  <a:close/>
                </a:path>
              </a:pathLst>
            </a:custGeom>
            <a:noFill/>
            <a:ln w="9017" cap="rnd">
              <a:solidFill>
                <a:srgbClr val="000000"/>
              </a:solidFill>
              <a:prstDash val="solid"/>
              <a:round/>
            </a:ln>
          </p:spPr>
          <p:txBody>
            <a:bodyPr/>
            <a:lstStyle/>
            <a:p>
              <a:pPr algn="ctr"/>
              <a:endParaRPr lang="en-US" sz="1701"/>
            </a:p>
          </p:txBody>
        </p:sp>
        <p:sp>
          <p:nvSpPr>
            <p:cNvPr id="640" name="Freeform 639">
              <a:extLst>
                <a:ext uri="{FF2B5EF4-FFF2-40B4-BE49-F238E27FC236}">
                  <a16:creationId xmlns:a16="http://schemas.microsoft.com/office/drawing/2014/main" id="{AB6328BC-59D0-0B0D-023B-1B88B26B8A4A}"/>
                </a:ext>
              </a:extLst>
            </p:cNvPr>
            <p:cNvSpPr/>
            <p:nvPr/>
          </p:nvSpPr>
          <p:spPr>
            <a:xfrm>
              <a:off x="3750746" y="6807976"/>
              <a:ext cx="100584" cy="100346"/>
            </a:xfrm>
            <a:custGeom>
              <a:avLst/>
              <a:gdLst>
                <a:gd name="csX0" fmla="*/ 179070 w 179070"/>
                <a:gd name="csY0" fmla="*/ 89535 h 179070"/>
                <a:gd name="csX1" fmla="*/ 89535 w 179070"/>
                <a:gd name="csY1" fmla="*/ 179070 h 179070"/>
                <a:gd name="csX2" fmla="*/ 0 w 179070"/>
                <a:gd name="csY2" fmla="*/ 89535 h 179070"/>
                <a:gd name="csX3" fmla="*/ 89535 w 179070"/>
                <a:gd name="csY3" fmla="*/ 0 h 179070"/>
                <a:gd name="csX4" fmla="*/ 179070 w 179070"/>
                <a:gd name="csY4" fmla="*/ 89535 h 179070"/>
              </a:gdLst>
              <a:ahLst/>
              <a:cxnLst>
                <a:cxn ang="0">
                  <a:pos x="csX0" y="csY0"/>
                </a:cxn>
                <a:cxn ang="0">
                  <a:pos x="csX1" y="csY1"/>
                </a:cxn>
                <a:cxn ang="0">
                  <a:pos x="csX2" y="csY2"/>
                </a:cxn>
                <a:cxn ang="0">
                  <a:pos x="csX3" y="csY3"/>
                </a:cxn>
                <a:cxn ang="0">
                  <a:pos x="csX4" y="csY4"/>
                </a:cxn>
              </a:cxnLst>
              <a:rect l="l" t="t" r="r" b="b"/>
              <a:pathLst>
                <a:path w="179070" h="179070">
                  <a:moveTo>
                    <a:pt x="179070" y="89535"/>
                  </a:moveTo>
                  <a:cubicBezTo>
                    <a:pt x="179070" y="138984"/>
                    <a:pt x="138984" y="179070"/>
                    <a:pt x="89535" y="179070"/>
                  </a:cubicBezTo>
                  <a:cubicBezTo>
                    <a:pt x="40086" y="179070"/>
                    <a:pt x="0" y="138984"/>
                    <a:pt x="0" y="89535"/>
                  </a:cubicBezTo>
                  <a:cubicBezTo>
                    <a:pt x="0" y="40086"/>
                    <a:pt x="40087" y="0"/>
                    <a:pt x="89535" y="0"/>
                  </a:cubicBezTo>
                  <a:cubicBezTo>
                    <a:pt x="138984" y="0"/>
                    <a:pt x="179070" y="40086"/>
                    <a:pt x="179070" y="89535"/>
                  </a:cubicBezTo>
                  <a:close/>
                </a:path>
              </a:pathLst>
            </a:custGeom>
            <a:noFill/>
            <a:ln w="9017" cap="rnd">
              <a:solidFill>
                <a:srgbClr val="000000"/>
              </a:solidFill>
              <a:prstDash val="solid"/>
              <a:round/>
            </a:ln>
          </p:spPr>
          <p:txBody>
            <a:bodyPr/>
            <a:lstStyle/>
            <a:p>
              <a:pPr algn="ctr"/>
              <a:endParaRPr lang="en-US" sz="1701"/>
            </a:p>
          </p:txBody>
        </p:sp>
        <p:sp>
          <p:nvSpPr>
            <p:cNvPr id="642" name="Freeform 641">
              <a:extLst>
                <a:ext uri="{FF2B5EF4-FFF2-40B4-BE49-F238E27FC236}">
                  <a16:creationId xmlns:a16="http://schemas.microsoft.com/office/drawing/2014/main" id="{25AB8337-63E0-2B66-F97B-6836DDB98B48}"/>
                </a:ext>
              </a:extLst>
            </p:cNvPr>
            <p:cNvSpPr/>
            <p:nvPr/>
          </p:nvSpPr>
          <p:spPr>
            <a:xfrm>
              <a:off x="3750746" y="6936931"/>
              <a:ext cx="118872" cy="114721"/>
            </a:xfrm>
            <a:custGeom>
              <a:avLst/>
              <a:gdLst>
                <a:gd name="csX0" fmla="*/ 204724 w 204724"/>
                <a:gd name="csY0" fmla="*/ 102362 h 204724"/>
                <a:gd name="csX1" fmla="*/ 102362 w 204724"/>
                <a:gd name="csY1" fmla="*/ 204724 h 204724"/>
                <a:gd name="csX2" fmla="*/ 0 w 204724"/>
                <a:gd name="csY2" fmla="*/ 102362 h 204724"/>
                <a:gd name="csX3" fmla="*/ 102362 w 204724"/>
                <a:gd name="csY3" fmla="*/ 0 h 204724"/>
                <a:gd name="csX4" fmla="*/ 204724 w 204724"/>
                <a:gd name="csY4" fmla="*/ 102362 h 204724"/>
              </a:gdLst>
              <a:ahLst/>
              <a:cxnLst>
                <a:cxn ang="0">
                  <a:pos x="csX0" y="csY0"/>
                </a:cxn>
                <a:cxn ang="0">
                  <a:pos x="csX1" y="csY1"/>
                </a:cxn>
                <a:cxn ang="0">
                  <a:pos x="csX2" y="csY2"/>
                </a:cxn>
                <a:cxn ang="0">
                  <a:pos x="csX3" y="csY3"/>
                </a:cxn>
                <a:cxn ang="0">
                  <a:pos x="csX4" y="csY4"/>
                </a:cxn>
              </a:cxnLst>
              <a:rect l="l" t="t" r="r" b="b"/>
              <a:pathLst>
                <a:path w="204724" h="204724">
                  <a:moveTo>
                    <a:pt x="204724" y="102362"/>
                  </a:moveTo>
                  <a:cubicBezTo>
                    <a:pt x="204724" y="158895"/>
                    <a:pt x="158895" y="204724"/>
                    <a:pt x="102362" y="204724"/>
                  </a:cubicBezTo>
                  <a:cubicBezTo>
                    <a:pt x="45829" y="204724"/>
                    <a:pt x="0" y="158895"/>
                    <a:pt x="0" y="102362"/>
                  </a:cubicBezTo>
                  <a:cubicBezTo>
                    <a:pt x="0" y="45829"/>
                    <a:pt x="45829" y="0"/>
                    <a:pt x="102362" y="0"/>
                  </a:cubicBezTo>
                  <a:cubicBezTo>
                    <a:pt x="158895" y="0"/>
                    <a:pt x="204724" y="45829"/>
                    <a:pt x="204724" y="102362"/>
                  </a:cubicBezTo>
                  <a:close/>
                </a:path>
              </a:pathLst>
            </a:custGeom>
            <a:noFill/>
            <a:ln w="9017" cap="rnd">
              <a:solidFill>
                <a:srgbClr val="000000"/>
              </a:solidFill>
              <a:prstDash val="solid"/>
              <a:round/>
            </a:ln>
          </p:spPr>
          <p:txBody>
            <a:bodyPr/>
            <a:lstStyle/>
            <a:p>
              <a:pPr algn="ctr"/>
              <a:endParaRPr lang="en-US" sz="1701"/>
            </a:p>
          </p:txBody>
        </p:sp>
        <p:sp>
          <p:nvSpPr>
            <p:cNvPr id="644" name="Freeform 643">
              <a:extLst>
                <a:ext uri="{FF2B5EF4-FFF2-40B4-BE49-F238E27FC236}">
                  <a16:creationId xmlns:a16="http://schemas.microsoft.com/office/drawing/2014/main" id="{6B3CA093-AD79-B4FF-7448-C678DA4E0896}"/>
                </a:ext>
              </a:extLst>
            </p:cNvPr>
            <p:cNvSpPr/>
            <p:nvPr/>
          </p:nvSpPr>
          <p:spPr>
            <a:xfrm>
              <a:off x="3750746" y="7084603"/>
              <a:ext cx="128016" cy="126535"/>
            </a:xfrm>
            <a:custGeom>
              <a:avLst/>
              <a:gdLst>
                <a:gd name="csX0" fmla="*/ 225806 w 225805"/>
                <a:gd name="csY0" fmla="*/ 112903 h 225805"/>
                <a:gd name="csX1" fmla="*/ 112903 w 225805"/>
                <a:gd name="csY1" fmla="*/ 225806 h 225805"/>
                <a:gd name="csX2" fmla="*/ 0 w 225805"/>
                <a:gd name="csY2" fmla="*/ 112903 h 225805"/>
                <a:gd name="csX3" fmla="*/ 112903 w 225805"/>
                <a:gd name="csY3" fmla="*/ 0 h 225805"/>
                <a:gd name="csX4" fmla="*/ 225806 w 225805"/>
                <a:gd name="csY4" fmla="*/ 112903 h 225805"/>
              </a:gdLst>
              <a:ahLst/>
              <a:cxnLst>
                <a:cxn ang="0">
                  <a:pos x="csX0" y="csY0"/>
                </a:cxn>
                <a:cxn ang="0">
                  <a:pos x="csX1" y="csY1"/>
                </a:cxn>
                <a:cxn ang="0">
                  <a:pos x="csX2" y="csY2"/>
                </a:cxn>
                <a:cxn ang="0">
                  <a:pos x="csX3" y="csY3"/>
                </a:cxn>
                <a:cxn ang="0">
                  <a:pos x="csX4" y="csY4"/>
                </a:cxn>
              </a:cxnLst>
              <a:rect l="l" t="t" r="r" b="b"/>
              <a:pathLst>
                <a:path w="225805" h="225805">
                  <a:moveTo>
                    <a:pt x="225806" y="112903"/>
                  </a:moveTo>
                  <a:cubicBezTo>
                    <a:pt x="225806" y="175258"/>
                    <a:pt x="175258" y="225806"/>
                    <a:pt x="112903" y="225806"/>
                  </a:cubicBezTo>
                  <a:cubicBezTo>
                    <a:pt x="50548" y="225806"/>
                    <a:pt x="0" y="175258"/>
                    <a:pt x="0" y="112903"/>
                  </a:cubicBezTo>
                  <a:cubicBezTo>
                    <a:pt x="0" y="50548"/>
                    <a:pt x="50548" y="0"/>
                    <a:pt x="112903" y="0"/>
                  </a:cubicBezTo>
                  <a:cubicBezTo>
                    <a:pt x="175258" y="0"/>
                    <a:pt x="225806" y="50548"/>
                    <a:pt x="225806" y="112903"/>
                  </a:cubicBezTo>
                  <a:close/>
                </a:path>
              </a:pathLst>
            </a:custGeom>
            <a:noFill/>
            <a:ln w="9017" cap="rnd">
              <a:solidFill>
                <a:srgbClr val="000000"/>
              </a:solidFill>
              <a:prstDash val="solid"/>
              <a:round/>
            </a:ln>
          </p:spPr>
          <p:txBody>
            <a:bodyPr/>
            <a:lstStyle/>
            <a:p>
              <a:pPr algn="ctr"/>
              <a:endParaRPr lang="en-US" sz="1701"/>
            </a:p>
          </p:txBody>
        </p:sp>
        <p:sp>
          <p:nvSpPr>
            <p:cNvPr id="645" name="TextBox 644">
              <a:extLst>
                <a:ext uri="{FF2B5EF4-FFF2-40B4-BE49-F238E27FC236}">
                  <a16:creationId xmlns:a16="http://schemas.microsoft.com/office/drawing/2014/main" id="{3579E7F3-7C56-ECD9-EFE3-B30B168C9CBE}"/>
                </a:ext>
              </a:extLst>
            </p:cNvPr>
            <p:cNvSpPr txBox="1"/>
            <p:nvPr/>
          </p:nvSpPr>
          <p:spPr>
            <a:xfrm>
              <a:off x="3805899" y="6673496"/>
              <a:ext cx="242935"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4</a:t>
              </a:r>
            </a:p>
          </p:txBody>
        </p:sp>
        <p:sp>
          <p:nvSpPr>
            <p:cNvPr id="646" name="TextBox 645">
              <a:extLst>
                <a:ext uri="{FF2B5EF4-FFF2-40B4-BE49-F238E27FC236}">
                  <a16:creationId xmlns:a16="http://schemas.microsoft.com/office/drawing/2014/main" id="{688DE110-0851-7FF0-3834-4225D43B22BD}"/>
                </a:ext>
              </a:extLst>
            </p:cNvPr>
            <p:cNvSpPr txBox="1"/>
            <p:nvPr/>
          </p:nvSpPr>
          <p:spPr>
            <a:xfrm>
              <a:off x="3805899" y="6798251"/>
              <a:ext cx="242935"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6</a:t>
              </a:r>
            </a:p>
          </p:txBody>
        </p:sp>
        <p:sp>
          <p:nvSpPr>
            <p:cNvPr id="647" name="TextBox 646">
              <a:extLst>
                <a:ext uri="{FF2B5EF4-FFF2-40B4-BE49-F238E27FC236}">
                  <a16:creationId xmlns:a16="http://schemas.microsoft.com/office/drawing/2014/main" id="{3611C4A0-23E9-8D5D-98F5-9913BAB47D55}"/>
                </a:ext>
              </a:extLst>
            </p:cNvPr>
            <p:cNvSpPr txBox="1"/>
            <p:nvPr/>
          </p:nvSpPr>
          <p:spPr>
            <a:xfrm>
              <a:off x="3805899" y="6934394"/>
              <a:ext cx="242935"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8</a:t>
              </a:r>
            </a:p>
          </p:txBody>
        </p:sp>
        <p:sp>
          <p:nvSpPr>
            <p:cNvPr id="648" name="TextBox 647">
              <a:extLst>
                <a:ext uri="{FF2B5EF4-FFF2-40B4-BE49-F238E27FC236}">
                  <a16:creationId xmlns:a16="http://schemas.microsoft.com/office/drawing/2014/main" id="{8D5A0D16-D8C8-9DC2-CD37-B2FF17081608}"/>
                </a:ext>
              </a:extLst>
            </p:cNvPr>
            <p:cNvSpPr txBox="1"/>
            <p:nvPr/>
          </p:nvSpPr>
          <p:spPr>
            <a:xfrm>
              <a:off x="3813227" y="7087973"/>
              <a:ext cx="290435"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10</a:t>
              </a:r>
            </a:p>
          </p:txBody>
        </p:sp>
        <p:sp>
          <p:nvSpPr>
            <p:cNvPr id="649" name="TextBox 648">
              <a:extLst>
                <a:ext uri="{FF2B5EF4-FFF2-40B4-BE49-F238E27FC236}">
                  <a16:creationId xmlns:a16="http://schemas.microsoft.com/office/drawing/2014/main" id="{02BFFCE7-8E75-F0BD-0D20-D4BD344D72B6}"/>
                </a:ext>
              </a:extLst>
            </p:cNvPr>
            <p:cNvSpPr txBox="1"/>
            <p:nvPr/>
          </p:nvSpPr>
          <p:spPr>
            <a:xfrm>
              <a:off x="1356415" y="5682401"/>
              <a:ext cx="2123440" cy="249992"/>
            </a:xfrm>
            <a:prstGeom prst="rect">
              <a:avLst/>
            </a:prstGeom>
            <a:noFill/>
          </p:spPr>
          <p:txBody>
            <a:bodyPr wrap="square" rtlCol="0">
              <a:spAutoFit/>
            </a:bodyPr>
            <a:lstStyle/>
            <a:p>
              <a:pPr algn="ctr"/>
              <a:r>
                <a:rPr lang="en-US" sz="935" b="1">
                  <a:ln/>
                  <a:solidFill>
                    <a:srgbClr val="000000"/>
                  </a:solidFill>
                  <a:latin typeface="Arial"/>
                  <a:cs typeface="Arial"/>
                  <a:sym typeface="Arial"/>
                  <a:rtl val="0"/>
                </a:rPr>
                <a:t>1_shh</a:t>
              </a:r>
            </a:p>
          </p:txBody>
        </p:sp>
      </p:grpSp>
      <p:sp>
        <p:nvSpPr>
          <p:cNvPr id="652" name="Freeform 651">
            <a:extLst>
              <a:ext uri="{FF2B5EF4-FFF2-40B4-BE49-F238E27FC236}">
                <a16:creationId xmlns:a16="http://schemas.microsoft.com/office/drawing/2014/main" id="{F5647F71-CAA6-A5E1-418C-4A198A20DC81}"/>
              </a:ext>
            </a:extLst>
          </p:cNvPr>
          <p:cNvSpPr/>
          <p:nvPr/>
        </p:nvSpPr>
        <p:spPr>
          <a:xfrm>
            <a:off x="-1" y="3050859"/>
            <a:ext cx="4320117" cy="2592070"/>
          </a:xfrm>
          <a:custGeom>
            <a:avLst/>
            <a:gdLst>
              <a:gd name="csX0" fmla="*/ 0 w 4572000"/>
              <a:gd name="csY0" fmla="*/ 0 h 2743200"/>
              <a:gd name="csX1" fmla="*/ 4572000 w 4572000"/>
              <a:gd name="csY1" fmla="*/ 0 h 2743200"/>
              <a:gd name="csX2" fmla="*/ 4572000 w 4572000"/>
              <a:gd name="csY2" fmla="*/ 2743200 h 2743200"/>
              <a:gd name="csX3" fmla="*/ 0 w 4572000"/>
              <a:gd name="csY3" fmla="*/ 2743200 h 2743200"/>
            </a:gdLst>
            <a:ahLst/>
            <a:cxnLst>
              <a:cxn ang="0">
                <a:pos x="csX0" y="csY0"/>
              </a:cxn>
              <a:cxn ang="0">
                <a:pos x="csX1" y="csY1"/>
              </a:cxn>
              <a:cxn ang="0">
                <a:pos x="csX2" y="csY2"/>
              </a:cxn>
              <a:cxn ang="0">
                <a:pos x="csX3" y="csY3"/>
              </a:cxn>
            </a:cxnLst>
            <a:rect l="l" t="t" r="r" b="b"/>
            <a:pathLst>
              <a:path w="4572000" h="2743200">
                <a:moveTo>
                  <a:pt x="0" y="0"/>
                </a:moveTo>
                <a:lnTo>
                  <a:pt x="4572000" y="0"/>
                </a:lnTo>
                <a:lnTo>
                  <a:pt x="4572000" y="2743200"/>
                </a:lnTo>
                <a:lnTo>
                  <a:pt x="0" y="2743200"/>
                </a:lnTo>
                <a:close/>
              </a:path>
            </a:pathLst>
          </a:custGeom>
          <a:solidFill>
            <a:srgbClr val="FFFFFF"/>
          </a:solidFill>
          <a:ln w="12700" cap="rnd">
            <a:noFill/>
            <a:prstDash val="solid"/>
            <a:round/>
          </a:ln>
        </p:spPr>
        <p:txBody>
          <a:bodyPr/>
          <a:lstStyle/>
          <a:p>
            <a:pPr algn="ctr"/>
            <a:endParaRPr lang="en-US" sz="1701"/>
          </a:p>
        </p:txBody>
      </p:sp>
      <p:sp>
        <p:nvSpPr>
          <p:cNvPr id="653" name="Freeform 652">
            <a:extLst>
              <a:ext uri="{FF2B5EF4-FFF2-40B4-BE49-F238E27FC236}">
                <a16:creationId xmlns:a16="http://schemas.microsoft.com/office/drawing/2014/main" id="{AAFF4746-B62A-1F8B-387E-534DF5F14085}"/>
              </a:ext>
            </a:extLst>
          </p:cNvPr>
          <p:cNvSpPr/>
          <p:nvPr/>
        </p:nvSpPr>
        <p:spPr>
          <a:xfrm>
            <a:off x="-1" y="3050858"/>
            <a:ext cx="4320117" cy="2592070"/>
          </a:xfrm>
          <a:custGeom>
            <a:avLst/>
            <a:gdLst>
              <a:gd name="csX0" fmla="*/ 0 w 4572000"/>
              <a:gd name="csY0" fmla="*/ 0 h 2743200"/>
              <a:gd name="csX1" fmla="*/ 4572000 w 4572000"/>
              <a:gd name="csY1" fmla="*/ 0 h 2743200"/>
              <a:gd name="csX2" fmla="*/ 4572000 w 4572000"/>
              <a:gd name="csY2" fmla="*/ 2743200 h 2743200"/>
              <a:gd name="csX3" fmla="*/ 0 w 4572000"/>
              <a:gd name="csY3" fmla="*/ 2743200 h 2743200"/>
            </a:gdLst>
            <a:ahLst/>
            <a:cxnLst>
              <a:cxn ang="0">
                <a:pos x="csX0" y="csY0"/>
              </a:cxn>
              <a:cxn ang="0">
                <a:pos x="csX1" y="csY1"/>
              </a:cxn>
              <a:cxn ang="0">
                <a:pos x="csX2" y="csY2"/>
              </a:cxn>
              <a:cxn ang="0">
                <a:pos x="csX3" y="csY3"/>
              </a:cxn>
            </a:cxnLst>
            <a:rect l="l" t="t" r="r" b="b"/>
            <a:pathLst>
              <a:path w="4572000" h="2743200">
                <a:moveTo>
                  <a:pt x="0" y="0"/>
                </a:moveTo>
                <a:lnTo>
                  <a:pt x="4572000" y="0"/>
                </a:lnTo>
                <a:lnTo>
                  <a:pt x="4572000" y="2743200"/>
                </a:lnTo>
                <a:lnTo>
                  <a:pt x="0" y="2743200"/>
                </a:lnTo>
                <a:close/>
              </a:path>
            </a:pathLst>
          </a:custGeom>
          <a:solidFill>
            <a:srgbClr val="FFFFFF"/>
          </a:solidFill>
          <a:ln w="13589" cap="rnd">
            <a:solidFill>
              <a:srgbClr val="FFFFFF"/>
            </a:solidFill>
            <a:prstDash val="solid"/>
            <a:round/>
          </a:ln>
        </p:spPr>
        <p:txBody>
          <a:bodyPr/>
          <a:lstStyle/>
          <a:p>
            <a:pPr algn="ctr"/>
            <a:endParaRPr lang="en-US" sz="1701"/>
          </a:p>
        </p:txBody>
      </p:sp>
      <p:grpSp>
        <p:nvGrpSpPr>
          <p:cNvPr id="720" name="Group 719">
            <a:extLst>
              <a:ext uri="{FF2B5EF4-FFF2-40B4-BE49-F238E27FC236}">
                <a16:creationId xmlns:a16="http://schemas.microsoft.com/office/drawing/2014/main" id="{80A80814-27FF-1FB7-F623-BA6A55E6FE3A}"/>
              </a:ext>
            </a:extLst>
          </p:cNvPr>
          <p:cNvGrpSpPr/>
          <p:nvPr/>
        </p:nvGrpSpPr>
        <p:grpSpPr>
          <a:xfrm>
            <a:off x="337829" y="2732956"/>
            <a:ext cx="3922911" cy="2799064"/>
            <a:chOff x="353477" y="2609795"/>
            <a:chExt cx="4151635" cy="2962263"/>
          </a:xfrm>
        </p:grpSpPr>
        <p:sp>
          <p:nvSpPr>
            <p:cNvPr id="656" name="Freeform 655">
              <a:extLst>
                <a:ext uri="{FF2B5EF4-FFF2-40B4-BE49-F238E27FC236}">
                  <a16:creationId xmlns:a16="http://schemas.microsoft.com/office/drawing/2014/main" id="{9CFBAB4A-3474-E817-61C1-69B87FA8BC64}"/>
                </a:ext>
              </a:extLst>
            </p:cNvPr>
            <p:cNvSpPr/>
            <p:nvPr/>
          </p:nvSpPr>
          <p:spPr>
            <a:xfrm>
              <a:off x="1865757" y="3172380"/>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657" name="Freeform 656">
              <a:extLst>
                <a:ext uri="{FF2B5EF4-FFF2-40B4-BE49-F238E27FC236}">
                  <a16:creationId xmlns:a16="http://schemas.microsoft.com/office/drawing/2014/main" id="{4C9B77DA-082E-D41A-D855-436A486245F9}"/>
                </a:ext>
              </a:extLst>
            </p:cNvPr>
            <p:cNvSpPr/>
            <p:nvPr/>
          </p:nvSpPr>
          <p:spPr>
            <a:xfrm>
              <a:off x="2436876" y="3172380"/>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658" name="Freeform 657">
              <a:extLst>
                <a:ext uri="{FF2B5EF4-FFF2-40B4-BE49-F238E27FC236}">
                  <a16:creationId xmlns:a16="http://schemas.microsoft.com/office/drawing/2014/main" id="{49325124-B75A-C9F7-F608-BFAA5563EA3B}"/>
                </a:ext>
              </a:extLst>
            </p:cNvPr>
            <p:cNvSpPr/>
            <p:nvPr/>
          </p:nvSpPr>
          <p:spPr>
            <a:xfrm>
              <a:off x="3007995" y="3172380"/>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659" name="Freeform 658">
              <a:extLst>
                <a:ext uri="{FF2B5EF4-FFF2-40B4-BE49-F238E27FC236}">
                  <a16:creationId xmlns:a16="http://schemas.microsoft.com/office/drawing/2014/main" id="{C756A0F6-88AD-A8DF-7C0E-83F8E9C66524}"/>
                </a:ext>
              </a:extLst>
            </p:cNvPr>
            <p:cNvSpPr/>
            <p:nvPr/>
          </p:nvSpPr>
          <p:spPr>
            <a:xfrm>
              <a:off x="3578986" y="3172380"/>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660" name="Freeform 659">
              <a:extLst>
                <a:ext uri="{FF2B5EF4-FFF2-40B4-BE49-F238E27FC236}">
                  <a16:creationId xmlns:a16="http://schemas.microsoft.com/office/drawing/2014/main" id="{1D12F7FE-014B-5408-DA72-518DDC6ED81A}"/>
                </a:ext>
              </a:extLst>
            </p:cNvPr>
            <p:cNvSpPr/>
            <p:nvPr/>
          </p:nvSpPr>
          <p:spPr>
            <a:xfrm>
              <a:off x="1564005" y="4886117"/>
              <a:ext cx="2153666" cy="12700"/>
            </a:xfrm>
            <a:custGeom>
              <a:avLst/>
              <a:gdLst>
                <a:gd name="csX0" fmla="*/ 0 w 2153666"/>
                <a:gd name="csY0" fmla="*/ 0 h 12700"/>
                <a:gd name="csX1" fmla="*/ 2153666 w 2153666"/>
                <a:gd name="csY1" fmla="*/ 0 h 12700"/>
              </a:gdLst>
              <a:ahLst/>
              <a:cxnLst>
                <a:cxn ang="0">
                  <a:pos x="csX0" y="csY0"/>
                </a:cxn>
                <a:cxn ang="0">
                  <a:pos x="csX1" y="csY1"/>
                </a:cxn>
              </a:cxnLst>
              <a:rect l="l" t="t" r="r" b="b"/>
              <a:pathLst>
                <a:path w="2153666" h="12700">
                  <a:moveTo>
                    <a:pt x="0" y="0"/>
                  </a:moveTo>
                  <a:lnTo>
                    <a:pt x="2153666" y="0"/>
                  </a:lnTo>
                </a:path>
              </a:pathLst>
            </a:custGeom>
            <a:noFill/>
            <a:ln w="13589" cap="flat">
              <a:solidFill>
                <a:srgbClr val="EBEBEB"/>
              </a:solidFill>
              <a:prstDash val="solid"/>
              <a:round/>
            </a:ln>
          </p:spPr>
          <p:txBody>
            <a:bodyPr/>
            <a:lstStyle/>
            <a:p>
              <a:pPr algn="ctr"/>
              <a:endParaRPr lang="en-US" sz="1701"/>
            </a:p>
          </p:txBody>
        </p:sp>
        <p:sp>
          <p:nvSpPr>
            <p:cNvPr id="661" name="Freeform 660">
              <a:extLst>
                <a:ext uri="{FF2B5EF4-FFF2-40B4-BE49-F238E27FC236}">
                  <a16:creationId xmlns:a16="http://schemas.microsoft.com/office/drawing/2014/main" id="{4BF6249D-B669-E390-B38C-35088EAD8C40}"/>
                </a:ext>
              </a:extLst>
            </p:cNvPr>
            <p:cNvSpPr/>
            <p:nvPr/>
          </p:nvSpPr>
          <p:spPr>
            <a:xfrm>
              <a:off x="1564005" y="4410121"/>
              <a:ext cx="2153666" cy="12700"/>
            </a:xfrm>
            <a:custGeom>
              <a:avLst/>
              <a:gdLst>
                <a:gd name="csX0" fmla="*/ 0 w 2153666"/>
                <a:gd name="csY0" fmla="*/ 0 h 12700"/>
                <a:gd name="csX1" fmla="*/ 2153666 w 2153666"/>
                <a:gd name="csY1" fmla="*/ 0 h 12700"/>
              </a:gdLst>
              <a:ahLst/>
              <a:cxnLst>
                <a:cxn ang="0">
                  <a:pos x="csX0" y="csY0"/>
                </a:cxn>
                <a:cxn ang="0">
                  <a:pos x="csX1" y="csY1"/>
                </a:cxn>
              </a:cxnLst>
              <a:rect l="l" t="t" r="r" b="b"/>
              <a:pathLst>
                <a:path w="2153666" h="12700">
                  <a:moveTo>
                    <a:pt x="0" y="0"/>
                  </a:moveTo>
                  <a:lnTo>
                    <a:pt x="2153666" y="0"/>
                  </a:lnTo>
                </a:path>
              </a:pathLst>
            </a:custGeom>
            <a:noFill/>
            <a:ln w="13589" cap="flat">
              <a:solidFill>
                <a:srgbClr val="EBEBEB"/>
              </a:solidFill>
              <a:prstDash val="solid"/>
              <a:round/>
            </a:ln>
          </p:spPr>
          <p:txBody>
            <a:bodyPr/>
            <a:lstStyle/>
            <a:p>
              <a:pPr algn="ctr"/>
              <a:endParaRPr lang="en-US" sz="1701"/>
            </a:p>
          </p:txBody>
        </p:sp>
        <p:sp>
          <p:nvSpPr>
            <p:cNvPr id="662" name="Freeform 661">
              <a:extLst>
                <a:ext uri="{FF2B5EF4-FFF2-40B4-BE49-F238E27FC236}">
                  <a16:creationId xmlns:a16="http://schemas.microsoft.com/office/drawing/2014/main" id="{D96353DB-4367-D45F-9B4B-3D1624322841}"/>
                </a:ext>
              </a:extLst>
            </p:cNvPr>
            <p:cNvSpPr/>
            <p:nvPr/>
          </p:nvSpPr>
          <p:spPr>
            <a:xfrm>
              <a:off x="1564005" y="3933999"/>
              <a:ext cx="2153666" cy="12700"/>
            </a:xfrm>
            <a:custGeom>
              <a:avLst/>
              <a:gdLst>
                <a:gd name="csX0" fmla="*/ 0 w 2153666"/>
                <a:gd name="csY0" fmla="*/ 0 h 12700"/>
                <a:gd name="csX1" fmla="*/ 2153666 w 2153666"/>
                <a:gd name="csY1" fmla="*/ 0 h 12700"/>
              </a:gdLst>
              <a:ahLst/>
              <a:cxnLst>
                <a:cxn ang="0">
                  <a:pos x="csX0" y="csY0"/>
                </a:cxn>
                <a:cxn ang="0">
                  <a:pos x="csX1" y="csY1"/>
                </a:cxn>
              </a:cxnLst>
              <a:rect l="l" t="t" r="r" b="b"/>
              <a:pathLst>
                <a:path w="2153666" h="12700">
                  <a:moveTo>
                    <a:pt x="0" y="0"/>
                  </a:moveTo>
                  <a:lnTo>
                    <a:pt x="2153666" y="0"/>
                  </a:lnTo>
                </a:path>
              </a:pathLst>
            </a:custGeom>
            <a:noFill/>
            <a:ln w="13589" cap="flat">
              <a:solidFill>
                <a:srgbClr val="EBEBEB"/>
              </a:solidFill>
              <a:prstDash val="solid"/>
              <a:round/>
            </a:ln>
          </p:spPr>
          <p:txBody>
            <a:bodyPr/>
            <a:lstStyle/>
            <a:p>
              <a:pPr algn="ctr"/>
              <a:endParaRPr lang="en-US" sz="1701"/>
            </a:p>
          </p:txBody>
        </p:sp>
        <p:sp>
          <p:nvSpPr>
            <p:cNvPr id="663" name="Freeform 662">
              <a:extLst>
                <a:ext uri="{FF2B5EF4-FFF2-40B4-BE49-F238E27FC236}">
                  <a16:creationId xmlns:a16="http://schemas.microsoft.com/office/drawing/2014/main" id="{D6F7237B-1555-2965-AB60-A2577EA9CE12}"/>
                </a:ext>
              </a:extLst>
            </p:cNvPr>
            <p:cNvSpPr/>
            <p:nvPr/>
          </p:nvSpPr>
          <p:spPr>
            <a:xfrm>
              <a:off x="1564005" y="3458002"/>
              <a:ext cx="2153666" cy="12700"/>
            </a:xfrm>
            <a:custGeom>
              <a:avLst/>
              <a:gdLst>
                <a:gd name="csX0" fmla="*/ 0 w 2153666"/>
                <a:gd name="csY0" fmla="*/ 0 h 12700"/>
                <a:gd name="csX1" fmla="*/ 2153666 w 2153666"/>
                <a:gd name="csY1" fmla="*/ 0 h 12700"/>
              </a:gdLst>
              <a:ahLst/>
              <a:cxnLst>
                <a:cxn ang="0">
                  <a:pos x="csX0" y="csY0"/>
                </a:cxn>
                <a:cxn ang="0">
                  <a:pos x="csX1" y="csY1"/>
                </a:cxn>
              </a:cxnLst>
              <a:rect l="l" t="t" r="r" b="b"/>
              <a:pathLst>
                <a:path w="2153666" h="12700">
                  <a:moveTo>
                    <a:pt x="0" y="0"/>
                  </a:moveTo>
                  <a:lnTo>
                    <a:pt x="2153666" y="0"/>
                  </a:lnTo>
                </a:path>
              </a:pathLst>
            </a:custGeom>
            <a:noFill/>
            <a:ln w="13589" cap="flat">
              <a:solidFill>
                <a:srgbClr val="EBEBEB"/>
              </a:solidFill>
              <a:prstDash val="solid"/>
              <a:round/>
            </a:ln>
          </p:spPr>
          <p:txBody>
            <a:bodyPr/>
            <a:lstStyle/>
            <a:p>
              <a:pPr algn="ctr"/>
              <a:endParaRPr lang="en-US" sz="1701"/>
            </a:p>
          </p:txBody>
        </p:sp>
        <p:sp>
          <p:nvSpPr>
            <p:cNvPr id="664" name="Freeform 663">
              <a:extLst>
                <a:ext uri="{FF2B5EF4-FFF2-40B4-BE49-F238E27FC236}">
                  <a16:creationId xmlns:a16="http://schemas.microsoft.com/office/drawing/2014/main" id="{B9AFC6FF-C861-D659-A98A-3F895D8F3994}"/>
                </a:ext>
              </a:extLst>
            </p:cNvPr>
            <p:cNvSpPr/>
            <p:nvPr/>
          </p:nvSpPr>
          <p:spPr>
            <a:xfrm>
              <a:off x="1580261" y="3172380"/>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665" name="Freeform 664">
              <a:extLst>
                <a:ext uri="{FF2B5EF4-FFF2-40B4-BE49-F238E27FC236}">
                  <a16:creationId xmlns:a16="http://schemas.microsoft.com/office/drawing/2014/main" id="{C2AE4F1E-168C-3F33-3DF1-D8E1E7CCC901}"/>
                </a:ext>
              </a:extLst>
            </p:cNvPr>
            <p:cNvSpPr/>
            <p:nvPr/>
          </p:nvSpPr>
          <p:spPr>
            <a:xfrm>
              <a:off x="2151379" y="3172380"/>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666" name="Freeform 665">
              <a:extLst>
                <a:ext uri="{FF2B5EF4-FFF2-40B4-BE49-F238E27FC236}">
                  <a16:creationId xmlns:a16="http://schemas.microsoft.com/office/drawing/2014/main" id="{D1071B34-6098-9B85-3AA8-89B269F9EC40}"/>
                </a:ext>
              </a:extLst>
            </p:cNvPr>
            <p:cNvSpPr/>
            <p:nvPr/>
          </p:nvSpPr>
          <p:spPr>
            <a:xfrm>
              <a:off x="2722372" y="3172380"/>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667" name="Freeform 666">
              <a:extLst>
                <a:ext uri="{FF2B5EF4-FFF2-40B4-BE49-F238E27FC236}">
                  <a16:creationId xmlns:a16="http://schemas.microsoft.com/office/drawing/2014/main" id="{DBFCCD45-F420-56B8-D89B-44674951F425}"/>
                </a:ext>
              </a:extLst>
            </p:cNvPr>
            <p:cNvSpPr/>
            <p:nvPr/>
          </p:nvSpPr>
          <p:spPr>
            <a:xfrm>
              <a:off x="3293490" y="3172380"/>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668" name="Freeform 667">
              <a:extLst>
                <a:ext uri="{FF2B5EF4-FFF2-40B4-BE49-F238E27FC236}">
                  <a16:creationId xmlns:a16="http://schemas.microsoft.com/office/drawing/2014/main" id="{170D7DD6-ED04-02B6-82A9-29256B4FBD6C}"/>
                </a:ext>
              </a:extLst>
            </p:cNvPr>
            <p:cNvSpPr/>
            <p:nvPr/>
          </p:nvSpPr>
          <p:spPr>
            <a:xfrm>
              <a:off x="3506978" y="3345100"/>
              <a:ext cx="225805" cy="225806"/>
            </a:xfrm>
            <a:custGeom>
              <a:avLst/>
              <a:gdLst>
                <a:gd name="csX0" fmla="*/ 225806 w 225805"/>
                <a:gd name="csY0" fmla="*/ 112903 h 225806"/>
                <a:gd name="csX1" fmla="*/ 112903 w 225805"/>
                <a:gd name="csY1" fmla="*/ 225806 h 225806"/>
                <a:gd name="csX2" fmla="*/ 0 w 225805"/>
                <a:gd name="csY2" fmla="*/ 112903 h 225806"/>
                <a:gd name="csX3" fmla="*/ 112903 w 225805"/>
                <a:gd name="csY3" fmla="*/ 0 h 225806"/>
                <a:gd name="csX4" fmla="*/ 225806 w 225805"/>
                <a:gd name="csY4" fmla="*/ 112903 h 225806"/>
              </a:gdLst>
              <a:ahLst/>
              <a:cxnLst>
                <a:cxn ang="0">
                  <a:pos x="csX0" y="csY0"/>
                </a:cxn>
                <a:cxn ang="0">
                  <a:pos x="csX1" y="csY1"/>
                </a:cxn>
                <a:cxn ang="0">
                  <a:pos x="csX2" y="csY2"/>
                </a:cxn>
                <a:cxn ang="0">
                  <a:pos x="csX3" y="csY3"/>
                </a:cxn>
                <a:cxn ang="0">
                  <a:pos x="csX4" y="csY4"/>
                </a:cxn>
              </a:cxnLst>
              <a:rect l="l" t="t" r="r" b="b"/>
              <a:pathLst>
                <a:path w="225805" h="225806">
                  <a:moveTo>
                    <a:pt x="225806" y="112903"/>
                  </a:moveTo>
                  <a:cubicBezTo>
                    <a:pt x="225806" y="175258"/>
                    <a:pt x="175258" y="225806"/>
                    <a:pt x="112903" y="225806"/>
                  </a:cubicBezTo>
                  <a:cubicBezTo>
                    <a:pt x="50548" y="225806"/>
                    <a:pt x="0" y="175258"/>
                    <a:pt x="0" y="112903"/>
                  </a:cubicBezTo>
                  <a:cubicBezTo>
                    <a:pt x="0" y="50548"/>
                    <a:pt x="50548" y="0"/>
                    <a:pt x="112903" y="0"/>
                  </a:cubicBezTo>
                  <a:cubicBezTo>
                    <a:pt x="175258" y="0"/>
                    <a:pt x="225806" y="50548"/>
                    <a:pt x="225806" y="112903"/>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669" name="Freeform 668">
              <a:extLst>
                <a:ext uri="{FF2B5EF4-FFF2-40B4-BE49-F238E27FC236}">
                  <a16:creationId xmlns:a16="http://schemas.microsoft.com/office/drawing/2014/main" id="{CD837CD1-7A6F-A4E0-3E04-DC50AE9588EC}"/>
                </a:ext>
              </a:extLst>
            </p:cNvPr>
            <p:cNvSpPr/>
            <p:nvPr/>
          </p:nvSpPr>
          <p:spPr>
            <a:xfrm>
              <a:off x="2866644" y="3833542"/>
              <a:ext cx="200913" cy="200913"/>
            </a:xfrm>
            <a:custGeom>
              <a:avLst/>
              <a:gdLst>
                <a:gd name="csX0" fmla="*/ 200914 w 200913"/>
                <a:gd name="csY0" fmla="*/ 100457 h 200913"/>
                <a:gd name="csX1" fmla="*/ 100457 w 200913"/>
                <a:gd name="csY1" fmla="*/ 200914 h 200913"/>
                <a:gd name="csX2" fmla="*/ 0 w 200913"/>
                <a:gd name="csY2" fmla="*/ 100457 h 200913"/>
                <a:gd name="csX3" fmla="*/ 100457 w 200913"/>
                <a:gd name="csY3" fmla="*/ 0 h 200913"/>
                <a:gd name="csX4" fmla="*/ 200914 w 200913"/>
                <a:gd name="csY4" fmla="*/ 100457 h 200913"/>
              </a:gdLst>
              <a:ahLst/>
              <a:cxnLst>
                <a:cxn ang="0">
                  <a:pos x="csX0" y="csY0"/>
                </a:cxn>
                <a:cxn ang="0">
                  <a:pos x="csX1" y="csY1"/>
                </a:cxn>
                <a:cxn ang="0">
                  <a:pos x="csX2" y="csY2"/>
                </a:cxn>
                <a:cxn ang="0">
                  <a:pos x="csX3" y="csY3"/>
                </a:cxn>
                <a:cxn ang="0">
                  <a:pos x="csX4" y="csY4"/>
                </a:cxn>
              </a:cxnLst>
              <a:rect l="l" t="t" r="r" b="b"/>
              <a:pathLst>
                <a:path w="200913" h="200913">
                  <a:moveTo>
                    <a:pt x="200914" y="100457"/>
                  </a:moveTo>
                  <a:cubicBezTo>
                    <a:pt x="200914" y="155938"/>
                    <a:pt x="155938" y="200914"/>
                    <a:pt x="100457" y="200914"/>
                  </a:cubicBezTo>
                  <a:cubicBezTo>
                    <a:pt x="44976" y="200914"/>
                    <a:pt x="0" y="155938"/>
                    <a:pt x="0" y="100457"/>
                  </a:cubicBezTo>
                  <a:cubicBezTo>
                    <a:pt x="0" y="44976"/>
                    <a:pt x="44976" y="0"/>
                    <a:pt x="100457" y="0"/>
                  </a:cubicBezTo>
                  <a:cubicBezTo>
                    <a:pt x="155938" y="0"/>
                    <a:pt x="200914" y="44976"/>
                    <a:pt x="200914" y="100457"/>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670" name="Freeform 669">
              <a:extLst>
                <a:ext uri="{FF2B5EF4-FFF2-40B4-BE49-F238E27FC236}">
                  <a16:creationId xmlns:a16="http://schemas.microsoft.com/office/drawing/2014/main" id="{EF34850B-8A26-DD27-5744-3218E089C15F}"/>
                </a:ext>
              </a:extLst>
            </p:cNvPr>
            <p:cNvSpPr/>
            <p:nvPr/>
          </p:nvSpPr>
          <p:spPr>
            <a:xfrm>
              <a:off x="1811655" y="4342431"/>
              <a:ext cx="135382" cy="135381"/>
            </a:xfrm>
            <a:custGeom>
              <a:avLst/>
              <a:gdLst>
                <a:gd name="csX0" fmla="*/ 135382 w 135382"/>
                <a:gd name="csY0" fmla="*/ 67691 h 135381"/>
                <a:gd name="csX1" fmla="*/ 67691 w 135382"/>
                <a:gd name="csY1" fmla="*/ 135382 h 135381"/>
                <a:gd name="csX2" fmla="*/ 0 w 135382"/>
                <a:gd name="csY2" fmla="*/ 67691 h 135381"/>
                <a:gd name="csX3" fmla="*/ 67691 w 135382"/>
                <a:gd name="csY3" fmla="*/ 0 h 135381"/>
                <a:gd name="csX4" fmla="*/ 135382 w 135382"/>
                <a:gd name="csY4" fmla="*/ 67691 h 135381"/>
              </a:gdLst>
              <a:ahLst/>
              <a:cxnLst>
                <a:cxn ang="0">
                  <a:pos x="csX0" y="csY0"/>
                </a:cxn>
                <a:cxn ang="0">
                  <a:pos x="csX1" y="csY1"/>
                </a:cxn>
                <a:cxn ang="0">
                  <a:pos x="csX2" y="csY2"/>
                </a:cxn>
                <a:cxn ang="0">
                  <a:pos x="csX3" y="csY3"/>
                </a:cxn>
                <a:cxn ang="0">
                  <a:pos x="csX4" y="csY4"/>
                </a:cxn>
              </a:cxnLst>
              <a:rect l="l" t="t" r="r" b="b"/>
              <a:pathLst>
                <a:path w="135382" h="135381">
                  <a:moveTo>
                    <a:pt x="135382" y="67691"/>
                  </a:moveTo>
                  <a:cubicBezTo>
                    <a:pt x="135382" y="105076"/>
                    <a:pt x="105076" y="135382"/>
                    <a:pt x="67691" y="135382"/>
                  </a:cubicBezTo>
                  <a:cubicBezTo>
                    <a:pt x="30306" y="135382"/>
                    <a:pt x="0" y="105076"/>
                    <a:pt x="0" y="67691"/>
                  </a:cubicBezTo>
                  <a:cubicBezTo>
                    <a:pt x="0" y="30306"/>
                    <a:pt x="30306" y="0"/>
                    <a:pt x="67691" y="0"/>
                  </a:cubicBezTo>
                  <a:cubicBezTo>
                    <a:pt x="105076" y="0"/>
                    <a:pt x="135382" y="30306"/>
                    <a:pt x="135382" y="67691"/>
                  </a:cubicBezTo>
                  <a:close/>
                </a:path>
              </a:pathLst>
            </a:custGeom>
            <a:solidFill>
              <a:srgbClr val="C56E78"/>
            </a:solidFill>
            <a:ln w="9017" cap="rnd">
              <a:solidFill>
                <a:srgbClr val="000000"/>
              </a:solidFill>
              <a:prstDash val="solid"/>
              <a:round/>
            </a:ln>
          </p:spPr>
          <p:txBody>
            <a:bodyPr/>
            <a:lstStyle/>
            <a:p>
              <a:pPr algn="ctr"/>
              <a:endParaRPr lang="en-US" sz="1701"/>
            </a:p>
          </p:txBody>
        </p:sp>
        <p:sp>
          <p:nvSpPr>
            <p:cNvPr id="671" name="Freeform 670">
              <a:extLst>
                <a:ext uri="{FF2B5EF4-FFF2-40B4-BE49-F238E27FC236}">
                  <a16:creationId xmlns:a16="http://schemas.microsoft.com/office/drawing/2014/main" id="{8D211B94-316C-6818-29B1-56A5D3A9F4B5}"/>
                </a:ext>
              </a:extLst>
            </p:cNvPr>
            <p:cNvSpPr/>
            <p:nvPr/>
          </p:nvSpPr>
          <p:spPr>
            <a:xfrm>
              <a:off x="1616583" y="4840906"/>
              <a:ext cx="90424" cy="90424"/>
            </a:xfrm>
            <a:custGeom>
              <a:avLst/>
              <a:gdLst>
                <a:gd name="csX0" fmla="*/ 90424 w 90424"/>
                <a:gd name="csY0" fmla="*/ 45212 h 90424"/>
                <a:gd name="csX1" fmla="*/ 45212 w 90424"/>
                <a:gd name="csY1" fmla="*/ 90424 h 90424"/>
                <a:gd name="csX2" fmla="*/ 0 w 90424"/>
                <a:gd name="csY2" fmla="*/ 45212 h 90424"/>
                <a:gd name="csX3" fmla="*/ 45212 w 90424"/>
                <a:gd name="csY3" fmla="*/ 0 h 90424"/>
                <a:gd name="csX4" fmla="*/ 90424 w 90424"/>
                <a:gd name="csY4" fmla="*/ 45212 h 90424"/>
              </a:gdLst>
              <a:ahLst/>
              <a:cxnLst>
                <a:cxn ang="0">
                  <a:pos x="csX0" y="csY0"/>
                </a:cxn>
                <a:cxn ang="0">
                  <a:pos x="csX1" y="csY1"/>
                </a:cxn>
                <a:cxn ang="0">
                  <a:pos x="csX2" y="csY2"/>
                </a:cxn>
                <a:cxn ang="0">
                  <a:pos x="csX3" y="csY3"/>
                </a:cxn>
                <a:cxn ang="0">
                  <a:pos x="csX4" y="csY4"/>
                </a:cxn>
              </a:cxnLst>
              <a:rect l="l" t="t" r="r" b="b"/>
              <a:pathLst>
                <a:path w="90424" h="90424">
                  <a:moveTo>
                    <a:pt x="90424" y="45212"/>
                  </a:moveTo>
                  <a:cubicBezTo>
                    <a:pt x="90424" y="70182"/>
                    <a:pt x="70182" y="90424"/>
                    <a:pt x="45212" y="90424"/>
                  </a:cubicBezTo>
                  <a:cubicBezTo>
                    <a:pt x="20242" y="90424"/>
                    <a:pt x="0" y="70182"/>
                    <a:pt x="0" y="45212"/>
                  </a:cubicBezTo>
                  <a:cubicBezTo>
                    <a:pt x="0" y="20242"/>
                    <a:pt x="20242" y="0"/>
                    <a:pt x="45212" y="0"/>
                  </a:cubicBezTo>
                  <a:cubicBezTo>
                    <a:pt x="70182" y="0"/>
                    <a:pt x="90424" y="20242"/>
                    <a:pt x="90424" y="45212"/>
                  </a:cubicBezTo>
                  <a:close/>
                </a:path>
              </a:pathLst>
            </a:custGeom>
            <a:solidFill>
              <a:srgbClr val="327EBA"/>
            </a:solidFill>
            <a:ln w="9017" cap="rnd">
              <a:solidFill>
                <a:srgbClr val="000000"/>
              </a:solidFill>
              <a:prstDash val="solid"/>
              <a:round/>
            </a:ln>
          </p:spPr>
          <p:txBody>
            <a:bodyPr/>
            <a:lstStyle/>
            <a:p>
              <a:pPr algn="ctr"/>
              <a:endParaRPr lang="en-US" sz="1701"/>
            </a:p>
          </p:txBody>
        </p:sp>
        <p:sp>
          <p:nvSpPr>
            <p:cNvPr id="672" name="Freeform 671">
              <a:extLst>
                <a:ext uri="{FF2B5EF4-FFF2-40B4-BE49-F238E27FC236}">
                  <a16:creationId xmlns:a16="http://schemas.microsoft.com/office/drawing/2014/main" id="{9F32C3B2-3CD3-9269-F801-5564E3F9F86A}"/>
                </a:ext>
              </a:extLst>
            </p:cNvPr>
            <p:cNvSpPr/>
            <p:nvPr/>
          </p:nvSpPr>
          <p:spPr>
            <a:xfrm>
              <a:off x="1564005" y="3172380"/>
              <a:ext cx="2240740" cy="1999488"/>
            </a:xfrm>
            <a:custGeom>
              <a:avLst/>
              <a:gdLst>
                <a:gd name="csX0" fmla="*/ 0 w 2153793"/>
                <a:gd name="csY0" fmla="*/ 0 h 1999488"/>
                <a:gd name="csX1" fmla="*/ 2153793 w 2153793"/>
                <a:gd name="csY1" fmla="*/ 0 h 1999488"/>
                <a:gd name="csX2" fmla="*/ 2153793 w 2153793"/>
                <a:gd name="csY2" fmla="*/ 1999488 h 1999488"/>
                <a:gd name="csX3" fmla="*/ 0 w 2153793"/>
                <a:gd name="csY3" fmla="*/ 1999488 h 1999488"/>
              </a:gdLst>
              <a:ahLst/>
              <a:cxnLst>
                <a:cxn ang="0">
                  <a:pos x="csX0" y="csY0"/>
                </a:cxn>
                <a:cxn ang="0">
                  <a:pos x="csX1" y="csY1"/>
                </a:cxn>
                <a:cxn ang="0">
                  <a:pos x="csX2" y="csY2"/>
                </a:cxn>
                <a:cxn ang="0">
                  <a:pos x="csX3" y="csY3"/>
                </a:cxn>
              </a:cxnLst>
              <a:rect l="l" t="t" r="r" b="b"/>
              <a:pathLst>
                <a:path w="2153793" h="1999488">
                  <a:moveTo>
                    <a:pt x="0" y="0"/>
                  </a:moveTo>
                  <a:lnTo>
                    <a:pt x="2153793" y="0"/>
                  </a:lnTo>
                  <a:lnTo>
                    <a:pt x="2153793" y="1999488"/>
                  </a:lnTo>
                  <a:lnTo>
                    <a:pt x="0" y="1999488"/>
                  </a:lnTo>
                  <a:close/>
                </a:path>
              </a:pathLst>
            </a:custGeom>
            <a:noFill/>
            <a:ln w="13589" cap="rnd">
              <a:solidFill>
                <a:srgbClr val="333333"/>
              </a:solidFill>
              <a:prstDash val="solid"/>
              <a:round/>
            </a:ln>
          </p:spPr>
          <p:txBody>
            <a:bodyPr/>
            <a:lstStyle/>
            <a:p>
              <a:pPr algn="ctr"/>
              <a:endParaRPr lang="en-US" sz="1701"/>
            </a:p>
          </p:txBody>
        </p:sp>
        <p:sp>
          <p:nvSpPr>
            <p:cNvPr id="674" name="TextBox 673">
              <a:extLst>
                <a:ext uri="{FF2B5EF4-FFF2-40B4-BE49-F238E27FC236}">
                  <a16:creationId xmlns:a16="http://schemas.microsoft.com/office/drawing/2014/main" id="{64ADDA7C-DD38-B3D2-C872-52819B52AD28}"/>
                </a:ext>
              </a:extLst>
            </p:cNvPr>
            <p:cNvSpPr txBox="1"/>
            <p:nvPr/>
          </p:nvSpPr>
          <p:spPr>
            <a:xfrm>
              <a:off x="353477" y="4770692"/>
              <a:ext cx="123197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somite development</a:t>
              </a:r>
            </a:p>
          </p:txBody>
        </p:sp>
        <p:sp>
          <p:nvSpPr>
            <p:cNvPr id="675" name="TextBox 674">
              <a:extLst>
                <a:ext uri="{FF2B5EF4-FFF2-40B4-BE49-F238E27FC236}">
                  <a16:creationId xmlns:a16="http://schemas.microsoft.com/office/drawing/2014/main" id="{94763334-1868-9975-AD6C-C4D7657B5ACF}"/>
                </a:ext>
              </a:extLst>
            </p:cNvPr>
            <p:cNvSpPr txBox="1"/>
            <p:nvPr/>
          </p:nvSpPr>
          <p:spPr>
            <a:xfrm>
              <a:off x="357423" y="4198752"/>
              <a:ext cx="1284565"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dopaminergic neuron</a:t>
              </a:r>
            </a:p>
          </p:txBody>
        </p:sp>
        <p:sp>
          <p:nvSpPr>
            <p:cNvPr id="676" name="TextBox 675">
              <a:extLst>
                <a:ext uri="{FF2B5EF4-FFF2-40B4-BE49-F238E27FC236}">
                  <a16:creationId xmlns:a16="http://schemas.microsoft.com/office/drawing/2014/main" id="{D5A8D64E-D795-58CC-43D3-75939A028405}"/>
                </a:ext>
              </a:extLst>
            </p:cNvPr>
            <p:cNvSpPr txBox="1"/>
            <p:nvPr/>
          </p:nvSpPr>
          <p:spPr>
            <a:xfrm>
              <a:off x="749780" y="4363344"/>
              <a:ext cx="89098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differentiation</a:t>
              </a:r>
            </a:p>
          </p:txBody>
        </p:sp>
        <p:sp>
          <p:nvSpPr>
            <p:cNvPr id="677" name="TextBox 676">
              <a:extLst>
                <a:ext uri="{FF2B5EF4-FFF2-40B4-BE49-F238E27FC236}">
                  <a16:creationId xmlns:a16="http://schemas.microsoft.com/office/drawing/2014/main" id="{E77E893B-22AC-AA9A-979A-AC9514023F11}"/>
                </a:ext>
              </a:extLst>
            </p:cNvPr>
            <p:cNvSpPr txBox="1"/>
            <p:nvPr/>
          </p:nvSpPr>
          <p:spPr>
            <a:xfrm>
              <a:off x="667704" y="3804925"/>
              <a:ext cx="94866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axon guidance</a:t>
              </a:r>
            </a:p>
          </p:txBody>
        </p:sp>
        <p:sp>
          <p:nvSpPr>
            <p:cNvPr id="678" name="TextBox 677">
              <a:extLst>
                <a:ext uri="{FF2B5EF4-FFF2-40B4-BE49-F238E27FC236}">
                  <a16:creationId xmlns:a16="http://schemas.microsoft.com/office/drawing/2014/main" id="{0C473258-4E63-4BEF-768D-1EB0599C0770}"/>
                </a:ext>
              </a:extLst>
            </p:cNvPr>
            <p:cNvSpPr txBox="1"/>
            <p:nvPr/>
          </p:nvSpPr>
          <p:spPr>
            <a:xfrm>
              <a:off x="452877" y="3246633"/>
              <a:ext cx="1192955"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collagen-containing</a:t>
              </a:r>
            </a:p>
          </p:txBody>
        </p:sp>
        <p:sp>
          <p:nvSpPr>
            <p:cNvPr id="679" name="TextBox 678">
              <a:extLst>
                <a:ext uri="{FF2B5EF4-FFF2-40B4-BE49-F238E27FC236}">
                  <a16:creationId xmlns:a16="http://schemas.microsoft.com/office/drawing/2014/main" id="{6709DD50-0E80-3F16-3E19-336F8111102A}"/>
                </a:ext>
              </a:extLst>
            </p:cNvPr>
            <p:cNvSpPr txBox="1"/>
            <p:nvPr/>
          </p:nvSpPr>
          <p:spPr>
            <a:xfrm>
              <a:off x="482828" y="3411225"/>
              <a:ext cx="1167508"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extracellular matrix</a:t>
              </a:r>
            </a:p>
          </p:txBody>
        </p:sp>
        <p:sp>
          <p:nvSpPr>
            <p:cNvPr id="680" name="Freeform 679">
              <a:extLst>
                <a:ext uri="{FF2B5EF4-FFF2-40B4-BE49-F238E27FC236}">
                  <a16:creationId xmlns:a16="http://schemas.microsoft.com/office/drawing/2014/main" id="{3011F024-C1BF-296B-C526-55AEE3F76CD9}"/>
                </a:ext>
              </a:extLst>
            </p:cNvPr>
            <p:cNvSpPr/>
            <p:nvPr/>
          </p:nvSpPr>
          <p:spPr>
            <a:xfrm>
              <a:off x="1529207" y="488611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681" name="Freeform 680">
              <a:extLst>
                <a:ext uri="{FF2B5EF4-FFF2-40B4-BE49-F238E27FC236}">
                  <a16:creationId xmlns:a16="http://schemas.microsoft.com/office/drawing/2014/main" id="{833681DF-E21D-F952-4A1A-FF072D5E353A}"/>
                </a:ext>
              </a:extLst>
            </p:cNvPr>
            <p:cNvSpPr/>
            <p:nvPr/>
          </p:nvSpPr>
          <p:spPr>
            <a:xfrm>
              <a:off x="1529207" y="4410121"/>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682" name="Freeform 681">
              <a:extLst>
                <a:ext uri="{FF2B5EF4-FFF2-40B4-BE49-F238E27FC236}">
                  <a16:creationId xmlns:a16="http://schemas.microsoft.com/office/drawing/2014/main" id="{3DE44B96-DB10-7FB1-AD5E-6BE4F819AC29}"/>
                </a:ext>
              </a:extLst>
            </p:cNvPr>
            <p:cNvSpPr/>
            <p:nvPr/>
          </p:nvSpPr>
          <p:spPr>
            <a:xfrm>
              <a:off x="1529207" y="393399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683" name="Freeform 682">
              <a:extLst>
                <a:ext uri="{FF2B5EF4-FFF2-40B4-BE49-F238E27FC236}">
                  <a16:creationId xmlns:a16="http://schemas.microsoft.com/office/drawing/2014/main" id="{2DE3A405-E503-FDE5-5CDF-9A7E569EF790}"/>
                </a:ext>
              </a:extLst>
            </p:cNvPr>
            <p:cNvSpPr/>
            <p:nvPr/>
          </p:nvSpPr>
          <p:spPr>
            <a:xfrm>
              <a:off x="1529207" y="345800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684" name="Freeform 683">
              <a:extLst>
                <a:ext uri="{FF2B5EF4-FFF2-40B4-BE49-F238E27FC236}">
                  <a16:creationId xmlns:a16="http://schemas.microsoft.com/office/drawing/2014/main" id="{9D918821-0B65-9966-F3FD-DB8754D56380}"/>
                </a:ext>
              </a:extLst>
            </p:cNvPr>
            <p:cNvSpPr/>
            <p:nvPr/>
          </p:nvSpPr>
          <p:spPr>
            <a:xfrm>
              <a:off x="1580261" y="51718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85" name="Freeform 684">
              <a:extLst>
                <a:ext uri="{FF2B5EF4-FFF2-40B4-BE49-F238E27FC236}">
                  <a16:creationId xmlns:a16="http://schemas.microsoft.com/office/drawing/2014/main" id="{2C76BA60-8095-3E1C-A896-F7476B579C70}"/>
                </a:ext>
              </a:extLst>
            </p:cNvPr>
            <p:cNvSpPr/>
            <p:nvPr/>
          </p:nvSpPr>
          <p:spPr>
            <a:xfrm>
              <a:off x="2151379" y="51718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86" name="Freeform 685">
              <a:extLst>
                <a:ext uri="{FF2B5EF4-FFF2-40B4-BE49-F238E27FC236}">
                  <a16:creationId xmlns:a16="http://schemas.microsoft.com/office/drawing/2014/main" id="{CD31DF84-7560-2B12-0757-F4F4122C65C6}"/>
                </a:ext>
              </a:extLst>
            </p:cNvPr>
            <p:cNvSpPr/>
            <p:nvPr/>
          </p:nvSpPr>
          <p:spPr>
            <a:xfrm>
              <a:off x="2722372" y="51718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87" name="Freeform 686">
              <a:extLst>
                <a:ext uri="{FF2B5EF4-FFF2-40B4-BE49-F238E27FC236}">
                  <a16:creationId xmlns:a16="http://schemas.microsoft.com/office/drawing/2014/main" id="{9E662A7D-CEFC-90AC-A414-B56B8B3EB669}"/>
                </a:ext>
              </a:extLst>
            </p:cNvPr>
            <p:cNvSpPr/>
            <p:nvPr/>
          </p:nvSpPr>
          <p:spPr>
            <a:xfrm>
              <a:off x="3293490" y="51718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688" name="TextBox 687">
              <a:extLst>
                <a:ext uri="{FF2B5EF4-FFF2-40B4-BE49-F238E27FC236}">
                  <a16:creationId xmlns:a16="http://schemas.microsoft.com/office/drawing/2014/main" id="{4667B844-3A4C-3EF0-6071-FCB3ADE5B0AF}"/>
                </a:ext>
              </a:extLst>
            </p:cNvPr>
            <p:cNvSpPr txBox="1"/>
            <p:nvPr/>
          </p:nvSpPr>
          <p:spPr>
            <a:xfrm>
              <a:off x="1337494" y="5159888"/>
              <a:ext cx="485529"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0.025</a:t>
              </a:r>
            </a:p>
          </p:txBody>
        </p:sp>
        <p:sp>
          <p:nvSpPr>
            <p:cNvPr id="689" name="TextBox 688">
              <a:extLst>
                <a:ext uri="{FF2B5EF4-FFF2-40B4-BE49-F238E27FC236}">
                  <a16:creationId xmlns:a16="http://schemas.microsoft.com/office/drawing/2014/main" id="{9F9475B9-16F9-93D1-5D94-F4184737489E}"/>
                </a:ext>
              </a:extLst>
            </p:cNvPr>
            <p:cNvSpPr txBox="1"/>
            <p:nvPr/>
          </p:nvSpPr>
          <p:spPr>
            <a:xfrm>
              <a:off x="1908615" y="5159888"/>
              <a:ext cx="485529"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0.050</a:t>
              </a:r>
            </a:p>
          </p:txBody>
        </p:sp>
        <p:sp>
          <p:nvSpPr>
            <p:cNvPr id="690" name="TextBox 689">
              <a:extLst>
                <a:ext uri="{FF2B5EF4-FFF2-40B4-BE49-F238E27FC236}">
                  <a16:creationId xmlns:a16="http://schemas.microsoft.com/office/drawing/2014/main" id="{B09AFE5D-D303-05C2-DE62-93BA3CC52B91}"/>
                </a:ext>
              </a:extLst>
            </p:cNvPr>
            <p:cNvSpPr txBox="1"/>
            <p:nvPr/>
          </p:nvSpPr>
          <p:spPr>
            <a:xfrm>
              <a:off x="2479607" y="5159888"/>
              <a:ext cx="485529"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0.075</a:t>
              </a:r>
            </a:p>
          </p:txBody>
        </p:sp>
        <p:sp>
          <p:nvSpPr>
            <p:cNvPr id="691" name="TextBox 690">
              <a:extLst>
                <a:ext uri="{FF2B5EF4-FFF2-40B4-BE49-F238E27FC236}">
                  <a16:creationId xmlns:a16="http://schemas.microsoft.com/office/drawing/2014/main" id="{15F876EE-38E3-46B4-2E50-4DDAB2B8CAE0}"/>
                </a:ext>
              </a:extLst>
            </p:cNvPr>
            <p:cNvSpPr txBox="1"/>
            <p:nvPr/>
          </p:nvSpPr>
          <p:spPr>
            <a:xfrm>
              <a:off x="3050724" y="5159888"/>
              <a:ext cx="485529"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0.100</a:t>
              </a:r>
            </a:p>
          </p:txBody>
        </p:sp>
        <p:sp>
          <p:nvSpPr>
            <p:cNvPr id="692" name="TextBox 691">
              <a:extLst>
                <a:ext uri="{FF2B5EF4-FFF2-40B4-BE49-F238E27FC236}">
                  <a16:creationId xmlns:a16="http://schemas.microsoft.com/office/drawing/2014/main" id="{0184D49C-8C68-84D6-3B57-53AE3D0BFD62}"/>
                </a:ext>
              </a:extLst>
            </p:cNvPr>
            <p:cNvSpPr txBox="1"/>
            <p:nvPr/>
          </p:nvSpPr>
          <p:spPr>
            <a:xfrm>
              <a:off x="2266596" y="5335910"/>
              <a:ext cx="748481" cy="236148"/>
            </a:xfrm>
            <a:prstGeom prst="rect">
              <a:avLst/>
            </a:prstGeom>
            <a:noFill/>
          </p:spPr>
          <p:txBody>
            <a:bodyPr wrap="none" rtlCol="0">
              <a:spAutoFit/>
            </a:bodyPr>
            <a:lstStyle/>
            <a:p>
              <a:pPr algn="ctr"/>
              <a:r>
                <a:rPr lang="en-US" sz="850" err="1">
                  <a:ln/>
                  <a:solidFill>
                    <a:srgbClr val="000000"/>
                  </a:solidFill>
                  <a:latin typeface="Arial"/>
                  <a:cs typeface="Arial"/>
                  <a:sym typeface="Arial"/>
                  <a:rtl val="0"/>
                </a:rPr>
                <a:t>GeneRatio</a:t>
              </a:r>
              <a:endParaRPr lang="en-US" sz="850">
                <a:ln/>
                <a:solidFill>
                  <a:srgbClr val="000000"/>
                </a:solidFill>
                <a:latin typeface="Arial"/>
                <a:cs typeface="Arial"/>
                <a:sym typeface="Arial"/>
                <a:rtl val="0"/>
              </a:endParaRPr>
            </a:p>
          </p:txBody>
        </p:sp>
        <p:sp>
          <p:nvSpPr>
            <p:cNvPr id="694" name="TextBox 693">
              <a:extLst>
                <a:ext uri="{FF2B5EF4-FFF2-40B4-BE49-F238E27FC236}">
                  <a16:creationId xmlns:a16="http://schemas.microsoft.com/office/drawing/2014/main" id="{C1486CF0-9590-94C8-1281-66FC16AFDF04}"/>
                </a:ext>
              </a:extLst>
            </p:cNvPr>
            <p:cNvSpPr txBox="1"/>
            <p:nvPr/>
          </p:nvSpPr>
          <p:spPr>
            <a:xfrm>
              <a:off x="3887625" y="2609795"/>
              <a:ext cx="566959" cy="224748"/>
            </a:xfrm>
            <a:prstGeom prst="rect">
              <a:avLst/>
            </a:prstGeom>
            <a:noFill/>
          </p:spPr>
          <p:txBody>
            <a:bodyPr wrap="none" rtlCol="0">
              <a:spAutoFit/>
            </a:bodyPr>
            <a:lstStyle/>
            <a:p>
              <a:pPr algn="ctr"/>
              <a:r>
                <a:rPr lang="en-US" sz="780">
                  <a:ln/>
                  <a:solidFill>
                    <a:srgbClr val="000000"/>
                  </a:solidFill>
                  <a:latin typeface="Arial"/>
                  <a:cs typeface="Arial"/>
                  <a:sym typeface="Arial"/>
                  <a:rtl val="0"/>
                </a:rPr>
                <a:t>p.adjust</a:t>
              </a:r>
            </a:p>
          </p:txBody>
        </p:sp>
        <p:pic>
          <p:nvPicPr>
            <p:cNvPr id="695" name="Picture 694">
              <a:extLst>
                <a:ext uri="{FF2B5EF4-FFF2-40B4-BE49-F238E27FC236}">
                  <a16:creationId xmlns:a16="http://schemas.microsoft.com/office/drawing/2014/main" id="{3FB205B4-72C0-82D7-D558-E70E07A910AF}"/>
                </a:ext>
              </a:extLst>
            </p:cNvPr>
            <p:cNvPicPr>
              <a:picLocks noChangeAspect="1"/>
            </p:cNvPicPr>
            <p:nvPr/>
          </p:nvPicPr>
          <p:blipFill>
            <a:blip r:embed="rId3"/>
            <a:stretch>
              <a:fillRect/>
            </a:stretch>
          </p:blipFill>
          <p:spPr>
            <a:xfrm>
              <a:off x="3926459" y="2866310"/>
              <a:ext cx="219456" cy="1097280"/>
            </a:xfrm>
            <a:custGeom>
              <a:avLst/>
              <a:gdLst>
                <a:gd name="csX0" fmla="*/ 0 w 219456"/>
                <a:gd name="csY0" fmla="*/ 0 h 1097280"/>
                <a:gd name="csX1" fmla="*/ 219456 w 219456"/>
                <a:gd name="csY1" fmla="*/ 0 h 1097280"/>
                <a:gd name="csX2" fmla="*/ 219456 w 219456"/>
                <a:gd name="csY2" fmla="*/ 1097280 h 1097280"/>
                <a:gd name="csX3" fmla="*/ 0 w 219456"/>
                <a:gd name="csY3" fmla="*/ 1097280 h 1097280"/>
              </a:gdLst>
              <a:ahLst/>
              <a:cxnLst>
                <a:cxn ang="0">
                  <a:pos x="csX0" y="csY0"/>
                </a:cxn>
                <a:cxn ang="0">
                  <a:pos x="csX1" y="csY1"/>
                </a:cxn>
                <a:cxn ang="0">
                  <a:pos x="csX2" y="csY2"/>
                </a:cxn>
                <a:cxn ang="0">
                  <a:pos x="csX3" y="csY3"/>
                </a:cxn>
              </a:cxnLst>
              <a:rect l="l" t="t" r="r" b="b"/>
              <a:pathLst>
                <a:path w="219456" h="1097280">
                  <a:moveTo>
                    <a:pt x="0" y="0"/>
                  </a:moveTo>
                  <a:lnTo>
                    <a:pt x="219456" y="0"/>
                  </a:lnTo>
                  <a:lnTo>
                    <a:pt x="219456" y="1097280"/>
                  </a:lnTo>
                  <a:lnTo>
                    <a:pt x="0" y="1097280"/>
                  </a:lnTo>
                  <a:close/>
                </a:path>
              </a:pathLst>
            </a:custGeom>
          </p:spPr>
        </p:pic>
        <p:sp>
          <p:nvSpPr>
            <p:cNvPr id="696" name="Freeform 695">
              <a:extLst>
                <a:ext uri="{FF2B5EF4-FFF2-40B4-BE49-F238E27FC236}">
                  <a16:creationId xmlns:a16="http://schemas.microsoft.com/office/drawing/2014/main" id="{14B69460-F490-474D-6458-059DE393628B}"/>
                </a:ext>
              </a:extLst>
            </p:cNvPr>
            <p:cNvSpPr/>
            <p:nvPr/>
          </p:nvSpPr>
          <p:spPr>
            <a:xfrm>
              <a:off x="4102100" y="3223941"/>
              <a:ext cx="43815" cy="12700"/>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701"/>
            </a:p>
          </p:txBody>
        </p:sp>
        <p:sp>
          <p:nvSpPr>
            <p:cNvPr id="697" name="Freeform 696">
              <a:extLst>
                <a:ext uri="{FF2B5EF4-FFF2-40B4-BE49-F238E27FC236}">
                  <a16:creationId xmlns:a16="http://schemas.microsoft.com/office/drawing/2014/main" id="{B86CB55F-D12D-2365-3B87-C62FE5A21399}"/>
                </a:ext>
              </a:extLst>
            </p:cNvPr>
            <p:cNvSpPr/>
            <p:nvPr/>
          </p:nvSpPr>
          <p:spPr>
            <a:xfrm>
              <a:off x="4102100" y="3602782"/>
              <a:ext cx="43815" cy="12700"/>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pPr algn="ctr"/>
              <a:endParaRPr lang="en-US" sz="1701"/>
            </a:p>
          </p:txBody>
        </p:sp>
        <p:sp>
          <p:nvSpPr>
            <p:cNvPr id="698" name="Freeform 697">
              <a:extLst>
                <a:ext uri="{FF2B5EF4-FFF2-40B4-BE49-F238E27FC236}">
                  <a16:creationId xmlns:a16="http://schemas.microsoft.com/office/drawing/2014/main" id="{73661B6E-9B8C-1C72-5772-2D89A131BCE1}"/>
                </a:ext>
              </a:extLst>
            </p:cNvPr>
            <p:cNvSpPr/>
            <p:nvPr/>
          </p:nvSpPr>
          <p:spPr>
            <a:xfrm>
              <a:off x="3926459" y="3223941"/>
              <a:ext cx="43941" cy="12700"/>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701"/>
            </a:p>
          </p:txBody>
        </p:sp>
        <p:sp>
          <p:nvSpPr>
            <p:cNvPr id="699" name="Freeform 698">
              <a:extLst>
                <a:ext uri="{FF2B5EF4-FFF2-40B4-BE49-F238E27FC236}">
                  <a16:creationId xmlns:a16="http://schemas.microsoft.com/office/drawing/2014/main" id="{C7F4A06F-7673-3D0A-9655-6E00F878E06D}"/>
                </a:ext>
              </a:extLst>
            </p:cNvPr>
            <p:cNvSpPr/>
            <p:nvPr/>
          </p:nvSpPr>
          <p:spPr>
            <a:xfrm>
              <a:off x="3926459" y="3602782"/>
              <a:ext cx="43941" cy="12700"/>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pPr algn="ctr"/>
              <a:endParaRPr lang="en-US" sz="1701"/>
            </a:p>
          </p:txBody>
        </p:sp>
        <p:sp>
          <p:nvSpPr>
            <p:cNvPr id="700" name="TextBox 699">
              <a:extLst>
                <a:ext uri="{FF2B5EF4-FFF2-40B4-BE49-F238E27FC236}">
                  <a16:creationId xmlns:a16="http://schemas.microsoft.com/office/drawing/2014/main" id="{7AA98F45-6DE0-F602-AA67-D439BC798B02}"/>
                </a:ext>
              </a:extLst>
            </p:cNvPr>
            <p:cNvSpPr txBox="1"/>
            <p:nvPr/>
          </p:nvSpPr>
          <p:spPr>
            <a:xfrm>
              <a:off x="4143425" y="3117053"/>
              <a:ext cx="361687"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0.02</a:t>
              </a:r>
            </a:p>
          </p:txBody>
        </p:sp>
        <p:sp>
          <p:nvSpPr>
            <p:cNvPr id="701" name="TextBox 700">
              <a:extLst>
                <a:ext uri="{FF2B5EF4-FFF2-40B4-BE49-F238E27FC236}">
                  <a16:creationId xmlns:a16="http://schemas.microsoft.com/office/drawing/2014/main" id="{C8A96DC5-5C5C-79C0-F09D-55F6F5098436}"/>
                </a:ext>
              </a:extLst>
            </p:cNvPr>
            <p:cNvSpPr txBox="1"/>
            <p:nvPr/>
          </p:nvSpPr>
          <p:spPr>
            <a:xfrm>
              <a:off x="4143425" y="3495894"/>
              <a:ext cx="361687"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0.03</a:t>
              </a:r>
            </a:p>
          </p:txBody>
        </p:sp>
        <p:sp>
          <p:nvSpPr>
            <p:cNvPr id="703" name="TextBox 702">
              <a:extLst>
                <a:ext uri="{FF2B5EF4-FFF2-40B4-BE49-F238E27FC236}">
                  <a16:creationId xmlns:a16="http://schemas.microsoft.com/office/drawing/2014/main" id="{0A9180BB-DADA-CC9E-FA4B-71C1ED61DD8A}"/>
                </a:ext>
              </a:extLst>
            </p:cNvPr>
            <p:cNvSpPr txBox="1"/>
            <p:nvPr/>
          </p:nvSpPr>
          <p:spPr>
            <a:xfrm>
              <a:off x="3791591" y="4007171"/>
              <a:ext cx="478743" cy="224748"/>
            </a:xfrm>
            <a:prstGeom prst="rect">
              <a:avLst/>
            </a:prstGeom>
            <a:noFill/>
          </p:spPr>
          <p:txBody>
            <a:bodyPr wrap="none" rtlCol="0">
              <a:spAutoFit/>
            </a:bodyPr>
            <a:lstStyle/>
            <a:p>
              <a:pPr algn="ctr"/>
              <a:r>
                <a:rPr lang="en-US" sz="780">
                  <a:ln/>
                  <a:solidFill>
                    <a:srgbClr val="000000"/>
                  </a:solidFill>
                  <a:latin typeface="Arial"/>
                  <a:cs typeface="Arial"/>
                  <a:sym typeface="Arial"/>
                  <a:rtl val="0"/>
                </a:rPr>
                <a:t>Count</a:t>
              </a:r>
            </a:p>
          </p:txBody>
        </p:sp>
        <p:sp>
          <p:nvSpPr>
            <p:cNvPr id="704" name="Freeform 703">
              <a:extLst>
                <a:ext uri="{FF2B5EF4-FFF2-40B4-BE49-F238E27FC236}">
                  <a16:creationId xmlns:a16="http://schemas.microsoft.com/office/drawing/2014/main" id="{89837D84-46CA-68FA-F50D-266999A09166}"/>
                </a:ext>
              </a:extLst>
            </p:cNvPr>
            <p:cNvSpPr/>
            <p:nvPr/>
          </p:nvSpPr>
          <p:spPr>
            <a:xfrm>
              <a:off x="3844571" y="4263686"/>
              <a:ext cx="288036" cy="219456"/>
            </a:xfrm>
            <a:custGeom>
              <a:avLst/>
              <a:gdLst>
                <a:gd name="csX0" fmla="*/ 0 w 288036"/>
                <a:gd name="csY0" fmla="*/ 0 h 219456"/>
                <a:gd name="csX1" fmla="*/ 288036 w 288036"/>
                <a:gd name="csY1" fmla="*/ 0 h 219456"/>
                <a:gd name="csX2" fmla="*/ 288036 w 288036"/>
                <a:gd name="csY2" fmla="*/ 219456 h 219456"/>
                <a:gd name="csX3" fmla="*/ 0 w 288036"/>
                <a:gd name="csY3" fmla="*/ 219456 h 219456"/>
              </a:gdLst>
              <a:ahLst/>
              <a:cxnLst>
                <a:cxn ang="0">
                  <a:pos x="csX0" y="csY0"/>
                </a:cxn>
                <a:cxn ang="0">
                  <a:pos x="csX1" y="csY1"/>
                </a:cxn>
                <a:cxn ang="0">
                  <a:pos x="csX2" y="csY2"/>
                </a:cxn>
                <a:cxn ang="0">
                  <a:pos x="csX3" y="csY3"/>
                </a:cxn>
              </a:cxnLst>
              <a:rect l="l" t="t" r="r" b="b"/>
              <a:pathLst>
                <a:path w="288036" h="219456">
                  <a:moveTo>
                    <a:pt x="0" y="0"/>
                  </a:moveTo>
                  <a:lnTo>
                    <a:pt x="288036" y="0"/>
                  </a:lnTo>
                  <a:lnTo>
                    <a:pt x="288036" y="219456"/>
                  </a:lnTo>
                  <a:lnTo>
                    <a:pt x="0" y="219456"/>
                  </a:lnTo>
                  <a:close/>
                </a:path>
              </a:pathLst>
            </a:custGeom>
            <a:solidFill>
              <a:srgbClr val="FFFFFF"/>
            </a:solidFill>
            <a:ln w="13589" cap="rnd">
              <a:noFill/>
              <a:prstDash val="solid"/>
              <a:round/>
            </a:ln>
          </p:spPr>
          <p:txBody>
            <a:bodyPr/>
            <a:lstStyle/>
            <a:p>
              <a:pPr algn="ctr"/>
              <a:endParaRPr lang="en-US" sz="1701"/>
            </a:p>
          </p:txBody>
        </p:sp>
        <p:sp>
          <p:nvSpPr>
            <p:cNvPr id="705" name="Freeform 704">
              <a:extLst>
                <a:ext uri="{FF2B5EF4-FFF2-40B4-BE49-F238E27FC236}">
                  <a16:creationId xmlns:a16="http://schemas.microsoft.com/office/drawing/2014/main" id="{2CE650C9-BB3A-81DC-ACAB-618ECBEF9AC6}"/>
                </a:ext>
              </a:extLst>
            </p:cNvPr>
            <p:cNvSpPr/>
            <p:nvPr/>
          </p:nvSpPr>
          <p:spPr>
            <a:xfrm>
              <a:off x="3920898" y="4305723"/>
              <a:ext cx="135381" cy="135382"/>
            </a:xfrm>
            <a:custGeom>
              <a:avLst/>
              <a:gdLst>
                <a:gd name="csX0" fmla="*/ 135382 w 135381"/>
                <a:gd name="csY0" fmla="*/ 67691 h 135382"/>
                <a:gd name="csX1" fmla="*/ 67691 w 135381"/>
                <a:gd name="csY1" fmla="*/ 135382 h 135382"/>
                <a:gd name="csX2" fmla="*/ 0 w 135381"/>
                <a:gd name="csY2" fmla="*/ 67691 h 135382"/>
                <a:gd name="csX3" fmla="*/ 67691 w 135381"/>
                <a:gd name="csY3" fmla="*/ 0 h 135382"/>
                <a:gd name="csX4" fmla="*/ 135382 w 135381"/>
                <a:gd name="csY4" fmla="*/ 67691 h 135382"/>
              </a:gdLst>
              <a:ahLst/>
              <a:cxnLst>
                <a:cxn ang="0">
                  <a:pos x="csX0" y="csY0"/>
                </a:cxn>
                <a:cxn ang="0">
                  <a:pos x="csX1" y="csY1"/>
                </a:cxn>
                <a:cxn ang="0">
                  <a:pos x="csX2" y="csY2"/>
                </a:cxn>
                <a:cxn ang="0">
                  <a:pos x="csX3" y="csY3"/>
                </a:cxn>
                <a:cxn ang="0">
                  <a:pos x="csX4" y="csY4"/>
                </a:cxn>
              </a:cxnLst>
              <a:rect l="l" t="t" r="r" b="b"/>
              <a:pathLst>
                <a:path w="135381" h="135382">
                  <a:moveTo>
                    <a:pt x="135382" y="67691"/>
                  </a:moveTo>
                  <a:cubicBezTo>
                    <a:pt x="135382" y="105076"/>
                    <a:pt x="105076" y="135382"/>
                    <a:pt x="67691" y="135382"/>
                  </a:cubicBezTo>
                  <a:cubicBezTo>
                    <a:pt x="30307" y="135382"/>
                    <a:pt x="0" y="105076"/>
                    <a:pt x="0" y="67691"/>
                  </a:cubicBezTo>
                  <a:cubicBezTo>
                    <a:pt x="0" y="30306"/>
                    <a:pt x="30307" y="0"/>
                    <a:pt x="67691" y="0"/>
                  </a:cubicBezTo>
                  <a:cubicBezTo>
                    <a:pt x="105076" y="0"/>
                    <a:pt x="135382" y="30306"/>
                    <a:pt x="135382" y="67691"/>
                  </a:cubicBezTo>
                  <a:close/>
                </a:path>
              </a:pathLst>
            </a:custGeom>
            <a:noFill/>
            <a:ln w="9017" cap="rnd">
              <a:solidFill>
                <a:srgbClr val="000000"/>
              </a:solidFill>
              <a:prstDash val="solid"/>
              <a:round/>
            </a:ln>
          </p:spPr>
          <p:txBody>
            <a:bodyPr/>
            <a:lstStyle/>
            <a:p>
              <a:pPr algn="ctr"/>
              <a:endParaRPr lang="en-US" sz="1701"/>
            </a:p>
          </p:txBody>
        </p:sp>
        <p:sp>
          <p:nvSpPr>
            <p:cNvPr id="706" name="Freeform 705">
              <a:extLst>
                <a:ext uri="{FF2B5EF4-FFF2-40B4-BE49-F238E27FC236}">
                  <a16:creationId xmlns:a16="http://schemas.microsoft.com/office/drawing/2014/main" id="{C8AEA6BC-CEDC-6805-9378-344388D99C73}"/>
                </a:ext>
              </a:extLst>
            </p:cNvPr>
            <p:cNvSpPr/>
            <p:nvPr/>
          </p:nvSpPr>
          <p:spPr>
            <a:xfrm>
              <a:off x="3844571" y="4483142"/>
              <a:ext cx="288036" cy="219456"/>
            </a:xfrm>
            <a:custGeom>
              <a:avLst/>
              <a:gdLst>
                <a:gd name="csX0" fmla="*/ 0 w 288036"/>
                <a:gd name="csY0" fmla="*/ 0 h 219456"/>
                <a:gd name="csX1" fmla="*/ 288036 w 288036"/>
                <a:gd name="csY1" fmla="*/ 0 h 219456"/>
                <a:gd name="csX2" fmla="*/ 288036 w 288036"/>
                <a:gd name="csY2" fmla="*/ 219456 h 219456"/>
                <a:gd name="csX3" fmla="*/ 0 w 288036"/>
                <a:gd name="csY3" fmla="*/ 219456 h 219456"/>
              </a:gdLst>
              <a:ahLst/>
              <a:cxnLst>
                <a:cxn ang="0">
                  <a:pos x="csX0" y="csY0"/>
                </a:cxn>
                <a:cxn ang="0">
                  <a:pos x="csX1" y="csY1"/>
                </a:cxn>
                <a:cxn ang="0">
                  <a:pos x="csX2" y="csY2"/>
                </a:cxn>
                <a:cxn ang="0">
                  <a:pos x="csX3" y="csY3"/>
                </a:cxn>
              </a:cxnLst>
              <a:rect l="l" t="t" r="r" b="b"/>
              <a:pathLst>
                <a:path w="288036" h="219456">
                  <a:moveTo>
                    <a:pt x="0" y="0"/>
                  </a:moveTo>
                  <a:lnTo>
                    <a:pt x="288036" y="0"/>
                  </a:lnTo>
                  <a:lnTo>
                    <a:pt x="288036" y="219456"/>
                  </a:lnTo>
                  <a:lnTo>
                    <a:pt x="0" y="219456"/>
                  </a:lnTo>
                  <a:close/>
                </a:path>
              </a:pathLst>
            </a:custGeom>
            <a:solidFill>
              <a:srgbClr val="FFFFFF"/>
            </a:solidFill>
            <a:ln w="13589" cap="rnd">
              <a:noFill/>
              <a:prstDash val="solid"/>
              <a:round/>
            </a:ln>
          </p:spPr>
          <p:txBody>
            <a:bodyPr/>
            <a:lstStyle/>
            <a:p>
              <a:pPr algn="ctr"/>
              <a:endParaRPr lang="en-US" sz="1701"/>
            </a:p>
          </p:txBody>
        </p:sp>
        <p:sp>
          <p:nvSpPr>
            <p:cNvPr id="707" name="Freeform 706">
              <a:extLst>
                <a:ext uri="{FF2B5EF4-FFF2-40B4-BE49-F238E27FC236}">
                  <a16:creationId xmlns:a16="http://schemas.microsoft.com/office/drawing/2014/main" id="{DC1F82C3-2FBD-0CE8-123A-9C9D61EC0D3D}"/>
                </a:ext>
              </a:extLst>
            </p:cNvPr>
            <p:cNvSpPr/>
            <p:nvPr/>
          </p:nvSpPr>
          <p:spPr>
            <a:xfrm>
              <a:off x="3904261" y="4508542"/>
              <a:ext cx="168655" cy="168655"/>
            </a:xfrm>
            <a:custGeom>
              <a:avLst/>
              <a:gdLst>
                <a:gd name="csX0" fmla="*/ 168656 w 168655"/>
                <a:gd name="csY0" fmla="*/ 84328 h 168655"/>
                <a:gd name="csX1" fmla="*/ 84328 w 168655"/>
                <a:gd name="csY1" fmla="*/ 168656 h 168655"/>
                <a:gd name="csX2" fmla="*/ 0 w 168655"/>
                <a:gd name="csY2" fmla="*/ 84328 h 168655"/>
                <a:gd name="csX3" fmla="*/ 84328 w 168655"/>
                <a:gd name="csY3" fmla="*/ 0 h 168655"/>
                <a:gd name="csX4" fmla="*/ 168656 w 168655"/>
                <a:gd name="csY4" fmla="*/ 84328 h 168655"/>
              </a:gdLst>
              <a:ahLst/>
              <a:cxnLst>
                <a:cxn ang="0">
                  <a:pos x="csX0" y="csY0"/>
                </a:cxn>
                <a:cxn ang="0">
                  <a:pos x="csX1" y="csY1"/>
                </a:cxn>
                <a:cxn ang="0">
                  <a:pos x="csX2" y="csY2"/>
                </a:cxn>
                <a:cxn ang="0">
                  <a:pos x="csX3" y="csY3"/>
                </a:cxn>
                <a:cxn ang="0">
                  <a:pos x="csX4" y="csY4"/>
                </a:cxn>
              </a:cxnLst>
              <a:rect l="l" t="t" r="r" b="b"/>
              <a:pathLst>
                <a:path w="168655" h="168655">
                  <a:moveTo>
                    <a:pt x="168656" y="84328"/>
                  </a:moveTo>
                  <a:cubicBezTo>
                    <a:pt x="168656" y="130901"/>
                    <a:pt x="130901" y="168656"/>
                    <a:pt x="84328" y="168656"/>
                  </a:cubicBezTo>
                  <a:cubicBezTo>
                    <a:pt x="37755" y="168656"/>
                    <a:pt x="0" y="130901"/>
                    <a:pt x="0" y="84328"/>
                  </a:cubicBezTo>
                  <a:cubicBezTo>
                    <a:pt x="0" y="37755"/>
                    <a:pt x="37755" y="0"/>
                    <a:pt x="84328" y="0"/>
                  </a:cubicBezTo>
                  <a:cubicBezTo>
                    <a:pt x="130901" y="0"/>
                    <a:pt x="168656" y="37755"/>
                    <a:pt x="168656" y="84328"/>
                  </a:cubicBezTo>
                  <a:close/>
                </a:path>
              </a:pathLst>
            </a:custGeom>
            <a:noFill/>
            <a:ln w="9017" cap="rnd">
              <a:solidFill>
                <a:srgbClr val="000000"/>
              </a:solidFill>
              <a:prstDash val="solid"/>
              <a:round/>
            </a:ln>
          </p:spPr>
          <p:txBody>
            <a:bodyPr/>
            <a:lstStyle/>
            <a:p>
              <a:pPr algn="ctr"/>
              <a:endParaRPr lang="en-US" sz="1701"/>
            </a:p>
          </p:txBody>
        </p:sp>
        <p:sp>
          <p:nvSpPr>
            <p:cNvPr id="708" name="Freeform 707">
              <a:extLst>
                <a:ext uri="{FF2B5EF4-FFF2-40B4-BE49-F238E27FC236}">
                  <a16:creationId xmlns:a16="http://schemas.microsoft.com/office/drawing/2014/main" id="{7AA97D4B-0063-F0E4-4732-FE0B1B54270C}"/>
                </a:ext>
              </a:extLst>
            </p:cNvPr>
            <p:cNvSpPr/>
            <p:nvPr/>
          </p:nvSpPr>
          <p:spPr>
            <a:xfrm>
              <a:off x="3844571" y="4702598"/>
              <a:ext cx="288036" cy="242188"/>
            </a:xfrm>
            <a:custGeom>
              <a:avLst/>
              <a:gdLst>
                <a:gd name="csX0" fmla="*/ 0 w 288036"/>
                <a:gd name="csY0" fmla="*/ 0 h 242188"/>
                <a:gd name="csX1" fmla="*/ 288036 w 288036"/>
                <a:gd name="csY1" fmla="*/ 0 h 242188"/>
                <a:gd name="csX2" fmla="*/ 288036 w 288036"/>
                <a:gd name="csY2" fmla="*/ 242189 h 242188"/>
                <a:gd name="csX3" fmla="*/ 0 w 288036"/>
                <a:gd name="csY3" fmla="*/ 242189 h 242188"/>
              </a:gdLst>
              <a:ahLst/>
              <a:cxnLst>
                <a:cxn ang="0">
                  <a:pos x="csX0" y="csY0"/>
                </a:cxn>
                <a:cxn ang="0">
                  <a:pos x="csX1" y="csY1"/>
                </a:cxn>
                <a:cxn ang="0">
                  <a:pos x="csX2" y="csY2"/>
                </a:cxn>
                <a:cxn ang="0">
                  <a:pos x="csX3" y="csY3"/>
                </a:cxn>
              </a:cxnLst>
              <a:rect l="l" t="t" r="r" b="b"/>
              <a:pathLst>
                <a:path w="288036" h="242188">
                  <a:moveTo>
                    <a:pt x="0" y="0"/>
                  </a:moveTo>
                  <a:lnTo>
                    <a:pt x="288036" y="0"/>
                  </a:lnTo>
                  <a:lnTo>
                    <a:pt x="288036" y="242189"/>
                  </a:lnTo>
                  <a:lnTo>
                    <a:pt x="0" y="242189"/>
                  </a:lnTo>
                  <a:close/>
                </a:path>
              </a:pathLst>
            </a:custGeom>
            <a:solidFill>
              <a:srgbClr val="FFFFFF"/>
            </a:solidFill>
            <a:ln w="13589" cap="rnd">
              <a:noFill/>
              <a:prstDash val="solid"/>
              <a:round/>
            </a:ln>
          </p:spPr>
          <p:txBody>
            <a:bodyPr/>
            <a:lstStyle/>
            <a:p>
              <a:pPr algn="ctr"/>
              <a:endParaRPr lang="en-US" sz="1701"/>
            </a:p>
          </p:txBody>
        </p:sp>
        <p:sp>
          <p:nvSpPr>
            <p:cNvPr id="709" name="Freeform 708">
              <a:extLst>
                <a:ext uri="{FF2B5EF4-FFF2-40B4-BE49-F238E27FC236}">
                  <a16:creationId xmlns:a16="http://schemas.microsoft.com/office/drawing/2014/main" id="{605B14C6-EB93-26CA-C1D2-8C3F10B67C41}"/>
                </a:ext>
              </a:extLst>
            </p:cNvPr>
            <p:cNvSpPr/>
            <p:nvPr/>
          </p:nvSpPr>
          <p:spPr>
            <a:xfrm>
              <a:off x="3892958" y="4727998"/>
              <a:ext cx="191261" cy="191262"/>
            </a:xfrm>
            <a:custGeom>
              <a:avLst/>
              <a:gdLst>
                <a:gd name="csX0" fmla="*/ 191262 w 191261"/>
                <a:gd name="csY0" fmla="*/ 95631 h 191262"/>
                <a:gd name="csX1" fmla="*/ 95631 w 191261"/>
                <a:gd name="csY1" fmla="*/ 191262 h 191262"/>
                <a:gd name="csX2" fmla="*/ 0 w 191261"/>
                <a:gd name="csY2" fmla="*/ 95631 h 191262"/>
                <a:gd name="csX3" fmla="*/ 95631 w 191261"/>
                <a:gd name="csY3" fmla="*/ 0 h 191262"/>
                <a:gd name="csX4" fmla="*/ 191262 w 191261"/>
                <a:gd name="csY4" fmla="*/ 95631 h 191262"/>
              </a:gdLst>
              <a:ahLst/>
              <a:cxnLst>
                <a:cxn ang="0">
                  <a:pos x="csX0" y="csY0"/>
                </a:cxn>
                <a:cxn ang="0">
                  <a:pos x="csX1" y="csY1"/>
                </a:cxn>
                <a:cxn ang="0">
                  <a:pos x="csX2" y="csY2"/>
                </a:cxn>
                <a:cxn ang="0">
                  <a:pos x="csX3" y="csY3"/>
                </a:cxn>
                <a:cxn ang="0">
                  <a:pos x="csX4" y="csY4"/>
                </a:cxn>
              </a:cxnLst>
              <a:rect l="l" t="t" r="r" b="b"/>
              <a:pathLst>
                <a:path w="191261" h="191262">
                  <a:moveTo>
                    <a:pt x="191262" y="95631"/>
                  </a:moveTo>
                  <a:cubicBezTo>
                    <a:pt x="191262" y="148447"/>
                    <a:pt x="148447" y="191262"/>
                    <a:pt x="95631" y="191262"/>
                  </a:cubicBezTo>
                  <a:cubicBezTo>
                    <a:pt x="42816" y="191262"/>
                    <a:pt x="0" y="148447"/>
                    <a:pt x="0" y="95631"/>
                  </a:cubicBezTo>
                  <a:cubicBezTo>
                    <a:pt x="0" y="42815"/>
                    <a:pt x="42816" y="0"/>
                    <a:pt x="95631" y="0"/>
                  </a:cubicBezTo>
                  <a:cubicBezTo>
                    <a:pt x="148447" y="0"/>
                    <a:pt x="191262" y="42815"/>
                    <a:pt x="191262" y="95631"/>
                  </a:cubicBezTo>
                  <a:close/>
                </a:path>
              </a:pathLst>
            </a:custGeom>
            <a:noFill/>
            <a:ln w="9017" cap="rnd">
              <a:solidFill>
                <a:srgbClr val="000000"/>
              </a:solidFill>
              <a:prstDash val="solid"/>
              <a:round/>
            </a:ln>
          </p:spPr>
          <p:txBody>
            <a:bodyPr/>
            <a:lstStyle/>
            <a:p>
              <a:pPr algn="ctr"/>
              <a:endParaRPr lang="en-US" sz="1701"/>
            </a:p>
          </p:txBody>
        </p:sp>
        <p:sp>
          <p:nvSpPr>
            <p:cNvPr id="710" name="Freeform 709">
              <a:extLst>
                <a:ext uri="{FF2B5EF4-FFF2-40B4-BE49-F238E27FC236}">
                  <a16:creationId xmlns:a16="http://schemas.microsoft.com/office/drawing/2014/main" id="{E9F7AB3A-0ED7-40EB-6B7B-856C7182A232}"/>
                </a:ext>
              </a:extLst>
            </p:cNvPr>
            <p:cNvSpPr/>
            <p:nvPr/>
          </p:nvSpPr>
          <p:spPr>
            <a:xfrm>
              <a:off x="3844571" y="4944660"/>
              <a:ext cx="288036" cy="266700"/>
            </a:xfrm>
            <a:custGeom>
              <a:avLst/>
              <a:gdLst>
                <a:gd name="csX0" fmla="*/ 0 w 288036"/>
                <a:gd name="csY0" fmla="*/ 0 h 266700"/>
                <a:gd name="csX1" fmla="*/ 288036 w 288036"/>
                <a:gd name="csY1" fmla="*/ 0 h 266700"/>
                <a:gd name="csX2" fmla="*/ 288036 w 288036"/>
                <a:gd name="csY2" fmla="*/ 266700 h 266700"/>
                <a:gd name="csX3" fmla="*/ 0 w 288036"/>
                <a:gd name="csY3" fmla="*/ 266700 h 266700"/>
              </a:gdLst>
              <a:ahLst/>
              <a:cxnLst>
                <a:cxn ang="0">
                  <a:pos x="csX0" y="csY0"/>
                </a:cxn>
                <a:cxn ang="0">
                  <a:pos x="csX1" y="csY1"/>
                </a:cxn>
                <a:cxn ang="0">
                  <a:pos x="csX2" y="csY2"/>
                </a:cxn>
                <a:cxn ang="0">
                  <a:pos x="csX3" y="csY3"/>
                </a:cxn>
              </a:cxnLst>
              <a:rect l="l" t="t" r="r" b="b"/>
              <a:pathLst>
                <a:path w="288036" h="266700">
                  <a:moveTo>
                    <a:pt x="0" y="0"/>
                  </a:moveTo>
                  <a:lnTo>
                    <a:pt x="288036" y="0"/>
                  </a:lnTo>
                  <a:lnTo>
                    <a:pt x="288036" y="266700"/>
                  </a:lnTo>
                  <a:lnTo>
                    <a:pt x="0" y="266700"/>
                  </a:lnTo>
                  <a:close/>
                </a:path>
              </a:pathLst>
            </a:custGeom>
            <a:solidFill>
              <a:srgbClr val="FFFFFF"/>
            </a:solidFill>
            <a:ln w="13589" cap="rnd">
              <a:noFill/>
              <a:prstDash val="solid"/>
              <a:round/>
            </a:ln>
          </p:spPr>
          <p:txBody>
            <a:bodyPr/>
            <a:lstStyle/>
            <a:p>
              <a:pPr algn="ctr"/>
              <a:endParaRPr lang="en-US" sz="1701"/>
            </a:p>
          </p:txBody>
        </p:sp>
        <p:sp>
          <p:nvSpPr>
            <p:cNvPr id="711" name="Freeform 710">
              <a:extLst>
                <a:ext uri="{FF2B5EF4-FFF2-40B4-BE49-F238E27FC236}">
                  <a16:creationId xmlns:a16="http://schemas.microsoft.com/office/drawing/2014/main" id="{4FBA6EB4-E57D-CBA7-B0CC-0744F6FE10A5}"/>
                </a:ext>
              </a:extLst>
            </p:cNvPr>
            <p:cNvSpPr/>
            <p:nvPr/>
          </p:nvSpPr>
          <p:spPr>
            <a:xfrm>
              <a:off x="3883687" y="4973235"/>
              <a:ext cx="209803" cy="209803"/>
            </a:xfrm>
            <a:custGeom>
              <a:avLst/>
              <a:gdLst>
                <a:gd name="csX0" fmla="*/ 209804 w 209803"/>
                <a:gd name="csY0" fmla="*/ 104902 h 209803"/>
                <a:gd name="csX1" fmla="*/ 104902 w 209803"/>
                <a:gd name="csY1" fmla="*/ 209804 h 209803"/>
                <a:gd name="csX2" fmla="*/ 0 w 209803"/>
                <a:gd name="csY2" fmla="*/ 104902 h 209803"/>
                <a:gd name="csX3" fmla="*/ 104902 w 209803"/>
                <a:gd name="csY3" fmla="*/ 0 h 209803"/>
                <a:gd name="csX4" fmla="*/ 209804 w 209803"/>
                <a:gd name="csY4" fmla="*/ 104902 h 209803"/>
              </a:gdLst>
              <a:ahLst/>
              <a:cxnLst>
                <a:cxn ang="0">
                  <a:pos x="csX0" y="csY0"/>
                </a:cxn>
                <a:cxn ang="0">
                  <a:pos x="csX1" y="csY1"/>
                </a:cxn>
                <a:cxn ang="0">
                  <a:pos x="csX2" y="csY2"/>
                </a:cxn>
                <a:cxn ang="0">
                  <a:pos x="csX3" y="csY3"/>
                </a:cxn>
                <a:cxn ang="0">
                  <a:pos x="csX4" y="csY4"/>
                </a:cxn>
              </a:cxnLst>
              <a:rect l="l" t="t" r="r" b="b"/>
              <a:pathLst>
                <a:path w="209803" h="209803">
                  <a:moveTo>
                    <a:pt x="209804" y="104902"/>
                  </a:moveTo>
                  <a:cubicBezTo>
                    <a:pt x="209804" y="162838"/>
                    <a:pt x="162838" y="209804"/>
                    <a:pt x="104902" y="209804"/>
                  </a:cubicBezTo>
                  <a:cubicBezTo>
                    <a:pt x="46966" y="209804"/>
                    <a:pt x="0" y="162838"/>
                    <a:pt x="0" y="104902"/>
                  </a:cubicBezTo>
                  <a:cubicBezTo>
                    <a:pt x="0" y="46966"/>
                    <a:pt x="46966" y="0"/>
                    <a:pt x="104902" y="0"/>
                  </a:cubicBezTo>
                  <a:cubicBezTo>
                    <a:pt x="162837" y="0"/>
                    <a:pt x="209804" y="46966"/>
                    <a:pt x="209804" y="104902"/>
                  </a:cubicBezTo>
                  <a:close/>
                </a:path>
              </a:pathLst>
            </a:custGeom>
            <a:noFill/>
            <a:ln w="9017" cap="rnd">
              <a:solidFill>
                <a:srgbClr val="000000"/>
              </a:solidFill>
              <a:prstDash val="solid"/>
              <a:round/>
            </a:ln>
          </p:spPr>
          <p:txBody>
            <a:bodyPr/>
            <a:lstStyle/>
            <a:p>
              <a:pPr algn="ctr"/>
              <a:endParaRPr lang="en-US" sz="1701"/>
            </a:p>
          </p:txBody>
        </p:sp>
        <p:sp>
          <p:nvSpPr>
            <p:cNvPr id="712" name="Freeform 711">
              <a:extLst>
                <a:ext uri="{FF2B5EF4-FFF2-40B4-BE49-F238E27FC236}">
                  <a16:creationId xmlns:a16="http://schemas.microsoft.com/office/drawing/2014/main" id="{6DAC370B-BAF1-C8AD-A1F4-5029A456ABDE}"/>
                </a:ext>
              </a:extLst>
            </p:cNvPr>
            <p:cNvSpPr/>
            <p:nvPr/>
          </p:nvSpPr>
          <p:spPr>
            <a:xfrm>
              <a:off x="3844571" y="5211487"/>
              <a:ext cx="288036" cy="288036"/>
            </a:xfrm>
            <a:custGeom>
              <a:avLst/>
              <a:gdLst>
                <a:gd name="csX0" fmla="*/ 0 w 288036"/>
                <a:gd name="csY0" fmla="*/ 0 h 288036"/>
                <a:gd name="csX1" fmla="*/ 288036 w 288036"/>
                <a:gd name="csY1" fmla="*/ 0 h 288036"/>
                <a:gd name="csX2" fmla="*/ 288036 w 288036"/>
                <a:gd name="csY2" fmla="*/ 288036 h 288036"/>
                <a:gd name="csX3" fmla="*/ 0 w 288036"/>
                <a:gd name="csY3" fmla="*/ 288036 h 288036"/>
              </a:gdLst>
              <a:ahLst/>
              <a:cxnLst>
                <a:cxn ang="0">
                  <a:pos x="csX0" y="csY0"/>
                </a:cxn>
                <a:cxn ang="0">
                  <a:pos x="csX1" y="csY1"/>
                </a:cxn>
                <a:cxn ang="0">
                  <a:pos x="csX2" y="csY2"/>
                </a:cxn>
                <a:cxn ang="0">
                  <a:pos x="csX3" y="csY3"/>
                </a:cxn>
              </a:cxnLst>
              <a:rect l="l" t="t" r="r" b="b"/>
              <a:pathLst>
                <a:path w="288036" h="288036">
                  <a:moveTo>
                    <a:pt x="0" y="0"/>
                  </a:moveTo>
                  <a:lnTo>
                    <a:pt x="288036" y="0"/>
                  </a:lnTo>
                  <a:lnTo>
                    <a:pt x="288036" y="288036"/>
                  </a:lnTo>
                  <a:lnTo>
                    <a:pt x="0" y="288036"/>
                  </a:lnTo>
                  <a:close/>
                </a:path>
              </a:pathLst>
            </a:custGeom>
            <a:solidFill>
              <a:srgbClr val="FFFFFF"/>
            </a:solidFill>
            <a:ln w="13589" cap="rnd">
              <a:noFill/>
              <a:prstDash val="solid"/>
              <a:round/>
            </a:ln>
          </p:spPr>
          <p:txBody>
            <a:bodyPr/>
            <a:lstStyle/>
            <a:p>
              <a:pPr algn="ctr"/>
              <a:endParaRPr lang="en-US" sz="1701"/>
            </a:p>
          </p:txBody>
        </p:sp>
        <p:sp>
          <p:nvSpPr>
            <p:cNvPr id="713" name="Freeform 712">
              <a:extLst>
                <a:ext uri="{FF2B5EF4-FFF2-40B4-BE49-F238E27FC236}">
                  <a16:creationId xmlns:a16="http://schemas.microsoft.com/office/drawing/2014/main" id="{DA218737-F4FF-3524-4B8B-85E310B084D4}"/>
                </a:ext>
              </a:extLst>
            </p:cNvPr>
            <p:cNvSpPr/>
            <p:nvPr/>
          </p:nvSpPr>
          <p:spPr>
            <a:xfrm>
              <a:off x="3875686" y="5242602"/>
              <a:ext cx="225805" cy="225805"/>
            </a:xfrm>
            <a:custGeom>
              <a:avLst/>
              <a:gdLst>
                <a:gd name="csX0" fmla="*/ 225806 w 225805"/>
                <a:gd name="csY0" fmla="*/ 112903 h 225805"/>
                <a:gd name="csX1" fmla="*/ 112903 w 225805"/>
                <a:gd name="csY1" fmla="*/ 225806 h 225805"/>
                <a:gd name="csX2" fmla="*/ 0 w 225805"/>
                <a:gd name="csY2" fmla="*/ 112903 h 225805"/>
                <a:gd name="csX3" fmla="*/ 112903 w 225805"/>
                <a:gd name="csY3" fmla="*/ 0 h 225805"/>
                <a:gd name="csX4" fmla="*/ 225806 w 225805"/>
                <a:gd name="csY4" fmla="*/ 112903 h 225805"/>
              </a:gdLst>
              <a:ahLst/>
              <a:cxnLst>
                <a:cxn ang="0">
                  <a:pos x="csX0" y="csY0"/>
                </a:cxn>
                <a:cxn ang="0">
                  <a:pos x="csX1" y="csY1"/>
                </a:cxn>
                <a:cxn ang="0">
                  <a:pos x="csX2" y="csY2"/>
                </a:cxn>
                <a:cxn ang="0">
                  <a:pos x="csX3" y="csY3"/>
                </a:cxn>
                <a:cxn ang="0">
                  <a:pos x="csX4" y="csY4"/>
                </a:cxn>
              </a:cxnLst>
              <a:rect l="l" t="t" r="r" b="b"/>
              <a:pathLst>
                <a:path w="225805" h="225805">
                  <a:moveTo>
                    <a:pt x="225806" y="112903"/>
                  </a:moveTo>
                  <a:cubicBezTo>
                    <a:pt x="225806" y="175258"/>
                    <a:pt x="175257" y="225806"/>
                    <a:pt x="112903" y="225806"/>
                  </a:cubicBezTo>
                  <a:cubicBezTo>
                    <a:pt x="50548" y="225806"/>
                    <a:pt x="0" y="175258"/>
                    <a:pt x="0" y="112903"/>
                  </a:cubicBezTo>
                  <a:cubicBezTo>
                    <a:pt x="0" y="50549"/>
                    <a:pt x="50548" y="0"/>
                    <a:pt x="112903" y="0"/>
                  </a:cubicBezTo>
                  <a:cubicBezTo>
                    <a:pt x="175257" y="0"/>
                    <a:pt x="225806" y="50549"/>
                    <a:pt x="225806" y="112903"/>
                  </a:cubicBezTo>
                  <a:close/>
                </a:path>
              </a:pathLst>
            </a:custGeom>
            <a:noFill/>
            <a:ln w="9017" cap="rnd">
              <a:solidFill>
                <a:srgbClr val="000000"/>
              </a:solidFill>
              <a:prstDash val="solid"/>
              <a:round/>
            </a:ln>
          </p:spPr>
          <p:txBody>
            <a:bodyPr/>
            <a:lstStyle/>
            <a:p>
              <a:pPr algn="ctr"/>
              <a:endParaRPr lang="en-US" sz="1701"/>
            </a:p>
          </p:txBody>
        </p:sp>
        <p:sp>
          <p:nvSpPr>
            <p:cNvPr id="714" name="TextBox 713">
              <a:extLst>
                <a:ext uri="{FF2B5EF4-FFF2-40B4-BE49-F238E27FC236}">
                  <a16:creationId xmlns:a16="http://schemas.microsoft.com/office/drawing/2014/main" id="{1D6F08D9-59B1-190A-011F-9E82DDBD9E65}"/>
                </a:ext>
              </a:extLst>
            </p:cNvPr>
            <p:cNvSpPr txBox="1"/>
            <p:nvPr/>
          </p:nvSpPr>
          <p:spPr>
            <a:xfrm>
              <a:off x="4111812" y="4266525"/>
              <a:ext cx="242935"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4</a:t>
              </a:r>
            </a:p>
          </p:txBody>
        </p:sp>
        <p:sp>
          <p:nvSpPr>
            <p:cNvPr id="715" name="TextBox 714">
              <a:extLst>
                <a:ext uri="{FF2B5EF4-FFF2-40B4-BE49-F238E27FC236}">
                  <a16:creationId xmlns:a16="http://schemas.microsoft.com/office/drawing/2014/main" id="{F5266177-01D1-687C-AAE0-79CCDB8618F5}"/>
                </a:ext>
              </a:extLst>
            </p:cNvPr>
            <p:cNvSpPr txBox="1"/>
            <p:nvPr/>
          </p:nvSpPr>
          <p:spPr>
            <a:xfrm>
              <a:off x="4111812" y="4485981"/>
              <a:ext cx="242935"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6</a:t>
              </a:r>
            </a:p>
          </p:txBody>
        </p:sp>
        <p:sp>
          <p:nvSpPr>
            <p:cNvPr id="716" name="TextBox 715">
              <a:extLst>
                <a:ext uri="{FF2B5EF4-FFF2-40B4-BE49-F238E27FC236}">
                  <a16:creationId xmlns:a16="http://schemas.microsoft.com/office/drawing/2014/main" id="{ABDADB48-ED9B-B0CA-C921-0AEC36AC5E89}"/>
                </a:ext>
              </a:extLst>
            </p:cNvPr>
            <p:cNvSpPr txBox="1"/>
            <p:nvPr/>
          </p:nvSpPr>
          <p:spPr>
            <a:xfrm>
              <a:off x="4111812" y="4716740"/>
              <a:ext cx="242935"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8</a:t>
              </a:r>
            </a:p>
          </p:txBody>
        </p:sp>
        <p:sp>
          <p:nvSpPr>
            <p:cNvPr id="717" name="TextBox 716">
              <a:extLst>
                <a:ext uri="{FF2B5EF4-FFF2-40B4-BE49-F238E27FC236}">
                  <a16:creationId xmlns:a16="http://schemas.microsoft.com/office/drawing/2014/main" id="{59E9EAD1-323F-4060-C388-AF6E7A3442E1}"/>
                </a:ext>
              </a:extLst>
            </p:cNvPr>
            <p:cNvSpPr txBox="1"/>
            <p:nvPr/>
          </p:nvSpPr>
          <p:spPr>
            <a:xfrm>
              <a:off x="4119140" y="4971248"/>
              <a:ext cx="290436"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10</a:t>
              </a:r>
            </a:p>
          </p:txBody>
        </p:sp>
        <p:sp>
          <p:nvSpPr>
            <p:cNvPr id="718" name="TextBox 717">
              <a:extLst>
                <a:ext uri="{FF2B5EF4-FFF2-40B4-BE49-F238E27FC236}">
                  <a16:creationId xmlns:a16="http://schemas.microsoft.com/office/drawing/2014/main" id="{FBE1AAA7-CC21-12F2-FBAD-E856466C5F9D}"/>
                </a:ext>
              </a:extLst>
            </p:cNvPr>
            <p:cNvSpPr txBox="1"/>
            <p:nvPr/>
          </p:nvSpPr>
          <p:spPr>
            <a:xfrm>
              <a:off x="4119140" y="5248616"/>
              <a:ext cx="290436"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12</a:t>
              </a:r>
            </a:p>
          </p:txBody>
        </p:sp>
        <p:sp>
          <p:nvSpPr>
            <p:cNvPr id="719" name="TextBox 718">
              <a:extLst>
                <a:ext uri="{FF2B5EF4-FFF2-40B4-BE49-F238E27FC236}">
                  <a16:creationId xmlns:a16="http://schemas.microsoft.com/office/drawing/2014/main" id="{E482E78C-C65C-F175-B7B9-EB3C4C9DD75B}"/>
                </a:ext>
              </a:extLst>
            </p:cNvPr>
            <p:cNvSpPr txBox="1"/>
            <p:nvPr/>
          </p:nvSpPr>
          <p:spPr>
            <a:xfrm>
              <a:off x="1407942" y="2870124"/>
              <a:ext cx="2323781" cy="249992"/>
            </a:xfrm>
            <a:prstGeom prst="rect">
              <a:avLst/>
            </a:prstGeom>
            <a:noFill/>
          </p:spPr>
          <p:txBody>
            <a:bodyPr wrap="square" rtlCol="0">
              <a:spAutoFit/>
            </a:bodyPr>
            <a:lstStyle/>
            <a:p>
              <a:pPr algn="ctr"/>
              <a:r>
                <a:rPr lang="en-US" sz="935" b="1">
                  <a:ln/>
                  <a:solidFill>
                    <a:srgbClr val="000000"/>
                  </a:solidFill>
                  <a:latin typeface="Arial"/>
                  <a:cs typeface="Arial"/>
                  <a:sym typeface="Arial"/>
                  <a:rtl val="0"/>
                </a:rPr>
                <a:t>1_gfap</a:t>
              </a:r>
            </a:p>
          </p:txBody>
        </p:sp>
      </p:grpSp>
      <p:grpSp>
        <p:nvGrpSpPr>
          <p:cNvPr id="405" name="Group 404">
            <a:extLst>
              <a:ext uri="{FF2B5EF4-FFF2-40B4-BE49-F238E27FC236}">
                <a16:creationId xmlns:a16="http://schemas.microsoft.com/office/drawing/2014/main" id="{2199B4D6-3997-C2CE-0909-D5D19A0C628D}"/>
              </a:ext>
            </a:extLst>
          </p:cNvPr>
          <p:cNvGrpSpPr/>
          <p:nvPr/>
        </p:nvGrpSpPr>
        <p:grpSpPr>
          <a:xfrm>
            <a:off x="-242478" y="277601"/>
            <a:ext cx="4503828" cy="2570578"/>
            <a:chOff x="1346911" y="299165"/>
            <a:chExt cx="4766423" cy="2720455"/>
          </a:xfrm>
        </p:grpSpPr>
        <p:grpSp>
          <p:nvGrpSpPr>
            <p:cNvPr id="406" name="Graphic 211">
              <a:extLst>
                <a:ext uri="{FF2B5EF4-FFF2-40B4-BE49-F238E27FC236}">
                  <a16:creationId xmlns:a16="http://schemas.microsoft.com/office/drawing/2014/main" id="{0173E4C0-B1BF-FFCC-C8D2-16429469E2BF}"/>
                </a:ext>
              </a:extLst>
            </p:cNvPr>
            <p:cNvGrpSpPr/>
            <p:nvPr/>
          </p:nvGrpSpPr>
          <p:grpSpPr>
            <a:xfrm>
              <a:off x="3933206" y="557842"/>
              <a:ext cx="1443925" cy="2061588"/>
              <a:chOff x="3933206" y="557842"/>
              <a:chExt cx="1443925" cy="2061588"/>
            </a:xfrm>
          </p:grpSpPr>
          <p:sp>
            <p:nvSpPr>
              <p:cNvPr id="458" name="Freeform 457">
                <a:extLst>
                  <a:ext uri="{FF2B5EF4-FFF2-40B4-BE49-F238E27FC236}">
                    <a16:creationId xmlns:a16="http://schemas.microsoft.com/office/drawing/2014/main" id="{07C12900-60A2-AAF4-23B2-23971F875241}"/>
                  </a:ext>
                </a:extLst>
              </p:cNvPr>
              <p:cNvSpPr/>
              <p:nvPr/>
            </p:nvSpPr>
            <p:spPr>
              <a:xfrm>
                <a:off x="3933207" y="619942"/>
                <a:ext cx="1332230" cy="1999488"/>
              </a:xfrm>
              <a:custGeom>
                <a:avLst/>
                <a:gdLst>
                  <a:gd name="csX0" fmla="*/ 0 w 1332230"/>
                  <a:gd name="csY0" fmla="*/ 0 h 1999488"/>
                  <a:gd name="csX1" fmla="*/ 1332230 w 1332230"/>
                  <a:gd name="csY1" fmla="*/ 0 h 1999488"/>
                  <a:gd name="csX2" fmla="*/ 1332230 w 1332230"/>
                  <a:gd name="csY2" fmla="*/ 1999488 h 1999488"/>
                  <a:gd name="csX3" fmla="*/ 0 w 1332230"/>
                  <a:gd name="csY3" fmla="*/ 1999488 h 1999488"/>
                </a:gdLst>
                <a:ahLst/>
                <a:cxnLst>
                  <a:cxn ang="0">
                    <a:pos x="csX0" y="csY0"/>
                  </a:cxn>
                  <a:cxn ang="0">
                    <a:pos x="csX1" y="csY1"/>
                  </a:cxn>
                  <a:cxn ang="0">
                    <a:pos x="csX2" y="csY2"/>
                  </a:cxn>
                  <a:cxn ang="0">
                    <a:pos x="csX3" y="csY3"/>
                  </a:cxn>
                </a:cxnLst>
                <a:rect l="l" t="t" r="r" b="b"/>
                <a:pathLst>
                  <a:path w="1332230" h="1999488">
                    <a:moveTo>
                      <a:pt x="0" y="0"/>
                    </a:moveTo>
                    <a:lnTo>
                      <a:pt x="1332230" y="0"/>
                    </a:lnTo>
                    <a:lnTo>
                      <a:pt x="1332230" y="1999488"/>
                    </a:lnTo>
                    <a:lnTo>
                      <a:pt x="0" y="1999488"/>
                    </a:lnTo>
                    <a:close/>
                  </a:path>
                </a:pathLst>
              </a:custGeom>
              <a:solidFill>
                <a:srgbClr val="FFFFFF"/>
              </a:solidFill>
              <a:ln w="13589" cap="rnd">
                <a:noFill/>
                <a:prstDash val="solid"/>
                <a:round/>
              </a:ln>
            </p:spPr>
            <p:txBody>
              <a:bodyPr/>
              <a:lstStyle/>
              <a:p>
                <a:pPr algn="ctr"/>
                <a:endParaRPr lang="en-US" sz="1701"/>
              </a:p>
            </p:txBody>
          </p:sp>
          <p:sp>
            <p:nvSpPr>
              <p:cNvPr id="459" name="Freeform 458">
                <a:extLst>
                  <a:ext uri="{FF2B5EF4-FFF2-40B4-BE49-F238E27FC236}">
                    <a16:creationId xmlns:a16="http://schemas.microsoft.com/office/drawing/2014/main" id="{261E7B0D-2934-6B33-6B33-7B68B1AFC82E}"/>
                  </a:ext>
                </a:extLst>
              </p:cNvPr>
              <p:cNvSpPr/>
              <p:nvPr/>
            </p:nvSpPr>
            <p:spPr>
              <a:xfrm>
                <a:off x="3990738" y="619942"/>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460" name="Freeform 459">
                <a:extLst>
                  <a:ext uri="{FF2B5EF4-FFF2-40B4-BE49-F238E27FC236}">
                    <a16:creationId xmlns:a16="http://schemas.microsoft.com/office/drawing/2014/main" id="{83604E25-6FE6-591C-7776-46317756F7E3}"/>
                  </a:ext>
                </a:extLst>
              </p:cNvPr>
              <p:cNvSpPr/>
              <p:nvPr/>
            </p:nvSpPr>
            <p:spPr>
              <a:xfrm>
                <a:off x="4391676" y="619942"/>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461" name="Freeform 460">
                <a:extLst>
                  <a:ext uri="{FF2B5EF4-FFF2-40B4-BE49-F238E27FC236}">
                    <a16:creationId xmlns:a16="http://schemas.microsoft.com/office/drawing/2014/main" id="{B27004DE-BC89-852A-CD08-4F61310CE308}"/>
                  </a:ext>
                </a:extLst>
              </p:cNvPr>
              <p:cNvSpPr/>
              <p:nvPr/>
            </p:nvSpPr>
            <p:spPr>
              <a:xfrm>
                <a:off x="4792488" y="619942"/>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462" name="Freeform 461">
                <a:extLst>
                  <a:ext uri="{FF2B5EF4-FFF2-40B4-BE49-F238E27FC236}">
                    <a16:creationId xmlns:a16="http://schemas.microsoft.com/office/drawing/2014/main" id="{3ADEF0DF-EEE8-45AE-F1B1-0AE5B9A15790}"/>
                  </a:ext>
                </a:extLst>
              </p:cNvPr>
              <p:cNvSpPr/>
              <p:nvPr/>
            </p:nvSpPr>
            <p:spPr>
              <a:xfrm>
                <a:off x="5193428" y="619942"/>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6731" cap="flat">
                <a:solidFill>
                  <a:srgbClr val="EBEBEB"/>
                </a:solidFill>
                <a:prstDash val="solid"/>
                <a:round/>
              </a:ln>
            </p:spPr>
            <p:txBody>
              <a:bodyPr/>
              <a:lstStyle/>
              <a:p>
                <a:pPr algn="ctr"/>
                <a:endParaRPr lang="en-US" sz="1701"/>
              </a:p>
            </p:txBody>
          </p:sp>
          <p:sp>
            <p:nvSpPr>
              <p:cNvPr id="463" name="Freeform 462">
                <a:extLst>
                  <a:ext uri="{FF2B5EF4-FFF2-40B4-BE49-F238E27FC236}">
                    <a16:creationId xmlns:a16="http://schemas.microsoft.com/office/drawing/2014/main" id="{88548F4B-7240-528D-9E3B-73D06735A7DE}"/>
                  </a:ext>
                </a:extLst>
              </p:cNvPr>
              <p:cNvSpPr/>
              <p:nvPr/>
            </p:nvSpPr>
            <p:spPr>
              <a:xfrm>
                <a:off x="3933207" y="2501701"/>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64" name="Freeform 463">
                <a:extLst>
                  <a:ext uri="{FF2B5EF4-FFF2-40B4-BE49-F238E27FC236}">
                    <a16:creationId xmlns:a16="http://schemas.microsoft.com/office/drawing/2014/main" id="{19E18AE5-0344-956D-ED38-FAEB1312BBDC}"/>
                  </a:ext>
                </a:extLst>
              </p:cNvPr>
              <p:cNvSpPr/>
              <p:nvPr/>
            </p:nvSpPr>
            <p:spPr>
              <a:xfrm>
                <a:off x="3933207" y="2305739"/>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65" name="Freeform 464">
                <a:extLst>
                  <a:ext uri="{FF2B5EF4-FFF2-40B4-BE49-F238E27FC236}">
                    <a16:creationId xmlns:a16="http://schemas.microsoft.com/office/drawing/2014/main" id="{D807BC16-05BB-D72D-B1BF-805EFC4D4916}"/>
                  </a:ext>
                </a:extLst>
              </p:cNvPr>
              <p:cNvSpPr/>
              <p:nvPr/>
            </p:nvSpPr>
            <p:spPr>
              <a:xfrm>
                <a:off x="3933207" y="2109651"/>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66" name="Freeform 465">
                <a:extLst>
                  <a:ext uri="{FF2B5EF4-FFF2-40B4-BE49-F238E27FC236}">
                    <a16:creationId xmlns:a16="http://schemas.microsoft.com/office/drawing/2014/main" id="{5EB01D8B-6CE7-2D2E-8CF5-8EB8702ABFCF}"/>
                  </a:ext>
                </a:extLst>
              </p:cNvPr>
              <p:cNvSpPr/>
              <p:nvPr/>
            </p:nvSpPr>
            <p:spPr>
              <a:xfrm>
                <a:off x="3933207" y="1913691"/>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67" name="Freeform 466">
                <a:extLst>
                  <a:ext uri="{FF2B5EF4-FFF2-40B4-BE49-F238E27FC236}">
                    <a16:creationId xmlns:a16="http://schemas.microsoft.com/office/drawing/2014/main" id="{CE03D1DD-0FCD-6B77-16E9-13622EF00E72}"/>
                  </a:ext>
                </a:extLst>
              </p:cNvPr>
              <p:cNvSpPr/>
              <p:nvPr/>
            </p:nvSpPr>
            <p:spPr>
              <a:xfrm>
                <a:off x="3933207" y="1717603"/>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68" name="Freeform 467">
                <a:extLst>
                  <a:ext uri="{FF2B5EF4-FFF2-40B4-BE49-F238E27FC236}">
                    <a16:creationId xmlns:a16="http://schemas.microsoft.com/office/drawing/2014/main" id="{DD01BFF5-07C9-4003-1176-BFF97072F1DE}"/>
                  </a:ext>
                </a:extLst>
              </p:cNvPr>
              <p:cNvSpPr/>
              <p:nvPr/>
            </p:nvSpPr>
            <p:spPr>
              <a:xfrm>
                <a:off x="3933207" y="1521642"/>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69" name="Freeform 468">
                <a:extLst>
                  <a:ext uri="{FF2B5EF4-FFF2-40B4-BE49-F238E27FC236}">
                    <a16:creationId xmlns:a16="http://schemas.microsoft.com/office/drawing/2014/main" id="{D5606CD5-2189-EB95-F478-841166EAFC3E}"/>
                  </a:ext>
                </a:extLst>
              </p:cNvPr>
              <p:cNvSpPr/>
              <p:nvPr/>
            </p:nvSpPr>
            <p:spPr>
              <a:xfrm>
                <a:off x="3933207" y="1325553"/>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70" name="Freeform 469">
                <a:extLst>
                  <a:ext uri="{FF2B5EF4-FFF2-40B4-BE49-F238E27FC236}">
                    <a16:creationId xmlns:a16="http://schemas.microsoft.com/office/drawing/2014/main" id="{B70C6511-68E9-17C2-ED46-DBEF6EC7119B}"/>
                  </a:ext>
                </a:extLst>
              </p:cNvPr>
              <p:cNvSpPr/>
              <p:nvPr/>
            </p:nvSpPr>
            <p:spPr>
              <a:xfrm>
                <a:off x="3933207" y="1129593"/>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71" name="Freeform 470">
                <a:extLst>
                  <a:ext uri="{FF2B5EF4-FFF2-40B4-BE49-F238E27FC236}">
                    <a16:creationId xmlns:a16="http://schemas.microsoft.com/office/drawing/2014/main" id="{0FB1AAAA-AEE5-5320-7ED3-8A5DC68147B6}"/>
                  </a:ext>
                </a:extLst>
              </p:cNvPr>
              <p:cNvSpPr/>
              <p:nvPr/>
            </p:nvSpPr>
            <p:spPr>
              <a:xfrm>
                <a:off x="3933207" y="933504"/>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72" name="Freeform 471">
                <a:extLst>
                  <a:ext uri="{FF2B5EF4-FFF2-40B4-BE49-F238E27FC236}">
                    <a16:creationId xmlns:a16="http://schemas.microsoft.com/office/drawing/2014/main" id="{424AB870-090F-42DE-5116-222A765F18CA}"/>
                  </a:ext>
                </a:extLst>
              </p:cNvPr>
              <p:cNvSpPr/>
              <p:nvPr/>
            </p:nvSpPr>
            <p:spPr>
              <a:xfrm>
                <a:off x="3933207" y="737543"/>
                <a:ext cx="1332229" cy="12700"/>
              </a:xfrm>
              <a:custGeom>
                <a:avLst/>
                <a:gdLst>
                  <a:gd name="csX0" fmla="*/ 0 w 1332229"/>
                  <a:gd name="csY0" fmla="*/ 0 h 12700"/>
                  <a:gd name="csX1" fmla="*/ 1332230 w 1332229"/>
                  <a:gd name="csY1" fmla="*/ 0 h 12700"/>
                </a:gdLst>
                <a:ahLst/>
                <a:cxnLst>
                  <a:cxn ang="0">
                    <a:pos x="csX0" y="csY0"/>
                  </a:cxn>
                  <a:cxn ang="0">
                    <a:pos x="csX1" y="csY1"/>
                  </a:cxn>
                </a:cxnLst>
                <a:rect l="l" t="t" r="r" b="b"/>
                <a:pathLst>
                  <a:path w="1332229" h="12700">
                    <a:moveTo>
                      <a:pt x="0" y="0"/>
                    </a:moveTo>
                    <a:lnTo>
                      <a:pt x="1332230" y="0"/>
                    </a:lnTo>
                  </a:path>
                </a:pathLst>
              </a:custGeom>
              <a:noFill/>
              <a:ln w="13589" cap="flat">
                <a:solidFill>
                  <a:srgbClr val="EBEBEB"/>
                </a:solidFill>
                <a:prstDash val="solid"/>
                <a:round/>
              </a:ln>
            </p:spPr>
            <p:txBody>
              <a:bodyPr/>
              <a:lstStyle/>
              <a:p>
                <a:pPr algn="ctr"/>
                <a:endParaRPr lang="en-US" sz="1701"/>
              </a:p>
            </p:txBody>
          </p:sp>
          <p:sp>
            <p:nvSpPr>
              <p:cNvPr id="473" name="Freeform 472">
                <a:extLst>
                  <a:ext uri="{FF2B5EF4-FFF2-40B4-BE49-F238E27FC236}">
                    <a16:creationId xmlns:a16="http://schemas.microsoft.com/office/drawing/2014/main" id="{CF9C8FFB-AF54-2D17-D44A-76320B51B0C5}"/>
                  </a:ext>
                </a:extLst>
              </p:cNvPr>
              <p:cNvSpPr/>
              <p:nvPr/>
            </p:nvSpPr>
            <p:spPr>
              <a:xfrm>
                <a:off x="4191270" y="619942"/>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474" name="Freeform 473">
                <a:extLst>
                  <a:ext uri="{FF2B5EF4-FFF2-40B4-BE49-F238E27FC236}">
                    <a16:creationId xmlns:a16="http://schemas.microsoft.com/office/drawing/2014/main" id="{0FFF29E1-D89F-6DF4-0B1D-A835A5183803}"/>
                  </a:ext>
                </a:extLst>
              </p:cNvPr>
              <p:cNvSpPr/>
              <p:nvPr/>
            </p:nvSpPr>
            <p:spPr>
              <a:xfrm>
                <a:off x="4592082" y="619942"/>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475" name="Freeform 474">
                <a:extLst>
                  <a:ext uri="{FF2B5EF4-FFF2-40B4-BE49-F238E27FC236}">
                    <a16:creationId xmlns:a16="http://schemas.microsoft.com/office/drawing/2014/main" id="{AE3DC624-5ED0-40FC-7CEF-E09DB45AC7E2}"/>
                  </a:ext>
                </a:extLst>
              </p:cNvPr>
              <p:cNvSpPr/>
              <p:nvPr/>
            </p:nvSpPr>
            <p:spPr>
              <a:xfrm>
                <a:off x="4993022" y="619942"/>
                <a:ext cx="12700" cy="1999487"/>
              </a:xfrm>
              <a:custGeom>
                <a:avLst/>
                <a:gdLst>
                  <a:gd name="csX0" fmla="*/ 0 w 12700"/>
                  <a:gd name="csY0" fmla="*/ 1999488 h 1999487"/>
                  <a:gd name="csX1" fmla="*/ 0 w 12700"/>
                  <a:gd name="csY1" fmla="*/ 0 h 1999487"/>
                </a:gdLst>
                <a:ahLst/>
                <a:cxnLst>
                  <a:cxn ang="0">
                    <a:pos x="csX0" y="csY0"/>
                  </a:cxn>
                  <a:cxn ang="0">
                    <a:pos x="csX1" y="csY1"/>
                  </a:cxn>
                </a:cxnLst>
                <a:rect l="l" t="t" r="r" b="b"/>
                <a:pathLst>
                  <a:path w="12700" h="1999487">
                    <a:moveTo>
                      <a:pt x="0" y="1999488"/>
                    </a:moveTo>
                    <a:lnTo>
                      <a:pt x="0" y="0"/>
                    </a:lnTo>
                  </a:path>
                </a:pathLst>
              </a:custGeom>
              <a:noFill/>
              <a:ln w="13589" cap="flat">
                <a:solidFill>
                  <a:srgbClr val="EBEBEB"/>
                </a:solidFill>
                <a:prstDash val="solid"/>
                <a:round/>
              </a:ln>
            </p:spPr>
            <p:txBody>
              <a:bodyPr/>
              <a:lstStyle/>
              <a:p>
                <a:pPr algn="ctr"/>
                <a:endParaRPr lang="en-US" sz="1701"/>
              </a:p>
            </p:txBody>
          </p:sp>
          <p:sp>
            <p:nvSpPr>
              <p:cNvPr id="476" name="Freeform 475">
                <a:extLst>
                  <a:ext uri="{FF2B5EF4-FFF2-40B4-BE49-F238E27FC236}">
                    <a16:creationId xmlns:a16="http://schemas.microsoft.com/office/drawing/2014/main" id="{465F17F7-EC70-CBFD-BBF2-A89AA5696B77}"/>
                  </a:ext>
                </a:extLst>
              </p:cNvPr>
              <p:cNvSpPr/>
              <p:nvPr/>
            </p:nvSpPr>
            <p:spPr>
              <a:xfrm>
                <a:off x="4360181" y="1435028"/>
                <a:ext cx="173227" cy="173227"/>
              </a:xfrm>
              <a:custGeom>
                <a:avLst/>
                <a:gdLst>
                  <a:gd name="csX0" fmla="*/ 173228 w 173227"/>
                  <a:gd name="csY0" fmla="*/ 86614 h 173227"/>
                  <a:gd name="csX1" fmla="*/ 86614 w 173227"/>
                  <a:gd name="csY1" fmla="*/ 173228 h 173227"/>
                  <a:gd name="csX2" fmla="*/ 0 w 173227"/>
                  <a:gd name="csY2" fmla="*/ 86614 h 173227"/>
                  <a:gd name="csX3" fmla="*/ 86614 w 173227"/>
                  <a:gd name="csY3" fmla="*/ 0 h 173227"/>
                  <a:gd name="csX4" fmla="*/ 173228 w 173227"/>
                  <a:gd name="csY4" fmla="*/ 86614 h 173227"/>
                </a:gdLst>
                <a:ahLst/>
                <a:cxnLst>
                  <a:cxn ang="0">
                    <a:pos x="csX0" y="csY0"/>
                  </a:cxn>
                  <a:cxn ang="0">
                    <a:pos x="csX1" y="csY1"/>
                  </a:cxn>
                  <a:cxn ang="0">
                    <a:pos x="csX2" y="csY2"/>
                  </a:cxn>
                  <a:cxn ang="0">
                    <a:pos x="csX3" y="csY3"/>
                  </a:cxn>
                  <a:cxn ang="0">
                    <a:pos x="csX4" y="csY4"/>
                  </a:cxn>
                </a:cxnLst>
                <a:rect l="l" t="t" r="r" b="b"/>
                <a:pathLst>
                  <a:path w="173227" h="173227">
                    <a:moveTo>
                      <a:pt x="173228" y="86614"/>
                    </a:moveTo>
                    <a:cubicBezTo>
                      <a:pt x="173228" y="134450"/>
                      <a:pt x="134450" y="173228"/>
                      <a:pt x="86614" y="173228"/>
                    </a:cubicBezTo>
                    <a:cubicBezTo>
                      <a:pt x="38778" y="173228"/>
                      <a:pt x="0" y="134450"/>
                      <a:pt x="0" y="86614"/>
                    </a:cubicBezTo>
                    <a:cubicBezTo>
                      <a:pt x="0" y="38778"/>
                      <a:pt x="38778" y="0"/>
                      <a:pt x="86614" y="0"/>
                    </a:cubicBezTo>
                    <a:cubicBezTo>
                      <a:pt x="134450" y="0"/>
                      <a:pt x="173228" y="38778"/>
                      <a:pt x="173228" y="86614"/>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477" name="Freeform 476">
                <a:extLst>
                  <a:ext uri="{FF2B5EF4-FFF2-40B4-BE49-F238E27FC236}">
                    <a16:creationId xmlns:a16="http://schemas.microsoft.com/office/drawing/2014/main" id="{8BAD665C-067D-DD19-619C-66FB8D1978CD}"/>
                  </a:ext>
                </a:extLst>
              </p:cNvPr>
              <p:cNvSpPr/>
              <p:nvPr/>
            </p:nvSpPr>
            <p:spPr>
              <a:xfrm>
                <a:off x="4653043" y="1030787"/>
                <a:ext cx="197612" cy="197612"/>
              </a:xfrm>
              <a:custGeom>
                <a:avLst/>
                <a:gdLst>
                  <a:gd name="csX0" fmla="*/ 197612 w 197612"/>
                  <a:gd name="csY0" fmla="*/ 98806 h 197612"/>
                  <a:gd name="csX1" fmla="*/ 98806 w 197612"/>
                  <a:gd name="csY1" fmla="*/ 197612 h 197612"/>
                  <a:gd name="csX2" fmla="*/ 0 w 197612"/>
                  <a:gd name="csY2" fmla="*/ 98806 h 197612"/>
                  <a:gd name="csX3" fmla="*/ 98806 w 197612"/>
                  <a:gd name="csY3" fmla="*/ 0 h 197612"/>
                  <a:gd name="csX4" fmla="*/ 197612 w 197612"/>
                  <a:gd name="csY4" fmla="*/ 98806 h 197612"/>
                </a:gdLst>
                <a:ahLst/>
                <a:cxnLst>
                  <a:cxn ang="0">
                    <a:pos x="csX0" y="csY0"/>
                  </a:cxn>
                  <a:cxn ang="0">
                    <a:pos x="csX1" y="csY1"/>
                  </a:cxn>
                  <a:cxn ang="0">
                    <a:pos x="csX2" y="csY2"/>
                  </a:cxn>
                  <a:cxn ang="0">
                    <a:pos x="csX3" y="csY3"/>
                  </a:cxn>
                  <a:cxn ang="0">
                    <a:pos x="csX4" y="csY4"/>
                  </a:cxn>
                </a:cxnLst>
                <a:rect l="l" t="t" r="r" b="b"/>
                <a:pathLst>
                  <a:path w="197612" h="197612">
                    <a:moveTo>
                      <a:pt x="197612" y="98806"/>
                    </a:moveTo>
                    <a:cubicBezTo>
                      <a:pt x="197612" y="153375"/>
                      <a:pt x="153375" y="197612"/>
                      <a:pt x="98806" y="197612"/>
                    </a:cubicBezTo>
                    <a:cubicBezTo>
                      <a:pt x="44237" y="197612"/>
                      <a:pt x="0" y="153375"/>
                      <a:pt x="0" y="98806"/>
                    </a:cubicBezTo>
                    <a:cubicBezTo>
                      <a:pt x="0" y="44237"/>
                      <a:pt x="44237" y="0"/>
                      <a:pt x="98806" y="0"/>
                    </a:cubicBezTo>
                    <a:cubicBezTo>
                      <a:pt x="153375" y="0"/>
                      <a:pt x="197612" y="44237"/>
                      <a:pt x="197612" y="98806"/>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478" name="Freeform 477">
                <a:extLst>
                  <a:ext uri="{FF2B5EF4-FFF2-40B4-BE49-F238E27FC236}">
                    <a16:creationId xmlns:a16="http://schemas.microsoft.com/office/drawing/2014/main" id="{1CF95279-3BC5-2AAD-E26E-D643399DE472}"/>
                  </a:ext>
                </a:extLst>
              </p:cNvPr>
              <p:cNvSpPr/>
              <p:nvPr/>
            </p:nvSpPr>
            <p:spPr>
              <a:xfrm>
                <a:off x="5091955" y="624641"/>
                <a:ext cx="225805" cy="225806"/>
              </a:xfrm>
              <a:custGeom>
                <a:avLst/>
                <a:gdLst>
                  <a:gd name="csX0" fmla="*/ 225806 w 225805"/>
                  <a:gd name="csY0" fmla="*/ 112903 h 225806"/>
                  <a:gd name="csX1" fmla="*/ 112903 w 225805"/>
                  <a:gd name="csY1" fmla="*/ 225806 h 225806"/>
                  <a:gd name="csX2" fmla="*/ 0 w 225805"/>
                  <a:gd name="csY2" fmla="*/ 112903 h 225806"/>
                  <a:gd name="csX3" fmla="*/ 112903 w 225805"/>
                  <a:gd name="csY3" fmla="*/ 0 h 225806"/>
                  <a:gd name="csX4" fmla="*/ 225806 w 225805"/>
                  <a:gd name="csY4" fmla="*/ 112903 h 225806"/>
                </a:gdLst>
                <a:ahLst/>
                <a:cxnLst>
                  <a:cxn ang="0">
                    <a:pos x="csX0" y="csY0"/>
                  </a:cxn>
                  <a:cxn ang="0">
                    <a:pos x="csX1" y="csY1"/>
                  </a:cxn>
                  <a:cxn ang="0">
                    <a:pos x="csX2" y="csY2"/>
                  </a:cxn>
                  <a:cxn ang="0">
                    <a:pos x="csX3" y="csY3"/>
                  </a:cxn>
                  <a:cxn ang="0">
                    <a:pos x="csX4" y="csY4"/>
                  </a:cxn>
                </a:cxnLst>
                <a:rect l="l" t="t" r="r" b="b"/>
                <a:pathLst>
                  <a:path w="225805" h="225806">
                    <a:moveTo>
                      <a:pt x="225806" y="112903"/>
                    </a:moveTo>
                    <a:cubicBezTo>
                      <a:pt x="225806" y="175258"/>
                      <a:pt x="175258" y="225806"/>
                      <a:pt x="112903" y="225806"/>
                    </a:cubicBezTo>
                    <a:cubicBezTo>
                      <a:pt x="50548" y="225806"/>
                      <a:pt x="0" y="175258"/>
                      <a:pt x="0" y="112903"/>
                    </a:cubicBezTo>
                    <a:cubicBezTo>
                      <a:pt x="0" y="50548"/>
                      <a:pt x="50548" y="0"/>
                      <a:pt x="112903" y="0"/>
                    </a:cubicBezTo>
                    <a:cubicBezTo>
                      <a:pt x="175258" y="0"/>
                      <a:pt x="225806" y="50548"/>
                      <a:pt x="225806" y="112903"/>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479" name="Freeform 478">
                <a:extLst>
                  <a:ext uri="{FF2B5EF4-FFF2-40B4-BE49-F238E27FC236}">
                    <a16:creationId xmlns:a16="http://schemas.microsoft.com/office/drawing/2014/main" id="{B4C68554-80AB-C01E-3CF5-80C0AA5B88B4}"/>
                  </a:ext>
                </a:extLst>
              </p:cNvPr>
              <p:cNvSpPr/>
              <p:nvPr/>
            </p:nvSpPr>
            <p:spPr>
              <a:xfrm>
                <a:off x="4263407" y="1832030"/>
                <a:ext cx="163322" cy="163321"/>
              </a:xfrm>
              <a:custGeom>
                <a:avLst/>
                <a:gdLst>
                  <a:gd name="csX0" fmla="*/ 163322 w 163322"/>
                  <a:gd name="csY0" fmla="*/ 81661 h 163321"/>
                  <a:gd name="csX1" fmla="*/ 81661 w 163322"/>
                  <a:gd name="csY1" fmla="*/ 163322 h 163321"/>
                  <a:gd name="csX2" fmla="*/ 0 w 163322"/>
                  <a:gd name="csY2" fmla="*/ 81661 h 163321"/>
                  <a:gd name="csX3" fmla="*/ 81661 w 163322"/>
                  <a:gd name="csY3" fmla="*/ 0 h 163321"/>
                  <a:gd name="csX4" fmla="*/ 163322 w 163322"/>
                  <a:gd name="csY4" fmla="*/ 81661 h 163321"/>
                </a:gdLst>
                <a:ahLst/>
                <a:cxnLst>
                  <a:cxn ang="0">
                    <a:pos x="csX0" y="csY0"/>
                  </a:cxn>
                  <a:cxn ang="0">
                    <a:pos x="csX1" y="csY1"/>
                  </a:cxn>
                  <a:cxn ang="0">
                    <a:pos x="csX2" y="csY2"/>
                  </a:cxn>
                  <a:cxn ang="0">
                    <a:pos x="csX3" y="csY3"/>
                  </a:cxn>
                  <a:cxn ang="0">
                    <a:pos x="csX4" y="csY4"/>
                  </a:cxn>
                </a:cxnLst>
                <a:rect l="l" t="t" r="r" b="b"/>
                <a:pathLst>
                  <a:path w="163322" h="163321">
                    <a:moveTo>
                      <a:pt x="163322" y="81661"/>
                    </a:moveTo>
                    <a:cubicBezTo>
                      <a:pt x="163322" y="126761"/>
                      <a:pt x="126761" y="163322"/>
                      <a:pt x="81661" y="163322"/>
                    </a:cubicBezTo>
                    <a:cubicBezTo>
                      <a:pt x="36561" y="163322"/>
                      <a:pt x="0" y="126761"/>
                      <a:pt x="0" y="81661"/>
                    </a:cubicBezTo>
                    <a:cubicBezTo>
                      <a:pt x="0" y="36561"/>
                      <a:pt x="36561" y="0"/>
                      <a:pt x="81661" y="0"/>
                    </a:cubicBezTo>
                    <a:cubicBezTo>
                      <a:pt x="126761" y="0"/>
                      <a:pt x="163322" y="36561"/>
                      <a:pt x="163322" y="81661"/>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480" name="Freeform 479">
                <a:extLst>
                  <a:ext uri="{FF2B5EF4-FFF2-40B4-BE49-F238E27FC236}">
                    <a16:creationId xmlns:a16="http://schemas.microsoft.com/office/drawing/2014/main" id="{E1B89CD7-8B7D-B022-B4C4-23327F0F318C}"/>
                  </a:ext>
                </a:extLst>
              </p:cNvPr>
              <p:cNvSpPr/>
              <p:nvPr/>
            </p:nvSpPr>
            <p:spPr>
              <a:xfrm>
                <a:off x="4289696" y="1634545"/>
                <a:ext cx="166115" cy="166116"/>
              </a:xfrm>
              <a:custGeom>
                <a:avLst/>
                <a:gdLst>
                  <a:gd name="csX0" fmla="*/ 166116 w 166115"/>
                  <a:gd name="csY0" fmla="*/ 83058 h 166116"/>
                  <a:gd name="csX1" fmla="*/ 83058 w 166115"/>
                  <a:gd name="csY1" fmla="*/ 166116 h 166116"/>
                  <a:gd name="csX2" fmla="*/ 0 w 166115"/>
                  <a:gd name="csY2" fmla="*/ 83058 h 166116"/>
                  <a:gd name="csX3" fmla="*/ 83058 w 166115"/>
                  <a:gd name="csY3" fmla="*/ 0 h 166116"/>
                  <a:gd name="csX4" fmla="*/ 166116 w 166115"/>
                  <a:gd name="csY4" fmla="*/ 83058 h 166116"/>
                </a:gdLst>
                <a:ahLst/>
                <a:cxnLst>
                  <a:cxn ang="0">
                    <a:pos x="csX0" y="csY0"/>
                  </a:cxn>
                  <a:cxn ang="0">
                    <a:pos x="csX1" y="csY1"/>
                  </a:cxn>
                  <a:cxn ang="0">
                    <a:pos x="csX2" y="csY2"/>
                  </a:cxn>
                  <a:cxn ang="0">
                    <a:pos x="csX3" y="csY3"/>
                  </a:cxn>
                  <a:cxn ang="0">
                    <a:pos x="csX4" y="csY4"/>
                  </a:cxn>
                </a:cxnLst>
                <a:rect l="l" t="t" r="r" b="b"/>
                <a:pathLst>
                  <a:path w="166115" h="166116">
                    <a:moveTo>
                      <a:pt x="166116" y="83058"/>
                    </a:moveTo>
                    <a:cubicBezTo>
                      <a:pt x="166116" y="128930"/>
                      <a:pt x="128930" y="166116"/>
                      <a:pt x="83058" y="166116"/>
                    </a:cubicBezTo>
                    <a:cubicBezTo>
                      <a:pt x="37186" y="166116"/>
                      <a:pt x="0" y="128930"/>
                      <a:pt x="0" y="83058"/>
                    </a:cubicBezTo>
                    <a:cubicBezTo>
                      <a:pt x="0" y="37186"/>
                      <a:pt x="37186" y="0"/>
                      <a:pt x="83058" y="0"/>
                    </a:cubicBezTo>
                    <a:cubicBezTo>
                      <a:pt x="128930" y="0"/>
                      <a:pt x="166116" y="37186"/>
                      <a:pt x="166116" y="83058"/>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481" name="Freeform 480">
                <a:extLst>
                  <a:ext uri="{FF2B5EF4-FFF2-40B4-BE49-F238E27FC236}">
                    <a16:creationId xmlns:a16="http://schemas.microsoft.com/office/drawing/2014/main" id="{ADE244C5-1F9C-AE65-845C-02FF0573E84B}"/>
                  </a:ext>
                </a:extLst>
              </p:cNvPr>
              <p:cNvSpPr/>
              <p:nvPr/>
            </p:nvSpPr>
            <p:spPr>
              <a:xfrm>
                <a:off x="4813825" y="829111"/>
                <a:ext cx="208788" cy="208787"/>
              </a:xfrm>
              <a:custGeom>
                <a:avLst/>
                <a:gdLst>
                  <a:gd name="csX0" fmla="*/ 208788 w 208788"/>
                  <a:gd name="csY0" fmla="*/ 104394 h 208787"/>
                  <a:gd name="csX1" fmla="*/ 104394 w 208788"/>
                  <a:gd name="csY1" fmla="*/ 208788 h 208787"/>
                  <a:gd name="csX2" fmla="*/ 0 w 208788"/>
                  <a:gd name="csY2" fmla="*/ 104394 h 208787"/>
                  <a:gd name="csX3" fmla="*/ 104394 w 208788"/>
                  <a:gd name="csY3" fmla="*/ 0 h 208787"/>
                  <a:gd name="csX4" fmla="*/ 208788 w 208788"/>
                  <a:gd name="csY4" fmla="*/ 104394 h 208787"/>
                </a:gdLst>
                <a:ahLst/>
                <a:cxnLst>
                  <a:cxn ang="0">
                    <a:pos x="csX0" y="csY0"/>
                  </a:cxn>
                  <a:cxn ang="0">
                    <a:pos x="csX1" y="csY1"/>
                  </a:cxn>
                  <a:cxn ang="0">
                    <a:pos x="csX2" y="csY2"/>
                  </a:cxn>
                  <a:cxn ang="0">
                    <a:pos x="csX3" y="csY3"/>
                  </a:cxn>
                  <a:cxn ang="0">
                    <a:pos x="csX4" y="csY4"/>
                  </a:cxn>
                </a:cxnLst>
                <a:rect l="l" t="t" r="r" b="b"/>
                <a:pathLst>
                  <a:path w="208788" h="208787">
                    <a:moveTo>
                      <a:pt x="208788" y="104394"/>
                    </a:moveTo>
                    <a:cubicBezTo>
                      <a:pt x="208788" y="162049"/>
                      <a:pt x="162049" y="208788"/>
                      <a:pt x="104394" y="208788"/>
                    </a:cubicBezTo>
                    <a:cubicBezTo>
                      <a:pt x="46739" y="208788"/>
                      <a:pt x="0" y="162049"/>
                      <a:pt x="0" y="104394"/>
                    </a:cubicBezTo>
                    <a:cubicBezTo>
                      <a:pt x="0" y="46739"/>
                      <a:pt x="46739" y="0"/>
                      <a:pt x="104394" y="0"/>
                    </a:cubicBezTo>
                    <a:cubicBezTo>
                      <a:pt x="162049" y="0"/>
                      <a:pt x="208788" y="46739"/>
                      <a:pt x="208788" y="104394"/>
                    </a:cubicBezTo>
                    <a:close/>
                  </a:path>
                </a:pathLst>
              </a:custGeom>
              <a:solidFill>
                <a:srgbClr val="E06663"/>
              </a:solidFill>
              <a:ln w="9017" cap="rnd">
                <a:solidFill>
                  <a:srgbClr val="000000"/>
                </a:solidFill>
                <a:prstDash val="solid"/>
                <a:round/>
              </a:ln>
            </p:spPr>
            <p:txBody>
              <a:bodyPr/>
              <a:lstStyle/>
              <a:p>
                <a:pPr algn="ctr"/>
                <a:endParaRPr lang="en-US" sz="1701"/>
              </a:p>
            </p:txBody>
          </p:sp>
          <p:sp>
            <p:nvSpPr>
              <p:cNvPr id="482" name="Freeform 481">
                <a:extLst>
                  <a:ext uri="{FF2B5EF4-FFF2-40B4-BE49-F238E27FC236}">
                    <a16:creationId xmlns:a16="http://schemas.microsoft.com/office/drawing/2014/main" id="{988A193E-649E-68EF-9639-72A97EC96711}"/>
                  </a:ext>
                </a:extLst>
              </p:cNvPr>
              <p:cNvSpPr/>
              <p:nvPr/>
            </p:nvSpPr>
            <p:spPr>
              <a:xfrm>
                <a:off x="4219719" y="2030531"/>
                <a:ext cx="158241" cy="158241"/>
              </a:xfrm>
              <a:custGeom>
                <a:avLst/>
                <a:gdLst>
                  <a:gd name="csX0" fmla="*/ 158242 w 158241"/>
                  <a:gd name="csY0" fmla="*/ 79121 h 158241"/>
                  <a:gd name="csX1" fmla="*/ 79121 w 158241"/>
                  <a:gd name="csY1" fmla="*/ 158242 h 158241"/>
                  <a:gd name="csX2" fmla="*/ 0 w 158241"/>
                  <a:gd name="csY2" fmla="*/ 79121 h 158241"/>
                  <a:gd name="csX3" fmla="*/ 79121 w 158241"/>
                  <a:gd name="csY3" fmla="*/ 0 h 158241"/>
                  <a:gd name="csX4" fmla="*/ 158242 w 158241"/>
                  <a:gd name="csY4" fmla="*/ 79121 h 158241"/>
                </a:gdLst>
                <a:ahLst/>
                <a:cxnLst>
                  <a:cxn ang="0">
                    <a:pos x="csX0" y="csY0"/>
                  </a:cxn>
                  <a:cxn ang="0">
                    <a:pos x="csX1" y="csY1"/>
                  </a:cxn>
                  <a:cxn ang="0">
                    <a:pos x="csX2" y="csY2"/>
                  </a:cxn>
                  <a:cxn ang="0">
                    <a:pos x="csX3" y="csY3"/>
                  </a:cxn>
                  <a:cxn ang="0">
                    <a:pos x="csX4" y="csY4"/>
                  </a:cxn>
                </a:cxnLst>
                <a:rect l="l" t="t" r="r" b="b"/>
                <a:pathLst>
                  <a:path w="158241" h="158241">
                    <a:moveTo>
                      <a:pt x="158242" y="79121"/>
                    </a:moveTo>
                    <a:cubicBezTo>
                      <a:pt x="158242" y="122818"/>
                      <a:pt x="122818" y="158242"/>
                      <a:pt x="79121" y="158242"/>
                    </a:cubicBezTo>
                    <a:cubicBezTo>
                      <a:pt x="35424" y="158242"/>
                      <a:pt x="0" y="122818"/>
                      <a:pt x="0" y="79121"/>
                    </a:cubicBezTo>
                    <a:cubicBezTo>
                      <a:pt x="0" y="35424"/>
                      <a:pt x="35424" y="0"/>
                      <a:pt x="79121" y="0"/>
                    </a:cubicBezTo>
                    <a:cubicBezTo>
                      <a:pt x="122818" y="0"/>
                      <a:pt x="158242" y="35424"/>
                      <a:pt x="158242" y="79121"/>
                    </a:cubicBezTo>
                    <a:close/>
                  </a:path>
                </a:pathLst>
              </a:custGeom>
              <a:solidFill>
                <a:srgbClr val="507DB3"/>
              </a:solidFill>
              <a:ln w="9017" cap="rnd">
                <a:solidFill>
                  <a:srgbClr val="000000"/>
                </a:solidFill>
                <a:prstDash val="solid"/>
                <a:round/>
              </a:ln>
            </p:spPr>
            <p:txBody>
              <a:bodyPr/>
              <a:lstStyle/>
              <a:p>
                <a:pPr algn="ctr"/>
                <a:endParaRPr lang="en-US" sz="1701"/>
              </a:p>
            </p:txBody>
          </p:sp>
          <p:sp>
            <p:nvSpPr>
              <p:cNvPr id="483" name="Freeform 482">
                <a:extLst>
                  <a:ext uri="{FF2B5EF4-FFF2-40B4-BE49-F238E27FC236}">
                    <a16:creationId xmlns:a16="http://schemas.microsoft.com/office/drawing/2014/main" id="{62F48077-5DC7-5C7E-BD51-D495FCBF6527}"/>
                  </a:ext>
                </a:extLst>
              </p:cNvPr>
              <p:cNvSpPr/>
              <p:nvPr/>
            </p:nvSpPr>
            <p:spPr>
              <a:xfrm>
                <a:off x="3948574" y="2456489"/>
                <a:ext cx="90424" cy="90424"/>
              </a:xfrm>
              <a:custGeom>
                <a:avLst/>
                <a:gdLst>
                  <a:gd name="csX0" fmla="*/ 90424 w 90424"/>
                  <a:gd name="csY0" fmla="*/ 45212 h 90424"/>
                  <a:gd name="csX1" fmla="*/ 45212 w 90424"/>
                  <a:gd name="csY1" fmla="*/ 90424 h 90424"/>
                  <a:gd name="csX2" fmla="*/ 0 w 90424"/>
                  <a:gd name="csY2" fmla="*/ 45212 h 90424"/>
                  <a:gd name="csX3" fmla="*/ 45212 w 90424"/>
                  <a:gd name="csY3" fmla="*/ 0 h 90424"/>
                  <a:gd name="csX4" fmla="*/ 90424 w 90424"/>
                  <a:gd name="csY4" fmla="*/ 45212 h 90424"/>
                </a:gdLst>
                <a:ahLst/>
                <a:cxnLst>
                  <a:cxn ang="0">
                    <a:pos x="csX0" y="csY0"/>
                  </a:cxn>
                  <a:cxn ang="0">
                    <a:pos x="csX1" y="csY1"/>
                  </a:cxn>
                  <a:cxn ang="0">
                    <a:pos x="csX2" y="csY2"/>
                  </a:cxn>
                  <a:cxn ang="0">
                    <a:pos x="csX3" y="csY3"/>
                  </a:cxn>
                  <a:cxn ang="0">
                    <a:pos x="csX4" y="csY4"/>
                  </a:cxn>
                </a:cxnLst>
                <a:rect l="l" t="t" r="r" b="b"/>
                <a:pathLst>
                  <a:path w="90424" h="90424">
                    <a:moveTo>
                      <a:pt x="90424" y="45212"/>
                    </a:moveTo>
                    <a:cubicBezTo>
                      <a:pt x="90424" y="70182"/>
                      <a:pt x="70182" y="90424"/>
                      <a:pt x="45212" y="90424"/>
                    </a:cubicBezTo>
                    <a:cubicBezTo>
                      <a:pt x="20242" y="90424"/>
                      <a:pt x="0" y="70182"/>
                      <a:pt x="0" y="45212"/>
                    </a:cubicBezTo>
                    <a:cubicBezTo>
                      <a:pt x="0" y="20242"/>
                      <a:pt x="20242" y="0"/>
                      <a:pt x="45212" y="0"/>
                    </a:cubicBezTo>
                    <a:cubicBezTo>
                      <a:pt x="70182" y="0"/>
                      <a:pt x="90424" y="20242"/>
                      <a:pt x="90424" y="45212"/>
                    </a:cubicBezTo>
                    <a:close/>
                  </a:path>
                </a:pathLst>
              </a:custGeom>
              <a:solidFill>
                <a:srgbClr val="327EBA"/>
              </a:solidFill>
              <a:ln w="9017" cap="rnd">
                <a:solidFill>
                  <a:srgbClr val="000000"/>
                </a:solidFill>
                <a:prstDash val="solid"/>
                <a:round/>
              </a:ln>
            </p:spPr>
            <p:txBody>
              <a:bodyPr/>
              <a:lstStyle/>
              <a:p>
                <a:pPr algn="ctr"/>
                <a:endParaRPr lang="en-US" sz="1701"/>
              </a:p>
            </p:txBody>
          </p:sp>
          <p:sp>
            <p:nvSpPr>
              <p:cNvPr id="484" name="Freeform 483">
                <a:extLst>
                  <a:ext uri="{FF2B5EF4-FFF2-40B4-BE49-F238E27FC236}">
                    <a16:creationId xmlns:a16="http://schemas.microsoft.com/office/drawing/2014/main" id="{3FA58C67-AF49-94A0-827B-AA0361D9A5E9}"/>
                  </a:ext>
                </a:extLst>
              </p:cNvPr>
              <p:cNvSpPr/>
              <p:nvPr/>
            </p:nvSpPr>
            <p:spPr>
              <a:xfrm>
                <a:off x="4457336" y="1234495"/>
                <a:ext cx="182117" cy="182118"/>
              </a:xfrm>
              <a:custGeom>
                <a:avLst/>
                <a:gdLst>
                  <a:gd name="csX0" fmla="*/ 182118 w 182117"/>
                  <a:gd name="csY0" fmla="*/ 91059 h 182118"/>
                  <a:gd name="csX1" fmla="*/ 91059 w 182117"/>
                  <a:gd name="csY1" fmla="*/ 182118 h 182118"/>
                  <a:gd name="csX2" fmla="*/ 0 w 182117"/>
                  <a:gd name="csY2" fmla="*/ 91059 h 182118"/>
                  <a:gd name="csX3" fmla="*/ 91059 w 182117"/>
                  <a:gd name="csY3" fmla="*/ 0 h 182118"/>
                  <a:gd name="csX4" fmla="*/ 182118 w 182117"/>
                  <a:gd name="csY4" fmla="*/ 91059 h 182118"/>
                </a:gdLst>
                <a:ahLst/>
                <a:cxnLst>
                  <a:cxn ang="0">
                    <a:pos x="csX0" y="csY0"/>
                  </a:cxn>
                  <a:cxn ang="0">
                    <a:pos x="csX1" y="csY1"/>
                  </a:cxn>
                  <a:cxn ang="0">
                    <a:pos x="csX2" y="csY2"/>
                  </a:cxn>
                  <a:cxn ang="0">
                    <a:pos x="csX3" y="csY3"/>
                  </a:cxn>
                  <a:cxn ang="0">
                    <a:pos x="csX4" y="csY4"/>
                  </a:cxn>
                </a:cxnLst>
                <a:rect l="l" t="t" r="r" b="b"/>
                <a:pathLst>
                  <a:path w="182117" h="182118">
                    <a:moveTo>
                      <a:pt x="182118" y="91059"/>
                    </a:moveTo>
                    <a:cubicBezTo>
                      <a:pt x="182118" y="141350"/>
                      <a:pt x="141350" y="182118"/>
                      <a:pt x="91059" y="182118"/>
                    </a:cubicBezTo>
                    <a:cubicBezTo>
                      <a:pt x="40769" y="182118"/>
                      <a:pt x="0" y="141349"/>
                      <a:pt x="0" y="91059"/>
                    </a:cubicBezTo>
                    <a:cubicBezTo>
                      <a:pt x="0" y="40768"/>
                      <a:pt x="40769" y="0"/>
                      <a:pt x="91059" y="0"/>
                    </a:cubicBezTo>
                    <a:cubicBezTo>
                      <a:pt x="141350" y="0"/>
                      <a:pt x="182118" y="40769"/>
                      <a:pt x="182118" y="91059"/>
                    </a:cubicBezTo>
                    <a:close/>
                  </a:path>
                </a:pathLst>
              </a:custGeom>
              <a:solidFill>
                <a:srgbClr val="327EBA"/>
              </a:solidFill>
              <a:ln w="9017" cap="rnd">
                <a:solidFill>
                  <a:srgbClr val="000000"/>
                </a:solidFill>
                <a:prstDash val="solid"/>
                <a:round/>
              </a:ln>
            </p:spPr>
            <p:txBody>
              <a:bodyPr/>
              <a:lstStyle/>
              <a:p>
                <a:pPr algn="ctr"/>
                <a:endParaRPr lang="en-US" sz="1701"/>
              </a:p>
            </p:txBody>
          </p:sp>
          <p:sp>
            <p:nvSpPr>
              <p:cNvPr id="485" name="Freeform 484">
                <a:extLst>
                  <a:ext uri="{FF2B5EF4-FFF2-40B4-BE49-F238E27FC236}">
                    <a16:creationId xmlns:a16="http://schemas.microsoft.com/office/drawing/2014/main" id="{8A7B0527-DD05-CE00-C826-CFA4DA87D467}"/>
                  </a:ext>
                </a:extLst>
              </p:cNvPr>
              <p:cNvSpPr/>
              <p:nvPr/>
            </p:nvSpPr>
            <p:spPr>
              <a:xfrm>
                <a:off x="3951875" y="2254686"/>
                <a:ext cx="102108" cy="102108"/>
              </a:xfrm>
              <a:custGeom>
                <a:avLst/>
                <a:gdLst>
                  <a:gd name="csX0" fmla="*/ 102108 w 102108"/>
                  <a:gd name="csY0" fmla="*/ 51054 h 102108"/>
                  <a:gd name="csX1" fmla="*/ 51054 w 102108"/>
                  <a:gd name="csY1" fmla="*/ 102108 h 102108"/>
                  <a:gd name="csX2" fmla="*/ 0 w 102108"/>
                  <a:gd name="csY2" fmla="*/ 51054 h 102108"/>
                  <a:gd name="csX3" fmla="*/ 51054 w 102108"/>
                  <a:gd name="csY3" fmla="*/ 0 h 102108"/>
                  <a:gd name="csX4" fmla="*/ 102108 w 102108"/>
                  <a:gd name="csY4" fmla="*/ 51054 h 102108"/>
                </a:gdLst>
                <a:ahLst/>
                <a:cxnLst>
                  <a:cxn ang="0">
                    <a:pos x="csX0" y="csY0"/>
                  </a:cxn>
                  <a:cxn ang="0">
                    <a:pos x="csX1" y="csY1"/>
                  </a:cxn>
                  <a:cxn ang="0">
                    <a:pos x="csX2" y="csY2"/>
                  </a:cxn>
                  <a:cxn ang="0">
                    <a:pos x="csX3" y="csY3"/>
                  </a:cxn>
                  <a:cxn ang="0">
                    <a:pos x="csX4" y="csY4"/>
                  </a:cxn>
                </a:cxnLst>
                <a:rect l="l" t="t" r="r" b="b"/>
                <a:pathLst>
                  <a:path w="102108" h="102108">
                    <a:moveTo>
                      <a:pt x="102108" y="51054"/>
                    </a:moveTo>
                    <a:cubicBezTo>
                      <a:pt x="102108" y="79250"/>
                      <a:pt x="79250" y="102108"/>
                      <a:pt x="51054" y="102108"/>
                    </a:cubicBezTo>
                    <a:cubicBezTo>
                      <a:pt x="22858" y="102108"/>
                      <a:pt x="0" y="79250"/>
                      <a:pt x="0" y="51054"/>
                    </a:cubicBezTo>
                    <a:cubicBezTo>
                      <a:pt x="0" y="22858"/>
                      <a:pt x="22858" y="0"/>
                      <a:pt x="51054" y="0"/>
                    </a:cubicBezTo>
                    <a:cubicBezTo>
                      <a:pt x="79250" y="0"/>
                      <a:pt x="102108" y="22858"/>
                      <a:pt x="102108" y="51054"/>
                    </a:cubicBezTo>
                    <a:close/>
                  </a:path>
                </a:pathLst>
              </a:custGeom>
              <a:solidFill>
                <a:srgbClr val="327EBA"/>
              </a:solidFill>
              <a:ln w="9017" cap="rnd">
                <a:solidFill>
                  <a:srgbClr val="000000"/>
                </a:solidFill>
                <a:prstDash val="solid"/>
                <a:round/>
              </a:ln>
            </p:spPr>
            <p:txBody>
              <a:bodyPr/>
              <a:lstStyle/>
              <a:p>
                <a:pPr algn="ctr"/>
                <a:endParaRPr lang="en-US" sz="1701"/>
              </a:p>
            </p:txBody>
          </p:sp>
          <p:sp>
            <p:nvSpPr>
              <p:cNvPr id="486" name="Freeform 485">
                <a:extLst>
                  <a:ext uri="{FF2B5EF4-FFF2-40B4-BE49-F238E27FC236}">
                    <a16:creationId xmlns:a16="http://schemas.microsoft.com/office/drawing/2014/main" id="{98AAB5E0-6397-CD36-D50C-8B10A2E40DA3}"/>
                  </a:ext>
                </a:extLst>
              </p:cNvPr>
              <p:cNvSpPr/>
              <p:nvPr/>
            </p:nvSpPr>
            <p:spPr>
              <a:xfrm>
                <a:off x="3933206" y="557842"/>
                <a:ext cx="1443925" cy="2061588"/>
              </a:xfrm>
              <a:custGeom>
                <a:avLst/>
                <a:gdLst>
                  <a:gd name="csX0" fmla="*/ 0 w 1332230"/>
                  <a:gd name="csY0" fmla="*/ 0 h 1999488"/>
                  <a:gd name="csX1" fmla="*/ 1332230 w 1332230"/>
                  <a:gd name="csY1" fmla="*/ 0 h 1999488"/>
                  <a:gd name="csX2" fmla="*/ 1332230 w 1332230"/>
                  <a:gd name="csY2" fmla="*/ 1999488 h 1999488"/>
                  <a:gd name="csX3" fmla="*/ 0 w 1332230"/>
                  <a:gd name="csY3" fmla="*/ 1999488 h 1999488"/>
                </a:gdLst>
                <a:ahLst/>
                <a:cxnLst>
                  <a:cxn ang="0">
                    <a:pos x="csX0" y="csY0"/>
                  </a:cxn>
                  <a:cxn ang="0">
                    <a:pos x="csX1" y="csY1"/>
                  </a:cxn>
                  <a:cxn ang="0">
                    <a:pos x="csX2" y="csY2"/>
                  </a:cxn>
                  <a:cxn ang="0">
                    <a:pos x="csX3" y="csY3"/>
                  </a:cxn>
                </a:cxnLst>
                <a:rect l="l" t="t" r="r" b="b"/>
                <a:pathLst>
                  <a:path w="1332230" h="1999488">
                    <a:moveTo>
                      <a:pt x="0" y="0"/>
                    </a:moveTo>
                    <a:lnTo>
                      <a:pt x="1332230" y="0"/>
                    </a:lnTo>
                    <a:lnTo>
                      <a:pt x="1332230" y="1999488"/>
                    </a:lnTo>
                    <a:lnTo>
                      <a:pt x="0" y="1999488"/>
                    </a:lnTo>
                    <a:close/>
                  </a:path>
                </a:pathLst>
              </a:custGeom>
              <a:noFill/>
              <a:ln w="13589" cap="rnd">
                <a:solidFill>
                  <a:srgbClr val="333333"/>
                </a:solidFill>
                <a:prstDash val="solid"/>
                <a:round/>
              </a:ln>
            </p:spPr>
            <p:txBody>
              <a:bodyPr/>
              <a:lstStyle/>
              <a:p>
                <a:pPr algn="ctr"/>
                <a:endParaRPr lang="en-US" sz="1701"/>
              </a:p>
            </p:txBody>
          </p:sp>
        </p:grpSp>
        <p:sp>
          <p:nvSpPr>
            <p:cNvPr id="407" name="TextBox 406">
              <a:extLst>
                <a:ext uri="{FF2B5EF4-FFF2-40B4-BE49-F238E27FC236}">
                  <a16:creationId xmlns:a16="http://schemas.microsoft.com/office/drawing/2014/main" id="{DD1863CD-3532-03CD-68E3-7839BDCEAAF0}"/>
                </a:ext>
              </a:extLst>
            </p:cNvPr>
            <p:cNvSpPr txBox="1"/>
            <p:nvPr/>
          </p:nvSpPr>
          <p:spPr>
            <a:xfrm>
              <a:off x="1595396" y="2390859"/>
              <a:ext cx="2385570"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Ionotropic glutamate receptor signaling pathway</a:t>
              </a:r>
            </a:p>
          </p:txBody>
        </p:sp>
        <p:sp>
          <p:nvSpPr>
            <p:cNvPr id="408" name="TextBox 407">
              <a:extLst>
                <a:ext uri="{FF2B5EF4-FFF2-40B4-BE49-F238E27FC236}">
                  <a16:creationId xmlns:a16="http://schemas.microsoft.com/office/drawing/2014/main" id="{F7BE2147-AFC1-5F9B-AC9E-A09B6F8AF196}"/>
                </a:ext>
              </a:extLst>
            </p:cNvPr>
            <p:cNvSpPr txBox="1"/>
            <p:nvPr/>
          </p:nvSpPr>
          <p:spPr>
            <a:xfrm>
              <a:off x="1424473" y="2196008"/>
              <a:ext cx="2556493"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synaptic membrane adhesion</a:t>
              </a:r>
            </a:p>
          </p:txBody>
        </p:sp>
        <p:sp>
          <p:nvSpPr>
            <p:cNvPr id="409" name="TextBox 408">
              <a:extLst>
                <a:ext uri="{FF2B5EF4-FFF2-40B4-BE49-F238E27FC236}">
                  <a16:creationId xmlns:a16="http://schemas.microsoft.com/office/drawing/2014/main" id="{999FEC4D-84D1-266D-4699-F91B06F5AE6F}"/>
                </a:ext>
              </a:extLst>
            </p:cNvPr>
            <p:cNvSpPr txBox="1"/>
            <p:nvPr/>
          </p:nvSpPr>
          <p:spPr>
            <a:xfrm>
              <a:off x="2306216" y="2001161"/>
              <a:ext cx="1674750"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proton transmembrane transport</a:t>
              </a:r>
            </a:p>
          </p:txBody>
        </p:sp>
        <p:sp>
          <p:nvSpPr>
            <p:cNvPr id="410" name="TextBox 409">
              <a:extLst>
                <a:ext uri="{FF2B5EF4-FFF2-40B4-BE49-F238E27FC236}">
                  <a16:creationId xmlns:a16="http://schemas.microsoft.com/office/drawing/2014/main" id="{B857437D-187D-3645-1157-C6A52C2F7E50}"/>
                </a:ext>
              </a:extLst>
            </p:cNvPr>
            <p:cNvSpPr txBox="1"/>
            <p:nvPr/>
          </p:nvSpPr>
          <p:spPr>
            <a:xfrm>
              <a:off x="1346911" y="1809752"/>
              <a:ext cx="2634055"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 modulation of chemical synaptic transmission</a:t>
              </a:r>
            </a:p>
          </p:txBody>
        </p:sp>
        <p:sp>
          <p:nvSpPr>
            <p:cNvPr id="411" name="TextBox 410">
              <a:extLst>
                <a:ext uri="{FF2B5EF4-FFF2-40B4-BE49-F238E27FC236}">
                  <a16:creationId xmlns:a16="http://schemas.microsoft.com/office/drawing/2014/main" id="{35192D0D-9A98-30FA-025F-DF2D294FC7EF}"/>
                </a:ext>
              </a:extLst>
            </p:cNvPr>
            <p:cNvSpPr txBox="1"/>
            <p:nvPr/>
          </p:nvSpPr>
          <p:spPr>
            <a:xfrm>
              <a:off x="3122214" y="1608029"/>
              <a:ext cx="858752"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dendritic spine</a:t>
              </a:r>
            </a:p>
          </p:txBody>
        </p:sp>
        <p:sp>
          <p:nvSpPr>
            <p:cNvPr id="412" name="TextBox 411">
              <a:extLst>
                <a:ext uri="{FF2B5EF4-FFF2-40B4-BE49-F238E27FC236}">
                  <a16:creationId xmlns:a16="http://schemas.microsoft.com/office/drawing/2014/main" id="{FD56019E-4EF5-CA35-1E19-670AD244F1E8}"/>
                </a:ext>
              </a:extLst>
            </p:cNvPr>
            <p:cNvSpPr txBox="1"/>
            <p:nvPr/>
          </p:nvSpPr>
          <p:spPr>
            <a:xfrm>
              <a:off x="2338447" y="1409744"/>
              <a:ext cx="1642519"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postsynaptic density membrane</a:t>
              </a:r>
            </a:p>
          </p:txBody>
        </p:sp>
        <p:sp>
          <p:nvSpPr>
            <p:cNvPr id="413" name="TextBox 412">
              <a:extLst>
                <a:ext uri="{FF2B5EF4-FFF2-40B4-BE49-F238E27FC236}">
                  <a16:creationId xmlns:a16="http://schemas.microsoft.com/office/drawing/2014/main" id="{62DCD014-553F-22A2-EE44-F02B2D9729F4}"/>
                </a:ext>
              </a:extLst>
            </p:cNvPr>
            <p:cNvSpPr txBox="1"/>
            <p:nvPr/>
          </p:nvSpPr>
          <p:spPr>
            <a:xfrm>
              <a:off x="2859261" y="1214897"/>
              <a:ext cx="1121705"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postsynaptic density</a:t>
              </a:r>
            </a:p>
          </p:txBody>
        </p:sp>
        <p:sp>
          <p:nvSpPr>
            <p:cNvPr id="414" name="TextBox 413">
              <a:extLst>
                <a:ext uri="{FF2B5EF4-FFF2-40B4-BE49-F238E27FC236}">
                  <a16:creationId xmlns:a16="http://schemas.microsoft.com/office/drawing/2014/main" id="{D5EB907E-87D5-C705-9298-ED921D5B9757}"/>
                </a:ext>
              </a:extLst>
            </p:cNvPr>
            <p:cNvSpPr txBox="1"/>
            <p:nvPr/>
          </p:nvSpPr>
          <p:spPr>
            <a:xfrm>
              <a:off x="2693008" y="1020050"/>
              <a:ext cx="1287958"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postsynaptic membrane</a:t>
              </a:r>
            </a:p>
          </p:txBody>
        </p:sp>
        <p:sp>
          <p:nvSpPr>
            <p:cNvPr id="415" name="TextBox 414">
              <a:extLst>
                <a:ext uri="{FF2B5EF4-FFF2-40B4-BE49-F238E27FC236}">
                  <a16:creationId xmlns:a16="http://schemas.microsoft.com/office/drawing/2014/main" id="{73EB76C8-C100-98FA-B6E2-BE772C78ADFF}"/>
                </a:ext>
              </a:extLst>
            </p:cNvPr>
            <p:cNvSpPr txBox="1"/>
            <p:nvPr/>
          </p:nvSpPr>
          <p:spPr>
            <a:xfrm>
              <a:off x="3561600" y="821760"/>
              <a:ext cx="419366"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axon</a:t>
              </a:r>
            </a:p>
          </p:txBody>
        </p:sp>
        <p:sp>
          <p:nvSpPr>
            <p:cNvPr id="416" name="TextBox 415">
              <a:extLst>
                <a:ext uri="{FF2B5EF4-FFF2-40B4-BE49-F238E27FC236}">
                  <a16:creationId xmlns:a16="http://schemas.microsoft.com/office/drawing/2014/main" id="{AE6F4D1E-19CB-1C8C-6428-DA618E69BC61}"/>
                </a:ext>
              </a:extLst>
            </p:cNvPr>
            <p:cNvSpPr txBox="1"/>
            <p:nvPr/>
          </p:nvSpPr>
          <p:spPr>
            <a:xfrm>
              <a:off x="3412309" y="630352"/>
              <a:ext cx="568657" cy="220812"/>
            </a:xfrm>
            <a:prstGeom prst="rect">
              <a:avLst/>
            </a:prstGeom>
            <a:noFill/>
          </p:spPr>
          <p:txBody>
            <a:bodyPr wrap="none" rtlCol="0">
              <a:spAutoFit/>
            </a:bodyPr>
            <a:lstStyle/>
            <a:p>
              <a:pPr algn="r"/>
              <a:r>
                <a:rPr lang="en-US" sz="756">
                  <a:ln/>
                  <a:solidFill>
                    <a:srgbClr val="000000"/>
                  </a:solidFill>
                  <a:latin typeface="Arial"/>
                  <a:cs typeface="Arial"/>
                  <a:sym typeface="Arial"/>
                  <a:rtl val="0"/>
                </a:rPr>
                <a:t>dendrite</a:t>
              </a:r>
            </a:p>
          </p:txBody>
        </p:sp>
        <p:sp>
          <p:nvSpPr>
            <p:cNvPr id="417" name="Freeform 416">
              <a:extLst>
                <a:ext uri="{FF2B5EF4-FFF2-40B4-BE49-F238E27FC236}">
                  <a16:creationId xmlns:a16="http://schemas.microsoft.com/office/drawing/2014/main" id="{2BFB29BE-2379-3337-C5BF-9E7373AEEAC5}"/>
                </a:ext>
              </a:extLst>
            </p:cNvPr>
            <p:cNvSpPr/>
            <p:nvPr/>
          </p:nvSpPr>
          <p:spPr>
            <a:xfrm>
              <a:off x="3898409" y="250170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18" name="Freeform 417">
              <a:extLst>
                <a:ext uri="{FF2B5EF4-FFF2-40B4-BE49-F238E27FC236}">
                  <a16:creationId xmlns:a16="http://schemas.microsoft.com/office/drawing/2014/main" id="{00517795-98CF-FFE9-A3F4-220DD81AA089}"/>
                </a:ext>
              </a:extLst>
            </p:cNvPr>
            <p:cNvSpPr/>
            <p:nvPr/>
          </p:nvSpPr>
          <p:spPr>
            <a:xfrm>
              <a:off x="3898409" y="230573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19" name="Freeform 418">
              <a:extLst>
                <a:ext uri="{FF2B5EF4-FFF2-40B4-BE49-F238E27FC236}">
                  <a16:creationId xmlns:a16="http://schemas.microsoft.com/office/drawing/2014/main" id="{81AE94D9-9704-1AE6-7A15-A12ED970C35C}"/>
                </a:ext>
              </a:extLst>
            </p:cNvPr>
            <p:cNvSpPr/>
            <p:nvPr/>
          </p:nvSpPr>
          <p:spPr>
            <a:xfrm>
              <a:off x="3898409" y="210965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20" name="Freeform 419">
              <a:extLst>
                <a:ext uri="{FF2B5EF4-FFF2-40B4-BE49-F238E27FC236}">
                  <a16:creationId xmlns:a16="http://schemas.microsoft.com/office/drawing/2014/main" id="{04E79984-B115-5B12-1D0C-5B8A04D87DC7}"/>
                </a:ext>
              </a:extLst>
            </p:cNvPr>
            <p:cNvSpPr/>
            <p:nvPr/>
          </p:nvSpPr>
          <p:spPr>
            <a:xfrm>
              <a:off x="3898409" y="191369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21" name="Freeform 420">
              <a:extLst>
                <a:ext uri="{FF2B5EF4-FFF2-40B4-BE49-F238E27FC236}">
                  <a16:creationId xmlns:a16="http://schemas.microsoft.com/office/drawing/2014/main" id="{8682EFB8-97E2-0CC6-11CB-DC591EDDF6B1}"/>
                </a:ext>
              </a:extLst>
            </p:cNvPr>
            <p:cNvSpPr/>
            <p:nvPr/>
          </p:nvSpPr>
          <p:spPr>
            <a:xfrm>
              <a:off x="3898409" y="171760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22" name="Freeform 421">
              <a:extLst>
                <a:ext uri="{FF2B5EF4-FFF2-40B4-BE49-F238E27FC236}">
                  <a16:creationId xmlns:a16="http://schemas.microsoft.com/office/drawing/2014/main" id="{6F34543F-9EFE-394D-C3B9-6836EFF99C33}"/>
                </a:ext>
              </a:extLst>
            </p:cNvPr>
            <p:cNvSpPr/>
            <p:nvPr/>
          </p:nvSpPr>
          <p:spPr>
            <a:xfrm>
              <a:off x="3898409" y="1521642"/>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23" name="Freeform 422">
              <a:extLst>
                <a:ext uri="{FF2B5EF4-FFF2-40B4-BE49-F238E27FC236}">
                  <a16:creationId xmlns:a16="http://schemas.microsoft.com/office/drawing/2014/main" id="{4AE83E18-434E-B341-2557-BD19A475A9D2}"/>
                </a:ext>
              </a:extLst>
            </p:cNvPr>
            <p:cNvSpPr/>
            <p:nvPr/>
          </p:nvSpPr>
          <p:spPr>
            <a:xfrm>
              <a:off x="3898409" y="132555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24" name="Freeform 423">
              <a:extLst>
                <a:ext uri="{FF2B5EF4-FFF2-40B4-BE49-F238E27FC236}">
                  <a16:creationId xmlns:a16="http://schemas.microsoft.com/office/drawing/2014/main" id="{5B009ED7-507D-EE92-D8FF-075EAFFE8C02}"/>
                </a:ext>
              </a:extLst>
            </p:cNvPr>
            <p:cNvSpPr/>
            <p:nvPr/>
          </p:nvSpPr>
          <p:spPr>
            <a:xfrm>
              <a:off x="3898409" y="112959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25" name="Freeform 424">
              <a:extLst>
                <a:ext uri="{FF2B5EF4-FFF2-40B4-BE49-F238E27FC236}">
                  <a16:creationId xmlns:a16="http://schemas.microsoft.com/office/drawing/2014/main" id="{80EA3547-138F-FBE7-5EE1-4B538FEB8468}"/>
                </a:ext>
              </a:extLst>
            </p:cNvPr>
            <p:cNvSpPr/>
            <p:nvPr/>
          </p:nvSpPr>
          <p:spPr>
            <a:xfrm>
              <a:off x="3898409" y="93350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26" name="Freeform 425">
              <a:extLst>
                <a:ext uri="{FF2B5EF4-FFF2-40B4-BE49-F238E27FC236}">
                  <a16:creationId xmlns:a16="http://schemas.microsoft.com/office/drawing/2014/main" id="{FCC832B2-A777-FCBE-65D2-F58F0DDCF92E}"/>
                </a:ext>
              </a:extLst>
            </p:cNvPr>
            <p:cNvSpPr/>
            <p:nvPr/>
          </p:nvSpPr>
          <p:spPr>
            <a:xfrm>
              <a:off x="3898409" y="73754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pPr algn="ctr"/>
              <a:endParaRPr lang="en-US" sz="1701"/>
            </a:p>
          </p:txBody>
        </p:sp>
        <p:sp>
          <p:nvSpPr>
            <p:cNvPr id="427" name="Freeform 426">
              <a:extLst>
                <a:ext uri="{FF2B5EF4-FFF2-40B4-BE49-F238E27FC236}">
                  <a16:creationId xmlns:a16="http://schemas.microsoft.com/office/drawing/2014/main" id="{63B932E6-D817-78BD-9082-53AB0EB6016F}"/>
                </a:ext>
              </a:extLst>
            </p:cNvPr>
            <p:cNvSpPr/>
            <p:nvPr/>
          </p:nvSpPr>
          <p:spPr>
            <a:xfrm>
              <a:off x="4191270" y="261942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428" name="Freeform 427">
              <a:extLst>
                <a:ext uri="{FF2B5EF4-FFF2-40B4-BE49-F238E27FC236}">
                  <a16:creationId xmlns:a16="http://schemas.microsoft.com/office/drawing/2014/main" id="{94ECA15E-20AA-972A-1D33-32C294C199C9}"/>
                </a:ext>
              </a:extLst>
            </p:cNvPr>
            <p:cNvSpPr/>
            <p:nvPr/>
          </p:nvSpPr>
          <p:spPr>
            <a:xfrm>
              <a:off x="4592082" y="261942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429" name="Freeform 428">
              <a:extLst>
                <a:ext uri="{FF2B5EF4-FFF2-40B4-BE49-F238E27FC236}">
                  <a16:creationId xmlns:a16="http://schemas.microsoft.com/office/drawing/2014/main" id="{538CE7BF-6564-AE56-8C47-771245A60AF3}"/>
                </a:ext>
              </a:extLst>
            </p:cNvPr>
            <p:cNvSpPr/>
            <p:nvPr/>
          </p:nvSpPr>
          <p:spPr>
            <a:xfrm>
              <a:off x="4993022" y="2619429"/>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333333"/>
              </a:solidFill>
              <a:prstDash val="solid"/>
              <a:round/>
            </a:ln>
          </p:spPr>
          <p:txBody>
            <a:bodyPr/>
            <a:lstStyle/>
            <a:p>
              <a:pPr algn="ctr"/>
              <a:endParaRPr lang="en-US" sz="1701"/>
            </a:p>
          </p:txBody>
        </p:sp>
        <p:sp>
          <p:nvSpPr>
            <p:cNvPr id="430" name="TextBox 429">
              <a:extLst>
                <a:ext uri="{FF2B5EF4-FFF2-40B4-BE49-F238E27FC236}">
                  <a16:creationId xmlns:a16="http://schemas.microsoft.com/office/drawing/2014/main" id="{0A6B92B6-986B-7F1C-B81A-8B614CC7CDF9}"/>
                </a:ext>
              </a:extLst>
            </p:cNvPr>
            <p:cNvSpPr txBox="1"/>
            <p:nvPr/>
          </p:nvSpPr>
          <p:spPr>
            <a:xfrm>
              <a:off x="3980738" y="2607450"/>
              <a:ext cx="42106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0.02</a:t>
              </a:r>
            </a:p>
          </p:txBody>
        </p:sp>
        <p:sp>
          <p:nvSpPr>
            <p:cNvPr id="431" name="TextBox 430">
              <a:extLst>
                <a:ext uri="{FF2B5EF4-FFF2-40B4-BE49-F238E27FC236}">
                  <a16:creationId xmlns:a16="http://schemas.microsoft.com/office/drawing/2014/main" id="{9FC9BE83-18E7-CE08-C026-C9818B5BA7C2}"/>
                </a:ext>
              </a:extLst>
            </p:cNvPr>
            <p:cNvSpPr txBox="1"/>
            <p:nvPr/>
          </p:nvSpPr>
          <p:spPr>
            <a:xfrm>
              <a:off x="4381550" y="2607450"/>
              <a:ext cx="42106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0.04</a:t>
              </a:r>
            </a:p>
          </p:txBody>
        </p:sp>
        <p:sp>
          <p:nvSpPr>
            <p:cNvPr id="432" name="TextBox 431">
              <a:extLst>
                <a:ext uri="{FF2B5EF4-FFF2-40B4-BE49-F238E27FC236}">
                  <a16:creationId xmlns:a16="http://schemas.microsoft.com/office/drawing/2014/main" id="{AE2B4B8A-76EF-188D-A056-0CBED5FDEB30}"/>
                </a:ext>
              </a:extLst>
            </p:cNvPr>
            <p:cNvSpPr txBox="1"/>
            <p:nvPr/>
          </p:nvSpPr>
          <p:spPr>
            <a:xfrm>
              <a:off x="4782489" y="2607450"/>
              <a:ext cx="42106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0.06</a:t>
              </a:r>
            </a:p>
          </p:txBody>
        </p:sp>
        <p:sp>
          <p:nvSpPr>
            <p:cNvPr id="433" name="TextBox 432">
              <a:extLst>
                <a:ext uri="{FF2B5EF4-FFF2-40B4-BE49-F238E27FC236}">
                  <a16:creationId xmlns:a16="http://schemas.microsoft.com/office/drawing/2014/main" id="{EA01988A-CDD2-140A-268A-DF29F9957CBE}"/>
                </a:ext>
              </a:extLst>
            </p:cNvPr>
            <p:cNvSpPr txBox="1"/>
            <p:nvPr/>
          </p:nvSpPr>
          <p:spPr>
            <a:xfrm>
              <a:off x="4225081" y="2783472"/>
              <a:ext cx="748481" cy="236148"/>
            </a:xfrm>
            <a:prstGeom prst="rect">
              <a:avLst/>
            </a:prstGeom>
            <a:noFill/>
          </p:spPr>
          <p:txBody>
            <a:bodyPr wrap="none" rtlCol="0">
              <a:spAutoFit/>
            </a:bodyPr>
            <a:lstStyle/>
            <a:p>
              <a:pPr algn="ctr"/>
              <a:r>
                <a:rPr lang="en-US" sz="850" err="1">
                  <a:ln/>
                  <a:solidFill>
                    <a:srgbClr val="000000"/>
                  </a:solidFill>
                  <a:latin typeface="Arial"/>
                  <a:cs typeface="Arial"/>
                  <a:sym typeface="Arial"/>
                  <a:rtl val="0"/>
                </a:rPr>
                <a:t>GeneRatio</a:t>
              </a:r>
              <a:endParaRPr lang="en-US" sz="850">
                <a:ln/>
                <a:solidFill>
                  <a:srgbClr val="000000"/>
                </a:solidFill>
                <a:latin typeface="Arial"/>
                <a:cs typeface="Arial"/>
                <a:sym typeface="Arial"/>
                <a:rtl val="0"/>
              </a:endParaRPr>
            </a:p>
          </p:txBody>
        </p:sp>
        <p:sp>
          <p:nvSpPr>
            <p:cNvPr id="435" name="TextBox 434">
              <a:extLst>
                <a:ext uri="{FF2B5EF4-FFF2-40B4-BE49-F238E27FC236}">
                  <a16:creationId xmlns:a16="http://schemas.microsoft.com/office/drawing/2014/main" id="{0B610D9D-966C-DE27-5C58-1E4BDB469021}"/>
                </a:ext>
              </a:extLst>
            </p:cNvPr>
            <p:cNvSpPr txBox="1"/>
            <p:nvPr/>
          </p:nvSpPr>
          <p:spPr>
            <a:xfrm>
              <a:off x="5435389" y="299165"/>
              <a:ext cx="566959" cy="224748"/>
            </a:xfrm>
            <a:prstGeom prst="rect">
              <a:avLst/>
            </a:prstGeom>
            <a:noFill/>
          </p:spPr>
          <p:txBody>
            <a:bodyPr wrap="none" rtlCol="0">
              <a:spAutoFit/>
            </a:bodyPr>
            <a:lstStyle/>
            <a:p>
              <a:pPr algn="ctr"/>
              <a:r>
                <a:rPr lang="en-US" sz="780">
                  <a:ln/>
                  <a:solidFill>
                    <a:srgbClr val="000000"/>
                  </a:solidFill>
                  <a:latin typeface="Arial"/>
                  <a:cs typeface="Arial"/>
                  <a:sym typeface="Arial"/>
                  <a:rtl val="0"/>
                </a:rPr>
                <a:t>p.adjust</a:t>
              </a:r>
            </a:p>
          </p:txBody>
        </p:sp>
        <p:pic>
          <p:nvPicPr>
            <p:cNvPr id="436" name="Picture 435">
              <a:extLst>
                <a:ext uri="{FF2B5EF4-FFF2-40B4-BE49-F238E27FC236}">
                  <a16:creationId xmlns:a16="http://schemas.microsoft.com/office/drawing/2014/main" id="{6CE0BAD1-B77E-038D-DD64-7E0E6220FD82}"/>
                </a:ext>
              </a:extLst>
            </p:cNvPr>
            <p:cNvPicPr>
              <a:picLocks noChangeAspect="1"/>
            </p:cNvPicPr>
            <p:nvPr/>
          </p:nvPicPr>
          <p:blipFill>
            <a:blip r:embed="rId3"/>
            <a:stretch>
              <a:fillRect/>
            </a:stretch>
          </p:blipFill>
          <p:spPr>
            <a:xfrm>
              <a:off x="5474225" y="555680"/>
              <a:ext cx="219456" cy="1097280"/>
            </a:xfrm>
            <a:custGeom>
              <a:avLst/>
              <a:gdLst>
                <a:gd name="csX0" fmla="*/ 0 w 219456"/>
                <a:gd name="csY0" fmla="*/ 0 h 1097280"/>
                <a:gd name="csX1" fmla="*/ 219456 w 219456"/>
                <a:gd name="csY1" fmla="*/ 0 h 1097280"/>
                <a:gd name="csX2" fmla="*/ 219456 w 219456"/>
                <a:gd name="csY2" fmla="*/ 1097280 h 1097280"/>
                <a:gd name="csX3" fmla="*/ 0 w 219456"/>
                <a:gd name="csY3" fmla="*/ 1097280 h 1097280"/>
              </a:gdLst>
              <a:ahLst/>
              <a:cxnLst>
                <a:cxn ang="0">
                  <a:pos x="csX0" y="csY0"/>
                </a:cxn>
                <a:cxn ang="0">
                  <a:pos x="csX1" y="csY1"/>
                </a:cxn>
                <a:cxn ang="0">
                  <a:pos x="csX2" y="csY2"/>
                </a:cxn>
                <a:cxn ang="0">
                  <a:pos x="csX3" y="csY3"/>
                </a:cxn>
              </a:cxnLst>
              <a:rect l="l" t="t" r="r" b="b"/>
              <a:pathLst>
                <a:path w="219456" h="1097280">
                  <a:moveTo>
                    <a:pt x="0" y="0"/>
                  </a:moveTo>
                  <a:lnTo>
                    <a:pt x="219456" y="0"/>
                  </a:lnTo>
                  <a:lnTo>
                    <a:pt x="219456" y="1097280"/>
                  </a:lnTo>
                  <a:lnTo>
                    <a:pt x="0" y="1097280"/>
                  </a:lnTo>
                  <a:close/>
                </a:path>
              </a:pathLst>
            </a:custGeom>
          </p:spPr>
        </p:pic>
        <p:sp>
          <p:nvSpPr>
            <p:cNvPr id="437" name="Freeform 436">
              <a:extLst>
                <a:ext uri="{FF2B5EF4-FFF2-40B4-BE49-F238E27FC236}">
                  <a16:creationId xmlns:a16="http://schemas.microsoft.com/office/drawing/2014/main" id="{6B70246E-114B-8EEA-856C-DC60DD9D8B6E}"/>
                </a:ext>
              </a:extLst>
            </p:cNvPr>
            <p:cNvSpPr/>
            <p:nvPr/>
          </p:nvSpPr>
          <p:spPr>
            <a:xfrm>
              <a:off x="5649738" y="841937"/>
              <a:ext cx="43941" cy="12700"/>
            </a:xfrm>
            <a:custGeom>
              <a:avLst/>
              <a:gdLst>
                <a:gd name="csX0" fmla="*/ 0 w 43941"/>
                <a:gd name="csY0" fmla="*/ 0 h 12700"/>
                <a:gd name="csX1" fmla="*/ 43942 w 43941"/>
                <a:gd name="csY1" fmla="*/ 0 h 12700"/>
              </a:gdLst>
              <a:ahLst/>
              <a:cxnLst>
                <a:cxn ang="0">
                  <a:pos x="csX0" y="csY0"/>
                </a:cxn>
                <a:cxn ang="0">
                  <a:pos x="csX1" y="csY1"/>
                </a:cxn>
              </a:cxnLst>
              <a:rect l="l" t="t" r="r" b="b"/>
              <a:pathLst>
                <a:path w="43941" h="12700">
                  <a:moveTo>
                    <a:pt x="0" y="0"/>
                  </a:moveTo>
                  <a:lnTo>
                    <a:pt x="43942" y="0"/>
                  </a:lnTo>
                </a:path>
              </a:pathLst>
            </a:custGeom>
            <a:noFill/>
            <a:ln w="4826" cap="flat">
              <a:solidFill>
                <a:srgbClr val="FFFFFF"/>
              </a:solidFill>
              <a:prstDash val="solid"/>
              <a:round/>
            </a:ln>
          </p:spPr>
          <p:txBody>
            <a:bodyPr/>
            <a:lstStyle/>
            <a:p>
              <a:pPr algn="ctr"/>
              <a:endParaRPr lang="en-US" sz="1701"/>
            </a:p>
          </p:txBody>
        </p:sp>
        <p:sp>
          <p:nvSpPr>
            <p:cNvPr id="438" name="Freeform 437">
              <a:extLst>
                <a:ext uri="{FF2B5EF4-FFF2-40B4-BE49-F238E27FC236}">
                  <a16:creationId xmlns:a16="http://schemas.microsoft.com/office/drawing/2014/main" id="{8113616E-C645-0AB0-45A9-68ABBA7F2B03}"/>
                </a:ext>
              </a:extLst>
            </p:cNvPr>
            <p:cNvSpPr/>
            <p:nvPr/>
          </p:nvSpPr>
          <p:spPr>
            <a:xfrm>
              <a:off x="5649738" y="1126418"/>
              <a:ext cx="43941" cy="12700"/>
            </a:xfrm>
            <a:custGeom>
              <a:avLst/>
              <a:gdLst>
                <a:gd name="csX0" fmla="*/ 0 w 43941"/>
                <a:gd name="csY0" fmla="*/ 0 h 12700"/>
                <a:gd name="csX1" fmla="*/ 43942 w 43941"/>
                <a:gd name="csY1" fmla="*/ 0 h 12700"/>
              </a:gdLst>
              <a:ahLst/>
              <a:cxnLst>
                <a:cxn ang="0">
                  <a:pos x="csX0" y="csY0"/>
                </a:cxn>
                <a:cxn ang="0">
                  <a:pos x="csX1" y="csY1"/>
                </a:cxn>
              </a:cxnLst>
              <a:rect l="l" t="t" r="r" b="b"/>
              <a:pathLst>
                <a:path w="43941" h="12700">
                  <a:moveTo>
                    <a:pt x="0" y="0"/>
                  </a:moveTo>
                  <a:lnTo>
                    <a:pt x="43942" y="0"/>
                  </a:lnTo>
                </a:path>
              </a:pathLst>
            </a:custGeom>
            <a:noFill/>
            <a:ln w="4826" cap="flat">
              <a:solidFill>
                <a:srgbClr val="FFFFFF"/>
              </a:solidFill>
              <a:prstDash val="solid"/>
              <a:round/>
            </a:ln>
          </p:spPr>
          <p:txBody>
            <a:bodyPr/>
            <a:lstStyle/>
            <a:p>
              <a:pPr algn="ctr"/>
              <a:endParaRPr lang="en-US" sz="1701"/>
            </a:p>
          </p:txBody>
        </p:sp>
        <p:sp>
          <p:nvSpPr>
            <p:cNvPr id="439" name="Freeform 438">
              <a:extLst>
                <a:ext uri="{FF2B5EF4-FFF2-40B4-BE49-F238E27FC236}">
                  <a16:creationId xmlns:a16="http://schemas.microsoft.com/office/drawing/2014/main" id="{28A4240E-9D8A-18D0-C14F-EED04342C664}"/>
                </a:ext>
              </a:extLst>
            </p:cNvPr>
            <p:cNvSpPr/>
            <p:nvPr/>
          </p:nvSpPr>
          <p:spPr>
            <a:xfrm>
              <a:off x="5649738" y="1410897"/>
              <a:ext cx="43941" cy="12700"/>
            </a:xfrm>
            <a:custGeom>
              <a:avLst/>
              <a:gdLst>
                <a:gd name="csX0" fmla="*/ 0 w 43941"/>
                <a:gd name="csY0" fmla="*/ 0 h 12700"/>
                <a:gd name="csX1" fmla="*/ 43942 w 43941"/>
                <a:gd name="csY1" fmla="*/ 0 h 12700"/>
              </a:gdLst>
              <a:ahLst/>
              <a:cxnLst>
                <a:cxn ang="0">
                  <a:pos x="csX0" y="csY0"/>
                </a:cxn>
                <a:cxn ang="0">
                  <a:pos x="csX1" y="csY1"/>
                </a:cxn>
              </a:cxnLst>
              <a:rect l="l" t="t" r="r" b="b"/>
              <a:pathLst>
                <a:path w="43941" h="12700">
                  <a:moveTo>
                    <a:pt x="0" y="0"/>
                  </a:moveTo>
                  <a:lnTo>
                    <a:pt x="43942" y="0"/>
                  </a:lnTo>
                </a:path>
              </a:pathLst>
            </a:custGeom>
            <a:noFill/>
            <a:ln w="4826" cap="flat">
              <a:solidFill>
                <a:srgbClr val="FFFFFF"/>
              </a:solidFill>
              <a:prstDash val="solid"/>
              <a:round/>
            </a:ln>
          </p:spPr>
          <p:txBody>
            <a:bodyPr/>
            <a:lstStyle/>
            <a:p>
              <a:pPr algn="ctr"/>
              <a:endParaRPr lang="en-US" sz="1701"/>
            </a:p>
          </p:txBody>
        </p:sp>
        <p:sp>
          <p:nvSpPr>
            <p:cNvPr id="440" name="Freeform 439">
              <a:extLst>
                <a:ext uri="{FF2B5EF4-FFF2-40B4-BE49-F238E27FC236}">
                  <a16:creationId xmlns:a16="http://schemas.microsoft.com/office/drawing/2014/main" id="{F49136D3-4C5F-CB0B-7267-6B9AB9189623}"/>
                </a:ext>
              </a:extLst>
            </p:cNvPr>
            <p:cNvSpPr/>
            <p:nvPr/>
          </p:nvSpPr>
          <p:spPr>
            <a:xfrm>
              <a:off x="5474224" y="841937"/>
              <a:ext cx="43815" cy="12700"/>
            </a:xfrm>
            <a:custGeom>
              <a:avLst/>
              <a:gdLst>
                <a:gd name="csX0" fmla="*/ 43815 w 43815"/>
                <a:gd name="csY0" fmla="*/ 0 h 12700"/>
                <a:gd name="csX1" fmla="*/ 0 w 43815"/>
                <a:gd name="csY1" fmla="*/ 0 h 12700"/>
              </a:gdLst>
              <a:ahLst/>
              <a:cxnLst>
                <a:cxn ang="0">
                  <a:pos x="csX0" y="csY0"/>
                </a:cxn>
                <a:cxn ang="0">
                  <a:pos x="csX1" y="csY1"/>
                </a:cxn>
              </a:cxnLst>
              <a:rect l="l" t="t" r="r" b="b"/>
              <a:pathLst>
                <a:path w="43815" h="12700">
                  <a:moveTo>
                    <a:pt x="43815" y="0"/>
                  </a:moveTo>
                  <a:lnTo>
                    <a:pt x="0" y="0"/>
                  </a:lnTo>
                </a:path>
              </a:pathLst>
            </a:custGeom>
            <a:noFill/>
            <a:ln w="4826" cap="flat">
              <a:solidFill>
                <a:srgbClr val="FFFFFF"/>
              </a:solidFill>
              <a:prstDash val="solid"/>
              <a:round/>
            </a:ln>
          </p:spPr>
          <p:txBody>
            <a:bodyPr/>
            <a:lstStyle/>
            <a:p>
              <a:pPr algn="ctr"/>
              <a:endParaRPr lang="en-US" sz="1701"/>
            </a:p>
          </p:txBody>
        </p:sp>
        <p:sp>
          <p:nvSpPr>
            <p:cNvPr id="441" name="Freeform 440">
              <a:extLst>
                <a:ext uri="{FF2B5EF4-FFF2-40B4-BE49-F238E27FC236}">
                  <a16:creationId xmlns:a16="http://schemas.microsoft.com/office/drawing/2014/main" id="{7330B07E-F827-F2E3-9FA1-B2642F90BC34}"/>
                </a:ext>
              </a:extLst>
            </p:cNvPr>
            <p:cNvSpPr/>
            <p:nvPr/>
          </p:nvSpPr>
          <p:spPr>
            <a:xfrm>
              <a:off x="5474224" y="1126418"/>
              <a:ext cx="43815" cy="12700"/>
            </a:xfrm>
            <a:custGeom>
              <a:avLst/>
              <a:gdLst>
                <a:gd name="csX0" fmla="*/ 43815 w 43815"/>
                <a:gd name="csY0" fmla="*/ 0 h 12700"/>
                <a:gd name="csX1" fmla="*/ 0 w 43815"/>
                <a:gd name="csY1" fmla="*/ 0 h 12700"/>
              </a:gdLst>
              <a:ahLst/>
              <a:cxnLst>
                <a:cxn ang="0">
                  <a:pos x="csX0" y="csY0"/>
                </a:cxn>
                <a:cxn ang="0">
                  <a:pos x="csX1" y="csY1"/>
                </a:cxn>
              </a:cxnLst>
              <a:rect l="l" t="t" r="r" b="b"/>
              <a:pathLst>
                <a:path w="43815" h="12700">
                  <a:moveTo>
                    <a:pt x="43815" y="0"/>
                  </a:moveTo>
                  <a:lnTo>
                    <a:pt x="0" y="0"/>
                  </a:lnTo>
                </a:path>
              </a:pathLst>
            </a:custGeom>
            <a:noFill/>
            <a:ln w="4826" cap="flat">
              <a:solidFill>
                <a:srgbClr val="FFFFFF"/>
              </a:solidFill>
              <a:prstDash val="solid"/>
              <a:round/>
            </a:ln>
          </p:spPr>
          <p:txBody>
            <a:bodyPr/>
            <a:lstStyle/>
            <a:p>
              <a:pPr algn="ctr"/>
              <a:endParaRPr lang="en-US" sz="1701"/>
            </a:p>
          </p:txBody>
        </p:sp>
        <p:sp>
          <p:nvSpPr>
            <p:cNvPr id="442" name="Freeform 441">
              <a:extLst>
                <a:ext uri="{FF2B5EF4-FFF2-40B4-BE49-F238E27FC236}">
                  <a16:creationId xmlns:a16="http://schemas.microsoft.com/office/drawing/2014/main" id="{B0A27005-D03E-3532-3D59-862BD3953C05}"/>
                </a:ext>
              </a:extLst>
            </p:cNvPr>
            <p:cNvSpPr/>
            <p:nvPr/>
          </p:nvSpPr>
          <p:spPr>
            <a:xfrm>
              <a:off x="5474224" y="1410897"/>
              <a:ext cx="43815" cy="12700"/>
            </a:xfrm>
            <a:custGeom>
              <a:avLst/>
              <a:gdLst>
                <a:gd name="csX0" fmla="*/ 43815 w 43815"/>
                <a:gd name="csY0" fmla="*/ 0 h 12700"/>
                <a:gd name="csX1" fmla="*/ 0 w 43815"/>
                <a:gd name="csY1" fmla="*/ 0 h 12700"/>
              </a:gdLst>
              <a:ahLst/>
              <a:cxnLst>
                <a:cxn ang="0">
                  <a:pos x="csX0" y="csY0"/>
                </a:cxn>
                <a:cxn ang="0">
                  <a:pos x="csX1" y="csY1"/>
                </a:cxn>
              </a:cxnLst>
              <a:rect l="l" t="t" r="r" b="b"/>
              <a:pathLst>
                <a:path w="43815" h="12700">
                  <a:moveTo>
                    <a:pt x="43815" y="0"/>
                  </a:moveTo>
                  <a:lnTo>
                    <a:pt x="0" y="0"/>
                  </a:lnTo>
                </a:path>
              </a:pathLst>
            </a:custGeom>
            <a:noFill/>
            <a:ln w="4826" cap="flat">
              <a:solidFill>
                <a:srgbClr val="FFFFFF"/>
              </a:solidFill>
              <a:prstDash val="solid"/>
              <a:round/>
            </a:ln>
          </p:spPr>
          <p:txBody>
            <a:bodyPr/>
            <a:lstStyle/>
            <a:p>
              <a:pPr algn="ctr"/>
              <a:endParaRPr lang="en-US" sz="1701"/>
            </a:p>
          </p:txBody>
        </p:sp>
        <p:sp>
          <p:nvSpPr>
            <p:cNvPr id="443" name="TextBox 442">
              <a:extLst>
                <a:ext uri="{FF2B5EF4-FFF2-40B4-BE49-F238E27FC236}">
                  <a16:creationId xmlns:a16="http://schemas.microsoft.com/office/drawing/2014/main" id="{953471FD-C930-DFD0-C767-54AB359014CA}"/>
                </a:ext>
              </a:extLst>
            </p:cNvPr>
            <p:cNvSpPr txBox="1"/>
            <p:nvPr/>
          </p:nvSpPr>
          <p:spPr>
            <a:xfrm>
              <a:off x="5699056" y="735049"/>
              <a:ext cx="414278"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1e-07</a:t>
              </a:r>
            </a:p>
          </p:txBody>
        </p:sp>
        <p:sp>
          <p:nvSpPr>
            <p:cNvPr id="444" name="TextBox 443">
              <a:extLst>
                <a:ext uri="{FF2B5EF4-FFF2-40B4-BE49-F238E27FC236}">
                  <a16:creationId xmlns:a16="http://schemas.microsoft.com/office/drawing/2014/main" id="{E855C0E7-BF77-4744-B40B-50CB4D495D4A}"/>
                </a:ext>
              </a:extLst>
            </p:cNvPr>
            <p:cNvSpPr txBox="1"/>
            <p:nvPr/>
          </p:nvSpPr>
          <p:spPr>
            <a:xfrm>
              <a:off x="5699056" y="1019529"/>
              <a:ext cx="414278"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2e-07</a:t>
              </a:r>
            </a:p>
          </p:txBody>
        </p:sp>
        <p:sp>
          <p:nvSpPr>
            <p:cNvPr id="445" name="TextBox 444">
              <a:extLst>
                <a:ext uri="{FF2B5EF4-FFF2-40B4-BE49-F238E27FC236}">
                  <a16:creationId xmlns:a16="http://schemas.microsoft.com/office/drawing/2014/main" id="{A6DCD246-1065-2AED-343C-AA822EB06BD8}"/>
                </a:ext>
              </a:extLst>
            </p:cNvPr>
            <p:cNvSpPr txBox="1"/>
            <p:nvPr/>
          </p:nvSpPr>
          <p:spPr>
            <a:xfrm>
              <a:off x="5699056" y="1304010"/>
              <a:ext cx="414278"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3e-07</a:t>
              </a:r>
            </a:p>
          </p:txBody>
        </p:sp>
        <p:sp>
          <p:nvSpPr>
            <p:cNvPr id="446" name="Freeform 445">
              <a:extLst>
                <a:ext uri="{FF2B5EF4-FFF2-40B4-BE49-F238E27FC236}">
                  <a16:creationId xmlns:a16="http://schemas.microsoft.com/office/drawing/2014/main" id="{ED1305F6-5FF0-5927-10B4-C7329C056916}"/>
                </a:ext>
              </a:extLst>
            </p:cNvPr>
            <p:cNvSpPr/>
            <p:nvPr/>
          </p:nvSpPr>
          <p:spPr>
            <a:xfrm>
              <a:off x="5404629" y="1861748"/>
              <a:ext cx="680974" cy="1090548"/>
            </a:xfrm>
            <a:custGeom>
              <a:avLst/>
              <a:gdLst>
                <a:gd name="csX0" fmla="*/ 0 w 680974"/>
                <a:gd name="csY0" fmla="*/ 0 h 1090548"/>
                <a:gd name="csX1" fmla="*/ 680974 w 680974"/>
                <a:gd name="csY1" fmla="*/ 0 h 1090548"/>
                <a:gd name="csX2" fmla="*/ 680974 w 680974"/>
                <a:gd name="csY2" fmla="*/ 1090549 h 1090548"/>
                <a:gd name="csX3" fmla="*/ 0 w 680974"/>
                <a:gd name="csY3" fmla="*/ 1090549 h 1090548"/>
              </a:gdLst>
              <a:ahLst/>
              <a:cxnLst>
                <a:cxn ang="0">
                  <a:pos x="csX0" y="csY0"/>
                </a:cxn>
                <a:cxn ang="0">
                  <a:pos x="csX1" y="csY1"/>
                </a:cxn>
                <a:cxn ang="0">
                  <a:pos x="csX2" y="csY2"/>
                </a:cxn>
                <a:cxn ang="0">
                  <a:pos x="csX3" y="csY3"/>
                </a:cxn>
              </a:cxnLst>
              <a:rect l="l" t="t" r="r" b="b"/>
              <a:pathLst>
                <a:path w="680974" h="1090548">
                  <a:moveTo>
                    <a:pt x="0" y="0"/>
                  </a:moveTo>
                  <a:lnTo>
                    <a:pt x="680974" y="0"/>
                  </a:lnTo>
                  <a:lnTo>
                    <a:pt x="680974" y="1090549"/>
                  </a:lnTo>
                  <a:lnTo>
                    <a:pt x="0" y="1090549"/>
                  </a:lnTo>
                  <a:close/>
                </a:path>
              </a:pathLst>
            </a:custGeom>
            <a:solidFill>
              <a:srgbClr val="FFFFFF"/>
            </a:solidFill>
            <a:ln w="13589" cap="rnd">
              <a:noFill/>
              <a:prstDash val="solid"/>
              <a:round/>
            </a:ln>
          </p:spPr>
          <p:txBody>
            <a:bodyPr/>
            <a:lstStyle/>
            <a:p>
              <a:pPr algn="ctr"/>
              <a:endParaRPr lang="en-US" sz="1701"/>
            </a:p>
          </p:txBody>
        </p:sp>
        <p:sp>
          <p:nvSpPr>
            <p:cNvPr id="447" name="TextBox 446">
              <a:extLst>
                <a:ext uri="{FF2B5EF4-FFF2-40B4-BE49-F238E27FC236}">
                  <a16:creationId xmlns:a16="http://schemas.microsoft.com/office/drawing/2014/main" id="{399AA61E-89DC-4527-C7AF-C524C0134E9C}"/>
                </a:ext>
              </a:extLst>
            </p:cNvPr>
            <p:cNvSpPr txBox="1"/>
            <p:nvPr/>
          </p:nvSpPr>
          <p:spPr>
            <a:xfrm>
              <a:off x="5421244" y="1669558"/>
              <a:ext cx="478743" cy="224748"/>
            </a:xfrm>
            <a:prstGeom prst="rect">
              <a:avLst/>
            </a:prstGeom>
            <a:noFill/>
          </p:spPr>
          <p:txBody>
            <a:bodyPr wrap="none" rtlCol="0">
              <a:spAutoFit/>
            </a:bodyPr>
            <a:lstStyle/>
            <a:p>
              <a:pPr algn="ctr"/>
              <a:r>
                <a:rPr lang="en-US" sz="780">
                  <a:ln/>
                  <a:solidFill>
                    <a:srgbClr val="000000"/>
                  </a:solidFill>
                  <a:latin typeface="Arial"/>
                  <a:cs typeface="Arial"/>
                  <a:sym typeface="Arial"/>
                  <a:rtl val="0"/>
                </a:rPr>
                <a:t>Count</a:t>
              </a:r>
            </a:p>
          </p:txBody>
        </p:sp>
        <p:sp>
          <p:nvSpPr>
            <p:cNvPr id="448" name="Freeform 447">
              <a:extLst>
                <a:ext uri="{FF2B5EF4-FFF2-40B4-BE49-F238E27FC236}">
                  <a16:creationId xmlns:a16="http://schemas.microsoft.com/office/drawing/2014/main" id="{74A7D244-79F4-E3BB-1693-AF3704884C2B}"/>
                </a:ext>
              </a:extLst>
            </p:cNvPr>
            <p:cNvSpPr/>
            <p:nvPr/>
          </p:nvSpPr>
          <p:spPr>
            <a:xfrm>
              <a:off x="5474225" y="1926072"/>
              <a:ext cx="285876" cy="219456"/>
            </a:xfrm>
            <a:custGeom>
              <a:avLst/>
              <a:gdLst>
                <a:gd name="csX0" fmla="*/ 0 w 285876"/>
                <a:gd name="csY0" fmla="*/ 0 h 219456"/>
                <a:gd name="csX1" fmla="*/ 285877 w 285876"/>
                <a:gd name="csY1" fmla="*/ 0 h 219456"/>
                <a:gd name="csX2" fmla="*/ 285877 w 285876"/>
                <a:gd name="csY2" fmla="*/ 219456 h 219456"/>
                <a:gd name="csX3" fmla="*/ 0 w 285876"/>
                <a:gd name="csY3" fmla="*/ 219456 h 219456"/>
              </a:gdLst>
              <a:ahLst/>
              <a:cxnLst>
                <a:cxn ang="0">
                  <a:pos x="csX0" y="csY0"/>
                </a:cxn>
                <a:cxn ang="0">
                  <a:pos x="csX1" y="csY1"/>
                </a:cxn>
                <a:cxn ang="0">
                  <a:pos x="csX2" y="csY2"/>
                </a:cxn>
                <a:cxn ang="0">
                  <a:pos x="csX3" y="csY3"/>
                </a:cxn>
              </a:cxnLst>
              <a:rect l="l" t="t" r="r" b="b"/>
              <a:pathLst>
                <a:path w="285876" h="219456">
                  <a:moveTo>
                    <a:pt x="0" y="0"/>
                  </a:moveTo>
                  <a:lnTo>
                    <a:pt x="285877" y="0"/>
                  </a:lnTo>
                  <a:lnTo>
                    <a:pt x="285877" y="219456"/>
                  </a:lnTo>
                  <a:lnTo>
                    <a:pt x="0" y="219456"/>
                  </a:lnTo>
                  <a:close/>
                </a:path>
              </a:pathLst>
            </a:custGeom>
            <a:solidFill>
              <a:srgbClr val="FFFFFF"/>
            </a:solidFill>
            <a:ln w="13589" cap="rnd">
              <a:noFill/>
              <a:prstDash val="solid"/>
              <a:round/>
            </a:ln>
          </p:spPr>
          <p:txBody>
            <a:bodyPr/>
            <a:lstStyle/>
            <a:p>
              <a:pPr algn="ctr"/>
              <a:endParaRPr lang="en-US" sz="1701"/>
            </a:p>
          </p:txBody>
        </p:sp>
        <p:sp>
          <p:nvSpPr>
            <p:cNvPr id="449" name="Freeform 448">
              <a:extLst>
                <a:ext uri="{FF2B5EF4-FFF2-40B4-BE49-F238E27FC236}">
                  <a16:creationId xmlns:a16="http://schemas.microsoft.com/office/drawing/2014/main" id="{0B682671-7FF7-253E-49A1-A083D6395AA8}"/>
                </a:ext>
              </a:extLst>
            </p:cNvPr>
            <p:cNvSpPr/>
            <p:nvPr/>
          </p:nvSpPr>
          <p:spPr>
            <a:xfrm>
              <a:off x="5540646" y="1959346"/>
              <a:ext cx="152907" cy="152908"/>
            </a:xfrm>
            <a:custGeom>
              <a:avLst/>
              <a:gdLst>
                <a:gd name="csX0" fmla="*/ 152908 w 152907"/>
                <a:gd name="csY0" fmla="*/ 76454 h 152908"/>
                <a:gd name="csX1" fmla="*/ 76454 w 152907"/>
                <a:gd name="csY1" fmla="*/ 152908 h 152908"/>
                <a:gd name="csX2" fmla="*/ 0 w 152907"/>
                <a:gd name="csY2" fmla="*/ 76454 h 152908"/>
                <a:gd name="csX3" fmla="*/ 76454 w 152907"/>
                <a:gd name="csY3" fmla="*/ 0 h 152908"/>
                <a:gd name="csX4" fmla="*/ 152908 w 152907"/>
                <a:gd name="csY4" fmla="*/ 76454 h 152908"/>
              </a:gdLst>
              <a:ahLst/>
              <a:cxnLst>
                <a:cxn ang="0">
                  <a:pos x="csX0" y="csY0"/>
                </a:cxn>
                <a:cxn ang="0">
                  <a:pos x="csX1" y="csY1"/>
                </a:cxn>
                <a:cxn ang="0">
                  <a:pos x="csX2" y="csY2"/>
                </a:cxn>
                <a:cxn ang="0">
                  <a:pos x="csX3" y="csY3"/>
                </a:cxn>
                <a:cxn ang="0">
                  <a:pos x="csX4" y="csY4"/>
                </a:cxn>
              </a:cxnLst>
              <a:rect l="l" t="t" r="r" b="b"/>
              <a:pathLst>
                <a:path w="152907" h="152908">
                  <a:moveTo>
                    <a:pt x="152908" y="76454"/>
                  </a:moveTo>
                  <a:cubicBezTo>
                    <a:pt x="152908" y="118678"/>
                    <a:pt x="118678" y="152908"/>
                    <a:pt x="76454" y="152908"/>
                  </a:cubicBezTo>
                  <a:cubicBezTo>
                    <a:pt x="34230" y="152908"/>
                    <a:pt x="0" y="118678"/>
                    <a:pt x="0" y="76454"/>
                  </a:cubicBezTo>
                  <a:cubicBezTo>
                    <a:pt x="0" y="34230"/>
                    <a:pt x="34230" y="0"/>
                    <a:pt x="76454" y="0"/>
                  </a:cubicBezTo>
                  <a:cubicBezTo>
                    <a:pt x="118679" y="0"/>
                    <a:pt x="152908" y="34230"/>
                    <a:pt x="152908" y="76454"/>
                  </a:cubicBezTo>
                  <a:close/>
                </a:path>
              </a:pathLst>
            </a:custGeom>
            <a:noFill/>
            <a:ln w="9017" cap="rnd">
              <a:solidFill>
                <a:srgbClr val="000000"/>
              </a:solidFill>
              <a:prstDash val="solid"/>
              <a:round/>
            </a:ln>
          </p:spPr>
          <p:txBody>
            <a:bodyPr/>
            <a:lstStyle/>
            <a:p>
              <a:pPr algn="ctr"/>
              <a:endParaRPr lang="en-US" sz="1701"/>
            </a:p>
          </p:txBody>
        </p:sp>
        <p:sp>
          <p:nvSpPr>
            <p:cNvPr id="450" name="Freeform 449">
              <a:extLst>
                <a:ext uri="{FF2B5EF4-FFF2-40B4-BE49-F238E27FC236}">
                  <a16:creationId xmlns:a16="http://schemas.microsoft.com/office/drawing/2014/main" id="{E4ED15CB-BAA9-E9C5-E4A8-119D0B3DB18B}"/>
                </a:ext>
              </a:extLst>
            </p:cNvPr>
            <p:cNvSpPr/>
            <p:nvPr/>
          </p:nvSpPr>
          <p:spPr>
            <a:xfrm>
              <a:off x="5474225" y="2145528"/>
              <a:ext cx="285876" cy="246887"/>
            </a:xfrm>
            <a:custGeom>
              <a:avLst/>
              <a:gdLst>
                <a:gd name="csX0" fmla="*/ 0 w 285876"/>
                <a:gd name="csY0" fmla="*/ 0 h 246887"/>
                <a:gd name="csX1" fmla="*/ 285877 w 285876"/>
                <a:gd name="csY1" fmla="*/ 0 h 246887"/>
                <a:gd name="csX2" fmla="*/ 285877 w 285876"/>
                <a:gd name="csY2" fmla="*/ 246888 h 246887"/>
                <a:gd name="csX3" fmla="*/ 0 w 285876"/>
                <a:gd name="csY3" fmla="*/ 246888 h 246887"/>
              </a:gdLst>
              <a:ahLst/>
              <a:cxnLst>
                <a:cxn ang="0">
                  <a:pos x="csX0" y="csY0"/>
                </a:cxn>
                <a:cxn ang="0">
                  <a:pos x="csX1" y="csY1"/>
                </a:cxn>
                <a:cxn ang="0">
                  <a:pos x="csX2" y="csY2"/>
                </a:cxn>
                <a:cxn ang="0">
                  <a:pos x="csX3" y="csY3"/>
                </a:cxn>
              </a:cxnLst>
              <a:rect l="l" t="t" r="r" b="b"/>
              <a:pathLst>
                <a:path w="285876" h="246887">
                  <a:moveTo>
                    <a:pt x="0" y="0"/>
                  </a:moveTo>
                  <a:lnTo>
                    <a:pt x="285877" y="0"/>
                  </a:lnTo>
                  <a:lnTo>
                    <a:pt x="285877" y="246888"/>
                  </a:lnTo>
                  <a:lnTo>
                    <a:pt x="0" y="246888"/>
                  </a:lnTo>
                  <a:close/>
                </a:path>
              </a:pathLst>
            </a:custGeom>
            <a:solidFill>
              <a:srgbClr val="FFFFFF"/>
            </a:solidFill>
            <a:ln w="13589" cap="rnd">
              <a:noFill/>
              <a:prstDash val="solid"/>
              <a:round/>
            </a:ln>
          </p:spPr>
          <p:txBody>
            <a:bodyPr/>
            <a:lstStyle/>
            <a:p>
              <a:pPr algn="ctr"/>
              <a:endParaRPr lang="en-US" sz="1701"/>
            </a:p>
          </p:txBody>
        </p:sp>
        <p:sp>
          <p:nvSpPr>
            <p:cNvPr id="451" name="Freeform 450">
              <a:extLst>
                <a:ext uri="{FF2B5EF4-FFF2-40B4-BE49-F238E27FC236}">
                  <a16:creationId xmlns:a16="http://schemas.microsoft.com/office/drawing/2014/main" id="{1A42F137-3BAC-3BEA-2A77-F6580131472C}"/>
                </a:ext>
              </a:extLst>
            </p:cNvPr>
            <p:cNvSpPr/>
            <p:nvPr/>
          </p:nvSpPr>
          <p:spPr>
            <a:xfrm>
              <a:off x="5519691" y="2171563"/>
              <a:ext cx="194818" cy="194817"/>
            </a:xfrm>
            <a:custGeom>
              <a:avLst/>
              <a:gdLst>
                <a:gd name="csX0" fmla="*/ 194818 w 194818"/>
                <a:gd name="csY0" fmla="*/ 97409 h 194817"/>
                <a:gd name="csX1" fmla="*/ 97409 w 194818"/>
                <a:gd name="csY1" fmla="*/ 194818 h 194817"/>
                <a:gd name="csX2" fmla="*/ 0 w 194818"/>
                <a:gd name="csY2" fmla="*/ 97409 h 194817"/>
                <a:gd name="csX3" fmla="*/ 97409 w 194818"/>
                <a:gd name="csY3" fmla="*/ 0 h 194817"/>
                <a:gd name="csX4" fmla="*/ 194818 w 194818"/>
                <a:gd name="csY4" fmla="*/ 97409 h 194817"/>
              </a:gdLst>
              <a:ahLst/>
              <a:cxnLst>
                <a:cxn ang="0">
                  <a:pos x="csX0" y="csY0"/>
                </a:cxn>
                <a:cxn ang="0">
                  <a:pos x="csX1" y="csY1"/>
                </a:cxn>
                <a:cxn ang="0">
                  <a:pos x="csX2" y="csY2"/>
                </a:cxn>
                <a:cxn ang="0">
                  <a:pos x="csX3" y="csY3"/>
                </a:cxn>
                <a:cxn ang="0">
                  <a:pos x="csX4" y="csY4"/>
                </a:cxn>
              </a:cxnLst>
              <a:rect l="l" t="t" r="r" b="b"/>
              <a:pathLst>
                <a:path w="194818" h="194817">
                  <a:moveTo>
                    <a:pt x="194818" y="97409"/>
                  </a:moveTo>
                  <a:cubicBezTo>
                    <a:pt x="194818" y="151207"/>
                    <a:pt x="151206" y="194818"/>
                    <a:pt x="97409" y="194818"/>
                  </a:cubicBezTo>
                  <a:cubicBezTo>
                    <a:pt x="43611" y="194818"/>
                    <a:pt x="0" y="151207"/>
                    <a:pt x="0" y="97409"/>
                  </a:cubicBezTo>
                  <a:cubicBezTo>
                    <a:pt x="0" y="43612"/>
                    <a:pt x="43611" y="0"/>
                    <a:pt x="97409" y="0"/>
                  </a:cubicBezTo>
                  <a:cubicBezTo>
                    <a:pt x="151206" y="0"/>
                    <a:pt x="194818" y="43612"/>
                    <a:pt x="194818" y="97409"/>
                  </a:cubicBezTo>
                  <a:close/>
                </a:path>
              </a:pathLst>
            </a:custGeom>
            <a:noFill/>
            <a:ln w="9017" cap="rnd">
              <a:solidFill>
                <a:srgbClr val="000000"/>
              </a:solidFill>
              <a:prstDash val="solid"/>
              <a:round/>
            </a:ln>
          </p:spPr>
          <p:txBody>
            <a:bodyPr/>
            <a:lstStyle/>
            <a:p>
              <a:pPr algn="ctr"/>
              <a:endParaRPr lang="en-US" sz="1701"/>
            </a:p>
          </p:txBody>
        </p:sp>
        <p:sp>
          <p:nvSpPr>
            <p:cNvPr id="452" name="Freeform 451">
              <a:extLst>
                <a:ext uri="{FF2B5EF4-FFF2-40B4-BE49-F238E27FC236}">
                  <a16:creationId xmlns:a16="http://schemas.microsoft.com/office/drawing/2014/main" id="{0FCCF7A1-1AAA-1DAF-157C-90DBFE956679}"/>
                </a:ext>
              </a:extLst>
            </p:cNvPr>
            <p:cNvSpPr/>
            <p:nvPr/>
          </p:nvSpPr>
          <p:spPr>
            <a:xfrm>
              <a:off x="5474225" y="2392416"/>
              <a:ext cx="285876" cy="285876"/>
            </a:xfrm>
            <a:custGeom>
              <a:avLst/>
              <a:gdLst>
                <a:gd name="csX0" fmla="*/ 0 w 285876"/>
                <a:gd name="csY0" fmla="*/ 0 h 285876"/>
                <a:gd name="csX1" fmla="*/ 285877 w 285876"/>
                <a:gd name="csY1" fmla="*/ 0 h 285876"/>
                <a:gd name="csX2" fmla="*/ 285877 w 285876"/>
                <a:gd name="csY2" fmla="*/ 285877 h 285876"/>
                <a:gd name="csX3" fmla="*/ 0 w 285876"/>
                <a:gd name="csY3" fmla="*/ 285877 h 285876"/>
              </a:gdLst>
              <a:ahLst/>
              <a:cxnLst>
                <a:cxn ang="0">
                  <a:pos x="csX0" y="csY0"/>
                </a:cxn>
                <a:cxn ang="0">
                  <a:pos x="csX1" y="csY1"/>
                </a:cxn>
                <a:cxn ang="0">
                  <a:pos x="csX2" y="csY2"/>
                </a:cxn>
                <a:cxn ang="0">
                  <a:pos x="csX3" y="csY3"/>
                </a:cxn>
              </a:cxnLst>
              <a:rect l="l" t="t" r="r" b="b"/>
              <a:pathLst>
                <a:path w="285876" h="285876">
                  <a:moveTo>
                    <a:pt x="0" y="0"/>
                  </a:moveTo>
                  <a:lnTo>
                    <a:pt x="285877" y="0"/>
                  </a:lnTo>
                  <a:lnTo>
                    <a:pt x="285877" y="285877"/>
                  </a:lnTo>
                  <a:lnTo>
                    <a:pt x="0" y="285877"/>
                  </a:lnTo>
                  <a:close/>
                </a:path>
              </a:pathLst>
            </a:custGeom>
            <a:solidFill>
              <a:srgbClr val="FFFFFF"/>
            </a:solidFill>
            <a:ln w="13589" cap="rnd">
              <a:noFill/>
              <a:prstDash val="solid"/>
              <a:round/>
            </a:ln>
          </p:spPr>
          <p:txBody>
            <a:bodyPr/>
            <a:lstStyle/>
            <a:p>
              <a:pPr algn="ctr"/>
              <a:endParaRPr lang="en-US" sz="1701"/>
            </a:p>
          </p:txBody>
        </p:sp>
        <p:sp>
          <p:nvSpPr>
            <p:cNvPr id="453" name="Freeform 452">
              <a:extLst>
                <a:ext uri="{FF2B5EF4-FFF2-40B4-BE49-F238E27FC236}">
                  <a16:creationId xmlns:a16="http://schemas.microsoft.com/office/drawing/2014/main" id="{8D336F86-4853-3C90-889A-9D0120C7AF70}"/>
                </a:ext>
              </a:extLst>
            </p:cNvPr>
            <p:cNvSpPr/>
            <p:nvPr/>
          </p:nvSpPr>
          <p:spPr>
            <a:xfrm>
              <a:off x="5504959" y="2423277"/>
              <a:ext cx="224281" cy="224282"/>
            </a:xfrm>
            <a:custGeom>
              <a:avLst/>
              <a:gdLst>
                <a:gd name="csX0" fmla="*/ 224282 w 224281"/>
                <a:gd name="csY0" fmla="*/ 112141 h 224282"/>
                <a:gd name="csX1" fmla="*/ 112141 w 224281"/>
                <a:gd name="csY1" fmla="*/ 224282 h 224282"/>
                <a:gd name="csX2" fmla="*/ 0 w 224281"/>
                <a:gd name="csY2" fmla="*/ 112141 h 224282"/>
                <a:gd name="csX3" fmla="*/ 112141 w 224281"/>
                <a:gd name="csY3" fmla="*/ 0 h 224282"/>
                <a:gd name="csX4" fmla="*/ 224282 w 224281"/>
                <a:gd name="csY4" fmla="*/ 112141 h 224282"/>
              </a:gdLst>
              <a:ahLst/>
              <a:cxnLst>
                <a:cxn ang="0">
                  <a:pos x="csX0" y="csY0"/>
                </a:cxn>
                <a:cxn ang="0">
                  <a:pos x="csX1" y="csY1"/>
                </a:cxn>
                <a:cxn ang="0">
                  <a:pos x="csX2" y="csY2"/>
                </a:cxn>
                <a:cxn ang="0">
                  <a:pos x="csX3" y="csY3"/>
                </a:cxn>
                <a:cxn ang="0">
                  <a:pos x="csX4" y="csY4"/>
                </a:cxn>
              </a:cxnLst>
              <a:rect l="l" t="t" r="r" b="b"/>
              <a:pathLst>
                <a:path w="224281" h="224282">
                  <a:moveTo>
                    <a:pt x="224282" y="112141"/>
                  </a:moveTo>
                  <a:cubicBezTo>
                    <a:pt x="224282" y="174075"/>
                    <a:pt x="174075" y="224282"/>
                    <a:pt x="112141" y="224282"/>
                  </a:cubicBezTo>
                  <a:cubicBezTo>
                    <a:pt x="50207" y="224282"/>
                    <a:pt x="0" y="174075"/>
                    <a:pt x="0" y="112141"/>
                  </a:cubicBezTo>
                  <a:cubicBezTo>
                    <a:pt x="0" y="50207"/>
                    <a:pt x="50208" y="0"/>
                    <a:pt x="112141" y="0"/>
                  </a:cubicBezTo>
                  <a:cubicBezTo>
                    <a:pt x="174075" y="0"/>
                    <a:pt x="224282" y="50207"/>
                    <a:pt x="224282" y="112141"/>
                  </a:cubicBezTo>
                  <a:close/>
                </a:path>
              </a:pathLst>
            </a:custGeom>
            <a:noFill/>
            <a:ln w="9017" cap="rnd">
              <a:solidFill>
                <a:srgbClr val="000000"/>
              </a:solidFill>
              <a:prstDash val="solid"/>
              <a:round/>
            </a:ln>
          </p:spPr>
          <p:txBody>
            <a:bodyPr/>
            <a:lstStyle/>
            <a:p>
              <a:pPr algn="ctr"/>
              <a:endParaRPr lang="en-US" sz="1701"/>
            </a:p>
          </p:txBody>
        </p:sp>
        <p:sp>
          <p:nvSpPr>
            <p:cNvPr id="454" name="TextBox 453">
              <a:extLst>
                <a:ext uri="{FF2B5EF4-FFF2-40B4-BE49-F238E27FC236}">
                  <a16:creationId xmlns:a16="http://schemas.microsoft.com/office/drawing/2014/main" id="{DDBC1C04-5679-3BF8-5C25-6941CE56B7AD}"/>
                </a:ext>
              </a:extLst>
            </p:cNvPr>
            <p:cNvSpPr txBox="1"/>
            <p:nvPr/>
          </p:nvSpPr>
          <p:spPr>
            <a:xfrm>
              <a:off x="5746636" y="1928911"/>
              <a:ext cx="290436"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50</a:t>
              </a:r>
            </a:p>
          </p:txBody>
        </p:sp>
        <p:sp>
          <p:nvSpPr>
            <p:cNvPr id="455" name="TextBox 454">
              <a:extLst>
                <a:ext uri="{FF2B5EF4-FFF2-40B4-BE49-F238E27FC236}">
                  <a16:creationId xmlns:a16="http://schemas.microsoft.com/office/drawing/2014/main" id="{1467E481-DB5F-007F-3F0C-64C6E116C164}"/>
                </a:ext>
              </a:extLst>
            </p:cNvPr>
            <p:cNvSpPr txBox="1"/>
            <p:nvPr/>
          </p:nvSpPr>
          <p:spPr>
            <a:xfrm>
              <a:off x="5753962" y="2162083"/>
              <a:ext cx="337937"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100</a:t>
              </a:r>
            </a:p>
          </p:txBody>
        </p:sp>
        <p:sp>
          <p:nvSpPr>
            <p:cNvPr id="456" name="TextBox 455">
              <a:extLst>
                <a:ext uri="{FF2B5EF4-FFF2-40B4-BE49-F238E27FC236}">
                  <a16:creationId xmlns:a16="http://schemas.microsoft.com/office/drawing/2014/main" id="{27605C76-E6BA-2D99-810B-1276E7BBE1B8}"/>
                </a:ext>
              </a:extLst>
            </p:cNvPr>
            <p:cNvSpPr txBox="1"/>
            <p:nvPr/>
          </p:nvSpPr>
          <p:spPr>
            <a:xfrm>
              <a:off x="5753962" y="2428529"/>
              <a:ext cx="337937" cy="199369"/>
            </a:xfrm>
            <a:prstGeom prst="rect">
              <a:avLst/>
            </a:prstGeom>
            <a:noFill/>
          </p:spPr>
          <p:txBody>
            <a:bodyPr wrap="none" rtlCol="0">
              <a:spAutoFit/>
            </a:bodyPr>
            <a:lstStyle/>
            <a:p>
              <a:pPr algn="ctr"/>
              <a:r>
                <a:rPr lang="en-US" sz="624">
                  <a:ln/>
                  <a:solidFill>
                    <a:srgbClr val="000000"/>
                  </a:solidFill>
                  <a:latin typeface="Arial"/>
                  <a:cs typeface="Arial"/>
                  <a:sym typeface="Arial"/>
                  <a:rtl val="0"/>
                </a:rPr>
                <a:t>150</a:t>
              </a:r>
            </a:p>
          </p:txBody>
        </p:sp>
        <p:sp>
          <p:nvSpPr>
            <p:cNvPr id="457" name="TextBox 456">
              <a:extLst>
                <a:ext uri="{FF2B5EF4-FFF2-40B4-BE49-F238E27FC236}">
                  <a16:creationId xmlns:a16="http://schemas.microsoft.com/office/drawing/2014/main" id="{D3A9EB1B-8B5E-3DFD-8F31-5458FC0DBC78}"/>
                </a:ext>
              </a:extLst>
            </p:cNvPr>
            <p:cNvSpPr txBox="1"/>
            <p:nvPr/>
          </p:nvSpPr>
          <p:spPr>
            <a:xfrm>
              <a:off x="3922726" y="317686"/>
              <a:ext cx="1434325" cy="249992"/>
            </a:xfrm>
            <a:prstGeom prst="rect">
              <a:avLst/>
            </a:prstGeom>
            <a:noFill/>
          </p:spPr>
          <p:txBody>
            <a:bodyPr wrap="square" rtlCol="0">
              <a:spAutoFit/>
            </a:bodyPr>
            <a:lstStyle/>
            <a:p>
              <a:pPr algn="ctr"/>
              <a:r>
                <a:rPr lang="en-US" sz="935" b="1">
                  <a:ln/>
                  <a:solidFill>
                    <a:srgbClr val="000000"/>
                  </a:solidFill>
                  <a:latin typeface="Arial"/>
                  <a:cs typeface="Arial"/>
                  <a:sym typeface="Arial"/>
                  <a:rtl val="0"/>
                </a:rPr>
                <a:t>1_NSC</a:t>
              </a:r>
            </a:p>
          </p:txBody>
        </p:sp>
      </p:grpSp>
      <p:grpSp>
        <p:nvGrpSpPr>
          <p:cNvPr id="1010" name="Group 1009">
            <a:extLst>
              <a:ext uri="{FF2B5EF4-FFF2-40B4-BE49-F238E27FC236}">
                <a16:creationId xmlns:a16="http://schemas.microsoft.com/office/drawing/2014/main" id="{9CE077DD-67D8-458B-96FD-25ED0590B54C}"/>
              </a:ext>
            </a:extLst>
          </p:cNvPr>
          <p:cNvGrpSpPr/>
          <p:nvPr/>
        </p:nvGrpSpPr>
        <p:grpSpPr>
          <a:xfrm>
            <a:off x="4566991" y="632092"/>
            <a:ext cx="1767054" cy="4717363"/>
            <a:chOff x="4917614" y="185559"/>
            <a:chExt cx="1870082" cy="4992408"/>
          </a:xfrm>
        </p:grpSpPr>
        <p:sp>
          <p:nvSpPr>
            <p:cNvPr id="865" name="Freeform 864">
              <a:extLst>
                <a:ext uri="{FF2B5EF4-FFF2-40B4-BE49-F238E27FC236}">
                  <a16:creationId xmlns:a16="http://schemas.microsoft.com/office/drawing/2014/main" id="{20E365CC-8B1B-ABDE-D9B4-6D42CA8A3E52}"/>
                </a:ext>
              </a:extLst>
            </p:cNvPr>
            <p:cNvSpPr/>
            <p:nvPr/>
          </p:nvSpPr>
          <p:spPr>
            <a:xfrm>
              <a:off x="5782080" y="3982225"/>
              <a:ext cx="38100" cy="38100"/>
            </a:xfrm>
            <a:custGeom>
              <a:avLst/>
              <a:gdLst>
                <a:gd name="csX0" fmla="*/ 38100 w 38100"/>
                <a:gd name="csY0" fmla="*/ 19050 h 38100"/>
                <a:gd name="csX1" fmla="*/ 19050 w 38100"/>
                <a:gd name="csY1" fmla="*/ 38100 h 38100"/>
                <a:gd name="csX2" fmla="*/ 0 w 38100"/>
                <a:gd name="csY2" fmla="*/ 19050 h 38100"/>
                <a:gd name="csX3" fmla="*/ 19050 w 38100"/>
                <a:gd name="csY3" fmla="*/ 0 h 38100"/>
                <a:gd name="csX4" fmla="*/ 38100 w 38100"/>
                <a:gd name="csY4" fmla="*/ 19050 h 38100"/>
              </a:gdLst>
              <a:ahLst/>
              <a:cxnLst>
                <a:cxn ang="0">
                  <a:pos x="csX0" y="csY0"/>
                </a:cxn>
                <a:cxn ang="0">
                  <a:pos x="csX1" y="csY1"/>
                </a:cxn>
                <a:cxn ang="0">
                  <a:pos x="csX2" y="csY2"/>
                </a:cxn>
                <a:cxn ang="0">
                  <a:pos x="csX3" y="csY3"/>
                </a:cxn>
                <a:cxn ang="0">
                  <a:pos x="csX4" y="cs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BFACDE"/>
            </a:solidFill>
            <a:ln w="11430" cap="rnd">
              <a:solidFill>
                <a:srgbClr val="BFACDE"/>
              </a:solidFill>
              <a:prstDash val="solid"/>
              <a:round/>
            </a:ln>
          </p:spPr>
          <p:txBody>
            <a:bodyPr/>
            <a:lstStyle/>
            <a:p>
              <a:pPr algn="ctr"/>
              <a:endParaRPr lang="en-US" sz="1701"/>
            </a:p>
          </p:txBody>
        </p:sp>
        <p:sp>
          <p:nvSpPr>
            <p:cNvPr id="866" name="Freeform 865">
              <a:extLst>
                <a:ext uri="{FF2B5EF4-FFF2-40B4-BE49-F238E27FC236}">
                  <a16:creationId xmlns:a16="http://schemas.microsoft.com/office/drawing/2014/main" id="{CFAB0FC0-24CB-545E-D3D7-257AD6348E44}"/>
                </a:ext>
              </a:extLst>
            </p:cNvPr>
            <p:cNvSpPr/>
            <p:nvPr/>
          </p:nvSpPr>
          <p:spPr>
            <a:xfrm>
              <a:off x="5724676" y="3680219"/>
              <a:ext cx="152907" cy="152907"/>
            </a:xfrm>
            <a:custGeom>
              <a:avLst/>
              <a:gdLst>
                <a:gd name="csX0" fmla="*/ 152908 w 152907"/>
                <a:gd name="csY0" fmla="*/ 76454 h 152907"/>
                <a:gd name="csX1" fmla="*/ 76454 w 152907"/>
                <a:gd name="csY1" fmla="*/ 152908 h 152907"/>
                <a:gd name="csX2" fmla="*/ 0 w 152907"/>
                <a:gd name="csY2" fmla="*/ 76454 h 152907"/>
                <a:gd name="csX3" fmla="*/ 76454 w 152907"/>
                <a:gd name="csY3" fmla="*/ 0 h 152907"/>
                <a:gd name="csX4" fmla="*/ 152908 w 152907"/>
                <a:gd name="csY4" fmla="*/ 76454 h 152907"/>
              </a:gdLst>
              <a:ahLst/>
              <a:cxnLst>
                <a:cxn ang="0">
                  <a:pos x="csX0" y="csY0"/>
                </a:cxn>
                <a:cxn ang="0">
                  <a:pos x="csX1" y="csY1"/>
                </a:cxn>
                <a:cxn ang="0">
                  <a:pos x="csX2" y="csY2"/>
                </a:cxn>
                <a:cxn ang="0">
                  <a:pos x="csX3" y="csY3"/>
                </a:cxn>
                <a:cxn ang="0">
                  <a:pos x="csX4" y="csY4"/>
                </a:cxn>
              </a:cxnLst>
              <a:rect l="l" t="t" r="r" b="b"/>
              <a:pathLst>
                <a:path w="152907" h="152907">
                  <a:moveTo>
                    <a:pt x="152908" y="76454"/>
                  </a:moveTo>
                  <a:cubicBezTo>
                    <a:pt x="152908" y="118679"/>
                    <a:pt x="118678" y="152908"/>
                    <a:pt x="76454" y="152908"/>
                  </a:cubicBezTo>
                  <a:cubicBezTo>
                    <a:pt x="34230" y="152908"/>
                    <a:pt x="0" y="118678"/>
                    <a:pt x="0" y="76454"/>
                  </a:cubicBezTo>
                  <a:cubicBezTo>
                    <a:pt x="0" y="34229"/>
                    <a:pt x="34230" y="0"/>
                    <a:pt x="76454" y="0"/>
                  </a:cubicBezTo>
                  <a:cubicBezTo>
                    <a:pt x="118679" y="0"/>
                    <a:pt x="152908" y="34230"/>
                    <a:pt x="152908" y="76454"/>
                  </a:cubicBezTo>
                  <a:close/>
                </a:path>
              </a:pathLst>
            </a:custGeom>
            <a:solidFill>
              <a:srgbClr val="1807FF"/>
            </a:solidFill>
            <a:ln w="11430" cap="rnd">
              <a:solidFill>
                <a:srgbClr val="1807FF"/>
              </a:solidFill>
              <a:prstDash val="solid"/>
              <a:round/>
            </a:ln>
          </p:spPr>
          <p:txBody>
            <a:bodyPr/>
            <a:lstStyle/>
            <a:p>
              <a:pPr algn="ctr"/>
              <a:endParaRPr lang="en-US" sz="1701"/>
            </a:p>
          </p:txBody>
        </p:sp>
        <p:sp>
          <p:nvSpPr>
            <p:cNvPr id="867" name="Freeform 866">
              <a:extLst>
                <a:ext uri="{FF2B5EF4-FFF2-40B4-BE49-F238E27FC236}">
                  <a16:creationId xmlns:a16="http://schemas.microsoft.com/office/drawing/2014/main" id="{4A3AD09B-88DF-BF45-4795-58451B13890C}"/>
                </a:ext>
              </a:extLst>
            </p:cNvPr>
            <p:cNvSpPr/>
            <p:nvPr/>
          </p:nvSpPr>
          <p:spPr>
            <a:xfrm>
              <a:off x="5760617" y="3471557"/>
              <a:ext cx="81025" cy="81025"/>
            </a:xfrm>
            <a:custGeom>
              <a:avLst/>
              <a:gdLst>
                <a:gd name="csX0" fmla="*/ 81026 w 81025"/>
                <a:gd name="csY0" fmla="*/ 40513 h 81025"/>
                <a:gd name="csX1" fmla="*/ 40513 w 81025"/>
                <a:gd name="csY1" fmla="*/ 81026 h 81025"/>
                <a:gd name="csX2" fmla="*/ 0 w 81025"/>
                <a:gd name="csY2" fmla="*/ 40513 h 81025"/>
                <a:gd name="csX3" fmla="*/ 40513 w 81025"/>
                <a:gd name="csY3" fmla="*/ 0 h 81025"/>
                <a:gd name="csX4" fmla="*/ 81026 w 81025"/>
                <a:gd name="csY4" fmla="*/ 40513 h 81025"/>
              </a:gdLst>
              <a:ahLst/>
              <a:cxnLst>
                <a:cxn ang="0">
                  <a:pos x="csX0" y="csY0"/>
                </a:cxn>
                <a:cxn ang="0">
                  <a:pos x="csX1" y="csY1"/>
                </a:cxn>
                <a:cxn ang="0">
                  <a:pos x="csX2" y="csY2"/>
                </a:cxn>
                <a:cxn ang="0">
                  <a:pos x="csX3" y="csY3"/>
                </a:cxn>
                <a:cxn ang="0">
                  <a:pos x="csX4" y="csY4"/>
                </a:cxn>
              </a:cxnLst>
              <a:rect l="l" t="t" r="r" b="b"/>
              <a:pathLst>
                <a:path w="81025" h="81025">
                  <a:moveTo>
                    <a:pt x="81026" y="40513"/>
                  </a:moveTo>
                  <a:cubicBezTo>
                    <a:pt x="81026" y="62888"/>
                    <a:pt x="62888" y="81026"/>
                    <a:pt x="40513" y="81026"/>
                  </a:cubicBezTo>
                  <a:cubicBezTo>
                    <a:pt x="18138" y="81026"/>
                    <a:pt x="0" y="62888"/>
                    <a:pt x="0" y="40513"/>
                  </a:cubicBezTo>
                  <a:cubicBezTo>
                    <a:pt x="0" y="18138"/>
                    <a:pt x="18138" y="0"/>
                    <a:pt x="40513" y="0"/>
                  </a:cubicBezTo>
                  <a:cubicBezTo>
                    <a:pt x="62888" y="0"/>
                    <a:pt x="81026" y="18138"/>
                    <a:pt x="81026" y="40513"/>
                  </a:cubicBezTo>
                  <a:close/>
                </a:path>
              </a:pathLst>
            </a:custGeom>
            <a:solidFill>
              <a:srgbClr val="A07BEB"/>
            </a:solidFill>
            <a:ln w="11430" cap="rnd">
              <a:solidFill>
                <a:srgbClr val="A07BEB"/>
              </a:solidFill>
              <a:prstDash val="solid"/>
              <a:round/>
            </a:ln>
          </p:spPr>
          <p:txBody>
            <a:bodyPr/>
            <a:lstStyle/>
            <a:p>
              <a:pPr algn="ctr"/>
              <a:endParaRPr lang="en-US" sz="1701"/>
            </a:p>
          </p:txBody>
        </p:sp>
        <p:sp>
          <p:nvSpPr>
            <p:cNvPr id="868" name="Freeform 867">
              <a:extLst>
                <a:ext uri="{FF2B5EF4-FFF2-40B4-BE49-F238E27FC236}">
                  <a16:creationId xmlns:a16="http://schemas.microsoft.com/office/drawing/2014/main" id="{75F45D18-0BAF-C7F7-081C-BD9E001D92B6}"/>
                </a:ext>
              </a:extLst>
            </p:cNvPr>
            <p:cNvSpPr/>
            <p:nvPr/>
          </p:nvSpPr>
          <p:spPr>
            <a:xfrm>
              <a:off x="5774079" y="3240418"/>
              <a:ext cx="54101" cy="54101"/>
            </a:xfrm>
            <a:custGeom>
              <a:avLst/>
              <a:gdLst>
                <a:gd name="csX0" fmla="*/ 54102 w 54101"/>
                <a:gd name="csY0" fmla="*/ 27051 h 54101"/>
                <a:gd name="csX1" fmla="*/ 27051 w 54101"/>
                <a:gd name="csY1" fmla="*/ 54102 h 54101"/>
                <a:gd name="csX2" fmla="*/ 0 w 54101"/>
                <a:gd name="csY2" fmla="*/ 27051 h 54101"/>
                <a:gd name="csX3" fmla="*/ 27051 w 54101"/>
                <a:gd name="csY3" fmla="*/ 0 h 54101"/>
                <a:gd name="csX4" fmla="*/ 54102 w 54101"/>
                <a:gd name="csY4" fmla="*/ 27051 h 54101"/>
              </a:gdLst>
              <a:ahLst/>
              <a:cxnLst>
                <a:cxn ang="0">
                  <a:pos x="csX0" y="csY0"/>
                </a:cxn>
                <a:cxn ang="0">
                  <a:pos x="csX1" y="csY1"/>
                </a:cxn>
                <a:cxn ang="0">
                  <a:pos x="csX2" y="csY2"/>
                </a:cxn>
                <a:cxn ang="0">
                  <a:pos x="csX3" y="csY3"/>
                </a:cxn>
                <a:cxn ang="0">
                  <a:pos x="csX4" y="csY4"/>
                </a:cxn>
              </a:cxnLst>
              <a:rect l="l" t="t" r="r" b="b"/>
              <a:pathLst>
                <a:path w="54101" h="54101">
                  <a:moveTo>
                    <a:pt x="54102" y="27051"/>
                  </a:moveTo>
                  <a:cubicBezTo>
                    <a:pt x="54102" y="41991"/>
                    <a:pt x="41991" y="54102"/>
                    <a:pt x="27051" y="54102"/>
                  </a:cubicBezTo>
                  <a:cubicBezTo>
                    <a:pt x="12111" y="54102"/>
                    <a:pt x="0" y="41991"/>
                    <a:pt x="0" y="27051"/>
                  </a:cubicBezTo>
                  <a:cubicBezTo>
                    <a:pt x="0" y="12111"/>
                    <a:pt x="12111" y="0"/>
                    <a:pt x="27051" y="0"/>
                  </a:cubicBezTo>
                  <a:cubicBezTo>
                    <a:pt x="41991" y="0"/>
                    <a:pt x="54102" y="12111"/>
                    <a:pt x="54102" y="27051"/>
                  </a:cubicBezTo>
                  <a:close/>
                </a:path>
              </a:pathLst>
            </a:custGeom>
            <a:solidFill>
              <a:srgbClr val="A481E9"/>
            </a:solidFill>
            <a:ln w="11430" cap="rnd">
              <a:solidFill>
                <a:srgbClr val="A481E9"/>
              </a:solidFill>
              <a:prstDash val="solid"/>
              <a:round/>
            </a:ln>
          </p:spPr>
          <p:txBody>
            <a:bodyPr/>
            <a:lstStyle/>
            <a:p>
              <a:pPr algn="ctr"/>
              <a:endParaRPr lang="en-US" sz="1701"/>
            </a:p>
          </p:txBody>
        </p:sp>
        <p:sp>
          <p:nvSpPr>
            <p:cNvPr id="869" name="Freeform 868">
              <a:extLst>
                <a:ext uri="{FF2B5EF4-FFF2-40B4-BE49-F238E27FC236}">
                  <a16:creationId xmlns:a16="http://schemas.microsoft.com/office/drawing/2014/main" id="{210AF4FE-3FC2-FF1B-175C-258C668115E6}"/>
                </a:ext>
              </a:extLst>
            </p:cNvPr>
            <p:cNvSpPr/>
            <p:nvPr/>
          </p:nvSpPr>
          <p:spPr>
            <a:xfrm>
              <a:off x="5714135" y="2935999"/>
              <a:ext cx="173990" cy="173989"/>
            </a:xfrm>
            <a:custGeom>
              <a:avLst/>
              <a:gdLst>
                <a:gd name="csX0" fmla="*/ 173990 w 173990"/>
                <a:gd name="csY0" fmla="*/ 86995 h 173989"/>
                <a:gd name="csX1" fmla="*/ 86995 w 173990"/>
                <a:gd name="csY1" fmla="*/ 173990 h 173989"/>
                <a:gd name="csX2" fmla="*/ 0 w 173990"/>
                <a:gd name="csY2" fmla="*/ 86995 h 173989"/>
                <a:gd name="csX3" fmla="*/ 86995 w 173990"/>
                <a:gd name="csY3" fmla="*/ 0 h 173989"/>
                <a:gd name="csX4" fmla="*/ 173990 w 173990"/>
                <a:gd name="csY4" fmla="*/ 86995 h 173989"/>
              </a:gdLst>
              <a:ahLst/>
              <a:cxnLst>
                <a:cxn ang="0">
                  <a:pos x="csX0" y="csY0"/>
                </a:cxn>
                <a:cxn ang="0">
                  <a:pos x="csX1" y="csY1"/>
                </a:cxn>
                <a:cxn ang="0">
                  <a:pos x="csX2" y="csY2"/>
                </a:cxn>
                <a:cxn ang="0">
                  <a:pos x="csX3" y="csY3"/>
                </a:cxn>
                <a:cxn ang="0">
                  <a:pos x="csX4" y="csY4"/>
                </a:cxn>
              </a:cxnLst>
              <a:rect l="l" t="t" r="r" b="b"/>
              <a:pathLst>
                <a:path w="173990" h="173989">
                  <a:moveTo>
                    <a:pt x="173990" y="86995"/>
                  </a:moveTo>
                  <a:cubicBezTo>
                    <a:pt x="173990" y="135041"/>
                    <a:pt x="135041" y="173990"/>
                    <a:pt x="86995" y="173990"/>
                  </a:cubicBezTo>
                  <a:cubicBezTo>
                    <a:pt x="38949" y="173990"/>
                    <a:pt x="0" y="135041"/>
                    <a:pt x="0" y="86995"/>
                  </a:cubicBezTo>
                  <a:cubicBezTo>
                    <a:pt x="0" y="38949"/>
                    <a:pt x="38949" y="0"/>
                    <a:pt x="86995" y="0"/>
                  </a:cubicBezTo>
                  <a:cubicBezTo>
                    <a:pt x="135041" y="0"/>
                    <a:pt x="173990" y="38949"/>
                    <a:pt x="173990" y="86995"/>
                  </a:cubicBezTo>
                  <a:close/>
                </a:path>
              </a:pathLst>
            </a:custGeom>
            <a:solidFill>
              <a:srgbClr val="4222FC"/>
            </a:solidFill>
            <a:ln w="11430" cap="rnd">
              <a:solidFill>
                <a:srgbClr val="4222FC"/>
              </a:solidFill>
              <a:prstDash val="solid"/>
              <a:round/>
            </a:ln>
          </p:spPr>
          <p:txBody>
            <a:bodyPr/>
            <a:lstStyle/>
            <a:p>
              <a:pPr algn="ctr"/>
              <a:endParaRPr lang="en-US" sz="1701"/>
            </a:p>
          </p:txBody>
        </p:sp>
        <p:sp>
          <p:nvSpPr>
            <p:cNvPr id="870" name="Freeform 869">
              <a:extLst>
                <a:ext uri="{FF2B5EF4-FFF2-40B4-BE49-F238E27FC236}">
                  <a16:creationId xmlns:a16="http://schemas.microsoft.com/office/drawing/2014/main" id="{8A24D6C6-CF49-A04B-5513-9B1A8F63FFF3}"/>
                </a:ext>
              </a:extLst>
            </p:cNvPr>
            <p:cNvSpPr/>
            <p:nvPr/>
          </p:nvSpPr>
          <p:spPr>
            <a:xfrm>
              <a:off x="5737757" y="2715019"/>
              <a:ext cx="126745" cy="126746"/>
            </a:xfrm>
            <a:custGeom>
              <a:avLst/>
              <a:gdLst>
                <a:gd name="csX0" fmla="*/ 126746 w 126745"/>
                <a:gd name="csY0" fmla="*/ 63373 h 126746"/>
                <a:gd name="csX1" fmla="*/ 63373 w 126745"/>
                <a:gd name="csY1" fmla="*/ 126746 h 126746"/>
                <a:gd name="csX2" fmla="*/ 0 w 126745"/>
                <a:gd name="csY2" fmla="*/ 63373 h 126746"/>
                <a:gd name="csX3" fmla="*/ 63373 w 126745"/>
                <a:gd name="csY3" fmla="*/ 0 h 126746"/>
                <a:gd name="csX4" fmla="*/ 126746 w 126745"/>
                <a:gd name="csY4" fmla="*/ 63373 h 126746"/>
              </a:gdLst>
              <a:ahLst/>
              <a:cxnLst>
                <a:cxn ang="0">
                  <a:pos x="csX0" y="csY0"/>
                </a:cxn>
                <a:cxn ang="0">
                  <a:pos x="csX1" y="csY1"/>
                </a:cxn>
                <a:cxn ang="0">
                  <a:pos x="csX2" y="csY2"/>
                </a:cxn>
                <a:cxn ang="0">
                  <a:pos x="csX3" y="csY3"/>
                </a:cxn>
                <a:cxn ang="0">
                  <a:pos x="csX4" y="csY4"/>
                </a:cxn>
              </a:cxnLst>
              <a:rect l="l" t="t" r="r" b="b"/>
              <a:pathLst>
                <a:path w="126745" h="126746">
                  <a:moveTo>
                    <a:pt x="126746" y="63373"/>
                  </a:moveTo>
                  <a:cubicBezTo>
                    <a:pt x="126746" y="98373"/>
                    <a:pt x="98373" y="126746"/>
                    <a:pt x="63373" y="126746"/>
                  </a:cubicBezTo>
                  <a:cubicBezTo>
                    <a:pt x="28373" y="126746"/>
                    <a:pt x="0" y="98373"/>
                    <a:pt x="0" y="63373"/>
                  </a:cubicBezTo>
                  <a:cubicBezTo>
                    <a:pt x="0" y="28373"/>
                    <a:pt x="28373" y="0"/>
                    <a:pt x="63373" y="0"/>
                  </a:cubicBezTo>
                  <a:cubicBezTo>
                    <a:pt x="98373" y="0"/>
                    <a:pt x="126746" y="28373"/>
                    <a:pt x="126746" y="63373"/>
                  </a:cubicBezTo>
                  <a:close/>
                </a:path>
              </a:pathLst>
            </a:custGeom>
            <a:solidFill>
              <a:srgbClr val="1807FF"/>
            </a:solidFill>
            <a:ln w="11430" cap="rnd">
              <a:solidFill>
                <a:srgbClr val="1807FF"/>
              </a:solidFill>
              <a:prstDash val="solid"/>
              <a:round/>
            </a:ln>
          </p:spPr>
          <p:txBody>
            <a:bodyPr/>
            <a:lstStyle/>
            <a:p>
              <a:pPr algn="ctr"/>
              <a:endParaRPr lang="en-US" sz="1701"/>
            </a:p>
          </p:txBody>
        </p:sp>
        <p:sp>
          <p:nvSpPr>
            <p:cNvPr id="871" name="Freeform 870">
              <a:extLst>
                <a:ext uri="{FF2B5EF4-FFF2-40B4-BE49-F238E27FC236}">
                  <a16:creationId xmlns:a16="http://schemas.microsoft.com/office/drawing/2014/main" id="{C43CE8E9-F30F-54D3-1D42-6271FDAC957B}"/>
                </a:ext>
              </a:extLst>
            </p:cNvPr>
            <p:cNvSpPr/>
            <p:nvPr/>
          </p:nvSpPr>
          <p:spPr>
            <a:xfrm>
              <a:off x="5719596" y="2452256"/>
              <a:ext cx="163068" cy="163067"/>
            </a:xfrm>
            <a:custGeom>
              <a:avLst/>
              <a:gdLst>
                <a:gd name="csX0" fmla="*/ 163068 w 163068"/>
                <a:gd name="csY0" fmla="*/ 81534 h 163067"/>
                <a:gd name="csX1" fmla="*/ 81534 w 163068"/>
                <a:gd name="csY1" fmla="*/ 163068 h 163067"/>
                <a:gd name="csX2" fmla="*/ 0 w 163068"/>
                <a:gd name="csY2" fmla="*/ 81534 h 163067"/>
                <a:gd name="csX3" fmla="*/ 81534 w 163068"/>
                <a:gd name="csY3" fmla="*/ 0 h 163067"/>
                <a:gd name="csX4" fmla="*/ 163068 w 163068"/>
                <a:gd name="csY4" fmla="*/ 81534 h 163067"/>
              </a:gdLst>
              <a:ahLst/>
              <a:cxnLst>
                <a:cxn ang="0">
                  <a:pos x="csX0" y="csY0"/>
                </a:cxn>
                <a:cxn ang="0">
                  <a:pos x="csX1" y="csY1"/>
                </a:cxn>
                <a:cxn ang="0">
                  <a:pos x="csX2" y="csY2"/>
                </a:cxn>
                <a:cxn ang="0">
                  <a:pos x="csX3" y="csY3"/>
                </a:cxn>
                <a:cxn ang="0">
                  <a:pos x="csX4" y="csY4"/>
                </a:cxn>
              </a:cxnLst>
              <a:rect l="l" t="t" r="r" b="b"/>
              <a:pathLst>
                <a:path w="163068" h="163067">
                  <a:moveTo>
                    <a:pt x="163068" y="81534"/>
                  </a:moveTo>
                  <a:cubicBezTo>
                    <a:pt x="163068" y="126564"/>
                    <a:pt x="126564" y="163068"/>
                    <a:pt x="81534" y="163068"/>
                  </a:cubicBezTo>
                  <a:cubicBezTo>
                    <a:pt x="36504" y="163068"/>
                    <a:pt x="0" y="126564"/>
                    <a:pt x="0" y="81534"/>
                  </a:cubicBezTo>
                  <a:cubicBezTo>
                    <a:pt x="0" y="36504"/>
                    <a:pt x="36504" y="0"/>
                    <a:pt x="81534" y="0"/>
                  </a:cubicBezTo>
                  <a:cubicBezTo>
                    <a:pt x="126564" y="0"/>
                    <a:pt x="163068" y="36504"/>
                    <a:pt x="163068" y="81534"/>
                  </a:cubicBezTo>
                  <a:close/>
                </a:path>
              </a:pathLst>
            </a:custGeom>
            <a:solidFill>
              <a:srgbClr val="0C03FF"/>
            </a:solidFill>
            <a:ln w="11430" cap="rnd">
              <a:solidFill>
                <a:srgbClr val="0C03FF"/>
              </a:solidFill>
              <a:prstDash val="solid"/>
              <a:round/>
            </a:ln>
          </p:spPr>
          <p:txBody>
            <a:bodyPr/>
            <a:lstStyle/>
            <a:p>
              <a:pPr algn="ctr"/>
              <a:endParaRPr lang="en-US" sz="1701"/>
            </a:p>
          </p:txBody>
        </p:sp>
        <p:sp>
          <p:nvSpPr>
            <p:cNvPr id="872" name="Freeform 871">
              <a:extLst>
                <a:ext uri="{FF2B5EF4-FFF2-40B4-BE49-F238E27FC236}">
                  <a16:creationId xmlns:a16="http://schemas.microsoft.com/office/drawing/2014/main" id="{3AEE728C-BD3B-673E-0351-9DF8F5F830C5}"/>
                </a:ext>
              </a:extLst>
            </p:cNvPr>
            <p:cNvSpPr/>
            <p:nvPr/>
          </p:nvSpPr>
          <p:spPr>
            <a:xfrm>
              <a:off x="5760490" y="2248548"/>
              <a:ext cx="81280" cy="81279"/>
            </a:xfrm>
            <a:custGeom>
              <a:avLst/>
              <a:gdLst>
                <a:gd name="csX0" fmla="*/ 81280 w 81280"/>
                <a:gd name="csY0" fmla="*/ 40640 h 81279"/>
                <a:gd name="csX1" fmla="*/ 40640 w 81280"/>
                <a:gd name="csY1" fmla="*/ 81280 h 81279"/>
                <a:gd name="csX2" fmla="*/ 0 w 81280"/>
                <a:gd name="csY2" fmla="*/ 40640 h 81279"/>
                <a:gd name="csX3" fmla="*/ 40640 w 81280"/>
                <a:gd name="csY3" fmla="*/ 0 h 81279"/>
                <a:gd name="csX4" fmla="*/ 81280 w 81280"/>
                <a:gd name="csY4" fmla="*/ 40640 h 81279"/>
              </a:gdLst>
              <a:ahLst/>
              <a:cxnLst>
                <a:cxn ang="0">
                  <a:pos x="csX0" y="csY0"/>
                </a:cxn>
                <a:cxn ang="0">
                  <a:pos x="csX1" y="csY1"/>
                </a:cxn>
                <a:cxn ang="0">
                  <a:pos x="csX2" y="csY2"/>
                </a:cxn>
                <a:cxn ang="0">
                  <a:pos x="csX3" y="csY3"/>
                </a:cxn>
                <a:cxn ang="0">
                  <a:pos x="csX4" y="csY4"/>
                </a:cxn>
              </a:cxnLst>
              <a:rect l="l" t="t" r="r" b="b"/>
              <a:pathLst>
                <a:path w="81280" h="81279">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4725FC"/>
            </a:solidFill>
            <a:ln w="11430" cap="rnd">
              <a:solidFill>
                <a:srgbClr val="4725FC"/>
              </a:solidFill>
              <a:prstDash val="solid"/>
              <a:round/>
            </a:ln>
          </p:spPr>
          <p:txBody>
            <a:bodyPr/>
            <a:lstStyle/>
            <a:p>
              <a:pPr algn="ctr"/>
              <a:endParaRPr lang="en-US" sz="1701"/>
            </a:p>
          </p:txBody>
        </p:sp>
        <p:sp>
          <p:nvSpPr>
            <p:cNvPr id="873" name="Freeform 872">
              <a:extLst>
                <a:ext uri="{FF2B5EF4-FFF2-40B4-BE49-F238E27FC236}">
                  <a16:creationId xmlns:a16="http://schemas.microsoft.com/office/drawing/2014/main" id="{DED11F28-408C-24A5-8731-5554512147E1}"/>
                </a:ext>
              </a:extLst>
            </p:cNvPr>
            <p:cNvSpPr/>
            <p:nvPr/>
          </p:nvSpPr>
          <p:spPr>
            <a:xfrm>
              <a:off x="5782334" y="2025790"/>
              <a:ext cx="37592" cy="37591"/>
            </a:xfrm>
            <a:custGeom>
              <a:avLst/>
              <a:gdLst>
                <a:gd name="csX0" fmla="*/ 37592 w 37592"/>
                <a:gd name="csY0" fmla="*/ 18796 h 37591"/>
                <a:gd name="csX1" fmla="*/ 18796 w 37592"/>
                <a:gd name="csY1" fmla="*/ 37592 h 37591"/>
                <a:gd name="csX2" fmla="*/ 0 w 37592"/>
                <a:gd name="csY2" fmla="*/ 18796 h 37591"/>
                <a:gd name="csX3" fmla="*/ 18796 w 37592"/>
                <a:gd name="csY3" fmla="*/ 0 h 37591"/>
                <a:gd name="csX4" fmla="*/ 37592 w 37592"/>
                <a:gd name="csY4" fmla="*/ 18796 h 37591"/>
              </a:gdLst>
              <a:ahLst/>
              <a:cxnLst>
                <a:cxn ang="0">
                  <a:pos x="csX0" y="csY0"/>
                </a:cxn>
                <a:cxn ang="0">
                  <a:pos x="csX1" y="csY1"/>
                </a:cxn>
                <a:cxn ang="0">
                  <a:pos x="csX2" y="csY2"/>
                </a:cxn>
                <a:cxn ang="0">
                  <a:pos x="csX3" y="csY3"/>
                </a:cxn>
                <a:cxn ang="0">
                  <a:pos x="csX4" y="csY4"/>
                </a:cxn>
              </a:cxnLst>
              <a:rect l="l" t="t" r="r" b="b"/>
              <a:pathLst>
                <a:path w="37592" h="37591">
                  <a:moveTo>
                    <a:pt x="37592" y="18796"/>
                  </a:moveTo>
                  <a:cubicBezTo>
                    <a:pt x="37592" y="29177"/>
                    <a:pt x="29177" y="37592"/>
                    <a:pt x="18796" y="37592"/>
                  </a:cubicBezTo>
                  <a:cubicBezTo>
                    <a:pt x="8415" y="37592"/>
                    <a:pt x="0" y="29177"/>
                    <a:pt x="0" y="18796"/>
                  </a:cubicBezTo>
                  <a:cubicBezTo>
                    <a:pt x="0" y="8415"/>
                    <a:pt x="8415" y="0"/>
                    <a:pt x="18796" y="0"/>
                  </a:cubicBezTo>
                  <a:cubicBezTo>
                    <a:pt x="29177" y="0"/>
                    <a:pt x="37592" y="8415"/>
                    <a:pt x="37592" y="18796"/>
                  </a:cubicBezTo>
                  <a:close/>
                </a:path>
              </a:pathLst>
            </a:custGeom>
            <a:solidFill>
              <a:srgbClr val="946BEE"/>
            </a:solidFill>
            <a:ln w="11430" cap="rnd">
              <a:solidFill>
                <a:srgbClr val="946BEE"/>
              </a:solidFill>
              <a:prstDash val="solid"/>
              <a:round/>
            </a:ln>
          </p:spPr>
          <p:txBody>
            <a:bodyPr/>
            <a:lstStyle/>
            <a:p>
              <a:pPr algn="ctr"/>
              <a:endParaRPr lang="en-US" sz="1701"/>
            </a:p>
          </p:txBody>
        </p:sp>
        <p:sp>
          <p:nvSpPr>
            <p:cNvPr id="874" name="Freeform 873">
              <a:extLst>
                <a:ext uri="{FF2B5EF4-FFF2-40B4-BE49-F238E27FC236}">
                  <a16:creationId xmlns:a16="http://schemas.microsoft.com/office/drawing/2014/main" id="{886FB8D5-BF39-0CD9-9218-F8CEBF2D512C}"/>
                </a:ext>
              </a:extLst>
            </p:cNvPr>
            <p:cNvSpPr/>
            <p:nvPr/>
          </p:nvSpPr>
          <p:spPr>
            <a:xfrm>
              <a:off x="5775476" y="1774330"/>
              <a:ext cx="51307" cy="51308"/>
            </a:xfrm>
            <a:custGeom>
              <a:avLst/>
              <a:gdLst>
                <a:gd name="csX0" fmla="*/ 51308 w 51307"/>
                <a:gd name="csY0" fmla="*/ 25654 h 51308"/>
                <a:gd name="csX1" fmla="*/ 25654 w 51307"/>
                <a:gd name="csY1" fmla="*/ 51308 h 51308"/>
                <a:gd name="csX2" fmla="*/ 0 w 51307"/>
                <a:gd name="csY2" fmla="*/ 25654 h 51308"/>
                <a:gd name="csX3" fmla="*/ 25654 w 51307"/>
                <a:gd name="csY3" fmla="*/ 0 h 51308"/>
                <a:gd name="csX4" fmla="*/ 51308 w 51307"/>
                <a:gd name="csY4" fmla="*/ 25654 h 51308"/>
              </a:gdLst>
              <a:ahLst/>
              <a:cxnLst>
                <a:cxn ang="0">
                  <a:pos x="csX0" y="csY0"/>
                </a:cxn>
                <a:cxn ang="0">
                  <a:pos x="csX1" y="csY1"/>
                </a:cxn>
                <a:cxn ang="0">
                  <a:pos x="csX2" y="csY2"/>
                </a:cxn>
                <a:cxn ang="0">
                  <a:pos x="csX3" y="csY3"/>
                </a:cxn>
                <a:cxn ang="0">
                  <a:pos x="csX4" y="csY4"/>
                </a:cxn>
              </a:cxnLst>
              <a:rect l="l" t="t" r="r" b="b"/>
              <a:pathLst>
                <a:path w="51307" h="51308">
                  <a:moveTo>
                    <a:pt x="51308" y="25654"/>
                  </a:moveTo>
                  <a:cubicBezTo>
                    <a:pt x="51308" y="39822"/>
                    <a:pt x="39822" y="51308"/>
                    <a:pt x="25654" y="51308"/>
                  </a:cubicBezTo>
                  <a:cubicBezTo>
                    <a:pt x="11486" y="51308"/>
                    <a:pt x="0" y="39822"/>
                    <a:pt x="0" y="25654"/>
                  </a:cubicBezTo>
                  <a:cubicBezTo>
                    <a:pt x="0" y="11486"/>
                    <a:pt x="11486" y="0"/>
                    <a:pt x="25654" y="0"/>
                  </a:cubicBezTo>
                  <a:cubicBezTo>
                    <a:pt x="39822" y="0"/>
                    <a:pt x="51308" y="11486"/>
                    <a:pt x="51308" y="25654"/>
                  </a:cubicBezTo>
                  <a:close/>
                </a:path>
              </a:pathLst>
            </a:custGeom>
            <a:solidFill>
              <a:srgbClr val="D3D3D3"/>
            </a:solidFill>
            <a:ln w="11430" cap="rnd">
              <a:solidFill>
                <a:srgbClr val="D3D3D3"/>
              </a:solidFill>
              <a:prstDash val="solid"/>
              <a:round/>
            </a:ln>
          </p:spPr>
          <p:txBody>
            <a:bodyPr/>
            <a:lstStyle/>
            <a:p>
              <a:pPr algn="ctr"/>
              <a:endParaRPr lang="en-US" sz="1701"/>
            </a:p>
          </p:txBody>
        </p:sp>
        <p:sp>
          <p:nvSpPr>
            <p:cNvPr id="875" name="Freeform 874">
              <a:extLst>
                <a:ext uri="{FF2B5EF4-FFF2-40B4-BE49-F238E27FC236}">
                  <a16:creationId xmlns:a16="http://schemas.microsoft.com/office/drawing/2014/main" id="{ECC612FD-B239-31EB-A9BD-2DAD8189BAFF}"/>
                </a:ext>
              </a:extLst>
            </p:cNvPr>
            <p:cNvSpPr/>
            <p:nvPr/>
          </p:nvSpPr>
          <p:spPr>
            <a:xfrm>
              <a:off x="5791605" y="1545857"/>
              <a:ext cx="19050" cy="19050"/>
            </a:xfrm>
            <a:custGeom>
              <a:avLst/>
              <a:gdLst>
                <a:gd name="csX0" fmla="*/ 19050 w 19050"/>
                <a:gd name="csY0" fmla="*/ 9525 h 19050"/>
                <a:gd name="csX1" fmla="*/ 9525 w 19050"/>
                <a:gd name="csY1" fmla="*/ 19050 h 19050"/>
                <a:gd name="csX2" fmla="*/ 0 w 19050"/>
                <a:gd name="csY2" fmla="*/ 9525 h 19050"/>
                <a:gd name="csX3" fmla="*/ 9525 w 19050"/>
                <a:gd name="csY3" fmla="*/ 0 h 19050"/>
                <a:gd name="csX4" fmla="*/ 19050 w 19050"/>
                <a:gd name="csY4" fmla="*/ 9525 h 19050"/>
              </a:gdLst>
              <a:ahLst/>
              <a:cxnLst>
                <a:cxn ang="0">
                  <a:pos x="csX0" y="csY0"/>
                </a:cxn>
                <a:cxn ang="0">
                  <a:pos x="csX1" y="csY1"/>
                </a:cxn>
                <a:cxn ang="0">
                  <a:pos x="csX2" y="csY2"/>
                </a:cxn>
                <a:cxn ang="0">
                  <a:pos x="csX3" y="csY3"/>
                </a:cxn>
                <a:cxn ang="0">
                  <a:pos x="csX4" y="csY4"/>
                </a:cxn>
              </a:cxnLst>
              <a:rect l="l" t="t" r="r" b="b"/>
              <a:pathLst>
                <a:path w="19050" h="19050">
                  <a:moveTo>
                    <a:pt x="19050" y="9525"/>
                  </a:moveTo>
                  <a:cubicBezTo>
                    <a:pt x="19050" y="14786"/>
                    <a:pt x="14786" y="19050"/>
                    <a:pt x="9525" y="19050"/>
                  </a:cubicBezTo>
                  <a:cubicBezTo>
                    <a:pt x="4265" y="19050"/>
                    <a:pt x="0" y="14786"/>
                    <a:pt x="0" y="9525"/>
                  </a:cubicBezTo>
                  <a:cubicBezTo>
                    <a:pt x="0" y="4264"/>
                    <a:pt x="4265" y="0"/>
                    <a:pt x="9525" y="0"/>
                  </a:cubicBezTo>
                  <a:cubicBezTo>
                    <a:pt x="14786" y="0"/>
                    <a:pt x="19050" y="4264"/>
                    <a:pt x="19050" y="9525"/>
                  </a:cubicBezTo>
                  <a:close/>
                </a:path>
              </a:pathLst>
            </a:custGeom>
            <a:solidFill>
              <a:srgbClr val="B498E4"/>
            </a:solidFill>
            <a:ln w="11430" cap="rnd">
              <a:solidFill>
                <a:srgbClr val="B498E4"/>
              </a:solidFill>
              <a:prstDash val="solid"/>
              <a:round/>
            </a:ln>
          </p:spPr>
          <p:txBody>
            <a:bodyPr/>
            <a:lstStyle/>
            <a:p>
              <a:pPr algn="ctr"/>
              <a:endParaRPr lang="en-US" sz="1701"/>
            </a:p>
          </p:txBody>
        </p:sp>
        <p:sp>
          <p:nvSpPr>
            <p:cNvPr id="876" name="Freeform 875">
              <a:extLst>
                <a:ext uri="{FF2B5EF4-FFF2-40B4-BE49-F238E27FC236}">
                  <a16:creationId xmlns:a16="http://schemas.microsoft.com/office/drawing/2014/main" id="{50636E12-3024-F5BA-00E2-B1889F95AD49}"/>
                </a:ext>
              </a:extLst>
            </p:cNvPr>
            <p:cNvSpPr/>
            <p:nvPr/>
          </p:nvSpPr>
          <p:spPr>
            <a:xfrm>
              <a:off x="5792875" y="1302524"/>
              <a:ext cx="16510" cy="16510"/>
            </a:xfrm>
            <a:custGeom>
              <a:avLst/>
              <a:gdLst>
                <a:gd name="csX0" fmla="*/ 16510 w 16510"/>
                <a:gd name="csY0" fmla="*/ 8255 h 16510"/>
                <a:gd name="csX1" fmla="*/ 8255 w 16510"/>
                <a:gd name="csY1" fmla="*/ 16510 h 16510"/>
                <a:gd name="csX2" fmla="*/ 0 w 16510"/>
                <a:gd name="csY2" fmla="*/ 8255 h 16510"/>
                <a:gd name="csX3" fmla="*/ 8255 w 16510"/>
                <a:gd name="csY3" fmla="*/ 0 h 16510"/>
                <a:gd name="csX4" fmla="*/ 16510 w 16510"/>
                <a:gd name="csY4" fmla="*/ 8255 h 16510"/>
              </a:gdLst>
              <a:ahLst/>
              <a:cxnLst>
                <a:cxn ang="0">
                  <a:pos x="csX0" y="csY0"/>
                </a:cxn>
                <a:cxn ang="0">
                  <a:pos x="csX1" y="csY1"/>
                </a:cxn>
                <a:cxn ang="0">
                  <a:pos x="csX2" y="csY2"/>
                </a:cxn>
                <a:cxn ang="0">
                  <a:pos x="csX3" y="csY3"/>
                </a:cxn>
                <a:cxn ang="0">
                  <a:pos x="csX4" y="csY4"/>
                </a:cxn>
              </a:cxnLst>
              <a:rect l="l" t="t" r="r" b="b"/>
              <a:pathLst>
                <a:path w="16510" h="16510">
                  <a:moveTo>
                    <a:pt x="16510" y="8255"/>
                  </a:moveTo>
                  <a:cubicBezTo>
                    <a:pt x="16510" y="12814"/>
                    <a:pt x="12814" y="16510"/>
                    <a:pt x="8255" y="16510"/>
                  </a:cubicBezTo>
                  <a:cubicBezTo>
                    <a:pt x="3696" y="16510"/>
                    <a:pt x="0" y="12814"/>
                    <a:pt x="0" y="8255"/>
                  </a:cubicBezTo>
                  <a:cubicBezTo>
                    <a:pt x="0" y="3696"/>
                    <a:pt x="3696" y="0"/>
                    <a:pt x="8255" y="0"/>
                  </a:cubicBezTo>
                  <a:cubicBezTo>
                    <a:pt x="12814" y="0"/>
                    <a:pt x="16510" y="3696"/>
                    <a:pt x="16510" y="8255"/>
                  </a:cubicBezTo>
                  <a:close/>
                </a:path>
              </a:pathLst>
            </a:custGeom>
            <a:solidFill>
              <a:srgbClr val="B296E4"/>
            </a:solidFill>
            <a:ln w="11430" cap="rnd">
              <a:solidFill>
                <a:srgbClr val="B296E4"/>
              </a:solidFill>
              <a:prstDash val="solid"/>
              <a:round/>
            </a:ln>
          </p:spPr>
          <p:txBody>
            <a:bodyPr/>
            <a:lstStyle/>
            <a:p>
              <a:pPr algn="ctr"/>
              <a:endParaRPr lang="en-US" sz="1701"/>
            </a:p>
          </p:txBody>
        </p:sp>
        <p:sp>
          <p:nvSpPr>
            <p:cNvPr id="877" name="Freeform 876">
              <a:extLst>
                <a:ext uri="{FF2B5EF4-FFF2-40B4-BE49-F238E27FC236}">
                  <a16:creationId xmlns:a16="http://schemas.microsoft.com/office/drawing/2014/main" id="{37E29A88-9854-950B-1A67-F64EFEB9D751}"/>
                </a:ext>
              </a:extLst>
            </p:cNvPr>
            <p:cNvSpPr/>
            <p:nvPr/>
          </p:nvSpPr>
          <p:spPr>
            <a:xfrm>
              <a:off x="5788303" y="1053351"/>
              <a:ext cx="25654" cy="25654"/>
            </a:xfrm>
            <a:custGeom>
              <a:avLst/>
              <a:gdLst>
                <a:gd name="csX0" fmla="*/ 25654 w 25654"/>
                <a:gd name="csY0" fmla="*/ 12827 h 25654"/>
                <a:gd name="csX1" fmla="*/ 12827 w 25654"/>
                <a:gd name="csY1" fmla="*/ 25654 h 25654"/>
                <a:gd name="csX2" fmla="*/ 0 w 25654"/>
                <a:gd name="csY2" fmla="*/ 12827 h 25654"/>
                <a:gd name="csX3" fmla="*/ 12827 w 25654"/>
                <a:gd name="csY3" fmla="*/ 0 h 25654"/>
                <a:gd name="csX4" fmla="*/ 25654 w 25654"/>
                <a:gd name="csY4" fmla="*/ 12827 h 25654"/>
              </a:gdLst>
              <a:ahLst/>
              <a:cxnLst>
                <a:cxn ang="0">
                  <a:pos x="csX0" y="csY0"/>
                </a:cxn>
                <a:cxn ang="0">
                  <a:pos x="csX1" y="csY1"/>
                </a:cxn>
                <a:cxn ang="0">
                  <a:pos x="csX2" y="csY2"/>
                </a:cxn>
                <a:cxn ang="0">
                  <a:pos x="csX3" y="csY3"/>
                </a:cxn>
                <a:cxn ang="0">
                  <a:pos x="csX4" y="csY4"/>
                </a:cxn>
              </a:cxnLst>
              <a:rect l="l" t="t" r="r" b="b"/>
              <a:pathLst>
                <a:path w="25654" h="25654">
                  <a:moveTo>
                    <a:pt x="25654" y="12827"/>
                  </a:moveTo>
                  <a:cubicBezTo>
                    <a:pt x="25654" y="19911"/>
                    <a:pt x="19911" y="25654"/>
                    <a:pt x="12827" y="25654"/>
                  </a:cubicBezTo>
                  <a:cubicBezTo>
                    <a:pt x="5743" y="25654"/>
                    <a:pt x="0" y="19911"/>
                    <a:pt x="0" y="12827"/>
                  </a:cubicBezTo>
                  <a:cubicBezTo>
                    <a:pt x="0" y="5743"/>
                    <a:pt x="5743" y="0"/>
                    <a:pt x="12827" y="0"/>
                  </a:cubicBezTo>
                  <a:cubicBezTo>
                    <a:pt x="19911" y="0"/>
                    <a:pt x="25654" y="5743"/>
                    <a:pt x="25654" y="12827"/>
                  </a:cubicBezTo>
                  <a:close/>
                </a:path>
              </a:pathLst>
            </a:custGeom>
            <a:solidFill>
              <a:srgbClr val="BCA7E0"/>
            </a:solidFill>
            <a:ln w="11430" cap="rnd">
              <a:solidFill>
                <a:srgbClr val="BCA7E0"/>
              </a:solidFill>
              <a:prstDash val="solid"/>
              <a:round/>
            </a:ln>
          </p:spPr>
          <p:txBody>
            <a:bodyPr/>
            <a:lstStyle/>
            <a:p>
              <a:pPr algn="ctr"/>
              <a:endParaRPr lang="en-US" sz="1701"/>
            </a:p>
          </p:txBody>
        </p:sp>
        <p:sp>
          <p:nvSpPr>
            <p:cNvPr id="878" name="Freeform 877">
              <a:extLst>
                <a:ext uri="{FF2B5EF4-FFF2-40B4-BE49-F238E27FC236}">
                  <a16:creationId xmlns:a16="http://schemas.microsoft.com/office/drawing/2014/main" id="{3BA07AC5-1FB0-4107-19C4-3C2C83505449}"/>
                </a:ext>
              </a:extLst>
            </p:cNvPr>
            <p:cNvSpPr/>
            <p:nvPr/>
          </p:nvSpPr>
          <p:spPr>
            <a:xfrm>
              <a:off x="5730772" y="751218"/>
              <a:ext cx="140716" cy="140715"/>
            </a:xfrm>
            <a:custGeom>
              <a:avLst/>
              <a:gdLst>
                <a:gd name="csX0" fmla="*/ 140716 w 140716"/>
                <a:gd name="csY0" fmla="*/ 70358 h 140715"/>
                <a:gd name="csX1" fmla="*/ 70358 w 140716"/>
                <a:gd name="csY1" fmla="*/ 140716 h 140715"/>
                <a:gd name="csX2" fmla="*/ 0 w 140716"/>
                <a:gd name="csY2" fmla="*/ 70358 h 140715"/>
                <a:gd name="csX3" fmla="*/ 70358 w 140716"/>
                <a:gd name="csY3" fmla="*/ 0 h 140715"/>
                <a:gd name="csX4" fmla="*/ 140716 w 140716"/>
                <a:gd name="csY4" fmla="*/ 70358 h 140715"/>
              </a:gdLst>
              <a:ahLst/>
              <a:cxnLst>
                <a:cxn ang="0">
                  <a:pos x="csX0" y="csY0"/>
                </a:cxn>
                <a:cxn ang="0">
                  <a:pos x="csX1" y="csY1"/>
                </a:cxn>
                <a:cxn ang="0">
                  <a:pos x="csX2" y="csY2"/>
                </a:cxn>
                <a:cxn ang="0">
                  <a:pos x="csX3" y="csY3"/>
                </a:cxn>
                <a:cxn ang="0">
                  <a:pos x="csX4" y="csY4"/>
                </a:cxn>
              </a:cxnLst>
              <a:rect l="l" t="t" r="r" b="b"/>
              <a:pathLst>
                <a:path w="140716" h="140715">
                  <a:moveTo>
                    <a:pt x="140716" y="70358"/>
                  </a:moveTo>
                  <a:cubicBezTo>
                    <a:pt x="140716" y="109216"/>
                    <a:pt x="109216" y="140716"/>
                    <a:pt x="70358" y="140716"/>
                  </a:cubicBezTo>
                  <a:cubicBezTo>
                    <a:pt x="31500" y="140716"/>
                    <a:pt x="0" y="109216"/>
                    <a:pt x="0" y="70358"/>
                  </a:cubicBezTo>
                  <a:cubicBezTo>
                    <a:pt x="0" y="31500"/>
                    <a:pt x="31500" y="0"/>
                    <a:pt x="70358" y="0"/>
                  </a:cubicBezTo>
                  <a:cubicBezTo>
                    <a:pt x="109216" y="0"/>
                    <a:pt x="140716" y="31500"/>
                    <a:pt x="140716" y="70358"/>
                  </a:cubicBezTo>
                  <a:close/>
                </a:path>
              </a:pathLst>
            </a:custGeom>
            <a:solidFill>
              <a:srgbClr val="5E37F9"/>
            </a:solidFill>
            <a:ln w="11430" cap="rnd">
              <a:solidFill>
                <a:srgbClr val="5E37F9"/>
              </a:solidFill>
              <a:prstDash val="solid"/>
              <a:round/>
            </a:ln>
          </p:spPr>
          <p:txBody>
            <a:bodyPr/>
            <a:lstStyle/>
            <a:p>
              <a:pPr algn="ctr"/>
              <a:endParaRPr lang="en-US" sz="1701"/>
            </a:p>
          </p:txBody>
        </p:sp>
        <p:sp>
          <p:nvSpPr>
            <p:cNvPr id="879" name="Freeform 878">
              <a:extLst>
                <a:ext uri="{FF2B5EF4-FFF2-40B4-BE49-F238E27FC236}">
                  <a16:creationId xmlns:a16="http://schemas.microsoft.com/office/drawing/2014/main" id="{7E9EECE2-454D-1DFB-37C1-54CC39F3EAFE}"/>
                </a:ext>
              </a:extLst>
            </p:cNvPr>
            <p:cNvSpPr/>
            <p:nvPr/>
          </p:nvSpPr>
          <p:spPr>
            <a:xfrm>
              <a:off x="5747028" y="522872"/>
              <a:ext cx="108204" cy="108203"/>
            </a:xfrm>
            <a:custGeom>
              <a:avLst/>
              <a:gdLst>
                <a:gd name="csX0" fmla="*/ 108204 w 108204"/>
                <a:gd name="csY0" fmla="*/ 54102 h 108203"/>
                <a:gd name="csX1" fmla="*/ 54102 w 108204"/>
                <a:gd name="csY1" fmla="*/ 108204 h 108203"/>
                <a:gd name="csX2" fmla="*/ 0 w 108204"/>
                <a:gd name="csY2" fmla="*/ 54102 h 108203"/>
                <a:gd name="csX3" fmla="*/ 54102 w 108204"/>
                <a:gd name="csY3" fmla="*/ 0 h 108203"/>
                <a:gd name="csX4" fmla="*/ 108204 w 108204"/>
                <a:gd name="csY4" fmla="*/ 54102 h 108203"/>
              </a:gdLst>
              <a:ahLst/>
              <a:cxnLst>
                <a:cxn ang="0">
                  <a:pos x="csX0" y="csY0"/>
                </a:cxn>
                <a:cxn ang="0">
                  <a:pos x="csX1" y="csY1"/>
                </a:cxn>
                <a:cxn ang="0">
                  <a:pos x="csX2" y="csY2"/>
                </a:cxn>
                <a:cxn ang="0">
                  <a:pos x="csX3" y="csY3"/>
                </a:cxn>
                <a:cxn ang="0">
                  <a:pos x="csX4" y="csY4"/>
                </a:cxn>
              </a:cxnLst>
              <a:rect l="l" t="t" r="r" b="b"/>
              <a:pathLst>
                <a:path w="108204" h="108203">
                  <a:moveTo>
                    <a:pt x="108204" y="54102"/>
                  </a:moveTo>
                  <a:cubicBezTo>
                    <a:pt x="108204" y="83982"/>
                    <a:pt x="83982" y="108204"/>
                    <a:pt x="54102" y="108204"/>
                  </a:cubicBezTo>
                  <a:cubicBezTo>
                    <a:pt x="24222" y="108204"/>
                    <a:pt x="0" y="83982"/>
                    <a:pt x="0" y="54102"/>
                  </a:cubicBezTo>
                  <a:cubicBezTo>
                    <a:pt x="0" y="24222"/>
                    <a:pt x="24222" y="0"/>
                    <a:pt x="54102" y="0"/>
                  </a:cubicBezTo>
                  <a:cubicBezTo>
                    <a:pt x="83982" y="0"/>
                    <a:pt x="108204" y="24222"/>
                    <a:pt x="108204" y="54102"/>
                  </a:cubicBezTo>
                  <a:close/>
                </a:path>
              </a:pathLst>
            </a:custGeom>
            <a:solidFill>
              <a:srgbClr val="B499E4"/>
            </a:solidFill>
            <a:ln w="11430" cap="rnd">
              <a:solidFill>
                <a:srgbClr val="B499E4"/>
              </a:solidFill>
              <a:prstDash val="solid"/>
              <a:round/>
            </a:ln>
          </p:spPr>
          <p:txBody>
            <a:bodyPr/>
            <a:lstStyle/>
            <a:p>
              <a:pPr algn="ctr"/>
              <a:endParaRPr lang="en-US" sz="1701"/>
            </a:p>
          </p:txBody>
        </p:sp>
        <p:sp>
          <p:nvSpPr>
            <p:cNvPr id="880" name="Freeform 879">
              <a:extLst>
                <a:ext uri="{FF2B5EF4-FFF2-40B4-BE49-F238E27FC236}">
                  <a16:creationId xmlns:a16="http://schemas.microsoft.com/office/drawing/2014/main" id="{56E64CB0-376C-36FC-744D-73A87950A998}"/>
                </a:ext>
              </a:extLst>
            </p:cNvPr>
            <p:cNvSpPr/>
            <p:nvPr/>
          </p:nvSpPr>
          <p:spPr>
            <a:xfrm>
              <a:off x="5773317" y="304559"/>
              <a:ext cx="55625" cy="55626"/>
            </a:xfrm>
            <a:custGeom>
              <a:avLst/>
              <a:gdLst>
                <a:gd name="csX0" fmla="*/ 55626 w 55625"/>
                <a:gd name="csY0" fmla="*/ 27813 h 55626"/>
                <a:gd name="csX1" fmla="*/ 27813 w 55625"/>
                <a:gd name="csY1" fmla="*/ 55626 h 55626"/>
                <a:gd name="csX2" fmla="*/ 0 w 55625"/>
                <a:gd name="csY2" fmla="*/ 27813 h 55626"/>
                <a:gd name="csX3" fmla="*/ 27813 w 55625"/>
                <a:gd name="csY3" fmla="*/ 0 h 55626"/>
                <a:gd name="csX4" fmla="*/ 55626 w 55625"/>
                <a:gd name="csY4" fmla="*/ 27813 h 55626"/>
              </a:gdLst>
              <a:ahLst/>
              <a:cxnLst>
                <a:cxn ang="0">
                  <a:pos x="csX0" y="csY0"/>
                </a:cxn>
                <a:cxn ang="0">
                  <a:pos x="csX1" y="csY1"/>
                </a:cxn>
                <a:cxn ang="0">
                  <a:pos x="csX2" y="csY2"/>
                </a:cxn>
                <a:cxn ang="0">
                  <a:pos x="csX3" y="csY3"/>
                </a:cxn>
                <a:cxn ang="0">
                  <a:pos x="csX4" y="csY4"/>
                </a:cxn>
              </a:cxnLst>
              <a:rect l="l" t="t" r="r" b="b"/>
              <a:pathLst>
                <a:path w="55625" h="55626">
                  <a:moveTo>
                    <a:pt x="55626" y="27813"/>
                  </a:moveTo>
                  <a:cubicBezTo>
                    <a:pt x="55626" y="43174"/>
                    <a:pt x="43174" y="55626"/>
                    <a:pt x="27813" y="55626"/>
                  </a:cubicBezTo>
                  <a:cubicBezTo>
                    <a:pt x="12452" y="55626"/>
                    <a:pt x="0" y="43174"/>
                    <a:pt x="0" y="27813"/>
                  </a:cubicBezTo>
                  <a:cubicBezTo>
                    <a:pt x="0" y="12452"/>
                    <a:pt x="12452" y="0"/>
                    <a:pt x="27813" y="0"/>
                  </a:cubicBezTo>
                  <a:cubicBezTo>
                    <a:pt x="43174" y="0"/>
                    <a:pt x="55626" y="12452"/>
                    <a:pt x="55626" y="27813"/>
                  </a:cubicBezTo>
                  <a:close/>
                </a:path>
              </a:pathLst>
            </a:custGeom>
            <a:solidFill>
              <a:srgbClr val="8E65F0"/>
            </a:solidFill>
            <a:ln w="11430" cap="rnd">
              <a:solidFill>
                <a:srgbClr val="8E65F0"/>
              </a:solidFill>
              <a:prstDash val="solid"/>
              <a:round/>
            </a:ln>
          </p:spPr>
          <p:txBody>
            <a:bodyPr/>
            <a:lstStyle/>
            <a:p>
              <a:pPr algn="ctr"/>
              <a:endParaRPr lang="en-US" sz="1701"/>
            </a:p>
          </p:txBody>
        </p:sp>
        <p:sp>
          <p:nvSpPr>
            <p:cNvPr id="881" name="Freeform 880">
              <a:extLst>
                <a:ext uri="{FF2B5EF4-FFF2-40B4-BE49-F238E27FC236}">
                  <a16:creationId xmlns:a16="http://schemas.microsoft.com/office/drawing/2014/main" id="{A49F2303-4C23-7FDE-8FE9-856DAAD67309}"/>
                </a:ext>
              </a:extLst>
            </p:cNvPr>
            <p:cNvSpPr/>
            <p:nvPr/>
          </p:nvSpPr>
          <p:spPr>
            <a:xfrm>
              <a:off x="6036461" y="3984892"/>
              <a:ext cx="32765" cy="32766"/>
            </a:xfrm>
            <a:custGeom>
              <a:avLst/>
              <a:gdLst>
                <a:gd name="csX0" fmla="*/ 32766 w 32765"/>
                <a:gd name="csY0" fmla="*/ 16383 h 32766"/>
                <a:gd name="csX1" fmla="*/ 16383 w 32765"/>
                <a:gd name="csY1" fmla="*/ 32766 h 32766"/>
                <a:gd name="csX2" fmla="*/ 0 w 32765"/>
                <a:gd name="csY2" fmla="*/ 16383 h 32766"/>
                <a:gd name="csX3" fmla="*/ 16383 w 32765"/>
                <a:gd name="csY3" fmla="*/ 0 h 32766"/>
                <a:gd name="csX4" fmla="*/ 32766 w 32765"/>
                <a:gd name="csY4" fmla="*/ 16383 h 32766"/>
              </a:gdLst>
              <a:ahLst/>
              <a:cxnLst>
                <a:cxn ang="0">
                  <a:pos x="csX0" y="csY0"/>
                </a:cxn>
                <a:cxn ang="0">
                  <a:pos x="csX1" y="csY1"/>
                </a:cxn>
                <a:cxn ang="0">
                  <a:pos x="csX2" y="csY2"/>
                </a:cxn>
                <a:cxn ang="0">
                  <a:pos x="csX3" y="csY3"/>
                </a:cxn>
                <a:cxn ang="0">
                  <a:pos x="csX4" y="csY4"/>
                </a:cxn>
              </a:cxnLst>
              <a:rect l="l" t="t" r="r" b="b"/>
              <a:pathLst>
                <a:path w="32765" h="32766">
                  <a:moveTo>
                    <a:pt x="32766" y="16383"/>
                  </a:moveTo>
                  <a:cubicBezTo>
                    <a:pt x="32766" y="25431"/>
                    <a:pt x="25431" y="32766"/>
                    <a:pt x="16383" y="32766"/>
                  </a:cubicBezTo>
                  <a:cubicBezTo>
                    <a:pt x="7335" y="32766"/>
                    <a:pt x="0" y="25431"/>
                    <a:pt x="0" y="16383"/>
                  </a:cubicBezTo>
                  <a:cubicBezTo>
                    <a:pt x="0" y="7335"/>
                    <a:pt x="7335" y="0"/>
                    <a:pt x="16383" y="0"/>
                  </a:cubicBezTo>
                  <a:cubicBezTo>
                    <a:pt x="25431" y="0"/>
                    <a:pt x="32766" y="7335"/>
                    <a:pt x="32766" y="16383"/>
                  </a:cubicBezTo>
                  <a:close/>
                </a:path>
              </a:pathLst>
            </a:custGeom>
            <a:solidFill>
              <a:srgbClr val="A17DEA"/>
            </a:solidFill>
            <a:ln w="11430" cap="rnd">
              <a:solidFill>
                <a:srgbClr val="A17DEA"/>
              </a:solidFill>
              <a:prstDash val="solid"/>
              <a:round/>
            </a:ln>
          </p:spPr>
          <p:txBody>
            <a:bodyPr/>
            <a:lstStyle/>
            <a:p>
              <a:pPr algn="ctr"/>
              <a:endParaRPr lang="en-US" sz="1701"/>
            </a:p>
          </p:txBody>
        </p:sp>
        <p:sp>
          <p:nvSpPr>
            <p:cNvPr id="882" name="Freeform 881">
              <a:extLst>
                <a:ext uri="{FF2B5EF4-FFF2-40B4-BE49-F238E27FC236}">
                  <a16:creationId xmlns:a16="http://schemas.microsoft.com/office/drawing/2014/main" id="{32B8167A-508F-BF38-FE0B-09DE0209ADDE}"/>
                </a:ext>
              </a:extLst>
            </p:cNvPr>
            <p:cNvSpPr/>
            <p:nvPr/>
          </p:nvSpPr>
          <p:spPr>
            <a:xfrm>
              <a:off x="6018681" y="3722510"/>
              <a:ext cx="68325" cy="68325"/>
            </a:xfrm>
            <a:custGeom>
              <a:avLst/>
              <a:gdLst>
                <a:gd name="csX0" fmla="*/ 68326 w 68325"/>
                <a:gd name="csY0" fmla="*/ 34163 h 68325"/>
                <a:gd name="csX1" fmla="*/ 34163 w 68325"/>
                <a:gd name="csY1" fmla="*/ 68326 h 68325"/>
                <a:gd name="csX2" fmla="*/ 0 w 68325"/>
                <a:gd name="csY2" fmla="*/ 34163 h 68325"/>
                <a:gd name="csX3" fmla="*/ 34163 w 68325"/>
                <a:gd name="csY3" fmla="*/ 0 h 68325"/>
                <a:gd name="csX4" fmla="*/ 68326 w 68325"/>
                <a:gd name="csY4" fmla="*/ 34163 h 68325"/>
              </a:gdLst>
              <a:ahLst/>
              <a:cxnLst>
                <a:cxn ang="0">
                  <a:pos x="csX0" y="csY0"/>
                </a:cxn>
                <a:cxn ang="0">
                  <a:pos x="csX1" y="csY1"/>
                </a:cxn>
                <a:cxn ang="0">
                  <a:pos x="csX2" y="csY2"/>
                </a:cxn>
                <a:cxn ang="0">
                  <a:pos x="csX3" y="csY3"/>
                </a:cxn>
                <a:cxn ang="0">
                  <a:pos x="csX4" y="csY4"/>
                </a:cxn>
              </a:cxnLst>
              <a:rect l="l" t="t" r="r" b="b"/>
              <a:pathLst>
                <a:path w="68325" h="68325">
                  <a:moveTo>
                    <a:pt x="68326" y="34163"/>
                  </a:moveTo>
                  <a:cubicBezTo>
                    <a:pt x="68326" y="53031"/>
                    <a:pt x="53031" y="68326"/>
                    <a:pt x="34163" y="68326"/>
                  </a:cubicBezTo>
                  <a:cubicBezTo>
                    <a:pt x="15295" y="68326"/>
                    <a:pt x="0" y="53031"/>
                    <a:pt x="0" y="34163"/>
                  </a:cubicBezTo>
                  <a:cubicBezTo>
                    <a:pt x="0" y="15295"/>
                    <a:pt x="15295" y="0"/>
                    <a:pt x="34163" y="0"/>
                  </a:cubicBezTo>
                  <a:cubicBezTo>
                    <a:pt x="53031" y="0"/>
                    <a:pt x="68326" y="15295"/>
                    <a:pt x="68326" y="34163"/>
                  </a:cubicBezTo>
                  <a:close/>
                </a:path>
              </a:pathLst>
            </a:custGeom>
            <a:solidFill>
              <a:srgbClr val="BEAADF"/>
            </a:solidFill>
            <a:ln w="11430" cap="rnd">
              <a:solidFill>
                <a:srgbClr val="BEAADF"/>
              </a:solidFill>
              <a:prstDash val="solid"/>
              <a:round/>
            </a:ln>
          </p:spPr>
          <p:txBody>
            <a:bodyPr/>
            <a:lstStyle/>
            <a:p>
              <a:pPr algn="ctr"/>
              <a:endParaRPr lang="en-US" sz="1701"/>
            </a:p>
          </p:txBody>
        </p:sp>
        <p:sp>
          <p:nvSpPr>
            <p:cNvPr id="883" name="Freeform 882">
              <a:extLst>
                <a:ext uri="{FF2B5EF4-FFF2-40B4-BE49-F238E27FC236}">
                  <a16:creationId xmlns:a16="http://schemas.microsoft.com/office/drawing/2014/main" id="{3A4B8539-F913-462E-4188-8E04899D95AB}"/>
                </a:ext>
              </a:extLst>
            </p:cNvPr>
            <p:cNvSpPr/>
            <p:nvPr/>
          </p:nvSpPr>
          <p:spPr>
            <a:xfrm>
              <a:off x="6016776" y="3476003"/>
              <a:ext cx="72136" cy="72135"/>
            </a:xfrm>
            <a:custGeom>
              <a:avLst/>
              <a:gdLst>
                <a:gd name="csX0" fmla="*/ 72136 w 72136"/>
                <a:gd name="csY0" fmla="*/ 36068 h 72135"/>
                <a:gd name="csX1" fmla="*/ 36068 w 72136"/>
                <a:gd name="csY1" fmla="*/ 72136 h 72135"/>
                <a:gd name="csX2" fmla="*/ 0 w 72136"/>
                <a:gd name="csY2" fmla="*/ 36068 h 72135"/>
                <a:gd name="csX3" fmla="*/ 36068 w 72136"/>
                <a:gd name="csY3" fmla="*/ 0 h 72135"/>
                <a:gd name="csX4" fmla="*/ 72136 w 72136"/>
                <a:gd name="csY4" fmla="*/ 36068 h 72135"/>
              </a:gdLst>
              <a:ahLst/>
              <a:cxnLst>
                <a:cxn ang="0">
                  <a:pos x="csX0" y="csY0"/>
                </a:cxn>
                <a:cxn ang="0">
                  <a:pos x="csX1" y="csY1"/>
                </a:cxn>
                <a:cxn ang="0">
                  <a:pos x="csX2" y="csY2"/>
                </a:cxn>
                <a:cxn ang="0">
                  <a:pos x="csX3" y="csY3"/>
                </a:cxn>
                <a:cxn ang="0">
                  <a:pos x="csX4" y="csY4"/>
                </a:cxn>
              </a:cxnLst>
              <a:rect l="l" t="t" r="r" b="b"/>
              <a:pathLst>
                <a:path w="72136" h="72135">
                  <a:moveTo>
                    <a:pt x="72136" y="36068"/>
                  </a:moveTo>
                  <a:cubicBezTo>
                    <a:pt x="72136" y="55988"/>
                    <a:pt x="55988" y="72136"/>
                    <a:pt x="36068" y="72136"/>
                  </a:cubicBezTo>
                  <a:cubicBezTo>
                    <a:pt x="16148" y="72136"/>
                    <a:pt x="0" y="55988"/>
                    <a:pt x="0" y="36068"/>
                  </a:cubicBezTo>
                  <a:cubicBezTo>
                    <a:pt x="0" y="16148"/>
                    <a:pt x="16148" y="0"/>
                    <a:pt x="36068" y="0"/>
                  </a:cubicBezTo>
                  <a:cubicBezTo>
                    <a:pt x="55988" y="0"/>
                    <a:pt x="72136" y="16148"/>
                    <a:pt x="72136" y="36068"/>
                  </a:cubicBezTo>
                  <a:close/>
                </a:path>
              </a:pathLst>
            </a:custGeom>
            <a:solidFill>
              <a:srgbClr val="9067EF"/>
            </a:solidFill>
            <a:ln w="11430" cap="rnd">
              <a:solidFill>
                <a:srgbClr val="9067EF"/>
              </a:solidFill>
              <a:prstDash val="solid"/>
              <a:round/>
            </a:ln>
          </p:spPr>
          <p:txBody>
            <a:bodyPr/>
            <a:lstStyle/>
            <a:p>
              <a:pPr algn="ctr"/>
              <a:endParaRPr lang="en-US" sz="1701"/>
            </a:p>
          </p:txBody>
        </p:sp>
        <p:sp>
          <p:nvSpPr>
            <p:cNvPr id="884" name="Freeform 883">
              <a:extLst>
                <a:ext uri="{FF2B5EF4-FFF2-40B4-BE49-F238E27FC236}">
                  <a16:creationId xmlns:a16="http://schemas.microsoft.com/office/drawing/2014/main" id="{449024CC-85D6-574C-9BFC-8CAC7F9190BF}"/>
                </a:ext>
              </a:extLst>
            </p:cNvPr>
            <p:cNvSpPr/>
            <p:nvPr/>
          </p:nvSpPr>
          <p:spPr>
            <a:xfrm>
              <a:off x="6037731" y="3252356"/>
              <a:ext cx="30225" cy="30225"/>
            </a:xfrm>
            <a:custGeom>
              <a:avLst/>
              <a:gdLst>
                <a:gd name="csX0" fmla="*/ 30226 w 30225"/>
                <a:gd name="csY0" fmla="*/ 15113 h 30225"/>
                <a:gd name="csX1" fmla="*/ 15113 w 30225"/>
                <a:gd name="csY1" fmla="*/ 30226 h 30225"/>
                <a:gd name="csX2" fmla="*/ 0 w 30225"/>
                <a:gd name="csY2" fmla="*/ 15113 h 30225"/>
                <a:gd name="csX3" fmla="*/ 15113 w 30225"/>
                <a:gd name="csY3" fmla="*/ 0 h 30225"/>
                <a:gd name="csX4" fmla="*/ 30226 w 30225"/>
                <a:gd name="csY4" fmla="*/ 15113 h 30225"/>
              </a:gdLst>
              <a:ahLst/>
              <a:cxnLst>
                <a:cxn ang="0">
                  <a:pos x="csX0" y="csY0"/>
                </a:cxn>
                <a:cxn ang="0">
                  <a:pos x="csX1" y="csY1"/>
                </a:cxn>
                <a:cxn ang="0">
                  <a:pos x="csX2" y="csY2"/>
                </a:cxn>
                <a:cxn ang="0">
                  <a:pos x="csX3" y="csY3"/>
                </a:cxn>
                <a:cxn ang="0">
                  <a:pos x="csX4" y="csY4"/>
                </a:cxn>
              </a:cxnLst>
              <a:rect l="l" t="t" r="r" b="b"/>
              <a:pathLst>
                <a:path w="30225" h="30225">
                  <a:moveTo>
                    <a:pt x="30226" y="15113"/>
                  </a:moveTo>
                  <a:cubicBezTo>
                    <a:pt x="30226" y="23460"/>
                    <a:pt x="23460" y="30226"/>
                    <a:pt x="15113" y="30226"/>
                  </a:cubicBezTo>
                  <a:cubicBezTo>
                    <a:pt x="6766" y="30226"/>
                    <a:pt x="0" y="23460"/>
                    <a:pt x="0" y="15113"/>
                  </a:cubicBezTo>
                  <a:cubicBezTo>
                    <a:pt x="0" y="6766"/>
                    <a:pt x="6766" y="0"/>
                    <a:pt x="15113" y="0"/>
                  </a:cubicBezTo>
                  <a:cubicBezTo>
                    <a:pt x="23460" y="0"/>
                    <a:pt x="30226" y="6766"/>
                    <a:pt x="30226" y="15113"/>
                  </a:cubicBezTo>
                  <a:close/>
                </a:path>
              </a:pathLst>
            </a:custGeom>
            <a:solidFill>
              <a:srgbClr val="AA89E7"/>
            </a:solidFill>
            <a:ln w="11430" cap="rnd">
              <a:solidFill>
                <a:srgbClr val="AA89E7"/>
              </a:solidFill>
              <a:prstDash val="solid"/>
              <a:round/>
            </a:ln>
          </p:spPr>
          <p:txBody>
            <a:bodyPr/>
            <a:lstStyle/>
            <a:p>
              <a:pPr algn="ctr"/>
              <a:endParaRPr lang="en-US" sz="1701"/>
            </a:p>
          </p:txBody>
        </p:sp>
        <p:sp>
          <p:nvSpPr>
            <p:cNvPr id="885" name="Freeform 884">
              <a:extLst>
                <a:ext uri="{FF2B5EF4-FFF2-40B4-BE49-F238E27FC236}">
                  <a16:creationId xmlns:a16="http://schemas.microsoft.com/office/drawing/2014/main" id="{AABB1080-073B-2339-C966-F5078B703073}"/>
                </a:ext>
              </a:extLst>
            </p:cNvPr>
            <p:cNvSpPr/>
            <p:nvPr/>
          </p:nvSpPr>
          <p:spPr>
            <a:xfrm>
              <a:off x="6009410" y="2979560"/>
              <a:ext cx="86867" cy="86867"/>
            </a:xfrm>
            <a:custGeom>
              <a:avLst/>
              <a:gdLst>
                <a:gd name="csX0" fmla="*/ 86868 w 86867"/>
                <a:gd name="csY0" fmla="*/ 43434 h 86867"/>
                <a:gd name="csX1" fmla="*/ 43434 w 86867"/>
                <a:gd name="csY1" fmla="*/ 86868 h 86867"/>
                <a:gd name="csX2" fmla="*/ 0 w 86867"/>
                <a:gd name="csY2" fmla="*/ 43434 h 86867"/>
                <a:gd name="csX3" fmla="*/ 43434 w 86867"/>
                <a:gd name="csY3" fmla="*/ 0 h 86867"/>
                <a:gd name="csX4" fmla="*/ 86868 w 86867"/>
                <a:gd name="csY4" fmla="*/ 43434 h 86867"/>
              </a:gdLst>
              <a:ahLst/>
              <a:cxnLst>
                <a:cxn ang="0">
                  <a:pos x="csX0" y="csY0"/>
                </a:cxn>
                <a:cxn ang="0">
                  <a:pos x="csX1" y="csY1"/>
                </a:cxn>
                <a:cxn ang="0">
                  <a:pos x="csX2" y="csY2"/>
                </a:cxn>
                <a:cxn ang="0">
                  <a:pos x="csX3" y="csY3"/>
                </a:cxn>
                <a:cxn ang="0">
                  <a:pos x="csX4" y="csY4"/>
                </a:cxn>
              </a:cxnLst>
              <a:rect l="l" t="t" r="r" b="b"/>
              <a:pathLst>
                <a:path w="86867" h="86867">
                  <a:moveTo>
                    <a:pt x="86868" y="43434"/>
                  </a:moveTo>
                  <a:cubicBezTo>
                    <a:pt x="86868" y="67422"/>
                    <a:pt x="67422" y="86868"/>
                    <a:pt x="43434" y="86868"/>
                  </a:cubicBezTo>
                  <a:cubicBezTo>
                    <a:pt x="19446" y="86868"/>
                    <a:pt x="0" y="67422"/>
                    <a:pt x="0" y="43434"/>
                  </a:cubicBezTo>
                  <a:cubicBezTo>
                    <a:pt x="0" y="19446"/>
                    <a:pt x="19446" y="0"/>
                    <a:pt x="43434" y="0"/>
                  </a:cubicBezTo>
                  <a:cubicBezTo>
                    <a:pt x="67422" y="0"/>
                    <a:pt x="86868" y="19446"/>
                    <a:pt x="86868" y="43434"/>
                  </a:cubicBezTo>
                  <a:close/>
                </a:path>
              </a:pathLst>
            </a:custGeom>
            <a:solidFill>
              <a:srgbClr val="C8BCDA"/>
            </a:solidFill>
            <a:ln w="11430" cap="rnd">
              <a:solidFill>
                <a:srgbClr val="C8BCDA"/>
              </a:solidFill>
              <a:prstDash val="solid"/>
              <a:round/>
            </a:ln>
          </p:spPr>
          <p:txBody>
            <a:bodyPr/>
            <a:lstStyle/>
            <a:p>
              <a:pPr algn="ctr"/>
              <a:endParaRPr lang="en-US" sz="1701"/>
            </a:p>
          </p:txBody>
        </p:sp>
        <p:sp>
          <p:nvSpPr>
            <p:cNvPr id="886" name="Freeform 885">
              <a:extLst>
                <a:ext uri="{FF2B5EF4-FFF2-40B4-BE49-F238E27FC236}">
                  <a16:creationId xmlns:a16="http://schemas.microsoft.com/office/drawing/2014/main" id="{A017DC69-5ED8-2B83-AB72-68FE02F7417A}"/>
                </a:ext>
              </a:extLst>
            </p:cNvPr>
            <p:cNvSpPr/>
            <p:nvPr/>
          </p:nvSpPr>
          <p:spPr>
            <a:xfrm>
              <a:off x="6035191" y="2760739"/>
              <a:ext cx="35305" cy="35305"/>
            </a:xfrm>
            <a:custGeom>
              <a:avLst/>
              <a:gdLst>
                <a:gd name="csX0" fmla="*/ 35306 w 35305"/>
                <a:gd name="csY0" fmla="*/ 17653 h 35305"/>
                <a:gd name="csX1" fmla="*/ 17653 w 35305"/>
                <a:gd name="csY1" fmla="*/ 35306 h 35305"/>
                <a:gd name="csX2" fmla="*/ 0 w 35305"/>
                <a:gd name="csY2" fmla="*/ 17653 h 35305"/>
                <a:gd name="csX3" fmla="*/ 17653 w 35305"/>
                <a:gd name="csY3" fmla="*/ 0 h 35305"/>
                <a:gd name="csX4" fmla="*/ 35306 w 35305"/>
                <a:gd name="csY4" fmla="*/ 17653 h 35305"/>
              </a:gdLst>
              <a:ahLst/>
              <a:cxnLst>
                <a:cxn ang="0">
                  <a:pos x="csX0" y="csY0"/>
                </a:cxn>
                <a:cxn ang="0">
                  <a:pos x="csX1" y="csY1"/>
                </a:cxn>
                <a:cxn ang="0">
                  <a:pos x="csX2" y="csY2"/>
                </a:cxn>
                <a:cxn ang="0">
                  <a:pos x="csX3" y="csY3"/>
                </a:cxn>
                <a:cxn ang="0">
                  <a:pos x="csX4" y="csY4"/>
                </a:cxn>
              </a:cxnLst>
              <a:rect l="l" t="t" r="r" b="b"/>
              <a:pathLst>
                <a:path w="35305" h="35305">
                  <a:moveTo>
                    <a:pt x="35306" y="17653"/>
                  </a:moveTo>
                  <a:cubicBezTo>
                    <a:pt x="35306" y="27402"/>
                    <a:pt x="27402" y="35306"/>
                    <a:pt x="17653" y="35306"/>
                  </a:cubicBezTo>
                  <a:cubicBezTo>
                    <a:pt x="7904" y="35306"/>
                    <a:pt x="0" y="27402"/>
                    <a:pt x="0" y="17653"/>
                  </a:cubicBezTo>
                  <a:cubicBezTo>
                    <a:pt x="0" y="7904"/>
                    <a:pt x="7904" y="0"/>
                    <a:pt x="17653" y="0"/>
                  </a:cubicBezTo>
                  <a:cubicBezTo>
                    <a:pt x="27402" y="0"/>
                    <a:pt x="35306" y="7904"/>
                    <a:pt x="35306" y="17653"/>
                  </a:cubicBezTo>
                  <a:close/>
                </a:path>
              </a:pathLst>
            </a:custGeom>
            <a:solidFill>
              <a:srgbClr val="A784E9"/>
            </a:solidFill>
            <a:ln w="11430" cap="rnd">
              <a:solidFill>
                <a:srgbClr val="A784E9"/>
              </a:solidFill>
              <a:prstDash val="solid"/>
              <a:round/>
            </a:ln>
          </p:spPr>
          <p:txBody>
            <a:bodyPr/>
            <a:lstStyle/>
            <a:p>
              <a:pPr algn="ctr"/>
              <a:endParaRPr lang="en-US" sz="1701"/>
            </a:p>
          </p:txBody>
        </p:sp>
        <p:sp>
          <p:nvSpPr>
            <p:cNvPr id="887" name="Freeform 886">
              <a:extLst>
                <a:ext uri="{FF2B5EF4-FFF2-40B4-BE49-F238E27FC236}">
                  <a16:creationId xmlns:a16="http://schemas.microsoft.com/office/drawing/2014/main" id="{E9FB68C6-641B-CE08-1E58-61527F23F0C7}"/>
                </a:ext>
              </a:extLst>
            </p:cNvPr>
            <p:cNvSpPr/>
            <p:nvPr/>
          </p:nvSpPr>
          <p:spPr>
            <a:xfrm>
              <a:off x="6015633" y="2496579"/>
              <a:ext cx="74422" cy="74422"/>
            </a:xfrm>
            <a:custGeom>
              <a:avLst/>
              <a:gdLst>
                <a:gd name="csX0" fmla="*/ 74422 w 74422"/>
                <a:gd name="csY0" fmla="*/ 37211 h 74422"/>
                <a:gd name="csX1" fmla="*/ 37211 w 74422"/>
                <a:gd name="csY1" fmla="*/ 74422 h 74422"/>
                <a:gd name="csX2" fmla="*/ 0 w 74422"/>
                <a:gd name="csY2" fmla="*/ 37211 h 74422"/>
                <a:gd name="csX3" fmla="*/ 37211 w 74422"/>
                <a:gd name="csY3" fmla="*/ 0 h 74422"/>
                <a:gd name="csX4" fmla="*/ 74422 w 74422"/>
                <a:gd name="csY4" fmla="*/ 37211 h 74422"/>
              </a:gdLst>
              <a:ahLst/>
              <a:cxnLst>
                <a:cxn ang="0">
                  <a:pos x="csX0" y="csY0"/>
                </a:cxn>
                <a:cxn ang="0">
                  <a:pos x="csX1" y="csY1"/>
                </a:cxn>
                <a:cxn ang="0">
                  <a:pos x="csX2" y="csY2"/>
                </a:cxn>
                <a:cxn ang="0">
                  <a:pos x="csX3" y="csY3"/>
                </a:cxn>
                <a:cxn ang="0">
                  <a:pos x="csX4" y="csY4"/>
                </a:cxn>
              </a:cxnLst>
              <a:rect l="l" t="t" r="r" b="b"/>
              <a:pathLst>
                <a:path w="74422" h="74422">
                  <a:moveTo>
                    <a:pt x="74422" y="37211"/>
                  </a:moveTo>
                  <a:cubicBezTo>
                    <a:pt x="74422" y="57762"/>
                    <a:pt x="57762" y="74422"/>
                    <a:pt x="37211" y="74422"/>
                  </a:cubicBezTo>
                  <a:cubicBezTo>
                    <a:pt x="16660" y="74422"/>
                    <a:pt x="0" y="57762"/>
                    <a:pt x="0" y="37211"/>
                  </a:cubicBezTo>
                  <a:cubicBezTo>
                    <a:pt x="0" y="16660"/>
                    <a:pt x="16660" y="0"/>
                    <a:pt x="37211" y="0"/>
                  </a:cubicBezTo>
                  <a:cubicBezTo>
                    <a:pt x="57762" y="0"/>
                    <a:pt x="74422" y="16660"/>
                    <a:pt x="74422" y="37211"/>
                  </a:cubicBezTo>
                  <a:close/>
                </a:path>
              </a:pathLst>
            </a:custGeom>
            <a:solidFill>
              <a:srgbClr val="B59AE3"/>
            </a:solidFill>
            <a:ln w="11430" cap="rnd">
              <a:solidFill>
                <a:srgbClr val="B59AE3"/>
              </a:solidFill>
              <a:prstDash val="solid"/>
              <a:round/>
            </a:ln>
          </p:spPr>
          <p:txBody>
            <a:bodyPr/>
            <a:lstStyle/>
            <a:p>
              <a:pPr algn="ctr"/>
              <a:endParaRPr lang="en-US" sz="1701"/>
            </a:p>
          </p:txBody>
        </p:sp>
        <p:sp>
          <p:nvSpPr>
            <p:cNvPr id="888" name="Freeform 887">
              <a:extLst>
                <a:ext uri="{FF2B5EF4-FFF2-40B4-BE49-F238E27FC236}">
                  <a16:creationId xmlns:a16="http://schemas.microsoft.com/office/drawing/2014/main" id="{DBA26BD3-2701-687F-B8E9-BCD68A66218B}"/>
                </a:ext>
              </a:extLst>
            </p:cNvPr>
            <p:cNvSpPr/>
            <p:nvPr/>
          </p:nvSpPr>
          <p:spPr>
            <a:xfrm>
              <a:off x="6037985" y="2274329"/>
              <a:ext cx="29717" cy="29717"/>
            </a:xfrm>
            <a:custGeom>
              <a:avLst/>
              <a:gdLst>
                <a:gd name="csX0" fmla="*/ 29718 w 29717"/>
                <a:gd name="csY0" fmla="*/ 14859 h 29717"/>
                <a:gd name="csX1" fmla="*/ 14859 w 29717"/>
                <a:gd name="csY1" fmla="*/ 29718 h 29717"/>
                <a:gd name="csX2" fmla="*/ 0 w 29717"/>
                <a:gd name="csY2" fmla="*/ 14859 h 29717"/>
                <a:gd name="csX3" fmla="*/ 14859 w 29717"/>
                <a:gd name="csY3" fmla="*/ 0 h 29717"/>
                <a:gd name="csX4" fmla="*/ 29718 w 29717"/>
                <a:gd name="csY4" fmla="*/ 14859 h 29717"/>
              </a:gdLst>
              <a:ahLst/>
              <a:cxnLst>
                <a:cxn ang="0">
                  <a:pos x="csX0" y="csY0"/>
                </a:cxn>
                <a:cxn ang="0">
                  <a:pos x="csX1" y="csY1"/>
                </a:cxn>
                <a:cxn ang="0">
                  <a:pos x="csX2" y="csY2"/>
                </a:cxn>
                <a:cxn ang="0">
                  <a:pos x="csX3" y="csY3"/>
                </a:cxn>
                <a:cxn ang="0">
                  <a:pos x="csX4" y="csY4"/>
                </a:cxn>
              </a:cxnLst>
              <a:rect l="l" t="t" r="r" b="b"/>
              <a:pathLst>
                <a:path w="29717" h="29717">
                  <a:moveTo>
                    <a:pt x="29718" y="14859"/>
                  </a:moveTo>
                  <a:cubicBezTo>
                    <a:pt x="29718" y="23065"/>
                    <a:pt x="23065" y="29718"/>
                    <a:pt x="14859" y="29718"/>
                  </a:cubicBezTo>
                  <a:cubicBezTo>
                    <a:pt x="6653" y="29718"/>
                    <a:pt x="0" y="23065"/>
                    <a:pt x="0" y="14859"/>
                  </a:cubicBezTo>
                  <a:cubicBezTo>
                    <a:pt x="0" y="6653"/>
                    <a:pt x="6653" y="0"/>
                    <a:pt x="14859" y="0"/>
                  </a:cubicBezTo>
                  <a:cubicBezTo>
                    <a:pt x="23066" y="0"/>
                    <a:pt x="29718" y="6653"/>
                    <a:pt x="29718" y="14859"/>
                  </a:cubicBezTo>
                  <a:close/>
                </a:path>
              </a:pathLst>
            </a:custGeom>
            <a:solidFill>
              <a:srgbClr val="9972ED"/>
            </a:solidFill>
            <a:ln w="11430" cap="rnd">
              <a:solidFill>
                <a:srgbClr val="9972ED"/>
              </a:solidFill>
              <a:prstDash val="solid"/>
              <a:round/>
            </a:ln>
          </p:spPr>
          <p:txBody>
            <a:bodyPr/>
            <a:lstStyle/>
            <a:p>
              <a:pPr algn="ctr"/>
              <a:endParaRPr lang="en-US" sz="1701"/>
            </a:p>
          </p:txBody>
        </p:sp>
        <p:sp>
          <p:nvSpPr>
            <p:cNvPr id="889" name="Freeform 888">
              <a:extLst>
                <a:ext uri="{FF2B5EF4-FFF2-40B4-BE49-F238E27FC236}">
                  <a16:creationId xmlns:a16="http://schemas.microsoft.com/office/drawing/2014/main" id="{8C732E40-AF4D-47BE-FF5D-097F4C8949A6}"/>
                </a:ext>
              </a:extLst>
            </p:cNvPr>
            <p:cNvSpPr/>
            <p:nvPr/>
          </p:nvSpPr>
          <p:spPr>
            <a:xfrm>
              <a:off x="6031508" y="2023249"/>
              <a:ext cx="42672" cy="42672"/>
            </a:xfrm>
            <a:custGeom>
              <a:avLst/>
              <a:gdLst>
                <a:gd name="csX0" fmla="*/ 42672 w 42672"/>
                <a:gd name="csY0" fmla="*/ 21336 h 42672"/>
                <a:gd name="csX1" fmla="*/ 21336 w 42672"/>
                <a:gd name="csY1" fmla="*/ 42672 h 42672"/>
                <a:gd name="csX2" fmla="*/ 0 w 42672"/>
                <a:gd name="csY2" fmla="*/ 21336 h 42672"/>
                <a:gd name="csX3" fmla="*/ 21336 w 42672"/>
                <a:gd name="csY3" fmla="*/ 0 h 42672"/>
                <a:gd name="csX4" fmla="*/ 42672 w 42672"/>
                <a:gd name="csY4" fmla="*/ 21336 h 42672"/>
              </a:gdLst>
              <a:ahLst/>
              <a:cxnLst>
                <a:cxn ang="0">
                  <a:pos x="csX0" y="csY0"/>
                </a:cxn>
                <a:cxn ang="0">
                  <a:pos x="csX1" y="csY1"/>
                </a:cxn>
                <a:cxn ang="0">
                  <a:pos x="csX2" y="csY2"/>
                </a:cxn>
                <a:cxn ang="0">
                  <a:pos x="csX3" y="csY3"/>
                </a:cxn>
                <a:cxn ang="0">
                  <a:pos x="csX4" y="csY4"/>
                </a:cxn>
              </a:cxnLst>
              <a:rect l="l" t="t" r="r" b="b"/>
              <a:pathLst>
                <a:path w="42672" h="42672">
                  <a:moveTo>
                    <a:pt x="42672" y="21336"/>
                  </a:moveTo>
                  <a:cubicBezTo>
                    <a:pt x="42672" y="33120"/>
                    <a:pt x="33119" y="42672"/>
                    <a:pt x="21336" y="42672"/>
                  </a:cubicBezTo>
                  <a:cubicBezTo>
                    <a:pt x="9552" y="42672"/>
                    <a:pt x="0" y="33119"/>
                    <a:pt x="0" y="21336"/>
                  </a:cubicBezTo>
                  <a:cubicBezTo>
                    <a:pt x="0" y="9552"/>
                    <a:pt x="9553" y="0"/>
                    <a:pt x="21336" y="0"/>
                  </a:cubicBezTo>
                  <a:cubicBezTo>
                    <a:pt x="33120" y="0"/>
                    <a:pt x="42672" y="9553"/>
                    <a:pt x="42672" y="21336"/>
                  </a:cubicBezTo>
                  <a:close/>
                </a:path>
              </a:pathLst>
            </a:custGeom>
            <a:solidFill>
              <a:srgbClr val="3519FD"/>
            </a:solidFill>
            <a:ln w="11430" cap="rnd">
              <a:solidFill>
                <a:srgbClr val="3519FD"/>
              </a:solidFill>
              <a:prstDash val="solid"/>
              <a:round/>
            </a:ln>
          </p:spPr>
          <p:txBody>
            <a:bodyPr/>
            <a:lstStyle/>
            <a:p>
              <a:pPr algn="ctr"/>
              <a:endParaRPr lang="en-US" sz="1701"/>
            </a:p>
          </p:txBody>
        </p:sp>
        <p:sp>
          <p:nvSpPr>
            <p:cNvPr id="890" name="Freeform 889">
              <a:extLst>
                <a:ext uri="{FF2B5EF4-FFF2-40B4-BE49-F238E27FC236}">
                  <a16:creationId xmlns:a16="http://schemas.microsoft.com/office/drawing/2014/main" id="{F950FBD3-D9C2-EFEF-A89E-E4E42EDADD01}"/>
                </a:ext>
              </a:extLst>
            </p:cNvPr>
            <p:cNvSpPr/>
            <p:nvPr/>
          </p:nvSpPr>
          <p:spPr>
            <a:xfrm>
              <a:off x="6036334" y="1783474"/>
              <a:ext cx="33020" cy="33020"/>
            </a:xfrm>
            <a:custGeom>
              <a:avLst/>
              <a:gdLst>
                <a:gd name="csX0" fmla="*/ 33020 w 33020"/>
                <a:gd name="csY0" fmla="*/ 16510 h 33020"/>
                <a:gd name="csX1" fmla="*/ 16510 w 33020"/>
                <a:gd name="csY1" fmla="*/ 33020 h 33020"/>
                <a:gd name="csX2" fmla="*/ 0 w 33020"/>
                <a:gd name="csY2" fmla="*/ 16510 h 33020"/>
                <a:gd name="csX3" fmla="*/ 16510 w 33020"/>
                <a:gd name="csY3" fmla="*/ 0 h 33020"/>
                <a:gd name="csX4" fmla="*/ 33020 w 33020"/>
                <a:gd name="csY4" fmla="*/ 16510 h 33020"/>
              </a:gdLst>
              <a:ahLst/>
              <a:cxnLst>
                <a:cxn ang="0">
                  <a:pos x="csX0" y="csY0"/>
                </a:cxn>
                <a:cxn ang="0">
                  <a:pos x="csX1" y="csY1"/>
                </a:cxn>
                <a:cxn ang="0">
                  <a:pos x="csX2" y="csY2"/>
                </a:cxn>
                <a:cxn ang="0">
                  <a:pos x="csX3" y="csY3"/>
                </a:cxn>
                <a:cxn ang="0">
                  <a:pos x="csX4" y="csY4"/>
                </a:cxn>
              </a:cxnLst>
              <a:rect l="l" t="t" r="r" b="b"/>
              <a:pathLst>
                <a:path w="33020" h="33020">
                  <a:moveTo>
                    <a:pt x="33020" y="16510"/>
                  </a:moveTo>
                  <a:cubicBezTo>
                    <a:pt x="33020" y="25628"/>
                    <a:pt x="25628" y="33020"/>
                    <a:pt x="16510" y="33020"/>
                  </a:cubicBezTo>
                  <a:cubicBezTo>
                    <a:pt x="7392" y="33020"/>
                    <a:pt x="0" y="25628"/>
                    <a:pt x="0" y="16510"/>
                  </a:cubicBezTo>
                  <a:cubicBezTo>
                    <a:pt x="0" y="7392"/>
                    <a:pt x="7392" y="0"/>
                    <a:pt x="16510" y="0"/>
                  </a:cubicBezTo>
                  <a:cubicBezTo>
                    <a:pt x="25628" y="0"/>
                    <a:pt x="33020" y="7392"/>
                    <a:pt x="33020" y="16510"/>
                  </a:cubicBezTo>
                  <a:close/>
                </a:path>
              </a:pathLst>
            </a:custGeom>
            <a:solidFill>
              <a:srgbClr val="8157F3"/>
            </a:solidFill>
            <a:ln w="11430" cap="rnd">
              <a:solidFill>
                <a:srgbClr val="8157F3"/>
              </a:solidFill>
              <a:prstDash val="solid"/>
              <a:round/>
            </a:ln>
          </p:spPr>
          <p:txBody>
            <a:bodyPr/>
            <a:lstStyle/>
            <a:p>
              <a:pPr algn="ctr"/>
              <a:endParaRPr lang="en-US" sz="1701"/>
            </a:p>
          </p:txBody>
        </p:sp>
        <p:sp>
          <p:nvSpPr>
            <p:cNvPr id="891" name="Freeform 890">
              <a:extLst>
                <a:ext uri="{FF2B5EF4-FFF2-40B4-BE49-F238E27FC236}">
                  <a16:creationId xmlns:a16="http://schemas.microsoft.com/office/drawing/2014/main" id="{A708B297-B758-E6E8-EC1A-024DD8CF6389}"/>
                </a:ext>
              </a:extLst>
            </p:cNvPr>
            <p:cNvSpPr/>
            <p:nvPr/>
          </p:nvSpPr>
          <p:spPr>
            <a:xfrm>
              <a:off x="6038493" y="1541031"/>
              <a:ext cx="28701" cy="28701"/>
            </a:xfrm>
            <a:custGeom>
              <a:avLst/>
              <a:gdLst>
                <a:gd name="csX0" fmla="*/ 28702 w 28701"/>
                <a:gd name="csY0" fmla="*/ 14351 h 28701"/>
                <a:gd name="csX1" fmla="*/ 14351 w 28701"/>
                <a:gd name="csY1" fmla="*/ 28702 h 28701"/>
                <a:gd name="csX2" fmla="*/ 0 w 28701"/>
                <a:gd name="csY2" fmla="*/ 14351 h 28701"/>
                <a:gd name="csX3" fmla="*/ 14351 w 28701"/>
                <a:gd name="csY3" fmla="*/ 0 h 28701"/>
                <a:gd name="csX4" fmla="*/ 28702 w 28701"/>
                <a:gd name="csY4" fmla="*/ 14351 h 28701"/>
              </a:gdLst>
              <a:ahLst/>
              <a:cxnLst>
                <a:cxn ang="0">
                  <a:pos x="csX0" y="csY0"/>
                </a:cxn>
                <a:cxn ang="0">
                  <a:pos x="csX1" y="csY1"/>
                </a:cxn>
                <a:cxn ang="0">
                  <a:pos x="csX2" y="csY2"/>
                </a:cxn>
                <a:cxn ang="0">
                  <a:pos x="csX3" y="csY3"/>
                </a:cxn>
                <a:cxn ang="0">
                  <a:pos x="csX4" y="csY4"/>
                </a:cxn>
              </a:cxnLst>
              <a:rect l="l" t="t" r="r" b="b"/>
              <a:pathLst>
                <a:path w="28701" h="28701">
                  <a:moveTo>
                    <a:pt x="28702" y="14351"/>
                  </a:moveTo>
                  <a:cubicBezTo>
                    <a:pt x="28702" y="22277"/>
                    <a:pt x="22277" y="28702"/>
                    <a:pt x="14351" y="28702"/>
                  </a:cubicBezTo>
                  <a:cubicBezTo>
                    <a:pt x="6425" y="28702"/>
                    <a:pt x="0" y="22277"/>
                    <a:pt x="0" y="14351"/>
                  </a:cubicBezTo>
                  <a:cubicBezTo>
                    <a:pt x="0" y="6425"/>
                    <a:pt x="6425" y="0"/>
                    <a:pt x="14351" y="0"/>
                  </a:cubicBezTo>
                  <a:cubicBezTo>
                    <a:pt x="22277" y="0"/>
                    <a:pt x="28702" y="6425"/>
                    <a:pt x="28702" y="14351"/>
                  </a:cubicBezTo>
                  <a:close/>
                </a:path>
              </a:pathLst>
            </a:custGeom>
            <a:solidFill>
              <a:srgbClr val="6037F9"/>
            </a:solidFill>
            <a:ln w="11430" cap="rnd">
              <a:solidFill>
                <a:srgbClr val="6037F9"/>
              </a:solidFill>
              <a:prstDash val="solid"/>
              <a:round/>
            </a:ln>
          </p:spPr>
          <p:txBody>
            <a:bodyPr/>
            <a:lstStyle/>
            <a:p>
              <a:pPr algn="ctr"/>
              <a:endParaRPr lang="en-US" sz="1701"/>
            </a:p>
          </p:txBody>
        </p:sp>
        <p:sp>
          <p:nvSpPr>
            <p:cNvPr id="892" name="Freeform 891">
              <a:extLst>
                <a:ext uri="{FF2B5EF4-FFF2-40B4-BE49-F238E27FC236}">
                  <a16:creationId xmlns:a16="http://schemas.microsoft.com/office/drawing/2014/main" id="{E60B313F-D472-0144-A0B0-3CBA729803E0}"/>
                </a:ext>
              </a:extLst>
            </p:cNvPr>
            <p:cNvSpPr/>
            <p:nvPr/>
          </p:nvSpPr>
          <p:spPr>
            <a:xfrm>
              <a:off x="6046748" y="1304683"/>
              <a:ext cx="12191" cy="12192"/>
            </a:xfrm>
            <a:custGeom>
              <a:avLst/>
              <a:gdLst>
                <a:gd name="csX0" fmla="*/ 12192 w 12191"/>
                <a:gd name="csY0" fmla="*/ 6096 h 12192"/>
                <a:gd name="csX1" fmla="*/ 6096 w 12191"/>
                <a:gd name="csY1" fmla="*/ 12192 h 12192"/>
                <a:gd name="csX2" fmla="*/ 0 w 12191"/>
                <a:gd name="csY2" fmla="*/ 6096 h 12192"/>
                <a:gd name="csX3" fmla="*/ 6096 w 12191"/>
                <a:gd name="csY3" fmla="*/ 0 h 12192"/>
                <a:gd name="csX4" fmla="*/ 12192 w 12191"/>
                <a:gd name="csY4" fmla="*/ 6096 h 12192"/>
              </a:gdLst>
              <a:ahLst/>
              <a:cxnLst>
                <a:cxn ang="0">
                  <a:pos x="csX0" y="csY0"/>
                </a:cxn>
                <a:cxn ang="0">
                  <a:pos x="csX1" y="csY1"/>
                </a:cxn>
                <a:cxn ang="0">
                  <a:pos x="csX2" y="csY2"/>
                </a:cxn>
                <a:cxn ang="0">
                  <a:pos x="csX3" y="csY3"/>
                </a:cxn>
                <a:cxn ang="0">
                  <a:pos x="csX4" y="csY4"/>
                </a:cxn>
              </a:cxnLst>
              <a:rect l="l" t="t" r="r" b="b"/>
              <a:pathLst>
                <a:path w="12191" h="12192">
                  <a:moveTo>
                    <a:pt x="12192" y="6096"/>
                  </a:moveTo>
                  <a:cubicBezTo>
                    <a:pt x="12192" y="9463"/>
                    <a:pt x="9463" y="12192"/>
                    <a:pt x="6096" y="12192"/>
                  </a:cubicBezTo>
                  <a:cubicBezTo>
                    <a:pt x="2729" y="12192"/>
                    <a:pt x="0" y="9463"/>
                    <a:pt x="0" y="6096"/>
                  </a:cubicBezTo>
                  <a:cubicBezTo>
                    <a:pt x="0" y="2729"/>
                    <a:pt x="2729" y="0"/>
                    <a:pt x="6096" y="0"/>
                  </a:cubicBezTo>
                  <a:cubicBezTo>
                    <a:pt x="9463" y="0"/>
                    <a:pt x="12192" y="2729"/>
                    <a:pt x="12192" y="6096"/>
                  </a:cubicBezTo>
                  <a:close/>
                </a:path>
              </a:pathLst>
            </a:custGeom>
            <a:solidFill>
              <a:srgbClr val="B79DE2"/>
            </a:solidFill>
            <a:ln w="11430" cap="rnd">
              <a:solidFill>
                <a:srgbClr val="B79DE2"/>
              </a:solidFill>
              <a:prstDash val="solid"/>
              <a:round/>
            </a:ln>
          </p:spPr>
          <p:txBody>
            <a:bodyPr/>
            <a:lstStyle/>
            <a:p>
              <a:pPr algn="ctr"/>
              <a:endParaRPr lang="en-US" sz="1701"/>
            </a:p>
          </p:txBody>
        </p:sp>
        <p:sp>
          <p:nvSpPr>
            <p:cNvPr id="893" name="Freeform 892">
              <a:extLst>
                <a:ext uri="{FF2B5EF4-FFF2-40B4-BE49-F238E27FC236}">
                  <a16:creationId xmlns:a16="http://schemas.microsoft.com/office/drawing/2014/main" id="{9E13A430-1A12-AFE0-791C-DC32321A5657}"/>
                </a:ext>
              </a:extLst>
            </p:cNvPr>
            <p:cNvSpPr/>
            <p:nvPr/>
          </p:nvSpPr>
          <p:spPr>
            <a:xfrm>
              <a:off x="6045605" y="1058939"/>
              <a:ext cx="14477" cy="14477"/>
            </a:xfrm>
            <a:custGeom>
              <a:avLst/>
              <a:gdLst>
                <a:gd name="csX0" fmla="*/ 14478 w 14477"/>
                <a:gd name="csY0" fmla="*/ 7239 h 14477"/>
                <a:gd name="csX1" fmla="*/ 7239 w 14477"/>
                <a:gd name="csY1" fmla="*/ 14478 h 14477"/>
                <a:gd name="csX2" fmla="*/ 0 w 14477"/>
                <a:gd name="csY2" fmla="*/ 7239 h 14477"/>
                <a:gd name="csX3" fmla="*/ 7239 w 14477"/>
                <a:gd name="csY3" fmla="*/ 0 h 14477"/>
                <a:gd name="csX4" fmla="*/ 14478 w 14477"/>
                <a:gd name="csY4" fmla="*/ 7239 h 14477"/>
              </a:gdLst>
              <a:ahLst/>
              <a:cxnLst>
                <a:cxn ang="0">
                  <a:pos x="csX0" y="csY0"/>
                </a:cxn>
                <a:cxn ang="0">
                  <a:pos x="csX1" y="csY1"/>
                </a:cxn>
                <a:cxn ang="0">
                  <a:pos x="csX2" y="csY2"/>
                </a:cxn>
                <a:cxn ang="0">
                  <a:pos x="csX3" y="csY3"/>
                </a:cxn>
                <a:cxn ang="0">
                  <a:pos x="csX4" y="csY4"/>
                </a:cxn>
              </a:cxnLst>
              <a:rect l="l" t="t" r="r" b="b"/>
              <a:pathLst>
                <a:path w="14477" h="14477">
                  <a:moveTo>
                    <a:pt x="14478" y="7239"/>
                  </a:moveTo>
                  <a:cubicBezTo>
                    <a:pt x="14478" y="11237"/>
                    <a:pt x="11237" y="14478"/>
                    <a:pt x="7239" y="14478"/>
                  </a:cubicBezTo>
                  <a:cubicBezTo>
                    <a:pt x="3241" y="14478"/>
                    <a:pt x="0" y="11237"/>
                    <a:pt x="0" y="7239"/>
                  </a:cubicBezTo>
                  <a:cubicBezTo>
                    <a:pt x="0" y="3241"/>
                    <a:pt x="3241" y="0"/>
                    <a:pt x="7239" y="0"/>
                  </a:cubicBezTo>
                  <a:cubicBezTo>
                    <a:pt x="11237" y="0"/>
                    <a:pt x="14478" y="3241"/>
                    <a:pt x="14478" y="7239"/>
                  </a:cubicBezTo>
                  <a:close/>
                </a:path>
              </a:pathLst>
            </a:custGeom>
            <a:solidFill>
              <a:srgbClr val="C2B1DD"/>
            </a:solidFill>
            <a:ln w="11430" cap="rnd">
              <a:solidFill>
                <a:srgbClr val="C2B1DD"/>
              </a:solidFill>
              <a:prstDash val="solid"/>
              <a:round/>
            </a:ln>
          </p:spPr>
          <p:txBody>
            <a:bodyPr/>
            <a:lstStyle/>
            <a:p>
              <a:pPr algn="ctr"/>
              <a:endParaRPr lang="en-US" sz="1701"/>
            </a:p>
          </p:txBody>
        </p:sp>
        <p:sp>
          <p:nvSpPr>
            <p:cNvPr id="894" name="Freeform 893">
              <a:extLst>
                <a:ext uri="{FF2B5EF4-FFF2-40B4-BE49-F238E27FC236}">
                  <a16:creationId xmlns:a16="http://schemas.microsoft.com/office/drawing/2014/main" id="{B1D5C4B4-E75C-73D4-0993-3BC8468001D9}"/>
                </a:ext>
              </a:extLst>
            </p:cNvPr>
            <p:cNvSpPr/>
            <p:nvPr/>
          </p:nvSpPr>
          <p:spPr>
            <a:xfrm>
              <a:off x="6009918" y="778649"/>
              <a:ext cx="85851" cy="85852"/>
            </a:xfrm>
            <a:custGeom>
              <a:avLst/>
              <a:gdLst>
                <a:gd name="csX0" fmla="*/ 85852 w 85851"/>
                <a:gd name="csY0" fmla="*/ 42926 h 85852"/>
                <a:gd name="csX1" fmla="*/ 42926 w 85851"/>
                <a:gd name="csY1" fmla="*/ 85852 h 85852"/>
                <a:gd name="csX2" fmla="*/ 0 w 85851"/>
                <a:gd name="csY2" fmla="*/ 42926 h 85852"/>
                <a:gd name="csX3" fmla="*/ 42926 w 85851"/>
                <a:gd name="csY3" fmla="*/ 0 h 85852"/>
                <a:gd name="csX4" fmla="*/ 85852 w 85851"/>
                <a:gd name="csY4" fmla="*/ 42926 h 85852"/>
              </a:gdLst>
              <a:ahLst/>
              <a:cxnLst>
                <a:cxn ang="0">
                  <a:pos x="csX0" y="csY0"/>
                </a:cxn>
                <a:cxn ang="0">
                  <a:pos x="csX1" y="csY1"/>
                </a:cxn>
                <a:cxn ang="0">
                  <a:pos x="csX2" y="csY2"/>
                </a:cxn>
                <a:cxn ang="0">
                  <a:pos x="csX3" y="csY3"/>
                </a:cxn>
                <a:cxn ang="0">
                  <a:pos x="csX4" y="csY4"/>
                </a:cxn>
              </a:cxnLst>
              <a:rect l="l" t="t" r="r" b="b"/>
              <a:pathLst>
                <a:path w="85851" h="85852">
                  <a:moveTo>
                    <a:pt x="85852" y="42926"/>
                  </a:moveTo>
                  <a:cubicBezTo>
                    <a:pt x="85852" y="66633"/>
                    <a:pt x="66633" y="85852"/>
                    <a:pt x="42926" y="85852"/>
                  </a:cubicBezTo>
                  <a:cubicBezTo>
                    <a:pt x="19218" y="85852"/>
                    <a:pt x="0" y="66633"/>
                    <a:pt x="0" y="42926"/>
                  </a:cubicBezTo>
                  <a:cubicBezTo>
                    <a:pt x="0" y="19219"/>
                    <a:pt x="19218" y="0"/>
                    <a:pt x="42926" y="0"/>
                  </a:cubicBezTo>
                  <a:cubicBezTo>
                    <a:pt x="66633" y="0"/>
                    <a:pt x="85852" y="19219"/>
                    <a:pt x="85852" y="42926"/>
                  </a:cubicBezTo>
                  <a:close/>
                </a:path>
              </a:pathLst>
            </a:custGeom>
            <a:solidFill>
              <a:srgbClr val="794EF5"/>
            </a:solidFill>
            <a:ln w="11430" cap="rnd">
              <a:solidFill>
                <a:srgbClr val="794EF5"/>
              </a:solidFill>
              <a:prstDash val="solid"/>
              <a:round/>
            </a:ln>
          </p:spPr>
          <p:txBody>
            <a:bodyPr/>
            <a:lstStyle/>
            <a:p>
              <a:pPr algn="ctr"/>
              <a:endParaRPr lang="en-US" sz="1701"/>
            </a:p>
          </p:txBody>
        </p:sp>
        <p:sp>
          <p:nvSpPr>
            <p:cNvPr id="895" name="Freeform 894">
              <a:extLst>
                <a:ext uri="{FF2B5EF4-FFF2-40B4-BE49-F238E27FC236}">
                  <a16:creationId xmlns:a16="http://schemas.microsoft.com/office/drawing/2014/main" id="{E31271EC-31C1-4328-1FC4-BE636FB09862}"/>
                </a:ext>
              </a:extLst>
            </p:cNvPr>
            <p:cNvSpPr/>
            <p:nvPr/>
          </p:nvSpPr>
          <p:spPr>
            <a:xfrm>
              <a:off x="6002679" y="526809"/>
              <a:ext cx="100329" cy="100330"/>
            </a:xfrm>
            <a:custGeom>
              <a:avLst/>
              <a:gdLst>
                <a:gd name="csX0" fmla="*/ 100330 w 100329"/>
                <a:gd name="csY0" fmla="*/ 50165 h 100330"/>
                <a:gd name="csX1" fmla="*/ 50165 w 100329"/>
                <a:gd name="csY1" fmla="*/ 100330 h 100330"/>
                <a:gd name="csX2" fmla="*/ 0 w 100329"/>
                <a:gd name="csY2" fmla="*/ 50165 h 100330"/>
                <a:gd name="csX3" fmla="*/ 50165 w 100329"/>
                <a:gd name="csY3" fmla="*/ 0 h 100330"/>
                <a:gd name="csX4" fmla="*/ 100330 w 100329"/>
                <a:gd name="csY4" fmla="*/ 50165 h 100330"/>
              </a:gdLst>
              <a:ahLst/>
              <a:cxnLst>
                <a:cxn ang="0">
                  <a:pos x="csX0" y="csY0"/>
                </a:cxn>
                <a:cxn ang="0">
                  <a:pos x="csX1" y="csY1"/>
                </a:cxn>
                <a:cxn ang="0">
                  <a:pos x="csX2" y="csY2"/>
                </a:cxn>
                <a:cxn ang="0">
                  <a:pos x="csX3" y="csY3"/>
                </a:cxn>
                <a:cxn ang="0">
                  <a:pos x="csX4" y="csY4"/>
                </a:cxn>
              </a:cxnLst>
              <a:rect l="l" t="t" r="r" b="b"/>
              <a:pathLst>
                <a:path w="100329" h="100330">
                  <a:moveTo>
                    <a:pt x="100330" y="50165"/>
                  </a:moveTo>
                  <a:cubicBezTo>
                    <a:pt x="100330" y="77870"/>
                    <a:pt x="77870" y="100330"/>
                    <a:pt x="50165" y="100330"/>
                  </a:cubicBezTo>
                  <a:cubicBezTo>
                    <a:pt x="22460" y="100330"/>
                    <a:pt x="0" y="77870"/>
                    <a:pt x="0" y="50165"/>
                  </a:cubicBezTo>
                  <a:cubicBezTo>
                    <a:pt x="0" y="22460"/>
                    <a:pt x="22460" y="0"/>
                    <a:pt x="50165" y="0"/>
                  </a:cubicBezTo>
                  <a:cubicBezTo>
                    <a:pt x="77870" y="0"/>
                    <a:pt x="100330" y="22460"/>
                    <a:pt x="100330" y="50165"/>
                  </a:cubicBezTo>
                  <a:close/>
                </a:path>
              </a:pathLst>
            </a:custGeom>
            <a:solidFill>
              <a:srgbClr val="0000FF"/>
            </a:solidFill>
            <a:ln w="11430" cap="rnd">
              <a:solidFill>
                <a:srgbClr val="0000FF"/>
              </a:solidFill>
              <a:prstDash val="solid"/>
              <a:round/>
            </a:ln>
          </p:spPr>
          <p:txBody>
            <a:bodyPr/>
            <a:lstStyle/>
            <a:p>
              <a:pPr algn="ctr"/>
              <a:endParaRPr lang="en-US" sz="1701"/>
            </a:p>
          </p:txBody>
        </p:sp>
        <p:sp>
          <p:nvSpPr>
            <p:cNvPr id="896" name="Freeform 895">
              <a:extLst>
                <a:ext uri="{FF2B5EF4-FFF2-40B4-BE49-F238E27FC236}">
                  <a16:creationId xmlns:a16="http://schemas.microsoft.com/office/drawing/2014/main" id="{66C3A520-EFF9-936E-E3C3-807D0987B7B6}"/>
                </a:ext>
              </a:extLst>
            </p:cNvPr>
            <p:cNvSpPr/>
            <p:nvPr/>
          </p:nvSpPr>
          <p:spPr>
            <a:xfrm>
              <a:off x="6041160" y="320688"/>
              <a:ext cx="23367" cy="23368"/>
            </a:xfrm>
            <a:custGeom>
              <a:avLst/>
              <a:gdLst>
                <a:gd name="csX0" fmla="*/ 23368 w 23367"/>
                <a:gd name="csY0" fmla="*/ 11684 h 23368"/>
                <a:gd name="csX1" fmla="*/ 11684 w 23367"/>
                <a:gd name="csY1" fmla="*/ 23368 h 23368"/>
                <a:gd name="csX2" fmla="*/ 0 w 23367"/>
                <a:gd name="csY2" fmla="*/ 11684 h 23368"/>
                <a:gd name="csX3" fmla="*/ 11684 w 23367"/>
                <a:gd name="csY3" fmla="*/ 0 h 23368"/>
                <a:gd name="csX4" fmla="*/ 23368 w 23367"/>
                <a:gd name="csY4" fmla="*/ 11684 h 23368"/>
              </a:gdLst>
              <a:ahLst/>
              <a:cxnLst>
                <a:cxn ang="0">
                  <a:pos x="csX0" y="csY0"/>
                </a:cxn>
                <a:cxn ang="0">
                  <a:pos x="csX1" y="csY1"/>
                </a:cxn>
                <a:cxn ang="0">
                  <a:pos x="csX2" y="csY2"/>
                </a:cxn>
                <a:cxn ang="0">
                  <a:pos x="csX3" y="csY3"/>
                </a:cxn>
                <a:cxn ang="0">
                  <a:pos x="csX4" y="csY4"/>
                </a:cxn>
              </a:cxnLst>
              <a:rect l="l" t="t" r="r" b="b"/>
              <a:pathLst>
                <a:path w="23367" h="23368">
                  <a:moveTo>
                    <a:pt x="23368" y="11684"/>
                  </a:moveTo>
                  <a:cubicBezTo>
                    <a:pt x="23368" y="18137"/>
                    <a:pt x="18137" y="23368"/>
                    <a:pt x="11684" y="23368"/>
                  </a:cubicBezTo>
                  <a:cubicBezTo>
                    <a:pt x="5231" y="23368"/>
                    <a:pt x="0" y="18137"/>
                    <a:pt x="0" y="11684"/>
                  </a:cubicBezTo>
                  <a:cubicBezTo>
                    <a:pt x="0" y="5231"/>
                    <a:pt x="5231" y="0"/>
                    <a:pt x="11684" y="0"/>
                  </a:cubicBezTo>
                  <a:cubicBezTo>
                    <a:pt x="18137" y="0"/>
                    <a:pt x="23368" y="5231"/>
                    <a:pt x="23368" y="11684"/>
                  </a:cubicBezTo>
                  <a:close/>
                </a:path>
              </a:pathLst>
            </a:custGeom>
            <a:solidFill>
              <a:srgbClr val="D3D3D3"/>
            </a:solidFill>
            <a:ln w="11430" cap="rnd">
              <a:solidFill>
                <a:srgbClr val="D3D3D3"/>
              </a:solidFill>
              <a:prstDash val="solid"/>
              <a:round/>
            </a:ln>
          </p:spPr>
          <p:txBody>
            <a:bodyPr/>
            <a:lstStyle/>
            <a:p>
              <a:pPr algn="ctr"/>
              <a:endParaRPr lang="en-US" sz="1701"/>
            </a:p>
          </p:txBody>
        </p:sp>
        <p:sp>
          <p:nvSpPr>
            <p:cNvPr id="897" name="Freeform 896">
              <a:extLst>
                <a:ext uri="{FF2B5EF4-FFF2-40B4-BE49-F238E27FC236}">
                  <a16:creationId xmlns:a16="http://schemas.microsoft.com/office/drawing/2014/main" id="{A89E50DD-23CC-E7E8-C791-A746F77B7595}"/>
                </a:ext>
              </a:extLst>
            </p:cNvPr>
            <p:cNvSpPr/>
            <p:nvPr/>
          </p:nvSpPr>
          <p:spPr>
            <a:xfrm>
              <a:off x="6290334" y="3987051"/>
              <a:ext cx="28448" cy="28448"/>
            </a:xfrm>
            <a:custGeom>
              <a:avLst/>
              <a:gdLst>
                <a:gd name="csX0" fmla="*/ 28448 w 28448"/>
                <a:gd name="csY0" fmla="*/ 14224 h 28448"/>
                <a:gd name="csX1" fmla="*/ 14224 w 28448"/>
                <a:gd name="csY1" fmla="*/ 28448 h 28448"/>
                <a:gd name="csX2" fmla="*/ 0 w 28448"/>
                <a:gd name="csY2" fmla="*/ 14224 h 28448"/>
                <a:gd name="csX3" fmla="*/ 14224 w 28448"/>
                <a:gd name="csY3" fmla="*/ 0 h 28448"/>
                <a:gd name="csX4" fmla="*/ 28448 w 28448"/>
                <a:gd name="csY4" fmla="*/ 14224 h 28448"/>
              </a:gdLst>
              <a:ahLst/>
              <a:cxnLst>
                <a:cxn ang="0">
                  <a:pos x="csX0" y="csY0"/>
                </a:cxn>
                <a:cxn ang="0">
                  <a:pos x="csX1" y="csY1"/>
                </a:cxn>
                <a:cxn ang="0">
                  <a:pos x="csX2" y="csY2"/>
                </a:cxn>
                <a:cxn ang="0">
                  <a:pos x="csX3" y="csY3"/>
                </a:cxn>
                <a:cxn ang="0">
                  <a:pos x="csX4" y="csY4"/>
                </a:cxn>
              </a:cxnLst>
              <a:rect l="l" t="t" r="r" b="b"/>
              <a:pathLst>
                <a:path w="28448" h="28448">
                  <a:moveTo>
                    <a:pt x="28448" y="14224"/>
                  </a:moveTo>
                  <a:cubicBezTo>
                    <a:pt x="28448" y="22080"/>
                    <a:pt x="22080" y="28448"/>
                    <a:pt x="14224" y="28448"/>
                  </a:cubicBezTo>
                  <a:cubicBezTo>
                    <a:pt x="6368" y="28448"/>
                    <a:pt x="0" y="22080"/>
                    <a:pt x="0" y="14224"/>
                  </a:cubicBezTo>
                  <a:cubicBezTo>
                    <a:pt x="0" y="6368"/>
                    <a:pt x="6368" y="0"/>
                    <a:pt x="14224" y="0"/>
                  </a:cubicBezTo>
                  <a:cubicBezTo>
                    <a:pt x="22080" y="0"/>
                    <a:pt x="28448" y="6368"/>
                    <a:pt x="28448" y="14224"/>
                  </a:cubicBezTo>
                  <a:close/>
                </a:path>
              </a:pathLst>
            </a:custGeom>
            <a:solidFill>
              <a:srgbClr val="B296E4"/>
            </a:solidFill>
            <a:ln w="11430" cap="rnd">
              <a:solidFill>
                <a:srgbClr val="B296E4"/>
              </a:solidFill>
              <a:prstDash val="solid"/>
              <a:round/>
            </a:ln>
          </p:spPr>
          <p:txBody>
            <a:bodyPr/>
            <a:lstStyle/>
            <a:p>
              <a:pPr algn="ctr"/>
              <a:endParaRPr lang="en-US" sz="1701"/>
            </a:p>
          </p:txBody>
        </p:sp>
        <p:sp>
          <p:nvSpPr>
            <p:cNvPr id="898" name="Freeform 897">
              <a:extLst>
                <a:ext uri="{FF2B5EF4-FFF2-40B4-BE49-F238E27FC236}">
                  <a16:creationId xmlns:a16="http://schemas.microsoft.com/office/drawing/2014/main" id="{F9C209C9-FAA0-B72F-D056-18C5230FC7ED}"/>
                </a:ext>
              </a:extLst>
            </p:cNvPr>
            <p:cNvSpPr/>
            <p:nvPr/>
          </p:nvSpPr>
          <p:spPr>
            <a:xfrm>
              <a:off x="6261378" y="3713493"/>
              <a:ext cx="86360" cy="86359"/>
            </a:xfrm>
            <a:custGeom>
              <a:avLst/>
              <a:gdLst>
                <a:gd name="csX0" fmla="*/ 86360 w 86360"/>
                <a:gd name="csY0" fmla="*/ 43180 h 86359"/>
                <a:gd name="csX1" fmla="*/ 43180 w 86360"/>
                <a:gd name="csY1" fmla="*/ 86360 h 86359"/>
                <a:gd name="csX2" fmla="*/ 0 w 86360"/>
                <a:gd name="csY2" fmla="*/ 43180 h 86359"/>
                <a:gd name="csX3" fmla="*/ 43180 w 86360"/>
                <a:gd name="csY3" fmla="*/ 0 h 86359"/>
                <a:gd name="csX4" fmla="*/ 86360 w 86360"/>
                <a:gd name="csY4" fmla="*/ 43180 h 86359"/>
              </a:gdLst>
              <a:ahLst/>
              <a:cxnLst>
                <a:cxn ang="0">
                  <a:pos x="csX0" y="csY0"/>
                </a:cxn>
                <a:cxn ang="0">
                  <a:pos x="csX1" y="csY1"/>
                </a:cxn>
                <a:cxn ang="0">
                  <a:pos x="csX2" y="csY2"/>
                </a:cxn>
                <a:cxn ang="0">
                  <a:pos x="csX3" y="csY3"/>
                </a:cxn>
                <a:cxn ang="0">
                  <a:pos x="csX4" y="csY4"/>
                </a:cxn>
              </a:cxnLst>
              <a:rect l="l" t="t" r="r" b="b"/>
              <a:pathLst>
                <a:path w="86360" h="86359">
                  <a:moveTo>
                    <a:pt x="86360" y="43180"/>
                  </a:moveTo>
                  <a:cubicBezTo>
                    <a:pt x="86360" y="67028"/>
                    <a:pt x="67028" y="86360"/>
                    <a:pt x="43180" y="86360"/>
                  </a:cubicBezTo>
                  <a:cubicBezTo>
                    <a:pt x="19333" y="86360"/>
                    <a:pt x="0" y="67028"/>
                    <a:pt x="0" y="43180"/>
                  </a:cubicBezTo>
                  <a:cubicBezTo>
                    <a:pt x="0" y="19332"/>
                    <a:pt x="19333" y="0"/>
                    <a:pt x="43180" y="0"/>
                  </a:cubicBezTo>
                  <a:cubicBezTo>
                    <a:pt x="67028" y="0"/>
                    <a:pt x="86360" y="19332"/>
                    <a:pt x="86360" y="43180"/>
                  </a:cubicBezTo>
                  <a:close/>
                </a:path>
              </a:pathLst>
            </a:custGeom>
            <a:solidFill>
              <a:srgbClr val="AA89E8"/>
            </a:solidFill>
            <a:ln w="11430" cap="rnd">
              <a:solidFill>
                <a:srgbClr val="AA89E8"/>
              </a:solidFill>
              <a:prstDash val="solid"/>
              <a:round/>
            </a:ln>
          </p:spPr>
          <p:txBody>
            <a:bodyPr/>
            <a:lstStyle/>
            <a:p>
              <a:pPr algn="ctr"/>
              <a:endParaRPr lang="en-US" sz="1701"/>
            </a:p>
          </p:txBody>
        </p:sp>
        <p:sp>
          <p:nvSpPr>
            <p:cNvPr id="899" name="Freeform 898">
              <a:extLst>
                <a:ext uri="{FF2B5EF4-FFF2-40B4-BE49-F238E27FC236}">
                  <a16:creationId xmlns:a16="http://schemas.microsoft.com/office/drawing/2014/main" id="{2384FBEF-857D-5B69-7FCD-DC5A12F9DC25}"/>
                </a:ext>
              </a:extLst>
            </p:cNvPr>
            <p:cNvSpPr/>
            <p:nvPr/>
          </p:nvSpPr>
          <p:spPr>
            <a:xfrm>
              <a:off x="6243852" y="3451365"/>
              <a:ext cx="121412" cy="121411"/>
            </a:xfrm>
            <a:custGeom>
              <a:avLst/>
              <a:gdLst>
                <a:gd name="csX0" fmla="*/ 121412 w 121412"/>
                <a:gd name="csY0" fmla="*/ 60706 h 121411"/>
                <a:gd name="csX1" fmla="*/ 60706 w 121412"/>
                <a:gd name="csY1" fmla="*/ 121412 h 121411"/>
                <a:gd name="csX2" fmla="*/ 0 w 121412"/>
                <a:gd name="csY2" fmla="*/ 60706 h 121411"/>
                <a:gd name="csX3" fmla="*/ 60706 w 121412"/>
                <a:gd name="csY3" fmla="*/ 0 h 121411"/>
                <a:gd name="csX4" fmla="*/ 121412 w 121412"/>
                <a:gd name="csY4" fmla="*/ 60706 h 121411"/>
              </a:gdLst>
              <a:ahLst/>
              <a:cxnLst>
                <a:cxn ang="0">
                  <a:pos x="csX0" y="csY0"/>
                </a:cxn>
                <a:cxn ang="0">
                  <a:pos x="csX1" y="csY1"/>
                </a:cxn>
                <a:cxn ang="0">
                  <a:pos x="csX2" y="csY2"/>
                </a:cxn>
                <a:cxn ang="0">
                  <a:pos x="csX3" y="csY3"/>
                </a:cxn>
                <a:cxn ang="0">
                  <a:pos x="csX4" y="csY4"/>
                </a:cxn>
              </a:cxnLst>
              <a:rect l="l" t="t" r="r" b="b"/>
              <a:pathLst>
                <a:path w="121412" h="121411">
                  <a:moveTo>
                    <a:pt x="121412" y="60706"/>
                  </a:moveTo>
                  <a:cubicBezTo>
                    <a:pt x="121412" y="94233"/>
                    <a:pt x="94233" y="121412"/>
                    <a:pt x="60706" y="121412"/>
                  </a:cubicBezTo>
                  <a:cubicBezTo>
                    <a:pt x="27179" y="121412"/>
                    <a:pt x="0" y="94233"/>
                    <a:pt x="0" y="60706"/>
                  </a:cubicBezTo>
                  <a:cubicBezTo>
                    <a:pt x="0" y="27179"/>
                    <a:pt x="27179" y="0"/>
                    <a:pt x="60706" y="0"/>
                  </a:cubicBezTo>
                  <a:cubicBezTo>
                    <a:pt x="94233" y="0"/>
                    <a:pt x="121412" y="27179"/>
                    <a:pt x="121412" y="60706"/>
                  </a:cubicBezTo>
                  <a:close/>
                </a:path>
              </a:pathLst>
            </a:custGeom>
            <a:solidFill>
              <a:srgbClr val="542EFA"/>
            </a:solidFill>
            <a:ln w="11430" cap="rnd">
              <a:solidFill>
                <a:srgbClr val="542EFA"/>
              </a:solidFill>
              <a:prstDash val="solid"/>
              <a:round/>
            </a:ln>
          </p:spPr>
          <p:txBody>
            <a:bodyPr/>
            <a:lstStyle/>
            <a:p>
              <a:pPr algn="ctr"/>
              <a:endParaRPr lang="en-US" sz="1701"/>
            </a:p>
          </p:txBody>
        </p:sp>
        <p:sp>
          <p:nvSpPr>
            <p:cNvPr id="900" name="Freeform 899">
              <a:extLst>
                <a:ext uri="{FF2B5EF4-FFF2-40B4-BE49-F238E27FC236}">
                  <a16:creationId xmlns:a16="http://schemas.microsoft.com/office/drawing/2014/main" id="{A9E22841-9353-73A0-9395-98F8A9A1FF4E}"/>
                </a:ext>
              </a:extLst>
            </p:cNvPr>
            <p:cNvSpPr/>
            <p:nvPr/>
          </p:nvSpPr>
          <p:spPr>
            <a:xfrm>
              <a:off x="6295668" y="3258579"/>
              <a:ext cx="17779" cy="17779"/>
            </a:xfrm>
            <a:custGeom>
              <a:avLst/>
              <a:gdLst>
                <a:gd name="csX0" fmla="*/ 17780 w 17779"/>
                <a:gd name="csY0" fmla="*/ 8890 h 17779"/>
                <a:gd name="csX1" fmla="*/ 8890 w 17779"/>
                <a:gd name="csY1" fmla="*/ 17780 h 17779"/>
                <a:gd name="csX2" fmla="*/ 0 w 17779"/>
                <a:gd name="csY2" fmla="*/ 8890 h 17779"/>
                <a:gd name="csX3" fmla="*/ 8890 w 17779"/>
                <a:gd name="csY3" fmla="*/ 0 h 17779"/>
                <a:gd name="csX4" fmla="*/ 17780 w 17779"/>
                <a:gd name="csY4" fmla="*/ 8890 h 17779"/>
              </a:gdLst>
              <a:ahLst/>
              <a:cxnLst>
                <a:cxn ang="0">
                  <a:pos x="csX0" y="csY0"/>
                </a:cxn>
                <a:cxn ang="0">
                  <a:pos x="csX1" y="csY1"/>
                </a:cxn>
                <a:cxn ang="0">
                  <a:pos x="csX2" y="csY2"/>
                </a:cxn>
                <a:cxn ang="0">
                  <a:pos x="csX3" y="csY3"/>
                </a:cxn>
                <a:cxn ang="0">
                  <a:pos x="csX4" y="csY4"/>
                </a:cxn>
              </a:cxnLst>
              <a:rect l="l" t="t" r="r" b="b"/>
              <a:pathLst>
                <a:path w="17779" h="17779">
                  <a:moveTo>
                    <a:pt x="17780" y="8890"/>
                  </a:moveTo>
                  <a:cubicBezTo>
                    <a:pt x="17780" y="13800"/>
                    <a:pt x="13800" y="17780"/>
                    <a:pt x="8890" y="17780"/>
                  </a:cubicBezTo>
                  <a:cubicBezTo>
                    <a:pt x="3980" y="17780"/>
                    <a:pt x="0" y="13800"/>
                    <a:pt x="0" y="8890"/>
                  </a:cubicBezTo>
                  <a:cubicBezTo>
                    <a:pt x="0" y="3980"/>
                    <a:pt x="3980" y="0"/>
                    <a:pt x="8890" y="0"/>
                  </a:cubicBezTo>
                  <a:cubicBezTo>
                    <a:pt x="13800" y="0"/>
                    <a:pt x="17780" y="3980"/>
                    <a:pt x="17780" y="8890"/>
                  </a:cubicBezTo>
                  <a:close/>
                </a:path>
              </a:pathLst>
            </a:custGeom>
            <a:solidFill>
              <a:srgbClr val="C3B3DD"/>
            </a:solidFill>
            <a:ln w="11430" cap="rnd">
              <a:solidFill>
                <a:srgbClr val="C3B3DD"/>
              </a:solidFill>
              <a:prstDash val="solid"/>
              <a:round/>
            </a:ln>
          </p:spPr>
          <p:txBody>
            <a:bodyPr/>
            <a:lstStyle/>
            <a:p>
              <a:pPr algn="ctr"/>
              <a:endParaRPr lang="en-US" sz="1701"/>
            </a:p>
          </p:txBody>
        </p:sp>
        <p:sp>
          <p:nvSpPr>
            <p:cNvPr id="901" name="Freeform 900">
              <a:extLst>
                <a:ext uri="{FF2B5EF4-FFF2-40B4-BE49-F238E27FC236}">
                  <a16:creationId xmlns:a16="http://schemas.microsoft.com/office/drawing/2014/main" id="{7DA5A641-7C95-A97C-CA40-40BAEDB02E89}"/>
                </a:ext>
              </a:extLst>
            </p:cNvPr>
            <p:cNvSpPr/>
            <p:nvPr/>
          </p:nvSpPr>
          <p:spPr>
            <a:xfrm>
              <a:off x="6236740" y="2955176"/>
              <a:ext cx="135636" cy="135636"/>
            </a:xfrm>
            <a:custGeom>
              <a:avLst/>
              <a:gdLst>
                <a:gd name="csX0" fmla="*/ 135636 w 135636"/>
                <a:gd name="csY0" fmla="*/ 67818 h 135636"/>
                <a:gd name="csX1" fmla="*/ 67818 w 135636"/>
                <a:gd name="csY1" fmla="*/ 135636 h 135636"/>
                <a:gd name="csX2" fmla="*/ 0 w 135636"/>
                <a:gd name="csY2" fmla="*/ 67818 h 135636"/>
                <a:gd name="csX3" fmla="*/ 67818 w 135636"/>
                <a:gd name="csY3" fmla="*/ 0 h 135636"/>
                <a:gd name="csX4" fmla="*/ 135636 w 135636"/>
                <a:gd name="csY4" fmla="*/ 67818 h 135636"/>
              </a:gdLst>
              <a:ahLst/>
              <a:cxnLst>
                <a:cxn ang="0">
                  <a:pos x="csX0" y="csY0"/>
                </a:cxn>
                <a:cxn ang="0">
                  <a:pos x="csX1" y="csY1"/>
                </a:cxn>
                <a:cxn ang="0">
                  <a:pos x="csX2" y="csY2"/>
                </a:cxn>
                <a:cxn ang="0">
                  <a:pos x="csX3" y="csY3"/>
                </a:cxn>
                <a:cxn ang="0">
                  <a:pos x="csX4" y="csY4"/>
                </a:cxn>
              </a:cxnLst>
              <a:rect l="l" t="t" r="r" b="b"/>
              <a:pathLst>
                <a:path w="135636" h="135636">
                  <a:moveTo>
                    <a:pt x="135636" y="67818"/>
                  </a:moveTo>
                  <a:cubicBezTo>
                    <a:pt x="135636" y="105273"/>
                    <a:pt x="105273" y="135636"/>
                    <a:pt x="67818" y="135636"/>
                  </a:cubicBezTo>
                  <a:cubicBezTo>
                    <a:pt x="30363" y="135636"/>
                    <a:pt x="0" y="105273"/>
                    <a:pt x="0" y="67818"/>
                  </a:cubicBezTo>
                  <a:cubicBezTo>
                    <a:pt x="0" y="30363"/>
                    <a:pt x="30363" y="0"/>
                    <a:pt x="67818" y="0"/>
                  </a:cubicBezTo>
                  <a:cubicBezTo>
                    <a:pt x="105273" y="0"/>
                    <a:pt x="135636" y="30363"/>
                    <a:pt x="135636" y="67818"/>
                  </a:cubicBezTo>
                  <a:close/>
                </a:path>
              </a:pathLst>
            </a:custGeom>
            <a:solidFill>
              <a:srgbClr val="AE90E6"/>
            </a:solidFill>
            <a:ln w="11430" cap="rnd">
              <a:solidFill>
                <a:srgbClr val="AE90E6"/>
              </a:solidFill>
              <a:prstDash val="solid"/>
              <a:round/>
            </a:ln>
          </p:spPr>
          <p:txBody>
            <a:bodyPr/>
            <a:lstStyle/>
            <a:p>
              <a:pPr algn="ctr"/>
              <a:endParaRPr lang="en-US" sz="1701"/>
            </a:p>
          </p:txBody>
        </p:sp>
        <p:sp>
          <p:nvSpPr>
            <p:cNvPr id="902" name="Freeform 901">
              <a:extLst>
                <a:ext uri="{FF2B5EF4-FFF2-40B4-BE49-F238E27FC236}">
                  <a16:creationId xmlns:a16="http://schemas.microsoft.com/office/drawing/2014/main" id="{7CA90652-CD31-1D90-DA80-C5A23B041E33}"/>
                </a:ext>
              </a:extLst>
            </p:cNvPr>
            <p:cNvSpPr/>
            <p:nvPr/>
          </p:nvSpPr>
          <p:spPr>
            <a:xfrm>
              <a:off x="6288556" y="2762390"/>
              <a:ext cx="32003" cy="32003"/>
            </a:xfrm>
            <a:custGeom>
              <a:avLst/>
              <a:gdLst>
                <a:gd name="csX0" fmla="*/ 32004 w 32003"/>
                <a:gd name="csY0" fmla="*/ 16002 h 32003"/>
                <a:gd name="csX1" fmla="*/ 16002 w 32003"/>
                <a:gd name="csY1" fmla="*/ 32004 h 32003"/>
                <a:gd name="csX2" fmla="*/ 0 w 32003"/>
                <a:gd name="csY2" fmla="*/ 16002 h 32003"/>
                <a:gd name="csX3" fmla="*/ 16002 w 32003"/>
                <a:gd name="csY3" fmla="*/ 0 h 32003"/>
                <a:gd name="csX4" fmla="*/ 32004 w 32003"/>
                <a:gd name="csY4" fmla="*/ 16002 h 32003"/>
              </a:gdLst>
              <a:ahLst/>
              <a:cxnLst>
                <a:cxn ang="0">
                  <a:pos x="csX0" y="csY0"/>
                </a:cxn>
                <a:cxn ang="0">
                  <a:pos x="csX1" y="csY1"/>
                </a:cxn>
                <a:cxn ang="0">
                  <a:pos x="csX2" y="csY2"/>
                </a:cxn>
                <a:cxn ang="0">
                  <a:pos x="csX3" y="csY3"/>
                </a:cxn>
                <a:cxn ang="0">
                  <a:pos x="csX4" y="csY4"/>
                </a:cxn>
              </a:cxnLst>
              <a:rect l="l" t="t" r="r" b="b"/>
              <a:pathLst>
                <a:path w="32003" h="32003">
                  <a:moveTo>
                    <a:pt x="32004" y="16002"/>
                  </a:moveTo>
                  <a:cubicBezTo>
                    <a:pt x="32004" y="24840"/>
                    <a:pt x="24840" y="32004"/>
                    <a:pt x="16002" y="32004"/>
                  </a:cubicBezTo>
                  <a:cubicBezTo>
                    <a:pt x="7164" y="32004"/>
                    <a:pt x="0" y="24840"/>
                    <a:pt x="0" y="16002"/>
                  </a:cubicBezTo>
                  <a:cubicBezTo>
                    <a:pt x="0" y="7164"/>
                    <a:pt x="7164" y="0"/>
                    <a:pt x="16002" y="0"/>
                  </a:cubicBezTo>
                  <a:cubicBezTo>
                    <a:pt x="24840" y="0"/>
                    <a:pt x="32004" y="7164"/>
                    <a:pt x="32004" y="16002"/>
                  </a:cubicBezTo>
                  <a:close/>
                </a:path>
              </a:pathLst>
            </a:custGeom>
            <a:solidFill>
              <a:srgbClr val="B194E5"/>
            </a:solidFill>
            <a:ln w="11430" cap="rnd">
              <a:solidFill>
                <a:srgbClr val="B194E5"/>
              </a:solidFill>
              <a:prstDash val="solid"/>
              <a:round/>
            </a:ln>
          </p:spPr>
          <p:txBody>
            <a:bodyPr/>
            <a:lstStyle/>
            <a:p>
              <a:pPr algn="ctr"/>
              <a:endParaRPr lang="en-US" sz="1701"/>
            </a:p>
          </p:txBody>
        </p:sp>
        <p:sp>
          <p:nvSpPr>
            <p:cNvPr id="903" name="Freeform 902">
              <a:extLst>
                <a:ext uri="{FF2B5EF4-FFF2-40B4-BE49-F238E27FC236}">
                  <a16:creationId xmlns:a16="http://schemas.microsoft.com/office/drawing/2014/main" id="{11F5F643-DB74-05C9-1925-14AE1E717814}"/>
                </a:ext>
              </a:extLst>
            </p:cNvPr>
            <p:cNvSpPr/>
            <p:nvPr/>
          </p:nvSpPr>
          <p:spPr>
            <a:xfrm>
              <a:off x="6263410" y="2492642"/>
              <a:ext cx="82296" cy="82296"/>
            </a:xfrm>
            <a:custGeom>
              <a:avLst/>
              <a:gdLst>
                <a:gd name="csX0" fmla="*/ 82296 w 82296"/>
                <a:gd name="csY0" fmla="*/ 41148 h 82296"/>
                <a:gd name="csX1" fmla="*/ 41148 w 82296"/>
                <a:gd name="csY1" fmla="*/ 82296 h 82296"/>
                <a:gd name="csX2" fmla="*/ 0 w 82296"/>
                <a:gd name="csY2" fmla="*/ 41148 h 82296"/>
                <a:gd name="csX3" fmla="*/ 41148 w 82296"/>
                <a:gd name="csY3" fmla="*/ 0 h 82296"/>
                <a:gd name="csX4" fmla="*/ 82296 w 82296"/>
                <a:gd name="csY4" fmla="*/ 41148 h 82296"/>
              </a:gdLst>
              <a:ahLst/>
              <a:cxnLst>
                <a:cxn ang="0">
                  <a:pos x="csX0" y="csY0"/>
                </a:cxn>
                <a:cxn ang="0">
                  <a:pos x="csX1" y="csY1"/>
                </a:cxn>
                <a:cxn ang="0">
                  <a:pos x="csX2" y="csY2"/>
                </a:cxn>
                <a:cxn ang="0">
                  <a:pos x="csX3" y="csY3"/>
                </a:cxn>
                <a:cxn ang="0">
                  <a:pos x="csX4" y="csY4"/>
                </a:cxn>
              </a:cxnLst>
              <a:rect l="l" t="t" r="r" b="b"/>
              <a:pathLst>
                <a:path w="82296" h="82296">
                  <a:moveTo>
                    <a:pt x="82296" y="41148"/>
                  </a:moveTo>
                  <a:cubicBezTo>
                    <a:pt x="82296" y="63873"/>
                    <a:pt x="63873" y="82296"/>
                    <a:pt x="41148" y="82296"/>
                  </a:cubicBezTo>
                  <a:cubicBezTo>
                    <a:pt x="18423" y="82296"/>
                    <a:pt x="0" y="63873"/>
                    <a:pt x="0" y="41148"/>
                  </a:cubicBezTo>
                  <a:cubicBezTo>
                    <a:pt x="0" y="18423"/>
                    <a:pt x="18422" y="0"/>
                    <a:pt x="41148" y="0"/>
                  </a:cubicBezTo>
                  <a:cubicBezTo>
                    <a:pt x="63873" y="0"/>
                    <a:pt x="82296" y="18422"/>
                    <a:pt x="82296" y="41148"/>
                  </a:cubicBezTo>
                  <a:close/>
                </a:path>
              </a:pathLst>
            </a:custGeom>
            <a:solidFill>
              <a:srgbClr val="B89FE2"/>
            </a:solidFill>
            <a:ln w="11430" cap="rnd">
              <a:solidFill>
                <a:srgbClr val="B89FE2"/>
              </a:solidFill>
              <a:prstDash val="solid"/>
              <a:round/>
            </a:ln>
          </p:spPr>
          <p:txBody>
            <a:bodyPr/>
            <a:lstStyle/>
            <a:p>
              <a:pPr algn="ctr"/>
              <a:endParaRPr lang="en-US" sz="1701"/>
            </a:p>
          </p:txBody>
        </p:sp>
        <p:sp>
          <p:nvSpPr>
            <p:cNvPr id="904" name="Freeform 903">
              <a:extLst>
                <a:ext uri="{FF2B5EF4-FFF2-40B4-BE49-F238E27FC236}">
                  <a16:creationId xmlns:a16="http://schemas.microsoft.com/office/drawing/2014/main" id="{AA1E10D8-1CFF-70B3-1AA1-C3B462CB27D1}"/>
                </a:ext>
              </a:extLst>
            </p:cNvPr>
            <p:cNvSpPr/>
            <p:nvPr/>
          </p:nvSpPr>
          <p:spPr>
            <a:xfrm>
              <a:off x="6296176" y="2280806"/>
              <a:ext cx="16763" cy="16763"/>
            </a:xfrm>
            <a:custGeom>
              <a:avLst/>
              <a:gdLst>
                <a:gd name="csX0" fmla="*/ 16764 w 16763"/>
                <a:gd name="csY0" fmla="*/ 8382 h 16763"/>
                <a:gd name="csX1" fmla="*/ 8382 w 16763"/>
                <a:gd name="csY1" fmla="*/ 16764 h 16763"/>
                <a:gd name="csX2" fmla="*/ 0 w 16763"/>
                <a:gd name="csY2" fmla="*/ 8382 h 16763"/>
                <a:gd name="csX3" fmla="*/ 8382 w 16763"/>
                <a:gd name="csY3" fmla="*/ 0 h 16763"/>
                <a:gd name="csX4" fmla="*/ 16764 w 16763"/>
                <a:gd name="csY4" fmla="*/ 8382 h 16763"/>
              </a:gdLst>
              <a:ahLst/>
              <a:cxnLst>
                <a:cxn ang="0">
                  <a:pos x="csX0" y="csY0"/>
                </a:cxn>
                <a:cxn ang="0">
                  <a:pos x="csX1" y="csY1"/>
                </a:cxn>
                <a:cxn ang="0">
                  <a:pos x="csX2" y="csY2"/>
                </a:cxn>
                <a:cxn ang="0">
                  <a:pos x="csX3" y="csY3"/>
                </a:cxn>
                <a:cxn ang="0">
                  <a:pos x="csX4" y="csY4"/>
                </a:cxn>
              </a:cxnLst>
              <a:rect l="l" t="t" r="r" b="b"/>
              <a:pathLst>
                <a:path w="16763" h="16763">
                  <a:moveTo>
                    <a:pt x="16764" y="8382"/>
                  </a:moveTo>
                  <a:cubicBezTo>
                    <a:pt x="16764" y="13011"/>
                    <a:pt x="13011" y="16764"/>
                    <a:pt x="8382" y="16764"/>
                  </a:cubicBezTo>
                  <a:cubicBezTo>
                    <a:pt x="3753" y="16764"/>
                    <a:pt x="0" y="13011"/>
                    <a:pt x="0" y="8382"/>
                  </a:cubicBezTo>
                  <a:cubicBezTo>
                    <a:pt x="0" y="3753"/>
                    <a:pt x="3753" y="0"/>
                    <a:pt x="8382" y="0"/>
                  </a:cubicBezTo>
                  <a:cubicBezTo>
                    <a:pt x="13011" y="0"/>
                    <a:pt x="16764" y="3753"/>
                    <a:pt x="16764" y="8382"/>
                  </a:cubicBezTo>
                  <a:close/>
                </a:path>
              </a:pathLst>
            </a:custGeom>
            <a:solidFill>
              <a:srgbClr val="CCC3D8"/>
            </a:solidFill>
            <a:ln w="11430" cap="rnd">
              <a:solidFill>
                <a:srgbClr val="CCC3D8"/>
              </a:solidFill>
              <a:prstDash val="solid"/>
              <a:round/>
            </a:ln>
          </p:spPr>
          <p:txBody>
            <a:bodyPr/>
            <a:lstStyle/>
            <a:p>
              <a:pPr algn="ctr"/>
              <a:endParaRPr lang="en-US" sz="1701"/>
            </a:p>
          </p:txBody>
        </p:sp>
        <p:sp>
          <p:nvSpPr>
            <p:cNvPr id="905" name="Freeform 904">
              <a:extLst>
                <a:ext uri="{FF2B5EF4-FFF2-40B4-BE49-F238E27FC236}">
                  <a16:creationId xmlns:a16="http://schemas.microsoft.com/office/drawing/2014/main" id="{4EC1090C-397C-01A7-4E5A-5FA27F1BDB72}"/>
                </a:ext>
              </a:extLst>
            </p:cNvPr>
            <p:cNvSpPr/>
            <p:nvPr/>
          </p:nvSpPr>
          <p:spPr>
            <a:xfrm>
              <a:off x="6298589" y="2038617"/>
              <a:ext cx="11937" cy="11937"/>
            </a:xfrm>
            <a:custGeom>
              <a:avLst/>
              <a:gdLst>
                <a:gd name="csX0" fmla="*/ 11938 w 11937"/>
                <a:gd name="csY0" fmla="*/ 5969 h 11937"/>
                <a:gd name="csX1" fmla="*/ 5969 w 11937"/>
                <a:gd name="csY1" fmla="*/ 11938 h 11937"/>
                <a:gd name="csX2" fmla="*/ 0 w 11937"/>
                <a:gd name="csY2" fmla="*/ 5969 h 11937"/>
                <a:gd name="csX3" fmla="*/ 5969 w 11937"/>
                <a:gd name="csY3" fmla="*/ 0 h 11937"/>
                <a:gd name="csX4" fmla="*/ 11938 w 11937"/>
                <a:gd name="csY4" fmla="*/ 5969 h 11937"/>
              </a:gdLst>
              <a:ahLst/>
              <a:cxnLst>
                <a:cxn ang="0">
                  <a:pos x="csX0" y="csY0"/>
                </a:cxn>
                <a:cxn ang="0">
                  <a:pos x="csX1" y="csY1"/>
                </a:cxn>
                <a:cxn ang="0">
                  <a:pos x="csX2" y="csY2"/>
                </a:cxn>
                <a:cxn ang="0">
                  <a:pos x="csX3" y="csY3"/>
                </a:cxn>
                <a:cxn ang="0">
                  <a:pos x="csX4" y="csY4"/>
                </a:cxn>
              </a:cxnLst>
              <a:rect l="l" t="t" r="r" b="b"/>
              <a:pathLst>
                <a:path w="11937" h="11937">
                  <a:moveTo>
                    <a:pt x="11938" y="5969"/>
                  </a:moveTo>
                  <a:cubicBezTo>
                    <a:pt x="11938" y="9266"/>
                    <a:pt x="9266" y="11938"/>
                    <a:pt x="5969" y="11938"/>
                  </a:cubicBezTo>
                  <a:cubicBezTo>
                    <a:pt x="2672" y="11938"/>
                    <a:pt x="0" y="9266"/>
                    <a:pt x="0" y="5969"/>
                  </a:cubicBezTo>
                  <a:cubicBezTo>
                    <a:pt x="0" y="2673"/>
                    <a:pt x="2672" y="0"/>
                    <a:pt x="5969" y="0"/>
                  </a:cubicBezTo>
                  <a:cubicBezTo>
                    <a:pt x="9265" y="0"/>
                    <a:pt x="11938" y="2672"/>
                    <a:pt x="11938" y="5969"/>
                  </a:cubicBezTo>
                  <a:close/>
                </a:path>
              </a:pathLst>
            </a:custGeom>
            <a:solidFill>
              <a:srgbClr val="BEAADF"/>
            </a:solidFill>
            <a:ln w="11430" cap="rnd">
              <a:solidFill>
                <a:srgbClr val="BEAADF"/>
              </a:solidFill>
              <a:prstDash val="solid"/>
              <a:round/>
            </a:ln>
          </p:spPr>
          <p:txBody>
            <a:bodyPr/>
            <a:lstStyle/>
            <a:p>
              <a:pPr algn="ctr"/>
              <a:endParaRPr lang="en-US" sz="1701"/>
            </a:p>
          </p:txBody>
        </p:sp>
        <p:sp>
          <p:nvSpPr>
            <p:cNvPr id="906" name="Freeform 905">
              <a:extLst>
                <a:ext uri="{FF2B5EF4-FFF2-40B4-BE49-F238E27FC236}">
                  <a16:creationId xmlns:a16="http://schemas.microsoft.com/office/drawing/2014/main" id="{2A5B5D06-48C5-A770-4C41-E938BB82A6C0}"/>
                </a:ext>
              </a:extLst>
            </p:cNvPr>
            <p:cNvSpPr/>
            <p:nvPr/>
          </p:nvSpPr>
          <p:spPr>
            <a:xfrm>
              <a:off x="6287286" y="1782711"/>
              <a:ext cx="34544" cy="34544"/>
            </a:xfrm>
            <a:custGeom>
              <a:avLst/>
              <a:gdLst>
                <a:gd name="csX0" fmla="*/ 34544 w 34544"/>
                <a:gd name="csY0" fmla="*/ 17272 h 34544"/>
                <a:gd name="csX1" fmla="*/ 17272 w 34544"/>
                <a:gd name="csY1" fmla="*/ 34544 h 34544"/>
                <a:gd name="csX2" fmla="*/ 0 w 34544"/>
                <a:gd name="csY2" fmla="*/ 17272 h 34544"/>
                <a:gd name="csX3" fmla="*/ 17272 w 34544"/>
                <a:gd name="csY3" fmla="*/ 0 h 34544"/>
                <a:gd name="csX4" fmla="*/ 34544 w 34544"/>
                <a:gd name="csY4" fmla="*/ 17272 h 34544"/>
              </a:gdLst>
              <a:ahLst/>
              <a:cxnLst>
                <a:cxn ang="0">
                  <a:pos x="csX0" y="csY0"/>
                </a:cxn>
                <a:cxn ang="0">
                  <a:pos x="csX1" y="csY1"/>
                </a:cxn>
                <a:cxn ang="0">
                  <a:pos x="csX2" y="csY2"/>
                </a:cxn>
                <a:cxn ang="0">
                  <a:pos x="csX3" y="csY3"/>
                </a:cxn>
                <a:cxn ang="0">
                  <a:pos x="csX4" y="csY4"/>
                </a:cxn>
              </a:cxnLst>
              <a:rect l="l" t="t" r="r" b="b"/>
              <a:pathLst>
                <a:path w="34544" h="34544">
                  <a:moveTo>
                    <a:pt x="34544" y="17272"/>
                  </a:moveTo>
                  <a:cubicBezTo>
                    <a:pt x="34544" y="26811"/>
                    <a:pt x="26811" y="34544"/>
                    <a:pt x="17272" y="34544"/>
                  </a:cubicBezTo>
                  <a:cubicBezTo>
                    <a:pt x="7733" y="34544"/>
                    <a:pt x="0" y="26811"/>
                    <a:pt x="0" y="17272"/>
                  </a:cubicBezTo>
                  <a:cubicBezTo>
                    <a:pt x="0" y="7733"/>
                    <a:pt x="7733" y="0"/>
                    <a:pt x="17272" y="0"/>
                  </a:cubicBezTo>
                  <a:cubicBezTo>
                    <a:pt x="26811" y="0"/>
                    <a:pt x="34544" y="7733"/>
                    <a:pt x="34544" y="17272"/>
                  </a:cubicBezTo>
                  <a:close/>
                </a:path>
              </a:pathLst>
            </a:custGeom>
            <a:solidFill>
              <a:srgbClr val="8F66F0"/>
            </a:solidFill>
            <a:ln w="11430" cap="rnd">
              <a:solidFill>
                <a:srgbClr val="8F66F0"/>
              </a:solidFill>
              <a:prstDash val="solid"/>
              <a:round/>
            </a:ln>
          </p:spPr>
          <p:txBody>
            <a:bodyPr/>
            <a:lstStyle/>
            <a:p>
              <a:pPr algn="ctr"/>
              <a:endParaRPr lang="en-US" sz="1701"/>
            </a:p>
          </p:txBody>
        </p:sp>
        <p:sp>
          <p:nvSpPr>
            <p:cNvPr id="907" name="Freeform 906">
              <a:extLst>
                <a:ext uri="{FF2B5EF4-FFF2-40B4-BE49-F238E27FC236}">
                  <a16:creationId xmlns:a16="http://schemas.microsoft.com/office/drawing/2014/main" id="{3E2FC2F4-5377-37BC-21DC-625A89CBAC0F}"/>
                </a:ext>
              </a:extLst>
            </p:cNvPr>
            <p:cNvSpPr/>
            <p:nvPr/>
          </p:nvSpPr>
          <p:spPr>
            <a:xfrm>
              <a:off x="6293001" y="1543825"/>
              <a:ext cx="23113" cy="23113"/>
            </a:xfrm>
            <a:custGeom>
              <a:avLst/>
              <a:gdLst>
                <a:gd name="csX0" fmla="*/ 23114 w 23113"/>
                <a:gd name="csY0" fmla="*/ 11557 h 23113"/>
                <a:gd name="csX1" fmla="*/ 11557 w 23113"/>
                <a:gd name="csY1" fmla="*/ 23114 h 23113"/>
                <a:gd name="csX2" fmla="*/ 0 w 23113"/>
                <a:gd name="csY2" fmla="*/ 11557 h 23113"/>
                <a:gd name="csX3" fmla="*/ 11557 w 23113"/>
                <a:gd name="csY3" fmla="*/ 0 h 23113"/>
                <a:gd name="csX4" fmla="*/ 23114 w 23113"/>
                <a:gd name="csY4" fmla="*/ 11557 h 23113"/>
              </a:gdLst>
              <a:ahLst/>
              <a:cxnLst>
                <a:cxn ang="0">
                  <a:pos x="csX0" y="csY0"/>
                </a:cxn>
                <a:cxn ang="0">
                  <a:pos x="csX1" y="csY1"/>
                </a:cxn>
                <a:cxn ang="0">
                  <a:pos x="csX2" y="csY2"/>
                </a:cxn>
                <a:cxn ang="0">
                  <a:pos x="csX3" y="csY3"/>
                </a:cxn>
                <a:cxn ang="0">
                  <a:pos x="csX4" y="csY4"/>
                </a:cxn>
              </a:cxnLst>
              <a:rect l="l" t="t" r="r" b="b"/>
              <a:pathLst>
                <a:path w="23113" h="23113">
                  <a:moveTo>
                    <a:pt x="23114" y="11557"/>
                  </a:moveTo>
                  <a:cubicBezTo>
                    <a:pt x="23114" y="17940"/>
                    <a:pt x="17940" y="23114"/>
                    <a:pt x="11557" y="23114"/>
                  </a:cubicBezTo>
                  <a:cubicBezTo>
                    <a:pt x="5174" y="23114"/>
                    <a:pt x="0" y="17940"/>
                    <a:pt x="0" y="11557"/>
                  </a:cubicBezTo>
                  <a:cubicBezTo>
                    <a:pt x="0" y="5174"/>
                    <a:pt x="5174" y="0"/>
                    <a:pt x="11557" y="0"/>
                  </a:cubicBezTo>
                  <a:cubicBezTo>
                    <a:pt x="17940" y="0"/>
                    <a:pt x="23114" y="5174"/>
                    <a:pt x="23114" y="11557"/>
                  </a:cubicBezTo>
                  <a:close/>
                </a:path>
              </a:pathLst>
            </a:custGeom>
            <a:solidFill>
              <a:srgbClr val="774CF5"/>
            </a:solidFill>
            <a:ln w="11430" cap="rnd">
              <a:solidFill>
                <a:srgbClr val="774CF5"/>
              </a:solidFill>
              <a:prstDash val="solid"/>
              <a:round/>
            </a:ln>
          </p:spPr>
          <p:txBody>
            <a:bodyPr/>
            <a:lstStyle/>
            <a:p>
              <a:pPr algn="ctr"/>
              <a:endParaRPr lang="en-US" sz="1701"/>
            </a:p>
          </p:txBody>
        </p:sp>
        <p:sp>
          <p:nvSpPr>
            <p:cNvPr id="908" name="Freeform 907">
              <a:extLst>
                <a:ext uri="{FF2B5EF4-FFF2-40B4-BE49-F238E27FC236}">
                  <a16:creationId xmlns:a16="http://schemas.microsoft.com/office/drawing/2014/main" id="{EB6632BC-F255-AEF2-DCE4-FBA9D4AD1186}"/>
                </a:ext>
              </a:extLst>
            </p:cNvPr>
            <p:cNvSpPr/>
            <p:nvPr/>
          </p:nvSpPr>
          <p:spPr>
            <a:xfrm>
              <a:off x="6296176" y="1302398"/>
              <a:ext cx="16763" cy="16763"/>
            </a:xfrm>
            <a:custGeom>
              <a:avLst/>
              <a:gdLst>
                <a:gd name="csX0" fmla="*/ 16764 w 16763"/>
                <a:gd name="csY0" fmla="*/ 8382 h 16763"/>
                <a:gd name="csX1" fmla="*/ 8382 w 16763"/>
                <a:gd name="csY1" fmla="*/ 16764 h 16763"/>
                <a:gd name="csX2" fmla="*/ 0 w 16763"/>
                <a:gd name="csY2" fmla="*/ 8382 h 16763"/>
                <a:gd name="csX3" fmla="*/ 8382 w 16763"/>
                <a:gd name="csY3" fmla="*/ 0 h 16763"/>
                <a:gd name="csX4" fmla="*/ 16764 w 16763"/>
                <a:gd name="csY4" fmla="*/ 8382 h 16763"/>
              </a:gdLst>
              <a:ahLst/>
              <a:cxnLst>
                <a:cxn ang="0">
                  <a:pos x="csX0" y="csY0"/>
                </a:cxn>
                <a:cxn ang="0">
                  <a:pos x="csX1" y="csY1"/>
                </a:cxn>
                <a:cxn ang="0">
                  <a:pos x="csX2" y="csY2"/>
                </a:cxn>
                <a:cxn ang="0">
                  <a:pos x="csX3" y="csY3"/>
                </a:cxn>
                <a:cxn ang="0">
                  <a:pos x="csX4" y="csY4"/>
                </a:cxn>
              </a:cxnLst>
              <a:rect l="l" t="t" r="r" b="b"/>
              <a:pathLst>
                <a:path w="16763" h="16763">
                  <a:moveTo>
                    <a:pt x="16764" y="8382"/>
                  </a:moveTo>
                  <a:cubicBezTo>
                    <a:pt x="16764" y="13011"/>
                    <a:pt x="13011" y="16764"/>
                    <a:pt x="8382" y="16764"/>
                  </a:cubicBezTo>
                  <a:cubicBezTo>
                    <a:pt x="3753" y="16764"/>
                    <a:pt x="0" y="13011"/>
                    <a:pt x="0" y="8382"/>
                  </a:cubicBezTo>
                  <a:cubicBezTo>
                    <a:pt x="0" y="3753"/>
                    <a:pt x="3753" y="0"/>
                    <a:pt x="8382" y="0"/>
                  </a:cubicBezTo>
                  <a:cubicBezTo>
                    <a:pt x="13011" y="0"/>
                    <a:pt x="16764" y="3753"/>
                    <a:pt x="16764" y="8382"/>
                  </a:cubicBezTo>
                  <a:close/>
                </a:path>
              </a:pathLst>
            </a:custGeom>
            <a:solidFill>
              <a:srgbClr val="AE90E6"/>
            </a:solidFill>
            <a:ln w="11430" cap="rnd">
              <a:solidFill>
                <a:srgbClr val="AE90E6"/>
              </a:solidFill>
              <a:prstDash val="solid"/>
              <a:round/>
            </a:ln>
          </p:spPr>
          <p:txBody>
            <a:bodyPr/>
            <a:lstStyle/>
            <a:p>
              <a:pPr algn="ctr"/>
              <a:endParaRPr lang="en-US" sz="1701"/>
            </a:p>
          </p:txBody>
        </p:sp>
        <p:sp>
          <p:nvSpPr>
            <p:cNvPr id="909" name="Freeform 908">
              <a:extLst>
                <a:ext uri="{FF2B5EF4-FFF2-40B4-BE49-F238E27FC236}">
                  <a16:creationId xmlns:a16="http://schemas.microsoft.com/office/drawing/2014/main" id="{04B10FDA-9D2D-8D34-9DF2-0346B8C2B14D}"/>
                </a:ext>
              </a:extLst>
            </p:cNvPr>
            <p:cNvSpPr/>
            <p:nvPr/>
          </p:nvSpPr>
          <p:spPr>
            <a:xfrm>
              <a:off x="6276872" y="1038492"/>
              <a:ext cx="55372" cy="55372"/>
            </a:xfrm>
            <a:custGeom>
              <a:avLst/>
              <a:gdLst>
                <a:gd name="csX0" fmla="*/ 55372 w 55372"/>
                <a:gd name="csY0" fmla="*/ 27686 h 55372"/>
                <a:gd name="csX1" fmla="*/ 27686 w 55372"/>
                <a:gd name="csY1" fmla="*/ 55372 h 55372"/>
                <a:gd name="csX2" fmla="*/ 0 w 55372"/>
                <a:gd name="csY2" fmla="*/ 27686 h 55372"/>
                <a:gd name="csX3" fmla="*/ 27686 w 55372"/>
                <a:gd name="csY3" fmla="*/ 0 h 55372"/>
                <a:gd name="csX4" fmla="*/ 55372 w 55372"/>
                <a:gd name="csY4" fmla="*/ 27686 h 55372"/>
              </a:gdLst>
              <a:ahLst/>
              <a:cxnLst>
                <a:cxn ang="0">
                  <a:pos x="csX0" y="csY0"/>
                </a:cxn>
                <a:cxn ang="0">
                  <a:pos x="csX1" y="csY1"/>
                </a:cxn>
                <a:cxn ang="0">
                  <a:pos x="csX2" y="csY2"/>
                </a:cxn>
                <a:cxn ang="0">
                  <a:pos x="csX3" y="csY3"/>
                </a:cxn>
                <a:cxn ang="0">
                  <a:pos x="csX4" y="csY4"/>
                </a:cxn>
              </a:cxnLst>
              <a:rect l="l" t="t" r="r" b="b"/>
              <a:pathLst>
                <a:path w="55372" h="55372">
                  <a:moveTo>
                    <a:pt x="55372" y="27686"/>
                  </a:moveTo>
                  <a:cubicBezTo>
                    <a:pt x="55372" y="42977"/>
                    <a:pt x="42977" y="55372"/>
                    <a:pt x="27686" y="55372"/>
                  </a:cubicBezTo>
                  <a:cubicBezTo>
                    <a:pt x="12396" y="55372"/>
                    <a:pt x="0" y="42977"/>
                    <a:pt x="0" y="27686"/>
                  </a:cubicBezTo>
                  <a:cubicBezTo>
                    <a:pt x="0" y="12395"/>
                    <a:pt x="12396" y="0"/>
                    <a:pt x="27686" y="0"/>
                  </a:cubicBezTo>
                  <a:cubicBezTo>
                    <a:pt x="42977" y="0"/>
                    <a:pt x="55372" y="12395"/>
                    <a:pt x="55372" y="27686"/>
                  </a:cubicBezTo>
                  <a:close/>
                </a:path>
              </a:pathLst>
            </a:custGeom>
            <a:solidFill>
              <a:srgbClr val="5832FA"/>
            </a:solidFill>
            <a:ln w="11430" cap="rnd">
              <a:solidFill>
                <a:srgbClr val="5832FA"/>
              </a:solidFill>
              <a:prstDash val="solid"/>
              <a:round/>
            </a:ln>
          </p:spPr>
          <p:txBody>
            <a:bodyPr/>
            <a:lstStyle/>
            <a:p>
              <a:pPr algn="ctr"/>
              <a:endParaRPr lang="en-US" sz="1701"/>
            </a:p>
          </p:txBody>
        </p:sp>
        <p:sp>
          <p:nvSpPr>
            <p:cNvPr id="910" name="Freeform 909">
              <a:extLst>
                <a:ext uri="{FF2B5EF4-FFF2-40B4-BE49-F238E27FC236}">
                  <a16:creationId xmlns:a16="http://schemas.microsoft.com/office/drawing/2014/main" id="{D5846CB1-3E3D-49AE-B815-509677DF91D7}"/>
                </a:ext>
              </a:extLst>
            </p:cNvPr>
            <p:cNvSpPr/>
            <p:nvPr/>
          </p:nvSpPr>
          <p:spPr>
            <a:xfrm>
              <a:off x="6268617" y="785635"/>
              <a:ext cx="71882" cy="71881"/>
            </a:xfrm>
            <a:custGeom>
              <a:avLst/>
              <a:gdLst>
                <a:gd name="csX0" fmla="*/ 71882 w 71882"/>
                <a:gd name="csY0" fmla="*/ 35941 h 71881"/>
                <a:gd name="csX1" fmla="*/ 35941 w 71882"/>
                <a:gd name="csY1" fmla="*/ 71882 h 71881"/>
                <a:gd name="csX2" fmla="*/ 0 w 71882"/>
                <a:gd name="csY2" fmla="*/ 35941 h 71881"/>
                <a:gd name="csX3" fmla="*/ 35941 w 71882"/>
                <a:gd name="csY3" fmla="*/ 0 h 71881"/>
                <a:gd name="csX4" fmla="*/ 71882 w 71882"/>
                <a:gd name="csY4" fmla="*/ 35941 h 71881"/>
              </a:gdLst>
              <a:ahLst/>
              <a:cxnLst>
                <a:cxn ang="0">
                  <a:pos x="csX0" y="csY0"/>
                </a:cxn>
                <a:cxn ang="0">
                  <a:pos x="csX1" y="csY1"/>
                </a:cxn>
                <a:cxn ang="0">
                  <a:pos x="csX2" y="csY2"/>
                </a:cxn>
                <a:cxn ang="0">
                  <a:pos x="csX3" y="csY3"/>
                </a:cxn>
                <a:cxn ang="0">
                  <a:pos x="csX4" y="csY4"/>
                </a:cxn>
              </a:cxnLst>
              <a:rect l="l" t="t" r="r" b="b"/>
              <a:pathLst>
                <a:path w="71882" h="71881">
                  <a:moveTo>
                    <a:pt x="71882" y="35941"/>
                  </a:moveTo>
                  <a:cubicBezTo>
                    <a:pt x="71882" y="55791"/>
                    <a:pt x="55791" y="71882"/>
                    <a:pt x="35941" y="71882"/>
                  </a:cubicBezTo>
                  <a:cubicBezTo>
                    <a:pt x="16091" y="71882"/>
                    <a:pt x="0" y="55791"/>
                    <a:pt x="0" y="35941"/>
                  </a:cubicBezTo>
                  <a:cubicBezTo>
                    <a:pt x="0" y="16091"/>
                    <a:pt x="16091" y="0"/>
                    <a:pt x="35941" y="0"/>
                  </a:cubicBezTo>
                  <a:cubicBezTo>
                    <a:pt x="55791" y="0"/>
                    <a:pt x="71882" y="16091"/>
                    <a:pt x="71882" y="35941"/>
                  </a:cubicBezTo>
                  <a:close/>
                </a:path>
              </a:pathLst>
            </a:custGeom>
            <a:solidFill>
              <a:srgbClr val="B396E4"/>
            </a:solidFill>
            <a:ln w="11430" cap="rnd">
              <a:solidFill>
                <a:srgbClr val="B396E4"/>
              </a:solidFill>
              <a:prstDash val="solid"/>
              <a:round/>
            </a:ln>
          </p:spPr>
          <p:txBody>
            <a:bodyPr/>
            <a:lstStyle/>
            <a:p>
              <a:pPr algn="ctr"/>
              <a:endParaRPr lang="en-US" sz="1701"/>
            </a:p>
          </p:txBody>
        </p:sp>
        <p:sp>
          <p:nvSpPr>
            <p:cNvPr id="911" name="Freeform 910">
              <a:extLst>
                <a:ext uri="{FF2B5EF4-FFF2-40B4-BE49-F238E27FC236}">
                  <a16:creationId xmlns:a16="http://schemas.microsoft.com/office/drawing/2014/main" id="{94F2017A-A116-A8C6-BF78-493A94916133}"/>
                </a:ext>
              </a:extLst>
            </p:cNvPr>
            <p:cNvSpPr/>
            <p:nvPr/>
          </p:nvSpPr>
          <p:spPr>
            <a:xfrm>
              <a:off x="6270903" y="543319"/>
              <a:ext cx="67310" cy="67309"/>
            </a:xfrm>
            <a:custGeom>
              <a:avLst/>
              <a:gdLst>
                <a:gd name="csX0" fmla="*/ 67310 w 67310"/>
                <a:gd name="csY0" fmla="*/ 33655 h 67309"/>
                <a:gd name="csX1" fmla="*/ 33655 w 67310"/>
                <a:gd name="csY1" fmla="*/ 67310 h 67309"/>
                <a:gd name="csX2" fmla="*/ 0 w 67310"/>
                <a:gd name="csY2" fmla="*/ 33655 h 67309"/>
                <a:gd name="csX3" fmla="*/ 33655 w 67310"/>
                <a:gd name="csY3" fmla="*/ 0 h 67309"/>
                <a:gd name="csX4" fmla="*/ 67310 w 67310"/>
                <a:gd name="csY4" fmla="*/ 33655 h 67309"/>
              </a:gdLst>
              <a:ahLst/>
              <a:cxnLst>
                <a:cxn ang="0">
                  <a:pos x="csX0" y="csY0"/>
                </a:cxn>
                <a:cxn ang="0">
                  <a:pos x="csX1" y="csY1"/>
                </a:cxn>
                <a:cxn ang="0">
                  <a:pos x="csX2" y="csY2"/>
                </a:cxn>
                <a:cxn ang="0">
                  <a:pos x="csX3" y="csY3"/>
                </a:cxn>
                <a:cxn ang="0">
                  <a:pos x="csX4" y="csY4"/>
                </a:cxn>
              </a:cxnLst>
              <a:rect l="l" t="t" r="r" b="b"/>
              <a:pathLst>
                <a:path w="67310" h="67309">
                  <a:moveTo>
                    <a:pt x="67310" y="33655"/>
                  </a:moveTo>
                  <a:cubicBezTo>
                    <a:pt x="67310" y="52242"/>
                    <a:pt x="52242" y="67310"/>
                    <a:pt x="33655" y="67310"/>
                  </a:cubicBezTo>
                  <a:cubicBezTo>
                    <a:pt x="15068" y="67310"/>
                    <a:pt x="0" y="52242"/>
                    <a:pt x="0" y="33655"/>
                  </a:cubicBezTo>
                  <a:cubicBezTo>
                    <a:pt x="0" y="15068"/>
                    <a:pt x="15068" y="0"/>
                    <a:pt x="33655" y="0"/>
                  </a:cubicBezTo>
                  <a:cubicBezTo>
                    <a:pt x="52242" y="0"/>
                    <a:pt x="67310" y="15068"/>
                    <a:pt x="67310" y="33655"/>
                  </a:cubicBezTo>
                  <a:close/>
                </a:path>
              </a:pathLst>
            </a:custGeom>
            <a:solidFill>
              <a:srgbClr val="AF91E5"/>
            </a:solidFill>
            <a:ln w="11430" cap="rnd">
              <a:solidFill>
                <a:srgbClr val="AF91E5"/>
              </a:solidFill>
              <a:prstDash val="solid"/>
              <a:round/>
            </a:ln>
          </p:spPr>
          <p:txBody>
            <a:bodyPr/>
            <a:lstStyle/>
            <a:p>
              <a:pPr algn="ctr"/>
              <a:endParaRPr lang="en-US" sz="1701"/>
            </a:p>
          </p:txBody>
        </p:sp>
        <p:sp>
          <p:nvSpPr>
            <p:cNvPr id="912" name="Freeform 911">
              <a:extLst>
                <a:ext uri="{FF2B5EF4-FFF2-40B4-BE49-F238E27FC236}">
                  <a16:creationId xmlns:a16="http://schemas.microsoft.com/office/drawing/2014/main" id="{A8F7A154-772F-2529-5F2F-AD581CADF49B}"/>
                </a:ext>
              </a:extLst>
            </p:cNvPr>
            <p:cNvSpPr/>
            <p:nvPr/>
          </p:nvSpPr>
          <p:spPr>
            <a:xfrm>
              <a:off x="6288556" y="316370"/>
              <a:ext cx="32003" cy="32004"/>
            </a:xfrm>
            <a:custGeom>
              <a:avLst/>
              <a:gdLst>
                <a:gd name="csX0" fmla="*/ 32004 w 32003"/>
                <a:gd name="csY0" fmla="*/ 16002 h 32004"/>
                <a:gd name="csX1" fmla="*/ 16002 w 32003"/>
                <a:gd name="csY1" fmla="*/ 32004 h 32004"/>
                <a:gd name="csX2" fmla="*/ 0 w 32003"/>
                <a:gd name="csY2" fmla="*/ 16002 h 32004"/>
                <a:gd name="csX3" fmla="*/ 16002 w 32003"/>
                <a:gd name="csY3" fmla="*/ 0 h 32004"/>
                <a:gd name="csX4" fmla="*/ 32004 w 32003"/>
                <a:gd name="csY4" fmla="*/ 16002 h 32004"/>
              </a:gdLst>
              <a:ahLst/>
              <a:cxnLst>
                <a:cxn ang="0">
                  <a:pos x="csX0" y="csY0"/>
                </a:cxn>
                <a:cxn ang="0">
                  <a:pos x="csX1" y="csY1"/>
                </a:cxn>
                <a:cxn ang="0">
                  <a:pos x="csX2" y="csY2"/>
                </a:cxn>
                <a:cxn ang="0">
                  <a:pos x="csX3" y="csY3"/>
                </a:cxn>
                <a:cxn ang="0">
                  <a:pos x="csX4" y="csY4"/>
                </a:cxn>
              </a:cxnLst>
              <a:rect l="l" t="t" r="r" b="b"/>
              <a:pathLst>
                <a:path w="32003" h="32004">
                  <a:moveTo>
                    <a:pt x="32004" y="16002"/>
                  </a:moveTo>
                  <a:cubicBezTo>
                    <a:pt x="32004" y="24840"/>
                    <a:pt x="24840" y="32004"/>
                    <a:pt x="16002" y="32004"/>
                  </a:cubicBezTo>
                  <a:cubicBezTo>
                    <a:pt x="7164" y="32004"/>
                    <a:pt x="0" y="24840"/>
                    <a:pt x="0" y="16002"/>
                  </a:cubicBezTo>
                  <a:cubicBezTo>
                    <a:pt x="0" y="7164"/>
                    <a:pt x="7164" y="0"/>
                    <a:pt x="16002" y="0"/>
                  </a:cubicBezTo>
                  <a:cubicBezTo>
                    <a:pt x="24840" y="0"/>
                    <a:pt x="32004" y="7164"/>
                    <a:pt x="32004" y="16002"/>
                  </a:cubicBezTo>
                  <a:close/>
                </a:path>
              </a:pathLst>
            </a:custGeom>
            <a:solidFill>
              <a:srgbClr val="855AF2"/>
            </a:solidFill>
            <a:ln w="11430" cap="rnd">
              <a:solidFill>
                <a:srgbClr val="855AF2"/>
              </a:solidFill>
              <a:prstDash val="solid"/>
              <a:round/>
            </a:ln>
          </p:spPr>
          <p:txBody>
            <a:bodyPr/>
            <a:lstStyle/>
            <a:p>
              <a:pPr algn="ctr"/>
              <a:endParaRPr lang="en-US" sz="1701"/>
            </a:p>
          </p:txBody>
        </p:sp>
        <p:sp>
          <p:nvSpPr>
            <p:cNvPr id="913" name="Freeform 912">
              <a:extLst>
                <a:ext uri="{FF2B5EF4-FFF2-40B4-BE49-F238E27FC236}">
                  <a16:creationId xmlns:a16="http://schemas.microsoft.com/office/drawing/2014/main" id="{D79C4301-CA36-8CD7-0D5A-B53FF449134A}"/>
                </a:ext>
              </a:extLst>
            </p:cNvPr>
            <p:cNvSpPr/>
            <p:nvPr/>
          </p:nvSpPr>
          <p:spPr>
            <a:xfrm>
              <a:off x="6525665" y="3970668"/>
              <a:ext cx="61213" cy="61214"/>
            </a:xfrm>
            <a:custGeom>
              <a:avLst/>
              <a:gdLst>
                <a:gd name="csX0" fmla="*/ 61214 w 61213"/>
                <a:gd name="csY0" fmla="*/ 30607 h 61214"/>
                <a:gd name="csX1" fmla="*/ 30607 w 61213"/>
                <a:gd name="csY1" fmla="*/ 61214 h 61214"/>
                <a:gd name="csX2" fmla="*/ 0 w 61213"/>
                <a:gd name="csY2" fmla="*/ 30607 h 61214"/>
                <a:gd name="csX3" fmla="*/ 30607 w 61213"/>
                <a:gd name="csY3" fmla="*/ 0 h 61214"/>
                <a:gd name="csX4" fmla="*/ 61214 w 61213"/>
                <a:gd name="csY4" fmla="*/ 30607 h 61214"/>
              </a:gdLst>
              <a:ahLst/>
              <a:cxnLst>
                <a:cxn ang="0">
                  <a:pos x="csX0" y="csY0"/>
                </a:cxn>
                <a:cxn ang="0">
                  <a:pos x="csX1" y="csY1"/>
                </a:cxn>
                <a:cxn ang="0">
                  <a:pos x="csX2" y="csY2"/>
                </a:cxn>
                <a:cxn ang="0">
                  <a:pos x="csX3" y="csY3"/>
                </a:cxn>
                <a:cxn ang="0">
                  <a:pos x="csX4" y="csY4"/>
                </a:cxn>
              </a:cxnLst>
              <a:rect l="l" t="t" r="r" b="b"/>
              <a:pathLst>
                <a:path w="61213" h="61214">
                  <a:moveTo>
                    <a:pt x="61214" y="30607"/>
                  </a:moveTo>
                  <a:cubicBezTo>
                    <a:pt x="61214" y="47511"/>
                    <a:pt x="47511" y="61214"/>
                    <a:pt x="30607" y="61214"/>
                  </a:cubicBezTo>
                  <a:cubicBezTo>
                    <a:pt x="13703" y="61214"/>
                    <a:pt x="0" y="47511"/>
                    <a:pt x="0" y="30607"/>
                  </a:cubicBezTo>
                  <a:cubicBezTo>
                    <a:pt x="0" y="13704"/>
                    <a:pt x="13703" y="0"/>
                    <a:pt x="30607" y="0"/>
                  </a:cubicBezTo>
                  <a:cubicBezTo>
                    <a:pt x="47511" y="0"/>
                    <a:pt x="61214" y="13703"/>
                    <a:pt x="61214" y="30607"/>
                  </a:cubicBezTo>
                  <a:close/>
                </a:path>
              </a:pathLst>
            </a:custGeom>
            <a:solidFill>
              <a:srgbClr val="220DFE"/>
            </a:solidFill>
            <a:ln w="11430" cap="rnd">
              <a:solidFill>
                <a:srgbClr val="220DFE"/>
              </a:solidFill>
              <a:prstDash val="solid"/>
              <a:round/>
            </a:ln>
          </p:spPr>
          <p:txBody>
            <a:bodyPr/>
            <a:lstStyle/>
            <a:p>
              <a:pPr algn="ctr"/>
              <a:endParaRPr lang="en-US" sz="1701"/>
            </a:p>
          </p:txBody>
        </p:sp>
        <p:sp>
          <p:nvSpPr>
            <p:cNvPr id="914" name="Freeform 913">
              <a:extLst>
                <a:ext uri="{FF2B5EF4-FFF2-40B4-BE49-F238E27FC236}">
                  <a16:creationId xmlns:a16="http://schemas.microsoft.com/office/drawing/2014/main" id="{EEF45583-B9B2-BE55-890D-B8E7945FA975}"/>
                </a:ext>
              </a:extLst>
            </p:cNvPr>
            <p:cNvSpPr/>
            <p:nvPr/>
          </p:nvSpPr>
          <p:spPr>
            <a:xfrm>
              <a:off x="6514108" y="3714509"/>
              <a:ext cx="84327" cy="84327"/>
            </a:xfrm>
            <a:custGeom>
              <a:avLst/>
              <a:gdLst>
                <a:gd name="csX0" fmla="*/ 84328 w 84327"/>
                <a:gd name="csY0" fmla="*/ 42164 h 84327"/>
                <a:gd name="csX1" fmla="*/ 42164 w 84327"/>
                <a:gd name="csY1" fmla="*/ 84328 h 84327"/>
                <a:gd name="csX2" fmla="*/ 0 w 84327"/>
                <a:gd name="csY2" fmla="*/ 42164 h 84327"/>
                <a:gd name="csX3" fmla="*/ 42164 w 84327"/>
                <a:gd name="csY3" fmla="*/ 0 h 84327"/>
                <a:gd name="csX4" fmla="*/ 84328 w 84327"/>
                <a:gd name="csY4" fmla="*/ 42164 h 84327"/>
              </a:gdLst>
              <a:ahLst/>
              <a:cxnLst>
                <a:cxn ang="0">
                  <a:pos x="csX0" y="csY0"/>
                </a:cxn>
                <a:cxn ang="0">
                  <a:pos x="csX1" y="csY1"/>
                </a:cxn>
                <a:cxn ang="0">
                  <a:pos x="csX2" y="csY2"/>
                </a:cxn>
                <a:cxn ang="0">
                  <a:pos x="csX3" y="csY3"/>
                </a:cxn>
                <a:cxn ang="0">
                  <a:pos x="csX4" y="csY4"/>
                </a:cxn>
              </a:cxnLst>
              <a:rect l="l" t="t" r="r" b="b"/>
              <a:pathLst>
                <a:path w="84327" h="84327">
                  <a:moveTo>
                    <a:pt x="84328" y="42164"/>
                  </a:moveTo>
                  <a:cubicBezTo>
                    <a:pt x="84328" y="65451"/>
                    <a:pt x="65450" y="84328"/>
                    <a:pt x="42164" y="84328"/>
                  </a:cubicBezTo>
                  <a:cubicBezTo>
                    <a:pt x="18877" y="84328"/>
                    <a:pt x="0" y="65451"/>
                    <a:pt x="0" y="42164"/>
                  </a:cubicBezTo>
                  <a:cubicBezTo>
                    <a:pt x="0" y="18877"/>
                    <a:pt x="18877" y="0"/>
                    <a:pt x="42164" y="0"/>
                  </a:cubicBezTo>
                  <a:cubicBezTo>
                    <a:pt x="65450" y="0"/>
                    <a:pt x="84328" y="18877"/>
                    <a:pt x="84328" y="42164"/>
                  </a:cubicBezTo>
                  <a:close/>
                </a:path>
              </a:pathLst>
            </a:custGeom>
            <a:solidFill>
              <a:srgbClr val="AD8EE6"/>
            </a:solidFill>
            <a:ln w="11430" cap="rnd">
              <a:solidFill>
                <a:srgbClr val="AD8EE6"/>
              </a:solidFill>
              <a:prstDash val="solid"/>
              <a:round/>
            </a:ln>
          </p:spPr>
          <p:txBody>
            <a:bodyPr/>
            <a:lstStyle/>
            <a:p>
              <a:pPr algn="ctr"/>
              <a:endParaRPr lang="en-US" sz="1701"/>
            </a:p>
          </p:txBody>
        </p:sp>
        <p:sp>
          <p:nvSpPr>
            <p:cNvPr id="915" name="Freeform 914">
              <a:extLst>
                <a:ext uri="{FF2B5EF4-FFF2-40B4-BE49-F238E27FC236}">
                  <a16:creationId xmlns:a16="http://schemas.microsoft.com/office/drawing/2014/main" id="{0983FC96-1B8D-A3AF-777F-976965770E25}"/>
                </a:ext>
              </a:extLst>
            </p:cNvPr>
            <p:cNvSpPr/>
            <p:nvPr/>
          </p:nvSpPr>
          <p:spPr>
            <a:xfrm>
              <a:off x="6540778" y="3496576"/>
              <a:ext cx="30987" cy="30988"/>
            </a:xfrm>
            <a:custGeom>
              <a:avLst/>
              <a:gdLst>
                <a:gd name="csX0" fmla="*/ 30988 w 30987"/>
                <a:gd name="csY0" fmla="*/ 15494 h 30988"/>
                <a:gd name="csX1" fmla="*/ 15494 w 30987"/>
                <a:gd name="csY1" fmla="*/ 30988 h 30988"/>
                <a:gd name="csX2" fmla="*/ 0 w 30987"/>
                <a:gd name="csY2" fmla="*/ 15494 h 30988"/>
                <a:gd name="csX3" fmla="*/ 15494 w 30987"/>
                <a:gd name="csY3" fmla="*/ 0 h 30988"/>
                <a:gd name="csX4" fmla="*/ 30988 w 30987"/>
                <a:gd name="csY4" fmla="*/ 15494 h 30988"/>
              </a:gdLst>
              <a:ahLst/>
              <a:cxnLst>
                <a:cxn ang="0">
                  <a:pos x="csX0" y="csY0"/>
                </a:cxn>
                <a:cxn ang="0">
                  <a:pos x="csX1" y="csY1"/>
                </a:cxn>
                <a:cxn ang="0">
                  <a:pos x="csX2" y="csY2"/>
                </a:cxn>
                <a:cxn ang="0">
                  <a:pos x="csX3" y="csY3"/>
                </a:cxn>
                <a:cxn ang="0">
                  <a:pos x="csX4" y="csY4"/>
                </a:cxn>
              </a:cxnLst>
              <a:rect l="l" t="t" r="r" b="b"/>
              <a:pathLst>
                <a:path w="30987" h="30988">
                  <a:moveTo>
                    <a:pt x="30988" y="15494"/>
                  </a:moveTo>
                  <a:cubicBezTo>
                    <a:pt x="30988" y="24051"/>
                    <a:pt x="24051" y="30988"/>
                    <a:pt x="15494" y="30988"/>
                  </a:cubicBezTo>
                  <a:cubicBezTo>
                    <a:pt x="6937" y="30988"/>
                    <a:pt x="0" y="24051"/>
                    <a:pt x="0" y="15494"/>
                  </a:cubicBezTo>
                  <a:cubicBezTo>
                    <a:pt x="0" y="6937"/>
                    <a:pt x="6937" y="0"/>
                    <a:pt x="15494" y="0"/>
                  </a:cubicBezTo>
                  <a:cubicBezTo>
                    <a:pt x="24051" y="0"/>
                    <a:pt x="30988" y="6937"/>
                    <a:pt x="30988" y="15494"/>
                  </a:cubicBezTo>
                  <a:close/>
                </a:path>
              </a:pathLst>
            </a:custGeom>
            <a:solidFill>
              <a:srgbClr val="CEC8D6"/>
            </a:solidFill>
            <a:ln w="11430" cap="rnd">
              <a:solidFill>
                <a:srgbClr val="CEC8D6"/>
              </a:solidFill>
              <a:prstDash val="solid"/>
              <a:round/>
            </a:ln>
          </p:spPr>
          <p:txBody>
            <a:bodyPr/>
            <a:lstStyle/>
            <a:p>
              <a:pPr algn="ctr"/>
              <a:endParaRPr lang="en-US" sz="1701"/>
            </a:p>
          </p:txBody>
        </p:sp>
        <p:sp>
          <p:nvSpPr>
            <p:cNvPr id="916" name="Freeform 915">
              <a:extLst>
                <a:ext uri="{FF2B5EF4-FFF2-40B4-BE49-F238E27FC236}">
                  <a16:creationId xmlns:a16="http://schemas.microsoft.com/office/drawing/2014/main" id="{CAD49037-4F1A-8212-F502-841AFC6727F9}"/>
                </a:ext>
              </a:extLst>
            </p:cNvPr>
            <p:cNvSpPr/>
            <p:nvPr/>
          </p:nvSpPr>
          <p:spPr>
            <a:xfrm>
              <a:off x="6490359" y="3201556"/>
              <a:ext cx="131825" cy="131825"/>
            </a:xfrm>
            <a:custGeom>
              <a:avLst/>
              <a:gdLst>
                <a:gd name="csX0" fmla="*/ 131826 w 131825"/>
                <a:gd name="csY0" fmla="*/ 65913 h 131825"/>
                <a:gd name="csX1" fmla="*/ 65913 w 131825"/>
                <a:gd name="csY1" fmla="*/ 131826 h 131825"/>
                <a:gd name="csX2" fmla="*/ 0 w 131825"/>
                <a:gd name="csY2" fmla="*/ 65913 h 131825"/>
                <a:gd name="csX3" fmla="*/ 65913 w 131825"/>
                <a:gd name="csY3" fmla="*/ 0 h 131825"/>
                <a:gd name="csX4" fmla="*/ 131826 w 131825"/>
                <a:gd name="csY4" fmla="*/ 65913 h 131825"/>
              </a:gdLst>
              <a:ahLst/>
              <a:cxnLst>
                <a:cxn ang="0">
                  <a:pos x="csX0" y="csY0"/>
                </a:cxn>
                <a:cxn ang="0">
                  <a:pos x="csX1" y="csY1"/>
                </a:cxn>
                <a:cxn ang="0">
                  <a:pos x="csX2" y="csY2"/>
                </a:cxn>
                <a:cxn ang="0">
                  <a:pos x="csX3" y="csY3"/>
                </a:cxn>
                <a:cxn ang="0">
                  <a:pos x="csX4" y="csY4"/>
                </a:cxn>
              </a:cxnLst>
              <a:rect l="l" t="t" r="r" b="b"/>
              <a:pathLst>
                <a:path w="131825" h="131825">
                  <a:moveTo>
                    <a:pt x="131826" y="65913"/>
                  </a:moveTo>
                  <a:cubicBezTo>
                    <a:pt x="131826" y="102316"/>
                    <a:pt x="102316" y="131826"/>
                    <a:pt x="65913" y="131826"/>
                  </a:cubicBezTo>
                  <a:cubicBezTo>
                    <a:pt x="29510" y="131826"/>
                    <a:pt x="0" y="102316"/>
                    <a:pt x="0" y="65913"/>
                  </a:cubicBezTo>
                  <a:cubicBezTo>
                    <a:pt x="0" y="29510"/>
                    <a:pt x="29510" y="0"/>
                    <a:pt x="65913" y="0"/>
                  </a:cubicBezTo>
                  <a:cubicBezTo>
                    <a:pt x="102316" y="0"/>
                    <a:pt x="131826" y="29510"/>
                    <a:pt x="131826" y="65913"/>
                  </a:cubicBezTo>
                  <a:close/>
                </a:path>
              </a:pathLst>
            </a:custGeom>
            <a:solidFill>
              <a:srgbClr val="2811FE"/>
            </a:solidFill>
            <a:ln w="11430" cap="rnd">
              <a:solidFill>
                <a:srgbClr val="2811FE"/>
              </a:solidFill>
              <a:prstDash val="solid"/>
              <a:round/>
            </a:ln>
          </p:spPr>
          <p:txBody>
            <a:bodyPr/>
            <a:lstStyle/>
            <a:p>
              <a:pPr algn="ctr"/>
              <a:endParaRPr lang="en-US" sz="1701"/>
            </a:p>
          </p:txBody>
        </p:sp>
        <p:sp>
          <p:nvSpPr>
            <p:cNvPr id="917" name="Freeform 916">
              <a:extLst>
                <a:ext uri="{FF2B5EF4-FFF2-40B4-BE49-F238E27FC236}">
                  <a16:creationId xmlns:a16="http://schemas.microsoft.com/office/drawing/2014/main" id="{33B41306-9051-1A87-5C6A-BFA000B9771A}"/>
                </a:ext>
              </a:extLst>
            </p:cNvPr>
            <p:cNvSpPr/>
            <p:nvPr/>
          </p:nvSpPr>
          <p:spPr>
            <a:xfrm>
              <a:off x="6485406" y="2952127"/>
              <a:ext cx="141732" cy="141732"/>
            </a:xfrm>
            <a:custGeom>
              <a:avLst/>
              <a:gdLst>
                <a:gd name="csX0" fmla="*/ 141732 w 141732"/>
                <a:gd name="csY0" fmla="*/ 70866 h 141732"/>
                <a:gd name="csX1" fmla="*/ 70866 w 141732"/>
                <a:gd name="csY1" fmla="*/ 141732 h 141732"/>
                <a:gd name="csX2" fmla="*/ 0 w 141732"/>
                <a:gd name="csY2" fmla="*/ 70866 h 141732"/>
                <a:gd name="csX3" fmla="*/ 70866 w 141732"/>
                <a:gd name="csY3" fmla="*/ 0 h 141732"/>
                <a:gd name="csX4" fmla="*/ 141732 w 141732"/>
                <a:gd name="csY4" fmla="*/ 70866 h 141732"/>
              </a:gdLst>
              <a:ahLst/>
              <a:cxnLst>
                <a:cxn ang="0">
                  <a:pos x="csX0" y="csY0"/>
                </a:cxn>
                <a:cxn ang="0">
                  <a:pos x="csX1" y="csY1"/>
                </a:cxn>
                <a:cxn ang="0">
                  <a:pos x="csX2" y="csY2"/>
                </a:cxn>
                <a:cxn ang="0">
                  <a:pos x="csX3" y="csY3"/>
                </a:cxn>
                <a:cxn ang="0">
                  <a:pos x="csX4" y="csY4"/>
                </a:cxn>
              </a:cxnLst>
              <a:rect l="l" t="t" r="r" b="b"/>
              <a:pathLst>
                <a:path w="141732" h="141732">
                  <a:moveTo>
                    <a:pt x="141732" y="70866"/>
                  </a:moveTo>
                  <a:cubicBezTo>
                    <a:pt x="141732" y="110004"/>
                    <a:pt x="110004" y="141732"/>
                    <a:pt x="70866" y="141732"/>
                  </a:cubicBezTo>
                  <a:cubicBezTo>
                    <a:pt x="31728" y="141732"/>
                    <a:pt x="0" y="110004"/>
                    <a:pt x="0" y="70866"/>
                  </a:cubicBezTo>
                  <a:cubicBezTo>
                    <a:pt x="0" y="31728"/>
                    <a:pt x="31728" y="0"/>
                    <a:pt x="70866" y="0"/>
                  </a:cubicBezTo>
                  <a:cubicBezTo>
                    <a:pt x="110004" y="0"/>
                    <a:pt x="141732" y="31728"/>
                    <a:pt x="141732" y="70866"/>
                  </a:cubicBezTo>
                  <a:close/>
                </a:path>
              </a:pathLst>
            </a:custGeom>
            <a:solidFill>
              <a:srgbClr val="9168EF"/>
            </a:solidFill>
            <a:ln w="11430" cap="rnd">
              <a:solidFill>
                <a:srgbClr val="9168EF"/>
              </a:solidFill>
              <a:prstDash val="solid"/>
              <a:round/>
            </a:ln>
          </p:spPr>
          <p:txBody>
            <a:bodyPr/>
            <a:lstStyle/>
            <a:p>
              <a:pPr algn="ctr"/>
              <a:endParaRPr lang="en-US" sz="1701"/>
            </a:p>
          </p:txBody>
        </p:sp>
        <p:sp>
          <p:nvSpPr>
            <p:cNvPr id="918" name="Freeform 917">
              <a:extLst>
                <a:ext uri="{FF2B5EF4-FFF2-40B4-BE49-F238E27FC236}">
                  <a16:creationId xmlns:a16="http://schemas.microsoft.com/office/drawing/2014/main" id="{D19826BC-FD65-39FC-A144-5ADFB26A8AE9}"/>
                </a:ext>
              </a:extLst>
            </p:cNvPr>
            <p:cNvSpPr/>
            <p:nvPr/>
          </p:nvSpPr>
          <p:spPr>
            <a:xfrm>
              <a:off x="6541159" y="2763279"/>
              <a:ext cx="30225" cy="30225"/>
            </a:xfrm>
            <a:custGeom>
              <a:avLst/>
              <a:gdLst>
                <a:gd name="csX0" fmla="*/ 30226 w 30225"/>
                <a:gd name="csY0" fmla="*/ 15113 h 30225"/>
                <a:gd name="csX1" fmla="*/ 15113 w 30225"/>
                <a:gd name="csY1" fmla="*/ 30226 h 30225"/>
                <a:gd name="csX2" fmla="*/ 0 w 30225"/>
                <a:gd name="csY2" fmla="*/ 15113 h 30225"/>
                <a:gd name="csX3" fmla="*/ 15113 w 30225"/>
                <a:gd name="csY3" fmla="*/ 0 h 30225"/>
                <a:gd name="csX4" fmla="*/ 30226 w 30225"/>
                <a:gd name="csY4" fmla="*/ 15113 h 30225"/>
              </a:gdLst>
              <a:ahLst/>
              <a:cxnLst>
                <a:cxn ang="0">
                  <a:pos x="csX0" y="csY0"/>
                </a:cxn>
                <a:cxn ang="0">
                  <a:pos x="csX1" y="csY1"/>
                </a:cxn>
                <a:cxn ang="0">
                  <a:pos x="csX2" y="csY2"/>
                </a:cxn>
                <a:cxn ang="0">
                  <a:pos x="csX3" y="csY3"/>
                </a:cxn>
                <a:cxn ang="0">
                  <a:pos x="csX4" y="csY4"/>
                </a:cxn>
              </a:cxnLst>
              <a:rect l="l" t="t" r="r" b="b"/>
              <a:pathLst>
                <a:path w="30225" h="30225">
                  <a:moveTo>
                    <a:pt x="30226" y="15113"/>
                  </a:moveTo>
                  <a:cubicBezTo>
                    <a:pt x="30226" y="23460"/>
                    <a:pt x="23460" y="30226"/>
                    <a:pt x="15113" y="30226"/>
                  </a:cubicBezTo>
                  <a:cubicBezTo>
                    <a:pt x="6766" y="30226"/>
                    <a:pt x="0" y="23460"/>
                    <a:pt x="0" y="15113"/>
                  </a:cubicBezTo>
                  <a:cubicBezTo>
                    <a:pt x="0" y="6766"/>
                    <a:pt x="6766" y="0"/>
                    <a:pt x="15113" y="0"/>
                  </a:cubicBezTo>
                  <a:cubicBezTo>
                    <a:pt x="23460" y="0"/>
                    <a:pt x="30226" y="6766"/>
                    <a:pt x="30226" y="15113"/>
                  </a:cubicBezTo>
                  <a:close/>
                </a:path>
              </a:pathLst>
            </a:custGeom>
            <a:solidFill>
              <a:srgbClr val="BDA8DF"/>
            </a:solidFill>
            <a:ln w="11430" cap="rnd">
              <a:solidFill>
                <a:srgbClr val="BDA8DF"/>
              </a:solidFill>
              <a:prstDash val="solid"/>
              <a:round/>
            </a:ln>
          </p:spPr>
          <p:txBody>
            <a:bodyPr/>
            <a:lstStyle/>
            <a:p>
              <a:pPr algn="ctr"/>
              <a:endParaRPr lang="en-US" sz="1701"/>
            </a:p>
          </p:txBody>
        </p:sp>
        <p:sp>
          <p:nvSpPr>
            <p:cNvPr id="919" name="Freeform 918">
              <a:extLst>
                <a:ext uri="{FF2B5EF4-FFF2-40B4-BE49-F238E27FC236}">
                  <a16:creationId xmlns:a16="http://schemas.microsoft.com/office/drawing/2014/main" id="{33226878-B0B9-4BC7-082B-0747C7EA72AA}"/>
                </a:ext>
              </a:extLst>
            </p:cNvPr>
            <p:cNvSpPr/>
            <p:nvPr/>
          </p:nvSpPr>
          <p:spPr>
            <a:xfrm>
              <a:off x="6519442" y="2496960"/>
              <a:ext cx="73660" cy="73660"/>
            </a:xfrm>
            <a:custGeom>
              <a:avLst/>
              <a:gdLst>
                <a:gd name="csX0" fmla="*/ 73660 w 73660"/>
                <a:gd name="csY0" fmla="*/ 36830 h 73660"/>
                <a:gd name="csX1" fmla="*/ 36830 w 73660"/>
                <a:gd name="csY1" fmla="*/ 73660 h 73660"/>
                <a:gd name="csX2" fmla="*/ 0 w 73660"/>
                <a:gd name="csY2" fmla="*/ 36830 h 73660"/>
                <a:gd name="csX3" fmla="*/ 36830 w 73660"/>
                <a:gd name="csY3" fmla="*/ 0 h 73660"/>
                <a:gd name="csX4" fmla="*/ 73660 w 73660"/>
                <a:gd name="csY4" fmla="*/ 36830 h 73660"/>
              </a:gdLst>
              <a:ahLst/>
              <a:cxnLst>
                <a:cxn ang="0">
                  <a:pos x="csX0" y="csY0"/>
                </a:cxn>
                <a:cxn ang="0">
                  <a:pos x="csX1" y="csY1"/>
                </a:cxn>
                <a:cxn ang="0">
                  <a:pos x="csX2" y="csY2"/>
                </a:cxn>
                <a:cxn ang="0">
                  <a:pos x="csX3" y="csY3"/>
                </a:cxn>
                <a:cxn ang="0">
                  <a:pos x="csX4" y="csY4"/>
                </a:cxn>
              </a:cxnLst>
              <a:rect l="l" t="t" r="r" b="b"/>
              <a:pathLst>
                <a:path w="73660" h="73660">
                  <a:moveTo>
                    <a:pt x="73660" y="36830"/>
                  </a:moveTo>
                  <a:cubicBezTo>
                    <a:pt x="73660" y="57171"/>
                    <a:pt x="57171" y="73660"/>
                    <a:pt x="36830" y="73660"/>
                  </a:cubicBezTo>
                  <a:cubicBezTo>
                    <a:pt x="16489" y="73660"/>
                    <a:pt x="0" y="57171"/>
                    <a:pt x="0" y="36830"/>
                  </a:cubicBezTo>
                  <a:cubicBezTo>
                    <a:pt x="0" y="16489"/>
                    <a:pt x="16489" y="0"/>
                    <a:pt x="36830" y="0"/>
                  </a:cubicBezTo>
                  <a:cubicBezTo>
                    <a:pt x="57171" y="0"/>
                    <a:pt x="73660" y="16489"/>
                    <a:pt x="73660" y="36830"/>
                  </a:cubicBezTo>
                  <a:close/>
                </a:path>
              </a:pathLst>
            </a:custGeom>
            <a:solidFill>
              <a:srgbClr val="AA89E8"/>
            </a:solidFill>
            <a:ln w="11430" cap="rnd">
              <a:solidFill>
                <a:srgbClr val="AA89E8"/>
              </a:solidFill>
              <a:prstDash val="solid"/>
              <a:round/>
            </a:ln>
          </p:spPr>
          <p:txBody>
            <a:bodyPr/>
            <a:lstStyle/>
            <a:p>
              <a:pPr algn="ctr"/>
              <a:endParaRPr lang="en-US" sz="1701"/>
            </a:p>
          </p:txBody>
        </p:sp>
        <p:sp>
          <p:nvSpPr>
            <p:cNvPr id="920" name="Freeform 919">
              <a:extLst>
                <a:ext uri="{FF2B5EF4-FFF2-40B4-BE49-F238E27FC236}">
                  <a16:creationId xmlns:a16="http://schemas.microsoft.com/office/drawing/2014/main" id="{F52B18C6-4431-D3B2-98EF-4FC26038738F}"/>
                </a:ext>
              </a:extLst>
            </p:cNvPr>
            <p:cNvSpPr/>
            <p:nvPr/>
          </p:nvSpPr>
          <p:spPr>
            <a:xfrm>
              <a:off x="6540397" y="2273313"/>
              <a:ext cx="31750" cy="31750"/>
            </a:xfrm>
            <a:custGeom>
              <a:avLst/>
              <a:gdLst>
                <a:gd name="csX0" fmla="*/ 31750 w 31750"/>
                <a:gd name="csY0" fmla="*/ 15875 h 31750"/>
                <a:gd name="csX1" fmla="*/ 15875 w 31750"/>
                <a:gd name="csY1" fmla="*/ 31750 h 31750"/>
                <a:gd name="csX2" fmla="*/ 0 w 31750"/>
                <a:gd name="csY2" fmla="*/ 15875 h 31750"/>
                <a:gd name="csX3" fmla="*/ 15875 w 31750"/>
                <a:gd name="csY3" fmla="*/ 0 h 31750"/>
                <a:gd name="csX4" fmla="*/ 31750 w 31750"/>
                <a:gd name="csY4" fmla="*/ 15875 h 31750"/>
              </a:gdLst>
              <a:ahLst/>
              <a:cxnLst>
                <a:cxn ang="0">
                  <a:pos x="csX0" y="csY0"/>
                </a:cxn>
                <a:cxn ang="0">
                  <a:pos x="csX1" y="csY1"/>
                </a:cxn>
                <a:cxn ang="0">
                  <a:pos x="csX2" y="csY2"/>
                </a:cxn>
                <a:cxn ang="0">
                  <a:pos x="csX3" y="csY3"/>
                </a:cxn>
                <a:cxn ang="0">
                  <a:pos x="csX4" y="csY4"/>
                </a:cxn>
              </a:cxnLst>
              <a:rect l="l" t="t" r="r" b="b"/>
              <a:pathLst>
                <a:path w="31750" h="31750">
                  <a:moveTo>
                    <a:pt x="31750" y="15875"/>
                  </a:moveTo>
                  <a:cubicBezTo>
                    <a:pt x="31750" y="24642"/>
                    <a:pt x="24643" y="31750"/>
                    <a:pt x="15875" y="31750"/>
                  </a:cubicBezTo>
                  <a:cubicBezTo>
                    <a:pt x="7108" y="31750"/>
                    <a:pt x="0" y="24642"/>
                    <a:pt x="0" y="15875"/>
                  </a:cubicBezTo>
                  <a:cubicBezTo>
                    <a:pt x="0" y="7108"/>
                    <a:pt x="7108" y="0"/>
                    <a:pt x="15875" y="0"/>
                  </a:cubicBezTo>
                  <a:cubicBezTo>
                    <a:pt x="24643" y="0"/>
                    <a:pt x="31750" y="7108"/>
                    <a:pt x="31750" y="15875"/>
                  </a:cubicBezTo>
                  <a:close/>
                </a:path>
              </a:pathLst>
            </a:custGeom>
            <a:solidFill>
              <a:srgbClr val="A17CEB"/>
            </a:solidFill>
            <a:ln w="11430" cap="rnd">
              <a:solidFill>
                <a:srgbClr val="A17CEB"/>
              </a:solidFill>
              <a:prstDash val="solid"/>
              <a:round/>
            </a:ln>
          </p:spPr>
          <p:txBody>
            <a:bodyPr/>
            <a:lstStyle/>
            <a:p>
              <a:pPr algn="ctr"/>
              <a:endParaRPr lang="en-US" sz="1701"/>
            </a:p>
          </p:txBody>
        </p:sp>
        <p:sp>
          <p:nvSpPr>
            <p:cNvPr id="921" name="Freeform 920">
              <a:extLst>
                <a:ext uri="{FF2B5EF4-FFF2-40B4-BE49-F238E27FC236}">
                  <a16:creationId xmlns:a16="http://schemas.microsoft.com/office/drawing/2014/main" id="{4679D070-2EDA-2454-E06F-AE14301EC99B}"/>
                </a:ext>
              </a:extLst>
            </p:cNvPr>
            <p:cNvSpPr/>
            <p:nvPr/>
          </p:nvSpPr>
          <p:spPr>
            <a:xfrm>
              <a:off x="6549160" y="2037474"/>
              <a:ext cx="14224" cy="14224"/>
            </a:xfrm>
            <a:custGeom>
              <a:avLst/>
              <a:gdLst>
                <a:gd name="csX0" fmla="*/ 14224 w 14224"/>
                <a:gd name="csY0" fmla="*/ 7112 h 14224"/>
                <a:gd name="csX1" fmla="*/ 7112 w 14224"/>
                <a:gd name="csY1" fmla="*/ 14224 h 14224"/>
                <a:gd name="csX2" fmla="*/ 0 w 14224"/>
                <a:gd name="csY2" fmla="*/ 7112 h 14224"/>
                <a:gd name="csX3" fmla="*/ 7112 w 14224"/>
                <a:gd name="csY3" fmla="*/ 0 h 14224"/>
                <a:gd name="csX4" fmla="*/ 14224 w 14224"/>
                <a:gd name="csY4" fmla="*/ 7112 h 14224"/>
              </a:gdLst>
              <a:ahLst/>
              <a:cxnLst>
                <a:cxn ang="0">
                  <a:pos x="csX0" y="csY0"/>
                </a:cxn>
                <a:cxn ang="0">
                  <a:pos x="csX1" y="csY1"/>
                </a:cxn>
                <a:cxn ang="0">
                  <a:pos x="csX2" y="csY2"/>
                </a:cxn>
                <a:cxn ang="0">
                  <a:pos x="csX3" y="csY3"/>
                </a:cxn>
                <a:cxn ang="0">
                  <a:pos x="csX4" y="csY4"/>
                </a:cxn>
              </a:cxnLst>
              <a:rect l="l" t="t" r="r" b="b"/>
              <a:pathLst>
                <a:path w="14224" h="14224">
                  <a:moveTo>
                    <a:pt x="14224" y="7112"/>
                  </a:moveTo>
                  <a:cubicBezTo>
                    <a:pt x="14224" y="11040"/>
                    <a:pt x="11040" y="14224"/>
                    <a:pt x="7112" y="14224"/>
                  </a:cubicBezTo>
                  <a:cubicBezTo>
                    <a:pt x="3184" y="14224"/>
                    <a:pt x="0" y="11040"/>
                    <a:pt x="0" y="7112"/>
                  </a:cubicBezTo>
                  <a:cubicBezTo>
                    <a:pt x="0" y="3184"/>
                    <a:pt x="3184" y="0"/>
                    <a:pt x="7112" y="0"/>
                  </a:cubicBezTo>
                  <a:cubicBezTo>
                    <a:pt x="11040" y="0"/>
                    <a:pt x="14224" y="3184"/>
                    <a:pt x="14224" y="7112"/>
                  </a:cubicBezTo>
                  <a:close/>
                </a:path>
              </a:pathLst>
            </a:custGeom>
            <a:solidFill>
              <a:srgbClr val="BBA3E1"/>
            </a:solidFill>
            <a:ln w="11430" cap="rnd">
              <a:solidFill>
                <a:srgbClr val="BBA3E1"/>
              </a:solidFill>
              <a:prstDash val="solid"/>
              <a:round/>
            </a:ln>
          </p:spPr>
          <p:txBody>
            <a:bodyPr/>
            <a:lstStyle/>
            <a:p>
              <a:pPr algn="ctr"/>
              <a:endParaRPr lang="en-US" sz="1701"/>
            </a:p>
          </p:txBody>
        </p:sp>
        <p:sp>
          <p:nvSpPr>
            <p:cNvPr id="922" name="Freeform 921">
              <a:extLst>
                <a:ext uri="{FF2B5EF4-FFF2-40B4-BE49-F238E27FC236}">
                  <a16:creationId xmlns:a16="http://schemas.microsoft.com/office/drawing/2014/main" id="{A1D5237D-27C9-F23C-FE99-9227ED4CDE12}"/>
                </a:ext>
              </a:extLst>
            </p:cNvPr>
            <p:cNvSpPr/>
            <p:nvPr/>
          </p:nvSpPr>
          <p:spPr>
            <a:xfrm>
              <a:off x="6537984" y="1781696"/>
              <a:ext cx="36575" cy="36575"/>
            </a:xfrm>
            <a:custGeom>
              <a:avLst/>
              <a:gdLst>
                <a:gd name="csX0" fmla="*/ 36576 w 36575"/>
                <a:gd name="csY0" fmla="*/ 18288 h 36575"/>
                <a:gd name="csX1" fmla="*/ 18288 w 36575"/>
                <a:gd name="csY1" fmla="*/ 36576 h 36575"/>
                <a:gd name="csX2" fmla="*/ 0 w 36575"/>
                <a:gd name="csY2" fmla="*/ 18288 h 36575"/>
                <a:gd name="csX3" fmla="*/ 18288 w 36575"/>
                <a:gd name="csY3" fmla="*/ 0 h 36575"/>
                <a:gd name="csX4" fmla="*/ 36576 w 36575"/>
                <a:gd name="csY4" fmla="*/ 18288 h 36575"/>
              </a:gdLst>
              <a:ahLst/>
              <a:cxnLst>
                <a:cxn ang="0">
                  <a:pos x="csX0" y="csY0"/>
                </a:cxn>
                <a:cxn ang="0">
                  <a:pos x="csX1" y="csY1"/>
                </a:cxn>
                <a:cxn ang="0">
                  <a:pos x="csX2" y="csY2"/>
                </a:cxn>
                <a:cxn ang="0">
                  <a:pos x="csX3" y="csY3"/>
                </a:cxn>
                <a:cxn ang="0">
                  <a:pos x="csX4" y="csY4"/>
                </a:cxn>
              </a:cxnLst>
              <a:rect l="l" t="t" r="r" b="b"/>
              <a:pathLst>
                <a:path w="36575" h="36575">
                  <a:moveTo>
                    <a:pt x="36576" y="18288"/>
                  </a:moveTo>
                  <a:cubicBezTo>
                    <a:pt x="36576" y="28388"/>
                    <a:pt x="28388" y="36576"/>
                    <a:pt x="18288" y="36576"/>
                  </a:cubicBezTo>
                  <a:cubicBezTo>
                    <a:pt x="8188" y="36576"/>
                    <a:pt x="0" y="28388"/>
                    <a:pt x="0" y="18288"/>
                  </a:cubicBezTo>
                  <a:cubicBezTo>
                    <a:pt x="0" y="8188"/>
                    <a:pt x="8188" y="0"/>
                    <a:pt x="18288" y="0"/>
                  </a:cubicBezTo>
                  <a:cubicBezTo>
                    <a:pt x="28388" y="0"/>
                    <a:pt x="36576" y="8188"/>
                    <a:pt x="36576" y="18288"/>
                  </a:cubicBezTo>
                  <a:close/>
                </a:path>
              </a:pathLst>
            </a:custGeom>
            <a:solidFill>
              <a:srgbClr val="774DF5"/>
            </a:solidFill>
            <a:ln w="11430" cap="rnd">
              <a:solidFill>
                <a:srgbClr val="774DF5"/>
              </a:solidFill>
              <a:prstDash val="solid"/>
              <a:round/>
            </a:ln>
          </p:spPr>
          <p:txBody>
            <a:bodyPr/>
            <a:lstStyle/>
            <a:p>
              <a:pPr algn="ctr"/>
              <a:endParaRPr lang="en-US" sz="1701"/>
            </a:p>
          </p:txBody>
        </p:sp>
        <p:sp>
          <p:nvSpPr>
            <p:cNvPr id="923" name="Freeform 922">
              <a:extLst>
                <a:ext uri="{FF2B5EF4-FFF2-40B4-BE49-F238E27FC236}">
                  <a16:creationId xmlns:a16="http://schemas.microsoft.com/office/drawing/2014/main" id="{8EC0CA24-D103-9450-6D3F-3E58F2360BC7}"/>
                </a:ext>
              </a:extLst>
            </p:cNvPr>
            <p:cNvSpPr/>
            <p:nvPr/>
          </p:nvSpPr>
          <p:spPr>
            <a:xfrm>
              <a:off x="6550557" y="1549667"/>
              <a:ext cx="11429" cy="11430"/>
            </a:xfrm>
            <a:custGeom>
              <a:avLst/>
              <a:gdLst>
                <a:gd name="csX0" fmla="*/ 11430 w 11429"/>
                <a:gd name="csY0" fmla="*/ 5715 h 11430"/>
                <a:gd name="csX1" fmla="*/ 5715 w 11429"/>
                <a:gd name="csY1" fmla="*/ 11430 h 11430"/>
                <a:gd name="csX2" fmla="*/ 0 w 11429"/>
                <a:gd name="csY2" fmla="*/ 5715 h 11430"/>
                <a:gd name="csX3" fmla="*/ 5715 w 11429"/>
                <a:gd name="csY3" fmla="*/ 0 h 11430"/>
                <a:gd name="csX4" fmla="*/ 11430 w 11429"/>
                <a:gd name="csY4" fmla="*/ 5715 h 11430"/>
              </a:gdLst>
              <a:ahLst/>
              <a:cxnLst>
                <a:cxn ang="0">
                  <a:pos x="csX0" y="csY0"/>
                </a:cxn>
                <a:cxn ang="0">
                  <a:pos x="csX1" y="csY1"/>
                </a:cxn>
                <a:cxn ang="0">
                  <a:pos x="csX2" y="csY2"/>
                </a:cxn>
                <a:cxn ang="0">
                  <a:pos x="csX3" y="csY3"/>
                </a:cxn>
                <a:cxn ang="0">
                  <a:pos x="csX4" y="csY4"/>
                </a:cxn>
              </a:cxnLst>
              <a:rect l="l" t="t" r="r" b="b"/>
              <a:pathLst>
                <a:path w="11429" h="11430">
                  <a:moveTo>
                    <a:pt x="11430" y="5715"/>
                  </a:moveTo>
                  <a:cubicBezTo>
                    <a:pt x="11430" y="8871"/>
                    <a:pt x="8871" y="11430"/>
                    <a:pt x="5715" y="11430"/>
                  </a:cubicBezTo>
                  <a:cubicBezTo>
                    <a:pt x="2559" y="11430"/>
                    <a:pt x="0" y="8871"/>
                    <a:pt x="0" y="5715"/>
                  </a:cubicBezTo>
                  <a:cubicBezTo>
                    <a:pt x="0" y="2559"/>
                    <a:pt x="2559" y="0"/>
                    <a:pt x="5715" y="0"/>
                  </a:cubicBezTo>
                  <a:cubicBezTo>
                    <a:pt x="8871" y="0"/>
                    <a:pt x="11430" y="2559"/>
                    <a:pt x="11430" y="5715"/>
                  </a:cubicBezTo>
                  <a:close/>
                </a:path>
              </a:pathLst>
            </a:custGeom>
            <a:solidFill>
              <a:srgbClr val="C9BDDA"/>
            </a:solidFill>
            <a:ln w="11430" cap="rnd">
              <a:solidFill>
                <a:srgbClr val="C9BDDA"/>
              </a:solidFill>
              <a:prstDash val="solid"/>
              <a:round/>
            </a:ln>
          </p:spPr>
          <p:txBody>
            <a:bodyPr/>
            <a:lstStyle/>
            <a:p>
              <a:pPr algn="ctr"/>
              <a:endParaRPr lang="en-US" sz="1701"/>
            </a:p>
          </p:txBody>
        </p:sp>
        <p:sp>
          <p:nvSpPr>
            <p:cNvPr id="924" name="Freeform 923">
              <a:extLst>
                <a:ext uri="{FF2B5EF4-FFF2-40B4-BE49-F238E27FC236}">
                  <a16:creationId xmlns:a16="http://schemas.microsoft.com/office/drawing/2014/main" id="{E6E7E1B6-6C25-1667-5917-80A16B7726A3}"/>
                </a:ext>
              </a:extLst>
            </p:cNvPr>
            <p:cNvSpPr/>
            <p:nvPr/>
          </p:nvSpPr>
          <p:spPr>
            <a:xfrm>
              <a:off x="6498741" y="1253249"/>
              <a:ext cx="115062" cy="115062"/>
            </a:xfrm>
            <a:custGeom>
              <a:avLst/>
              <a:gdLst>
                <a:gd name="csX0" fmla="*/ 115062 w 115062"/>
                <a:gd name="csY0" fmla="*/ 57531 h 115062"/>
                <a:gd name="csX1" fmla="*/ 57531 w 115062"/>
                <a:gd name="csY1" fmla="*/ 115062 h 115062"/>
                <a:gd name="csX2" fmla="*/ 0 w 115062"/>
                <a:gd name="csY2" fmla="*/ 57531 h 115062"/>
                <a:gd name="csX3" fmla="*/ 57531 w 115062"/>
                <a:gd name="csY3" fmla="*/ 0 h 115062"/>
                <a:gd name="csX4" fmla="*/ 115062 w 115062"/>
                <a:gd name="csY4" fmla="*/ 57531 h 115062"/>
              </a:gdLst>
              <a:ahLst/>
              <a:cxnLst>
                <a:cxn ang="0">
                  <a:pos x="csX0" y="csY0"/>
                </a:cxn>
                <a:cxn ang="0">
                  <a:pos x="csX1" y="csY1"/>
                </a:cxn>
                <a:cxn ang="0">
                  <a:pos x="csX2" y="csY2"/>
                </a:cxn>
                <a:cxn ang="0">
                  <a:pos x="csX3" y="csY3"/>
                </a:cxn>
                <a:cxn ang="0">
                  <a:pos x="csX4" y="csY4"/>
                </a:cxn>
              </a:cxnLst>
              <a:rect l="l" t="t" r="r" b="b"/>
              <a:pathLst>
                <a:path w="115062" h="115062">
                  <a:moveTo>
                    <a:pt x="115062" y="57531"/>
                  </a:moveTo>
                  <a:cubicBezTo>
                    <a:pt x="115062" y="89304"/>
                    <a:pt x="89304" y="115062"/>
                    <a:pt x="57531" y="115062"/>
                  </a:cubicBezTo>
                  <a:cubicBezTo>
                    <a:pt x="25758" y="115062"/>
                    <a:pt x="0" y="89304"/>
                    <a:pt x="0" y="57531"/>
                  </a:cubicBezTo>
                  <a:cubicBezTo>
                    <a:pt x="0" y="25758"/>
                    <a:pt x="25758" y="0"/>
                    <a:pt x="57531" y="0"/>
                  </a:cubicBezTo>
                  <a:cubicBezTo>
                    <a:pt x="89304" y="0"/>
                    <a:pt x="115062" y="25758"/>
                    <a:pt x="115062" y="57531"/>
                  </a:cubicBezTo>
                  <a:close/>
                </a:path>
              </a:pathLst>
            </a:custGeom>
            <a:solidFill>
              <a:srgbClr val="0301FF"/>
            </a:solidFill>
            <a:ln w="11430" cap="rnd">
              <a:solidFill>
                <a:srgbClr val="0301FF"/>
              </a:solidFill>
              <a:prstDash val="solid"/>
              <a:round/>
            </a:ln>
          </p:spPr>
          <p:txBody>
            <a:bodyPr/>
            <a:lstStyle/>
            <a:p>
              <a:pPr algn="ctr"/>
              <a:endParaRPr lang="en-US" sz="1701"/>
            </a:p>
          </p:txBody>
        </p:sp>
        <p:sp>
          <p:nvSpPr>
            <p:cNvPr id="925" name="Freeform 924">
              <a:extLst>
                <a:ext uri="{FF2B5EF4-FFF2-40B4-BE49-F238E27FC236}">
                  <a16:creationId xmlns:a16="http://schemas.microsoft.com/office/drawing/2014/main" id="{5B79E848-AC05-6112-C682-EA425D4CA04A}"/>
                </a:ext>
              </a:extLst>
            </p:cNvPr>
            <p:cNvSpPr/>
            <p:nvPr/>
          </p:nvSpPr>
          <p:spPr>
            <a:xfrm>
              <a:off x="6533412" y="1043318"/>
              <a:ext cx="45720" cy="45719"/>
            </a:xfrm>
            <a:custGeom>
              <a:avLst/>
              <a:gdLst>
                <a:gd name="csX0" fmla="*/ 45720 w 45720"/>
                <a:gd name="csY0" fmla="*/ 22860 h 45719"/>
                <a:gd name="csX1" fmla="*/ 22860 w 45720"/>
                <a:gd name="csY1" fmla="*/ 45720 h 45719"/>
                <a:gd name="csX2" fmla="*/ 0 w 45720"/>
                <a:gd name="csY2" fmla="*/ 22860 h 45719"/>
                <a:gd name="csX3" fmla="*/ 22860 w 45720"/>
                <a:gd name="csY3" fmla="*/ 0 h 45719"/>
                <a:gd name="csX4" fmla="*/ 45720 w 45720"/>
                <a:gd name="csY4" fmla="*/ 22860 h 45719"/>
              </a:gdLst>
              <a:ahLst/>
              <a:cxnLst>
                <a:cxn ang="0">
                  <a:pos x="csX0" y="csY0"/>
                </a:cxn>
                <a:cxn ang="0">
                  <a:pos x="csX1" y="csY1"/>
                </a:cxn>
                <a:cxn ang="0">
                  <a:pos x="csX2" y="csY2"/>
                </a:cxn>
                <a:cxn ang="0">
                  <a:pos x="csX3" y="csY3"/>
                </a:cxn>
                <a:cxn ang="0">
                  <a:pos x="csX4" y="csY4"/>
                </a:cxn>
              </a:cxnLst>
              <a:rect l="l" t="t" r="r" b="b"/>
              <a:pathLst>
                <a:path w="45720" h="45719">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rgbClr val="7A4FF4"/>
            </a:solidFill>
            <a:ln w="11430" cap="rnd">
              <a:solidFill>
                <a:srgbClr val="7A4FF4"/>
              </a:solidFill>
              <a:prstDash val="solid"/>
              <a:round/>
            </a:ln>
          </p:spPr>
          <p:txBody>
            <a:bodyPr/>
            <a:lstStyle/>
            <a:p>
              <a:pPr algn="ctr"/>
              <a:endParaRPr lang="en-US" sz="1701"/>
            </a:p>
          </p:txBody>
        </p:sp>
        <p:sp>
          <p:nvSpPr>
            <p:cNvPr id="926" name="Freeform 925">
              <a:extLst>
                <a:ext uri="{FF2B5EF4-FFF2-40B4-BE49-F238E27FC236}">
                  <a16:creationId xmlns:a16="http://schemas.microsoft.com/office/drawing/2014/main" id="{9A38E1A4-2501-E4D0-051F-EAE58E2D9CFB}"/>
                </a:ext>
              </a:extLst>
            </p:cNvPr>
            <p:cNvSpPr/>
            <p:nvPr/>
          </p:nvSpPr>
          <p:spPr>
            <a:xfrm>
              <a:off x="6520077" y="785381"/>
              <a:ext cx="72389" cy="72390"/>
            </a:xfrm>
            <a:custGeom>
              <a:avLst/>
              <a:gdLst>
                <a:gd name="csX0" fmla="*/ 72390 w 72389"/>
                <a:gd name="csY0" fmla="*/ 36195 h 72390"/>
                <a:gd name="csX1" fmla="*/ 36195 w 72389"/>
                <a:gd name="csY1" fmla="*/ 72390 h 72390"/>
                <a:gd name="csX2" fmla="*/ 0 w 72389"/>
                <a:gd name="csY2" fmla="*/ 36195 h 72390"/>
                <a:gd name="csX3" fmla="*/ 36195 w 72389"/>
                <a:gd name="csY3" fmla="*/ 0 h 72390"/>
                <a:gd name="csX4" fmla="*/ 72390 w 72389"/>
                <a:gd name="csY4" fmla="*/ 36195 h 72390"/>
              </a:gdLst>
              <a:ahLst/>
              <a:cxnLst>
                <a:cxn ang="0">
                  <a:pos x="csX0" y="csY0"/>
                </a:cxn>
                <a:cxn ang="0">
                  <a:pos x="csX1" y="csY1"/>
                </a:cxn>
                <a:cxn ang="0">
                  <a:pos x="csX2" y="csY2"/>
                </a:cxn>
                <a:cxn ang="0">
                  <a:pos x="csX3" y="csY3"/>
                </a:cxn>
                <a:cxn ang="0">
                  <a:pos x="csX4" y="csY4"/>
                </a:cxn>
              </a:cxnLst>
              <a:rect l="l" t="t" r="r" b="b"/>
              <a:pathLst>
                <a:path w="72389" h="72390">
                  <a:moveTo>
                    <a:pt x="72390" y="36195"/>
                  </a:moveTo>
                  <a:cubicBezTo>
                    <a:pt x="72390" y="56185"/>
                    <a:pt x="56185" y="72390"/>
                    <a:pt x="36195" y="72390"/>
                  </a:cubicBezTo>
                  <a:cubicBezTo>
                    <a:pt x="16205" y="72390"/>
                    <a:pt x="0" y="56185"/>
                    <a:pt x="0" y="36195"/>
                  </a:cubicBezTo>
                  <a:cubicBezTo>
                    <a:pt x="0" y="16205"/>
                    <a:pt x="16205" y="0"/>
                    <a:pt x="36195" y="0"/>
                  </a:cubicBezTo>
                  <a:cubicBezTo>
                    <a:pt x="56185" y="0"/>
                    <a:pt x="72390" y="16205"/>
                    <a:pt x="72390" y="36195"/>
                  </a:cubicBezTo>
                  <a:close/>
                </a:path>
              </a:pathLst>
            </a:custGeom>
            <a:solidFill>
              <a:srgbClr val="C9BFD9"/>
            </a:solidFill>
            <a:ln w="11430" cap="rnd">
              <a:solidFill>
                <a:srgbClr val="C9BFD9"/>
              </a:solidFill>
              <a:prstDash val="solid"/>
              <a:round/>
            </a:ln>
          </p:spPr>
          <p:txBody>
            <a:bodyPr/>
            <a:lstStyle/>
            <a:p>
              <a:pPr algn="ctr"/>
              <a:endParaRPr lang="en-US" sz="1701"/>
            </a:p>
          </p:txBody>
        </p:sp>
        <p:sp>
          <p:nvSpPr>
            <p:cNvPr id="927" name="Freeform 926">
              <a:extLst>
                <a:ext uri="{FF2B5EF4-FFF2-40B4-BE49-F238E27FC236}">
                  <a16:creationId xmlns:a16="http://schemas.microsoft.com/office/drawing/2014/main" id="{1E18CAB9-BBB5-4D68-75D4-AEC11CBC73F1}"/>
                </a:ext>
              </a:extLst>
            </p:cNvPr>
            <p:cNvSpPr/>
            <p:nvPr/>
          </p:nvSpPr>
          <p:spPr>
            <a:xfrm>
              <a:off x="6525030" y="545732"/>
              <a:ext cx="62484" cy="62484"/>
            </a:xfrm>
            <a:custGeom>
              <a:avLst/>
              <a:gdLst>
                <a:gd name="csX0" fmla="*/ 62484 w 62484"/>
                <a:gd name="csY0" fmla="*/ 31242 h 62484"/>
                <a:gd name="csX1" fmla="*/ 31242 w 62484"/>
                <a:gd name="csY1" fmla="*/ 62484 h 62484"/>
                <a:gd name="csX2" fmla="*/ 0 w 62484"/>
                <a:gd name="csY2" fmla="*/ 31242 h 62484"/>
                <a:gd name="csX3" fmla="*/ 31242 w 62484"/>
                <a:gd name="csY3" fmla="*/ 0 h 62484"/>
                <a:gd name="csX4" fmla="*/ 62484 w 62484"/>
                <a:gd name="csY4" fmla="*/ 31242 h 62484"/>
              </a:gdLst>
              <a:ahLst/>
              <a:cxnLst>
                <a:cxn ang="0">
                  <a:pos x="csX0" y="csY0"/>
                </a:cxn>
                <a:cxn ang="0">
                  <a:pos x="csX1" y="csY1"/>
                </a:cxn>
                <a:cxn ang="0">
                  <a:pos x="csX2" y="csY2"/>
                </a:cxn>
                <a:cxn ang="0">
                  <a:pos x="csX3" y="csY3"/>
                </a:cxn>
                <a:cxn ang="0">
                  <a:pos x="csX4" y="csY4"/>
                </a:cxn>
              </a:cxnLst>
              <a:rect l="l" t="t" r="r" b="b"/>
              <a:pathLst>
                <a:path w="62484" h="62484">
                  <a:moveTo>
                    <a:pt x="62484" y="31242"/>
                  </a:moveTo>
                  <a:cubicBezTo>
                    <a:pt x="62484" y="48496"/>
                    <a:pt x="48496" y="62484"/>
                    <a:pt x="31242" y="62484"/>
                  </a:cubicBezTo>
                  <a:cubicBezTo>
                    <a:pt x="13987" y="62484"/>
                    <a:pt x="0" y="48496"/>
                    <a:pt x="0" y="31242"/>
                  </a:cubicBezTo>
                  <a:cubicBezTo>
                    <a:pt x="0" y="13988"/>
                    <a:pt x="13987" y="0"/>
                    <a:pt x="31242" y="0"/>
                  </a:cubicBezTo>
                  <a:cubicBezTo>
                    <a:pt x="48496" y="0"/>
                    <a:pt x="62484" y="13988"/>
                    <a:pt x="62484" y="31242"/>
                  </a:cubicBezTo>
                  <a:close/>
                </a:path>
              </a:pathLst>
            </a:custGeom>
            <a:solidFill>
              <a:srgbClr val="B499E4"/>
            </a:solidFill>
            <a:ln w="11430" cap="rnd">
              <a:solidFill>
                <a:srgbClr val="B499E4"/>
              </a:solidFill>
              <a:prstDash val="solid"/>
              <a:round/>
            </a:ln>
          </p:spPr>
          <p:txBody>
            <a:bodyPr/>
            <a:lstStyle/>
            <a:p>
              <a:pPr algn="ctr"/>
              <a:endParaRPr lang="en-US" sz="1701"/>
            </a:p>
          </p:txBody>
        </p:sp>
        <p:sp>
          <p:nvSpPr>
            <p:cNvPr id="928" name="Freeform 927">
              <a:extLst>
                <a:ext uri="{FF2B5EF4-FFF2-40B4-BE49-F238E27FC236}">
                  <a16:creationId xmlns:a16="http://schemas.microsoft.com/office/drawing/2014/main" id="{931738E4-FA73-DA73-A924-322584D344D9}"/>
                </a:ext>
              </a:extLst>
            </p:cNvPr>
            <p:cNvSpPr/>
            <p:nvPr/>
          </p:nvSpPr>
          <p:spPr>
            <a:xfrm>
              <a:off x="6536841" y="312941"/>
              <a:ext cx="38862" cy="38862"/>
            </a:xfrm>
            <a:custGeom>
              <a:avLst/>
              <a:gdLst>
                <a:gd name="csX0" fmla="*/ 38862 w 38862"/>
                <a:gd name="csY0" fmla="*/ 19431 h 38862"/>
                <a:gd name="csX1" fmla="*/ 19431 w 38862"/>
                <a:gd name="csY1" fmla="*/ 38862 h 38862"/>
                <a:gd name="csX2" fmla="*/ 0 w 38862"/>
                <a:gd name="csY2" fmla="*/ 19431 h 38862"/>
                <a:gd name="csX3" fmla="*/ 19431 w 38862"/>
                <a:gd name="csY3" fmla="*/ 0 h 38862"/>
                <a:gd name="csX4" fmla="*/ 38862 w 38862"/>
                <a:gd name="csY4" fmla="*/ 19431 h 38862"/>
              </a:gdLst>
              <a:ahLst/>
              <a:cxnLst>
                <a:cxn ang="0">
                  <a:pos x="csX0" y="csY0"/>
                </a:cxn>
                <a:cxn ang="0">
                  <a:pos x="csX1" y="csY1"/>
                </a:cxn>
                <a:cxn ang="0">
                  <a:pos x="csX2" y="csY2"/>
                </a:cxn>
                <a:cxn ang="0">
                  <a:pos x="csX3" y="csY3"/>
                </a:cxn>
                <a:cxn ang="0">
                  <a:pos x="csX4" y="csY4"/>
                </a:cxn>
              </a:cxnLst>
              <a:rect l="l" t="t" r="r" b="b"/>
              <a:pathLst>
                <a:path w="38862" h="38862">
                  <a:moveTo>
                    <a:pt x="38862" y="19431"/>
                  </a:moveTo>
                  <a:cubicBezTo>
                    <a:pt x="38862" y="30162"/>
                    <a:pt x="30163" y="38862"/>
                    <a:pt x="19431" y="38862"/>
                  </a:cubicBezTo>
                  <a:cubicBezTo>
                    <a:pt x="8700" y="38862"/>
                    <a:pt x="0" y="30162"/>
                    <a:pt x="0" y="19431"/>
                  </a:cubicBezTo>
                  <a:cubicBezTo>
                    <a:pt x="0" y="8700"/>
                    <a:pt x="8700" y="0"/>
                    <a:pt x="19431" y="0"/>
                  </a:cubicBezTo>
                  <a:cubicBezTo>
                    <a:pt x="30163" y="0"/>
                    <a:pt x="38862" y="8700"/>
                    <a:pt x="38862" y="19431"/>
                  </a:cubicBezTo>
                  <a:close/>
                </a:path>
              </a:pathLst>
            </a:custGeom>
            <a:solidFill>
              <a:srgbClr val="754AF5"/>
            </a:solidFill>
            <a:ln w="11430" cap="rnd">
              <a:solidFill>
                <a:srgbClr val="754AF5"/>
              </a:solidFill>
              <a:prstDash val="solid"/>
              <a:round/>
            </a:ln>
          </p:spPr>
          <p:txBody>
            <a:bodyPr/>
            <a:lstStyle/>
            <a:p>
              <a:pPr algn="ctr"/>
              <a:endParaRPr lang="en-US" sz="1701"/>
            </a:p>
          </p:txBody>
        </p:sp>
        <p:sp>
          <p:nvSpPr>
            <p:cNvPr id="930" name="Freeform 929">
              <a:extLst>
                <a:ext uri="{FF2B5EF4-FFF2-40B4-BE49-F238E27FC236}">
                  <a16:creationId xmlns:a16="http://schemas.microsoft.com/office/drawing/2014/main" id="{967FE1E4-8188-6297-3407-344F51A0A92A}"/>
                </a:ext>
              </a:extLst>
            </p:cNvPr>
            <p:cNvSpPr/>
            <p:nvPr/>
          </p:nvSpPr>
          <p:spPr>
            <a:xfrm>
              <a:off x="5650126" y="185559"/>
              <a:ext cx="12700" cy="3962527"/>
            </a:xfrm>
            <a:custGeom>
              <a:avLst/>
              <a:gdLst>
                <a:gd name="csX0" fmla="*/ 0 w 12700"/>
                <a:gd name="csY0" fmla="*/ 3962527 h 3962527"/>
                <a:gd name="csX1" fmla="*/ 0 w 12700"/>
                <a:gd name="csY1" fmla="*/ 0 h 3962527"/>
              </a:gdLst>
              <a:ahLst/>
              <a:cxnLst>
                <a:cxn ang="0">
                  <a:pos x="csX0" y="csY0"/>
                </a:cxn>
                <a:cxn ang="0">
                  <a:pos x="csX1" y="csY1"/>
                </a:cxn>
              </a:cxnLst>
              <a:rect l="l" t="t" r="r" b="b"/>
              <a:pathLst>
                <a:path w="12700" h="3962527">
                  <a:moveTo>
                    <a:pt x="0" y="3962527"/>
                  </a:moveTo>
                  <a:lnTo>
                    <a:pt x="0" y="0"/>
                  </a:lnTo>
                </a:path>
              </a:pathLst>
            </a:custGeom>
            <a:noFill/>
            <a:ln w="13589" cap="sq">
              <a:solidFill>
                <a:srgbClr val="000000"/>
              </a:solidFill>
              <a:prstDash val="solid"/>
              <a:round/>
            </a:ln>
          </p:spPr>
          <p:txBody>
            <a:bodyPr/>
            <a:lstStyle/>
            <a:p>
              <a:pPr algn="ctr"/>
              <a:endParaRPr lang="en-US" sz="1701"/>
            </a:p>
          </p:txBody>
        </p:sp>
        <p:sp>
          <p:nvSpPr>
            <p:cNvPr id="931" name="TextBox 930">
              <a:extLst>
                <a:ext uri="{FF2B5EF4-FFF2-40B4-BE49-F238E27FC236}">
                  <a16:creationId xmlns:a16="http://schemas.microsoft.com/office/drawing/2014/main" id="{3423B529-B587-8295-AC93-F5B502885738}"/>
                </a:ext>
              </a:extLst>
            </p:cNvPr>
            <p:cNvSpPr txBox="1"/>
            <p:nvPr/>
          </p:nvSpPr>
          <p:spPr>
            <a:xfrm>
              <a:off x="5209118" y="3872201"/>
              <a:ext cx="421064"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gfap</a:t>
              </a:r>
            </a:p>
          </p:txBody>
        </p:sp>
        <p:sp>
          <p:nvSpPr>
            <p:cNvPr id="932" name="TextBox 931">
              <a:extLst>
                <a:ext uri="{FF2B5EF4-FFF2-40B4-BE49-F238E27FC236}">
                  <a16:creationId xmlns:a16="http://schemas.microsoft.com/office/drawing/2014/main" id="{B6EB6A97-7EA8-4441-404D-260170057EEB}"/>
                </a:ext>
              </a:extLst>
            </p:cNvPr>
            <p:cNvSpPr txBox="1"/>
            <p:nvPr/>
          </p:nvSpPr>
          <p:spPr>
            <a:xfrm>
              <a:off x="5187353" y="3627599"/>
              <a:ext cx="478743"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gja1b</a:t>
              </a:r>
            </a:p>
          </p:txBody>
        </p:sp>
        <p:sp>
          <p:nvSpPr>
            <p:cNvPr id="933" name="TextBox 932">
              <a:extLst>
                <a:ext uri="{FF2B5EF4-FFF2-40B4-BE49-F238E27FC236}">
                  <a16:creationId xmlns:a16="http://schemas.microsoft.com/office/drawing/2014/main" id="{03A507BD-0045-32BA-87B4-120877FF4F94}"/>
                </a:ext>
              </a:extLst>
            </p:cNvPr>
            <p:cNvSpPr txBox="1"/>
            <p:nvPr/>
          </p:nvSpPr>
          <p:spPr>
            <a:xfrm>
              <a:off x="4968509" y="3382997"/>
              <a:ext cx="697587"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cyp19a1b</a:t>
              </a:r>
            </a:p>
          </p:txBody>
        </p:sp>
        <p:sp>
          <p:nvSpPr>
            <p:cNvPr id="934" name="TextBox 933">
              <a:extLst>
                <a:ext uri="{FF2B5EF4-FFF2-40B4-BE49-F238E27FC236}">
                  <a16:creationId xmlns:a16="http://schemas.microsoft.com/office/drawing/2014/main" id="{0A436860-A4DF-7ADD-8181-52AB62D692B0}"/>
                </a:ext>
              </a:extLst>
            </p:cNvPr>
            <p:cNvSpPr txBox="1"/>
            <p:nvPr/>
          </p:nvSpPr>
          <p:spPr>
            <a:xfrm>
              <a:off x="5116101" y="3138395"/>
              <a:ext cx="549995"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angpt1</a:t>
              </a:r>
            </a:p>
          </p:txBody>
        </p:sp>
        <p:sp>
          <p:nvSpPr>
            <p:cNvPr id="935" name="TextBox 934">
              <a:extLst>
                <a:ext uri="{FF2B5EF4-FFF2-40B4-BE49-F238E27FC236}">
                  <a16:creationId xmlns:a16="http://schemas.microsoft.com/office/drawing/2014/main" id="{994D0C9E-FC8B-27F7-8858-80E9F9F3A241}"/>
                </a:ext>
              </a:extLst>
            </p:cNvPr>
            <p:cNvSpPr txBox="1"/>
            <p:nvPr/>
          </p:nvSpPr>
          <p:spPr>
            <a:xfrm>
              <a:off x="5007528" y="2893793"/>
              <a:ext cx="658568"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slc6a11b</a:t>
              </a:r>
            </a:p>
          </p:txBody>
        </p:sp>
        <p:sp>
          <p:nvSpPr>
            <p:cNvPr id="936" name="TextBox 935">
              <a:extLst>
                <a:ext uri="{FF2B5EF4-FFF2-40B4-BE49-F238E27FC236}">
                  <a16:creationId xmlns:a16="http://schemas.microsoft.com/office/drawing/2014/main" id="{353BF555-07AD-C08E-F5CD-60794B6065AF}"/>
                </a:ext>
              </a:extLst>
            </p:cNvPr>
            <p:cNvSpPr txBox="1"/>
            <p:nvPr/>
          </p:nvSpPr>
          <p:spPr>
            <a:xfrm>
              <a:off x="5071993" y="2649191"/>
              <a:ext cx="594103"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slc6a1b</a:t>
              </a:r>
            </a:p>
          </p:txBody>
        </p:sp>
        <p:sp>
          <p:nvSpPr>
            <p:cNvPr id="937" name="TextBox 936">
              <a:extLst>
                <a:ext uri="{FF2B5EF4-FFF2-40B4-BE49-F238E27FC236}">
                  <a16:creationId xmlns:a16="http://schemas.microsoft.com/office/drawing/2014/main" id="{243E9A98-6A45-657A-4E09-B2A2C4E80E94}"/>
                </a:ext>
              </a:extLst>
            </p:cNvPr>
            <p:cNvSpPr txBox="1"/>
            <p:nvPr/>
          </p:nvSpPr>
          <p:spPr>
            <a:xfrm>
              <a:off x="5071993" y="2404589"/>
              <a:ext cx="594103"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slc4a4a</a:t>
              </a:r>
            </a:p>
          </p:txBody>
        </p:sp>
        <p:sp>
          <p:nvSpPr>
            <p:cNvPr id="938" name="TextBox 937">
              <a:extLst>
                <a:ext uri="{FF2B5EF4-FFF2-40B4-BE49-F238E27FC236}">
                  <a16:creationId xmlns:a16="http://schemas.microsoft.com/office/drawing/2014/main" id="{5672E7D1-459D-26E2-886D-E8A3A8ABEE57}"/>
                </a:ext>
              </a:extLst>
            </p:cNvPr>
            <p:cNvSpPr txBox="1"/>
            <p:nvPr/>
          </p:nvSpPr>
          <p:spPr>
            <a:xfrm>
              <a:off x="4993956" y="2159988"/>
              <a:ext cx="672140"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sema4gb</a:t>
              </a:r>
            </a:p>
          </p:txBody>
        </p:sp>
        <p:sp>
          <p:nvSpPr>
            <p:cNvPr id="939" name="TextBox 938">
              <a:extLst>
                <a:ext uri="{FF2B5EF4-FFF2-40B4-BE49-F238E27FC236}">
                  <a16:creationId xmlns:a16="http://schemas.microsoft.com/office/drawing/2014/main" id="{910C7486-A980-31A0-9BAD-75FC46FFE536}"/>
                </a:ext>
              </a:extLst>
            </p:cNvPr>
            <p:cNvSpPr txBox="1"/>
            <p:nvPr/>
          </p:nvSpPr>
          <p:spPr>
            <a:xfrm>
              <a:off x="5155120" y="1915512"/>
              <a:ext cx="510976"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pax6b</a:t>
              </a:r>
            </a:p>
          </p:txBody>
        </p:sp>
        <p:sp>
          <p:nvSpPr>
            <p:cNvPr id="940" name="TextBox 939">
              <a:extLst>
                <a:ext uri="{FF2B5EF4-FFF2-40B4-BE49-F238E27FC236}">
                  <a16:creationId xmlns:a16="http://schemas.microsoft.com/office/drawing/2014/main" id="{426822F5-424D-8BEF-B976-02D0599C10BA}"/>
                </a:ext>
              </a:extLst>
            </p:cNvPr>
            <p:cNvSpPr txBox="1"/>
            <p:nvPr/>
          </p:nvSpPr>
          <p:spPr>
            <a:xfrm>
              <a:off x="5226371" y="1670910"/>
              <a:ext cx="439725"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sox2</a:t>
              </a:r>
            </a:p>
          </p:txBody>
        </p:sp>
        <p:sp>
          <p:nvSpPr>
            <p:cNvPr id="941" name="TextBox 940">
              <a:extLst>
                <a:ext uri="{FF2B5EF4-FFF2-40B4-BE49-F238E27FC236}">
                  <a16:creationId xmlns:a16="http://schemas.microsoft.com/office/drawing/2014/main" id="{718661C2-6C5E-2B93-C4E4-6F24E2EE58F1}"/>
                </a:ext>
              </a:extLst>
            </p:cNvPr>
            <p:cNvSpPr txBox="1"/>
            <p:nvPr/>
          </p:nvSpPr>
          <p:spPr>
            <a:xfrm>
              <a:off x="5122886" y="1426308"/>
              <a:ext cx="543209"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foxg1a</a:t>
              </a:r>
            </a:p>
          </p:txBody>
        </p:sp>
        <p:sp>
          <p:nvSpPr>
            <p:cNvPr id="942" name="TextBox 941">
              <a:extLst>
                <a:ext uri="{FF2B5EF4-FFF2-40B4-BE49-F238E27FC236}">
                  <a16:creationId xmlns:a16="http://schemas.microsoft.com/office/drawing/2014/main" id="{9255ED62-6F43-DC89-0425-431856103403}"/>
                </a:ext>
              </a:extLst>
            </p:cNvPr>
            <p:cNvSpPr txBox="1"/>
            <p:nvPr/>
          </p:nvSpPr>
          <p:spPr>
            <a:xfrm>
              <a:off x="4917614" y="1181706"/>
              <a:ext cx="748482"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lmx1.2-like</a:t>
              </a:r>
            </a:p>
          </p:txBody>
        </p:sp>
        <p:sp>
          <p:nvSpPr>
            <p:cNvPr id="943" name="TextBox 942">
              <a:extLst>
                <a:ext uri="{FF2B5EF4-FFF2-40B4-BE49-F238E27FC236}">
                  <a16:creationId xmlns:a16="http://schemas.microsoft.com/office/drawing/2014/main" id="{AB1AA0B6-E759-B150-79FC-5BEF6A974DB7}"/>
                </a:ext>
              </a:extLst>
            </p:cNvPr>
            <p:cNvSpPr txBox="1"/>
            <p:nvPr/>
          </p:nvSpPr>
          <p:spPr>
            <a:xfrm>
              <a:off x="5219585" y="937104"/>
              <a:ext cx="446511"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shha</a:t>
              </a:r>
            </a:p>
          </p:txBody>
        </p:sp>
        <p:sp>
          <p:nvSpPr>
            <p:cNvPr id="944" name="TextBox 943">
              <a:extLst>
                <a:ext uri="{FF2B5EF4-FFF2-40B4-BE49-F238E27FC236}">
                  <a16:creationId xmlns:a16="http://schemas.microsoft.com/office/drawing/2014/main" id="{0346389E-E09A-C495-DE90-F05A48643ECA}"/>
                </a:ext>
              </a:extLst>
            </p:cNvPr>
            <p:cNvSpPr txBox="1"/>
            <p:nvPr/>
          </p:nvSpPr>
          <p:spPr>
            <a:xfrm>
              <a:off x="5238247" y="692502"/>
              <a:ext cx="427849"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fgfr2</a:t>
              </a:r>
            </a:p>
          </p:txBody>
        </p:sp>
        <p:sp>
          <p:nvSpPr>
            <p:cNvPr id="945" name="TextBox 944">
              <a:extLst>
                <a:ext uri="{FF2B5EF4-FFF2-40B4-BE49-F238E27FC236}">
                  <a16:creationId xmlns:a16="http://schemas.microsoft.com/office/drawing/2014/main" id="{5561CB4E-830A-520D-24BB-EBC0C4CC46AE}"/>
                </a:ext>
              </a:extLst>
            </p:cNvPr>
            <p:cNvSpPr txBox="1"/>
            <p:nvPr/>
          </p:nvSpPr>
          <p:spPr>
            <a:xfrm>
              <a:off x="5238247" y="447900"/>
              <a:ext cx="427849"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fgfr3</a:t>
              </a:r>
            </a:p>
          </p:txBody>
        </p:sp>
        <p:sp>
          <p:nvSpPr>
            <p:cNvPr id="946" name="TextBox 945">
              <a:extLst>
                <a:ext uri="{FF2B5EF4-FFF2-40B4-BE49-F238E27FC236}">
                  <a16:creationId xmlns:a16="http://schemas.microsoft.com/office/drawing/2014/main" id="{F3C54EFE-EF10-2B09-F0C0-7C40915AE580}"/>
                </a:ext>
              </a:extLst>
            </p:cNvPr>
            <p:cNvSpPr txBox="1"/>
            <p:nvPr/>
          </p:nvSpPr>
          <p:spPr>
            <a:xfrm>
              <a:off x="5122887" y="203298"/>
              <a:ext cx="543209" cy="236148"/>
            </a:xfrm>
            <a:prstGeom prst="rect">
              <a:avLst/>
            </a:prstGeom>
            <a:noFill/>
          </p:spPr>
          <p:txBody>
            <a:bodyPr wrap="none" rtlCol="0">
              <a:spAutoFit/>
            </a:bodyPr>
            <a:lstStyle/>
            <a:p>
              <a:pPr algn="r"/>
              <a:r>
                <a:rPr lang="en-US" sz="850">
                  <a:ln/>
                  <a:solidFill>
                    <a:srgbClr val="000000"/>
                  </a:solidFill>
                  <a:latin typeface="Arial"/>
                  <a:cs typeface="Arial"/>
                  <a:sym typeface="Arial"/>
                  <a:rtl val="0"/>
                </a:rPr>
                <a:t>vegfab</a:t>
              </a:r>
            </a:p>
          </p:txBody>
        </p:sp>
        <p:sp>
          <p:nvSpPr>
            <p:cNvPr id="947" name="Freeform 946">
              <a:extLst>
                <a:ext uri="{FF2B5EF4-FFF2-40B4-BE49-F238E27FC236}">
                  <a16:creationId xmlns:a16="http://schemas.microsoft.com/office/drawing/2014/main" id="{2490D077-87B5-13E3-CA75-E970DED690E3}"/>
                </a:ext>
              </a:extLst>
            </p:cNvPr>
            <p:cNvSpPr/>
            <p:nvPr/>
          </p:nvSpPr>
          <p:spPr>
            <a:xfrm>
              <a:off x="5605803" y="4001275"/>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48" name="Freeform 947">
              <a:extLst>
                <a:ext uri="{FF2B5EF4-FFF2-40B4-BE49-F238E27FC236}">
                  <a16:creationId xmlns:a16="http://schemas.microsoft.com/office/drawing/2014/main" id="{67D6517B-5B12-CFDF-FAF7-F400E983E4C9}"/>
                </a:ext>
              </a:extLst>
            </p:cNvPr>
            <p:cNvSpPr/>
            <p:nvPr/>
          </p:nvSpPr>
          <p:spPr>
            <a:xfrm>
              <a:off x="5605803" y="3756673"/>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49" name="Freeform 948">
              <a:extLst>
                <a:ext uri="{FF2B5EF4-FFF2-40B4-BE49-F238E27FC236}">
                  <a16:creationId xmlns:a16="http://schemas.microsoft.com/office/drawing/2014/main" id="{32FD84DE-8997-A04F-7F8F-27C41732F2EE}"/>
                </a:ext>
              </a:extLst>
            </p:cNvPr>
            <p:cNvSpPr/>
            <p:nvPr/>
          </p:nvSpPr>
          <p:spPr>
            <a:xfrm>
              <a:off x="5605803" y="3512070"/>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0" name="Freeform 949">
              <a:extLst>
                <a:ext uri="{FF2B5EF4-FFF2-40B4-BE49-F238E27FC236}">
                  <a16:creationId xmlns:a16="http://schemas.microsoft.com/office/drawing/2014/main" id="{2219E787-289F-E892-AFFE-F7C6B0658B8A}"/>
                </a:ext>
              </a:extLst>
            </p:cNvPr>
            <p:cNvSpPr/>
            <p:nvPr/>
          </p:nvSpPr>
          <p:spPr>
            <a:xfrm>
              <a:off x="5605803" y="3267468"/>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1" name="Freeform 950">
              <a:extLst>
                <a:ext uri="{FF2B5EF4-FFF2-40B4-BE49-F238E27FC236}">
                  <a16:creationId xmlns:a16="http://schemas.microsoft.com/office/drawing/2014/main" id="{EAE2439B-5F26-D33C-E1E0-B1B18DC1546B}"/>
                </a:ext>
              </a:extLst>
            </p:cNvPr>
            <p:cNvSpPr/>
            <p:nvPr/>
          </p:nvSpPr>
          <p:spPr>
            <a:xfrm>
              <a:off x="5605803" y="3022993"/>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2" name="Freeform 951">
              <a:extLst>
                <a:ext uri="{FF2B5EF4-FFF2-40B4-BE49-F238E27FC236}">
                  <a16:creationId xmlns:a16="http://schemas.microsoft.com/office/drawing/2014/main" id="{AC041D0B-DB85-60EB-2A6E-23B71E7F695A}"/>
                </a:ext>
              </a:extLst>
            </p:cNvPr>
            <p:cNvSpPr/>
            <p:nvPr/>
          </p:nvSpPr>
          <p:spPr>
            <a:xfrm>
              <a:off x="5605803" y="2778392"/>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3" name="Freeform 952">
              <a:extLst>
                <a:ext uri="{FF2B5EF4-FFF2-40B4-BE49-F238E27FC236}">
                  <a16:creationId xmlns:a16="http://schemas.microsoft.com/office/drawing/2014/main" id="{C02038BF-0F0C-5DA6-7519-749625E90A69}"/>
                </a:ext>
              </a:extLst>
            </p:cNvPr>
            <p:cNvSpPr/>
            <p:nvPr/>
          </p:nvSpPr>
          <p:spPr>
            <a:xfrm>
              <a:off x="5605803" y="2533789"/>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4" name="Freeform 953">
              <a:extLst>
                <a:ext uri="{FF2B5EF4-FFF2-40B4-BE49-F238E27FC236}">
                  <a16:creationId xmlns:a16="http://schemas.microsoft.com/office/drawing/2014/main" id="{1B723F43-5C88-F2B1-954E-29725D0A5808}"/>
                </a:ext>
              </a:extLst>
            </p:cNvPr>
            <p:cNvSpPr/>
            <p:nvPr/>
          </p:nvSpPr>
          <p:spPr>
            <a:xfrm>
              <a:off x="5605803" y="2289188"/>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5" name="Freeform 954">
              <a:extLst>
                <a:ext uri="{FF2B5EF4-FFF2-40B4-BE49-F238E27FC236}">
                  <a16:creationId xmlns:a16="http://schemas.microsoft.com/office/drawing/2014/main" id="{A0DCD956-A626-2DE2-8E2F-FFD8758F6683}"/>
                </a:ext>
              </a:extLst>
            </p:cNvPr>
            <p:cNvSpPr/>
            <p:nvPr/>
          </p:nvSpPr>
          <p:spPr>
            <a:xfrm>
              <a:off x="5605803" y="2044586"/>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6" name="Freeform 955">
              <a:extLst>
                <a:ext uri="{FF2B5EF4-FFF2-40B4-BE49-F238E27FC236}">
                  <a16:creationId xmlns:a16="http://schemas.microsoft.com/office/drawing/2014/main" id="{EC7FAB74-8337-4843-7A1A-F4189DA864F2}"/>
                </a:ext>
              </a:extLst>
            </p:cNvPr>
            <p:cNvSpPr/>
            <p:nvPr/>
          </p:nvSpPr>
          <p:spPr>
            <a:xfrm>
              <a:off x="5605803" y="1799983"/>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7" name="Freeform 956">
              <a:extLst>
                <a:ext uri="{FF2B5EF4-FFF2-40B4-BE49-F238E27FC236}">
                  <a16:creationId xmlns:a16="http://schemas.microsoft.com/office/drawing/2014/main" id="{D3D1199E-687A-DCEE-E27E-126E11EC30B0}"/>
                </a:ext>
              </a:extLst>
            </p:cNvPr>
            <p:cNvSpPr/>
            <p:nvPr/>
          </p:nvSpPr>
          <p:spPr>
            <a:xfrm>
              <a:off x="5605803" y="1555382"/>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8" name="Freeform 957">
              <a:extLst>
                <a:ext uri="{FF2B5EF4-FFF2-40B4-BE49-F238E27FC236}">
                  <a16:creationId xmlns:a16="http://schemas.microsoft.com/office/drawing/2014/main" id="{02875D32-E003-85C1-95E3-A4F1BFCD1F43}"/>
                </a:ext>
              </a:extLst>
            </p:cNvPr>
            <p:cNvSpPr/>
            <p:nvPr/>
          </p:nvSpPr>
          <p:spPr>
            <a:xfrm>
              <a:off x="5605803" y="1310779"/>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59" name="Freeform 958">
              <a:extLst>
                <a:ext uri="{FF2B5EF4-FFF2-40B4-BE49-F238E27FC236}">
                  <a16:creationId xmlns:a16="http://schemas.microsoft.com/office/drawing/2014/main" id="{ECD3BF9E-763B-E14A-C017-EFADCFB14008}"/>
                </a:ext>
              </a:extLst>
            </p:cNvPr>
            <p:cNvSpPr/>
            <p:nvPr/>
          </p:nvSpPr>
          <p:spPr>
            <a:xfrm>
              <a:off x="5605803" y="1066177"/>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60" name="Freeform 959">
              <a:extLst>
                <a:ext uri="{FF2B5EF4-FFF2-40B4-BE49-F238E27FC236}">
                  <a16:creationId xmlns:a16="http://schemas.microsoft.com/office/drawing/2014/main" id="{722718F4-0021-82EA-0971-500DC4FA3579}"/>
                </a:ext>
              </a:extLst>
            </p:cNvPr>
            <p:cNvSpPr/>
            <p:nvPr/>
          </p:nvSpPr>
          <p:spPr>
            <a:xfrm>
              <a:off x="5605803" y="821575"/>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61" name="Freeform 960">
              <a:extLst>
                <a:ext uri="{FF2B5EF4-FFF2-40B4-BE49-F238E27FC236}">
                  <a16:creationId xmlns:a16="http://schemas.microsoft.com/office/drawing/2014/main" id="{D5260F0A-D7F0-922E-92FF-BD1E3E6DEC16}"/>
                </a:ext>
              </a:extLst>
            </p:cNvPr>
            <p:cNvSpPr/>
            <p:nvPr/>
          </p:nvSpPr>
          <p:spPr>
            <a:xfrm>
              <a:off x="5605803" y="576974"/>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62" name="Freeform 961">
              <a:extLst>
                <a:ext uri="{FF2B5EF4-FFF2-40B4-BE49-F238E27FC236}">
                  <a16:creationId xmlns:a16="http://schemas.microsoft.com/office/drawing/2014/main" id="{F1A7AE10-71A9-7722-72DB-6B5CD4F6E636}"/>
                </a:ext>
              </a:extLst>
            </p:cNvPr>
            <p:cNvSpPr/>
            <p:nvPr/>
          </p:nvSpPr>
          <p:spPr>
            <a:xfrm>
              <a:off x="5605803" y="332372"/>
              <a:ext cx="44322" cy="12700"/>
            </a:xfrm>
            <a:custGeom>
              <a:avLst/>
              <a:gdLst>
                <a:gd name="csX0" fmla="*/ 0 w 44322"/>
                <a:gd name="csY0" fmla="*/ 0 h 12700"/>
                <a:gd name="csX1" fmla="*/ 44323 w 44322"/>
                <a:gd name="csY1" fmla="*/ 0 h 12700"/>
              </a:gdLst>
              <a:ahLst/>
              <a:cxnLst>
                <a:cxn ang="0">
                  <a:pos x="csX0" y="csY0"/>
                </a:cxn>
                <a:cxn ang="0">
                  <a:pos x="csX1" y="csY1"/>
                </a:cxn>
              </a:cxnLst>
              <a:rect l="l" t="t" r="r" b="b"/>
              <a:pathLst>
                <a:path w="44322" h="12700">
                  <a:moveTo>
                    <a:pt x="0" y="0"/>
                  </a:moveTo>
                  <a:lnTo>
                    <a:pt x="44323" y="0"/>
                  </a:lnTo>
                </a:path>
              </a:pathLst>
            </a:custGeom>
            <a:noFill/>
            <a:ln w="13589" cap="flat">
              <a:solidFill>
                <a:srgbClr val="000000"/>
              </a:solidFill>
              <a:prstDash val="solid"/>
              <a:round/>
            </a:ln>
          </p:spPr>
          <p:txBody>
            <a:bodyPr/>
            <a:lstStyle/>
            <a:p>
              <a:pPr algn="ctr"/>
              <a:endParaRPr lang="en-US" sz="1701"/>
            </a:p>
          </p:txBody>
        </p:sp>
        <p:sp>
          <p:nvSpPr>
            <p:cNvPr id="963" name="Freeform 962">
              <a:extLst>
                <a:ext uri="{FF2B5EF4-FFF2-40B4-BE49-F238E27FC236}">
                  <a16:creationId xmlns:a16="http://schemas.microsoft.com/office/drawing/2014/main" id="{093B8F32-B612-CE82-8305-665A7DB687E2}"/>
                </a:ext>
              </a:extLst>
            </p:cNvPr>
            <p:cNvSpPr/>
            <p:nvPr/>
          </p:nvSpPr>
          <p:spPr>
            <a:xfrm>
              <a:off x="5650126" y="4148087"/>
              <a:ext cx="1057148" cy="12700"/>
            </a:xfrm>
            <a:custGeom>
              <a:avLst/>
              <a:gdLst>
                <a:gd name="csX0" fmla="*/ 0 w 1057148"/>
                <a:gd name="csY0" fmla="*/ 0 h 12700"/>
                <a:gd name="csX1" fmla="*/ 1057148 w 1057148"/>
                <a:gd name="csY1" fmla="*/ 0 h 12700"/>
              </a:gdLst>
              <a:ahLst/>
              <a:cxnLst>
                <a:cxn ang="0">
                  <a:pos x="csX0" y="csY0"/>
                </a:cxn>
                <a:cxn ang="0">
                  <a:pos x="csX1" y="csY1"/>
                </a:cxn>
              </a:cxnLst>
              <a:rect l="l" t="t" r="r" b="b"/>
              <a:pathLst>
                <a:path w="1057148" h="12700">
                  <a:moveTo>
                    <a:pt x="0" y="0"/>
                  </a:moveTo>
                  <a:lnTo>
                    <a:pt x="1057148" y="0"/>
                  </a:lnTo>
                </a:path>
              </a:pathLst>
            </a:custGeom>
            <a:noFill/>
            <a:ln w="13589" cap="sq">
              <a:solidFill>
                <a:srgbClr val="000000"/>
              </a:solidFill>
              <a:prstDash val="solid"/>
              <a:round/>
            </a:ln>
          </p:spPr>
          <p:txBody>
            <a:bodyPr/>
            <a:lstStyle/>
            <a:p>
              <a:pPr algn="ctr"/>
              <a:endParaRPr lang="en-US" sz="1701"/>
            </a:p>
          </p:txBody>
        </p:sp>
        <p:sp>
          <p:nvSpPr>
            <p:cNvPr id="964" name="Freeform 963">
              <a:extLst>
                <a:ext uri="{FF2B5EF4-FFF2-40B4-BE49-F238E27FC236}">
                  <a16:creationId xmlns:a16="http://schemas.microsoft.com/office/drawing/2014/main" id="{104CF0FF-446B-E4F1-2477-22DD89A8B95B}"/>
                </a:ext>
              </a:extLst>
            </p:cNvPr>
            <p:cNvSpPr/>
            <p:nvPr/>
          </p:nvSpPr>
          <p:spPr>
            <a:xfrm>
              <a:off x="5801130" y="4148087"/>
              <a:ext cx="12700" cy="44322"/>
            </a:xfrm>
            <a:custGeom>
              <a:avLst/>
              <a:gdLst>
                <a:gd name="csX0" fmla="*/ 0 w 12700"/>
                <a:gd name="csY0" fmla="*/ 44323 h 44322"/>
                <a:gd name="csX1" fmla="*/ 0 w 12700"/>
                <a:gd name="csY1" fmla="*/ 0 h 44322"/>
              </a:gdLst>
              <a:ahLst/>
              <a:cxnLst>
                <a:cxn ang="0">
                  <a:pos x="csX0" y="csY0"/>
                </a:cxn>
                <a:cxn ang="0">
                  <a:pos x="csX1" y="csY1"/>
                </a:cxn>
              </a:cxnLst>
              <a:rect l="l" t="t" r="r" b="b"/>
              <a:pathLst>
                <a:path w="12700" h="44322">
                  <a:moveTo>
                    <a:pt x="0" y="44323"/>
                  </a:moveTo>
                  <a:lnTo>
                    <a:pt x="0" y="0"/>
                  </a:lnTo>
                </a:path>
              </a:pathLst>
            </a:custGeom>
            <a:noFill/>
            <a:ln w="13589" cap="flat">
              <a:solidFill>
                <a:srgbClr val="000000"/>
              </a:solidFill>
              <a:prstDash val="solid"/>
              <a:round/>
            </a:ln>
          </p:spPr>
          <p:txBody>
            <a:bodyPr/>
            <a:lstStyle/>
            <a:p>
              <a:pPr algn="ctr"/>
              <a:endParaRPr lang="en-US" sz="1701"/>
            </a:p>
          </p:txBody>
        </p:sp>
        <p:sp>
          <p:nvSpPr>
            <p:cNvPr id="965" name="Freeform 964">
              <a:extLst>
                <a:ext uri="{FF2B5EF4-FFF2-40B4-BE49-F238E27FC236}">
                  <a16:creationId xmlns:a16="http://schemas.microsoft.com/office/drawing/2014/main" id="{DD52AD3A-2BA5-737C-7964-4796AE093832}"/>
                </a:ext>
              </a:extLst>
            </p:cNvPr>
            <p:cNvSpPr/>
            <p:nvPr/>
          </p:nvSpPr>
          <p:spPr>
            <a:xfrm>
              <a:off x="6052844" y="4148087"/>
              <a:ext cx="12700" cy="44322"/>
            </a:xfrm>
            <a:custGeom>
              <a:avLst/>
              <a:gdLst>
                <a:gd name="csX0" fmla="*/ 0 w 12700"/>
                <a:gd name="csY0" fmla="*/ 44323 h 44322"/>
                <a:gd name="csX1" fmla="*/ 0 w 12700"/>
                <a:gd name="csY1" fmla="*/ 0 h 44322"/>
              </a:gdLst>
              <a:ahLst/>
              <a:cxnLst>
                <a:cxn ang="0">
                  <a:pos x="csX0" y="csY0"/>
                </a:cxn>
                <a:cxn ang="0">
                  <a:pos x="csX1" y="csY1"/>
                </a:cxn>
              </a:cxnLst>
              <a:rect l="l" t="t" r="r" b="b"/>
              <a:pathLst>
                <a:path w="12700" h="44322">
                  <a:moveTo>
                    <a:pt x="0" y="44323"/>
                  </a:moveTo>
                  <a:lnTo>
                    <a:pt x="0" y="0"/>
                  </a:lnTo>
                </a:path>
              </a:pathLst>
            </a:custGeom>
            <a:noFill/>
            <a:ln w="13589" cap="flat">
              <a:solidFill>
                <a:srgbClr val="000000"/>
              </a:solidFill>
              <a:prstDash val="solid"/>
              <a:round/>
            </a:ln>
          </p:spPr>
          <p:txBody>
            <a:bodyPr/>
            <a:lstStyle/>
            <a:p>
              <a:pPr algn="ctr"/>
              <a:endParaRPr lang="en-US" sz="1701"/>
            </a:p>
          </p:txBody>
        </p:sp>
        <p:sp>
          <p:nvSpPr>
            <p:cNvPr id="966" name="Freeform 965">
              <a:extLst>
                <a:ext uri="{FF2B5EF4-FFF2-40B4-BE49-F238E27FC236}">
                  <a16:creationId xmlns:a16="http://schemas.microsoft.com/office/drawing/2014/main" id="{A70DC6A3-88EA-52F2-1AD5-8B39D78D3B55}"/>
                </a:ext>
              </a:extLst>
            </p:cNvPr>
            <p:cNvSpPr/>
            <p:nvPr/>
          </p:nvSpPr>
          <p:spPr>
            <a:xfrm>
              <a:off x="6304557" y="4148087"/>
              <a:ext cx="12700" cy="44322"/>
            </a:xfrm>
            <a:custGeom>
              <a:avLst/>
              <a:gdLst>
                <a:gd name="csX0" fmla="*/ 0 w 12700"/>
                <a:gd name="csY0" fmla="*/ 44323 h 44322"/>
                <a:gd name="csX1" fmla="*/ 0 w 12700"/>
                <a:gd name="csY1" fmla="*/ 0 h 44322"/>
              </a:gdLst>
              <a:ahLst/>
              <a:cxnLst>
                <a:cxn ang="0">
                  <a:pos x="csX0" y="csY0"/>
                </a:cxn>
                <a:cxn ang="0">
                  <a:pos x="csX1" y="csY1"/>
                </a:cxn>
              </a:cxnLst>
              <a:rect l="l" t="t" r="r" b="b"/>
              <a:pathLst>
                <a:path w="12700" h="44322">
                  <a:moveTo>
                    <a:pt x="0" y="44323"/>
                  </a:moveTo>
                  <a:lnTo>
                    <a:pt x="0" y="0"/>
                  </a:lnTo>
                </a:path>
              </a:pathLst>
            </a:custGeom>
            <a:noFill/>
            <a:ln w="13589" cap="flat">
              <a:solidFill>
                <a:srgbClr val="000000"/>
              </a:solidFill>
              <a:prstDash val="solid"/>
              <a:round/>
            </a:ln>
          </p:spPr>
          <p:txBody>
            <a:bodyPr/>
            <a:lstStyle/>
            <a:p>
              <a:pPr algn="ctr"/>
              <a:endParaRPr lang="en-US" sz="1701"/>
            </a:p>
          </p:txBody>
        </p:sp>
        <p:sp>
          <p:nvSpPr>
            <p:cNvPr id="967" name="Freeform 966">
              <a:extLst>
                <a:ext uri="{FF2B5EF4-FFF2-40B4-BE49-F238E27FC236}">
                  <a16:creationId xmlns:a16="http://schemas.microsoft.com/office/drawing/2014/main" id="{3BD9156E-2A8C-697E-8E47-28DE89E6D65A}"/>
                </a:ext>
              </a:extLst>
            </p:cNvPr>
            <p:cNvSpPr/>
            <p:nvPr/>
          </p:nvSpPr>
          <p:spPr>
            <a:xfrm>
              <a:off x="6556272" y="4148087"/>
              <a:ext cx="12700" cy="44322"/>
            </a:xfrm>
            <a:custGeom>
              <a:avLst/>
              <a:gdLst>
                <a:gd name="csX0" fmla="*/ 0 w 12700"/>
                <a:gd name="csY0" fmla="*/ 44323 h 44322"/>
                <a:gd name="csX1" fmla="*/ 0 w 12700"/>
                <a:gd name="csY1" fmla="*/ 0 h 44322"/>
              </a:gdLst>
              <a:ahLst/>
              <a:cxnLst>
                <a:cxn ang="0">
                  <a:pos x="csX0" y="csY0"/>
                </a:cxn>
                <a:cxn ang="0">
                  <a:pos x="csX1" y="csY1"/>
                </a:cxn>
              </a:cxnLst>
              <a:rect l="l" t="t" r="r" b="b"/>
              <a:pathLst>
                <a:path w="12700" h="44322">
                  <a:moveTo>
                    <a:pt x="0" y="44323"/>
                  </a:moveTo>
                  <a:lnTo>
                    <a:pt x="0" y="0"/>
                  </a:lnTo>
                </a:path>
              </a:pathLst>
            </a:custGeom>
            <a:noFill/>
            <a:ln w="13589" cap="flat">
              <a:solidFill>
                <a:srgbClr val="000000"/>
              </a:solidFill>
              <a:prstDash val="solid"/>
              <a:round/>
            </a:ln>
          </p:spPr>
          <p:txBody>
            <a:bodyPr/>
            <a:lstStyle/>
            <a:p>
              <a:pPr algn="ctr"/>
              <a:endParaRPr lang="en-US" sz="1701"/>
            </a:p>
          </p:txBody>
        </p:sp>
        <p:sp>
          <p:nvSpPr>
            <p:cNvPr id="968" name="TextBox 967">
              <a:extLst>
                <a:ext uri="{FF2B5EF4-FFF2-40B4-BE49-F238E27FC236}">
                  <a16:creationId xmlns:a16="http://schemas.microsoft.com/office/drawing/2014/main" id="{7944F9C1-AAE7-47C7-2712-C973F36BE01F}"/>
                </a:ext>
              </a:extLst>
            </p:cNvPr>
            <p:cNvSpPr txBox="1"/>
            <p:nvPr/>
          </p:nvSpPr>
          <p:spPr>
            <a:xfrm rot="5400000">
              <a:off x="5496446" y="4278101"/>
              <a:ext cx="60937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1_NSC</a:t>
              </a:r>
            </a:p>
          </p:txBody>
        </p:sp>
        <p:sp>
          <p:nvSpPr>
            <p:cNvPr id="969" name="TextBox 968">
              <a:extLst>
                <a:ext uri="{FF2B5EF4-FFF2-40B4-BE49-F238E27FC236}">
                  <a16:creationId xmlns:a16="http://schemas.microsoft.com/office/drawing/2014/main" id="{BA3C436C-F27B-B7F0-AF7B-A3A5625BEF97}"/>
                </a:ext>
              </a:extLst>
            </p:cNvPr>
            <p:cNvSpPr txBox="1"/>
            <p:nvPr/>
          </p:nvSpPr>
          <p:spPr>
            <a:xfrm rot="5400000">
              <a:off x="5794812" y="4236423"/>
              <a:ext cx="516065"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1_NP</a:t>
              </a:r>
            </a:p>
          </p:txBody>
        </p:sp>
        <p:sp>
          <p:nvSpPr>
            <p:cNvPr id="970" name="TextBox 969">
              <a:extLst>
                <a:ext uri="{FF2B5EF4-FFF2-40B4-BE49-F238E27FC236}">
                  <a16:creationId xmlns:a16="http://schemas.microsoft.com/office/drawing/2014/main" id="{F82A42C6-FE26-F820-516F-D471B603BE8D}"/>
                </a:ext>
              </a:extLst>
            </p:cNvPr>
            <p:cNvSpPr txBox="1"/>
            <p:nvPr/>
          </p:nvSpPr>
          <p:spPr>
            <a:xfrm rot="5400000">
              <a:off x="6032106" y="4249247"/>
              <a:ext cx="544906"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1_shh</a:t>
              </a:r>
            </a:p>
          </p:txBody>
        </p:sp>
        <p:sp>
          <p:nvSpPr>
            <p:cNvPr id="971" name="TextBox 970">
              <a:extLst>
                <a:ext uri="{FF2B5EF4-FFF2-40B4-BE49-F238E27FC236}">
                  <a16:creationId xmlns:a16="http://schemas.microsoft.com/office/drawing/2014/main" id="{DFB0ADDC-3BDD-7240-7C8D-533E73B7F202}"/>
                </a:ext>
              </a:extLst>
            </p:cNvPr>
            <p:cNvSpPr txBox="1"/>
            <p:nvPr/>
          </p:nvSpPr>
          <p:spPr>
            <a:xfrm rot="5400000">
              <a:off x="6262614" y="4268483"/>
              <a:ext cx="58731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1_gfap</a:t>
              </a:r>
            </a:p>
          </p:txBody>
        </p:sp>
        <p:grpSp>
          <p:nvGrpSpPr>
            <p:cNvPr id="1009" name="Group 1008">
              <a:extLst>
                <a:ext uri="{FF2B5EF4-FFF2-40B4-BE49-F238E27FC236}">
                  <a16:creationId xmlns:a16="http://schemas.microsoft.com/office/drawing/2014/main" id="{1FE605EC-4288-EBD8-807E-1FBE755AD332}"/>
                </a:ext>
              </a:extLst>
            </p:cNvPr>
            <p:cNvGrpSpPr/>
            <p:nvPr/>
          </p:nvGrpSpPr>
          <p:grpSpPr>
            <a:xfrm>
              <a:off x="5557417" y="4639159"/>
              <a:ext cx="1230279" cy="538808"/>
              <a:chOff x="4866707" y="5653206"/>
              <a:chExt cx="1230279" cy="538808"/>
            </a:xfrm>
          </p:grpSpPr>
          <p:sp>
            <p:nvSpPr>
              <p:cNvPr id="974" name="TextBox 973">
                <a:extLst>
                  <a:ext uri="{FF2B5EF4-FFF2-40B4-BE49-F238E27FC236}">
                    <a16:creationId xmlns:a16="http://schemas.microsoft.com/office/drawing/2014/main" id="{90050AE5-A861-7C6E-6160-8D50FFBA45F6}"/>
                  </a:ext>
                </a:extLst>
              </p:cNvPr>
              <p:cNvSpPr txBox="1"/>
              <p:nvPr/>
            </p:nvSpPr>
            <p:spPr>
              <a:xfrm>
                <a:off x="4866707" y="5653206"/>
                <a:ext cx="1230279"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Average Expression</a:t>
                </a:r>
              </a:p>
            </p:txBody>
          </p:sp>
          <p:grpSp>
            <p:nvGrpSpPr>
              <p:cNvPr id="1008" name="Group 1007">
                <a:extLst>
                  <a:ext uri="{FF2B5EF4-FFF2-40B4-BE49-F238E27FC236}">
                    <a16:creationId xmlns:a16="http://schemas.microsoft.com/office/drawing/2014/main" id="{DD140258-F8BC-34DC-9F55-8AB38E31BDF1}"/>
                  </a:ext>
                </a:extLst>
              </p:cNvPr>
              <p:cNvGrpSpPr/>
              <p:nvPr/>
            </p:nvGrpSpPr>
            <p:grpSpPr>
              <a:xfrm>
                <a:off x="4895348" y="5834763"/>
                <a:ext cx="1162601" cy="357251"/>
                <a:chOff x="4895348" y="5834763"/>
                <a:chExt cx="1162601" cy="357251"/>
              </a:xfrm>
            </p:grpSpPr>
            <p:pic>
              <p:nvPicPr>
                <p:cNvPr id="975" name="Picture 974">
                  <a:extLst>
                    <a:ext uri="{FF2B5EF4-FFF2-40B4-BE49-F238E27FC236}">
                      <a16:creationId xmlns:a16="http://schemas.microsoft.com/office/drawing/2014/main" id="{A120D2E9-EF3C-DA89-8E69-E135C5F6F8C8}"/>
                    </a:ext>
                  </a:extLst>
                </p:cNvPr>
                <p:cNvPicPr>
                  <a:picLocks noChangeAspect="1"/>
                </p:cNvPicPr>
                <p:nvPr/>
              </p:nvPicPr>
              <p:blipFill>
                <a:blip r:embed="rId4"/>
                <a:stretch>
                  <a:fillRect/>
                </a:stretch>
              </p:blipFill>
              <p:spPr>
                <a:xfrm rot="16200000">
                  <a:off x="5370992" y="5604322"/>
                  <a:ext cx="194818" cy="974216"/>
                </a:xfrm>
                <a:custGeom>
                  <a:avLst/>
                  <a:gdLst>
                    <a:gd name="csX0" fmla="*/ 0 w 194818"/>
                    <a:gd name="csY0" fmla="*/ 0 h 974216"/>
                    <a:gd name="csX1" fmla="*/ 194818 w 194818"/>
                    <a:gd name="csY1" fmla="*/ 0 h 974216"/>
                    <a:gd name="csX2" fmla="*/ 194818 w 194818"/>
                    <a:gd name="csY2" fmla="*/ 974217 h 974216"/>
                    <a:gd name="csX3" fmla="*/ 0 w 194818"/>
                    <a:gd name="csY3" fmla="*/ 974217 h 974216"/>
                  </a:gdLst>
                  <a:ahLst/>
                  <a:cxnLst>
                    <a:cxn ang="0">
                      <a:pos x="csX0" y="csY0"/>
                    </a:cxn>
                    <a:cxn ang="0">
                      <a:pos x="csX1" y="csY1"/>
                    </a:cxn>
                    <a:cxn ang="0">
                      <a:pos x="csX2" y="csY2"/>
                    </a:cxn>
                    <a:cxn ang="0">
                      <a:pos x="csX3" y="csY3"/>
                    </a:cxn>
                  </a:cxnLst>
                  <a:rect l="l" t="t" r="r" b="b"/>
                  <a:pathLst>
                    <a:path w="194818" h="974216">
                      <a:moveTo>
                        <a:pt x="0" y="0"/>
                      </a:moveTo>
                      <a:lnTo>
                        <a:pt x="194818" y="0"/>
                      </a:lnTo>
                      <a:lnTo>
                        <a:pt x="194818" y="974217"/>
                      </a:lnTo>
                      <a:lnTo>
                        <a:pt x="0" y="974217"/>
                      </a:lnTo>
                      <a:close/>
                    </a:path>
                  </a:pathLst>
                </a:custGeom>
              </p:spPr>
            </p:pic>
            <p:sp>
              <p:nvSpPr>
                <p:cNvPr id="976" name="Freeform 975">
                  <a:extLst>
                    <a:ext uri="{FF2B5EF4-FFF2-40B4-BE49-F238E27FC236}">
                      <a16:creationId xmlns:a16="http://schemas.microsoft.com/office/drawing/2014/main" id="{50A68748-1EEE-EF5B-49EA-4DECF11EC602}"/>
                    </a:ext>
                  </a:extLst>
                </p:cNvPr>
                <p:cNvSpPr/>
                <p:nvPr/>
              </p:nvSpPr>
              <p:spPr>
                <a:xfrm rot="16200000">
                  <a:off x="5786144" y="6010341"/>
                  <a:ext cx="38988" cy="12700"/>
                </a:xfrm>
                <a:custGeom>
                  <a:avLst/>
                  <a:gdLst>
                    <a:gd name="csX0" fmla="*/ 0 w 38988"/>
                    <a:gd name="csY0" fmla="*/ 0 h 12700"/>
                    <a:gd name="csX1" fmla="*/ 38989 w 38988"/>
                    <a:gd name="csY1" fmla="*/ 0 h 12700"/>
                  </a:gdLst>
                  <a:ahLst/>
                  <a:cxnLst>
                    <a:cxn ang="0">
                      <a:pos x="csX0" y="csY0"/>
                    </a:cxn>
                    <a:cxn ang="0">
                      <a:pos x="csX1" y="csY1"/>
                    </a:cxn>
                  </a:cxnLst>
                  <a:rect l="l" t="t" r="r" b="b"/>
                  <a:pathLst>
                    <a:path w="38988" h="12700">
                      <a:moveTo>
                        <a:pt x="0" y="0"/>
                      </a:moveTo>
                      <a:lnTo>
                        <a:pt x="38989" y="0"/>
                      </a:lnTo>
                    </a:path>
                  </a:pathLst>
                </a:custGeom>
                <a:noFill/>
                <a:ln w="4826" cap="flat">
                  <a:solidFill>
                    <a:srgbClr val="FFFFFF"/>
                  </a:solidFill>
                  <a:prstDash val="solid"/>
                  <a:round/>
                </a:ln>
              </p:spPr>
              <p:txBody>
                <a:bodyPr/>
                <a:lstStyle/>
                <a:p>
                  <a:pPr algn="ctr"/>
                  <a:endParaRPr lang="en-US" sz="1701"/>
                </a:p>
              </p:txBody>
            </p:sp>
            <p:sp>
              <p:nvSpPr>
                <p:cNvPr id="977" name="Freeform 976">
                  <a:extLst>
                    <a:ext uri="{FF2B5EF4-FFF2-40B4-BE49-F238E27FC236}">
                      <a16:creationId xmlns:a16="http://schemas.microsoft.com/office/drawing/2014/main" id="{7C82E252-8BDF-F9CA-E1F1-4B70D117729C}"/>
                    </a:ext>
                  </a:extLst>
                </p:cNvPr>
                <p:cNvSpPr/>
                <p:nvPr/>
              </p:nvSpPr>
              <p:spPr>
                <a:xfrm rot="16200000">
                  <a:off x="5623075" y="6010341"/>
                  <a:ext cx="38988" cy="12700"/>
                </a:xfrm>
                <a:custGeom>
                  <a:avLst/>
                  <a:gdLst>
                    <a:gd name="csX0" fmla="*/ 0 w 38988"/>
                    <a:gd name="csY0" fmla="*/ 0 h 12700"/>
                    <a:gd name="csX1" fmla="*/ 38989 w 38988"/>
                    <a:gd name="csY1" fmla="*/ 0 h 12700"/>
                  </a:gdLst>
                  <a:ahLst/>
                  <a:cxnLst>
                    <a:cxn ang="0">
                      <a:pos x="csX0" y="csY0"/>
                    </a:cxn>
                    <a:cxn ang="0">
                      <a:pos x="csX1" y="csY1"/>
                    </a:cxn>
                  </a:cxnLst>
                  <a:rect l="l" t="t" r="r" b="b"/>
                  <a:pathLst>
                    <a:path w="38988" h="12700">
                      <a:moveTo>
                        <a:pt x="0" y="0"/>
                      </a:moveTo>
                      <a:lnTo>
                        <a:pt x="38989" y="0"/>
                      </a:lnTo>
                    </a:path>
                  </a:pathLst>
                </a:custGeom>
                <a:noFill/>
                <a:ln w="4826" cap="flat">
                  <a:solidFill>
                    <a:srgbClr val="FFFFFF"/>
                  </a:solidFill>
                  <a:prstDash val="solid"/>
                  <a:round/>
                </a:ln>
              </p:spPr>
              <p:txBody>
                <a:bodyPr/>
                <a:lstStyle/>
                <a:p>
                  <a:pPr algn="ctr"/>
                  <a:endParaRPr lang="en-US" sz="1701"/>
                </a:p>
              </p:txBody>
            </p:sp>
            <p:sp>
              <p:nvSpPr>
                <p:cNvPr id="978" name="Freeform 977">
                  <a:extLst>
                    <a:ext uri="{FF2B5EF4-FFF2-40B4-BE49-F238E27FC236}">
                      <a16:creationId xmlns:a16="http://schemas.microsoft.com/office/drawing/2014/main" id="{D53C0A94-5CEB-91B3-F207-53290903D974}"/>
                    </a:ext>
                  </a:extLst>
                </p:cNvPr>
                <p:cNvSpPr/>
                <p:nvPr/>
              </p:nvSpPr>
              <p:spPr>
                <a:xfrm rot="16200000">
                  <a:off x="5460135" y="6010341"/>
                  <a:ext cx="38988" cy="12700"/>
                </a:xfrm>
                <a:custGeom>
                  <a:avLst/>
                  <a:gdLst>
                    <a:gd name="csX0" fmla="*/ 0 w 38988"/>
                    <a:gd name="csY0" fmla="*/ 0 h 12700"/>
                    <a:gd name="csX1" fmla="*/ 38989 w 38988"/>
                    <a:gd name="csY1" fmla="*/ 0 h 12700"/>
                  </a:gdLst>
                  <a:ahLst/>
                  <a:cxnLst>
                    <a:cxn ang="0">
                      <a:pos x="csX0" y="csY0"/>
                    </a:cxn>
                    <a:cxn ang="0">
                      <a:pos x="csX1" y="csY1"/>
                    </a:cxn>
                  </a:cxnLst>
                  <a:rect l="l" t="t" r="r" b="b"/>
                  <a:pathLst>
                    <a:path w="38988" h="12700">
                      <a:moveTo>
                        <a:pt x="0" y="0"/>
                      </a:moveTo>
                      <a:lnTo>
                        <a:pt x="38989" y="0"/>
                      </a:lnTo>
                    </a:path>
                  </a:pathLst>
                </a:custGeom>
                <a:noFill/>
                <a:ln w="4826" cap="flat">
                  <a:solidFill>
                    <a:srgbClr val="FFFFFF"/>
                  </a:solidFill>
                  <a:prstDash val="solid"/>
                  <a:round/>
                </a:ln>
              </p:spPr>
              <p:txBody>
                <a:bodyPr/>
                <a:lstStyle/>
                <a:p>
                  <a:pPr algn="ctr"/>
                  <a:endParaRPr lang="en-US" sz="1701"/>
                </a:p>
              </p:txBody>
            </p:sp>
            <p:sp>
              <p:nvSpPr>
                <p:cNvPr id="979" name="Freeform 978">
                  <a:extLst>
                    <a:ext uri="{FF2B5EF4-FFF2-40B4-BE49-F238E27FC236}">
                      <a16:creationId xmlns:a16="http://schemas.microsoft.com/office/drawing/2014/main" id="{17A6AC83-5750-BFF2-7D10-CFF58647F3A9}"/>
                    </a:ext>
                  </a:extLst>
                </p:cNvPr>
                <p:cNvSpPr/>
                <p:nvPr/>
              </p:nvSpPr>
              <p:spPr>
                <a:xfrm rot="16200000">
                  <a:off x="5297067" y="6010341"/>
                  <a:ext cx="38988" cy="12700"/>
                </a:xfrm>
                <a:custGeom>
                  <a:avLst/>
                  <a:gdLst>
                    <a:gd name="csX0" fmla="*/ 0 w 38988"/>
                    <a:gd name="csY0" fmla="*/ 0 h 12700"/>
                    <a:gd name="csX1" fmla="*/ 38989 w 38988"/>
                    <a:gd name="csY1" fmla="*/ 0 h 12700"/>
                  </a:gdLst>
                  <a:ahLst/>
                  <a:cxnLst>
                    <a:cxn ang="0">
                      <a:pos x="csX0" y="csY0"/>
                    </a:cxn>
                    <a:cxn ang="0">
                      <a:pos x="csX1" y="csY1"/>
                    </a:cxn>
                  </a:cxnLst>
                  <a:rect l="l" t="t" r="r" b="b"/>
                  <a:pathLst>
                    <a:path w="38988" h="12700">
                      <a:moveTo>
                        <a:pt x="0" y="0"/>
                      </a:moveTo>
                      <a:lnTo>
                        <a:pt x="38989" y="0"/>
                      </a:lnTo>
                    </a:path>
                  </a:pathLst>
                </a:custGeom>
                <a:noFill/>
                <a:ln w="4826" cap="flat">
                  <a:solidFill>
                    <a:srgbClr val="FFFFFF"/>
                  </a:solidFill>
                  <a:prstDash val="solid"/>
                  <a:round/>
                </a:ln>
              </p:spPr>
              <p:txBody>
                <a:bodyPr/>
                <a:lstStyle/>
                <a:p>
                  <a:pPr algn="ctr"/>
                  <a:endParaRPr lang="en-US" sz="1701"/>
                </a:p>
              </p:txBody>
            </p:sp>
            <p:sp>
              <p:nvSpPr>
                <p:cNvPr id="980" name="Freeform 979">
                  <a:extLst>
                    <a:ext uri="{FF2B5EF4-FFF2-40B4-BE49-F238E27FC236}">
                      <a16:creationId xmlns:a16="http://schemas.microsoft.com/office/drawing/2014/main" id="{733EC880-478B-117E-F3A6-B8426B9CAC51}"/>
                    </a:ext>
                  </a:extLst>
                </p:cNvPr>
                <p:cNvSpPr/>
                <p:nvPr/>
              </p:nvSpPr>
              <p:spPr>
                <a:xfrm rot="16200000">
                  <a:off x="5133998" y="6010341"/>
                  <a:ext cx="38988" cy="12700"/>
                </a:xfrm>
                <a:custGeom>
                  <a:avLst/>
                  <a:gdLst>
                    <a:gd name="csX0" fmla="*/ 0 w 38988"/>
                    <a:gd name="csY0" fmla="*/ 0 h 12700"/>
                    <a:gd name="csX1" fmla="*/ 38989 w 38988"/>
                    <a:gd name="csY1" fmla="*/ 0 h 12700"/>
                  </a:gdLst>
                  <a:ahLst/>
                  <a:cxnLst>
                    <a:cxn ang="0">
                      <a:pos x="csX0" y="csY0"/>
                    </a:cxn>
                    <a:cxn ang="0">
                      <a:pos x="csX1" y="csY1"/>
                    </a:cxn>
                  </a:cxnLst>
                  <a:rect l="l" t="t" r="r" b="b"/>
                  <a:pathLst>
                    <a:path w="38988" h="12700">
                      <a:moveTo>
                        <a:pt x="0" y="0"/>
                      </a:moveTo>
                      <a:lnTo>
                        <a:pt x="38989" y="0"/>
                      </a:lnTo>
                    </a:path>
                  </a:pathLst>
                </a:custGeom>
                <a:noFill/>
                <a:ln w="4826" cap="flat">
                  <a:solidFill>
                    <a:srgbClr val="FFFFFF"/>
                  </a:solidFill>
                  <a:prstDash val="solid"/>
                  <a:round/>
                </a:ln>
              </p:spPr>
              <p:txBody>
                <a:bodyPr/>
                <a:lstStyle/>
                <a:p>
                  <a:pPr algn="ctr"/>
                  <a:endParaRPr lang="en-US" sz="1701"/>
                </a:p>
              </p:txBody>
            </p:sp>
            <p:sp>
              <p:nvSpPr>
                <p:cNvPr id="981" name="Freeform 980">
                  <a:extLst>
                    <a:ext uri="{FF2B5EF4-FFF2-40B4-BE49-F238E27FC236}">
                      <a16:creationId xmlns:a16="http://schemas.microsoft.com/office/drawing/2014/main" id="{1295483E-F3E8-2BB0-CEE8-41F6B9109B80}"/>
                    </a:ext>
                  </a:extLst>
                </p:cNvPr>
                <p:cNvSpPr/>
                <p:nvPr/>
              </p:nvSpPr>
              <p:spPr>
                <a:xfrm rot="16200000">
                  <a:off x="5786207" y="6166234"/>
                  <a:ext cx="38861" cy="12700"/>
                </a:xfrm>
                <a:custGeom>
                  <a:avLst/>
                  <a:gdLst>
                    <a:gd name="csX0" fmla="*/ 38862 w 38861"/>
                    <a:gd name="csY0" fmla="*/ 0 h 12700"/>
                    <a:gd name="csX1" fmla="*/ 0 w 38861"/>
                    <a:gd name="csY1" fmla="*/ 0 h 12700"/>
                  </a:gdLst>
                  <a:ahLst/>
                  <a:cxnLst>
                    <a:cxn ang="0">
                      <a:pos x="csX0" y="csY0"/>
                    </a:cxn>
                    <a:cxn ang="0">
                      <a:pos x="csX1" y="csY1"/>
                    </a:cxn>
                  </a:cxnLst>
                  <a:rect l="l" t="t" r="r" b="b"/>
                  <a:pathLst>
                    <a:path w="38861" h="12700">
                      <a:moveTo>
                        <a:pt x="38862" y="0"/>
                      </a:moveTo>
                      <a:lnTo>
                        <a:pt x="0" y="0"/>
                      </a:lnTo>
                    </a:path>
                  </a:pathLst>
                </a:custGeom>
                <a:noFill/>
                <a:ln w="4826" cap="flat">
                  <a:solidFill>
                    <a:srgbClr val="FFFFFF"/>
                  </a:solidFill>
                  <a:prstDash val="solid"/>
                  <a:round/>
                </a:ln>
              </p:spPr>
              <p:txBody>
                <a:bodyPr/>
                <a:lstStyle/>
                <a:p>
                  <a:pPr algn="ctr"/>
                  <a:endParaRPr lang="en-US" sz="1701"/>
                </a:p>
              </p:txBody>
            </p:sp>
            <p:sp>
              <p:nvSpPr>
                <p:cNvPr id="982" name="Freeform 981">
                  <a:extLst>
                    <a:ext uri="{FF2B5EF4-FFF2-40B4-BE49-F238E27FC236}">
                      <a16:creationId xmlns:a16="http://schemas.microsoft.com/office/drawing/2014/main" id="{50170305-ED6E-DEBF-AD5C-79932045A369}"/>
                    </a:ext>
                  </a:extLst>
                </p:cNvPr>
                <p:cNvSpPr/>
                <p:nvPr/>
              </p:nvSpPr>
              <p:spPr>
                <a:xfrm rot="16200000">
                  <a:off x="5623138" y="6166234"/>
                  <a:ext cx="38861" cy="12700"/>
                </a:xfrm>
                <a:custGeom>
                  <a:avLst/>
                  <a:gdLst>
                    <a:gd name="csX0" fmla="*/ 38862 w 38861"/>
                    <a:gd name="csY0" fmla="*/ 0 h 12700"/>
                    <a:gd name="csX1" fmla="*/ 0 w 38861"/>
                    <a:gd name="csY1" fmla="*/ 0 h 12700"/>
                  </a:gdLst>
                  <a:ahLst/>
                  <a:cxnLst>
                    <a:cxn ang="0">
                      <a:pos x="csX0" y="csY0"/>
                    </a:cxn>
                    <a:cxn ang="0">
                      <a:pos x="csX1" y="csY1"/>
                    </a:cxn>
                  </a:cxnLst>
                  <a:rect l="l" t="t" r="r" b="b"/>
                  <a:pathLst>
                    <a:path w="38861" h="12700">
                      <a:moveTo>
                        <a:pt x="38862" y="0"/>
                      </a:moveTo>
                      <a:lnTo>
                        <a:pt x="0" y="0"/>
                      </a:lnTo>
                    </a:path>
                  </a:pathLst>
                </a:custGeom>
                <a:noFill/>
                <a:ln w="4826" cap="flat">
                  <a:solidFill>
                    <a:srgbClr val="FFFFFF"/>
                  </a:solidFill>
                  <a:prstDash val="solid"/>
                  <a:round/>
                </a:ln>
              </p:spPr>
              <p:txBody>
                <a:bodyPr/>
                <a:lstStyle/>
                <a:p>
                  <a:pPr algn="ctr"/>
                  <a:endParaRPr lang="en-US" sz="1701"/>
                </a:p>
              </p:txBody>
            </p:sp>
            <p:sp>
              <p:nvSpPr>
                <p:cNvPr id="983" name="Freeform 982">
                  <a:extLst>
                    <a:ext uri="{FF2B5EF4-FFF2-40B4-BE49-F238E27FC236}">
                      <a16:creationId xmlns:a16="http://schemas.microsoft.com/office/drawing/2014/main" id="{160F8F5A-AE0B-E811-6D91-532AB4DB253B}"/>
                    </a:ext>
                  </a:extLst>
                </p:cNvPr>
                <p:cNvSpPr/>
                <p:nvPr/>
              </p:nvSpPr>
              <p:spPr>
                <a:xfrm rot="16200000">
                  <a:off x="5460198" y="6166234"/>
                  <a:ext cx="38861" cy="12700"/>
                </a:xfrm>
                <a:custGeom>
                  <a:avLst/>
                  <a:gdLst>
                    <a:gd name="csX0" fmla="*/ 38862 w 38861"/>
                    <a:gd name="csY0" fmla="*/ 0 h 12700"/>
                    <a:gd name="csX1" fmla="*/ 0 w 38861"/>
                    <a:gd name="csY1" fmla="*/ 0 h 12700"/>
                  </a:gdLst>
                  <a:ahLst/>
                  <a:cxnLst>
                    <a:cxn ang="0">
                      <a:pos x="csX0" y="csY0"/>
                    </a:cxn>
                    <a:cxn ang="0">
                      <a:pos x="csX1" y="csY1"/>
                    </a:cxn>
                  </a:cxnLst>
                  <a:rect l="l" t="t" r="r" b="b"/>
                  <a:pathLst>
                    <a:path w="38861" h="12700">
                      <a:moveTo>
                        <a:pt x="38862" y="0"/>
                      </a:moveTo>
                      <a:lnTo>
                        <a:pt x="0" y="0"/>
                      </a:lnTo>
                    </a:path>
                  </a:pathLst>
                </a:custGeom>
                <a:noFill/>
                <a:ln w="4826" cap="flat">
                  <a:solidFill>
                    <a:srgbClr val="FFFFFF"/>
                  </a:solidFill>
                  <a:prstDash val="solid"/>
                  <a:round/>
                </a:ln>
              </p:spPr>
              <p:txBody>
                <a:bodyPr/>
                <a:lstStyle/>
                <a:p>
                  <a:pPr algn="ctr"/>
                  <a:endParaRPr lang="en-US" sz="1701"/>
                </a:p>
              </p:txBody>
            </p:sp>
            <p:sp>
              <p:nvSpPr>
                <p:cNvPr id="984" name="Freeform 983">
                  <a:extLst>
                    <a:ext uri="{FF2B5EF4-FFF2-40B4-BE49-F238E27FC236}">
                      <a16:creationId xmlns:a16="http://schemas.microsoft.com/office/drawing/2014/main" id="{AACFFF7D-8C6A-3D6B-14D3-7AB2C5DA4909}"/>
                    </a:ext>
                  </a:extLst>
                </p:cNvPr>
                <p:cNvSpPr/>
                <p:nvPr/>
              </p:nvSpPr>
              <p:spPr>
                <a:xfrm rot="16200000">
                  <a:off x="5297130" y="6166234"/>
                  <a:ext cx="38861" cy="12700"/>
                </a:xfrm>
                <a:custGeom>
                  <a:avLst/>
                  <a:gdLst>
                    <a:gd name="csX0" fmla="*/ 38862 w 38861"/>
                    <a:gd name="csY0" fmla="*/ 0 h 12700"/>
                    <a:gd name="csX1" fmla="*/ 0 w 38861"/>
                    <a:gd name="csY1" fmla="*/ 0 h 12700"/>
                  </a:gdLst>
                  <a:ahLst/>
                  <a:cxnLst>
                    <a:cxn ang="0">
                      <a:pos x="csX0" y="csY0"/>
                    </a:cxn>
                    <a:cxn ang="0">
                      <a:pos x="csX1" y="csY1"/>
                    </a:cxn>
                  </a:cxnLst>
                  <a:rect l="l" t="t" r="r" b="b"/>
                  <a:pathLst>
                    <a:path w="38861" h="12700">
                      <a:moveTo>
                        <a:pt x="38862" y="0"/>
                      </a:moveTo>
                      <a:lnTo>
                        <a:pt x="0" y="0"/>
                      </a:lnTo>
                    </a:path>
                  </a:pathLst>
                </a:custGeom>
                <a:noFill/>
                <a:ln w="4826" cap="flat">
                  <a:solidFill>
                    <a:srgbClr val="FFFFFF"/>
                  </a:solidFill>
                  <a:prstDash val="solid"/>
                  <a:round/>
                </a:ln>
              </p:spPr>
              <p:txBody>
                <a:bodyPr/>
                <a:lstStyle/>
                <a:p>
                  <a:pPr algn="ctr"/>
                  <a:endParaRPr lang="en-US" sz="1701"/>
                </a:p>
              </p:txBody>
            </p:sp>
            <p:sp>
              <p:nvSpPr>
                <p:cNvPr id="985" name="Freeform 984">
                  <a:extLst>
                    <a:ext uri="{FF2B5EF4-FFF2-40B4-BE49-F238E27FC236}">
                      <a16:creationId xmlns:a16="http://schemas.microsoft.com/office/drawing/2014/main" id="{F406876B-BD3E-5321-0D09-40DB16F8242B}"/>
                    </a:ext>
                  </a:extLst>
                </p:cNvPr>
                <p:cNvSpPr/>
                <p:nvPr/>
              </p:nvSpPr>
              <p:spPr>
                <a:xfrm rot="16200000">
                  <a:off x="5134061" y="6166234"/>
                  <a:ext cx="38861" cy="12700"/>
                </a:xfrm>
                <a:custGeom>
                  <a:avLst/>
                  <a:gdLst>
                    <a:gd name="csX0" fmla="*/ 38862 w 38861"/>
                    <a:gd name="csY0" fmla="*/ 0 h 12700"/>
                    <a:gd name="csX1" fmla="*/ 0 w 38861"/>
                    <a:gd name="csY1" fmla="*/ 0 h 12700"/>
                  </a:gdLst>
                  <a:ahLst/>
                  <a:cxnLst>
                    <a:cxn ang="0">
                      <a:pos x="csX0" y="csY0"/>
                    </a:cxn>
                    <a:cxn ang="0">
                      <a:pos x="csX1" y="csY1"/>
                    </a:cxn>
                  </a:cxnLst>
                  <a:rect l="l" t="t" r="r" b="b"/>
                  <a:pathLst>
                    <a:path w="38861" h="12700">
                      <a:moveTo>
                        <a:pt x="38862" y="0"/>
                      </a:moveTo>
                      <a:lnTo>
                        <a:pt x="0" y="0"/>
                      </a:lnTo>
                    </a:path>
                  </a:pathLst>
                </a:custGeom>
                <a:noFill/>
                <a:ln w="4826" cap="flat">
                  <a:solidFill>
                    <a:srgbClr val="FFFFFF"/>
                  </a:solidFill>
                  <a:prstDash val="solid"/>
                  <a:round/>
                </a:ln>
              </p:spPr>
              <p:txBody>
                <a:bodyPr/>
                <a:lstStyle/>
                <a:p>
                  <a:pPr algn="ctr"/>
                  <a:endParaRPr lang="en-US" sz="1701"/>
                </a:p>
              </p:txBody>
            </p:sp>
            <p:sp>
              <p:nvSpPr>
                <p:cNvPr id="986" name="TextBox 985">
                  <a:extLst>
                    <a:ext uri="{FF2B5EF4-FFF2-40B4-BE49-F238E27FC236}">
                      <a16:creationId xmlns:a16="http://schemas.microsoft.com/office/drawing/2014/main" id="{058068F6-24C0-47A9-6417-5E9A325E13F7}"/>
                    </a:ext>
                  </a:extLst>
                </p:cNvPr>
                <p:cNvSpPr txBox="1"/>
                <p:nvPr/>
              </p:nvSpPr>
              <p:spPr>
                <a:xfrm>
                  <a:off x="5708137" y="5834788"/>
                  <a:ext cx="34981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-1.0</a:t>
                  </a:r>
                </a:p>
              </p:txBody>
            </p:sp>
            <p:sp>
              <p:nvSpPr>
                <p:cNvPr id="987" name="TextBox 986">
                  <a:extLst>
                    <a:ext uri="{FF2B5EF4-FFF2-40B4-BE49-F238E27FC236}">
                      <a16:creationId xmlns:a16="http://schemas.microsoft.com/office/drawing/2014/main" id="{777B89E0-7569-29AD-666A-E8718A017EE5}"/>
                    </a:ext>
                  </a:extLst>
                </p:cNvPr>
                <p:cNvSpPr txBox="1"/>
                <p:nvPr/>
              </p:nvSpPr>
              <p:spPr>
                <a:xfrm>
                  <a:off x="5480889" y="5834788"/>
                  <a:ext cx="34981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-0.5</a:t>
                  </a:r>
                </a:p>
              </p:txBody>
            </p:sp>
            <p:sp>
              <p:nvSpPr>
                <p:cNvPr id="988" name="TextBox 987">
                  <a:extLst>
                    <a:ext uri="{FF2B5EF4-FFF2-40B4-BE49-F238E27FC236}">
                      <a16:creationId xmlns:a16="http://schemas.microsoft.com/office/drawing/2014/main" id="{3803EEFC-0E9C-BB3D-25DE-E6FDAE46F6C5}"/>
                    </a:ext>
                  </a:extLst>
                </p:cNvPr>
                <p:cNvSpPr txBox="1"/>
                <p:nvPr/>
              </p:nvSpPr>
              <p:spPr>
                <a:xfrm>
                  <a:off x="5284138" y="5834763"/>
                  <a:ext cx="319276"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0.0</a:t>
                  </a:r>
                  <a:endParaRPr lang="en-US" sz="850">
                    <a:ln/>
                    <a:solidFill>
                      <a:srgbClr val="000000"/>
                    </a:solidFill>
                    <a:latin typeface="Arial"/>
                    <a:cs typeface="Arial"/>
                    <a:sym typeface="Arial"/>
                    <a:rtl val="0"/>
                  </a:endParaRPr>
                </a:p>
              </p:txBody>
            </p:sp>
            <p:sp>
              <p:nvSpPr>
                <p:cNvPr id="989" name="TextBox 988">
                  <a:extLst>
                    <a:ext uri="{FF2B5EF4-FFF2-40B4-BE49-F238E27FC236}">
                      <a16:creationId xmlns:a16="http://schemas.microsoft.com/office/drawing/2014/main" id="{BA7D7DAB-2D9B-4380-4ACE-3145BD5FEF9B}"/>
                    </a:ext>
                  </a:extLst>
                </p:cNvPr>
                <p:cNvSpPr txBox="1"/>
                <p:nvPr/>
              </p:nvSpPr>
              <p:spPr>
                <a:xfrm>
                  <a:off x="5087350" y="5834763"/>
                  <a:ext cx="319276"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0.5</a:t>
                  </a:r>
                </a:p>
              </p:txBody>
            </p:sp>
            <p:sp>
              <p:nvSpPr>
                <p:cNvPr id="990" name="TextBox 989">
                  <a:extLst>
                    <a:ext uri="{FF2B5EF4-FFF2-40B4-BE49-F238E27FC236}">
                      <a16:creationId xmlns:a16="http://schemas.microsoft.com/office/drawing/2014/main" id="{975513B2-FB57-6F41-AB99-E89B739CEE81}"/>
                    </a:ext>
                  </a:extLst>
                </p:cNvPr>
                <p:cNvSpPr txBox="1"/>
                <p:nvPr/>
              </p:nvSpPr>
              <p:spPr>
                <a:xfrm>
                  <a:off x="4895348" y="5837938"/>
                  <a:ext cx="324732" cy="205340"/>
                </a:xfrm>
                <a:prstGeom prst="rect">
                  <a:avLst/>
                </a:prstGeom>
                <a:noFill/>
              </p:spPr>
              <p:txBody>
                <a:bodyPr wrap="square" rtlCol="0">
                  <a:spAutoFit/>
                </a:bodyPr>
                <a:lstStyle/>
                <a:p>
                  <a:pPr algn="ctr"/>
                  <a:r>
                    <a:rPr lang="en-US" sz="661" dirty="0">
                      <a:ln/>
                      <a:solidFill>
                        <a:srgbClr val="000000"/>
                      </a:solidFill>
                      <a:latin typeface="Arial"/>
                      <a:cs typeface="Arial"/>
                      <a:sym typeface="Arial"/>
                      <a:rtl val="0"/>
                    </a:rPr>
                    <a:t>1.0</a:t>
                  </a:r>
                </a:p>
              </p:txBody>
            </p:sp>
          </p:grpSp>
        </p:grpSp>
        <p:grpSp>
          <p:nvGrpSpPr>
            <p:cNvPr id="1007" name="Group 1006">
              <a:extLst>
                <a:ext uri="{FF2B5EF4-FFF2-40B4-BE49-F238E27FC236}">
                  <a16:creationId xmlns:a16="http://schemas.microsoft.com/office/drawing/2014/main" id="{DE10AC35-B27E-5E5C-D141-E2805BCF70C3}"/>
                </a:ext>
              </a:extLst>
            </p:cNvPr>
            <p:cNvGrpSpPr/>
            <p:nvPr/>
          </p:nvGrpSpPr>
          <p:grpSpPr>
            <a:xfrm>
              <a:off x="5005055" y="4208165"/>
              <a:ext cx="741695" cy="877304"/>
              <a:chOff x="6760730" y="2389596"/>
              <a:chExt cx="741695" cy="877304"/>
            </a:xfrm>
          </p:grpSpPr>
          <p:sp>
            <p:nvSpPr>
              <p:cNvPr id="991" name="TextBox 990">
                <a:extLst>
                  <a:ext uri="{FF2B5EF4-FFF2-40B4-BE49-F238E27FC236}">
                    <a16:creationId xmlns:a16="http://schemas.microsoft.com/office/drawing/2014/main" id="{7DDBEF95-7ADA-EB24-D90C-3C2E16E284C7}"/>
                  </a:ext>
                </a:extLst>
              </p:cNvPr>
              <p:cNvSpPr txBox="1"/>
              <p:nvPr/>
            </p:nvSpPr>
            <p:spPr>
              <a:xfrm>
                <a:off x="6760730" y="2389596"/>
                <a:ext cx="741695" cy="374580"/>
              </a:xfrm>
              <a:prstGeom prst="rect">
                <a:avLst/>
              </a:prstGeom>
              <a:noFill/>
            </p:spPr>
            <p:txBody>
              <a:bodyPr wrap="none" rtlCol="0">
                <a:spAutoFit/>
              </a:bodyPr>
              <a:lstStyle/>
              <a:p>
                <a:pPr algn="ctr"/>
                <a:r>
                  <a:rPr lang="en-US" sz="850">
                    <a:ln/>
                    <a:solidFill>
                      <a:srgbClr val="000000"/>
                    </a:solidFill>
                    <a:latin typeface="Arial"/>
                    <a:cs typeface="Arial"/>
                    <a:sym typeface="Arial"/>
                    <a:rtl val="0"/>
                  </a:rPr>
                  <a:t>Percent </a:t>
                </a:r>
              </a:p>
              <a:p>
                <a:pPr algn="ctr"/>
                <a:r>
                  <a:rPr lang="en-US" sz="850">
                    <a:ln/>
                    <a:solidFill>
                      <a:srgbClr val="000000"/>
                    </a:solidFill>
                    <a:latin typeface="Arial"/>
                    <a:cs typeface="Arial"/>
                    <a:sym typeface="Arial"/>
                    <a:rtl val="0"/>
                  </a:rPr>
                  <a:t>Expressed</a:t>
                </a:r>
              </a:p>
            </p:txBody>
          </p:sp>
          <p:sp>
            <p:nvSpPr>
              <p:cNvPr id="992" name="Freeform 991">
                <a:extLst>
                  <a:ext uri="{FF2B5EF4-FFF2-40B4-BE49-F238E27FC236}">
                    <a16:creationId xmlns:a16="http://schemas.microsoft.com/office/drawing/2014/main" id="{DF0677BF-551F-6732-C375-680CD64D431E}"/>
                  </a:ext>
                </a:extLst>
              </p:cNvPr>
              <p:cNvSpPr/>
              <p:nvPr/>
            </p:nvSpPr>
            <p:spPr>
              <a:xfrm>
                <a:off x="6955814" y="2774963"/>
                <a:ext cx="52070" cy="52070"/>
              </a:xfrm>
              <a:custGeom>
                <a:avLst/>
                <a:gdLst>
                  <a:gd name="csX0" fmla="*/ 52070 w 52070"/>
                  <a:gd name="csY0" fmla="*/ 26035 h 52070"/>
                  <a:gd name="csX1" fmla="*/ 26035 w 52070"/>
                  <a:gd name="csY1" fmla="*/ 52070 h 52070"/>
                  <a:gd name="csX2" fmla="*/ 0 w 52070"/>
                  <a:gd name="csY2" fmla="*/ 26035 h 52070"/>
                  <a:gd name="csX3" fmla="*/ 26035 w 52070"/>
                  <a:gd name="csY3" fmla="*/ 0 h 52070"/>
                  <a:gd name="csX4" fmla="*/ 52070 w 52070"/>
                  <a:gd name="csY4" fmla="*/ 26035 h 52070"/>
                </a:gdLst>
                <a:ahLst/>
                <a:cxnLst>
                  <a:cxn ang="0">
                    <a:pos x="csX0" y="csY0"/>
                  </a:cxn>
                  <a:cxn ang="0">
                    <a:pos x="csX1" y="csY1"/>
                  </a:cxn>
                  <a:cxn ang="0">
                    <a:pos x="csX2" y="csY2"/>
                  </a:cxn>
                  <a:cxn ang="0">
                    <a:pos x="csX3" y="csY3"/>
                  </a:cxn>
                  <a:cxn ang="0">
                    <a:pos x="csX4" y="csY4"/>
                  </a:cxn>
                </a:cxnLst>
                <a:rect l="l" t="t" r="r" b="b"/>
                <a:pathLst>
                  <a:path w="52070" h="52070">
                    <a:moveTo>
                      <a:pt x="52070" y="26035"/>
                    </a:moveTo>
                    <a:cubicBezTo>
                      <a:pt x="52070" y="40414"/>
                      <a:pt x="40414" y="52070"/>
                      <a:pt x="26035" y="52070"/>
                    </a:cubicBezTo>
                    <a:cubicBezTo>
                      <a:pt x="11656" y="52070"/>
                      <a:pt x="0" y="40414"/>
                      <a:pt x="0" y="26035"/>
                    </a:cubicBezTo>
                    <a:cubicBezTo>
                      <a:pt x="0" y="11656"/>
                      <a:pt x="11656" y="0"/>
                      <a:pt x="26035" y="0"/>
                    </a:cubicBezTo>
                    <a:cubicBezTo>
                      <a:pt x="40414" y="0"/>
                      <a:pt x="52070" y="11656"/>
                      <a:pt x="52070" y="26035"/>
                    </a:cubicBezTo>
                    <a:close/>
                  </a:path>
                </a:pathLst>
              </a:custGeom>
              <a:solidFill>
                <a:srgbClr val="000000"/>
              </a:solidFill>
              <a:ln w="11430" cap="rnd">
                <a:solidFill>
                  <a:srgbClr val="000000"/>
                </a:solidFill>
                <a:prstDash val="solid"/>
                <a:round/>
              </a:ln>
            </p:spPr>
            <p:txBody>
              <a:bodyPr/>
              <a:lstStyle/>
              <a:p>
                <a:pPr algn="ctr"/>
                <a:endParaRPr lang="en-US" sz="1701"/>
              </a:p>
            </p:txBody>
          </p:sp>
          <p:sp>
            <p:nvSpPr>
              <p:cNvPr id="993" name="Freeform 992">
                <a:extLst>
                  <a:ext uri="{FF2B5EF4-FFF2-40B4-BE49-F238E27FC236}">
                    <a16:creationId xmlns:a16="http://schemas.microsoft.com/office/drawing/2014/main" id="{75C06BED-7C00-7AC0-DC4D-DB16D1952C96}"/>
                  </a:ext>
                </a:extLst>
              </p:cNvPr>
              <p:cNvSpPr/>
              <p:nvPr/>
            </p:nvSpPr>
            <p:spPr>
              <a:xfrm>
                <a:off x="6935240" y="2949207"/>
                <a:ext cx="93217" cy="93217"/>
              </a:xfrm>
              <a:custGeom>
                <a:avLst/>
                <a:gdLst>
                  <a:gd name="csX0" fmla="*/ 93218 w 93217"/>
                  <a:gd name="csY0" fmla="*/ 46609 h 93217"/>
                  <a:gd name="csX1" fmla="*/ 46609 w 93217"/>
                  <a:gd name="csY1" fmla="*/ 93218 h 93217"/>
                  <a:gd name="csX2" fmla="*/ 0 w 93217"/>
                  <a:gd name="csY2" fmla="*/ 46609 h 93217"/>
                  <a:gd name="csX3" fmla="*/ 46609 w 93217"/>
                  <a:gd name="csY3" fmla="*/ 0 h 93217"/>
                  <a:gd name="csX4" fmla="*/ 93218 w 93217"/>
                  <a:gd name="csY4" fmla="*/ 46609 h 93217"/>
                </a:gdLst>
                <a:ahLst/>
                <a:cxnLst>
                  <a:cxn ang="0">
                    <a:pos x="csX0" y="csY0"/>
                  </a:cxn>
                  <a:cxn ang="0">
                    <a:pos x="csX1" y="csY1"/>
                  </a:cxn>
                  <a:cxn ang="0">
                    <a:pos x="csX2" y="csY2"/>
                  </a:cxn>
                  <a:cxn ang="0">
                    <a:pos x="csX3" y="csY3"/>
                  </a:cxn>
                  <a:cxn ang="0">
                    <a:pos x="csX4" y="csY4"/>
                  </a:cxn>
                </a:cxnLst>
                <a:rect l="l" t="t" r="r" b="b"/>
                <a:pathLst>
                  <a:path w="93217" h="93217">
                    <a:moveTo>
                      <a:pt x="93218" y="46609"/>
                    </a:moveTo>
                    <a:cubicBezTo>
                      <a:pt x="93218" y="72350"/>
                      <a:pt x="72350" y="93218"/>
                      <a:pt x="46609" y="93218"/>
                    </a:cubicBezTo>
                    <a:cubicBezTo>
                      <a:pt x="20868" y="93218"/>
                      <a:pt x="0" y="72350"/>
                      <a:pt x="0" y="46609"/>
                    </a:cubicBezTo>
                    <a:cubicBezTo>
                      <a:pt x="0" y="20868"/>
                      <a:pt x="20868" y="0"/>
                      <a:pt x="46609" y="0"/>
                    </a:cubicBezTo>
                    <a:cubicBezTo>
                      <a:pt x="72350" y="0"/>
                      <a:pt x="93218" y="20868"/>
                      <a:pt x="93218" y="46609"/>
                    </a:cubicBezTo>
                    <a:close/>
                  </a:path>
                </a:pathLst>
              </a:custGeom>
              <a:solidFill>
                <a:srgbClr val="000000"/>
              </a:solidFill>
              <a:ln w="11430" cap="rnd">
                <a:solidFill>
                  <a:srgbClr val="000000"/>
                </a:solidFill>
                <a:prstDash val="solid"/>
                <a:round/>
              </a:ln>
            </p:spPr>
            <p:txBody>
              <a:bodyPr/>
              <a:lstStyle/>
              <a:p>
                <a:pPr algn="ctr"/>
                <a:endParaRPr lang="en-US" sz="1701"/>
              </a:p>
            </p:txBody>
          </p:sp>
          <p:sp>
            <p:nvSpPr>
              <p:cNvPr id="994" name="Freeform 993">
                <a:extLst>
                  <a:ext uri="{FF2B5EF4-FFF2-40B4-BE49-F238E27FC236}">
                    <a16:creationId xmlns:a16="http://schemas.microsoft.com/office/drawing/2014/main" id="{0A781CCB-8912-E210-B869-CA836E94F1F0}"/>
                  </a:ext>
                </a:extLst>
              </p:cNvPr>
              <p:cNvSpPr/>
              <p:nvPr/>
            </p:nvSpPr>
            <p:spPr>
              <a:xfrm>
                <a:off x="6914539" y="3123324"/>
                <a:ext cx="134620" cy="134620"/>
              </a:xfrm>
              <a:custGeom>
                <a:avLst/>
                <a:gdLst>
                  <a:gd name="csX0" fmla="*/ 134620 w 134620"/>
                  <a:gd name="csY0" fmla="*/ 67310 h 134620"/>
                  <a:gd name="csX1" fmla="*/ 67310 w 134620"/>
                  <a:gd name="csY1" fmla="*/ 134620 h 134620"/>
                  <a:gd name="csX2" fmla="*/ 0 w 134620"/>
                  <a:gd name="csY2" fmla="*/ 67310 h 134620"/>
                  <a:gd name="csX3" fmla="*/ 67310 w 134620"/>
                  <a:gd name="csY3" fmla="*/ 0 h 134620"/>
                  <a:gd name="csX4" fmla="*/ 134620 w 134620"/>
                  <a:gd name="csY4" fmla="*/ 67310 h 134620"/>
                </a:gdLst>
                <a:ahLst/>
                <a:cxnLst>
                  <a:cxn ang="0">
                    <a:pos x="csX0" y="csY0"/>
                  </a:cxn>
                  <a:cxn ang="0">
                    <a:pos x="csX1" y="csY1"/>
                  </a:cxn>
                  <a:cxn ang="0">
                    <a:pos x="csX2" y="csY2"/>
                  </a:cxn>
                  <a:cxn ang="0">
                    <a:pos x="csX3" y="csY3"/>
                  </a:cxn>
                  <a:cxn ang="0">
                    <a:pos x="csX4" y="csY4"/>
                  </a:cxn>
                </a:cxnLst>
                <a:rect l="l" t="t" r="r" b="b"/>
                <a:pathLst>
                  <a:path w="134620" h="134620">
                    <a:moveTo>
                      <a:pt x="134620" y="67310"/>
                    </a:moveTo>
                    <a:cubicBezTo>
                      <a:pt x="134620" y="104484"/>
                      <a:pt x="104484" y="134620"/>
                      <a:pt x="67310" y="134620"/>
                    </a:cubicBezTo>
                    <a:cubicBezTo>
                      <a:pt x="30136" y="134620"/>
                      <a:pt x="0" y="104484"/>
                      <a:pt x="0" y="67310"/>
                    </a:cubicBezTo>
                    <a:cubicBezTo>
                      <a:pt x="0" y="30136"/>
                      <a:pt x="30136" y="0"/>
                      <a:pt x="67310" y="0"/>
                    </a:cubicBezTo>
                    <a:cubicBezTo>
                      <a:pt x="104484" y="0"/>
                      <a:pt x="134620" y="30136"/>
                      <a:pt x="134620" y="67310"/>
                    </a:cubicBezTo>
                    <a:close/>
                  </a:path>
                </a:pathLst>
              </a:custGeom>
              <a:solidFill>
                <a:srgbClr val="000000"/>
              </a:solidFill>
              <a:ln w="11430" cap="rnd">
                <a:solidFill>
                  <a:srgbClr val="000000"/>
                </a:solidFill>
                <a:prstDash val="solid"/>
                <a:round/>
              </a:ln>
            </p:spPr>
            <p:txBody>
              <a:bodyPr/>
              <a:lstStyle/>
              <a:p>
                <a:pPr algn="ctr"/>
                <a:endParaRPr lang="en-US" sz="1701"/>
              </a:p>
            </p:txBody>
          </p:sp>
          <p:sp>
            <p:nvSpPr>
              <p:cNvPr id="995" name="TextBox 994">
                <a:extLst>
                  <a:ext uri="{FF2B5EF4-FFF2-40B4-BE49-F238E27FC236}">
                    <a16:creationId xmlns:a16="http://schemas.microsoft.com/office/drawing/2014/main" id="{72E67559-879B-DF95-05B5-BE038A35497D}"/>
                  </a:ext>
                </a:extLst>
              </p:cNvPr>
              <p:cNvSpPr txBox="1"/>
              <p:nvPr/>
            </p:nvSpPr>
            <p:spPr>
              <a:xfrm>
                <a:off x="6996519" y="2671797"/>
                <a:ext cx="293828"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25</a:t>
                </a:r>
              </a:p>
            </p:txBody>
          </p:sp>
          <p:sp>
            <p:nvSpPr>
              <p:cNvPr id="996" name="TextBox 995">
                <a:extLst>
                  <a:ext uri="{FF2B5EF4-FFF2-40B4-BE49-F238E27FC236}">
                    <a16:creationId xmlns:a16="http://schemas.microsoft.com/office/drawing/2014/main" id="{28CC7147-5C0B-289F-40BE-51701CF6A2E1}"/>
                  </a:ext>
                </a:extLst>
              </p:cNvPr>
              <p:cNvSpPr txBox="1"/>
              <p:nvPr/>
            </p:nvSpPr>
            <p:spPr>
              <a:xfrm>
                <a:off x="6996519" y="2866742"/>
                <a:ext cx="293828"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50</a:t>
                </a:r>
              </a:p>
            </p:txBody>
          </p:sp>
          <p:sp>
            <p:nvSpPr>
              <p:cNvPr id="997" name="TextBox 996">
                <a:extLst>
                  <a:ext uri="{FF2B5EF4-FFF2-40B4-BE49-F238E27FC236}">
                    <a16:creationId xmlns:a16="http://schemas.microsoft.com/office/drawing/2014/main" id="{74308D8D-ACCD-9A0B-96D5-7DD4D09622C8}"/>
                  </a:ext>
                </a:extLst>
              </p:cNvPr>
              <p:cNvSpPr txBox="1"/>
              <p:nvPr/>
            </p:nvSpPr>
            <p:spPr>
              <a:xfrm>
                <a:off x="6996519" y="3061560"/>
                <a:ext cx="293828"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75</a:t>
                </a:r>
              </a:p>
            </p:txBody>
          </p:sp>
        </p:grpSp>
      </p:grpSp>
      <p:sp>
        <p:nvSpPr>
          <p:cNvPr id="4" name="TextBox 3">
            <a:extLst>
              <a:ext uri="{FF2B5EF4-FFF2-40B4-BE49-F238E27FC236}">
                <a16:creationId xmlns:a16="http://schemas.microsoft.com/office/drawing/2014/main" id="{A4A188C3-D064-73AB-B2D4-7F6F47E6564D}"/>
              </a:ext>
            </a:extLst>
          </p:cNvPr>
          <p:cNvSpPr txBox="1"/>
          <p:nvPr/>
        </p:nvSpPr>
        <p:spPr>
          <a:xfrm>
            <a:off x="-76203" y="307067"/>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A</a:t>
            </a:r>
            <a:endParaRPr lang="en-US" sz="4536"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67ECE92-2684-EE8F-E490-61CDD74FD0B3}"/>
              </a:ext>
            </a:extLst>
          </p:cNvPr>
          <p:cNvSpPr txBox="1"/>
          <p:nvPr/>
        </p:nvSpPr>
        <p:spPr>
          <a:xfrm>
            <a:off x="15436" y="3016957"/>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B</a:t>
            </a:r>
            <a:endParaRPr lang="en-US" sz="4536"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BA88335-D885-4A68-9628-531A340B1EE5}"/>
              </a:ext>
            </a:extLst>
          </p:cNvPr>
          <p:cNvSpPr txBox="1"/>
          <p:nvPr/>
        </p:nvSpPr>
        <p:spPr>
          <a:xfrm>
            <a:off x="60006" y="5840306"/>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C</a:t>
            </a:r>
            <a:endParaRPr lang="en-US" sz="4536"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C668360-C526-465A-731B-AB79374DC537}"/>
              </a:ext>
            </a:extLst>
          </p:cNvPr>
          <p:cNvSpPr txBox="1"/>
          <p:nvPr/>
        </p:nvSpPr>
        <p:spPr>
          <a:xfrm>
            <a:off x="4420672" y="405926"/>
            <a:ext cx="292638" cy="325025"/>
          </a:xfrm>
          <a:prstGeom prst="rect">
            <a:avLst/>
          </a:prstGeom>
          <a:noFill/>
        </p:spPr>
        <p:txBody>
          <a:bodyPr wrap="square" rtlCol="0">
            <a:spAutoFit/>
          </a:bodyPr>
          <a:lstStyle/>
          <a:p>
            <a:pPr algn="ctr"/>
            <a:r>
              <a:rPr lang="en-US" sz="1512" dirty="0">
                <a:latin typeface="Arial" panose="020B0604020202020204" pitchFamily="34" charset="0"/>
                <a:cs typeface="Arial" panose="020B0604020202020204" pitchFamily="34" charset="0"/>
              </a:rPr>
              <a:t>D</a:t>
            </a:r>
            <a:endParaRPr lang="en-US" sz="4536"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1074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E62170-513F-297A-1AB7-466DBB28C47E}"/>
              </a:ext>
            </a:extLst>
          </p:cNvPr>
          <p:cNvSpPr txBox="1"/>
          <p:nvPr/>
        </p:nvSpPr>
        <p:spPr>
          <a:xfrm>
            <a:off x="-1" y="466166"/>
            <a:ext cx="6480175" cy="1015663"/>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Supplementary Fig.4. Gene ontology (GO) analysis for the marker genes of (A) 1_NSC, (B) 1_gfap, and (C) 1_shha. In A-C, color indicates false discovery rate adjusted p value, point size indicates the number of genes annotated with that term, and “</a:t>
            </a:r>
            <a:r>
              <a:rPr lang="en-US" sz="1200" dirty="0" err="1">
                <a:latin typeface="Arial" panose="020B0604020202020204" pitchFamily="34" charset="0"/>
                <a:cs typeface="Arial" panose="020B0604020202020204" pitchFamily="34" charset="0"/>
              </a:rPr>
              <a:t>GeneRatio</a:t>
            </a:r>
            <a:r>
              <a:rPr lang="en-US" sz="1200" dirty="0">
                <a:latin typeface="Arial" panose="020B0604020202020204" pitchFamily="34" charset="0"/>
                <a:cs typeface="Arial" panose="020B0604020202020204" pitchFamily="34" charset="0"/>
              </a:rPr>
              <a:t>” indicates the proportion of genes annotated with that GO term divided by all annotated genes in our list. (D) Canonical and data-driven marker genes for each 1_RGC subcluster</a:t>
            </a:r>
          </a:p>
        </p:txBody>
      </p:sp>
    </p:spTree>
    <p:extLst>
      <p:ext uri="{BB962C8B-B14F-4D97-AF65-F5344CB8AC3E}">
        <p14:creationId xmlns:p14="http://schemas.microsoft.com/office/powerpoint/2010/main" val="1128039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13" name="Group 5712">
            <a:extLst>
              <a:ext uri="{FF2B5EF4-FFF2-40B4-BE49-F238E27FC236}">
                <a16:creationId xmlns:a16="http://schemas.microsoft.com/office/drawing/2014/main" id="{DE6A4DE2-E021-69FE-B20F-7BD1E146DBBB}"/>
              </a:ext>
            </a:extLst>
          </p:cNvPr>
          <p:cNvGrpSpPr/>
          <p:nvPr/>
        </p:nvGrpSpPr>
        <p:grpSpPr>
          <a:xfrm>
            <a:off x="459105" y="4128002"/>
            <a:ext cx="5387352" cy="2207296"/>
            <a:chOff x="94802" y="825400"/>
            <a:chExt cx="5701460" cy="2335992"/>
          </a:xfrm>
        </p:grpSpPr>
        <p:sp>
          <p:nvSpPr>
            <p:cNvPr id="5714" name="Freeform 5713">
              <a:extLst>
                <a:ext uri="{FF2B5EF4-FFF2-40B4-BE49-F238E27FC236}">
                  <a16:creationId xmlns:a16="http://schemas.microsoft.com/office/drawing/2014/main" id="{7CE1551E-D69F-4D96-D74B-8BC81E5E9A4D}"/>
                </a:ext>
              </a:extLst>
            </p:cNvPr>
            <p:cNvSpPr/>
            <p:nvPr/>
          </p:nvSpPr>
          <p:spPr>
            <a:xfrm>
              <a:off x="3737699" y="1118512"/>
              <a:ext cx="12700" cy="1725168"/>
            </a:xfrm>
            <a:custGeom>
              <a:avLst/>
              <a:gdLst>
                <a:gd name="csX0" fmla="*/ 0 w 12700"/>
                <a:gd name="csY0" fmla="*/ 1725168 h 1725168"/>
                <a:gd name="csX1" fmla="*/ 0 w 12700"/>
                <a:gd name="csY1" fmla="*/ 0 h 1725168"/>
              </a:gdLst>
              <a:ahLst/>
              <a:cxnLst>
                <a:cxn ang="0">
                  <a:pos x="csX0" y="csY0"/>
                </a:cxn>
                <a:cxn ang="0">
                  <a:pos x="csX1" y="csY1"/>
                </a:cxn>
              </a:cxnLst>
              <a:rect l="l" t="t" r="r" b="b"/>
              <a:pathLst>
                <a:path w="12700" h="1725168">
                  <a:moveTo>
                    <a:pt x="0" y="1725168"/>
                  </a:moveTo>
                  <a:lnTo>
                    <a:pt x="0" y="0"/>
                  </a:lnTo>
                </a:path>
              </a:pathLst>
            </a:custGeom>
            <a:noFill/>
            <a:ln w="6731" cap="flat">
              <a:solidFill>
                <a:srgbClr val="EBEBEB"/>
              </a:solidFill>
              <a:prstDash val="solid"/>
              <a:round/>
            </a:ln>
          </p:spPr>
          <p:txBody>
            <a:bodyPr/>
            <a:lstStyle/>
            <a:p>
              <a:endParaRPr lang="en-US" sz="1701"/>
            </a:p>
          </p:txBody>
        </p:sp>
        <p:sp>
          <p:nvSpPr>
            <p:cNvPr id="5715" name="Freeform 5714">
              <a:extLst>
                <a:ext uri="{FF2B5EF4-FFF2-40B4-BE49-F238E27FC236}">
                  <a16:creationId xmlns:a16="http://schemas.microsoft.com/office/drawing/2014/main" id="{7953F432-AE3C-5285-862C-337087D774B1}"/>
                </a:ext>
              </a:extLst>
            </p:cNvPr>
            <p:cNvSpPr/>
            <p:nvPr/>
          </p:nvSpPr>
          <p:spPr>
            <a:xfrm>
              <a:off x="4285577" y="1118512"/>
              <a:ext cx="12700" cy="1725168"/>
            </a:xfrm>
            <a:custGeom>
              <a:avLst/>
              <a:gdLst>
                <a:gd name="csX0" fmla="*/ 0 w 12700"/>
                <a:gd name="csY0" fmla="*/ 1725168 h 1725168"/>
                <a:gd name="csX1" fmla="*/ 0 w 12700"/>
                <a:gd name="csY1" fmla="*/ 0 h 1725168"/>
              </a:gdLst>
              <a:ahLst/>
              <a:cxnLst>
                <a:cxn ang="0">
                  <a:pos x="csX0" y="csY0"/>
                </a:cxn>
                <a:cxn ang="0">
                  <a:pos x="csX1" y="csY1"/>
                </a:cxn>
              </a:cxnLst>
              <a:rect l="l" t="t" r="r" b="b"/>
              <a:pathLst>
                <a:path w="12700" h="1725168">
                  <a:moveTo>
                    <a:pt x="0" y="1725168"/>
                  </a:moveTo>
                  <a:lnTo>
                    <a:pt x="0" y="0"/>
                  </a:lnTo>
                </a:path>
              </a:pathLst>
            </a:custGeom>
            <a:noFill/>
            <a:ln w="6731" cap="flat">
              <a:solidFill>
                <a:srgbClr val="EBEBEB"/>
              </a:solidFill>
              <a:prstDash val="solid"/>
              <a:round/>
            </a:ln>
          </p:spPr>
          <p:txBody>
            <a:bodyPr/>
            <a:lstStyle/>
            <a:p>
              <a:endParaRPr lang="en-US" sz="1701"/>
            </a:p>
          </p:txBody>
        </p:sp>
        <p:sp>
          <p:nvSpPr>
            <p:cNvPr id="5716" name="Freeform 5715">
              <a:extLst>
                <a:ext uri="{FF2B5EF4-FFF2-40B4-BE49-F238E27FC236}">
                  <a16:creationId xmlns:a16="http://schemas.microsoft.com/office/drawing/2014/main" id="{245F183D-9728-C3F9-368B-8B0B59A5F00F}"/>
                </a:ext>
              </a:extLst>
            </p:cNvPr>
            <p:cNvSpPr/>
            <p:nvPr/>
          </p:nvSpPr>
          <p:spPr>
            <a:xfrm>
              <a:off x="4833455" y="1118512"/>
              <a:ext cx="12700" cy="1725168"/>
            </a:xfrm>
            <a:custGeom>
              <a:avLst/>
              <a:gdLst>
                <a:gd name="csX0" fmla="*/ 0 w 12700"/>
                <a:gd name="csY0" fmla="*/ 1725168 h 1725168"/>
                <a:gd name="csX1" fmla="*/ 0 w 12700"/>
                <a:gd name="csY1" fmla="*/ 0 h 1725168"/>
              </a:gdLst>
              <a:ahLst/>
              <a:cxnLst>
                <a:cxn ang="0">
                  <a:pos x="csX0" y="csY0"/>
                </a:cxn>
                <a:cxn ang="0">
                  <a:pos x="csX1" y="csY1"/>
                </a:cxn>
              </a:cxnLst>
              <a:rect l="l" t="t" r="r" b="b"/>
              <a:pathLst>
                <a:path w="12700" h="1725168">
                  <a:moveTo>
                    <a:pt x="0" y="1725168"/>
                  </a:moveTo>
                  <a:lnTo>
                    <a:pt x="0" y="0"/>
                  </a:lnTo>
                </a:path>
              </a:pathLst>
            </a:custGeom>
            <a:noFill/>
            <a:ln w="6731" cap="flat">
              <a:solidFill>
                <a:srgbClr val="EBEBEB"/>
              </a:solidFill>
              <a:prstDash val="solid"/>
              <a:round/>
            </a:ln>
          </p:spPr>
          <p:txBody>
            <a:bodyPr/>
            <a:lstStyle/>
            <a:p>
              <a:endParaRPr lang="en-US" sz="1701"/>
            </a:p>
          </p:txBody>
        </p:sp>
        <p:sp>
          <p:nvSpPr>
            <p:cNvPr id="5717" name="Freeform 5716">
              <a:extLst>
                <a:ext uri="{FF2B5EF4-FFF2-40B4-BE49-F238E27FC236}">
                  <a16:creationId xmlns:a16="http://schemas.microsoft.com/office/drawing/2014/main" id="{CF770AA5-8E64-5A31-FDC4-8A2BD76A99E7}"/>
                </a:ext>
              </a:extLst>
            </p:cNvPr>
            <p:cNvSpPr/>
            <p:nvPr/>
          </p:nvSpPr>
          <p:spPr>
            <a:xfrm>
              <a:off x="3434042" y="2742206"/>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18" name="Freeform 5717">
              <a:extLst>
                <a:ext uri="{FF2B5EF4-FFF2-40B4-BE49-F238E27FC236}">
                  <a16:creationId xmlns:a16="http://schemas.microsoft.com/office/drawing/2014/main" id="{4B210FFB-0D30-B268-52AE-DF26F3C5264C}"/>
                </a:ext>
              </a:extLst>
            </p:cNvPr>
            <p:cNvSpPr/>
            <p:nvPr/>
          </p:nvSpPr>
          <p:spPr>
            <a:xfrm>
              <a:off x="3434042" y="2573043"/>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19" name="Freeform 5718">
              <a:extLst>
                <a:ext uri="{FF2B5EF4-FFF2-40B4-BE49-F238E27FC236}">
                  <a16:creationId xmlns:a16="http://schemas.microsoft.com/office/drawing/2014/main" id="{21A8D1AB-3ECC-FDD4-FBD5-8DF26513F4EE}"/>
                </a:ext>
              </a:extLst>
            </p:cNvPr>
            <p:cNvSpPr/>
            <p:nvPr/>
          </p:nvSpPr>
          <p:spPr>
            <a:xfrm>
              <a:off x="3434042" y="2403878"/>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20" name="Freeform 5719">
              <a:extLst>
                <a:ext uri="{FF2B5EF4-FFF2-40B4-BE49-F238E27FC236}">
                  <a16:creationId xmlns:a16="http://schemas.microsoft.com/office/drawing/2014/main" id="{51EC5F43-E5A3-B4DC-AADF-95ACDE22263F}"/>
                </a:ext>
              </a:extLst>
            </p:cNvPr>
            <p:cNvSpPr/>
            <p:nvPr/>
          </p:nvSpPr>
          <p:spPr>
            <a:xfrm>
              <a:off x="3434042" y="2234714"/>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21" name="Freeform 5720">
              <a:extLst>
                <a:ext uri="{FF2B5EF4-FFF2-40B4-BE49-F238E27FC236}">
                  <a16:creationId xmlns:a16="http://schemas.microsoft.com/office/drawing/2014/main" id="{DAA66D1C-B69F-548A-3133-E09A6AC69692}"/>
                </a:ext>
              </a:extLst>
            </p:cNvPr>
            <p:cNvSpPr/>
            <p:nvPr/>
          </p:nvSpPr>
          <p:spPr>
            <a:xfrm>
              <a:off x="3434042" y="2065678"/>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22" name="Freeform 5721">
              <a:extLst>
                <a:ext uri="{FF2B5EF4-FFF2-40B4-BE49-F238E27FC236}">
                  <a16:creationId xmlns:a16="http://schemas.microsoft.com/office/drawing/2014/main" id="{08C53E88-CCC5-00AD-AEF7-70215A998D11}"/>
                </a:ext>
              </a:extLst>
            </p:cNvPr>
            <p:cNvSpPr/>
            <p:nvPr/>
          </p:nvSpPr>
          <p:spPr>
            <a:xfrm>
              <a:off x="3434042" y="1896514"/>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23" name="Freeform 5722">
              <a:extLst>
                <a:ext uri="{FF2B5EF4-FFF2-40B4-BE49-F238E27FC236}">
                  <a16:creationId xmlns:a16="http://schemas.microsoft.com/office/drawing/2014/main" id="{523D91C0-7E46-5DA5-1872-BFC689104C1F}"/>
                </a:ext>
              </a:extLst>
            </p:cNvPr>
            <p:cNvSpPr/>
            <p:nvPr/>
          </p:nvSpPr>
          <p:spPr>
            <a:xfrm>
              <a:off x="3434042" y="1727350"/>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24" name="Freeform 5723">
              <a:extLst>
                <a:ext uri="{FF2B5EF4-FFF2-40B4-BE49-F238E27FC236}">
                  <a16:creationId xmlns:a16="http://schemas.microsoft.com/office/drawing/2014/main" id="{40D0C718-0F03-AD39-0B60-6B56E82C06E3}"/>
                </a:ext>
              </a:extLst>
            </p:cNvPr>
            <p:cNvSpPr/>
            <p:nvPr/>
          </p:nvSpPr>
          <p:spPr>
            <a:xfrm>
              <a:off x="3434042" y="1558185"/>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25" name="Freeform 5724">
              <a:extLst>
                <a:ext uri="{FF2B5EF4-FFF2-40B4-BE49-F238E27FC236}">
                  <a16:creationId xmlns:a16="http://schemas.microsoft.com/office/drawing/2014/main" id="{1C390874-AFD3-0B08-4E6B-09216A21B42A}"/>
                </a:ext>
              </a:extLst>
            </p:cNvPr>
            <p:cNvSpPr/>
            <p:nvPr/>
          </p:nvSpPr>
          <p:spPr>
            <a:xfrm>
              <a:off x="3434042" y="1389149"/>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26" name="Freeform 5725">
              <a:extLst>
                <a:ext uri="{FF2B5EF4-FFF2-40B4-BE49-F238E27FC236}">
                  <a16:creationId xmlns:a16="http://schemas.microsoft.com/office/drawing/2014/main" id="{95B0A4E3-AA99-BF0A-7A01-A84AF9853DF9}"/>
                </a:ext>
              </a:extLst>
            </p:cNvPr>
            <p:cNvSpPr/>
            <p:nvPr/>
          </p:nvSpPr>
          <p:spPr>
            <a:xfrm>
              <a:off x="3434042" y="1219985"/>
              <a:ext cx="1628902" cy="12700"/>
            </a:xfrm>
            <a:custGeom>
              <a:avLst/>
              <a:gdLst>
                <a:gd name="csX0" fmla="*/ 0 w 1628902"/>
                <a:gd name="csY0" fmla="*/ 0 h 12700"/>
                <a:gd name="csX1" fmla="*/ 1628902 w 1628902"/>
                <a:gd name="csY1" fmla="*/ 0 h 12700"/>
              </a:gdLst>
              <a:ahLst/>
              <a:cxnLst>
                <a:cxn ang="0">
                  <a:pos x="csX0" y="csY0"/>
                </a:cxn>
                <a:cxn ang="0">
                  <a:pos x="csX1" y="csY1"/>
                </a:cxn>
              </a:cxnLst>
              <a:rect l="l" t="t" r="r" b="b"/>
              <a:pathLst>
                <a:path w="1628902" h="12700">
                  <a:moveTo>
                    <a:pt x="0" y="0"/>
                  </a:moveTo>
                  <a:lnTo>
                    <a:pt x="1628902" y="0"/>
                  </a:lnTo>
                </a:path>
              </a:pathLst>
            </a:custGeom>
            <a:noFill/>
            <a:ln w="13589" cap="flat">
              <a:solidFill>
                <a:srgbClr val="EBEBEB"/>
              </a:solidFill>
              <a:prstDash val="solid"/>
              <a:round/>
            </a:ln>
          </p:spPr>
          <p:txBody>
            <a:bodyPr/>
            <a:lstStyle/>
            <a:p>
              <a:endParaRPr lang="en-US" sz="1701"/>
            </a:p>
          </p:txBody>
        </p:sp>
        <p:sp>
          <p:nvSpPr>
            <p:cNvPr id="5727" name="Freeform 5726">
              <a:extLst>
                <a:ext uri="{FF2B5EF4-FFF2-40B4-BE49-F238E27FC236}">
                  <a16:creationId xmlns:a16="http://schemas.microsoft.com/office/drawing/2014/main" id="{2CA68C88-3AC0-85DD-56ED-A037F797C324}"/>
                </a:ext>
              </a:extLst>
            </p:cNvPr>
            <p:cNvSpPr/>
            <p:nvPr/>
          </p:nvSpPr>
          <p:spPr>
            <a:xfrm>
              <a:off x="3463759" y="1118512"/>
              <a:ext cx="12700" cy="1725168"/>
            </a:xfrm>
            <a:custGeom>
              <a:avLst/>
              <a:gdLst>
                <a:gd name="csX0" fmla="*/ 0 w 12700"/>
                <a:gd name="csY0" fmla="*/ 1725168 h 1725168"/>
                <a:gd name="csX1" fmla="*/ 0 w 12700"/>
                <a:gd name="csY1" fmla="*/ 0 h 1725168"/>
              </a:gdLst>
              <a:ahLst/>
              <a:cxnLst>
                <a:cxn ang="0">
                  <a:pos x="csX0" y="csY0"/>
                </a:cxn>
                <a:cxn ang="0">
                  <a:pos x="csX1" y="csY1"/>
                </a:cxn>
              </a:cxnLst>
              <a:rect l="l" t="t" r="r" b="b"/>
              <a:pathLst>
                <a:path w="12700" h="1725168">
                  <a:moveTo>
                    <a:pt x="0" y="1725168"/>
                  </a:moveTo>
                  <a:lnTo>
                    <a:pt x="0" y="0"/>
                  </a:lnTo>
                </a:path>
              </a:pathLst>
            </a:custGeom>
            <a:noFill/>
            <a:ln w="13589" cap="flat">
              <a:solidFill>
                <a:srgbClr val="EBEBEB"/>
              </a:solidFill>
              <a:prstDash val="solid"/>
              <a:round/>
            </a:ln>
          </p:spPr>
          <p:txBody>
            <a:bodyPr/>
            <a:lstStyle/>
            <a:p>
              <a:endParaRPr lang="en-US" sz="1701"/>
            </a:p>
          </p:txBody>
        </p:sp>
        <p:sp>
          <p:nvSpPr>
            <p:cNvPr id="5728" name="Freeform 5727">
              <a:extLst>
                <a:ext uri="{FF2B5EF4-FFF2-40B4-BE49-F238E27FC236}">
                  <a16:creationId xmlns:a16="http://schemas.microsoft.com/office/drawing/2014/main" id="{7734EEC2-29EE-2DA1-6277-A26097C70F8C}"/>
                </a:ext>
              </a:extLst>
            </p:cNvPr>
            <p:cNvSpPr/>
            <p:nvPr/>
          </p:nvSpPr>
          <p:spPr>
            <a:xfrm>
              <a:off x="4011637" y="1118512"/>
              <a:ext cx="12700" cy="1725168"/>
            </a:xfrm>
            <a:custGeom>
              <a:avLst/>
              <a:gdLst>
                <a:gd name="csX0" fmla="*/ 0 w 12700"/>
                <a:gd name="csY0" fmla="*/ 1725168 h 1725168"/>
                <a:gd name="csX1" fmla="*/ 0 w 12700"/>
                <a:gd name="csY1" fmla="*/ 0 h 1725168"/>
              </a:gdLst>
              <a:ahLst/>
              <a:cxnLst>
                <a:cxn ang="0">
                  <a:pos x="csX0" y="csY0"/>
                </a:cxn>
                <a:cxn ang="0">
                  <a:pos x="csX1" y="csY1"/>
                </a:cxn>
              </a:cxnLst>
              <a:rect l="l" t="t" r="r" b="b"/>
              <a:pathLst>
                <a:path w="12700" h="1725168">
                  <a:moveTo>
                    <a:pt x="0" y="1725168"/>
                  </a:moveTo>
                  <a:lnTo>
                    <a:pt x="0" y="0"/>
                  </a:lnTo>
                </a:path>
              </a:pathLst>
            </a:custGeom>
            <a:noFill/>
            <a:ln w="13589" cap="flat">
              <a:solidFill>
                <a:srgbClr val="EBEBEB"/>
              </a:solidFill>
              <a:prstDash val="solid"/>
              <a:round/>
            </a:ln>
          </p:spPr>
          <p:txBody>
            <a:bodyPr/>
            <a:lstStyle/>
            <a:p>
              <a:endParaRPr lang="en-US" sz="1701"/>
            </a:p>
          </p:txBody>
        </p:sp>
        <p:sp>
          <p:nvSpPr>
            <p:cNvPr id="5729" name="Freeform 5728">
              <a:extLst>
                <a:ext uri="{FF2B5EF4-FFF2-40B4-BE49-F238E27FC236}">
                  <a16:creationId xmlns:a16="http://schemas.microsoft.com/office/drawing/2014/main" id="{E40824DF-8F28-C448-BDDF-89B6FBC9AABC}"/>
                </a:ext>
              </a:extLst>
            </p:cNvPr>
            <p:cNvSpPr/>
            <p:nvPr/>
          </p:nvSpPr>
          <p:spPr>
            <a:xfrm>
              <a:off x="4559515" y="1118512"/>
              <a:ext cx="12700" cy="1725168"/>
            </a:xfrm>
            <a:custGeom>
              <a:avLst/>
              <a:gdLst>
                <a:gd name="csX0" fmla="*/ 0 w 12700"/>
                <a:gd name="csY0" fmla="*/ 1725168 h 1725168"/>
                <a:gd name="csX1" fmla="*/ 0 w 12700"/>
                <a:gd name="csY1" fmla="*/ 0 h 1725168"/>
              </a:gdLst>
              <a:ahLst/>
              <a:cxnLst>
                <a:cxn ang="0">
                  <a:pos x="csX0" y="csY0"/>
                </a:cxn>
                <a:cxn ang="0">
                  <a:pos x="csX1" y="csY1"/>
                </a:cxn>
              </a:cxnLst>
              <a:rect l="l" t="t" r="r" b="b"/>
              <a:pathLst>
                <a:path w="12700" h="1725168">
                  <a:moveTo>
                    <a:pt x="0" y="1725168"/>
                  </a:moveTo>
                  <a:lnTo>
                    <a:pt x="0" y="0"/>
                  </a:lnTo>
                </a:path>
              </a:pathLst>
            </a:custGeom>
            <a:noFill/>
            <a:ln w="13589" cap="flat">
              <a:solidFill>
                <a:srgbClr val="EBEBEB"/>
              </a:solidFill>
              <a:prstDash val="solid"/>
              <a:round/>
            </a:ln>
          </p:spPr>
          <p:txBody>
            <a:bodyPr/>
            <a:lstStyle/>
            <a:p>
              <a:endParaRPr lang="en-US" sz="1701"/>
            </a:p>
          </p:txBody>
        </p:sp>
        <p:sp>
          <p:nvSpPr>
            <p:cNvPr id="5730" name="Freeform 5729">
              <a:extLst>
                <a:ext uri="{FF2B5EF4-FFF2-40B4-BE49-F238E27FC236}">
                  <a16:creationId xmlns:a16="http://schemas.microsoft.com/office/drawing/2014/main" id="{7B5DB1D4-CC12-3E80-A2BD-B62AE2A5A29F}"/>
                </a:ext>
              </a:extLst>
            </p:cNvPr>
            <p:cNvSpPr/>
            <p:nvPr/>
          </p:nvSpPr>
          <p:spPr>
            <a:xfrm>
              <a:off x="3728809" y="1482748"/>
              <a:ext cx="150875" cy="150875"/>
            </a:xfrm>
            <a:custGeom>
              <a:avLst/>
              <a:gdLst>
                <a:gd name="csX0" fmla="*/ 150876 w 150875"/>
                <a:gd name="csY0" fmla="*/ 75438 h 150875"/>
                <a:gd name="csX1" fmla="*/ 75438 w 150875"/>
                <a:gd name="csY1" fmla="*/ 150876 h 150875"/>
                <a:gd name="csX2" fmla="*/ 0 w 150875"/>
                <a:gd name="csY2" fmla="*/ 75438 h 150875"/>
                <a:gd name="csX3" fmla="*/ 75438 w 150875"/>
                <a:gd name="csY3" fmla="*/ 0 h 150875"/>
                <a:gd name="csX4" fmla="*/ 150876 w 150875"/>
                <a:gd name="csY4" fmla="*/ 75438 h 150875"/>
              </a:gdLst>
              <a:ahLst/>
              <a:cxnLst>
                <a:cxn ang="0">
                  <a:pos x="csX0" y="csY0"/>
                </a:cxn>
                <a:cxn ang="0">
                  <a:pos x="csX1" y="csY1"/>
                </a:cxn>
                <a:cxn ang="0">
                  <a:pos x="csX2" y="csY2"/>
                </a:cxn>
                <a:cxn ang="0">
                  <a:pos x="csX3" y="csY3"/>
                </a:cxn>
                <a:cxn ang="0">
                  <a:pos x="csX4" y="csY4"/>
                </a:cxn>
              </a:cxnLst>
              <a:rect l="l" t="t" r="r" b="b"/>
              <a:pathLst>
                <a:path w="150875" h="150875">
                  <a:moveTo>
                    <a:pt x="150876" y="75438"/>
                  </a:moveTo>
                  <a:cubicBezTo>
                    <a:pt x="150876" y="117101"/>
                    <a:pt x="117101" y="150876"/>
                    <a:pt x="75438" y="150876"/>
                  </a:cubicBezTo>
                  <a:cubicBezTo>
                    <a:pt x="33775" y="150876"/>
                    <a:pt x="0" y="117101"/>
                    <a:pt x="0" y="75438"/>
                  </a:cubicBezTo>
                  <a:cubicBezTo>
                    <a:pt x="0" y="33775"/>
                    <a:pt x="33775" y="0"/>
                    <a:pt x="75438" y="0"/>
                  </a:cubicBezTo>
                  <a:cubicBezTo>
                    <a:pt x="117101" y="0"/>
                    <a:pt x="150876" y="33775"/>
                    <a:pt x="150876" y="75438"/>
                  </a:cubicBezTo>
                  <a:close/>
                </a:path>
              </a:pathLst>
            </a:custGeom>
            <a:solidFill>
              <a:srgbClr val="E06663"/>
            </a:solidFill>
            <a:ln w="9017" cap="rnd">
              <a:solidFill>
                <a:srgbClr val="000000"/>
              </a:solidFill>
              <a:prstDash val="solid"/>
              <a:round/>
            </a:ln>
          </p:spPr>
          <p:txBody>
            <a:bodyPr/>
            <a:lstStyle/>
            <a:p>
              <a:endParaRPr lang="en-US" sz="1701"/>
            </a:p>
          </p:txBody>
        </p:sp>
        <p:sp>
          <p:nvSpPr>
            <p:cNvPr id="5731" name="Freeform 5730">
              <a:extLst>
                <a:ext uri="{FF2B5EF4-FFF2-40B4-BE49-F238E27FC236}">
                  <a16:creationId xmlns:a16="http://schemas.microsoft.com/office/drawing/2014/main" id="{86756786-6218-2179-2268-87E6810597AF}"/>
                </a:ext>
              </a:extLst>
            </p:cNvPr>
            <p:cNvSpPr/>
            <p:nvPr/>
          </p:nvSpPr>
          <p:spPr>
            <a:xfrm>
              <a:off x="3728809" y="1651912"/>
              <a:ext cx="150875" cy="150875"/>
            </a:xfrm>
            <a:custGeom>
              <a:avLst/>
              <a:gdLst>
                <a:gd name="csX0" fmla="*/ 150876 w 150875"/>
                <a:gd name="csY0" fmla="*/ 75438 h 150875"/>
                <a:gd name="csX1" fmla="*/ 75438 w 150875"/>
                <a:gd name="csY1" fmla="*/ 150876 h 150875"/>
                <a:gd name="csX2" fmla="*/ 0 w 150875"/>
                <a:gd name="csY2" fmla="*/ 75438 h 150875"/>
                <a:gd name="csX3" fmla="*/ 75438 w 150875"/>
                <a:gd name="csY3" fmla="*/ 0 h 150875"/>
                <a:gd name="csX4" fmla="*/ 150876 w 150875"/>
                <a:gd name="csY4" fmla="*/ 75438 h 150875"/>
              </a:gdLst>
              <a:ahLst/>
              <a:cxnLst>
                <a:cxn ang="0">
                  <a:pos x="csX0" y="csY0"/>
                </a:cxn>
                <a:cxn ang="0">
                  <a:pos x="csX1" y="csY1"/>
                </a:cxn>
                <a:cxn ang="0">
                  <a:pos x="csX2" y="csY2"/>
                </a:cxn>
                <a:cxn ang="0">
                  <a:pos x="csX3" y="csY3"/>
                </a:cxn>
                <a:cxn ang="0">
                  <a:pos x="csX4" y="csY4"/>
                </a:cxn>
              </a:cxnLst>
              <a:rect l="l" t="t" r="r" b="b"/>
              <a:pathLst>
                <a:path w="150875" h="150875">
                  <a:moveTo>
                    <a:pt x="150876" y="75438"/>
                  </a:moveTo>
                  <a:cubicBezTo>
                    <a:pt x="150876" y="117101"/>
                    <a:pt x="117101" y="150876"/>
                    <a:pt x="75438" y="150876"/>
                  </a:cubicBezTo>
                  <a:cubicBezTo>
                    <a:pt x="33775" y="150876"/>
                    <a:pt x="0" y="117101"/>
                    <a:pt x="0" y="75438"/>
                  </a:cubicBezTo>
                  <a:cubicBezTo>
                    <a:pt x="0" y="33775"/>
                    <a:pt x="33775" y="0"/>
                    <a:pt x="75438" y="0"/>
                  </a:cubicBezTo>
                  <a:cubicBezTo>
                    <a:pt x="117101" y="0"/>
                    <a:pt x="150876" y="33775"/>
                    <a:pt x="150876" y="75438"/>
                  </a:cubicBezTo>
                  <a:close/>
                </a:path>
              </a:pathLst>
            </a:custGeom>
            <a:solidFill>
              <a:srgbClr val="E06663"/>
            </a:solidFill>
            <a:ln w="9017" cap="rnd">
              <a:solidFill>
                <a:srgbClr val="000000"/>
              </a:solidFill>
              <a:prstDash val="solid"/>
              <a:round/>
            </a:ln>
          </p:spPr>
          <p:txBody>
            <a:bodyPr/>
            <a:lstStyle/>
            <a:p>
              <a:endParaRPr lang="en-US" sz="1701"/>
            </a:p>
          </p:txBody>
        </p:sp>
        <p:sp>
          <p:nvSpPr>
            <p:cNvPr id="5732" name="Freeform 5731">
              <a:extLst>
                <a:ext uri="{FF2B5EF4-FFF2-40B4-BE49-F238E27FC236}">
                  <a16:creationId xmlns:a16="http://schemas.microsoft.com/office/drawing/2014/main" id="{C9984379-C9BF-0E87-879A-F0EFCE4468A3}"/>
                </a:ext>
              </a:extLst>
            </p:cNvPr>
            <p:cNvSpPr/>
            <p:nvPr/>
          </p:nvSpPr>
          <p:spPr>
            <a:xfrm>
              <a:off x="4586948" y="1283358"/>
              <a:ext cx="211581" cy="211581"/>
            </a:xfrm>
            <a:custGeom>
              <a:avLst/>
              <a:gdLst>
                <a:gd name="csX0" fmla="*/ 211582 w 211581"/>
                <a:gd name="csY0" fmla="*/ 105791 h 211581"/>
                <a:gd name="csX1" fmla="*/ 105791 w 211581"/>
                <a:gd name="csY1" fmla="*/ 211582 h 211581"/>
                <a:gd name="csX2" fmla="*/ 0 w 211581"/>
                <a:gd name="csY2" fmla="*/ 105791 h 211581"/>
                <a:gd name="csX3" fmla="*/ 105791 w 211581"/>
                <a:gd name="csY3" fmla="*/ 0 h 211581"/>
                <a:gd name="csX4" fmla="*/ 211582 w 211581"/>
                <a:gd name="csY4" fmla="*/ 105791 h 211581"/>
              </a:gdLst>
              <a:ahLst/>
              <a:cxnLst>
                <a:cxn ang="0">
                  <a:pos x="csX0" y="csY0"/>
                </a:cxn>
                <a:cxn ang="0">
                  <a:pos x="csX1" y="csY1"/>
                </a:cxn>
                <a:cxn ang="0">
                  <a:pos x="csX2" y="csY2"/>
                </a:cxn>
                <a:cxn ang="0">
                  <a:pos x="csX3" y="csY3"/>
                </a:cxn>
                <a:cxn ang="0">
                  <a:pos x="csX4" y="csY4"/>
                </a:cxn>
              </a:cxnLst>
              <a:rect l="l" t="t" r="r" b="b"/>
              <a:pathLst>
                <a:path w="211581" h="211581">
                  <a:moveTo>
                    <a:pt x="211582" y="105791"/>
                  </a:moveTo>
                  <a:cubicBezTo>
                    <a:pt x="211582" y="164218"/>
                    <a:pt x="164218" y="211582"/>
                    <a:pt x="105791" y="211582"/>
                  </a:cubicBezTo>
                  <a:cubicBezTo>
                    <a:pt x="47365" y="211582"/>
                    <a:pt x="0" y="164218"/>
                    <a:pt x="0" y="105791"/>
                  </a:cubicBezTo>
                  <a:cubicBezTo>
                    <a:pt x="0" y="47364"/>
                    <a:pt x="47365" y="0"/>
                    <a:pt x="105791" y="0"/>
                  </a:cubicBezTo>
                  <a:cubicBezTo>
                    <a:pt x="164218" y="0"/>
                    <a:pt x="211582" y="47364"/>
                    <a:pt x="211582" y="105791"/>
                  </a:cubicBezTo>
                  <a:close/>
                </a:path>
              </a:pathLst>
            </a:custGeom>
            <a:solidFill>
              <a:srgbClr val="9F7691"/>
            </a:solidFill>
            <a:ln w="9017" cap="rnd">
              <a:solidFill>
                <a:srgbClr val="000000"/>
              </a:solidFill>
              <a:prstDash val="solid"/>
              <a:round/>
            </a:ln>
          </p:spPr>
          <p:txBody>
            <a:bodyPr/>
            <a:lstStyle/>
            <a:p>
              <a:endParaRPr lang="en-US" sz="1701"/>
            </a:p>
          </p:txBody>
        </p:sp>
        <p:sp>
          <p:nvSpPr>
            <p:cNvPr id="5733" name="Freeform 5732">
              <a:extLst>
                <a:ext uri="{FF2B5EF4-FFF2-40B4-BE49-F238E27FC236}">
                  <a16:creationId xmlns:a16="http://schemas.microsoft.com/office/drawing/2014/main" id="{2C1C367C-4AD6-B386-9813-CCECDF7C611F}"/>
                </a:ext>
              </a:extLst>
            </p:cNvPr>
            <p:cNvSpPr/>
            <p:nvPr/>
          </p:nvSpPr>
          <p:spPr>
            <a:xfrm>
              <a:off x="4876000" y="1107082"/>
              <a:ext cx="225805" cy="225806"/>
            </a:xfrm>
            <a:custGeom>
              <a:avLst/>
              <a:gdLst>
                <a:gd name="csX0" fmla="*/ 225806 w 225805"/>
                <a:gd name="csY0" fmla="*/ 112903 h 225806"/>
                <a:gd name="csX1" fmla="*/ 112903 w 225805"/>
                <a:gd name="csY1" fmla="*/ 225806 h 225806"/>
                <a:gd name="csX2" fmla="*/ 0 w 225805"/>
                <a:gd name="csY2" fmla="*/ 112903 h 225806"/>
                <a:gd name="csX3" fmla="*/ 112903 w 225805"/>
                <a:gd name="csY3" fmla="*/ 0 h 225806"/>
                <a:gd name="csX4" fmla="*/ 225806 w 225805"/>
                <a:gd name="csY4" fmla="*/ 112903 h 225806"/>
              </a:gdLst>
              <a:ahLst/>
              <a:cxnLst>
                <a:cxn ang="0">
                  <a:pos x="csX0" y="csY0"/>
                </a:cxn>
                <a:cxn ang="0">
                  <a:pos x="csX1" y="csY1"/>
                </a:cxn>
                <a:cxn ang="0">
                  <a:pos x="csX2" y="csY2"/>
                </a:cxn>
                <a:cxn ang="0">
                  <a:pos x="csX3" y="csY3"/>
                </a:cxn>
                <a:cxn ang="0">
                  <a:pos x="csX4" y="csY4"/>
                </a:cxn>
              </a:cxnLst>
              <a:rect l="l" t="t" r="r" b="b"/>
              <a:pathLst>
                <a:path w="225805" h="225806">
                  <a:moveTo>
                    <a:pt x="225806" y="112903"/>
                  </a:moveTo>
                  <a:cubicBezTo>
                    <a:pt x="225806" y="175258"/>
                    <a:pt x="175258" y="225806"/>
                    <a:pt x="112903" y="225806"/>
                  </a:cubicBezTo>
                  <a:cubicBezTo>
                    <a:pt x="50548" y="225806"/>
                    <a:pt x="0" y="175258"/>
                    <a:pt x="0" y="112903"/>
                  </a:cubicBezTo>
                  <a:cubicBezTo>
                    <a:pt x="0" y="50548"/>
                    <a:pt x="50548" y="0"/>
                    <a:pt x="112903" y="0"/>
                  </a:cubicBezTo>
                  <a:cubicBezTo>
                    <a:pt x="175258" y="0"/>
                    <a:pt x="225806" y="50548"/>
                    <a:pt x="225806" y="112903"/>
                  </a:cubicBezTo>
                  <a:close/>
                </a:path>
              </a:pathLst>
            </a:custGeom>
            <a:solidFill>
              <a:srgbClr val="9D7692"/>
            </a:solidFill>
            <a:ln w="9017" cap="rnd">
              <a:solidFill>
                <a:srgbClr val="000000"/>
              </a:solidFill>
              <a:prstDash val="solid"/>
              <a:round/>
            </a:ln>
          </p:spPr>
          <p:txBody>
            <a:bodyPr/>
            <a:lstStyle/>
            <a:p>
              <a:endParaRPr lang="en-US" sz="1701"/>
            </a:p>
          </p:txBody>
        </p:sp>
        <p:sp>
          <p:nvSpPr>
            <p:cNvPr id="5734" name="Freeform 5733">
              <a:extLst>
                <a:ext uri="{FF2B5EF4-FFF2-40B4-BE49-F238E27FC236}">
                  <a16:creationId xmlns:a16="http://schemas.microsoft.com/office/drawing/2014/main" id="{21DE3819-39D4-D9DA-FA6A-ED77048DC5BC}"/>
                </a:ext>
              </a:extLst>
            </p:cNvPr>
            <p:cNvSpPr/>
            <p:nvPr/>
          </p:nvSpPr>
          <p:spPr>
            <a:xfrm>
              <a:off x="3462871" y="2358667"/>
              <a:ext cx="90424" cy="90424"/>
            </a:xfrm>
            <a:custGeom>
              <a:avLst/>
              <a:gdLst>
                <a:gd name="csX0" fmla="*/ 90424 w 90424"/>
                <a:gd name="csY0" fmla="*/ 45212 h 90424"/>
                <a:gd name="csX1" fmla="*/ 45212 w 90424"/>
                <a:gd name="csY1" fmla="*/ 90424 h 90424"/>
                <a:gd name="csX2" fmla="*/ 0 w 90424"/>
                <a:gd name="csY2" fmla="*/ 45212 h 90424"/>
                <a:gd name="csX3" fmla="*/ 45212 w 90424"/>
                <a:gd name="csY3" fmla="*/ 0 h 90424"/>
                <a:gd name="csX4" fmla="*/ 90424 w 90424"/>
                <a:gd name="csY4" fmla="*/ 45212 h 90424"/>
              </a:gdLst>
              <a:ahLst/>
              <a:cxnLst>
                <a:cxn ang="0">
                  <a:pos x="csX0" y="csY0"/>
                </a:cxn>
                <a:cxn ang="0">
                  <a:pos x="csX1" y="csY1"/>
                </a:cxn>
                <a:cxn ang="0">
                  <a:pos x="csX2" y="csY2"/>
                </a:cxn>
                <a:cxn ang="0">
                  <a:pos x="csX3" y="csY3"/>
                </a:cxn>
                <a:cxn ang="0">
                  <a:pos x="csX4" y="csY4"/>
                </a:cxn>
              </a:cxnLst>
              <a:rect l="l" t="t" r="r" b="b"/>
              <a:pathLst>
                <a:path w="90424" h="90424">
                  <a:moveTo>
                    <a:pt x="90424" y="45212"/>
                  </a:moveTo>
                  <a:cubicBezTo>
                    <a:pt x="90424" y="70182"/>
                    <a:pt x="70182" y="90424"/>
                    <a:pt x="45212" y="90424"/>
                  </a:cubicBezTo>
                  <a:cubicBezTo>
                    <a:pt x="20242" y="90424"/>
                    <a:pt x="0" y="70182"/>
                    <a:pt x="0" y="45212"/>
                  </a:cubicBezTo>
                  <a:cubicBezTo>
                    <a:pt x="0" y="20242"/>
                    <a:pt x="20242" y="0"/>
                    <a:pt x="45212" y="0"/>
                  </a:cubicBezTo>
                  <a:cubicBezTo>
                    <a:pt x="70182" y="0"/>
                    <a:pt x="90424" y="20242"/>
                    <a:pt x="90424" y="45212"/>
                  </a:cubicBezTo>
                  <a:close/>
                </a:path>
              </a:pathLst>
            </a:custGeom>
            <a:solidFill>
              <a:srgbClr val="977795"/>
            </a:solidFill>
            <a:ln w="9017" cap="rnd">
              <a:solidFill>
                <a:srgbClr val="000000"/>
              </a:solidFill>
              <a:prstDash val="solid"/>
              <a:round/>
            </a:ln>
          </p:spPr>
          <p:txBody>
            <a:bodyPr/>
            <a:lstStyle/>
            <a:p>
              <a:endParaRPr lang="en-US" sz="1701"/>
            </a:p>
          </p:txBody>
        </p:sp>
        <p:sp>
          <p:nvSpPr>
            <p:cNvPr id="5735" name="Freeform 5734">
              <a:extLst>
                <a:ext uri="{FF2B5EF4-FFF2-40B4-BE49-F238E27FC236}">
                  <a16:creationId xmlns:a16="http://schemas.microsoft.com/office/drawing/2014/main" id="{A022B4ED-0613-8E53-928F-E2996E4E7A22}"/>
                </a:ext>
              </a:extLst>
            </p:cNvPr>
            <p:cNvSpPr/>
            <p:nvPr/>
          </p:nvSpPr>
          <p:spPr>
            <a:xfrm>
              <a:off x="3462871" y="2527831"/>
              <a:ext cx="90424" cy="90424"/>
            </a:xfrm>
            <a:custGeom>
              <a:avLst/>
              <a:gdLst>
                <a:gd name="csX0" fmla="*/ 90424 w 90424"/>
                <a:gd name="csY0" fmla="*/ 45212 h 90424"/>
                <a:gd name="csX1" fmla="*/ 45212 w 90424"/>
                <a:gd name="csY1" fmla="*/ 90424 h 90424"/>
                <a:gd name="csX2" fmla="*/ 0 w 90424"/>
                <a:gd name="csY2" fmla="*/ 45212 h 90424"/>
                <a:gd name="csX3" fmla="*/ 45212 w 90424"/>
                <a:gd name="csY3" fmla="*/ 0 h 90424"/>
                <a:gd name="csX4" fmla="*/ 90424 w 90424"/>
                <a:gd name="csY4" fmla="*/ 45212 h 90424"/>
              </a:gdLst>
              <a:ahLst/>
              <a:cxnLst>
                <a:cxn ang="0">
                  <a:pos x="csX0" y="csY0"/>
                </a:cxn>
                <a:cxn ang="0">
                  <a:pos x="csX1" y="csY1"/>
                </a:cxn>
                <a:cxn ang="0">
                  <a:pos x="csX2" y="csY2"/>
                </a:cxn>
                <a:cxn ang="0">
                  <a:pos x="csX3" y="csY3"/>
                </a:cxn>
                <a:cxn ang="0">
                  <a:pos x="csX4" y="csY4"/>
                </a:cxn>
              </a:cxnLst>
              <a:rect l="l" t="t" r="r" b="b"/>
              <a:pathLst>
                <a:path w="90424" h="90424">
                  <a:moveTo>
                    <a:pt x="90424" y="45212"/>
                  </a:moveTo>
                  <a:cubicBezTo>
                    <a:pt x="90424" y="70182"/>
                    <a:pt x="70182" y="90424"/>
                    <a:pt x="45212" y="90424"/>
                  </a:cubicBezTo>
                  <a:cubicBezTo>
                    <a:pt x="20242" y="90424"/>
                    <a:pt x="0" y="70182"/>
                    <a:pt x="0" y="45212"/>
                  </a:cubicBezTo>
                  <a:cubicBezTo>
                    <a:pt x="0" y="20242"/>
                    <a:pt x="20242" y="0"/>
                    <a:pt x="45212" y="0"/>
                  </a:cubicBezTo>
                  <a:cubicBezTo>
                    <a:pt x="70182" y="0"/>
                    <a:pt x="90424" y="20242"/>
                    <a:pt x="90424" y="45212"/>
                  </a:cubicBezTo>
                  <a:close/>
                </a:path>
              </a:pathLst>
            </a:custGeom>
            <a:solidFill>
              <a:srgbClr val="7E7AA2"/>
            </a:solidFill>
            <a:ln w="9017" cap="rnd">
              <a:solidFill>
                <a:srgbClr val="000000"/>
              </a:solidFill>
              <a:prstDash val="solid"/>
              <a:round/>
            </a:ln>
          </p:spPr>
          <p:txBody>
            <a:bodyPr/>
            <a:lstStyle/>
            <a:p>
              <a:endParaRPr lang="en-US" sz="1701"/>
            </a:p>
          </p:txBody>
        </p:sp>
        <p:sp>
          <p:nvSpPr>
            <p:cNvPr id="5736" name="Freeform 5735">
              <a:extLst>
                <a:ext uri="{FF2B5EF4-FFF2-40B4-BE49-F238E27FC236}">
                  <a16:creationId xmlns:a16="http://schemas.microsoft.com/office/drawing/2014/main" id="{94894295-B7EA-95F9-2052-B00F830A6232}"/>
                </a:ext>
              </a:extLst>
            </p:cNvPr>
            <p:cNvSpPr/>
            <p:nvPr/>
          </p:nvSpPr>
          <p:spPr>
            <a:xfrm>
              <a:off x="3728809" y="1821076"/>
              <a:ext cx="150875" cy="150875"/>
            </a:xfrm>
            <a:custGeom>
              <a:avLst/>
              <a:gdLst>
                <a:gd name="csX0" fmla="*/ 150876 w 150875"/>
                <a:gd name="csY0" fmla="*/ 75438 h 150875"/>
                <a:gd name="csX1" fmla="*/ 75438 w 150875"/>
                <a:gd name="csY1" fmla="*/ 150876 h 150875"/>
                <a:gd name="csX2" fmla="*/ 0 w 150875"/>
                <a:gd name="csY2" fmla="*/ 75438 h 150875"/>
                <a:gd name="csX3" fmla="*/ 75438 w 150875"/>
                <a:gd name="csY3" fmla="*/ 0 h 150875"/>
                <a:gd name="csX4" fmla="*/ 150876 w 150875"/>
                <a:gd name="csY4" fmla="*/ 75438 h 150875"/>
              </a:gdLst>
              <a:ahLst/>
              <a:cxnLst>
                <a:cxn ang="0">
                  <a:pos x="csX0" y="csY0"/>
                </a:cxn>
                <a:cxn ang="0">
                  <a:pos x="csX1" y="csY1"/>
                </a:cxn>
                <a:cxn ang="0">
                  <a:pos x="csX2" y="csY2"/>
                </a:cxn>
                <a:cxn ang="0">
                  <a:pos x="csX3" y="csY3"/>
                </a:cxn>
                <a:cxn ang="0">
                  <a:pos x="csX4" y="csY4"/>
                </a:cxn>
              </a:cxnLst>
              <a:rect l="l" t="t" r="r" b="b"/>
              <a:pathLst>
                <a:path w="150875" h="150875">
                  <a:moveTo>
                    <a:pt x="150876" y="75438"/>
                  </a:moveTo>
                  <a:cubicBezTo>
                    <a:pt x="150876" y="117101"/>
                    <a:pt x="117101" y="150876"/>
                    <a:pt x="75438" y="150876"/>
                  </a:cubicBezTo>
                  <a:cubicBezTo>
                    <a:pt x="33775" y="150876"/>
                    <a:pt x="0" y="117101"/>
                    <a:pt x="0" y="75438"/>
                  </a:cubicBezTo>
                  <a:cubicBezTo>
                    <a:pt x="0" y="33775"/>
                    <a:pt x="33775" y="0"/>
                    <a:pt x="75438" y="0"/>
                  </a:cubicBezTo>
                  <a:cubicBezTo>
                    <a:pt x="117101" y="0"/>
                    <a:pt x="150876" y="33775"/>
                    <a:pt x="150876" y="75438"/>
                  </a:cubicBezTo>
                  <a:close/>
                </a:path>
              </a:pathLst>
            </a:custGeom>
            <a:solidFill>
              <a:srgbClr val="327EBA"/>
            </a:solidFill>
            <a:ln w="9017" cap="rnd">
              <a:solidFill>
                <a:srgbClr val="000000"/>
              </a:solidFill>
              <a:prstDash val="solid"/>
              <a:round/>
            </a:ln>
          </p:spPr>
          <p:txBody>
            <a:bodyPr/>
            <a:lstStyle/>
            <a:p>
              <a:endParaRPr lang="en-US" sz="1701"/>
            </a:p>
          </p:txBody>
        </p:sp>
        <p:sp>
          <p:nvSpPr>
            <p:cNvPr id="5737" name="Freeform 5736">
              <a:extLst>
                <a:ext uri="{FF2B5EF4-FFF2-40B4-BE49-F238E27FC236}">
                  <a16:creationId xmlns:a16="http://schemas.microsoft.com/office/drawing/2014/main" id="{B5D5EE48-196A-086F-789E-B9A5C1077389}"/>
                </a:ext>
              </a:extLst>
            </p:cNvPr>
            <p:cNvSpPr/>
            <p:nvPr/>
          </p:nvSpPr>
          <p:spPr>
            <a:xfrm>
              <a:off x="3462871" y="2696995"/>
              <a:ext cx="90424" cy="90424"/>
            </a:xfrm>
            <a:custGeom>
              <a:avLst/>
              <a:gdLst>
                <a:gd name="csX0" fmla="*/ 90424 w 90424"/>
                <a:gd name="csY0" fmla="*/ 45212 h 90424"/>
                <a:gd name="csX1" fmla="*/ 45212 w 90424"/>
                <a:gd name="csY1" fmla="*/ 90424 h 90424"/>
                <a:gd name="csX2" fmla="*/ 0 w 90424"/>
                <a:gd name="csY2" fmla="*/ 45212 h 90424"/>
                <a:gd name="csX3" fmla="*/ 45212 w 90424"/>
                <a:gd name="csY3" fmla="*/ 0 h 90424"/>
                <a:gd name="csX4" fmla="*/ 90424 w 90424"/>
                <a:gd name="csY4" fmla="*/ 45212 h 90424"/>
              </a:gdLst>
              <a:ahLst/>
              <a:cxnLst>
                <a:cxn ang="0">
                  <a:pos x="csX0" y="csY0"/>
                </a:cxn>
                <a:cxn ang="0">
                  <a:pos x="csX1" y="csY1"/>
                </a:cxn>
                <a:cxn ang="0">
                  <a:pos x="csX2" y="csY2"/>
                </a:cxn>
                <a:cxn ang="0">
                  <a:pos x="csX3" y="csY3"/>
                </a:cxn>
                <a:cxn ang="0">
                  <a:pos x="csX4" y="csY4"/>
                </a:cxn>
              </a:cxnLst>
              <a:rect l="l" t="t" r="r" b="b"/>
              <a:pathLst>
                <a:path w="90424" h="90424">
                  <a:moveTo>
                    <a:pt x="90424" y="45212"/>
                  </a:moveTo>
                  <a:cubicBezTo>
                    <a:pt x="90424" y="70182"/>
                    <a:pt x="70182" y="90424"/>
                    <a:pt x="45212" y="90424"/>
                  </a:cubicBezTo>
                  <a:cubicBezTo>
                    <a:pt x="20242" y="90424"/>
                    <a:pt x="0" y="70182"/>
                    <a:pt x="0" y="45212"/>
                  </a:cubicBezTo>
                  <a:cubicBezTo>
                    <a:pt x="0" y="20242"/>
                    <a:pt x="20242" y="0"/>
                    <a:pt x="45212" y="0"/>
                  </a:cubicBezTo>
                  <a:cubicBezTo>
                    <a:pt x="70182" y="0"/>
                    <a:pt x="90424" y="20242"/>
                    <a:pt x="90424" y="45212"/>
                  </a:cubicBezTo>
                  <a:close/>
                </a:path>
              </a:pathLst>
            </a:custGeom>
            <a:solidFill>
              <a:srgbClr val="327EBA"/>
            </a:solidFill>
            <a:ln w="9017" cap="rnd">
              <a:solidFill>
                <a:srgbClr val="000000"/>
              </a:solidFill>
              <a:prstDash val="solid"/>
              <a:round/>
            </a:ln>
          </p:spPr>
          <p:txBody>
            <a:bodyPr/>
            <a:lstStyle/>
            <a:p>
              <a:endParaRPr lang="en-US" sz="1701"/>
            </a:p>
          </p:txBody>
        </p:sp>
        <p:sp>
          <p:nvSpPr>
            <p:cNvPr id="5738" name="Freeform 5737">
              <a:extLst>
                <a:ext uri="{FF2B5EF4-FFF2-40B4-BE49-F238E27FC236}">
                  <a16:creationId xmlns:a16="http://schemas.microsoft.com/office/drawing/2014/main" id="{310184C5-697D-6FAF-12C2-D7E04A81440C}"/>
                </a:ext>
              </a:extLst>
            </p:cNvPr>
            <p:cNvSpPr/>
            <p:nvPr/>
          </p:nvSpPr>
          <p:spPr>
            <a:xfrm>
              <a:off x="3728809" y="1990240"/>
              <a:ext cx="150875" cy="150875"/>
            </a:xfrm>
            <a:custGeom>
              <a:avLst/>
              <a:gdLst>
                <a:gd name="csX0" fmla="*/ 150876 w 150875"/>
                <a:gd name="csY0" fmla="*/ 75438 h 150875"/>
                <a:gd name="csX1" fmla="*/ 75438 w 150875"/>
                <a:gd name="csY1" fmla="*/ 150876 h 150875"/>
                <a:gd name="csX2" fmla="*/ 0 w 150875"/>
                <a:gd name="csY2" fmla="*/ 75438 h 150875"/>
                <a:gd name="csX3" fmla="*/ 75438 w 150875"/>
                <a:gd name="csY3" fmla="*/ 0 h 150875"/>
                <a:gd name="csX4" fmla="*/ 150876 w 150875"/>
                <a:gd name="csY4" fmla="*/ 75438 h 150875"/>
              </a:gdLst>
              <a:ahLst/>
              <a:cxnLst>
                <a:cxn ang="0">
                  <a:pos x="csX0" y="csY0"/>
                </a:cxn>
                <a:cxn ang="0">
                  <a:pos x="csX1" y="csY1"/>
                </a:cxn>
                <a:cxn ang="0">
                  <a:pos x="csX2" y="csY2"/>
                </a:cxn>
                <a:cxn ang="0">
                  <a:pos x="csX3" y="csY3"/>
                </a:cxn>
                <a:cxn ang="0">
                  <a:pos x="csX4" y="csY4"/>
                </a:cxn>
              </a:cxnLst>
              <a:rect l="l" t="t" r="r" b="b"/>
              <a:pathLst>
                <a:path w="150875" h="150875">
                  <a:moveTo>
                    <a:pt x="150876" y="75438"/>
                  </a:moveTo>
                  <a:cubicBezTo>
                    <a:pt x="150876" y="117101"/>
                    <a:pt x="117101" y="150876"/>
                    <a:pt x="75438" y="150876"/>
                  </a:cubicBezTo>
                  <a:cubicBezTo>
                    <a:pt x="33775" y="150876"/>
                    <a:pt x="0" y="117101"/>
                    <a:pt x="0" y="75438"/>
                  </a:cubicBezTo>
                  <a:cubicBezTo>
                    <a:pt x="0" y="33775"/>
                    <a:pt x="33775" y="0"/>
                    <a:pt x="75438" y="0"/>
                  </a:cubicBezTo>
                  <a:cubicBezTo>
                    <a:pt x="117101" y="0"/>
                    <a:pt x="150876" y="33775"/>
                    <a:pt x="150876" y="75438"/>
                  </a:cubicBezTo>
                  <a:close/>
                </a:path>
              </a:pathLst>
            </a:custGeom>
            <a:solidFill>
              <a:srgbClr val="327EBA"/>
            </a:solidFill>
            <a:ln w="9017" cap="rnd">
              <a:solidFill>
                <a:srgbClr val="000000"/>
              </a:solidFill>
              <a:prstDash val="solid"/>
              <a:round/>
            </a:ln>
          </p:spPr>
          <p:txBody>
            <a:bodyPr/>
            <a:lstStyle/>
            <a:p>
              <a:endParaRPr lang="en-US" sz="1701"/>
            </a:p>
          </p:txBody>
        </p:sp>
        <p:sp>
          <p:nvSpPr>
            <p:cNvPr id="5739" name="Freeform 5738">
              <a:extLst>
                <a:ext uri="{FF2B5EF4-FFF2-40B4-BE49-F238E27FC236}">
                  <a16:creationId xmlns:a16="http://schemas.microsoft.com/office/drawing/2014/main" id="{4EB49811-284A-A54F-FA7A-ACC6BBB5EE60}"/>
                </a:ext>
              </a:extLst>
            </p:cNvPr>
            <p:cNvSpPr/>
            <p:nvPr/>
          </p:nvSpPr>
          <p:spPr>
            <a:xfrm>
              <a:off x="3728809" y="2159277"/>
              <a:ext cx="150875" cy="150875"/>
            </a:xfrm>
            <a:custGeom>
              <a:avLst/>
              <a:gdLst>
                <a:gd name="csX0" fmla="*/ 150876 w 150875"/>
                <a:gd name="csY0" fmla="*/ 75438 h 150875"/>
                <a:gd name="csX1" fmla="*/ 75438 w 150875"/>
                <a:gd name="csY1" fmla="*/ 150876 h 150875"/>
                <a:gd name="csX2" fmla="*/ 0 w 150875"/>
                <a:gd name="csY2" fmla="*/ 75438 h 150875"/>
                <a:gd name="csX3" fmla="*/ 75438 w 150875"/>
                <a:gd name="csY3" fmla="*/ 0 h 150875"/>
                <a:gd name="csX4" fmla="*/ 150876 w 150875"/>
                <a:gd name="csY4" fmla="*/ 75438 h 150875"/>
              </a:gdLst>
              <a:ahLst/>
              <a:cxnLst>
                <a:cxn ang="0">
                  <a:pos x="csX0" y="csY0"/>
                </a:cxn>
                <a:cxn ang="0">
                  <a:pos x="csX1" y="csY1"/>
                </a:cxn>
                <a:cxn ang="0">
                  <a:pos x="csX2" y="csY2"/>
                </a:cxn>
                <a:cxn ang="0">
                  <a:pos x="csX3" y="csY3"/>
                </a:cxn>
                <a:cxn ang="0">
                  <a:pos x="csX4" y="csY4"/>
                </a:cxn>
              </a:cxnLst>
              <a:rect l="l" t="t" r="r" b="b"/>
              <a:pathLst>
                <a:path w="150875" h="150875">
                  <a:moveTo>
                    <a:pt x="150876" y="75438"/>
                  </a:moveTo>
                  <a:cubicBezTo>
                    <a:pt x="150876" y="117101"/>
                    <a:pt x="117101" y="150876"/>
                    <a:pt x="75438" y="150876"/>
                  </a:cubicBezTo>
                  <a:cubicBezTo>
                    <a:pt x="33775" y="150876"/>
                    <a:pt x="0" y="117101"/>
                    <a:pt x="0" y="75438"/>
                  </a:cubicBezTo>
                  <a:cubicBezTo>
                    <a:pt x="0" y="33775"/>
                    <a:pt x="33775" y="0"/>
                    <a:pt x="75438" y="0"/>
                  </a:cubicBezTo>
                  <a:cubicBezTo>
                    <a:pt x="117101" y="0"/>
                    <a:pt x="150876" y="33775"/>
                    <a:pt x="150876" y="75438"/>
                  </a:cubicBezTo>
                  <a:close/>
                </a:path>
              </a:pathLst>
            </a:custGeom>
            <a:solidFill>
              <a:srgbClr val="327EBA"/>
            </a:solidFill>
            <a:ln w="9017" cap="rnd">
              <a:solidFill>
                <a:srgbClr val="000000"/>
              </a:solidFill>
              <a:prstDash val="solid"/>
              <a:round/>
            </a:ln>
          </p:spPr>
          <p:txBody>
            <a:bodyPr/>
            <a:lstStyle/>
            <a:p>
              <a:endParaRPr lang="en-US" sz="1701"/>
            </a:p>
          </p:txBody>
        </p:sp>
        <p:sp>
          <p:nvSpPr>
            <p:cNvPr id="5740" name="Freeform 5739">
              <a:extLst>
                <a:ext uri="{FF2B5EF4-FFF2-40B4-BE49-F238E27FC236}">
                  <a16:creationId xmlns:a16="http://schemas.microsoft.com/office/drawing/2014/main" id="{E29D12E1-5A0B-DD6D-D0D5-E46ED4313BB4}"/>
                </a:ext>
              </a:extLst>
            </p:cNvPr>
            <p:cNvSpPr/>
            <p:nvPr/>
          </p:nvSpPr>
          <p:spPr>
            <a:xfrm>
              <a:off x="3434042" y="1092096"/>
              <a:ext cx="1693290" cy="1751584"/>
            </a:xfrm>
            <a:custGeom>
              <a:avLst/>
              <a:gdLst>
                <a:gd name="csX0" fmla="*/ 0 w 1628902"/>
                <a:gd name="csY0" fmla="*/ 0 h 1725168"/>
                <a:gd name="csX1" fmla="*/ 1628902 w 1628902"/>
                <a:gd name="csY1" fmla="*/ 0 h 1725168"/>
                <a:gd name="csX2" fmla="*/ 1628902 w 1628902"/>
                <a:gd name="csY2" fmla="*/ 1725168 h 1725168"/>
                <a:gd name="csX3" fmla="*/ 0 w 1628902"/>
                <a:gd name="csY3" fmla="*/ 1725168 h 1725168"/>
              </a:gdLst>
              <a:ahLst/>
              <a:cxnLst>
                <a:cxn ang="0">
                  <a:pos x="csX0" y="csY0"/>
                </a:cxn>
                <a:cxn ang="0">
                  <a:pos x="csX1" y="csY1"/>
                </a:cxn>
                <a:cxn ang="0">
                  <a:pos x="csX2" y="csY2"/>
                </a:cxn>
                <a:cxn ang="0">
                  <a:pos x="csX3" y="csY3"/>
                </a:cxn>
              </a:cxnLst>
              <a:rect l="l" t="t" r="r" b="b"/>
              <a:pathLst>
                <a:path w="1628902" h="1725168">
                  <a:moveTo>
                    <a:pt x="0" y="0"/>
                  </a:moveTo>
                  <a:lnTo>
                    <a:pt x="1628902" y="0"/>
                  </a:lnTo>
                  <a:lnTo>
                    <a:pt x="1628902" y="1725168"/>
                  </a:lnTo>
                  <a:lnTo>
                    <a:pt x="0" y="1725168"/>
                  </a:lnTo>
                  <a:close/>
                </a:path>
              </a:pathLst>
            </a:custGeom>
            <a:noFill/>
            <a:ln w="13589" cap="rnd">
              <a:solidFill>
                <a:srgbClr val="333333"/>
              </a:solidFill>
              <a:prstDash val="solid"/>
              <a:round/>
            </a:ln>
          </p:spPr>
          <p:txBody>
            <a:bodyPr/>
            <a:lstStyle/>
            <a:p>
              <a:endParaRPr lang="en-US" sz="1701"/>
            </a:p>
          </p:txBody>
        </p:sp>
        <p:sp>
          <p:nvSpPr>
            <p:cNvPr id="5741" name="Freeform 5740">
              <a:extLst>
                <a:ext uri="{FF2B5EF4-FFF2-40B4-BE49-F238E27FC236}">
                  <a16:creationId xmlns:a16="http://schemas.microsoft.com/office/drawing/2014/main" id="{320137DA-F219-36A8-40F6-8FAEF739AA23}"/>
                </a:ext>
              </a:extLst>
            </p:cNvPr>
            <p:cNvSpPr/>
            <p:nvPr/>
          </p:nvSpPr>
          <p:spPr>
            <a:xfrm>
              <a:off x="3399243" y="2742206"/>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42" name="Freeform 5741">
              <a:extLst>
                <a:ext uri="{FF2B5EF4-FFF2-40B4-BE49-F238E27FC236}">
                  <a16:creationId xmlns:a16="http://schemas.microsoft.com/office/drawing/2014/main" id="{592069E4-25D8-5D22-D5A4-92CA29CFF4AE}"/>
                </a:ext>
              </a:extLst>
            </p:cNvPr>
            <p:cNvSpPr/>
            <p:nvPr/>
          </p:nvSpPr>
          <p:spPr>
            <a:xfrm>
              <a:off x="3399243" y="257304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43" name="Freeform 5742">
              <a:extLst>
                <a:ext uri="{FF2B5EF4-FFF2-40B4-BE49-F238E27FC236}">
                  <a16:creationId xmlns:a16="http://schemas.microsoft.com/office/drawing/2014/main" id="{70F9DCAB-8A5B-F490-769B-34EA29800560}"/>
                </a:ext>
              </a:extLst>
            </p:cNvPr>
            <p:cNvSpPr/>
            <p:nvPr/>
          </p:nvSpPr>
          <p:spPr>
            <a:xfrm>
              <a:off x="3399243" y="240387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44" name="Freeform 5743">
              <a:extLst>
                <a:ext uri="{FF2B5EF4-FFF2-40B4-BE49-F238E27FC236}">
                  <a16:creationId xmlns:a16="http://schemas.microsoft.com/office/drawing/2014/main" id="{51F0EBD5-01D9-AC8D-D63C-6A1DECBD4280}"/>
                </a:ext>
              </a:extLst>
            </p:cNvPr>
            <p:cNvSpPr/>
            <p:nvPr/>
          </p:nvSpPr>
          <p:spPr>
            <a:xfrm>
              <a:off x="3399243" y="223471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45" name="Freeform 5744">
              <a:extLst>
                <a:ext uri="{FF2B5EF4-FFF2-40B4-BE49-F238E27FC236}">
                  <a16:creationId xmlns:a16="http://schemas.microsoft.com/office/drawing/2014/main" id="{AB78BD7E-D4CB-A575-6279-437F0F9E96A9}"/>
                </a:ext>
              </a:extLst>
            </p:cNvPr>
            <p:cNvSpPr/>
            <p:nvPr/>
          </p:nvSpPr>
          <p:spPr>
            <a:xfrm>
              <a:off x="3399243" y="206567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46" name="Freeform 5745">
              <a:extLst>
                <a:ext uri="{FF2B5EF4-FFF2-40B4-BE49-F238E27FC236}">
                  <a16:creationId xmlns:a16="http://schemas.microsoft.com/office/drawing/2014/main" id="{D5C36695-58F0-E22D-1506-C5AB80D25891}"/>
                </a:ext>
              </a:extLst>
            </p:cNvPr>
            <p:cNvSpPr/>
            <p:nvPr/>
          </p:nvSpPr>
          <p:spPr>
            <a:xfrm>
              <a:off x="3399243" y="189651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47" name="Freeform 5746">
              <a:extLst>
                <a:ext uri="{FF2B5EF4-FFF2-40B4-BE49-F238E27FC236}">
                  <a16:creationId xmlns:a16="http://schemas.microsoft.com/office/drawing/2014/main" id="{E0A507DD-0583-D405-9A3D-2B034BBB3519}"/>
                </a:ext>
              </a:extLst>
            </p:cNvPr>
            <p:cNvSpPr/>
            <p:nvPr/>
          </p:nvSpPr>
          <p:spPr>
            <a:xfrm>
              <a:off x="3399243" y="172735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48" name="Freeform 5747">
              <a:extLst>
                <a:ext uri="{FF2B5EF4-FFF2-40B4-BE49-F238E27FC236}">
                  <a16:creationId xmlns:a16="http://schemas.microsoft.com/office/drawing/2014/main" id="{168A469C-28A0-B45B-5956-8238B8738B5B}"/>
                </a:ext>
              </a:extLst>
            </p:cNvPr>
            <p:cNvSpPr/>
            <p:nvPr/>
          </p:nvSpPr>
          <p:spPr>
            <a:xfrm>
              <a:off x="3399243" y="155818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49" name="Freeform 5748">
              <a:extLst>
                <a:ext uri="{FF2B5EF4-FFF2-40B4-BE49-F238E27FC236}">
                  <a16:creationId xmlns:a16="http://schemas.microsoft.com/office/drawing/2014/main" id="{2C38E929-959E-9C7B-6606-CBCFFDB73342}"/>
                </a:ext>
              </a:extLst>
            </p:cNvPr>
            <p:cNvSpPr/>
            <p:nvPr/>
          </p:nvSpPr>
          <p:spPr>
            <a:xfrm>
              <a:off x="3399243" y="138914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50" name="Freeform 5749">
              <a:extLst>
                <a:ext uri="{FF2B5EF4-FFF2-40B4-BE49-F238E27FC236}">
                  <a16:creationId xmlns:a16="http://schemas.microsoft.com/office/drawing/2014/main" id="{27C36225-962D-AE6D-C6C2-4B5B69D14CEF}"/>
                </a:ext>
              </a:extLst>
            </p:cNvPr>
            <p:cNvSpPr/>
            <p:nvPr/>
          </p:nvSpPr>
          <p:spPr>
            <a:xfrm>
              <a:off x="3399243" y="121998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333333"/>
              </a:solidFill>
              <a:prstDash val="solid"/>
              <a:round/>
            </a:ln>
          </p:spPr>
          <p:txBody>
            <a:bodyPr/>
            <a:lstStyle/>
            <a:p>
              <a:endParaRPr lang="en-US" sz="1701"/>
            </a:p>
          </p:txBody>
        </p:sp>
        <p:sp>
          <p:nvSpPr>
            <p:cNvPr id="5751" name="Freeform 5750">
              <a:extLst>
                <a:ext uri="{FF2B5EF4-FFF2-40B4-BE49-F238E27FC236}">
                  <a16:creationId xmlns:a16="http://schemas.microsoft.com/office/drawing/2014/main" id="{FA5067C9-87E6-A210-6985-114C885EF3F4}"/>
                </a:ext>
              </a:extLst>
            </p:cNvPr>
            <p:cNvSpPr/>
            <p:nvPr/>
          </p:nvSpPr>
          <p:spPr>
            <a:xfrm>
              <a:off x="3463759" y="284368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333333"/>
              </a:solidFill>
              <a:prstDash val="solid"/>
              <a:round/>
            </a:ln>
          </p:spPr>
          <p:txBody>
            <a:bodyPr/>
            <a:lstStyle/>
            <a:p>
              <a:endParaRPr lang="en-US" sz="1701"/>
            </a:p>
          </p:txBody>
        </p:sp>
        <p:sp>
          <p:nvSpPr>
            <p:cNvPr id="5752" name="Freeform 5751">
              <a:extLst>
                <a:ext uri="{FF2B5EF4-FFF2-40B4-BE49-F238E27FC236}">
                  <a16:creationId xmlns:a16="http://schemas.microsoft.com/office/drawing/2014/main" id="{58C41E7D-5324-9EAB-3B23-49DCDDB67644}"/>
                </a:ext>
              </a:extLst>
            </p:cNvPr>
            <p:cNvSpPr/>
            <p:nvPr/>
          </p:nvSpPr>
          <p:spPr>
            <a:xfrm>
              <a:off x="4011637" y="284368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333333"/>
              </a:solidFill>
              <a:prstDash val="solid"/>
              <a:round/>
            </a:ln>
          </p:spPr>
          <p:txBody>
            <a:bodyPr/>
            <a:lstStyle/>
            <a:p>
              <a:endParaRPr lang="en-US" sz="1701"/>
            </a:p>
          </p:txBody>
        </p:sp>
        <p:sp>
          <p:nvSpPr>
            <p:cNvPr id="5753" name="Freeform 5752">
              <a:extLst>
                <a:ext uri="{FF2B5EF4-FFF2-40B4-BE49-F238E27FC236}">
                  <a16:creationId xmlns:a16="http://schemas.microsoft.com/office/drawing/2014/main" id="{FD2392D2-9A87-5C72-EE2C-714CE32DF36C}"/>
                </a:ext>
              </a:extLst>
            </p:cNvPr>
            <p:cNvSpPr/>
            <p:nvPr/>
          </p:nvSpPr>
          <p:spPr>
            <a:xfrm>
              <a:off x="4559515" y="284368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333333"/>
              </a:solidFill>
              <a:prstDash val="solid"/>
              <a:round/>
            </a:ln>
          </p:spPr>
          <p:txBody>
            <a:bodyPr/>
            <a:lstStyle/>
            <a:p>
              <a:endParaRPr lang="en-US" sz="1701"/>
            </a:p>
          </p:txBody>
        </p:sp>
        <p:sp>
          <p:nvSpPr>
            <p:cNvPr id="5754" name="TextBox 5753">
              <a:extLst>
                <a:ext uri="{FF2B5EF4-FFF2-40B4-BE49-F238E27FC236}">
                  <a16:creationId xmlns:a16="http://schemas.microsoft.com/office/drawing/2014/main" id="{1DCE59EB-96F2-D989-A7CF-1E60BED8001F}"/>
                </a:ext>
              </a:extLst>
            </p:cNvPr>
            <p:cNvSpPr txBox="1"/>
            <p:nvPr/>
          </p:nvSpPr>
          <p:spPr>
            <a:xfrm>
              <a:off x="3253227" y="2831700"/>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	.05</a:t>
              </a:r>
            </a:p>
          </p:txBody>
        </p:sp>
        <p:sp>
          <p:nvSpPr>
            <p:cNvPr id="5755" name="TextBox 5754">
              <a:extLst>
                <a:ext uri="{FF2B5EF4-FFF2-40B4-BE49-F238E27FC236}">
                  <a16:creationId xmlns:a16="http://schemas.microsoft.com/office/drawing/2014/main" id="{7F4A6DFD-960C-2656-EFE0-97847A1EBE3E}"/>
                </a:ext>
              </a:extLst>
            </p:cNvPr>
            <p:cNvSpPr txBox="1"/>
            <p:nvPr/>
          </p:nvSpPr>
          <p:spPr>
            <a:xfrm>
              <a:off x="3801105" y="2831700"/>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0.10</a:t>
              </a:r>
            </a:p>
          </p:txBody>
        </p:sp>
        <p:sp>
          <p:nvSpPr>
            <p:cNvPr id="5756" name="TextBox 5755">
              <a:extLst>
                <a:ext uri="{FF2B5EF4-FFF2-40B4-BE49-F238E27FC236}">
                  <a16:creationId xmlns:a16="http://schemas.microsoft.com/office/drawing/2014/main" id="{D2F92975-0581-6C7B-8C5C-80DEE955DD9D}"/>
                </a:ext>
              </a:extLst>
            </p:cNvPr>
            <p:cNvSpPr txBox="1"/>
            <p:nvPr/>
          </p:nvSpPr>
          <p:spPr>
            <a:xfrm>
              <a:off x="4348984" y="2831700"/>
              <a:ext cx="421063" cy="236148"/>
            </a:xfrm>
            <a:prstGeom prst="rect">
              <a:avLst/>
            </a:prstGeom>
            <a:noFill/>
          </p:spPr>
          <p:txBody>
            <a:bodyPr wrap="none" rtlCol="0">
              <a:spAutoFit/>
            </a:bodyPr>
            <a:lstStyle/>
            <a:p>
              <a:pPr algn="ctr"/>
              <a:r>
                <a:rPr lang="en-US" sz="850">
                  <a:ln/>
                  <a:solidFill>
                    <a:srgbClr val="000000"/>
                  </a:solidFill>
                  <a:latin typeface="Arial"/>
                  <a:cs typeface="Arial"/>
                  <a:sym typeface="Arial"/>
                  <a:rtl val="0"/>
                </a:rPr>
                <a:t>0.15</a:t>
              </a:r>
            </a:p>
          </p:txBody>
        </p:sp>
        <p:sp>
          <p:nvSpPr>
            <p:cNvPr id="5757" name="TextBox 5756">
              <a:extLst>
                <a:ext uri="{FF2B5EF4-FFF2-40B4-BE49-F238E27FC236}">
                  <a16:creationId xmlns:a16="http://schemas.microsoft.com/office/drawing/2014/main" id="{ECDE376A-65D7-D198-3EB7-3877E5CE8B15}"/>
                </a:ext>
              </a:extLst>
            </p:cNvPr>
            <p:cNvSpPr txBox="1"/>
            <p:nvPr/>
          </p:nvSpPr>
          <p:spPr>
            <a:xfrm>
              <a:off x="3874252" y="2925244"/>
              <a:ext cx="748481" cy="236148"/>
            </a:xfrm>
            <a:prstGeom prst="rect">
              <a:avLst/>
            </a:prstGeom>
            <a:noFill/>
          </p:spPr>
          <p:txBody>
            <a:bodyPr wrap="none" rtlCol="0">
              <a:spAutoFit/>
            </a:bodyPr>
            <a:lstStyle/>
            <a:p>
              <a:pPr algn="ctr"/>
              <a:r>
                <a:rPr lang="en-US" sz="850" err="1">
                  <a:ln/>
                  <a:solidFill>
                    <a:srgbClr val="000000"/>
                  </a:solidFill>
                  <a:latin typeface="Arial"/>
                  <a:cs typeface="Arial"/>
                  <a:sym typeface="Arial"/>
                  <a:rtl val="0"/>
                </a:rPr>
                <a:t>GeneRatio</a:t>
              </a:r>
              <a:endParaRPr lang="en-US" sz="850">
                <a:ln/>
                <a:solidFill>
                  <a:srgbClr val="000000"/>
                </a:solidFill>
                <a:latin typeface="Arial"/>
                <a:cs typeface="Arial"/>
                <a:sym typeface="Arial"/>
                <a:rtl val="0"/>
              </a:endParaRPr>
            </a:p>
          </p:txBody>
        </p:sp>
        <p:sp>
          <p:nvSpPr>
            <p:cNvPr id="5758" name="TextBox 5757">
              <a:extLst>
                <a:ext uri="{FF2B5EF4-FFF2-40B4-BE49-F238E27FC236}">
                  <a16:creationId xmlns:a16="http://schemas.microsoft.com/office/drawing/2014/main" id="{A2CB03E9-C3DE-DBE6-C07E-E68F213CD80C}"/>
                </a:ext>
              </a:extLst>
            </p:cNvPr>
            <p:cNvSpPr txBox="1"/>
            <p:nvPr/>
          </p:nvSpPr>
          <p:spPr>
            <a:xfrm>
              <a:off x="5162702" y="877943"/>
              <a:ext cx="566959" cy="224748"/>
            </a:xfrm>
            <a:prstGeom prst="rect">
              <a:avLst/>
            </a:prstGeom>
            <a:noFill/>
          </p:spPr>
          <p:txBody>
            <a:bodyPr wrap="none" rtlCol="0">
              <a:spAutoFit/>
            </a:bodyPr>
            <a:lstStyle/>
            <a:p>
              <a:pPr algn="ctr"/>
              <a:r>
                <a:rPr lang="en-US" sz="780" err="1">
                  <a:ln/>
                  <a:solidFill>
                    <a:srgbClr val="000000"/>
                  </a:solidFill>
                  <a:latin typeface="Arial"/>
                  <a:cs typeface="Arial"/>
                  <a:sym typeface="Arial"/>
                  <a:rtl val="0"/>
                </a:rPr>
                <a:t>p.adjust</a:t>
              </a:r>
              <a:endParaRPr lang="en-US" sz="780">
                <a:ln/>
                <a:solidFill>
                  <a:srgbClr val="000000"/>
                </a:solidFill>
                <a:latin typeface="Arial"/>
                <a:cs typeface="Arial"/>
                <a:sym typeface="Arial"/>
                <a:rtl val="0"/>
              </a:endParaRPr>
            </a:p>
          </p:txBody>
        </p:sp>
        <p:grpSp>
          <p:nvGrpSpPr>
            <p:cNvPr id="5759" name="Group 5758">
              <a:extLst>
                <a:ext uri="{FF2B5EF4-FFF2-40B4-BE49-F238E27FC236}">
                  <a16:creationId xmlns:a16="http://schemas.microsoft.com/office/drawing/2014/main" id="{68554D7C-004F-0D4D-946A-60C8F2AEE845}"/>
                </a:ext>
              </a:extLst>
            </p:cNvPr>
            <p:cNvGrpSpPr/>
            <p:nvPr/>
          </p:nvGrpSpPr>
          <p:grpSpPr>
            <a:xfrm>
              <a:off x="5236965" y="1096501"/>
              <a:ext cx="559297" cy="497510"/>
              <a:chOff x="5069459" y="2344737"/>
              <a:chExt cx="559297" cy="1187285"/>
            </a:xfrm>
          </p:grpSpPr>
          <p:pic>
            <p:nvPicPr>
              <p:cNvPr id="5786" name="Picture 5785">
                <a:extLst>
                  <a:ext uri="{FF2B5EF4-FFF2-40B4-BE49-F238E27FC236}">
                    <a16:creationId xmlns:a16="http://schemas.microsoft.com/office/drawing/2014/main" id="{7E50FB01-E0C8-E073-6B77-7DC6C4D1907A}"/>
                  </a:ext>
                </a:extLst>
              </p:cNvPr>
              <p:cNvPicPr>
                <a:picLocks noChangeAspect="1"/>
              </p:cNvPicPr>
              <p:nvPr/>
            </p:nvPicPr>
            <p:blipFill>
              <a:blip r:embed="rId3"/>
              <a:stretch>
                <a:fillRect/>
              </a:stretch>
            </p:blipFill>
            <p:spPr>
              <a:xfrm>
                <a:off x="5069459" y="2344737"/>
                <a:ext cx="219456" cy="1097280"/>
              </a:xfrm>
              <a:custGeom>
                <a:avLst/>
                <a:gdLst>
                  <a:gd name="csX0" fmla="*/ 0 w 219456"/>
                  <a:gd name="csY0" fmla="*/ 0 h 1097280"/>
                  <a:gd name="csX1" fmla="*/ 219456 w 219456"/>
                  <a:gd name="csY1" fmla="*/ 0 h 1097280"/>
                  <a:gd name="csX2" fmla="*/ 219456 w 219456"/>
                  <a:gd name="csY2" fmla="*/ 1097280 h 1097280"/>
                  <a:gd name="csX3" fmla="*/ 0 w 219456"/>
                  <a:gd name="csY3" fmla="*/ 1097280 h 1097280"/>
                </a:gdLst>
                <a:ahLst/>
                <a:cxnLst>
                  <a:cxn ang="0">
                    <a:pos x="csX0" y="csY0"/>
                  </a:cxn>
                  <a:cxn ang="0">
                    <a:pos x="csX1" y="csY1"/>
                  </a:cxn>
                  <a:cxn ang="0">
                    <a:pos x="csX2" y="csY2"/>
                  </a:cxn>
                  <a:cxn ang="0">
                    <a:pos x="csX3" y="csY3"/>
                  </a:cxn>
                </a:cxnLst>
                <a:rect l="l" t="t" r="r" b="b"/>
                <a:pathLst>
                  <a:path w="219456" h="1097280">
                    <a:moveTo>
                      <a:pt x="0" y="0"/>
                    </a:moveTo>
                    <a:lnTo>
                      <a:pt x="219456" y="0"/>
                    </a:lnTo>
                    <a:lnTo>
                      <a:pt x="219456" y="1097280"/>
                    </a:lnTo>
                    <a:lnTo>
                      <a:pt x="0" y="1097280"/>
                    </a:lnTo>
                    <a:close/>
                  </a:path>
                </a:pathLst>
              </a:custGeom>
            </p:spPr>
          </p:pic>
          <p:sp>
            <p:nvSpPr>
              <p:cNvPr id="5787" name="Freeform 5786">
                <a:extLst>
                  <a:ext uri="{FF2B5EF4-FFF2-40B4-BE49-F238E27FC236}">
                    <a16:creationId xmlns:a16="http://schemas.microsoft.com/office/drawing/2014/main" id="{290B3B23-BB13-BB7F-069F-B032D9DE4FCA}"/>
                  </a:ext>
                </a:extLst>
              </p:cNvPr>
              <p:cNvSpPr/>
              <p:nvPr/>
            </p:nvSpPr>
            <p:spPr>
              <a:xfrm>
                <a:off x="5245100" y="2538665"/>
                <a:ext cx="43815" cy="12700"/>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endParaRPr lang="en-US" sz="1701"/>
              </a:p>
            </p:txBody>
          </p:sp>
          <p:sp>
            <p:nvSpPr>
              <p:cNvPr id="5788" name="Freeform 5787">
                <a:extLst>
                  <a:ext uri="{FF2B5EF4-FFF2-40B4-BE49-F238E27FC236}">
                    <a16:creationId xmlns:a16="http://schemas.microsoft.com/office/drawing/2014/main" id="{859B1BE5-5EBA-2884-D777-217D9571C061}"/>
                  </a:ext>
                </a:extLst>
              </p:cNvPr>
              <p:cNvSpPr/>
              <p:nvPr/>
            </p:nvSpPr>
            <p:spPr>
              <a:xfrm>
                <a:off x="5245100" y="2850832"/>
                <a:ext cx="43815" cy="12700"/>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endParaRPr lang="en-US" sz="1701"/>
              </a:p>
            </p:txBody>
          </p:sp>
          <p:sp>
            <p:nvSpPr>
              <p:cNvPr id="5789" name="Freeform 5788">
                <a:extLst>
                  <a:ext uri="{FF2B5EF4-FFF2-40B4-BE49-F238E27FC236}">
                    <a16:creationId xmlns:a16="http://schemas.microsoft.com/office/drawing/2014/main" id="{F74820A2-32FA-60D7-CC4B-02B7347E67C5}"/>
                  </a:ext>
                </a:extLst>
              </p:cNvPr>
              <p:cNvSpPr/>
              <p:nvPr/>
            </p:nvSpPr>
            <p:spPr>
              <a:xfrm>
                <a:off x="5245100" y="3163124"/>
                <a:ext cx="43815" cy="12700"/>
              </a:xfrm>
              <a:custGeom>
                <a:avLst/>
                <a:gdLst>
                  <a:gd name="csX0" fmla="*/ 0 w 43815"/>
                  <a:gd name="csY0" fmla="*/ 0 h 12700"/>
                  <a:gd name="csX1" fmla="*/ 43815 w 43815"/>
                  <a:gd name="csY1" fmla="*/ 0 h 12700"/>
                </a:gdLst>
                <a:ahLst/>
                <a:cxnLst>
                  <a:cxn ang="0">
                    <a:pos x="csX0" y="csY0"/>
                  </a:cxn>
                  <a:cxn ang="0">
                    <a:pos x="csX1" y="csY1"/>
                  </a:cxn>
                </a:cxnLst>
                <a:rect l="l" t="t" r="r" b="b"/>
                <a:pathLst>
                  <a:path w="43815" h="12700">
                    <a:moveTo>
                      <a:pt x="0" y="0"/>
                    </a:moveTo>
                    <a:lnTo>
                      <a:pt x="43815" y="0"/>
                    </a:lnTo>
                  </a:path>
                </a:pathLst>
              </a:custGeom>
              <a:noFill/>
              <a:ln w="4826" cap="flat">
                <a:solidFill>
                  <a:srgbClr val="FFFFFF"/>
                </a:solidFill>
                <a:prstDash val="solid"/>
                <a:round/>
              </a:ln>
            </p:spPr>
            <p:txBody>
              <a:bodyPr/>
              <a:lstStyle/>
              <a:p>
                <a:endParaRPr lang="en-US" sz="1701"/>
              </a:p>
            </p:txBody>
          </p:sp>
          <p:sp>
            <p:nvSpPr>
              <p:cNvPr id="5790" name="Freeform 5789">
                <a:extLst>
                  <a:ext uri="{FF2B5EF4-FFF2-40B4-BE49-F238E27FC236}">
                    <a16:creationId xmlns:a16="http://schemas.microsoft.com/office/drawing/2014/main" id="{2D4B0CBD-54F0-A847-CB6D-0C7C60C13F88}"/>
                  </a:ext>
                </a:extLst>
              </p:cNvPr>
              <p:cNvSpPr/>
              <p:nvPr/>
            </p:nvSpPr>
            <p:spPr>
              <a:xfrm>
                <a:off x="5069459" y="2538665"/>
                <a:ext cx="43941" cy="12700"/>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endParaRPr lang="en-US" sz="1701"/>
              </a:p>
            </p:txBody>
          </p:sp>
          <p:sp>
            <p:nvSpPr>
              <p:cNvPr id="5791" name="Freeform 5790">
                <a:extLst>
                  <a:ext uri="{FF2B5EF4-FFF2-40B4-BE49-F238E27FC236}">
                    <a16:creationId xmlns:a16="http://schemas.microsoft.com/office/drawing/2014/main" id="{5D85650A-E715-7E03-534C-1B59322C6643}"/>
                  </a:ext>
                </a:extLst>
              </p:cNvPr>
              <p:cNvSpPr/>
              <p:nvPr/>
            </p:nvSpPr>
            <p:spPr>
              <a:xfrm>
                <a:off x="5069459" y="2850832"/>
                <a:ext cx="43941" cy="12700"/>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endParaRPr lang="en-US" sz="1701"/>
              </a:p>
            </p:txBody>
          </p:sp>
          <p:sp>
            <p:nvSpPr>
              <p:cNvPr id="5792" name="Freeform 5791">
                <a:extLst>
                  <a:ext uri="{FF2B5EF4-FFF2-40B4-BE49-F238E27FC236}">
                    <a16:creationId xmlns:a16="http://schemas.microsoft.com/office/drawing/2014/main" id="{D372B213-0B76-BA2A-676C-7A0A6455FA68}"/>
                  </a:ext>
                </a:extLst>
              </p:cNvPr>
              <p:cNvSpPr/>
              <p:nvPr/>
            </p:nvSpPr>
            <p:spPr>
              <a:xfrm>
                <a:off x="5069459" y="3163124"/>
                <a:ext cx="43941" cy="12700"/>
              </a:xfrm>
              <a:custGeom>
                <a:avLst/>
                <a:gdLst>
                  <a:gd name="csX0" fmla="*/ 43942 w 43941"/>
                  <a:gd name="csY0" fmla="*/ 0 h 12700"/>
                  <a:gd name="csX1" fmla="*/ 0 w 43941"/>
                  <a:gd name="csY1" fmla="*/ 0 h 12700"/>
                </a:gdLst>
                <a:ahLst/>
                <a:cxnLst>
                  <a:cxn ang="0">
                    <a:pos x="csX0" y="csY0"/>
                  </a:cxn>
                  <a:cxn ang="0">
                    <a:pos x="csX1" y="csY1"/>
                  </a:cxn>
                </a:cxnLst>
                <a:rect l="l" t="t" r="r" b="b"/>
                <a:pathLst>
                  <a:path w="43941" h="12700">
                    <a:moveTo>
                      <a:pt x="43942" y="0"/>
                    </a:moveTo>
                    <a:lnTo>
                      <a:pt x="0" y="0"/>
                    </a:lnTo>
                  </a:path>
                </a:pathLst>
              </a:custGeom>
              <a:noFill/>
              <a:ln w="4826" cap="flat">
                <a:solidFill>
                  <a:srgbClr val="FFFFFF"/>
                </a:solidFill>
                <a:prstDash val="solid"/>
                <a:round/>
              </a:ln>
            </p:spPr>
            <p:txBody>
              <a:bodyPr/>
              <a:lstStyle/>
              <a:p>
                <a:endParaRPr lang="en-US" sz="1701"/>
              </a:p>
            </p:txBody>
          </p:sp>
          <p:sp>
            <p:nvSpPr>
              <p:cNvPr id="5793" name="TextBox 5792">
                <a:extLst>
                  <a:ext uri="{FF2B5EF4-FFF2-40B4-BE49-F238E27FC236}">
                    <a16:creationId xmlns:a16="http://schemas.microsoft.com/office/drawing/2014/main" id="{DAD7CF65-C1ED-B694-CB31-0B36DA2E9D25}"/>
                  </a:ext>
                </a:extLst>
              </p:cNvPr>
              <p:cNvSpPr txBox="1"/>
              <p:nvPr/>
            </p:nvSpPr>
            <p:spPr>
              <a:xfrm>
                <a:off x="5267070" y="2431779"/>
                <a:ext cx="361686" cy="475784"/>
              </a:xfrm>
              <a:prstGeom prst="rect">
                <a:avLst/>
              </a:prstGeom>
              <a:noFill/>
            </p:spPr>
            <p:txBody>
              <a:bodyPr wrap="none" rtlCol="0">
                <a:spAutoFit/>
              </a:bodyPr>
              <a:lstStyle/>
              <a:p>
                <a:pPr algn="l"/>
                <a:r>
                  <a:rPr lang="en-US" sz="624">
                    <a:ln/>
                    <a:solidFill>
                      <a:srgbClr val="000000"/>
                    </a:solidFill>
                    <a:latin typeface="Arial"/>
                    <a:cs typeface="Arial"/>
                    <a:sym typeface="Arial"/>
                    <a:rtl val="0"/>
                  </a:rPr>
                  <a:t>0.01</a:t>
                </a:r>
              </a:p>
            </p:txBody>
          </p:sp>
          <p:sp>
            <p:nvSpPr>
              <p:cNvPr id="5794" name="TextBox 5793">
                <a:extLst>
                  <a:ext uri="{FF2B5EF4-FFF2-40B4-BE49-F238E27FC236}">
                    <a16:creationId xmlns:a16="http://schemas.microsoft.com/office/drawing/2014/main" id="{5D2CA4CB-7E2A-C78C-790C-F7E64B5A1851}"/>
                  </a:ext>
                </a:extLst>
              </p:cNvPr>
              <p:cNvSpPr txBox="1"/>
              <p:nvPr/>
            </p:nvSpPr>
            <p:spPr>
              <a:xfrm>
                <a:off x="5267070" y="2743943"/>
                <a:ext cx="361686" cy="475784"/>
              </a:xfrm>
              <a:prstGeom prst="rect">
                <a:avLst/>
              </a:prstGeom>
              <a:noFill/>
            </p:spPr>
            <p:txBody>
              <a:bodyPr wrap="none" rtlCol="0">
                <a:spAutoFit/>
              </a:bodyPr>
              <a:lstStyle/>
              <a:p>
                <a:pPr algn="l"/>
                <a:r>
                  <a:rPr lang="en-US" sz="624">
                    <a:ln/>
                    <a:solidFill>
                      <a:srgbClr val="000000"/>
                    </a:solidFill>
                    <a:latin typeface="Arial"/>
                    <a:cs typeface="Arial"/>
                    <a:sym typeface="Arial"/>
                    <a:rtl val="0"/>
                  </a:rPr>
                  <a:t>0.02</a:t>
                </a:r>
              </a:p>
            </p:txBody>
          </p:sp>
          <p:sp>
            <p:nvSpPr>
              <p:cNvPr id="5795" name="TextBox 5794">
                <a:extLst>
                  <a:ext uri="{FF2B5EF4-FFF2-40B4-BE49-F238E27FC236}">
                    <a16:creationId xmlns:a16="http://schemas.microsoft.com/office/drawing/2014/main" id="{F80F3E88-6668-D4EF-BCDA-E6ABD0F13F82}"/>
                  </a:ext>
                </a:extLst>
              </p:cNvPr>
              <p:cNvSpPr txBox="1"/>
              <p:nvPr/>
            </p:nvSpPr>
            <p:spPr>
              <a:xfrm>
                <a:off x="5267070" y="3056238"/>
                <a:ext cx="361686" cy="475784"/>
              </a:xfrm>
              <a:prstGeom prst="rect">
                <a:avLst/>
              </a:prstGeom>
              <a:noFill/>
            </p:spPr>
            <p:txBody>
              <a:bodyPr wrap="none" rtlCol="0">
                <a:spAutoFit/>
              </a:bodyPr>
              <a:lstStyle/>
              <a:p>
                <a:pPr algn="l"/>
                <a:r>
                  <a:rPr lang="en-US" sz="624">
                    <a:ln/>
                    <a:solidFill>
                      <a:srgbClr val="000000"/>
                    </a:solidFill>
                    <a:latin typeface="Arial"/>
                    <a:cs typeface="Arial"/>
                    <a:sym typeface="Arial"/>
                    <a:rtl val="0"/>
                  </a:rPr>
                  <a:t>0.03</a:t>
                </a:r>
              </a:p>
            </p:txBody>
          </p:sp>
        </p:grpSp>
        <p:sp>
          <p:nvSpPr>
            <p:cNvPr id="5760" name="TextBox 5759">
              <a:extLst>
                <a:ext uri="{FF2B5EF4-FFF2-40B4-BE49-F238E27FC236}">
                  <a16:creationId xmlns:a16="http://schemas.microsoft.com/office/drawing/2014/main" id="{52E16F08-68AA-E6A0-67A2-652500E250BA}"/>
                </a:ext>
              </a:extLst>
            </p:cNvPr>
            <p:cNvSpPr txBox="1"/>
            <p:nvPr/>
          </p:nvSpPr>
          <p:spPr>
            <a:xfrm>
              <a:off x="5163564" y="1544346"/>
              <a:ext cx="478743" cy="224748"/>
            </a:xfrm>
            <a:prstGeom prst="rect">
              <a:avLst/>
            </a:prstGeom>
            <a:noFill/>
          </p:spPr>
          <p:txBody>
            <a:bodyPr wrap="none" rtlCol="0">
              <a:spAutoFit/>
            </a:bodyPr>
            <a:lstStyle/>
            <a:p>
              <a:pPr algn="l"/>
              <a:r>
                <a:rPr lang="en-US" sz="780">
                  <a:ln/>
                  <a:solidFill>
                    <a:srgbClr val="000000"/>
                  </a:solidFill>
                  <a:latin typeface="Arial"/>
                  <a:cs typeface="Arial"/>
                  <a:sym typeface="Arial"/>
                  <a:rtl val="0"/>
                </a:rPr>
                <a:t>Count</a:t>
              </a:r>
            </a:p>
          </p:txBody>
        </p:sp>
        <p:grpSp>
          <p:nvGrpSpPr>
            <p:cNvPr id="5761" name="Group 5760">
              <a:extLst>
                <a:ext uri="{FF2B5EF4-FFF2-40B4-BE49-F238E27FC236}">
                  <a16:creationId xmlns:a16="http://schemas.microsoft.com/office/drawing/2014/main" id="{CA911D02-1D8F-B86D-D49A-F52372487469}"/>
                </a:ext>
              </a:extLst>
            </p:cNvPr>
            <p:cNvGrpSpPr/>
            <p:nvPr/>
          </p:nvGrpSpPr>
          <p:grpSpPr>
            <a:xfrm>
              <a:off x="5217896" y="1691034"/>
              <a:ext cx="478010" cy="1203990"/>
              <a:chOff x="5100574" y="3922376"/>
              <a:chExt cx="478010" cy="1203990"/>
            </a:xfrm>
          </p:grpSpPr>
          <p:sp>
            <p:nvSpPr>
              <p:cNvPr id="5774" name="Freeform 5773">
                <a:extLst>
                  <a:ext uri="{FF2B5EF4-FFF2-40B4-BE49-F238E27FC236}">
                    <a16:creationId xmlns:a16="http://schemas.microsoft.com/office/drawing/2014/main" id="{6DCCB518-2644-5C0B-91CF-92C21D603A69}"/>
                  </a:ext>
                </a:extLst>
              </p:cNvPr>
              <p:cNvSpPr/>
              <p:nvPr/>
            </p:nvSpPr>
            <p:spPr>
              <a:xfrm>
                <a:off x="5168265" y="3984053"/>
                <a:ext cx="90424" cy="90424"/>
              </a:xfrm>
              <a:custGeom>
                <a:avLst/>
                <a:gdLst>
                  <a:gd name="csX0" fmla="*/ 90424 w 90424"/>
                  <a:gd name="csY0" fmla="*/ 45212 h 90424"/>
                  <a:gd name="csX1" fmla="*/ 45212 w 90424"/>
                  <a:gd name="csY1" fmla="*/ 90424 h 90424"/>
                  <a:gd name="csX2" fmla="*/ 0 w 90424"/>
                  <a:gd name="csY2" fmla="*/ 45212 h 90424"/>
                  <a:gd name="csX3" fmla="*/ 45212 w 90424"/>
                  <a:gd name="csY3" fmla="*/ 0 h 90424"/>
                  <a:gd name="csX4" fmla="*/ 90424 w 90424"/>
                  <a:gd name="csY4" fmla="*/ 45212 h 90424"/>
                </a:gdLst>
                <a:ahLst/>
                <a:cxnLst>
                  <a:cxn ang="0">
                    <a:pos x="csX0" y="csY0"/>
                  </a:cxn>
                  <a:cxn ang="0">
                    <a:pos x="csX1" y="csY1"/>
                  </a:cxn>
                  <a:cxn ang="0">
                    <a:pos x="csX2" y="csY2"/>
                  </a:cxn>
                  <a:cxn ang="0">
                    <a:pos x="csX3" y="csY3"/>
                  </a:cxn>
                  <a:cxn ang="0">
                    <a:pos x="csX4" y="csY4"/>
                  </a:cxn>
                </a:cxnLst>
                <a:rect l="l" t="t" r="r" b="b"/>
                <a:pathLst>
                  <a:path w="90424" h="90424">
                    <a:moveTo>
                      <a:pt x="90424" y="45212"/>
                    </a:moveTo>
                    <a:cubicBezTo>
                      <a:pt x="90424" y="70182"/>
                      <a:pt x="70182" y="90424"/>
                      <a:pt x="45212" y="90424"/>
                    </a:cubicBezTo>
                    <a:cubicBezTo>
                      <a:pt x="20242" y="90424"/>
                      <a:pt x="0" y="70182"/>
                      <a:pt x="0" y="45212"/>
                    </a:cubicBezTo>
                    <a:cubicBezTo>
                      <a:pt x="0" y="20242"/>
                      <a:pt x="20242" y="0"/>
                      <a:pt x="45212" y="0"/>
                    </a:cubicBezTo>
                    <a:cubicBezTo>
                      <a:pt x="70182" y="0"/>
                      <a:pt x="90424" y="20242"/>
                      <a:pt x="90424" y="45212"/>
                    </a:cubicBezTo>
                    <a:close/>
                  </a:path>
                </a:pathLst>
              </a:custGeom>
              <a:noFill/>
              <a:ln w="9017" cap="rnd">
                <a:solidFill>
                  <a:srgbClr val="000000"/>
                </a:solidFill>
                <a:prstDash val="solid"/>
                <a:round/>
              </a:ln>
            </p:spPr>
            <p:txBody>
              <a:bodyPr/>
              <a:lstStyle/>
              <a:p>
                <a:endParaRPr lang="en-US" sz="1701"/>
              </a:p>
            </p:txBody>
          </p:sp>
          <p:sp>
            <p:nvSpPr>
              <p:cNvPr id="5775" name="Freeform 5774">
                <a:extLst>
                  <a:ext uri="{FF2B5EF4-FFF2-40B4-BE49-F238E27FC236}">
                    <a16:creationId xmlns:a16="http://schemas.microsoft.com/office/drawing/2014/main" id="{888B33AB-B842-FF2E-8E4B-2498C421EF4E}"/>
                  </a:ext>
                </a:extLst>
              </p:cNvPr>
              <p:cNvSpPr/>
              <p:nvPr/>
            </p:nvSpPr>
            <p:spPr>
              <a:xfrm>
                <a:off x="5138039" y="4091819"/>
                <a:ext cx="150875" cy="150875"/>
              </a:xfrm>
              <a:custGeom>
                <a:avLst/>
                <a:gdLst>
                  <a:gd name="csX0" fmla="*/ 150876 w 150875"/>
                  <a:gd name="csY0" fmla="*/ 75438 h 150875"/>
                  <a:gd name="csX1" fmla="*/ 75438 w 150875"/>
                  <a:gd name="csY1" fmla="*/ 150876 h 150875"/>
                  <a:gd name="csX2" fmla="*/ 0 w 150875"/>
                  <a:gd name="csY2" fmla="*/ 75438 h 150875"/>
                  <a:gd name="csX3" fmla="*/ 75438 w 150875"/>
                  <a:gd name="csY3" fmla="*/ 0 h 150875"/>
                  <a:gd name="csX4" fmla="*/ 150876 w 150875"/>
                  <a:gd name="csY4" fmla="*/ 75438 h 150875"/>
                </a:gdLst>
                <a:ahLst/>
                <a:cxnLst>
                  <a:cxn ang="0">
                    <a:pos x="csX0" y="csY0"/>
                  </a:cxn>
                  <a:cxn ang="0">
                    <a:pos x="csX1" y="csY1"/>
                  </a:cxn>
                  <a:cxn ang="0">
                    <a:pos x="csX2" y="csY2"/>
                  </a:cxn>
                  <a:cxn ang="0">
                    <a:pos x="csX3" y="csY3"/>
                  </a:cxn>
                  <a:cxn ang="0">
                    <a:pos x="csX4" y="csY4"/>
                  </a:cxn>
                </a:cxnLst>
                <a:rect l="l" t="t" r="r" b="b"/>
                <a:pathLst>
                  <a:path w="150875" h="150875">
                    <a:moveTo>
                      <a:pt x="150876" y="75438"/>
                    </a:moveTo>
                    <a:cubicBezTo>
                      <a:pt x="150876" y="117101"/>
                      <a:pt x="117101" y="150876"/>
                      <a:pt x="75438" y="150876"/>
                    </a:cubicBezTo>
                    <a:cubicBezTo>
                      <a:pt x="33775" y="150876"/>
                      <a:pt x="0" y="117101"/>
                      <a:pt x="0" y="75438"/>
                    </a:cubicBezTo>
                    <a:cubicBezTo>
                      <a:pt x="0" y="33775"/>
                      <a:pt x="33775" y="0"/>
                      <a:pt x="75438" y="0"/>
                    </a:cubicBezTo>
                    <a:cubicBezTo>
                      <a:pt x="117101" y="0"/>
                      <a:pt x="150876" y="33775"/>
                      <a:pt x="150876" y="75438"/>
                    </a:cubicBezTo>
                    <a:close/>
                  </a:path>
                </a:pathLst>
              </a:custGeom>
              <a:noFill/>
              <a:ln w="9017" cap="rnd">
                <a:solidFill>
                  <a:srgbClr val="000000"/>
                </a:solidFill>
                <a:prstDash val="solid"/>
                <a:round/>
              </a:ln>
            </p:spPr>
            <p:txBody>
              <a:bodyPr/>
              <a:lstStyle/>
              <a:p>
                <a:endParaRPr lang="en-US" sz="1701"/>
              </a:p>
            </p:txBody>
          </p:sp>
          <p:sp>
            <p:nvSpPr>
              <p:cNvPr id="5776" name="Freeform 5775">
                <a:extLst>
                  <a:ext uri="{FF2B5EF4-FFF2-40B4-BE49-F238E27FC236}">
                    <a16:creationId xmlns:a16="http://schemas.microsoft.com/office/drawing/2014/main" id="{B6CAB6DF-E429-AD9C-CDAE-9F031847AD99}"/>
                  </a:ext>
                </a:extLst>
              </p:cNvPr>
              <p:cNvSpPr/>
              <p:nvPr/>
            </p:nvSpPr>
            <p:spPr>
              <a:xfrm>
                <a:off x="5125466" y="4256864"/>
                <a:ext cx="176022" cy="176022"/>
              </a:xfrm>
              <a:custGeom>
                <a:avLst/>
                <a:gdLst>
                  <a:gd name="csX0" fmla="*/ 176022 w 176022"/>
                  <a:gd name="csY0" fmla="*/ 88011 h 176022"/>
                  <a:gd name="csX1" fmla="*/ 88011 w 176022"/>
                  <a:gd name="csY1" fmla="*/ 176022 h 176022"/>
                  <a:gd name="csX2" fmla="*/ 0 w 176022"/>
                  <a:gd name="csY2" fmla="*/ 88011 h 176022"/>
                  <a:gd name="csX3" fmla="*/ 88011 w 176022"/>
                  <a:gd name="csY3" fmla="*/ 0 h 176022"/>
                  <a:gd name="csX4" fmla="*/ 176022 w 176022"/>
                  <a:gd name="csY4" fmla="*/ 88011 h 176022"/>
                </a:gdLst>
                <a:ahLst/>
                <a:cxnLst>
                  <a:cxn ang="0">
                    <a:pos x="csX0" y="csY0"/>
                  </a:cxn>
                  <a:cxn ang="0">
                    <a:pos x="csX1" y="csY1"/>
                  </a:cxn>
                  <a:cxn ang="0">
                    <a:pos x="csX2" y="csY2"/>
                  </a:cxn>
                  <a:cxn ang="0">
                    <a:pos x="csX3" y="csY3"/>
                  </a:cxn>
                  <a:cxn ang="0">
                    <a:pos x="csX4" y="csY4"/>
                  </a:cxn>
                </a:cxnLst>
                <a:rect l="l" t="t" r="r" b="b"/>
                <a:pathLst>
                  <a:path w="176022" h="176022">
                    <a:moveTo>
                      <a:pt x="176022" y="88011"/>
                    </a:moveTo>
                    <a:cubicBezTo>
                      <a:pt x="176022" y="136618"/>
                      <a:pt x="136618" y="176022"/>
                      <a:pt x="88011" y="176022"/>
                    </a:cubicBezTo>
                    <a:cubicBezTo>
                      <a:pt x="39404" y="176022"/>
                      <a:pt x="0" y="136618"/>
                      <a:pt x="0" y="88011"/>
                    </a:cubicBezTo>
                    <a:cubicBezTo>
                      <a:pt x="0" y="39404"/>
                      <a:pt x="39404" y="0"/>
                      <a:pt x="88011" y="0"/>
                    </a:cubicBezTo>
                    <a:cubicBezTo>
                      <a:pt x="136618" y="0"/>
                      <a:pt x="176022" y="39404"/>
                      <a:pt x="176022" y="88011"/>
                    </a:cubicBezTo>
                    <a:close/>
                  </a:path>
                </a:pathLst>
              </a:custGeom>
              <a:noFill/>
              <a:ln w="9017" cap="rnd">
                <a:solidFill>
                  <a:srgbClr val="000000"/>
                </a:solidFill>
                <a:prstDash val="solid"/>
                <a:round/>
              </a:ln>
            </p:spPr>
            <p:txBody>
              <a:bodyPr/>
              <a:lstStyle/>
              <a:p>
                <a:endParaRPr lang="en-US" sz="1701"/>
              </a:p>
            </p:txBody>
          </p:sp>
          <p:sp>
            <p:nvSpPr>
              <p:cNvPr id="5777" name="Freeform 5776">
                <a:extLst>
                  <a:ext uri="{FF2B5EF4-FFF2-40B4-BE49-F238E27FC236}">
                    <a16:creationId xmlns:a16="http://schemas.microsoft.com/office/drawing/2014/main" id="{96549AE2-62C2-58E6-AFDC-CF21268E7A39}"/>
                  </a:ext>
                </a:extLst>
              </p:cNvPr>
              <p:cNvSpPr/>
              <p:nvPr/>
            </p:nvSpPr>
            <p:spPr>
              <a:xfrm>
                <a:off x="5115814" y="4449617"/>
                <a:ext cx="195325" cy="195325"/>
              </a:xfrm>
              <a:custGeom>
                <a:avLst/>
                <a:gdLst>
                  <a:gd name="csX0" fmla="*/ 195326 w 195325"/>
                  <a:gd name="csY0" fmla="*/ 97663 h 195325"/>
                  <a:gd name="csX1" fmla="*/ 97663 w 195325"/>
                  <a:gd name="csY1" fmla="*/ 195326 h 195325"/>
                  <a:gd name="csX2" fmla="*/ 0 w 195325"/>
                  <a:gd name="csY2" fmla="*/ 97663 h 195325"/>
                  <a:gd name="csX3" fmla="*/ 97663 w 195325"/>
                  <a:gd name="csY3" fmla="*/ 0 h 195325"/>
                  <a:gd name="csX4" fmla="*/ 195326 w 195325"/>
                  <a:gd name="csY4" fmla="*/ 97663 h 195325"/>
                </a:gdLst>
                <a:ahLst/>
                <a:cxnLst>
                  <a:cxn ang="0">
                    <a:pos x="csX0" y="csY0"/>
                  </a:cxn>
                  <a:cxn ang="0">
                    <a:pos x="csX1" y="csY1"/>
                  </a:cxn>
                  <a:cxn ang="0">
                    <a:pos x="csX2" y="csY2"/>
                  </a:cxn>
                  <a:cxn ang="0">
                    <a:pos x="csX3" y="csY3"/>
                  </a:cxn>
                  <a:cxn ang="0">
                    <a:pos x="csX4" y="csY4"/>
                  </a:cxn>
                </a:cxnLst>
                <a:rect l="l" t="t" r="r" b="b"/>
                <a:pathLst>
                  <a:path w="195325" h="195325">
                    <a:moveTo>
                      <a:pt x="195326" y="97663"/>
                    </a:moveTo>
                    <a:cubicBezTo>
                      <a:pt x="195326" y="151601"/>
                      <a:pt x="151601" y="195326"/>
                      <a:pt x="97663" y="195326"/>
                    </a:cubicBezTo>
                    <a:cubicBezTo>
                      <a:pt x="43725" y="195326"/>
                      <a:pt x="0" y="151601"/>
                      <a:pt x="0" y="97663"/>
                    </a:cubicBezTo>
                    <a:cubicBezTo>
                      <a:pt x="0" y="43725"/>
                      <a:pt x="43725" y="0"/>
                      <a:pt x="97663" y="0"/>
                    </a:cubicBezTo>
                    <a:cubicBezTo>
                      <a:pt x="151601" y="0"/>
                      <a:pt x="195326" y="43725"/>
                      <a:pt x="195326" y="97663"/>
                    </a:cubicBezTo>
                    <a:close/>
                  </a:path>
                </a:pathLst>
              </a:custGeom>
              <a:noFill/>
              <a:ln w="9017" cap="rnd">
                <a:solidFill>
                  <a:srgbClr val="000000"/>
                </a:solidFill>
                <a:prstDash val="solid"/>
                <a:round/>
              </a:ln>
            </p:spPr>
            <p:txBody>
              <a:bodyPr/>
              <a:lstStyle/>
              <a:p>
                <a:endParaRPr lang="en-US" sz="1701"/>
              </a:p>
            </p:txBody>
          </p:sp>
          <p:sp>
            <p:nvSpPr>
              <p:cNvPr id="5778" name="Freeform 5777">
                <a:extLst>
                  <a:ext uri="{FF2B5EF4-FFF2-40B4-BE49-F238E27FC236}">
                    <a16:creationId xmlns:a16="http://schemas.microsoft.com/office/drawing/2014/main" id="{8A6EF7A7-A16E-AB01-9982-C4AD58D92EDF}"/>
                  </a:ext>
                </a:extLst>
              </p:cNvPr>
              <p:cNvSpPr/>
              <p:nvPr/>
            </p:nvSpPr>
            <p:spPr>
              <a:xfrm>
                <a:off x="5107686" y="4667341"/>
                <a:ext cx="211581" cy="211582"/>
              </a:xfrm>
              <a:custGeom>
                <a:avLst/>
                <a:gdLst>
                  <a:gd name="csX0" fmla="*/ 211582 w 211581"/>
                  <a:gd name="csY0" fmla="*/ 105791 h 211582"/>
                  <a:gd name="csX1" fmla="*/ 105791 w 211581"/>
                  <a:gd name="csY1" fmla="*/ 211582 h 211582"/>
                  <a:gd name="csX2" fmla="*/ 0 w 211581"/>
                  <a:gd name="csY2" fmla="*/ 105791 h 211582"/>
                  <a:gd name="csX3" fmla="*/ 105791 w 211581"/>
                  <a:gd name="csY3" fmla="*/ 0 h 211582"/>
                  <a:gd name="csX4" fmla="*/ 211582 w 211581"/>
                  <a:gd name="csY4" fmla="*/ 105791 h 211582"/>
                </a:gdLst>
                <a:ahLst/>
                <a:cxnLst>
                  <a:cxn ang="0">
                    <a:pos x="csX0" y="csY0"/>
                  </a:cxn>
                  <a:cxn ang="0">
                    <a:pos x="csX1" y="csY1"/>
                  </a:cxn>
                  <a:cxn ang="0">
                    <a:pos x="csX2" y="csY2"/>
                  </a:cxn>
                  <a:cxn ang="0">
                    <a:pos x="csX3" y="csY3"/>
                  </a:cxn>
                  <a:cxn ang="0">
                    <a:pos x="csX4" y="csY4"/>
                  </a:cxn>
                </a:cxnLst>
                <a:rect l="l" t="t" r="r" b="b"/>
                <a:pathLst>
                  <a:path w="211581" h="211582">
                    <a:moveTo>
                      <a:pt x="211582" y="105791"/>
                    </a:moveTo>
                    <a:cubicBezTo>
                      <a:pt x="211582" y="164218"/>
                      <a:pt x="164218" y="211582"/>
                      <a:pt x="105791" y="211582"/>
                    </a:cubicBezTo>
                    <a:cubicBezTo>
                      <a:pt x="47364" y="211582"/>
                      <a:pt x="0" y="164218"/>
                      <a:pt x="0" y="105791"/>
                    </a:cubicBezTo>
                    <a:cubicBezTo>
                      <a:pt x="0" y="47364"/>
                      <a:pt x="47364" y="0"/>
                      <a:pt x="105791" y="0"/>
                    </a:cubicBezTo>
                    <a:cubicBezTo>
                      <a:pt x="164218" y="0"/>
                      <a:pt x="211582" y="47364"/>
                      <a:pt x="211582" y="105791"/>
                    </a:cubicBezTo>
                    <a:close/>
                  </a:path>
                </a:pathLst>
              </a:custGeom>
              <a:noFill/>
              <a:ln w="9017" cap="rnd">
                <a:solidFill>
                  <a:srgbClr val="000000"/>
                </a:solidFill>
                <a:prstDash val="solid"/>
                <a:round/>
              </a:ln>
            </p:spPr>
            <p:txBody>
              <a:bodyPr/>
              <a:lstStyle/>
              <a:p>
                <a:endParaRPr lang="en-US" sz="1701"/>
              </a:p>
            </p:txBody>
          </p:sp>
          <p:sp>
            <p:nvSpPr>
              <p:cNvPr id="5779" name="Freeform 5778">
                <a:extLst>
                  <a:ext uri="{FF2B5EF4-FFF2-40B4-BE49-F238E27FC236}">
                    <a16:creationId xmlns:a16="http://schemas.microsoft.com/office/drawing/2014/main" id="{C649C274-D034-B47D-D911-82F2E3321649}"/>
                  </a:ext>
                </a:extLst>
              </p:cNvPr>
              <p:cNvSpPr/>
              <p:nvPr/>
            </p:nvSpPr>
            <p:spPr>
              <a:xfrm>
                <a:off x="5100574" y="4900560"/>
                <a:ext cx="225805" cy="225806"/>
              </a:xfrm>
              <a:custGeom>
                <a:avLst/>
                <a:gdLst>
                  <a:gd name="csX0" fmla="*/ 225806 w 225805"/>
                  <a:gd name="csY0" fmla="*/ 112903 h 225806"/>
                  <a:gd name="csX1" fmla="*/ 112903 w 225805"/>
                  <a:gd name="csY1" fmla="*/ 225806 h 225806"/>
                  <a:gd name="csX2" fmla="*/ 0 w 225805"/>
                  <a:gd name="csY2" fmla="*/ 112903 h 225806"/>
                  <a:gd name="csX3" fmla="*/ 112903 w 225805"/>
                  <a:gd name="csY3" fmla="*/ 0 h 225806"/>
                  <a:gd name="csX4" fmla="*/ 225806 w 225805"/>
                  <a:gd name="csY4" fmla="*/ 112903 h 225806"/>
                </a:gdLst>
                <a:ahLst/>
                <a:cxnLst>
                  <a:cxn ang="0">
                    <a:pos x="csX0" y="csY0"/>
                  </a:cxn>
                  <a:cxn ang="0">
                    <a:pos x="csX1" y="csY1"/>
                  </a:cxn>
                  <a:cxn ang="0">
                    <a:pos x="csX2" y="csY2"/>
                  </a:cxn>
                  <a:cxn ang="0">
                    <a:pos x="csX3" y="csY3"/>
                  </a:cxn>
                  <a:cxn ang="0">
                    <a:pos x="csX4" y="csY4"/>
                  </a:cxn>
                </a:cxnLst>
                <a:rect l="l" t="t" r="r" b="b"/>
                <a:pathLst>
                  <a:path w="225805" h="225806">
                    <a:moveTo>
                      <a:pt x="225806" y="112903"/>
                    </a:moveTo>
                    <a:cubicBezTo>
                      <a:pt x="225806" y="175258"/>
                      <a:pt x="175257" y="225806"/>
                      <a:pt x="112903" y="225806"/>
                    </a:cubicBezTo>
                    <a:cubicBezTo>
                      <a:pt x="50548" y="225806"/>
                      <a:pt x="0" y="175258"/>
                      <a:pt x="0" y="112903"/>
                    </a:cubicBezTo>
                    <a:cubicBezTo>
                      <a:pt x="0" y="50548"/>
                      <a:pt x="50548" y="0"/>
                      <a:pt x="112903" y="0"/>
                    </a:cubicBezTo>
                    <a:cubicBezTo>
                      <a:pt x="175257" y="0"/>
                      <a:pt x="225806" y="50548"/>
                      <a:pt x="225806" y="112903"/>
                    </a:cubicBezTo>
                    <a:close/>
                  </a:path>
                </a:pathLst>
              </a:custGeom>
              <a:noFill/>
              <a:ln w="9017" cap="rnd">
                <a:solidFill>
                  <a:srgbClr val="000000"/>
                </a:solidFill>
                <a:prstDash val="solid"/>
                <a:round/>
              </a:ln>
            </p:spPr>
            <p:txBody>
              <a:bodyPr/>
              <a:lstStyle/>
              <a:p>
                <a:endParaRPr lang="en-US" sz="1701"/>
              </a:p>
            </p:txBody>
          </p:sp>
          <p:sp>
            <p:nvSpPr>
              <p:cNvPr id="5780" name="TextBox 5779">
                <a:extLst>
                  <a:ext uri="{FF2B5EF4-FFF2-40B4-BE49-F238E27FC236}">
                    <a16:creationId xmlns:a16="http://schemas.microsoft.com/office/drawing/2014/main" id="{7F22CDF4-D18B-44FA-1B6F-5F88C8C408BD}"/>
                  </a:ext>
                </a:extLst>
              </p:cNvPr>
              <p:cNvSpPr txBox="1"/>
              <p:nvPr/>
            </p:nvSpPr>
            <p:spPr>
              <a:xfrm>
                <a:off x="5335650" y="3922376"/>
                <a:ext cx="242934" cy="199369"/>
              </a:xfrm>
              <a:prstGeom prst="rect">
                <a:avLst/>
              </a:prstGeom>
              <a:noFill/>
            </p:spPr>
            <p:txBody>
              <a:bodyPr wrap="none" rtlCol="0">
                <a:spAutoFit/>
              </a:bodyPr>
              <a:lstStyle/>
              <a:p>
                <a:pPr algn="l"/>
                <a:r>
                  <a:rPr lang="en-US" sz="624">
                    <a:ln/>
                    <a:solidFill>
                      <a:srgbClr val="000000"/>
                    </a:solidFill>
                    <a:latin typeface="Arial"/>
                    <a:cs typeface="Arial"/>
                    <a:sym typeface="Arial"/>
                    <a:rtl val="0"/>
                  </a:rPr>
                  <a:t>2</a:t>
                </a:r>
              </a:p>
            </p:txBody>
          </p:sp>
          <p:sp>
            <p:nvSpPr>
              <p:cNvPr id="5781" name="TextBox 5780">
                <a:extLst>
                  <a:ext uri="{FF2B5EF4-FFF2-40B4-BE49-F238E27FC236}">
                    <a16:creationId xmlns:a16="http://schemas.microsoft.com/office/drawing/2014/main" id="{A0509B45-D5F8-C424-CC60-AE52D3494D3F}"/>
                  </a:ext>
                </a:extLst>
              </p:cNvPr>
              <p:cNvSpPr txBox="1"/>
              <p:nvPr/>
            </p:nvSpPr>
            <p:spPr>
              <a:xfrm>
                <a:off x="5335650" y="4055260"/>
                <a:ext cx="242934" cy="199369"/>
              </a:xfrm>
              <a:prstGeom prst="rect">
                <a:avLst/>
              </a:prstGeom>
              <a:noFill/>
            </p:spPr>
            <p:txBody>
              <a:bodyPr wrap="none" rtlCol="0">
                <a:spAutoFit/>
              </a:bodyPr>
              <a:lstStyle/>
              <a:p>
                <a:pPr algn="l"/>
                <a:r>
                  <a:rPr lang="en-US" sz="624">
                    <a:ln/>
                    <a:solidFill>
                      <a:srgbClr val="000000"/>
                    </a:solidFill>
                    <a:latin typeface="Arial"/>
                    <a:cs typeface="Arial"/>
                    <a:sym typeface="Arial"/>
                    <a:rtl val="0"/>
                  </a:rPr>
                  <a:t>3</a:t>
                </a:r>
              </a:p>
            </p:txBody>
          </p:sp>
          <p:sp>
            <p:nvSpPr>
              <p:cNvPr id="5782" name="TextBox 5781">
                <a:extLst>
                  <a:ext uri="{FF2B5EF4-FFF2-40B4-BE49-F238E27FC236}">
                    <a16:creationId xmlns:a16="http://schemas.microsoft.com/office/drawing/2014/main" id="{B95AD312-5550-DBCA-DFDF-C98FF0A3D261}"/>
                  </a:ext>
                </a:extLst>
              </p:cNvPr>
              <p:cNvSpPr txBox="1"/>
              <p:nvPr/>
            </p:nvSpPr>
            <p:spPr>
              <a:xfrm>
                <a:off x="5335650" y="4237986"/>
                <a:ext cx="242934" cy="199369"/>
              </a:xfrm>
              <a:prstGeom prst="rect">
                <a:avLst/>
              </a:prstGeom>
              <a:noFill/>
            </p:spPr>
            <p:txBody>
              <a:bodyPr wrap="none" rtlCol="0">
                <a:spAutoFit/>
              </a:bodyPr>
              <a:lstStyle/>
              <a:p>
                <a:pPr algn="l"/>
                <a:r>
                  <a:rPr lang="en-US" sz="624">
                    <a:ln/>
                    <a:solidFill>
                      <a:srgbClr val="000000"/>
                    </a:solidFill>
                    <a:latin typeface="Arial"/>
                    <a:cs typeface="Arial"/>
                    <a:sym typeface="Arial"/>
                    <a:rtl val="0"/>
                  </a:rPr>
                  <a:t>4</a:t>
                </a:r>
              </a:p>
            </p:txBody>
          </p:sp>
          <p:sp>
            <p:nvSpPr>
              <p:cNvPr id="5783" name="TextBox 5782">
                <a:extLst>
                  <a:ext uri="{FF2B5EF4-FFF2-40B4-BE49-F238E27FC236}">
                    <a16:creationId xmlns:a16="http://schemas.microsoft.com/office/drawing/2014/main" id="{40A6E066-6C6E-DA74-9104-A512EF9A2502}"/>
                  </a:ext>
                </a:extLst>
              </p:cNvPr>
              <p:cNvSpPr txBox="1"/>
              <p:nvPr/>
            </p:nvSpPr>
            <p:spPr>
              <a:xfrm>
                <a:off x="5335650" y="4445499"/>
                <a:ext cx="242934" cy="199369"/>
              </a:xfrm>
              <a:prstGeom prst="rect">
                <a:avLst/>
              </a:prstGeom>
              <a:noFill/>
            </p:spPr>
            <p:txBody>
              <a:bodyPr wrap="none" rtlCol="0">
                <a:spAutoFit/>
              </a:bodyPr>
              <a:lstStyle/>
              <a:p>
                <a:pPr algn="l"/>
                <a:r>
                  <a:rPr lang="en-US" sz="624">
                    <a:ln/>
                    <a:solidFill>
                      <a:srgbClr val="000000"/>
                    </a:solidFill>
                    <a:latin typeface="Arial"/>
                    <a:cs typeface="Arial"/>
                    <a:sym typeface="Arial"/>
                    <a:rtl val="0"/>
                  </a:rPr>
                  <a:t>5</a:t>
                </a:r>
              </a:p>
            </p:txBody>
          </p:sp>
          <p:sp>
            <p:nvSpPr>
              <p:cNvPr id="5784" name="TextBox 5783">
                <a:extLst>
                  <a:ext uri="{FF2B5EF4-FFF2-40B4-BE49-F238E27FC236}">
                    <a16:creationId xmlns:a16="http://schemas.microsoft.com/office/drawing/2014/main" id="{01858689-EAC3-548F-306E-435AB41CF650}"/>
                  </a:ext>
                </a:extLst>
              </p:cNvPr>
              <p:cNvSpPr txBox="1"/>
              <p:nvPr/>
            </p:nvSpPr>
            <p:spPr>
              <a:xfrm>
                <a:off x="5335650" y="4671351"/>
                <a:ext cx="242934" cy="199369"/>
              </a:xfrm>
              <a:prstGeom prst="rect">
                <a:avLst/>
              </a:prstGeom>
              <a:noFill/>
            </p:spPr>
            <p:txBody>
              <a:bodyPr wrap="none" rtlCol="0">
                <a:spAutoFit/>
              </a:bodyPr>
              <a:lstStyle/>
              <a:p>
                <a:pPr algn="l"/>
                <a:r>
                  <a:rPr lang="en-US" sz="624">
                    <a:ln/>
                    <a:solidFill>
                      <a:srgbClr val="000000"/>
                    </a:solidFill>
                    <a:latin typeface="Arial"/>
                    <a:cs typeface="Arial"/>
                    <a:sym typeface="Arial"/>
                    <a:rtl val="0"/>
                  </a:rPr>
                  <a:t>6</a:t>
                </a:r>
              </a:p>
            </p:txBody>
          </p:sp>
          <p:sp>
            <p:nvSpPr>
              <p:cNvPr id="5785" name="TextBox 5784">
                <a:extLst>
                  <a:ext uri="{FF2B5EF4-FFF2-40B4-BE49-F238E27FC236}">
                    <a16:creationId xmlns:a16="http://schemas.microsoft.com/office/drawing/2014/main" id="{6663D4B7-F9A9-1B98-45E6-03FF81EE7488}"/>
                  </a:ext>
                </a:extLst>
              </p:cNvPr>
              <p:cNvSpPr txBox="1"/>
              <p:nvPr/>
            </p:nvSpPr>
            <p:spPr>
              <a:xfrm>
                <a:off x="5335650" y="4906574"/>
                <a:ext cx="242934" cy="199369"/>
              </a:xfrm>
              <a:prstGeom prst="rect">
                <a:avLst/>
              </a:prstGeom>
              <a:noFill/>
            </p:spPr>
            <p:txBody>
              <a:bodyPr wrap="none" rtlCol="0">
                <a:spAutoFit/>
              </a:bodyPr>
              <a:lstStyle/>
              <a:p>
                <a:pPr algn="l"/>
                <a:r>
                  <a:rPr lang="en-US" sz="624">
                    <a:ln/>
                    <a:solidFill>
                      <a:srgbClr val="000000"/>
                    </a:solidFill>
                    <a:latin typeface="Arial"/>
                    <a:cs typeface="Arial"/>
                    <a:sym typeface="Arial"/>
                    <a:rtl val="0"/>
                  </a:rPr>
                  <a:t>7</a:t>
                </a:r>
              </a:p>
            </p:txBody>
          </p:sp>
        </p:grpSp>
        <p:sp>
          <p:nvSpPr>
            <p:cNvPr id="5762" name="TextBox 5761">
              <a:extLst>
                <a:ext uri="{FF2B5EF4-FFF2-40B4-BE49-F238E27FC236}">
                  <a16:creationId xmlns:a16="http://schemas.microsoft.com/office/drawing/2014/main" id="{702A13AF-EBC5-18E3-7950-66A012EE458A}"/>
                </a:ext>
              </a:extLst>
            </p:cNvPr>
            <p:cNvSpPr txBox="1"/>
            <p:nvPr/>
          </p:nvSpPr>
          <p:spPr>
            <a:xfrm>
              <a:off x="3235330" y="825400"/>
              <a:ext cx="2105359" cy="282428"/>
            </a:xfrm>
            <a:prstGeom prst="rect">
              <a:avLst/>
            </a:prstGeom>
            <a:noFill/>
          </p:spPr>
          <p:txBody>
            <a:bodyPr wrap="square" rtlCol="0">
              <a:spAutoFit/>
            </a:bodyPr>
            <a:lstStyle/>
            <a:p>
              <a:pPr algn="ctr"/>
              <a:r>
                <a:rPr lang="en-US" sz="1134" b="1" dirty="0">
                  <a:ln/>
                  <a:solidFill>
                    <a:srgbClr val="000000"/>
                  </a:solidFill>
                  <a:latin typeface="Arial"/>
                  <a:cs typeface="Arial"/>
                  <a:sym typeface="Arial"/>
                  <a:rtl val="0"/>
                </a:rPr>
                <a:t>6_POA_Mixed </a:t>
              </a:r>
              <a:r>
                <a:rPr lang="en-US" sz="1134" b="1" dirty="0" err="1">
                  <a:ln/>
                  <a:solidFill>
                    <a:srgbClr val="000000"/>
                  </a:solidFill>
                  <a:latin typeface="Arial"/>
                  <a:cs typeface="Arial"/>
                  <a:sym typeface="Arial"/>
                  <a:rtl val="0"/>
                </a:rPr>
                <a:t>DEGs:GO</a:t>
              </a:r>
              <a:endParaRPr lang="en-US" sz="1134" b="1" dirty="0">
                <a:ln/>
                <a:solidFill>
                  <a:srgbClr val="000000"/>
                </a:solidFill>
                <a:latin typeface="Arial"/>
                <a:cs typeface="Arial"/>
                <a:sym typeface="Arial"/>
                <a:rtl val="0"/>
              </a:endParaRPr>
            </a:p>
          </p:txBody>
        </p:sp>
        <p:grpSp>
          <p:nvGrpSpPr>
            <p:cNvPr id="5763" name="Group 5762">
              <a:extLst>
                <a:ext uri="{FF2B5EF4-FFF2-40B4-BE49-F238E27FC236}">
                  <a16:creationId xmlns:a16="http://schemas.microsoft.com/office/drawing/2014/main" id="{12A7D2D7-467E-73F6-010D-90F0A3441571}"/>
                </a:ext>
              </a:extLst>
            </p:cNvPr>
            <p:cNvGrpSpPr/>
            <p:nvPr/>
          </p:nvGrpSpPr>
          <p:grpSpPr>
            <a:xfrm>
              <a:off x="94802" y="1109142"/>
              <a:ext cx="3374534" cy="1748257"/>
              <a:chOff x="-215318" y="2893278"/>
              <a:chExt cx="3374534" cy="1748257"/>
            </a:xfrm>
          </p:grpSpPr>
          <p:sp>
            <p:nvSpPr>
              <p:cNvPr id="5764" name="TextBox 5763">
                <a:extLst>
                  <a:ext uri="{FF2B5EF4-FFF2-40B4-BE49-F238E27FC236}">
                    <a16:creationId xmlns:a16="http://schemas.microsoft.com/office/drawing/2014/main" id="{56337BDB-8529-69C7-16EA-00D5B441B3AB}"/>
                  </a:ext>
                </a:extLst>
              </p:cNvPr>
              <p:cNvSpPr txBox="1"/>
              <p:nvPr/>
            </p:nvSpPr>
            <p:spPr>
              <a:xfrm>
                <a:off x="484945" y="2893278"/>
                <a:ext cx="2674271"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 GPCR signaling pathway</a:t>
                </a:r>
              </a:p>
            </p:txBody>
          </p:sp>
          <p:sp>
            <p:nvSpPr>
              <p:cNvPr id="5765" name="TextBox 5764">
                <a:extLst>
                  <a:ext uri="{FF2B5EF4-FFF2-40B4-BE49-F238E27FC236}">
                    <a16:creationId xmlns:a16="http://schemas.microsoft.com/office/drawing/2014/main" id="{858844B2-0658-919B-9333-DC8B2BB87ABC}"/>
                  </a:ext>
                </a:extLst>
              </p:cNvPr>
              <p:cNvSpPr txBox="1"/>
              <p:nvPr/>
            </p:nvSpPr>
            <p:spPr>
              <a:xfrm>
                <a:off x="484945" y="3062994"/>
                <a:ext cx="2674271"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 GPCR receptor activity</a:t>
                </a:r>
              </a:p>
            </p:txBody>
          </p:sp>
          <p:sp>
            <p:nvSpPr>
              <p:cNvPr id="5766" name="TextBox 5765">
                <a:extLst>
                  <a:ext uri="{FF2B5EF4-FFF2-40B4-BE49-F238E27FC236}">
                    <a16:creationId xmlns:a16="http://schemas.microsoft.com/office/drawing/2014/main" id="{23D65548-9378-461F-7EE0-59C03BEFBB11}"/>
                  </a:ext>
                </a:extLst>
              </p:cNvPr>
              <p:cNvSpPr txBox="1"/>
              <p:nvPr/>
            </p:nvSpPr>
            <p:spPr>
              <a:xfrm>
                <a:off x="484945" y="3232710"/>
                <a:ext cx="2674271"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positive regulation of transcription by RNA pol III</a:t>
                </a:r>
              </a:p>
            </p:txBody>
          </p:sp>
          <p:sp>
            <p:nvSpPr>
              <p:cNvPr id="5767" name="TextBox 5766">
                <a:extLst>
                  <a:ext uri="{FF2B5EF4-FFF2-40B4-BE49-F238E27FC236}">
                    <a16:creationId xmlns:a16="http://schemas.microsoft.com/office/drawing/2014/main" id="{34DB0822-813F-9631-03EE-627DD7C1667E}"/>
                  </a:ext>
                </a:extLst>
              </p:cNvPr>
              <p:cNvSpPr txBox="1"/>
              <p:nvPr/>
            </p:nvSpPr>
            <p:spPr>
              <a:xfrm>
                <a:off x="484945" y="3402426"/>
                <a:ext cx="2674271"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protein tyrosine phosphatase activity</a:t>
                </a:r>
              </a:p>
            </p:txBody>
          </p:sp>
          <p:sp>
            <p:nvSpPr>
              <p:cNvPr id="5768" name="TextBox 5767">
                <a:extLst>
                  <a:ext uri="{FF2B5EF4-FFF2-40B4-BE49-F238E27FC236}">
                    <a16:creationId xmlns:a16="http://schemas.microsoft.com/office/drawing/2014/main" id="{690DDCA6-4D07-942B-FC67-854B0DFBFE18}"/>
                  </a:ext>
                </a:extLst>
              </p:cNvPr>
              <p:cNvSpPr txBox="1"/>
              <p:nvPr/>
            </p:nvSpPr>
            <p:spPr>
              <a:xfrm>
                <a:off x="484945" y="3572142"/>
                <a:ext cx="2674271"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learning or memory</a:t>
                </a:r>
              </a:p>
            </p:txBody>
          </p:sp>
          <p:sp>
            <p:nvSpPr>
              <p:cNvPr id="5769" name="TextBox 5768">
                <a:extLst>
                  <a:ext uri="{FF2B5EF4-FFF2-40B4-BE49-F238E27FC236}">
                    <a16:creationId xmlns:a16="http://schemas.microsoft.com/office/drawing/2014/main" id="{AD27CB27-9242-A460-D1EA-2E3789FCB4E7}"/>
                  </a:ext>
                </a:extLst>
              </p:cNvPr>
              <p:cNvSpPr txBox="1"/>
              <p:nvPr/>
            </p:nvSpPr>
            <p:spPr>
              <a:xfrm>
                <a:off x="190494" y="3682337"/>
                <a:ext cx="2968722" cy="343908"/>
              </a:xfrm>
              <a:prstGeom prst="rect">
                <a:avLst/>
              </a:prstGeom>
              <a:noFill/>
            </p:spPr>
            <p:txBody>
              <a:bodyPr wrap="square" rtlCol="0">
                <a:spAutoFit/>
              </a:bodyPr>
              <a:lstStyle/>
              <a:p>
                <a:pPr algn="r"/>
                <a:r>
                  <a:rPr lang="en-US" sz="756">
                    <a:ln/>
                    <a:solidFill>
                      <a:srgbClr val="000000"/>
                    </a:solidFill>
                    <a:latin typeface="Arial"/>
                    <a:cs typeface="Arial"/>
                    <a:sym typeface="Arial"/>
                    <a:rtl val="0"/>
                  </a:rPr>
                  <a:t>non-membrane spanning protein tyrosine phosphatase activity</a:t>
                </a:r>
              </a:p>
            </p:txBody>
          </p:sp>
          <p:sp>
            <p:nvSpPr>
              <p:cNvPr id="5770" name="TextBox 5769">
                <a:extLst>
                  <a:ext uri="{FF2B5EF4-FFF2-40B4-BE49-F238E27FC236}">
                    <a16:creationId xmlns:a16="http://schemas.microsoft.com/office/drawing/2014/main" id="{E321C7A2-88EB-075B-C158-BC87252BACEC}"/>
                  </a:ext>
                </a:extLst>
              </p:cNvPr>
              <p:cNvSpPr txBox="1"/>
              <p:nvPr/>
            </p:nvSpPr>
            <p:spPr>
              <a:xfrm>
                <a:off x="-215318" y="3911574"/>
                <a:ext cx="3374534"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protein tyrosine phosphatase activity, metal-dependent</a:t>
                </a:r>
              </a:p>
            </p:txBody>
          </p:sp>
          <p:sp>
            <p:nvSpPr>
              <p:cNvPr id="5771" name="TextBox 5770">
                <a:extLst>
                  <a:ext uri="{FF2B5EF4-FFF2-40B4-BE49-F238E27FC236}">
                    <a16:creationId xmlns:a16="http://schemas.microsoft.com/office/drawing/2014/main" id="{FE99148F-81DB-5874-C243-728D7D825704}"/>
                  </a:ext>
                </a:extLst>
              </p:cNvPr>
              <p:cNvSpPr txBox="1"/>
              <p:nvPr/>
            </p:nvSpPr>
            <p:spPr>
              <a:xfrm>
                <a:off x="-215318" y="4081291"/>
                <a:ext cx="3374534"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perineuronal net</a:t>
                </a:r>
              </a:p>
            </p:txBody>
          </p:sp>
          <p:sp>
            <p:nvSpPr>
              <p:cNvPr id="5772" name="TextBox 5771">
                <a:extLst>
                  <a:ext uri="{FF2B5EF4-FFF2-40B4-BE49-F238E27FC236}">
                    <a16:creationId xmlns:a16="http://schemas.microsoft.com/office/drawing/2014/main" id="{3BECB0BF-7062-2870-6CCB-5D518303DF83}"/>
                  </a:ext>
                </a:extLst>
              </p:cNvPr>
              <p:cNvSpPr txBox="1"/>
              <p:nvPr/>
            </p:nvSpPr>
            <p:spPr>
              <a:xfrm>
                <a:off x="-215318" y="4251006"/>
                <a:ext cx="3374534"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estrogen response element binding</a:t>
                </a:r>
              </a:p>
            </p:txBody>
          </p:sp>
          <p:sp>
            <p:nvSpPr>
              <p:cNvPr id="5773" name="TextBox 5772">
                <a:extLst>
                  <a:ext uri="{FF2B5EF4-FFF2-40B4-BE49-F238E27FC236}">
                    <a16:creationId xmlns:a16="http://schemas.microsoft.com/office/drawing/2014/main" id="{42F88E07-1668-6EAB-580F-69DB9D17ED8A}"/>
                  </a:ext>
                </a:extLst>
              </p:cNvPr>
              <p:cNvSpPr txBox="1"/>
              <p:nvPr/>
            </p:nvSpPr>
            <p:spPr>
              <a:xfrm>
                <a:off x="-215318" y="4420723"/>
                <a:ext cx="3374534" cy="220812"/>
              </a:xfrm>
              <a:prstGeom prst="rect">
                <a:avLst/>
              </a:prstGeom>
              <a:noFill/>
            </p:spPr>
            <p:txBody>
              <a:bodyPr wrap="square" rtlCol="0">
                <a:spAutoFit/>
              </a:bodyPr>
              <a:lstStyle/>
              <a:p>
                <a:pPr algn="r"/>
                <a:r>
                  <a:rPr lang="en-US" sz="756">
                    <a:ln/>
                    <a:solidFill>
                      <a:srgbClr val="000000"/>
                    </a:solidFill>
                    <a:latin typeface="Arial"/>
                    <a:cs typeface="Arial"/>
                    <a:sym typeface="Arial"/>
                    <a:rtl val="0"/>
                  </a:rPr>
                  <a:t>peptidyl-tyrosine dephosphorylation</a:t>
                </a:r>
              </a:p>
            </p:txBody>
          </p:sp>
        </p:grpSp>
      </p:grpSp>
      <p:sp>
        <p:nvSpPr>
          <p:cNvPr id="5" name="TextBox 4">
            <a:extLst>
              <a:ext uri="{FF2B5EF4-FFF2-40B4-BE49-F238E27FC236}">
                <a16:creationId xmlns:a16="http://schemas.microsoft.com/office/drawing/2014/main" id="{F8499B7D-E55C-392C-25FB-0532EFF441F2}"/>
              </a:ext>
            </a:extLst>
          </p:cNvPr>
          <p:cNvSpPr txBox="1"/>
          <p:nvPr/>
        </p:nvSpPr>
        <p:spPr>
          <a:xfrm>
            <a:off x="0" y="6324597"/>
            <a:ext cx="6480175" cy="830997"/>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Supplementary Fig.5. GO analysis of all of the DEGs in 6_POA_Mixed. </a:t>
            </a:r>
            <a:r>
              <a:rPr lang="en-US" sz="1200" dirty="0" err="1">
                <a:latin typeface="Arial" panose="020B0604020202020204" pitchFamily="34" charset="0"/>
                <a:cs typeface="Arial" panose="020B0604020202020204" pitchFamily="34" charset="0"/>
              </a:rPr>
              <a:t>Ccolor</a:t>
            </a:r>
            <a:r>
              <a:rPr lang="en-US" sz="1200" dirty="0">
                <a:latin typeface="Arial" panose="020B0604020202020204" pitchFamily="34" charset="0"/>
                <a:cs typeface="Arial" panose="020B0604020202020204" pitchFamily="34" charset="0"/>
              </a:rPr>
              <a:t> indicates false discovery rate adjusted p value, point size indicates the number of genes annotated with that term, and “</a:t>
            </a:r>
            <a:r>
              <a:rPr lang="en-US" sz="1200" dirty="0" err="1">
                <a:latin typeface="Arial" panose="020B0604020202020204" pitchFamily="34" charset="0"/>
                <a:cs typeface="Arial" panose="020B0604020202020204" pitchFamily="34" charset="0"/>
              </a:rPr>
              <a:t>GeneRatio</a:t>
            </a:r>
            <a:r>
              <a:rPr lang="en-US" sz="1200" dirty="0">
                <a:latin typeface="Arial" panose="020B0604020202020204" pitchFamily="34" charset="0"/>
                <a:cs typeface="Arial" panose="020B0604020202020204" pitchFamily="34" charset="0"/>
              </a:rPr>
              <a:t>” indicates the proportion of genes annotated with that GO term divided by all annotated genes in our list. </a:t>
            </a:r>
          </a:p>
        </p:txBody>
      </p:sp>
      <p:sp>
        <p:nvSpPr>
          <p:cNvPr id="6" name="Rectangle 5">
            <a:extLst>
              <a:ext uri="{FF2B5EF4-FFF2-40B4-BE49-F238E27FC236}">
                <a16:creationId xmlns:a16="http://schemas.microsoft.com/office/drawing/2014/main" id="{EB436F6C-3D74-2B05-AE7B-C5A9BB711FBA}"/>
              </a:ext>
            </a:extLst>
          </p:cNvPr>
          <p:cNvSpPr/>
          <p:nvPr/>
        </p:nvSpPr>
        <p:spPr>
          <a:xfrm>
            <a:off x="-1104601" y="217816"/>
            <a:ext cx="4114800" cy="25107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RGC DAR MATRIX</a:t>
            </a:r>
          </a:p>
        </p:txBody>
      </p:sp>
    </p:spTree>
    <p:extLst>
      <p:ext uri="{BB962C8B-B14F-4D97-AF65-F5344CB8AC3E}">
        <p14:creationId xmlns:p14="http://schemas.microsoft.com/office/powerpoint/2010/main" val="4248919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Rectangle 154">
            <a:extLst>
              <a:ext uri="{FF2B5EF4-FFF2-40B4-BE49-F238E27FC236}">
                <a16:creationId xmlns:a16="http://schemas.microsoft.com/office/drawing/2014/main" id="{3045A943-880C-E173-D033-2BA2405F9096}"/>
              </a:ext>
            </a:extLst>
          </p:cNvPr>
          <p:cNvSpPr/>
          <p:nvPr/>
        </p:nvSpPr>
        <p:spPr>
          <a:xfrm>
            <a:off x="5830" y="-21724"/>
            <a:ext cx="1828800" cy="1828800"/>
          </a:xfrm>
          <a:prstGeom prst="rect">
            <a:avLst/>
          </a:prstGeom>
          <a:solidFill>
            <a:srgbClr val="FFFFFF"/>
          </a:solidFill>
          <a:ln w="12700" cap="rnd">
            <a:noFill/>
            <a:prstDash val="solid"/>
            <a:round/>
          </a:ln>
        </p:spPr>
        <p:txBody>
          <a:bodyPr/>
          <a:lstStyle/>
          <a:p>
            <a:endParaRPr lang="en-US" sz="2800"/>
          </a:p>
        </p:txBody>
      </p:sp>
      <p:sp>
        <p:nvSpPr>
          <p:cNvPr id="156" name="Rectangle 155">
            <a:extLst>
              <a:ext uri="{FF2B5EF4-FFF2-40B4-BE49-F238E27FC236}">
                <a16:creationId xmlns:a16="http://schemas.microsoft.com/office/drawing/2014/main" id="{958BAB24-6060-D34F-1238-F83B8CDA7418}"/>
              </a:ext>
            </a:extLst>
          </p:cNvPr>
          <p:cNvSpPr/>
          <p:nvPr/>
        </p:nvSpPr>
        <p:spPr>
          <a:xfrm>
            <a:off x="5830" y="-21724"/>
            <a:ext cx="1828800" cy="1828800"/>
          </a:xfrm>
          <a:prstGeom prst="rect">
            <a:avLst/>
          </a:prstGeom>
          <a:solidFill>
            <a:srgbClr val="FFFFFF"/>
          </a:solidFill>
          <a:ln w="13589" cap="rnd">
            <a:solidFill>
              <a:srgbClr val="FFFFFF"/>
            </a:solidFill>
            <a:prstDash val="solid"/>
            <a:round/>
          </a:ln>
        </p:spPr>
        <p:txBody>
          <a:bodyPr/>
          <a:lstStyle/>
          <a:p>
            <a:endParaRPr lang="en-US" sz="2800"/>
          </a:p>
        </p:txBody>
      </p:sp>
      <p:grpSp>
        <p:nvGrpSpPr>
          <p:cNvPr id="157" name="Graphic 152">
            <a:extLst>
              <a:ext uri="{FF2B5EF4-FFF2-40B4-BE49-F238E27FC236}">
                <a16:creationId xmlns:a16="http://schemas.microsoft.com/office/drawing/2014/main" id="{0DA0EDF8-EF43-9560-521D-E0F1805A1292}"/>
              </a:ext>
            </a:extLst>
          </p:cNvPr>
          <p:cNvGrpSpPr/>
          <p:nvPr/>
        </p:nvGrpSpPr>
        <p:grpSpPr>
          <a:xfrm>
            <a:off x="519672" y="230840"/>
            <a:ext cx="1245489" cy="1176312"/>
            <a:chOff x="3411029" y="1611315"/>
            <a:chExt cx="1245489" cy="1176312"/>
          </a:xfrm>
        </p:grpSpPr>
        <p:sp>
          <p:nvSpPr>
            <p:cNvPr id="158" name="Rectangle 157">
              <a:extLst>
                <a:ext uri="{FF2B5EF4-FFF2-40B4-BE49-F238E27FC236}">
                  <a16:creationId xmlns:a16="http://schemas.microsoft.com/office/drawing/2014/main" id="{03B6E55C-C646-15F8-1DBA-AD6DD810D8EA}"/>
                </a:ext>
              </a:extLst>
            </p:cNvPr>
            <p:cNvSpPr/>
            <p:nvPr/>
          </p:nvSpPr>
          <p:spPr>
            <a:xfrm>
              <a:off x="3411029" y="1653137"/>
              <a:ext cx="1245489" cy="1134490"/>
            </a:xfrm>
            <a:prstGeom prst="rect">
              <a:avLst/>
            </a:prstGeom>
            <a:solidFill>
              <a:srgbClr val="FFFFFF"/>
            </a:solidFill>
            <a:ln w="13589" cap="rnd">
              <a:noFill/>
              <a:prstDash val="solid"/>
              <a:round/>
            </a:ln>
          </p:spPr>
          <p:txBody>
            <a:bodyPr/>
            <a:lstStyle/>
            <a:p>
              <a:endParaRPr lang="en-US" sz="2800"/>
            </a:p>
          </p:txBody>
        </p:sp>
        <p:sp>
          <p:nvSpPr>
            <p:cNvPr id="159" name="Freeform: Shape 158">
              <a:extLst>
                <a:ext uri="{FF2B5EF4-FFF2-40B4-BE49-F238E27FC236}">
                  <a16:creationId xmlns:a16="http://schemas.microsoft.com/office/drawing/2014/main" id="{37F41487-85C1-42BF-6921-DD2751926CAE}"/>
                </a:ext>
              </a:extLst>
            </p:cNvPr>
            <p:cNvSpPr/>
            <p:nvPr/>
          </p:nvSpPr>
          <p:spPr>
            <a:xfrm>
              <a:off x="3554666" y="2048488"/>
              <a:ext cx="12700" cy="162178"/>
            </a:xfrm>
            <a:custGeom>
              <a:avLst/>
              <a:gdLst>
                <a:gd name="csX0" fmla="*/ 0 w 12700"/>
                <a:gd name="csY0" fmla="*/ 162179 h 162178"/>
                <a:gd name="csX1" fmla="*/ 0 w 12700"/>
                <a:gd name="csY1" fmla="*/ 0 h 162178"/>
              </a:gdLst>
              <a:ahLst/>
              <a:cxnLst>
                <a:cxn ang="0">
                  <a:pos x="csX0" y="csY0"/>
                </a:cxn>
                <a:cxn ang="0">
                  <a:pos x="csX1" y="csY1"/>
                </a:cxn>
              </a:cxnLst>
              <a:rect l="l" t="t" r="r" b="b"/>
              <a:pathLst>
                <a:path w="12700" h="162178">
                  <a:moveTo>
                    <a:pt x="0" y="162179"/>
                  </a:moveTo>
                  <a:lnTo>
                    <a:pt x="0" y="0"/>
                  </a:lnTo>
                </a:path>
              </a:pathLst>
            </a:custGeom>
            <a:ln w="13589" cap="flat">
              <a:solidFill>
                <a:srgbClr val="333333"/>
              </a:solidFill>
              <a:prstDash val="solid"/>
              <a:round/>
            </a:ln>
          </p:spPr>
          <p:txBody>
            <a:bodyPr/>
            <a:lstStyle/>
            <a:p>
              <a:endParaRPr lang="en-US" sz="2800"/>
            </a:p>
          </p:txBody>
        </p:sp>
        <p:sp>
          <p:nvSpPr>
            <p:cNvPr id="160" name="Freeform: Shape 159">
              <a:extLst>
                <a:ext uri="{FF2B5EF4-FFF2-40B4-BE49-F238E27FC236}">
                  <a16:creationId xmlns:a16="http://schemas.microsoft.com/office/drawing/2014/main" id="{BE017B59-4EA9-FD6C-9AAF-1307F85A3FFD}"/>
                </a:ext>
              </a:extLst>
            </p:cNvPr>
            <p:cNvSpPr/>
            <p:nvPr/>
          </p:nvSpPr>
          <p:spPr>
            <a:xfrm>
              <a:off x="3554666" y="2403453"/>
              <a:ext cx="12700" cy="185547"/>
            </a:xfrm>
            <a:custGeom>
              <a:avLst/>
              <a:gdLst>
                <a:gd name="csX0" fmla="*/ 0 w 12700"/>
                <a:gd name="csY0" fmla="*/ 0 h 185547"/>
                <a:gd name="csX1" fmla="*/ 0 w 12700"/>
                <a:gd name="csY1" fmla="*/ 185547 h 185547"/>
              </a:gdLst>
              <a:ahLst/>
              <a:cxnLst>
                <a:cxn ang="0">
                  <a:pos x="csX0" y="csY0"/>
                </a:cxn>
                <a:cxn ang="0">
                  <a:pos x="csX1" y="csY1"/>
                </a:cxn>
              </a:cxnLst>
              <a:rect l="l" t="t" r="r" b="b"/>
              <a:pathLst>
                <a:path w="12700" h="185547">
                  <a:moveTo>
                    <a:pt x="0" y="0"/>
                  </a:moveTo>
                  <a:lnTo>
                    <a:pt x="0" y="185547"/>
                  </a:lnTo>
                </a:path>
              </a:pathLst>
            </a:custGeom>
            <a:ln w="13589" cap="flat">
              <a:solidFill>
                <a:srgbClr val="333333"/>
              </a:solidFill>
              <a:prstDash val="solid"/>
              <a:round/>
            </a:ln>
          </p:spPr>
          <p:txBody>
            <a:bodyPr/>
            <a:lstStyle/>
            <a:p>
              <a:endParaRPr lang="en-US" sz="2800"/>
            </a:p>
          </p:txBody>
        </p:sp>
        <p:sp>
          <p:nvSpPr>
            <p:cNvPr id="161" name="Freeform: Shape 160">
              <a:extLst>
                <a:ext uri="{FF2B5EF4-FFF2-40B4-BE49-F238E27FC236}">
                  <a16:creationId xmlns:a16="http://schemas.microsoft.com/office/drawing/2014/main" id="{D39092A4-7FF5-1D8C-4321-DD9E73515333}"/>
                </a:ext>
              </a:extLst>
            </p:cNvPr>
            <p:cNvSpPr/>
            <p:nvPr/>
          </p:nvSpPr>
          <p:spPr>
            <a:xfrm>
              <a:off x="3482784" y="2210667"/>
              <a:ext cx="143763" cy="192786"/>
            </a:xfrm>
            <a:custGeom>
              <a:avLst/>
              <a:gdLst>
                <a:gd name="csX0" fmla="*/ 0 w 143763"/>
                <a:gd name="csY0" fmla="*/ 0 h 192786"/>
                <a:gd name="csX1" fmla="*/ 0 w 143763"/>
                <a:gd name="csY1" fmla="*/ 192786 h 192786"/>
                <a:gd name="csX2" fmla="*/ 143764 w 143763"/>
                <a:gd name="csY2" fmla="*/ 192786 h 192786"/>
                <a:gd name="csX3" fmla="*/ 143764 w 143763"/>
                <a:gd name="csY3" fmla="*/ 0 h 192786"/>
                <a:gd name="csX4" fmla="*/ 0 w 143763"/>
                <a:gd name="csY4" fmla="*/ 0 h 192786"/>
              </a:gdLst>
              <a:ahLst/>
              <a:cxnLst>
                <a:cxn ang="0">
                  <a:pos x="csX0" y="csY0"/>
                </a:cxn>
                <a:cxn ang="0">
                  <a:pos x="csX1" y="csY1"/>
                </a:cxn>
                <a:cxn ang="0">
                  <a:pos x="csX2" y="csY2"/>
                </a:cxn>
                <a:cxn ang="0">
                  <a:pos x="csX3" y="csY3"/>
                </a:cxn>
                <a:cxn ang="0">
                  <a:pos x="csX4" y="csY4"/>
                </a:cxn>
              </a:cxnLst>
              <a:rect l="l" t="t" r="r" b="b"/>
              <a:pathLst>
                <a:path w="143763" h="192786">
                  <a:moveTo>
                    <a:pt x="0" y="0"/>
                  </a:moveTo>
                  <a:lnTo>
                    <a:pt x="0" y="192786"/>
                  </a:lnTo>
                  <a:lnTo>
                    <a:pt x="143764" y="192786"/>
                  </a:lnTo>
                  <a:lnTo>
                    <a:pt x="143764" y="0"/>
                  </a:lnTo>
                  <a:lnTo>
                    <a:pt x="0" y="0"/>
                  </a:lnTo>
                  <a:close/>
                </a:path>
              </a:pathLst>
            </a:custGeom>
            <a:solidFill>
              <a:srgbClr val="1965B0"/>
            </a:solidFill>
            <a:ln w="13589" cap="flat">
              <a:solidFill>
                <a:srgbClr val="333333"/>
              </a:solidFill>
              <a:prstDash val="solid"/>
              <a:miter/>
            </a:ln>
          </p:spPr>
          <p:txBody>
            <a:bodyPr/>
            <a:lstStyle/>
            <a:p>
              <a:endParaRPr lang="en-US" sz="2800"/>
            </a:p>
          </p:txBody>
        </p:sp>
        <p:sp>
          <p:nvSpPr>
            <p:cNvPr id="162" name="Freeform: Shape 161">
              <a:extLst>
                <a:ext uri="{FF2B5EF4-FFF2-40B4-BE49-F238E27FC236}">
                  <a16:creationId xmlns:a16="http://schemas.microsoft.com/office/drawing/2014/main" id="{AB533553-A332-93A1-0B61-ABC8A5805BB2}"/>
                </a:ext>
              </a:extLst>
            </p:cNvPr>
            <p:cNvSpPr/>
            <p:nvPr/>
          </p:nvSpPr>
          <p:spPr>
            <a:xfrm>
              <a:off x="3482784" y="2363702"/>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endParaRPr lang="en-US" sz="2800"/>
            </a:p>
          </p:txBody>
        </p:sp>
        <p:sp>
          <p:nvSpPr>
            <p:cNvPr id="163" name="Freeform: Shape 162">
              <a:extLst>
                <a:ext uri="{FF2B5EF4-FFF2-40B4-BE49-F238E27FC236}">
                  <a16:creationId xmlns:a16="http://schemas.microsoft.com/office/drawing/2014/main" id="{AF77FF59-C9CA-C9B7-5CD7-A74004A764B3}"/>
                </a:ext>
              </a:extLst>
            </p:cNvPr>
            <p:cNvSpPr/>
            <p:nvPr/>
          </p:nvSpPr>
          <p:spPr>
            <a:xfrm>
              <a:off x="3794188" y="2409041"/>
              <a:ext cx="12700" cy="82803"/>
            </a:xfrm>
            <a:custGeom>
              <a:avLst/>
              <a:gdLst>
                <a:gd name="csX0" fmla="*/ 0 w 12700"/>
                <a:gd name="csY0" fmla="*/ 82804 h 82803"/>
                <a:gd name="csX1" fmla="*/ 0 w 12700"/>
                <a:gd name="csY1" fmla="*/ 0 h 82803"/>
              </a:gdLst>
              <a:ahLst/>
              <a:cxnLst>
                <a:cxn ang="0">
                  <a:pos x="csX0" y="csY0"/>
                </a:cxn>
                <a:cxn ang="0">
                  <a:pos x="csX1" y="csY1"/>
                </a:cxn>
              </a:cxnLst>
              <a:rect l="l" t="t" r="r" b="b"/>
              <a:pathLst>
                <a:path w="12700" h="82803">
                  <a:moveTo>
                    <a:pt x="0" y="82804"/>
                  </a:moveTo>
                  <a:lnTo>
                    <a:pt x="0" y="0"/>
                  </a:lnTo>
                </a:path>
              </a:pathLst>
            </a:custGeom>
            <a:ln w="13589" cap="flat">
              <a:solidFill>
                <a:srgbClr val="333333"/>
              </a:solidFill>
              <a:prstDash val="solid"/>
              <a:round/>
            </a:ln>
          </p:spPr>
          <p:txBody>
            <a:bodyPr/>
            <a:lstStyle/>
            <a:p>
              <a:endParaRPr lang="en-US" sz="2800"/>
            </a:p>
          </p:txBody>
        </p:sp>
        <p:sp>
          <p:nvSpPr>
            <p:cNvPr id="164" name="Freeform: Shape 163">
              <a:extLst>
                <a:ext uri="{FF2B5EF4-FFF2-40B4-BE49-F238E27FC236}">
                  <a16:creationId xmlns:a16="http://schemas.microsoft.com/office/drawing/2014/main" id="{ECDEB4F5-49B7-F86C-FA30-9FB9D2B2164F}"/>
                </a:ext>
              </a:extLst>
            </p:cNvPr>
            <p:cNvSpPr/>
            <p:nvPr/>
          </p:nvSpPr>
          <p:spPr>
            <a:xfrm>
              <a:off x="3794188" y="2661263"/>
              <a:ext cx="12700" cy="74675"/>
            </a:xfrm>
            <a:custGeom>
              <a:avLst/>
              <a:gdLst>
                <a:gd name="csX0" fmla="*/ 0 w 12700"/>
                <a:gd name="csY0" fmla="*/ 0 h 74675"/>
                <a:gd name="csX1" fmla="*/ 0 w 12700"/>
                <a:gd name="csY1" fmla="*/ 74676 h 74675"/>
              </a:gdLst>
              <a:ahLst/>
              <a:cxnLst>
                <a:cxn ang="0">
                  <a:pos x="csX0" y="csY0"/>
                </a:cxn>
                <a:cxn ang="0">
                  <a:pos x="csX1" y="csY1"/>
                </a:cxn>
              </a:cxnLst>
              <a:rect l="l" t="t" r="r" b="b"/>
              <a:pathLst>
                <a:path w="12700" h="74675">
                  <a:moveTo>
                    <a:pt x="0" y="0"/>
                  </a:moveTo>
                  <a:lnTo>
                    <a:pt x="0" y="74676"/>
                  </a:lnTo>
                </a:path>
              </a:pathLst>
            </a:custGeom>
            <a:ln w="13589" cap="flat">
              <a:solidFill>
                <a:srgbClr val="333333"/>
              </a:solidFill>
              <a:prstDash val="solid"/>
              <a:round/>
            </a:ln>
          </p:spPr>
          <p:txBody>
            <a:bodyPr/>
            <a:lstStyle/>
            <a:p>
              <a:endParaRPr lang="en-US" sz="2800"/>
            </a:p>
          </p:txBody>
        </p:sp>
        <p:sp>
          <p:nvSpPr>
            <p:cNvPr id="165" name="Freeform: Shape 164">
              <a:extLst>
                <a:ext uri="{FF2B5EF4-FFF2-40B4-BE49-F238E27FC236}">
                  <a16:creationId xmlns:a16="http://schemas.microsoft.com/office/drawing/2014/main" id="{07AC31AD-BBC2-CEB9-D6BD-8309A8C15805}"/>
                </a:ext>
              </a:extLst>
            </p:cNvPr>
            <p:cNvSpPr/>
            <p:nvPr/>
          </p:nvSpPr>
          <p:spPr>
            <a:xfrm>
              <a:off x="3722306" y="2491845"/>
              <a:ext cx="143763" cy="169417"/>
            </a:xfrm>
            <a:custGeom>
              <a:avLst/>
              <a:gdLst>
                <a:gd name="csX0" fmla="*/ 0 w 143763"/>
                <a:gd name="csY0" fmla="*/ 0 h 169417"/>
                <a:gd name="csX1" fmla="*/ 0 w 143763"/>
                <a:gd name="csY1" fmla="*/ 169418 h 169417"/>
                <a:gd name="csX2" fmla="*/ 143764 w 143763"/>
                <a:gd name="csY2" fmla="*/ 169418 h 169417"/>
                <a:gd name="csX3" fmla="*/ 143764 w 143763"/>
                <a:gd name="csY3" fmla="*/ 0 h 169417"/>
                <a:gd name="csX4" fmla="*/ 0 w 143763"/>
                <a:gd name="csY4" fmla="*/ 0 h 169417"/>
              </a:gdLst>
              <a:ahLst/>
              <a:cxnLst>
                <a:cxn ang="0">
                  <a:pos x="csX0" y="csY0"/>
                </a:cxn>
                <a:cxn ang="0">
                  <a:pos x="csX1" y="csY1"/>
                </a:cxn>
                <a:cxn ang="0">
                  <a:pos x="csX2" y="csY2"/>
                </a:cxn>
                <a:cxn ang="0">
                  <a:pos x="csX3" y="csY3"/>
                </a:cxn>
                <a:cxn ang="0">
                  <a:pos x="csX4" y="csY4"/>
                </a:cxn>
              </a:cxnLst>
              <a:rect l="l" t="t" r="r" b="b"/>
              <a:pathLst>
                <a:path w="143763" h="169417">
                  <a:moveTo>
                    <a:pt x="0" y="0"/>
                  </a:moveTo>
                  <a:lnTo>
                    <a:pt x="0" y="169418"/>
                  </a:lnTo>
                  <a:lnTo>
                    <a:pt x="143764" y="169418"/>
                  </a:lnTo>
                  <a:lnTo>
                    <a:pt x="143764" y="0"/>
                  </a:lnTo>
                  <a:lnTo>
                    <a:pt x="0" y="0"/>
                  </a:lnTo>
                  <a:close/>
                </a:path>
              </a:pathLst>
            </a:custGeom>
            <a:solidFill>
              <a:srgbClr val="4EB265"/>
            </a:solidFill>
            <a:ln w="13589" cap="flat">
              <a:solidFill>
                <a:srgbClr val="333333"/>
              </a:solidFill>
              <a:prstDash val="solid"/>
              <a:miter/>
            </a:ln>
          </p:spPr>
          <p:txBody>
            <a:bodyPr/>
            <a:lstStyle/>
            <a:p>
              <a:endParaRPr lang="en-US" sz="2800"/>
            </a:p>
          </p:txBody>
        </p:sp>
        <p:sp>
          <p:nvSpPr>
            <p:cNvPr id="166" name="Freeform: Shape 165">
              <a:extLst>
                <a:ext uri="{FF2B5EF4-FFF2-40B4-BE49-F238E27FC236}">
                  <a16:creationId xmlns:a16="http://schemas.microsoft.com/office/drawing/2014/main" id="{02B56AA7-B608-323D-17E6-F92F1BC246FF}"/>
                </a:ext>
              </a:extLst>
            </p:cNvPr>
            <p:cNvSpPr/>
            <p:nvPr/>
          </p:nvSpPr>
          <p:spPr>
            <a:xfrm>
              <a:off x="3722306" y="2595477"/>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endParaRPr lang="en-US" sz="2800"/>
            </a:p>
          </p:txBody>
        </p:sp>
        <p:sp>
          <p:nvSpPr>
            <p:cNvPr id="167" name="Freeform: Shape 166">
              <a:extLst>
                <a:ext uri="{FF2B5EF4-FFF2-40B4-BE49-F238E27FC236}">
                  <a16:creationId xmlns:a16="http://schemas.microsoft.com/office/drawing/2014/main" id="{0E772005-F653-DDBA-A639-A2CD3C74A466}"/>
                </a:ext>
              </a:extLst>
            </p:cNvPr>
            <p:cNvSpPr/>
            <p:nvPr/>
          </p:nvSpPr>
          <p:spPr>
            <a:xfrm>
              <a:off x="3961828" y="2735939"/>
              <a:ext cx="143763" cy="12700"/>
            </a:xfrm>
            <a:custGeom>
              <a:avLst/>
              <a:gdLst>
                <a:gd name="csX0" fmla="*/ 0 w 143763"/>
                <a:gd name="csY0" fmla="*/ 0 h 12700"/>
                <a:gd name="csX1" fmla="*/ 0 w 143763"/>
                <a:gd name="csY1" fmla="*/ 0 h 12700"/>
                <a:gd name="csX2" fmla="*/ 143764 w 143763"/>
                <a:gd name="csY2" fmla="*/ 0 h 12700"/>
                <a:gd name="csX3" fmla="*/ 143764 w 143763"/>
                <a:gd name="csY3" fmla="*/ 0 h 12700"/>
                <a:gd name="csX4" fmla="*/ 0 w 143763"/>
                <a:gd name="csY4" fmla="*/ 0 h 12700"/>
              </a:gdLst>
              <a:ahLst/>
              <a:cxnLst>
                <a:cxn ang="0">
                  <a:pos x="csX0" y="csY0"/>
                </a:cxn>
                <a:cxn ang="0">
                  <a:pos x="csX1" y="csY1"/>
                </a:cxn>
                <a:cxn ang="0">
                  <a:pos x="csX2" y="csY2"/>
                </a:cxn>
                <a:cxn ang="0">
                  <a:pos x="csX3" y="csY3"/>
                </a:cxn>
                <a:cxn ang="0">
                  <a:pos x="csX4" y="csY4"/>
                </a:cxn>
              </a:cxnLst>
              <a:rect l="l" t="t" r="r" b="b"/>
              <a:pathLst>
                <a:path w="143763" h="12700">
                  <a:moveTo>
                    <a:pt x="0" y="0"/>
                  </a:moveTo>
                  <a:lnTo>
                    <a:pt x="0" y="0"/>
                  </a:lnTo>
                  <a:lnTo>
                    <a:pt x="143764" y="0"/>
                  </a:lnTo>
                  <a:lnTo>
                    <a:pt x="143764" y="0"/>
                  </a:lnTo>
                  <a:lnTo>
                    <a:pt x="0" y="0"/>
                  </a:lnTo>
                  <a:close/>
                </a:path>
              </a:pathLst>
            </a:custGeom>
            <a:solidFill>
              <a:srgbClr val="F7F056"/>
            </a:solidFill>
            <a:ln w="13589" cap="flat">
              <a:solidFill>
                <a:srgbClr val="333333"/>
              </a:solidFill>
              <a:prstDash val="solid"/>
              <a:miter/>
            </a:ln>
          </p:spPr>
          <p:txBody>
            <a:bodyPr/>
            <a:lstStyle/>
            <a:p>
              <a:endParaRPr lang="en-US" sz="2800"/>
            </a:p>
          </p:txBody>
        </p:sp>
        <p:sp>
          <p:nvSpPr>
            <p:cNvPr id="168" name="Freeform: Shape 167">
              <a:extLst>
                <a:ext uri="{FF2B5EF4-FFF2-40B4-BE49-F238E27FC236}">
                  <a16:creationId xmlns:a16="http://schemas.microsoft.com/office/drawing/2014/main" id="{501E98CE-02F4-125B-C76D-A986B690EDFE}"/>
                </a:ext>
              </a:extLst>
            </p:cNvPr>
            <p:cNvSpPr/>
            <p:nvPr/>
          </p:nvSpPr>
          <p:spPr>
            <a:xfrm>
              <a:off x="3961828" y="2735939"/>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endParaRPr lang="en-US" sz="2800"/>
            </a:p>
          </p:txBody>
        </p:sp>
        <p:sp>
          <p:nvSpPr>
            <p:cNvPr id="169" name="Freeform: Shape 168">
              <a:extLst>
                <a:ext uri="{FF2B5EF4-FFF2-40B4-BE49-F238E27FC236}">
                  <a16:creationId xmlns:a16="http://schemas.microsoft.com/office/drawing/2014/main" id="{66EA0953-C52B-E49E-BCD1-20720FDB1047}"/>
                </a:ext>
              </a:extLst>
            </p:cNvPr>
            <p:cNvSpPr/>
            <p:nvPr/>
          </p:nvSpPr>
          <p:spPr>
            <a:xfrm>
              <a:off x="4512754" y="2539724"/>
              <a:ext cx="12700" cy="81280"/>
            </a:xfrm>
            <a:custGeom>
              <a:avLst/>
              <a:gdLst>
                <a:gd name="csX0" fmla="*/ 0 w 12700"/>
                <a:gd name="csY0" fmla="*/ 81280 h 81280"/>
                <a:gd name="csX1" fmla="*/ 0 w 12700"/>
                <a:gd name="csY1" fmla="*/ 0 h 81280"/>
              </a:gdLst>
              <a:ahLst/>
              <a:cxnLst>
                <a:cxn ang="0">
                  <a:pos x="csX0" y="csY0"/>
                </a:cxn>
                <a:cxn ang="0">
                  <a:pos x="csX1" y="csY1"/>
                </a:cxn>
              </a:cxnLst>
              <a:rect l="l" t="t" r="r" b="b"/>
              <a:pathLst>
                <a:path w="12700" h="81280">
                  <a:moveTo>
                    <a:pt x="0" y="81280"/>
                  </a:moveTo>
                  <a:lnTo>
                    <a:pt x="0" y="0"/>
                  </a:lnTo>
                </a:path>
              </a:pathLst>
            </a:custGeom>
            <a:ln w="13589" cap="flat">
              <a:solidFill>
                <a:srgbClr val="333333"/>
              </a:solidFill>
              <a:prstDash val="solid"/>
              <a:round/>
            </a:ln>
          </p:spPr>
          <p:txBody>
            <a:bodyPr/>
            <a:lstStyle/>
            <a:p>
              <a:endParaRPr lang="en-US" sz="2800"/>
            </a:p>
          </p:txBody>
        </p:sp>
        <p:sp>
          <p:nvSpPr>
            <p:cNvPr id="170" name="Freeform: Shape 169">
              <a:extLst>
                <a:ext uri="{FF2B5EF4-FFF2-40B4-BE49-F238E27FC236}">
                  <a16:creationId xmlns:a16="http://schemas.microsoft.com/office/drawing/2014/main" id="{CBD12507-F589-14BB-B6C7-9B25F6A798EC}"/>
                </a:ext>
              </a:extLst>
            </p:cNvPr>
            <p:cNvSpPr/>
            <p:nvPr/>
          </p:nvSpPr>
          <p:spPr>
            <a:xfrm>
              <a:off x="4440872" y="2621003"/>
              <a:ext cx="143636" cy="114935"/>
            </a:xfrm>
            <a:custGeom>
              <a:avLst/>
              <a:gdLst>
                <a:gd name="csX0" fmla="*/ 0 w 143636"/>
                <a:gd name="csY0" fmla="*/ 0 h 114935"/>
                <a:gd name="csX1" fmla="*/ 0 w 143636"/>
                <a:gd name="csY1" fmla="*/ 114935 h 114935"/>
                <a:gd name="csX2" fmla="*/ 143637 w 143636"/>
                <a:gd name="csY2" fmla="*/ 114935 h 114935"/>
                <a:gd name="csX3" fmla="*/ 143637 w 143636"/>
                <a:gd name="csY3" fmla="*/ 0 h 114935"/>
                <a:gd name="csX4" fmla="*/ 0 w 143636"/>
                <a:gd name="csY4" fmla="*/ 0 h 114935"/>
              </a:gdLst>
              <a:ahLst/>
              <a:cxnLst>
                <a:cxn ang="0">
                  <a:pos x="csX0" y="csY0"/>
                </a:cxn>
                <a:cxn ang="0">
                  <a:pos x="csX1" y="csY1"/>
                </a:cxn>
                <a:cxn ang="0">
                  <a:pos x="csX2" y="csY2"/>
                </a:cxn>
                <a:cxn ang="0">
                  <a:pos x="csX3" y="csY3"/>
                </a:cxn>
                <a:cxn ang="0">
                  <a:pos x="csX4" y="csY4"/>
                </a:cxn>
              </a:cxnLst>
              <a:rect l="l" t="t" r="r" b="b"/>
              <a:pathLst>
                <a:path w="143636" h="114935">
                  <a:moveTo>
                    <a:pt x="0" y="0"/>
                  </a:moveTo>
                  <a:lnTo>
                    <a:pt x="0" y="114935"/>
                  </a:lnTo>
                  <a:lnTo>
                    <a:pt x="143637" y="114935"/>
                  </a:lnTo>
                  <a:lnTo>
                    <a:pt x="143637" y="0"/>
                  </a:lnTo>
                  <a:lnTo>
                    <a:pt x="0" y="0"/>
                  </a:lnTo>
                  <a:close/>
                </a:path>
              </a:pathLst>
            </a:custGeom>
            <a:solidFill>
              <a:srgbClr val="FF0000"/>
            </a:solidFill>
            <a:ln w="13589" cap="flat">
              <a:solidFill>
                <a:srgbClr val="333333"/>
              </a:solidFill>
              <a:prstDash val="solid"/>
              <a:miter/>
            </a:ln>
          </p:spPr>
          <p:txBody>
            <a:bodyPr/>
            <a:lstStyle/>
            <a:p>
              <a:endParaRPr lang="en-US" sz="2800" dirty="0"/>
            </a:p>
          </p:txBody>
        </p:sp>
        <p:sp>
          <p:nvSpPr>
            <p:cNvPr id="171" name="Freeform: Shape 170">
              <a:extLst>
                <a:ext uri="{FF2B5EF4-FFF2-40B4-BE49-F238E27FC236}">
                  <a16:creationId xmlns:a16="http://schemas.microsoft.com/office/drawing/2014/main" id="{BBCA444C-4391-3276-26F8-4E52E09F2598}"/>
                </a:ext>
              </a:extLst>
            </p:cNvPr>
            <p:cNvSpPr/>
            <p:nvPr/>
          </p:nvSpPr>
          <p:spPr>
            <a:xfrm>
              <a:off x="4440872" y="2681456"/>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endParaRPr lang="en-US" sz="2800"/>
            </a:p>
          </p:txBody>
        </p:sp>
        <p:sp>
          <p:nvSpPr>
            <p:cNvPr id="172" name="Oval 171">
              <a:extLst>
                <a:ext uri="{FF2B5EF4-FFF2-40B4-BE49-F238E27FC236}">
                  <a16:creationId xmlns:a16="http://schemas.microsoft.com/office/drawing/2014/main" id="{E7D989FC-3B47-8A2A-1313-9AC3C4BA5639}"/>
                </a:ext>
              </a:extLst>
            </p:cNvPr>
            <p:cNvSpPr/>
            <p:nvPr/>
          </p:nvSpPr>
          <p:spPr>
            <a:xfrm>
              <a:off x="3556571" y="2392150"/>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73" name="Oval 172">
              <a:extLst>
                <a:ext uri="{FF2B5EF4-FFF2-40B4-BE49-F238E27FC236}">
                  <a16:creationId xmlns:a16="http://schemas.microsoft.com/office/drawing/2014/main" id="{CA056C78-E592-E054-6A46-645C5290137F}"/>
                </a:ext>
              </a:extLst>
            </p:cNvPr>
            <p:cNvSpPr/>
            <p:nvPr/>
          </p:nvSpPr>
          <p:spPr>
            <a:xfrm>
              <a:off x="3557587" y="2327380"/>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74" name="Oval 173">
              <a:extLst>
                <a:ext uri="{FF2B5EF4-FFF2-40B4-BE49-F238E27FC236}">
                  <a16:creationId xmlns:a16="http://schemas.microsoft.com/office/drawing/2014/main" id="{6226E041-AEB3-C07B-DDD1-6CACE64841DD}"/>
                </a:ext>
              </a:extLst>
            </p:cNvPr>
            <p:cNvSpPr/>
            <p:nvPr/>
          </p:nvSpPr>
          <p:spPr>
            <a:xfrm>
              <a:off x="3526345" y="2363956"/>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75" name="Oval 174">
              <a:extLst>
                <a:ext uri="{FF2B5EF4-FFF2-40B4-BE49-F238E27FC236}">
                  <a16:creationId xmlns:a16="http://schemas.microsoft.com/office/drawing/2014/main" id="{4A08434C-6F5A-0919-0F3F-D9507377FA76}"/>
                </a:ext>
              </a:extLst>
            </p:cNvPr>
            <p:cNvSpPr/>
            <p:nvPr/>
          </p:nvSpPr>
          <p:spPr>
            <a:xfrm>
              <a:off x="3552507" y="2570839"/>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76" name="Oval 175">
              <a:extLst>
                <a:ext uri="{FF2B5EF4-FFF2-40B4-BE49-F238E27FC236}">
                  <a16:creationId xmlns:a16="http://schemas.microsoft.com/office/drawing/2014/main" id="{ED830D69-8728-3ACC-F035-4F829F59B3BF}"/>
                </a:ext>
              </a:extLst>
            </p:cNvPr>
            <p:cNvSpPr/>
            <p:nvPr/>
          </p:nvSpPr>
          <p:spPr>
            <a:xfrm>
              <a:off x="3543490" y="2147675"/>
              <a:ext cx="36068" cy="36067"/>
            </a:xfrm>
            <a:prstGeom prst="ellipse">
              <a:avLst/>
            </a:prstGeom>
            <a:solidFill>
              <a:srgbClr val="000000"/>
            </a:solidFill>
            <a:ln w="9017" cap="rnd">
              <a:solidFill>
                <a:srgbClr val="000000"/>
              </a:solidFill>
              <a:prstDash val="solid"/>
              <a:round/>
            </a:ln>
          </p:spPr>
          <p:txBody>
            <a:bodyPr/>
            <a:lstStyle/>
            <a:p>
              <a:endParaRPr lang="en-US" sz="2800"/>
            </a:p>
          </p:txBody>
        </p:sp>
        <p:sp>
          <p:nvSpPr>
            <p:cNvPr id="177" name="Oval 176">
              <a:extLst>
                <a:ext uri="{FF2B5EF4-FFF2-40B4-BE49-F238E27FC236}">
                  <a16:creationId xmlns:a16="http://schemas.microsoft.com/office/drawing/2014/main" id="{7E563910-7CAC-4F4B-6DC0-C19742C422B5}"/>
                </a:ext>
              </a:extLst>
            </p:cNvPr>
            <p:cNvSpPr/>
            <p:nvPr/>
          </p:nvSpPr>
          <p:spPr>
            <a:xfrm>
              <a:off x="3537521" y="2029819"/>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78" name="Oval 177">
              <a:extLst>
                <a:ext uri="{FF2B5EF4-FFF2-40B4-BE49-F238E27FC236}">
                  <a16:creationId xmlns:a16="http://schemas.microsoft.com/office/drawing/2014/main" id="{8317EA1C-6ED3-F8D4-90A5-E6A040FA1B8C}"/>
                </a:ext>
              </a:extLst>
            </p:cNvPr>
            <p:cNvSpPr/>
            <p:nvPr/>
          </p:nvSpPr>
          <p:spPr>
            <a:xfrm>
              <a:off x="3787457" y="2612114"/>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79" name="Oval 178">
              <a:extLst>
                <a:ext uri="{FF2B5EF4-FFF2-40B4-BE49-F238E27FC236}">
                  <a16:creationId xmlns:a16="http://schemas.microsoft.com/office/drawing/2014/main" id="{941CF5E4-8B6F-9796-A2DC-FAA82A2C5DDA}"/>
                </a:ext>
              </a:extLst>
            </p:cNvPr>
            <p:cNvSpPr/>
            <p:nvPr/>
          </p:nvSpPr>
          <p:spPr>
            <a:xfrm>
              <a:off x="3758628" y="2674090"/>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0" name="Oval 179">
              <a:extLst>
                <a:ext uri="{FF2B5EF4-FFF2-40B4-BE49-F238E27FC236}">
                  <a16:creationId xmlns:a16="http://schemas.microsoft.com/office/drawing/2014/main" id="{D7590F7F-B21A-1B0F-DA7A-E06B1B5D3A38}"/>
                </a:ext>
              </a:extLst>
            </p:cNvPr>
            <p:cNvSpPr/>
            <p:nvPr/>
          </p:nvSpPr>
          <p:spPr>
            <a:xfrm>
              <a:off x="3783647" y="2717651"/>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1" name="Oval 180">
              <a:extLst>
                <a:ext uri="{FF2B5EF4-FFF2-40B4-BE49-F238E27FC236}">
                  <a16:creationId xmlns:a16="http://schemas.microsoft.com/office/drawing/2014/main" id="{96D515D2-218F-4253-74BB-41D0ABFE34C2}"/>
                </a:ext>
              </a:extLst>
            </p:cNvPr>
            <p:cNvSpPr/>
            <p:nvPr/>
          </p:nvSpPr>
          <p:spPr>
            <a:xfrm>
              <a:off x="3785933" y="2406882"/>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2" name="Oval 181">
              <a:extLst>
                <a:ext uri="{FF2B5EF4-FFF2-40B4-BE49-F238E27FC236}">
                  <a16:creationId xmlns:a16="http://schemas.microsoft.com/office/drawing/2014/main" id="{617CFF2C-7D5F-FAF7-6B51-C431C82435DF}"/>
                </a:ext>
              </a:extLst>
            </p:cNvPr>
            <p:cNvSpPr/>
            <p:nvPr/>
          </p:nvSpPr>
          <p:spPr>
            <a:xfrm>
              <a:off x="3774122" y="2577570"/>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3" name="Oval 182">
              <a:extLst>
                <a:ext uri="{FF2B5EF4-FFF2-40B4-BE49-F238E27FC236}">
                  <a16:creationId xmlns:a16="http://schemas.microsoft.com/office/drawing/2014/main" id="{6937A289-49B0-0403-4E11-2F539A7490AB}"/>
                </a:ext>
              </a:extLst>
            </p:cNvPr>
            <p:cNvSpPr/>
            <p:nvPr/>
          </p:nvSpPr>
          <p:spPr>
            <a:xfrm>
              <a:off x="3786695" y="2390753"/>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4" name="Oval 183">
              <a:extLst>
                <a:ext uri="{FF2B5EF4-FFF2-40B4-BE49-F238E27FC236}">
                  <a16:creationId xmlns:a16="http://schemas.microsoft.com/office/drawing/2014/main" id="{6CCBFE96-EA36-41E4-3436-476D7886259F}"/>
                </a:ext>
              </a:extLst>
            </p:cNvPr>
            <p:cNvSpPr/>
            <p:nvPr/>
          </p:nvSpPr>
          <p:spPr>
            <a:xfrm>
              <a:off x="3796982" y="2540994"/>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5" name="Oval 184">
              <a:extLst>
                <a:ext uri="{FF2B5EF4-FFF2-40B4-BE49-F238E27FC236}">
                  <a16:creationId xmlns:a16="http://schemas.microsoft.com/office/drawing/2014/main" id="{0BC52C0D-2985-8B90-E9B4-F8C723510F70}"/>
                </a:ext>
              </a:extLst>
            </p:cNvPr>
            <p:cNvSpPr/>
            <p:nvPr/>
          </p:nvSpPr>
          <p:spPr>
            <a:xfrm>
              <a:off x="4003992" y="2717524"/>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6" name="Oval 185">
              <a:extLst>
                <a:ext uri="{FF2B5EF4-FFF2-40B4-BE49-F238E27FC236}">
                  <a16:creationId xmlns:a16="http://schemas.microsoft.com/office/drawing/2014/main" id="{CA93E1F5-524A-A993-826F-79F26EB248C0}"/>
                </a:ext>
              </a:extLst>
            </p:cNvPr>
            <p:cNvSpPr/>
            <p:nvPr/>
          </p:nvSpPr>
          <p:spPr>
            <a:xfrm>
              <a:off x="4517580" y="2521055"/>
              <a:ext cx="36067"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7" name="Oval 186">
              <a:extLst>
                <a:ext uri="{FF2B5EF4-FFF2-40B4-BE49-F238E27FC236}">
                  <a16:creationId xmlns:a16="http://schemas.microsoft.com/office/drawing/2014/main" id="{EABD2ABC-1752-6EFD-7BF8-53CFD3492F33}"/>
                </a:ext>
              </a:extLst>
            </p:cNvPr>
            <p:cNvSpPr/>
            <p:nvPr/>
          </p:nvSpPr>
          <p:spPr>
            <a:xfrm>
              <a:off x="4476305" y="2717778"/>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8" name="Oval 187">
              <a:extLst>
                <a:ext uri="{FF2B5EF4-FFF2-40B4-BE49-F238E27FC236}">
                  <a16:creationId xmlns:a16="http://schemas.microsoft.com/office/drawing/2014/main" id="{A224FEA5-CF37-77A2-8150-DA2DA09C4F45}"/>
                </a:ext>
              </a:extLst>
            </p:cNvPr>
            <p:cNvSpPr/>
            <p:nvPr/>
          </p:nvSpPr>
          <p:spPr>
            <a:xfrm>
              <a:off x="4493450" y="2601192"/>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89" name="Oval 188">
              <a:extLst>
                <a:ext uri="{FF2B5EF4-FFF2-40B4-BE49-F238E27FC236}">
                  <a16:creationId xmlns:a16="http://schemas.microsoft.com/office/drawing/2014/main" id="{5A63F9D4-9F44-A3D8-362C-30E356408F73}"/>
                </a:ext>
              </a:extLst>
            </p:cNvPr>
            <p:cNvSpPr/>
            <p:nvPr/>
          </p:nvSpPr>
          <p:spPr>
            <a:xfrm>
              <a:off x="4477321" y="2608304"/>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90" name="TextBox 189">
              <a:extLst>
                <a:ext uri="{FF2B5EF4-FFF2-40B4-BE49-F238E27FC236}">
                  <a16:creationId xmlns:a16="http://schemas.microsoft.com/office/drawing/2014/main" id="{813F4901-004A-F9D8-DFE0-AEF6DD97F3DA}"/>
                </a:ext>
              </a:extLst>
            </p:cNvPr>
            <p:cNvSpPr txBox="1"/>
            <p:nvPr/>
          </p:nvSpPr>
          <p:spPr>
            <a:xfrm>
              <a:off x="3472597" y="1783146"/>
              <a:ext cx="383438" cy="400110"/>
            </a:xfrm>
            <a:prstGeom prst="rect">
              <a:avLst/>
            </a:prstGeom>
            <a:noFill/>
          </p:spPr>
          <p:txBody>
            <a:bodyPr wrap="none" rtlCol="0">
              <a:spAutoFit/>
            </a:bodyPr>
            <a:lstStyle/>
            <a:p>
              <a:pPr algn="l"/>
              <a:r>
                <a:rPr lang="en-US" sz="2000" spc="0" baseline="0">
                  <a:ln/>
                  <a:solidFill>
                    <a:srgbClr val="000000"/>
                  </a:solidFill>
                  <a:latin typeface="Arial"/>
                  <a:cs typeface="Arial"/>
                  <a:sym typeface="Arial"/>
                  <a:rtl val="0"/>
                </a:rPr>
                <a:t>**</a:t>
              </a:r>
            </a:p>
          </p:txBody>
        </p:sp>
        <p:sp>
          <p:nvSpPr>
            <p:cNvPr id="191" name="Freeform: Shape 190">
              <a:extLst>
                <a:ext uri="{FF2B5EF4-FFF2-40B4-BE49-F238E27FC236}">
                  <a16:creationId xmlns:a16="http://schemas.microsoft.com/office/drawing/2014/main" id="{DC0436DB-D6E4-BE38-D1C4-2778B53196D9}"/>
                </a:ext>
              </a:extLst>
            </p:cNvPr>
            <p:cNvSpPr/>
            <p:nvPr/>
          </p:nvSpPr>
          <p:spPr>
            <a:xfrm>
              <a:off x="3554666" y="1979654"/>
              <a:ext cx="215518" cy="12700"/>
            </a:xfrm>
            <a:custGeom>
              <a:avLst/>
              <a:gdLst>
                <a:gd name="csX0" fmla="*/ 0 w 215518"/>
                <a:gd name="csY0" fmla="*/ 0 h 12700"/>
                <a:gd name="csX1" fmla="*/ 215519 w 215518"/>
                <a:gd name="csY1" fmla="*/ 0 h 12700"/>
              </a:gdLst>
              <a:ahLst/>
              <a:cxnLst>
                <a:cxn ang="0">
                  <a:pos x="csX0" y="csY0"/>
                </a:cxn>
                <a:cxn ang="0">
                  <a:pos x="csX1" y="csY1"/>
                </a:cxn>
              </a:cxnLst>
              <a:rect l="l" t="t" r="r" b="b"/>
              <a:pathLst>
                <a:path w="215518" h="12700">
                  <a:moveTo>
                    <a:pt x="0" y="0"/>
                  </a:moveTo>
                  <a:lnTo>
                    <a:pt x="215519" y="0"/>
                  </a:lnTo>
                </a:path>
              </a:pathLst>
            </a:custGeom>
            <a:ln w="13589" cap="rnd">
              <a:solidFill>
                <a:srgbClr val="000000"/>
              </a:solidFill>
              <a:prstDash val="solid"/>
              <a:round/>
            </a:ln>
          </p:spPr>
          <p:txBody>
            <a:bodyPr/>
            <a:lstStyle/>
            <a:p>
              <a:endParaRPr lang="en-US" sz="2800"/>
            </a:p>
          </p:txBody>
        </p:sp>
        <p:sp>
          <p:nvSpPr>
            <p:cNvPr id="192" name="TextBox 191">
              <a:extLst>
                <a:ext uri="{FF2B5EF4-FFF2-40B4-BE49-F238E27FC236}">
                  <a16:creationId xmlns:a16="http://schemas.microsoft.com/office/drawing/2014/main" id="{AD0903DB-0853-C0EC-FA78-D20088E8311A}"/>
                </a:ext>
              </a:extLst>
            </p:cNvPr>
            <p:cNvSpPr txBox="1"/>
            <p:nvPr/>
          </p:nvSpPr>
          <p:spPr>
            <a:xfrm>
              <a:off x="3922280" y="1825463"/>
              <a:ext cx="562975" cy="200055"/>
            </a:xfrm>
            <a:prstGeom prst="rect">
              <a:avLst/>
            </a:prstGeom>
            <a:noFill/>
          </p:spPr>
          <p:txBody>
            <a:bodyPr wrap="none" rtlCol="0">
              <a:spAutoFit/>
            </a:bodyPr>
            <a:lstStyle/>
            <a:p>
              <a:pPr algn="l"/>
              <a:r>
                <a:rPr lang="en-US" sz="700" spc="0" baseline="0" dirty="0">
                  <a:ln/>
                  <a:solidFill>
                    <a:srgbClr val="000000"/>
                  </a:solidFill>
                  <a:latin typeface="Arial"/>
                  <a:cs typeface="Arial"/>
                  <a:sym typeface="Arial"/>
                  <a:rtl val="0"/>
                </a:rPr>
                <a:t>p = 0.101</a:t>
              </a:r>
            </a:p>
          </p:txBody>
        </p:sp>
        <p:sp>
          <p:nvSpPr>
            <p:cNvPr id="193" name="Freeform: Shape 192">
              <a:extLst>
                <a:ext uri="{FF2B5EF4-FFF2-40B4-BE49-F238E27FC236}">
                  <a16:creationId xmlns:a16="http://schemas.microsoft.com/office/drawing/2014/main" id="{C136879F-EABB-08A9-5605-46AA20ABF7C9}"/>
                </a:ext>
              </a:extLst>
            </p:cNvPr>
            <p:cNvSpPr/>
            <p:nvPr/>
          </p:nvSpPr>
          <p:spPr>
            <a:xfrm>
              <a:off x="3818191" y="1979654"/>
              <a:ext cx="694563" cy="12700"/>
            </a:xfrm>
            <a:custGeom>
              <a:avLst/>
              <a:gdLst>
                <a:gd name="csX0" fmla="*/ 0 w 694563"/>
                <a:gd name="csY0" fmla="*/ 0 h 12700"/>
                <a:gd name="csX1" fmla="*/ 694563 w 694563"/>
                <a:gd name="csY1" fmla="*/ 0 h 12700"/>
              </a:gdLst>
              <a:ahLst/>
              <a:cxnLst>
                <a:cxn ang="0">
                  <a:pos x="csX0" y="csY0"/>
                </a:cxn>
                <a:cxn ang="0">
                  <a:pos x="csX1" y="csY1"/>
                </a:cxn>
              </a:cxnLst>
              <a:rect l="l" t="t" r="r" b="b"/>
              <a:pathLst>
                <a:path w="694563" h="12700">
                  <a:moveTo>
                    <a:pt x="0" y="0"/>
                  </a:moveTo>
                  <a:lnTo>
                    <a:pt x="694563" y="0"/>
                  </a:lnTo>
                </a:path>
              </a:pathLst>
            </a:custGeom>
            <a:ln w="13589" cap="rnd">
              <a:solidFill>
                <a:srgbClr val="000000"/>
              </a:solidFill>
              <a:prstDash val="solid"/>
              <a:round/>
            </a:ln>
          </p:spPr>
          <p:txBody>
            <a:bodyPr/>
            <a:lstStyle/>
            <a:p>
              <a:endParaRPr lang="en-US" sz="2800"/>
            </a:p>
          </p:txBody>
        </p:sp>
        <p:sp>
          <p:nvSpPr>
            <p:cNvPr id="194" name="TextBox 193">
              <a:extLst>
                <a:ext uri="{FF2B5EF4-FFF2-40B4-BE49-F238E27FC236}">
                  <a16:creationId xmlns:a16="http://schemas.microsoft.com/office/drawing/2014/main" id="{DFF81D8F-0389-D589-A880-E7678C677583}"/>
                </a:ext>
              </a:extLst>
            </p:cNvPr>
            <p:cNvSpPr txBox="1"/>
            <p:nvPr/>
          </p:nvSpPr>
          <p:spPr>
            <a:xfrm>
              <a:off x="3794593" y="1611315"/>
              <a:ext cx="482824" cy="400110"/>
            </a:xfrm>
            <a:prstGeom prst="rect">
              <a:avLst/>
            </a:prstGeom>
            <a:noFill/>
          </p:spPr>
          <p:txBody>
            <a:bodyPr wrap="none" rtlCol="0">
              <a:spAutoFit/>
            </a:bodyPr>
            <a:lstStyle/>
            <a:p>
              <a:pPr algn="l"/>
              <a:r>
                <a:rPr lang="en-US" sz="2000" spc="0" baseline="0" dirty="0">
                  <a:ln/>
                  <a:solidFill>
                    <a:srgbClr val="000000"/>
                  </a:solidFill>
                  <a:latin typeface="Arial"/>
                  <a:cs typeface="Arial"/>
                  <a:sym typeface="Arial"/>
                  <a:rtl val="0"/>
                </a:rPr>
                <a:t>***</a:t>
              </a:r>
            </a:p>
          </p:txBody>
        </p:sp>
        <p:sp>
          <p:nvSpPr>
            <p:cNvPr id="195" name="Freeform: Shape 194">
              <a:extLst>
                <a:ext uri="{FF2B5EF4-FFF2-40B4-BE49-F238E27FC236}">
                  <a16:creationId xmlns:a16="http://schemas.microsoft.com/office/drawing/2014/main" id="{1A5AB9D4-1D4D-AEE8-06F8-F4B406E7F721}"/>
                </a:ext>
              </a:extLst>
            </p:cNvPr>
            <p:cNvSpPr/>
            <p:nvPr/>
          </p:nvSpPr>
          <p:spPr>
            <a:xfrm>
              <a:off x="3554666" y="1807823"/>
              <a:ext cx="958088" cy="12700"/>
            </a:xfrm>
            <a:custGeom>
              <a:avLst/>
              <a:gdLst>
                <a:gd name="csX0" fmla="*/ 0 w 958088"/>
                <a:gd name="csY0" fmla="*/ 0 h 12700"/>
                <a:gd name="csX1" fmla="*/ 958088 w 958088"/>
                <a:gd name="csY1" fmla="*/ 0 h 12700"/>
              </a:gdLst>
              <a:ahLst/>
              <a:cxnLst>
                <a:cxn ang="0">
                  <a:pos x="csX0" y="csY0"/>
                </a:cxn>
                <a:cxn ang="0">
                  <a:pos x="csX1" y="csY1"/>
                </a:cxn>
              </a:cxnLst>
              <a:rect l="l" t="t" r="r" b="b"/>
              <a:pathLst>
                <a:path w="958088" h="12700">
                  <a:moveTo>
                    <a:pt x="0" y="0"/>
                  </a:moveTo>
                  <a:lnTo>
                    <a:pt x="958088" y="0"/>
                  </a:lnTo>
                </a:path>
              </a:pathLst>
            </a:custGeom>
            <a:ln w="13589" cap="rnd">
              <a:solidFill>
                <a:srgbClr val="000000"/>
              </a:solidFill>
              <a:prstDash val="solid"/>
              <a:round/>
            </a:ln>
          </p:spPr>
          <p:txBody>
            <a:bodyPr/>
            <a:lstStyle/>
            <a:p>
              <a:endParaRPr lang="en-US" sz="2800"/>
            </a:p>
          </p:txBody>
        </p:sp>
      </p:grpSp>
      <p:grpSp>
        <p:nvGrpSpPr>
          <p:cNvPr id="196" name="Graphic 152">
            <a:extLst>
              <a:ext uri="{FF2B5EF4-FFF2-40B4-BE49-F238E27FC236}">
                <a16:creationId xmlns:a16="http://schemas.microsoft.com/office/drawing/2014/main" id="{BE87261F-1F08-BD57-CC3B-611242AFE236}"/>
              </a:ext>
            </a:extLst>
          </p:cNvPr>
          <p:cNvGrpSpPr/>
          <p:nvPr/>
        </p:nvGrpSpPr>
        <p:grpSpPr>
          <a:xfrm>
            <a:off x="147976" y="272662"/>
            <a:ext cx="1617057" cy="1376439"/>
            <a:chOff x="3039333" y="1653137"/>
            <a:chExt cx="1617057" cy="1376439"/>
          </a:xfrm>
        </p:grpSpPr>
        <p:sp>
          <p:nvSpPr>
            <p:cNvPr id="197" name="Freeform: Shape 196">
              <a:extLst>
                <a:ext uri="{FF2B5EF4-FFF2-40B4-BE49-F238E27FC236}">
                  <a16:creationId xmlns:a16="http://schemas.microsoft.com/office/drawing/2014/main" id="{C875A8C3-0B1C-3C66-C6D5-0DA7791C7DBA}"/>
                </a:ext>
              </a:extLst>
            </p:cNvPr>
            <p:cNvSpPr/>
            <p:nvPr/>
          </p:nvSpPr>
          <p:spPr>
            <a:xfrm>
              <a:off x="3411028" y="1653137"/>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endParaRPr lang="en-US" sz="2800"/>
            </a:p>
          </p:txBody>
        </p:sp>
        <p:sp>
          <p:nvSpPr>
            <p:cNvPr id="198" name="TextBox 197">
              <a:extLst>
                <a:ext uri="{FF2B5EF4-FFF2-40B4-BE49-F238E27FC236}">
                  <a16:creationId xmlns:a16="http://schemas.microsoft.com/office/drawing/2014/main" id="{B27F437E-E20B-B7EC-8417-647BD483E13D}"/>
                </a:ext>
              </a:extLst>
            </p:cNvPr>
            <p:cNvSpPr txBox="1"/>
            <p:nvPr/>
          </p:nvSpPr>
          <p:spPr>
            <a:xfrm>
              <a:off x="3039333" y="2629050"/>
              <a:ext cx="43152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0.00</a:t>
              </a:r>
            </a:p>
          </p:txBody>
        </p:sp>
        <p:sp>
          <p:nvSpPr>
            <p:cNvPr id="199" name="TextBox 198">
              <a:extLst>
                <a:ext uri="{FF2B5EF4-FFF2-40B4-BE49-F238E27FC236}">
                  <a16:creationId xmlns:a16="http://schemas.microsoft.com/office/drawing/2014/main" id="{24DFEE21-3ECF-BA1D-6B21-0C0338396692}"/>
                </a:ext>
              </a:extLst>
            </p:cNvPr>
            <p:cNvSpPr txBox="1"/>
            <p:nvPr/>
          </p:nvSpPr>
          <p:spPr>
            <a:xfrm>
              <a:off x="3039333" y="2358540"/>
              <a:ext cx="43152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0.05</a:t>
              </a:r>
            </a:p>
          </p:txBody>
        </p:sp>
        <p:sp>
          <p:nvSpPr>
            <p:cNvPr id="200" name="TextBox 199">
              <a:extLst>
                <a:ext uri="{FF2B5EF4-FFF2-40B4-BE49-F238E27FC236}">
                  <a16:creationId xmlns:a16="http://schemas.microsoft.com/office/drawing/2014/main" id="{98297A14-8465-C51E-2C07-B0B8AA3CE7FD}"/>
                </a:ext>
              </a:extLst>
            </p:cNvPr>
            <p:cNvSpPr txBox="1"/>
            <p:nvPr/>
          </p:nvSpPr>
          <p:spPr>
            <a:xfrm>
              <a:off x="3039333" y="2088030"/>
              <a:ext cx="43152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0.10</a:t>
              </a:r>
            </a:p>
          </p:txBody>
        </p:sp>
        <p:sp>
          <p:nvSpPr>
            <p:cNvPr id="201" name="TextBox 200">
              <a:extLst>
                <a:ext uri="{FF2B5EF4-FFF2-40B4-BE49-F238E27FC236}">
                  <a16:creationId xmlns:a16="http://schemas.microsoft.com/office/drawing/2014/main" id="{3369DE18-950C-803F-117B-B537617BFF36}"/>
                </a:ext>
              </a:extLst>
            </p:cNvPr>
            <p:cNvSpPr txBox="1"/>
            <p:nvPr/>
          </p:nvSpPr>
          <p:spPr>
            <a:xfrm>
              <a:off x="3039333" y="1817393"/>
              <a:ext cx="43152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0.15</a:t>
              </a:r>
            </a:p>
          </p:txBody>
        </p:sp>
        <p:sp>
          <p:nvSpPr>
            <p:cNvPr id="203" name="Freeform: Shape 202">
              <a:extLst>
                <a:ext uri="{FF2B5EF4-FFF2-40B4-BE49-F238E27FC236}">
                  <a16:creationId xmlns:a16="http://schemas.microsoft.com/office/drawing/2014/main" id="{2C45DCA7-E06F-9406-2B2B-D4D6E1F8D750}"/>
                </a:ext>
              </a:extLst>
            </p:cNvPr>
            <p:cNvSpPr/>
            <p:nvPr/>
          </p:nvSpPr>
          <p:spPr>
            <a:xfrm>
              <a:off x="3376231" y="273593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204" name="Freeform: Shape 203">
              <a:extLst>
                <a:ext uri="{FF2B5EF4-FFF2-40B4-BE49-F238E27FC236}">
                  <a16:creationId xmlns:a16="http://schemas.microsoft.com/office/drawing/2014/main" id="{455BBD29-CC29-D2C3-EB60-3D937B4E3B1B}"/>
                </a:ext>
              </a:extLst>
            </p:cNvPr>
            <p:cNvSpPr/>
            <p:nvPr/>
          </p:nvSpPr>
          <p:spPr>
            <a:xfrm>
              <a:off x="3376231" y="246542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205" name="Freeform: Shape 204">
              <a:extLst>
                <a:ext uri="{FF2B5EF4-FFF2-40B4-BE49-F238E27FC236}">
                  <a16:creationId xmlns:a16="http://schemas.microsoft.com/office/drawing/2014/main" id="{9E177F84-2ADA-2DDE-94F8-D7A1FFE9C33A}"/>
                </a:ext>
              </a:extLst>
            </p:cNvPr>
            <p:cNvSpPr/>
            <p:nvPr/>
          </p:nvSpPr>
          <p:spPr>
            <a:xfrm>
              <a:off x="3376231" y="219491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206" name="Freeform: Shape 205">
              <a:extLst>
                <a:ext uri="{FF2B5EF4-FFF2-40B4-BE49-F238E27FC236}">
                  <a16:creationId xmlns:a16="http://schemas.microsoft.com/office/drawing/2014/main" id="{414F1E11-A40B-81BA-F2AF-09939988397C}"/>
                </a:ext>
              </a:extLst>
            </p:cNvPr>
            <p:cNvSpPr/>
            <p:nvPr/>
          </p:nvSpPr>
          <p:spPr>
            <a:xfrm>
              <a:off x="3376231" y="1924281"/>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208" name="Freeform: Shape 207">
              <a:extLst>
                <a:ext uri="{FF2B5EF4-FFF2-40B4-BE49-F238E27FC236}">
                  <a16:creationId xmlns:a16="http://schemas.microsoft.com/office/drawing/2014/main" id="{F65E4615-5B60-D579-3DD4-3DDF65753583}"/>
                </a:ext>
              </a:extLst>
            </p:cNvPr>
            <p:cNvSpPr/>
            <p:nvPr/>
          </p:nvSpPr>
          <p:spPr>
            <a:xfrm>
              <a:off x="3411028" y="2787501"/>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sq">
              <a:solidFill>
                <a:srgbClr val="000000"/>
              </a:solidFill>
              <a:prstDash val="solid"/>
              <a:round/>
            </a:ln>
          </p:spPr>
          <p:txBody>
            <a:bodyPr/>
            <a:lstStyle/>
            <a:p>
              <a:endParaRPr lang="en-US" sz="2800"/>
            </a:p>
          </p:txBody>
        </p:sp>
        <p:sp>
          <p:nvSpPr>
            <p:cNvPr id="209" name="Freeform: Shape 208">
              <a:extLst>
                <a:ext uri="{FF2B5EF4-FFF2-40B4-BE49-F238E27FC236}">
                  <a16:creationId xmlns:a16="http://schemas.microsoft.com/office/drawing/2014/main" id="{D5B6804E-6932-486A-B0D7-0ADE33D41C14}"/>
                </a:ext>
              </a:extLst>
            </p:cNvPr>
            <p:cNvSpPr/>
            <p:nvPr/>
          </p:nvSpPr>
          <p:spPr>
            <a:xfrm>
              <a:off x="3554666" y="278750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210" name="Freeform: Shape 209">
              <a:extLst>
                <a:ext uri="{FF2B5EF4-FFF2-40B4-BE49-F238E27FC236}">
                  <a16:creationId xmlns:a16="http://schemas.microsoft.com/office/drawing/2014/main" id="{B567F4AD-8806-1783-3B7D-DAAF9F3802C2}"/>
                </a:ext>
              </a:extLst>
            </p:cNvPr>
            <p:cNvSpPr/>
            <p:nvPr/>
          </p:nvSpPr>
          <p:spPr>
            <a:xfrm>
              <a:off x="3794187" y="278750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211" name="Freeform: Shape 210">
              <a:extLst>
                <a:ext uri="{FF2B5EF4-FFF2-40B4-BE49-F238E27FC236}">
                  <a16:creationId xmlns:a16="http://schemas.microsoft.com/office/drawing/2014/main" id="{919E7083-D2FF-1088-B963-1B1D8282D481}"/>
                </a:ext>
              </a:extLst>
            </p:cNvPr>
            <p:cNvSpPr/>
            <p:nvPr/>
          </p:nvSpPr>
          <p:spPr>
            <a:xfrm>
              <a:off x="4033709" y="278750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212" name="Freeform: Shape 211">
              <a:extLst>
                <a:ext uri="{FF2B5EF4-FFF2-40B4-BE49-F238E27FC236}">
                  <a16:creationId xmlns:a16="http://schemas.microsoft.com/office/drawing/2014/main" id="{8999FC57-73AD-E5F6-CCBC-81A264DADF83}"/>
                </a:ext>
              </a:extLst>
            </p:cNvPr>
            <p:cNvSpPr/>
            <p:nvPr/>
          </p:nvSpPr>
          <p:spPr>
            <a:xfrm>
              <a:off x="4273231" y="278750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213" name="Freeform: Shape 212">
              <a:extLst>
                <a:ext uri="{FF2B5EF4-FFF2-40B4-BE49-F238E27FC236}">
                  <a16:creationId xmlns:a16="http://schemas.microsoft.com/office/drawing/2014/main" id="{62A39D52-519D-D49A-EB73-C1FDEB18B4F7}"/>
                </a:ext>
              </a:extLst>
            </p:cNvPr>
            <p:cNvSpPr/>
            <p:nvPr/>
          </p:nvSpPr>
          <p:spPr>
            <a:xfrm>
              <a:off x="4512753" y="278750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214" name="TextBox 213">
              <a:extLst>
                <a:ext uri="{FF2B5EF4-FFF2-40B4-BE49-F238E27FC236}">
                  <a16:creationId xmlns:a16="http://schemas.microsoft.com/office/drawing/2014/main" id="{F201F7E0-2FB5-3368-F860-C95DB7C91762}"/>
                </a:ext>
              </a:extLst>
            </p:cNvPr>
            <p:cNvSpPr txBox="1"/>
            <p:nvPr/>
          </p:nvSpPr>
          <p:spPr>
            <a:xfrm>
              <a:off x="3416677" y="2783355"/>
              <a:ext cx="29206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M</a:t>
              </a:r>
            </a:p>
          </p:txBody>
        </p:sp>
        <p:sp>
          <p:nvSpPr>
            <p:cNvPr id="215" name="TextBox 214">
              <a:extLst>
                <a:ext uri="{FF2B5EF4-FFF2-40B4-BE49-F238E27FC236}">
                  <a16:creationId xmlns:a16="http://schemas.microsoft.com/office/drawing/2014/main" id="{7DAAC3AF-6C04-4022-B4F1-C3479751318F}"/>
                </a:ext>
              </a:extLst>
            </p:cNvPr>
            <p:cNvSpPr txBox="1"/>
            <p:nvPr/>
          </p:nvSpPr>
          <p:spPr>
            <a:xfrm>
              <a:off x="3687222" y="2783355"/>
              <a:ext cx="219932"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I</a:t>
              </a:r>
            </a:p>
          </p:txBody>
        </p:sp>
        <p:sp>
          <p:nvSpPr>
            <p:cNvPr id="216" name="TextBox 215">
              <a:extLst>
                <a:ext uri="{FF2B5EF4-FFF2-40B4-BE49-F238E27FC236}">
                  <a16:creationId xmlns:a16="http://schemas.microsoft.com/office/drawing/2014/main" id="{0F2543C4-2426-B7B2-6E9B-144DB82E6F17}"/>
                </a:ext>
              </a:extLst>
            </p:cNvPr>
            <p:cNvSpPr txBox="1"/>
            <p:nvPr/>
          </p:nvSpPr>
          <p:spPr>
            <a:xfrm>
              <a:off x="3895666" y="2783355"/>
              <a:ext cx="290464"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LI</a:t>
              </a:r>
            </a:p>
          </p:txBody>
        </p:sp>
        <p:sp>
          <p:nvSpPr>
            <p:cNvPr id="217" name="TextBox 216">
              <a:extLst>
                <a:ext uri="{FF2B5EF4-FFF2-40B4-BE49-F238E27FC236}">
                  <a16:creationId xmlns:a16="http://schemas.microsoft.com/office/drawing/2014/main" id="{75C9412E-19B1-D686-A338-984B544CD619}"/>
                </a:ext>
              </a:extLst>
            </p:cNvPr>
            <p:cNvSpPr txBox="1"/>
            <p:nvPr/>
          </p:nvSpPr>
          <p:spPr>
            <a:xfrm>
              <a:off x="4107303" y="2783355"/>
              <a:ext cx="35618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NF</a:t>
              </a:r>
            </a:p>
          </p:txBody>
        </p:sp>
        <p:sp>
          <p:nvSpPr>
            <p:cNvPr id="218" name="TextBox 217">
              <a:extLst>
                <a:ext uri="{FF2B5EF4-FFF2-40B4-BE49-F238E27FC236}">
                  <a16:creationId xmlns:a16="http://schemas.microsoft.com/office/drawing/2014/main" id="{710B2EFF-A37C-5CD3-4694-C89A7521C876}"/>
                </a:ext>
              </a:extLst>
            </p:cNvPr>
            <p:cNvSpPr txBox="1"/>
            <p:nvPr/>
          </p:nvSpPr>
          <p:spPr>
            <a:xfrm>
              <a:off x="4387180" y="2783355"/>
              <a:ext cx="263214"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F</a:t>
              </a:r>
            </a:p>
          </p:txBody>
        </p:sp>
      </p:grpSp>
      <p:sp>
        <p:nvSpPr>
          <p:cNvPr id="225" name="TextBox 224">
            <a:extLst>
              <a:ext uri="{FF2B5EF4-FFF2-40B4-BE49-F238E27FC236}">
                <a16:creationId xmlns:a16="http://schemas.microsoft.com/office/drawing/2014/main" id="{7DF11E39-BE1E-5C59-6186-0B597FC63E13}"/>
              </a:ext>
            </a:extLst>
          </p:cNvPr>
          <p:cNvSpPr txBox="1"/>
          <p:nvPr/>
        </p:nvSpPr>
        <p:spPr>
          <a:xfrm>
            <a:off x="502920" y="18012"/>
            <a:ext cx="2932429" cy="252249"/>
          </a:xfrm>
          <a:prstGeom prst="rect">
            <a:avLst/>
          </a:prstGeom>
          <a:noFill/>
        </p:spPr>
        <p:txBody>
          <a:bodyPr wrap="square" rtlCol="0">
            <a:spAutoFit/>
          </a:bodyPr>
          <a:lstStyle/>
          <a:p>
            <a:pPr algn="ctr"/>
            <a:r>
              <a:rPr lang="en-US" sz="1039" i="1" dirty="0">
                <a:ln/>
                <a:solidFill>
                  <a:srgbClr val="000000"/>
                </a:solidFill>
                <a:latin typeface="Arial"/>
                <a:cs typeface="Arial"/>
                <a:sym typeface="Arial"/>
                <a:rtl val="0"/>
              </a:rPr>
              <a:t>npy7r</a:t>
            </a:r>
          </a:p>
        </p:txBody>
      </p:sp>
      <p:sp>
        <p:nvSpPr>
          <p:cNvPr id="227" name="TextBox 226">
            <a:extLst>
              <a:ext uri="{FF2B5EF4-FFF2-40B4-BE49-F238E27FC236}">
                <a16:creationId xmlns:a16="http://schemas.microsoft.com/office/drawing/2014/main" id="{611093BE-8ADA-8475-52D8-AAAB673151C3}"/>
              </a:ext>
            </a:extLst>
          </p:cNvPr>
          <p:cNvSpPr txBox="1"/>
          <p:nvPr/>
        </p:nvSpPr>
        <p:spPr>
          <a:xfrm>
            <a:off x="16763" y="-26382"/>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A</a:t>
            </a:r>
            <a:endParaRPr lang="en-US" sz="4536" dirty="0">
              <a:latin typeface="Arial" panose="020B0604020202020204" pitchFamily="34" charset="0"/>
              <a:cs typeface="Arial" panose="020B0604020202020204" pitchFamily="34" charset="0"/>
            </a:endParaRPr>
          </a:p>
        </p:txBody>
      </p:sp>
      <p:grpSp>
        <p:nvGrpSpPr>
          <p:cNvPr id="452" name="Graphic 154">
            <a:extLst>
              <a:ext uri="{FF2B5EF4-FFF2-40B4-BE49-F238E27FC236}">
                <a16:creationId xmlns:a16="http://schemas.microsoft.com/office/drawing/2014/main" id="{7E78EA0A-F602-9643-E020-DB3498BC9D44}"/>
              </a:ext>
            </a:extLst>
          </p:cNvPr>
          <p:cNvGrpSpPr/>
          <p:nvPr/>
        </p:nvGrpSpPr>
        <p:grpSpPr>
          <a:xfrm>
            <a:off x="499591" y="1750075"/>
            <a:ext cx="1235552" cy="1091277"/>
            <a:chOff x="2966212" y="3199734"/>
            <a:chExt cx="1307591" cy="1154904"/>
          </a:xfrm>
        </p:grpSpPr>
        <p:sp>
          <p:nvSpPr>
            <p:cNvPr id="478" name="Freeform 477">
              <a:extLst>
                <a:ext uri="{FF2B5EF4-FFF2-40B4-BE49-F238E27FC236}">
                  <a16:creationId xmlns:a16="http://schemas.microsoft.com/office/drawing/2014/main" id="{3D07A1A4-8B03-B4E1-5115-9CB3032E5761}"/>
                </a:ext>
              </a:extLst>
            </p:cNvPr>
            <p:cNvSpPr/>
            <p:nvPr/>
          </p:nvSpPr>
          <p:spPr>
            <a:xfrm>
              <a:off x="2966212" y="3220148"/>
              <a:ext cx="1307591" cy="1134490"/>
            </a:xfrm>
            <a:custGeom>
              <a:avLst/>
              <a:gdLst>
                <a:gd name="csX0" fmla="*/ 0 w 1307591"/>
                <a:gd name="csY0" fmla="*/ 0 h 1134490"/>
                <a:gd name="csX1" fmla="*/ 1307592 w 1307591"/>
                <a:gd name="csY1" fmla="*/ 0 h 1134490"/>
                <a:gd name="csX2" fmla="*/ 1307592 w 1307591"/>
                <a:gd name="csY2" fmla="*/ 1134491 h 1134490"/>
                <a:gd name="csX3" fmla="*/ 0 w 1307591"/>
                <a:gd name="csY3" fmla="*/ 1134491 h 1134490"/>
              </a:gdLst>
              <a:ahLst/>
              <a:cxnLst>
                <a:cxn ang="0">
                  <a:pos x="csX0" y="csY0"/>
                </a:cxn>
                <a:cxn ang="0">
                  <a:pos x="csX1" y="csY1"/>
                </a:cxn>
                <a:cxn ang="0">
                  <a:pos x="csX2" y="csY2"/>
                </a:cxn>
                <a:cxn ang="0">
                  <a:pos x="csX3" y="csY3"/>
                </a:cxn>
              </a:cxnLst>
              <a:rect l="l" t="t" r="r" b="b"/>
              <a:pathLst>
                <a:path w="1307591" h="1134490">
                  <a:moveTo>
                    <a:pt x="0" y="0"/>
                  </a:moveTo>
                  <a:lnTo>
                    <a:pt x="1307592" y="0"/>
                  </a:lnTo>
                  <a:lnTo>
                    <a:pt x="1307592"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479" name="Freeform 478">
              <a:extLst>
                <a:ext uri="{FF2B5EF4-FFF2-40B4-BE49-F238E27FC236}">
                  <a16:creationId xmlns:a16="http://schemas.microsoft.com/office/drawing/2014/main" id="{163E9E47-D85B-9315-13A5-589A0C923D4E}"/>
                </a:ext>
              </a:extLst>
            </p:cNvPr>
            <p:cNvSpPr/>
            <p:nvPr/>
          </p:nvSpPr>
          <p:spPr>
            <a:xfrm>
              <a:off x="3117088" y="3777932"/>
              <a:ext cx="12700" cy="25908"/>
            </a:xfrm>
            <a:custGeom>
              <a:avLst/>
              <a:gdLst>
                <a:gd name="csX0" fmla="*/ 0 w 12700"/>
                <a:gd name="csY0" fmla="*/ 25908 h 25908"/>
                <a:gd name="csX1" fmla="*/ 0 w 12700"/>
                <a:gd name="csY1" fmla="*/ 0 h 25908"/>
              </a:gdLst>
              <a:ahLst/>
              <a:cxnLst>
                <a:cxn ang="0">
                  <a:pos x="csX0" y="csY0"/>
                </a:cxn>
                <a:cxn ang="0">
                  <a:pos x="csX1" y="csY1"/>
                </a:cxn>
              </a:cxnLst>
              <a:rect l="l" t="t" r="r" b="b"/>
              <a:pathLst>
                <a:path w="12700" h="25908">
                  <a:moveTo>
                    <a:pt x="0" y="25908"/>
                  </a:moveTo>
                  <a:lnTo>
                    <a:pt x="0" y="0"/>
                  </a:lnTo>
                </a:path>
              </a:pathLst>
            </a:custGeom>
            <a:ln w="13589" cap="flat">
              <a:solidFill>
                <a:srgbClr val="333333"/>
              </a:solidFill>
              <a:prstDash val="solid"/>
              <a:round/>
            </a:ln>
          </p:spPr>
          <p:txBody>
            <a:bodyPr/>
            <a:lstStyle/>
            <a:p>
              <a:pPr algn="ctr"/>
              <a:endParaRPr lang="en-US" sz="2646"/>
            </a:p>
          </p:txBody>
        </p:sp>
        <p:sp>
          <p:nvSpPr>
            <p:cNvPr id="480" name="Freeform 479">
              <a:extLst>
                <a:ext uri="{FF2B5EF4-FFF2-40B4-BE49-F238E27FC236}">
                  <a16:creationId xmlns:a16="http://schemas.microsoft.com/office/drawing/2014/main" id="{5C712AF4-C3A6-77F0-00F8-18F877411A47}"/>
                </a:ext>
              </a:extLst>
            </p:cNvPr>
            <p:cNvSpPr/>
            <p:nvPr/>
          </p:nvSpPr>
          <p:spPr>
            <a:xfrm>
              <a:off x="3117088" y="3977703"/>
              <a:ext cx="12700" cy="17145"/>
            </a:xfrm>
            <a:custGeom>
              <a:avLst/>
              <a:gdLst>
                <a:gd name="csX0" fmla="*/ 0 w 12700"/>
                <a:gd name="csY0" fmla="*/ 0 h 17145"/>
                <a:gd name="csX1" fmla="*/ 0 w 12700"/>
                <a:gd name="csY1" fmla="*/ 17145 h 17145"/>
              </a:gdLst>
              <a:ahLst/>
              <a:cxnLst>
                <a:cxn ang="0">
                  <a:pos x="csX0" y="csY0"/>
                </a:cxn>
                <a:cxn ang="0">
                  <a:pos x="csX1" y="csY1"/>
                </a:cxn>
              </a:cxnLst>
              <a:rect l="l" t="t" r="r" b="b"/>
              <a:pathLst>
                <a:path w="12700" h="17145">
                  <a:moveTo>
                    <a:pt x="0" y="0"/>
                  </a:moveTo>
                  <a:lnTo>
                    <a:pt x="0" y="17145"/>
                  </a:lnTo>
                </a:path>
              </a:pathLst>
            </a:custGeom>
            <a:ln w="13589" cap="flat">
              <a:solidFill>
                <a:srgbClr val="333333"/>
              </a:solidFill>
              <a:prstDash val="solid"/>
              <a:round/>
            </a:ln>
          </p:spPr>
          <p:txBody>
            <a:bodyPr/>
            <a:lstStyle/>
            <a:p>
              <a:pPr algn="ctr"/>
              <a:endParaRPr lang="en-US" sz="2646"/>
            </a:p>
          </p:txBody>
        </p:sp>
        <p:sp>
          <p:nvSpPr>
            <p:cNvPr id="481" name="Freeform 480">
              <a:extLst>
                <a:ext uri="{FF2B5EF4-FFF2-40B4-BE49-F238E27FC236}">
                  <a16:creationId xmlns:a16="http://schemas.microsoft.com/office/drawing/2014/main" id="{74DE6BC2-E06C-EC49-5A39-B657BB51C192}"/>
                </a:ext>
              </a:extLst>
            </p:cNvPr>
            <p:cNvSpPr/>
            <p:nvPr/>
          </p:nvSpPr>
          <p:spPr>
            <a:xfrm>
              <a:off x="3041650" y="3803839"/>
              <a:ext cx="150876" cy="173863"/>
            </a:xfrm>
            <a:custGeom>
              <a:avLst/>
              <a:gdLst>
                <a:gd name="csX0" fmla="*/ 0 w 150876"/>
                <a:gd name="csY0" fmla="*/ 0 h 173863"/>
                <a:gd name="csX1" fmla="*/ 0 w 150876"/>
                <a:gd name="csY1" fmla="*/ 173863 h 173863"/>
                <a:gd name="csX2" fmla="*/ 150876 w 150876"/>
                <a:gd name="csY2" fmla="*/ 173863 h 173863"/>
                <a:gd name="csX3" fmla="*/ 150876 w 150876"/>
                <a:gd name="csY3" fmla="*/ 0 h 173863"/>
                <a:gd name="csX4" fmla="*/ 0 w 150876"/>
                <a:gd name="csY4" fmla="*/ 0 h 173863"/>
              </a:gdLst>
              <a:ahLst/>
              <a:cxnLst>
                <a:cxn ang="0">
                  <a:pos x="csX0" y="csY0"/>
                </a:cxn>
                <a:cxn ang="0">
                  <a:pos x="csX1" y="csY1"/>
                </a:cxn>
                <a:cxn ang="0">
                  <a:pos x="csX2" y="csY2"/>
                </a:cxn>
                <a:cxn ang="0">
                  <a:pos x="csX3" y="csY3"/>
                </a:cxn>
                <a:cxn ang="0">
                  <a:pos x="csX4" y="csY4"/>
                </a:cxn>
              </a:cxnLst>
              <a:rect l="l" t="t" r="r" b="b"/>
              <a:pathLst>
                <a:path w="150876" h="173863">
                  <a:moveTo>
                    <a:pt x="0" y="0"/>
                  </a:moveTo>
                  <a:lnTo>
                    <a:pt x="0" y="173863"/>
                  </a:lnTo>
                  <a:lnTo>
                    <a:pt x="150876" y="173863"/>
                  </a:lnTo>
                  <a:lnTo>
                    <a:pt x="150876"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482" name="Freeform 481">
              <a:extLst>
                <a:ext uri="{FF2B5EF4-FFF2-40B4-BE49-F238E27FC236}">
                  <a16:creationId xmlns:a16="http://schemas.microsoft.com/office/drawing/2014/main" id="{407A0417-3064-56B2-4FB8-0003DCE11032}"/>
                </a:ext>
              </a:extLst>
            </p:cNvPr>
            <p:cNvSpPr/>
            <p:nvPr/>
          </p:nvSpPr>
          <p:spPr>
            <a:xfrm>
              <a:off x="3041650" y="3868737"/>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483" name="Freeform 482">
              <a:extLst>
                <a:ext uri="{FF2B5EF4-FFF2-40B4-BE49-F238E27FC236}">
                  <a16:creationId xmlns:a16="http://schemas.microsoft.com/office/drawing/2014/main" id="{B449F739-4B47-B225-1BF8-0ACD1CC0D1DE}"/>
                </a:ext>
              </a:extLst>
            </p:cNvPr>
            <p:cNvSpPr/>
            <p:nvPr/>
          </p:nvSpPr>
          <p:spPr>
            <a:xfrm>
              <a:off x="3368548" y="3956367"/>
              <a:ext cx="12700" cy="76961"/>
            </a:xfrm>
            <a:custGeom>
              <a:avLst/>
              <a:gdLst>
                <a:gd name="csX0" fmla="*/ 0 w 12700"/>
                <a:gd name="csY0" fmla="*/ 76962 h 76961"/>
                <a:gd name="csX1" fmla="*/ 0 w 12700"/>
                <a:gd name="csY1" fmla="*/ 0 h 76961"/>
              </a:gdLst>
              <a:ahLst/>
              <a:cxnLst>
                <a:cxn ang="0">
                  <a:pos x="csX0" y="csY0"/>
                </a:cxn>
                <a:cxn ang="0">
                  <a:pos x="csX1" y="csY1"/>
                </a:cxn>
              </a:cxnLst>
              <a:rect l="l" t="t" r="r" b="b"/>
              <a:pathLst>
                <a:path w="12700" h="76961">
                  <a:moveTo>
                    <a:pt x="0" y="76962"/>
                  </a:moveTo>
                  <a:lnTo>
                    <a:pt x="0" y="0"/>
                  </a:lnTo>
                </a:path>
              </a:pathLst>
            </a:custGeom>
            <a:ln w="13589" cap="flat">
              <a:solidFill>
                <a:srgbClr val="333333"/>
              </a:solidFill>
              <a:prstDash val="solid"/>
              <a:round/>
            </a:ln>
          </p:spPr>
          <p:txBody>
            <a:bodyPr/>
            <a:lstStyle/>
            <a:p>
              <a:pPr algn="ctr"/>
              <a:endParaRPr lang="en-US" sz="2646"/>
            </a:p>
          </p:txBody>
        </p:sp>
        <p:sp>
          <p:nvSpPr>
            <p:cNvPr id="484" name="Freeform 483">
              <a:extLst>
                <a:ext uri="{FF2B5EF4-FFF2-40B4-BE49-F238E27FC236}">
                  <a16:creationId xmlns:a16="http://schemas.microsoft.com/office/drawing/2014/main" id="{51141EE6-3BF2-6953-F96E-476909F318CB}"/>
                </a:ext>
              </a:extLst>
            </p:cNvPr>
            <p:cNvSpPr/>
            <p:nvPr/>
          </p:nvSpPr>
          <p:spPr>
            <a:xfrm>
              <a:off x="3368548" y="4105973"/>
              <a:ext cx="12700" cy="27304"/>
            </a:xfrm>
            <a:custGeom>
              <a:avLst/>
              <a:gdLst>
                <a:gd name="csX0" fmla="*/ 0 w 12700"/>
                <a:gd name="csY0" fmla="*/ 0 h 27304"/>
                <a:gd name="csX1" fmla="*/ 0 w 12700"/>
                <a:gd name="csY1" fmla="*/ 27305 h 27304"/>
              </a:gdLst>
              <a:ahLst/>
              <a:cxnLst>
                <a:cxn ang="0">
                  <a:pos x="csX0" y="csY0"/>
                </a:cxn>
                <a:cxn ang="0">
                  <a:pos x="csX1" y="csY1"/>
                </a:cxn>
              </a:cxnLst>
              <a:rect l="l" t="t" r="r" b="b"/>
              <a:pathLst>
                <a:path w="12700" h="27304">
                  <a:moveTo>
                    <a:pt x="0" y="0"/>
                  </a:moveTo>
                  <a:lnTo>
                    <a:pt x="0" y="27305"/>
                  </a:lnTo>
                </a:path>
              </a:pathLst>
            </a:custGeom>
            <a:ln w="13589" cap="flat">
              <a:solidFill>
                <a:srgbClr val="333333"/>
              </a:solidFill>
              <a:prstDash val="solid"/>
              <a:round/>
            </a:ln>
          </p:spPr>
          <p:txBody>
            <a:bodyPr/>
            <a:lstStyle/>
            <a:p>
              <a:pPr algn="ctr"/>
              <a:endParaRPr lang="en-US" sz="2646"/>
            </a:p>
          </p:txBody>
        </p:sp>
        <p:sp>
          <p:nvSpPr>
            <p:cNvPr id="485" name="Freeform 484">
              <a:extLst>
                <a:ext uri="{FF2B5EF4-FFF2-40B4-BE49-F238E27FC236}">
                  <a16:creationId xmlns:a16="http://schemas.microsoft.com/office/drawing/2014/main" id="{1FA97CEF-C25B-C17C-3D3B-237DCD8D6F98}"/>
                </a:ext>
              </a:extLst>
            </p:cNvPr>
            <p:cNvSpPr/>
            <p:nvPr/>
          </p:nvSpPr>
          <p:spPr>
            <a:xfrm>
              <a:off x="3293109" y="4033328"/>
              <a:ext cx="150876" cy="72644"/>
            </a:xfrm>
            <a:custGeom>
              <a:avLst/>
              <a:gdLst>
                <a:gd name="csX0" fmla="*/ 0 w 150876"/>
                <a:gd name="csY0" fmla="*/ 0 h 72644"/>
                <a:gd name="csX1" fmla="*/ 0 w 150876"/>
                <a:gd name="csY1" fmla="*/ 72644 h 72644"/>
                <a:gd name="csX2" fmla="*/ 150876 w 150876"/>
                <a:gd name="csY2" fmla="*/ 72644 h 72644"/>
                <a:gd name="csX3" fmla="*/ 150876 w 150876"/>
                <a:gd name="csY3" fmla="*/ 0 h 72644"/>
                <a:gd name="csX4" fmla="*/ 0 w 150876"/>
                <a:gd name="csY4" fmla="*/ 0 h 72644"/>
              </a:gdLst>
              <a:ahLst/>
              <a:cxnLst>
                <a:cxn ang="0">
                  <a:pos x="csX0" y="csY0"/>
                </a:cxn>
                <a:cxn ang="0">
                  <a:pos x="csX1" y="csY1"/>
                </a:cxn>
                <a:cxn ang="0">
                  <a:pos x="csX2" y="csY2"/>
                </a:cxn>
                <a:cxn ang="0">
                  <a:pos x="csX3" y="csY3"/>
                </a:cxn>
                <a:cxn ang="0">
                  <a:pos x="csX4" y="csY4"/>
                </a:cxn>
              </a:cxnLst>
              <a:rect l="l" t="t" r="r" b="b"/>
              <a:pathLst>
                <a:path w="150876" h="72644">
                  <a:moveTo>
                    <a:pt x="0" y="0"/>
                  </a:moveTo>
                  <a:lnTo>
                    <a:pt x="0" y="72644"/>
                  </a:lnTo>
                  <a:lnTo>
                    <a:pt x="150876" y="72644"/>
                  </a:lnTo>
                  <a:lnTo>
                    <a:pt x="150876"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486" name="Freeform 485">
              <a:extLst>
                <a:ext uri="{FF2B5EF4-FFF2-40B4-BE49-F238E27FC236}">
                  <a16:creationId xmlns:a16="http://schemas.microsoft.com/office/drawing/2014/main" id="{D30A8347-D1A1-3E86-448C-0A713D8431B1}"/>
                </a:ext>
              </a:extLst>
            </p:cNvPr>
            <p:cNvSpPr/>
            <p:nvPr/>
          </p:nvSpPr>
          <p:spPr>
            <a:xfrm>
              <a:off x="3293110" y="4093527"/>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487" name="Freeform 486">
              <a:extLst>
                <a:ext uri="{FF2B5EF4-FFF2-40B4-BE49-F238E27FC236}">
                  <a16:creationId xmlns:a16="http://schemas.microsoft.com/office/drawing/2014/main" id="{03F68AC7-7201-3AC5-D8C3-96AF430ED4CE}"/>
                </a:ext>
              </a:extLst>
            </p:cNvPr>
            <p:cNvSpPr/>
            <p:nvPr/>
          </p:nvSpPr>
          <p:spPr>
            <a:xfrm>
              <a:off x="3620008" y="4027868"/>
              <a:ext cx="12700" cy="21843"/>
            </a:xfrm>
            <a:custGeom>
              <a:avLst/>
              <a:gdLst>
                <a:gd name="csX0" fmla="*/ 0 w 12700"/>
                <a:gd name="csY0" fmla="*/ 21844 h 21843"/>
                <a:gd name="csX1" fmla="*/ 0 w 12700"/>
                <a:gd name="csY1" fmla="*/ 0 h 21843"/>
              </a:gdLst>
              <a:ahLst/>
              <a:cxnLst>
                <a:cxn ang="0">
                  <a:pos x="csX0" y="csY0"/>
                </a:cxn>
                <a:cxn ang="0">
                  <a:pos x="csX1" y="csY1"/>
                </a:cxn>
              </a:cxnLst>
              <a:rect l="l" t="t" r="r" b="b"/>
              <a:pathLst>
                <a:path w="12700" h="21843">
                  <a:moveTo>
                    <a:pt x="0" y="21844"/>
                  </a:moveTo>
                  <a:lnTo>
                    <a:pt x="0" y="0"/>
                  </a:lnTo>
                </a:path>
              </a:pathLst>
            </a:custGeom>
            <a:ln w="13589" cap="flat">
              <a:solidFill>
                <a:srgbClr val="333333"/>
              </a:solidFill>
              <a:prstDash val="solid"/>
              <a:round/>
            </a:ln>
          </p:spPr>
          <p:txBody>
            <a:bodyPr/>
            <a:lstStyle/>
            <a:p>
              <a:pPr algn="ctr"/>
              <a:endParaRPr lang="en-US" sz="2646"/>
            </a:p>
          </p:txBody>
        </p:sp>
        <p:sp>
          <p:nvSpPr>
            <p:cNvPr id="488" name="Freeform 487">
              <a:extLst>
                <a:ext uri="{FF2B5EF4-FFF2-40B4-BE49-F238E27FC236}">
                  <a16:creationId xmlns:a16="http://schemas.microsoft.com/office/drawing/2014/main" id="{053000A0-1BDF-A54D-FA08-16BF8A4B257D}"/>
                </a:ext>
              </a:extLst>
            </p:cNvPr>
            <p:cNvSpPr/>
            <p:nvPr/>
          </p:nvSpPr>
          <p:spPr>
            <a:xfrm>
              <a:off x="3620008" y="4093146"/>
              <a:ext cx="12700" cy="21843"/>
            </a:xfrm>
            <a:custGeom>
              <a:avLst/>
              <a:gdLst>
                <a:gd name="csX0" fmla="*/ 0 w 12700"/>
                <a:gd name="csY0" fmla="*/ 0 h 21843"/>
                <a:gd name="csX1" fmla="*/ 0 w 12700"/>
                <a:gd name="csY1" fmla="*/ 21844 h 21843"/>
              </a:gdLst>
              <a:ahLst/>
              <a:cxnLst>
                <a:cxn ang="0">
                  <a:pos x="csX0" y="csY0"/>
                </a:cxn>
                <a:cxn ang="0">
                  <a:pos x="csX1" y="csY1"/>
                </a:cxn>
              </a:cxnLst>
              <a:rect l="l" t="t" r="r" b="b"/>
              <a:pathLst>
                <a:path w="12700" h="21843">
                  <a:moveTo>
                    <a:pt x="0" y="0"/>
                  </a:moveTo>
                  <a:lnTo>
                    <a:pt x="0" y="21844"/>
                  </a:lnTo>
                </a:path>
              </a:pathLst>
            </a:custGeom>
            <a:ln w="13589" cap="flat">
              <a:solidFill>
                <a:srgbClr val="333333"/>
              </a:solidFill>
              <a:prstDash val="solid"/>
              <a:round/>
            </a:ln>
          </p:spPr>
          <p:txBody>
            <a:bodyPr/>
            <a:lstStyle/>
            <a:p>
              <a:pPr algn="ctr"/>
              <a:endParaRPr lang="en-US" sz="2646"/>
            </a:p>
          </p:txBody>
        </p:sp>
        <p:sp>
          <p:nvSpPr>
            <p:cNvPr id="489" name="Freeform 488">
              <a:extLst>
                <a:ext uri="{FF2B5EF4-FFF2-40B4-BE49-F238E27FC236}">
                  <a16:creationId xmlns:a16="http://schemas.microsoft.com/office/drawing/2014/main" id="{3A795FB5-2692-09D8-30D9-EE82011B38A8}"/>
                </a:ext>
              </a:extLst>
            </p:cNvPr>
            <p:cNvSpPr/>
            <p:nvPr/>
          </p:nvSpPr>
          <p:spPr>
            <a:xfrm>
              <a:off x="3544569" y="4049712"/>
              <a:ext cx="150876" cy="43433"/>
            </a:xfrm>
            <a:custGeom>
              <a:avLst/>
              <a:gdLst>
                <a:gd name="csX0" fmla="*/ 0 w 150876"/>
                <a:gd name="csY0" fmla="*/ 0 h 43433"/>
                <a:gd name="csX1" fmla="*/ 0 w 150876"/>
                <a:gd name="csY1" fmla="*/ 43434 h 43433"/>
                <a:gd name="csX2" fmla="*/ 150876 w 150876"/>
                <a:gd name="csY2" fmla="*/ 43434 h 43433"/>
                <a:gd name="csX3" fmla="*/ 150876 w 150876"/>
                <a:gd name="csY3" fmla="*/ 0 h 43433"/>
                <a:gd name="csX4" fmla="*/ 0 w 150876"/>
                <a:gd name="csY4" fmla="*/ 0 h 43433"/>
              </a:gdLst>
              <a:ahLst/>
              <a:cxnLst>
                <a:cxn ang="0">
                  <a:pos x="csX0" y="csY0"/>
                </a:cxn>
                <a:cxn ang="0">
                  <a:pos x="csX1" y="csY1"/>
                </a:cxn>
                <a:cxn ang="0">
                  <a:pos x="csX2" y="csY2"/>
                </a:cxn>
                <a:cxn ang="0">
                  <a:pos x="csX3" y="csY3"/>
                </a:cxn>
                <a:cxn ang="0">
                  <a:pos x="csX4" y="csY4"/>
                </a:cxn>
              </a:cxnLst>
              <a:rect l="l" t="t" r="r" b="b"/>
              <a:pathLst>
                <a:path w="150876" h="43433">
                  <a:moveTo>
                    <a:pt x="0" y="0"/>
                  </a:moveTo>
                  <a:lnTo>
                    <a:pt x="0" y="43434"/>
                  </a:lnTo>
                  <a:lnTo>
                    <a:pt x="150876" y="43434"/>
                  </a:lnTo>
                  <a:lnTo>
                    <a:pt x="150876"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490" name="Freeform 489">
              <a:extLst>
                <a:ext uri="{FF2B5EF4-FFF2-40B4-BE49-F238E27FC236}">
                  <a16:creationId xmlns:a16="http://schemas.microsoft.com/office/drawing/2014/main" id="{14B544CB-7E5C-F4B9-8730-36D2A76FA622}"/>
                </a:ext>
              </a:extLst>
            </p:cNvPr>
            <p:cNvSpPr/>
            <p:nvPr/>
          </p:nvSpPr>
          <p:spPr>
            <a:xfrm>
              <a:off x="3544570" y="4071429"/>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491" name="Freeform 490">
              <a:extLst>
                <a:ext uri="{FF2B5EF4-FFF2-40B4-BE49-F238E27FC236}">
                  <a16:creationId xmlns:a16="http://schemas.microsoft.com/office/drawing/2014/main" id="{A158EA15-DCBB-C8D9-9A7E-D150D966A2A8}"/>
                </a:ext>
              </a:extLst>
            </p:cNvPr>
            <p:cNvSpPr/>
            <p:nvPr/>
          </p:nvSpPr>
          <p:spPr>
            <a:xfrm>
              <a:off x="4122928" y="4108386"/>
              <a:ext cx="12700" cy="7746"/>
            </a:xfrm>
            <a:custGeom>
              <a:avLst/>
              <a:gdLst>
                <a:gd name="csX0" fmla="*/ 0 w 12700"/>
                <a:gd name="csY0" fmla="*/ 7747 h 7746"/>
                <a:gd name="csX1" fmla="*/ 0 w 12700"/>
                <a:gd name="csY1" fmla="*/ 0 h 7746"/>
              </a:gdLst>
              <a:ahLst/>
              <a:cxnLst>
                <a:cxn ang="0">
                  <a:pos x="csX0" y="csY0"/>
                </a:cxn>
                <a:cxn ang="0">
                  <a:pos x="csX1" y="csY1"/>
                </a:cxn>
              </a:cxnLst>
              <a:rect l="l" t="t" r="r" b="b"/>
              <a:pathLst>
                <a:path w="12700" h="7746">
                  <a:moveTo>
                    <a:pt x="0" y="7747"/>
                  </a:moveTo>
                  <a:lnTo>
                    <a:pt x="0" y="0"/>
                  </a:lnTo>
                </a:path>
              </a:pathLst>
            </a:custGeom>
            <a:ln w="13589" cap="flat">
              <a:solidFill>
                <a:srgbClr val="333333"/>
              </a:solidFill>
              <a:prstDash val="solid"/>
              <a:round/>
            </a:ln>
          </p:spPr>
          <p:txBody>
            <a:bodyPr/>
            <a:lstStyle/>
            <a:p>
              <a:pPr algn="ctr"/>
              <a:endParaRPr lang="en-US" sz="2646"/>
            </a:p>
          </p:txBody>
        </p:sp>
        <p:sp>
          <p:nvSpPr>
            <p:cNvPr id="492" name="Freeform 491">
              <a:extLst>
                <a:ext uri="{FF2B5EF4-FFF2-40B4-BE49-F238E27FC236}">
                  <a16:creationId xmlns:a16="http://schemas.microsoft.com/office/drawing/2014/main" id="{BE53D029-8818-C951-E082-A51E1E442317}"/>
                </a:ext>
              </a:extLst>
            </p:cNvPr>
            <p:cNvSpPr/>
            <p:nvPr/>
          </p:nvSpPr>
          <p:spPr>
            <a:xfrm>
              <a:off x="4122928" y="4129087"/>
              <a:ext cx="12700" cy="1143"/>
            </a:xfrm>
            <a:custGeom>
              <a:avLst/>
              <a:gdLst>
                <a:gd name="csX0" fmla="*/ 0 w 12700"/>
                <a:gd name="csY0" fmla="*/ 0 h 1143"/>
                <a:gd name="csX1" fmla="*/ 0 w 12700"/>
                <a:gd name="csY1" fmla="*/ 1143 h 1143"/>
              </a:gdLst>
              <a:ahLst/>
              <a:cxnLst>
                <a:cxn ang="0">
                  <a:pos x="csX0" y="csY0"/>
                </a:cxn>
                <a:cxn ang="0">
                  <a:pos x="csX1" y="csY1"/>
                </a:cxn>
              </a:cxnLst>
              <a:rect l="l" t="t" r="r" b="b"/>
              <a:pathLst>
                <a:path w="12700" h="1143">
                  <a:moveTo>
                    <a:pt x="0" y="0"/>
                  </a:moveTo>
                  <a:lnTo>
                    <a:pt x="0" y="1143"/>
                  </a:lnTo>
                </a:path>
              </a:pathLst>
            </a:custGeom>
            <a:ln w="13589" cap="flat">
              <a:solidFill>
                <a:srgbClr val="333333"/>
              </a:solidFill>
              <a:prstDash val="solid"/>
              <a:round/>
            </a:ln>
          </p:spPr>
          <p:txBody>
            <a:bodyPr/>
            <a:lstStyle/>
            <a:p>
              <a:pPr algn="ctr"/>
              <a:endParaRPr lang="en-US" sz="2646"/>
            </a:p>
          </p:txBody>
        </p:sp>
        <p:sp>
          <p:nvSpPr>
            <p:cNvPr id="493" name="Freeform 492">
              <a:extLst>
                <a:ext uri="{FF2B5EF4-FFF2-40B4-BE49-F238E27FC236}">
                  <a16:creationId xmlns:a16="http://schemas.microsoft.com/office/drawing/2014/main" id="{1FBADD61-C3BB-5C4E-9446-F020A0D5B284}"/>
                </a:ext>
              </a:extLst>
            </p:cNvPr>
            <p:cNvSpPr/>
            <p:nvPr/>
          </p:nvSpPr>
          <p:spPr>
            <a:xfrm>
              <a:off x="4047489" y="4116133"/>
              <a:ext cx="150876" cy="12953"/>
            </a:xfrm>
            <a:custGeom>
              <a:avLst/>
              <a:gdLst>
                <a:gd name="csX0" fmla="*/ 0 w 150876"/>
                <a:gd name="csY0" fmla="*/ 0 h 12953"/>
                <a:gd name="csX1" fmla="*/ 0 w 150876"/>
                <a:gd name="csY1" fmla="*/ 12954 h 12953"/>
                <a:gd name="csX2" fmla="*/ 150876 w 150876"/>
                <a:gd name="csY2" fmla="*/ 12954 h 12953"/>
                <a:gd name="csX3" fmla="*/ 150876 w 150876"/>
                <a:gd name="csY3" fmla="*/ 0 h 12953"/>
                <a:gd name="csX4" fmla="*/ 0 w 150876"/>
                <a:gd name="csY4" fmla="*/ 0 h 12953"/>
              </a:gdLst>
              <a:ahLst/>
              <a:cxnLst>
                <a:cxn ang="0">
                  <a:pos x="csX0" y="csY0"/>
                </a:cxn>
                <a:cxn ang="0">
                  <a:pos x="csX1" y="csY1"/>
                </a:cxn>
                <a:cxn ang="0">
                  <a:pos x="csX2" y="csY2"/>
                </a:cxn>
                <a:cxn ang="0">
                  <a:pos x="csX3" y="csY3"/>
                </a:cxn>
                <a:cxn ang="0">
                  <a:pos x="csX4" y="csY4"/>
                </a:cxn>
              </a:cxnLst>
              <a:rect l="l" t="t" r="r" b="b"/>
              <a:pathLst>
                <a:path w="150876" h="12953">
                  <a:moveTo>
                    <a:pt x="0" y="0"/>
                  </a:moveTo>
                  <a:lnTo>
                    <a:pt x="0" y="12954"/>
                  </a:lnTo>
                  <a:lnTo>
                    <a:pt x="150876" y="12954"/>
                  </a:lnTo>
                  <a:lnTo>
                    <a:pt x="150876" y="0"/>
                  </a:lnTo>
                  <a:lnTo>
                    <a:pt x="0" y="0"/>
                  </a:lnTo>
                  <a:close/>
                </a:path>
              </a:pathLst>
            </a:custGeom>
            <a:solidFill>
              <a:srgbClr val="7BAFDE"/>
            </a:solidFill>
            <a:ln w="13589" cap="flat">
              <a:solidFill>
                <a:srgbClr val="333333"/>
              </a:solidFill>
              <a:prstDash val="solid"/>
              <a:miter/>
            </a:ln>
          </p:spPr>
          <p:txBody>
            <a:bodyPr/>
            <a:lstStyle/>
            <a:p>
              <a:pPr algn="ctr"/>
              <a:endParaRPr lang="en-US" sz="2646"/>
            </a:p>
          </p:txBody>
        </p:sp>
        <p:sp>
          <p:nvSpPr>
            <p:cNvPr id="494" name="Freeform 493">
              <a:extLst>
                <a:ext uri="{FF2B5EF4-FFF2-40B4-BE49-F238E27FC236}">
                  <a16:creationId xmlns:a16="http://schemas.microsoft.com/office/drawing/2014/main" id="{69ABC713-7229-AA47-87B1-5EB12BC18F17}"/>
                </a:ext>
              </a:extLst>
            </p:cNvPr>
            <p:cNvSpPr/>
            <p:nvPr/>
          </p:nvSpPr>
          <p:spPr>
            <a:xfrm>
              <a:off x="4047490" y="4125785"/>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495" name="Freeform 494">
              <a:extLst>
                <a:ext uri="{FF2B5EF4-FFF2-40B4-BE49-F238E27FC236}">
                  <a16:creationId xmlns:a16="http://schemas.microsoft.com/office/drawing/2014/main" id="{FF4515C8-FF7F-C6F4-1AE3-DB33B902944F}"/>
                </a:ext>
              </a:extLst>
            </p:cNvPr>
            <p:cNvSpPr/>
            <p:nvPr/>
          </p:nvSpPr>
          <p:spPr>
            <a:xfrm>
              <a:off x="3120009" y="375989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96" name="Freeform 495">
              <a:extLst>
                <a:ext uri="{FF2B5EF4-FFF2-40B4-BE49-F238E27FC236}">
                  <a16:creationId xmlns:a16="http://schemas.microsoft.com/office/drawing/2014/main" id="{D2155C4D-8CFD-891B-B773-02045155845B}"/>
                </a:ext>
              </a:extLst>
            </p:cNvPr>
            <p:cNvSpPr/>
            <p:nvPr/>
          </p:nvSpPr>
          <p:spPr>
            <a:xfrm>
              <a:off x="3121025" y="39077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97" name="Freeform 496">
              <a:extLst>
                <a:ext uri="{FF2B5EF4-FFF2-40B4-BE49-F238E27FC236}">
                  <a16:creationId xmlns:a16="http://schemas.microsoft.com/office/drawing/2014/main" id="{60B588C4-382D-CA0D-EB82-38B988796230}"/>
                </a:ext>
              </a:extLst>
            </p:cNvPr>
            <p:cNvSpPr/>
            <p:nvPr/>
          </p:nvSpPr>
          <p:spPr>
            <a:xfrm>
              <a:off x="3088386" y="378326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98" name="Freeform 497">
              <a:extLst>
                <a:ext uri="{FF2B5EF4-FFF2-40B4-BE49-F238E27FC236}">
                  <a16:creationId xmlns:a16="http://schemas.microsoft.com/office/drawing/2014/main" id="{0BEC562F-7E9E-35C4-5E1D-57AEEE8B95DE}"/>
                </a:ext>
              </a:extLst>
            </p:cNvPr>
            <p:cNvSpPr/>
            <p:nvPr/>
          </p:nvSpPr>
          <p:spPr>
            <a:xfrm>
              <a:off x="3115691" y="379355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499" name="Freeform 498">
              <a:extLst>
                <a:ext uri="{FF2B5EF4-FFF2-40B4-BE49-F238E27FC236}">
                  <a16:creationId xmlns:a16="http://schemas.microsoft.com/office/drawing/2014/main" id="{36B159F2-6B11-615E-F0B6-4E2CAC02AB39}"/>
                </a:ext>
              </a:extLst>
            </p:cNvPr>
            <p:cNvSpPr/>
            <p:nvPr/>
          </p:nvSpPr>
          <p:spPr>
            <a:xfrm>
              <a:off x="3106293" y="427234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0" name="Freeform 499">
              <a:extLst>
                <a:ext uri="{FF2B5EF4-FFF2-40B4-BE49-F238E27FC236}">
                  <a16:creationId xmlns:a16="http://schemas.microsoft.com/office/drawing/2014/main" id="{B102152C-72F0-4171-E292-337B1690EB23}"/>
                </a:ext>
              </a:extLst>
            </p:cNvPr>
            <p:cNvSpPr/>
            <p:nvPr/>
          </p:nvSpPr>
          <p:spPr>
            <a:xfrm>
              <a:off x="3100070" y="397681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1" name="Freeform 500">
              <a:extLst>
                <a:ext uri="{FF2B5EF4-FFF2-40B4-BE49-F238E27FC236}">
                  <a16:creationId xmlns:a16="http://schemas.microsoft.com/office/drawing/2014/main" id="{1D531ACB-134E-8F8A-F513-A54D5BF146D6}"/>
                </a:ext>
              </a:extLst>
            </p:cNvPr>
            <p:cNvSpPr/>
            <p:nvPr/>
          </p:nvSpPr>
          <p:spPr>
            <a:xfrm>
              <a:off x="3362452" y="411524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2" name="Freeform 501">
              <a:extLst>
                <a:ext uri="{FF2B5EF4-FFF2-40B4-BE49-F238E27FC236}">
                  <a16:creationId xmlns:a16="http://schemas.microsoft.com/office/drawing/2014/main" id="{2F3C1461-AEE2-1813-81B3-09DD523DA78C}"/>
                </a:ext>
              </a:extLst>
            </p:cNvPr>
            <p:cNvSpPr/>
            <p:nvPr/>
          </p:nvSpPr>
          <p:spPr>
            <a:xfrm>
              <a:off x="3332226" y="39859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3" name="Freeform 502">
              <a:extLst>
                <a:ext uri="{FF2B5EF4-FFF2-40B4-BE49-F238E27FC236}">
                  <a16:creationId xmlns:a16="http://schemas.microsoft.com/office/drawing/2014/main" id="{C805A88F-BDA9-7319-1831-1224D230BBD4}"/>
                </a:ext>
              </a:extLst>
            </p:cNvPr>
            <p:cNvSpPr/>
            <p:nvPr/>
          </p:nvSpPr>
          <p:spPr>
            <a:xfrm>
              <a:off x="3358515" y="410025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4" name="Freeform 503">
              <a:extLst>
                <a:ext uri="{FF2B5EF4-FFF2-40B4-BE49-F238E27FC236}">
                  <a16:creationId xmlns:a16="http://schemas.microsoft.com/office/drawing/2014/main" id="{E884D10F-EADE-B97D-6314-C233A1E642DB}"/>
                </a:ext>
              </a:extLst>
            </p:cNvPr>
            <p:cNvSpPr/>
            <p:nvPr/>
          </p:nvSpPr>
          <p:spPr>
            <a:xfrm>
              <a:off x="3360928" y="404450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5" name="Freeform 504">
              <a:extLst>
                <a:ext uri="{FF2B5EF4-FFF2-40B4-BE49-F238E27FC236}">
                  <a16:creationId xmlns:a16="http://schemas.microsoft.com/office/drawing/2014/main" id="{62E77C3E-BEB1-60BE-BD3F-788255C45455}"/>
                </a:ext>
              </a:extLst>
            </p:cNvPr>
            <p:cNvSpPr/>
            <p:nvPr/>
          </p:nvSpPr>
          <p:spPr>
            <a:xfrm>
              <a:off x="3348482" y="40757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6" name="Freeform 505">
              <a:extLst>
                <a:ext uri="{FF2B5EF4-FFF2-40B4-BE49-F238E27FC236}">
                  <a16:creationId xmlns:a16="http://schemas.microsoft.com/office/drawing/2014/main" id="{3F7D7F10-DF25-B444-D672-306DCE151FD0}"/>
                </a:ext>
              </a:extLst>
            </p:cNvPr>
            <p:cNvSpPr/>
            <p:nvPr/>
          </p:nvSpPr>
          <p:spPr>
            <a:xfrm>
              <a:off x="3361563" y="393820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7" name="Freeform 506">
              <a:extLst>
                <a:ext uri="{FF2B5EF4-FFF2-40B4-BE49-F238E27FC236}">
                  <a16:creationId xmlns:a16="http://schemas.microsoft.com/office/drawing/2014/main" id="{6FEBD21C-44F9-596E-B1B5-03E07965B805}"/>
                </a:ext>
              </a:extLst>
            </p:cNvPr>
            <p:cNvSpPr/>
            <p:nvPr/>
          </p:nvSpPr>
          <p:spPr>
            <a:xfrm>
              <a:off x="3372358" y="40756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8" name="Freeform 507">
              <a:extLst>
                <a:ext uri="{FF2B5EF4-FFF2-40B4-BE49-F238E27FC236}">
                  <a16:creationId xmlns:a16="http://schemas.microsoft.com/office/drawing/2014/main" id="{BAFE6ED1-950D-3062-9F29-57FF862D5F48}"/>
                </a:ext>
              </a:extLst>
            </p:cNvPr>
            <p:cNvSpPr/>
            <p:nvPr/>
          </p:nvSpPr>
          <p:spPr>
            <a:xfrm>
              <a:off x="3589655" y="40968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09" name="Freeform 508">
              <a:extLst>
                <a:ext uri="{FF2B5EF4-FFF2-40B4-BE49-F238E27FC236}">
                  <a16:creationId xmlns:a16="http://schemas.microsoft.com/office/drawing/2014/main" id="{B315CE88-0842-7B94-80A6-20E2E90FF4A5}"/>
                </a:ext>
              </a:extLst>
            </p:cNvPr>
            <p:cNvSpPr/>
            <p:nvPr/>
          </p:nvSpPr>
          <p:spPr>
            <a:xfrm>
              <a:off x="3600069" y="400996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0" name="Freeform 509">
              <a:extLst>
                <a:ext uri="{FF2B5EF4-FFF2-40B4-BE49-F238E27FC236}">
                  <a16:creationId xmlns:a16="http://schemas.microsoft.com/office/drawing/2014/main" id="{229D2673-D9FA-760B-3FB3-17A6FDC8A0D3}"/>
                </a:ext>
              </a:extLst>
            </p:cNvPr>
            <p:cNvSpPr/>
            <p:nvPr/>
          </p:nvSpPr>
          <p:spPr>
            <a:xfrm>
              <a:off x="3875532" y="367785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1" name="Freeform 510">
              <a:extLst>
                <a:ext uri="{FF2B5EF4-FFF2-40B4-BE49-F238E27FC236}">
                  <a16:creationId xmlns:a16="http://schemas.microsoft.com/office/drawing/2014/main" id="{EBE258A7-2411-561D-1A74-C956EF4FCFD6}"/>
                </a:ext>
              </a:extLst>
            </p:cNvPr>
            <p:cNvSpPr/>
            <p:nvPr/>
          </p:nvSpPr>
          <p:spPr>
            <a:xfrm>
              <a:off x="4128897" y="4107878"/>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2" name="Freeform 511">
              <a:extLst>
                <a:ext uri="{FF2B5EF4-FFF2-40B4-BE49-F238E27FC236}">
                  <a16:creationId xmlns:a16="http://schemas.microsoft.com/office/drawing/2014/main" id="{2CAE68ED-D9A1-B2EA-16E2-54F859257319}"/>
                </a:ext>
              </a:extLst>
            </p:cNvPr>
            <p:cNvSpPr/>
            <p:nvPr/>
          </p:nvSpPr>
          <p:spPr>
            <a:xfrm>
              <a:off x="4085717" y="409492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3" name="Freeform 512">
              <a:extLst>
                <a:ext uri="{FF2B5EF4-FFF2-40B4-BE49-F238E27FC236}">
                  <a16:creationId xmlns:a16="http://schemas.microsoft.com/office/drawing/2014/main" id="{73C56FF3-4C87-0460-988C-C4D9A3A9C149}"/>
                </a:ext>
              </a:extLst>
            </p:cNvPr>
            <p:cNvSpPr/>
            <p:nvPr/>
          </p:nvSpPr>
          <p:spPr>
            <a:xfrm>
              <a:off x="4103624" y="411219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4" name="Freeform 513">
              <a:extLst>
                <a:ext uri="{FF2B5EF4-FFF2-40B4-BE49-F238E27FC236}">
                  <a16:creationId xmlns:a16="http://schemas.microsoft.com/office/drawing/2014/main" id="{50388433-4461-0A57-0B3F-5B2C93F3427F}"/>
                </a:ext>
              </a:extLst>
            </p:cNvPr>
            <p:cNvSpPr/>
            <p:nvPr/>
          </p:nvSpPr>
          <p:spPr>
            <a:xfrm>
              <a:off x="4107942" y="4153344"/>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5" name="Freeform 514">
              <a:extLst>
                <a:ext uri="{FF2B5EF4-FFF2-40B4-BE49-F238E27FC236}">
                  <a16:creationId xmlns:a16="http://schemas.microsoft.com/office/drawing/2014/main" id="{37F225F5-5D6D-F5C0-0D49-1731B2A41606}"/>
                </a:ext>
              </a:extLst>
            </p:cNvPr>
            <p:cNvSpPr/>
            <p:nvPr/>
          </p:nvSpPr>
          <p:spPr>
            <a:xfrm>
              <a:off x="4125214" y="4107624"/>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6" name="Freeform 515">
              <a:extLst>
                <a:ext uri="{FF2B5EF4-FFF2-40B4-BE49-F238E27FC236}">
                  <a16:creationId xmlns:a16="http://schemas.microsoft.com/office/drawing/2014/main" id="{97736DCD-5B49-639E-7701-714E9DD745B2}"/>
                </a:ext>
              </a:extLst>
            </p:cNvPr>
            <p:cNvSpPr/>
            <p:nvPr/>
          </p:nvSpPr>
          <p:spPr>
            <a:xfrm>
              <a:off x="4086733" y="409035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17" name="TextBox 516">
              <a:extLst>
                <a:ext uri="{FF2B5EF4-FFF2-40B4-BE49-F238E27FC236}">
                  <a16:creationId xmlns:a16="http://schemas.microsoft.com/office/drawing/2014/main" id="{3F7F4EB4-8016-69F2-AA01-C73A49432F89}"/>
                </a:ext>
              </a:extLst>
            </p:cNvPr>
            <p:cNvSpPr txBox="1"/>
            <p:nvPr/>
          </p:nvSpPr>
          <p:spPr>
            <a:xfrm>
              <a:off x="2982390" y="3417139"/>
              <a:ext cx="495708"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18" name="Freeform 517">
              <a:extLst>
                <a:ext uri="{FF2B5EF4-FFF2-40B4-BE49-F238E27FC236}">
                  <a16:creationId xmlns:a16="http://schemas.microsoft.com/office/drawing/2014/main" id="{9F9DA564-A6B8-D0AC-6344-8F0036638BDC}"/>
                </a:ext>
              </a:extLst>
            </p:cNvPr>
            <p:cNvSpPr/>
            <p:nvPr/>
          </p:nvSpPr>
          <p:spPr>
            <a:xfrm>
              <a:off x="3117088" y="3610927"/>
              <a:ext cx="226314" cy="12700"/>
            </a:xfrm>
            <a:custGeom>
              <a:avLst/>
              <a:gdLst>
                <a:gd name="csX0" fmla="*/ 0 w 226314"/>
                <a:gd name="csY0" fmla="*/ 0 h 12700"/>
                <a:gd name="csX1" fmla="*/ 226314 w 226314"/>
                <a:gd name="csY1" fmla="*/ 0 h 12700"/>
              </a:gdLst>
              <a:ahLst/>
              <a:cxnLst>
                <a:cxn ang="0">
                  <a:pos x="csX0" y="csY0"/>
                </a:cxn>
                <a:cxn ang="0">
                  <a:pos x="csX1" y="csY1"/>
                </a:cxn>
              </a:cxnLst>
              <a:rect l="l" t="t" r="r" b="b"/>
              <a:pathLst>
                <a:path w="226314" h="12700">
                  <a:moveTo>
                    <a:pt x="0" y="0"/>
                  </a:moveTo>
                  <a:lnTo>
                    <a:pt x="226314" y="0"/>
                  </a:lnTo>
                </a:path>
              </a:pathLst>
            </a:custGeom>
            <a:ln w="13589" cap="rnd">
              <a:solidFill>
                <a:srgbClr val="000000"/>
              </a:solidFill>
              <a:prstDash val="solid"/>
              <a:round/>
            </a:ln>
          </p:spPr>
          <p:txBody>
            <a:bodyPr/>
            <a:lstStyle/>
            <a:p>
              <a:pPr algn="ctr"/>
              <a:endParaRPr lang="en-US" sz="2646"/>
            </a:p>
          </p:txBody>
        </p:sp>
        <p:sp>
          <p:nvSpPr>
            <p:cNvPr id="519" name="TextBox 518">
              <a:extLst>
                <a:ext uri="{FF2B5EF4-FFF2-40B4-BE49-F238E27FC236}">
                  <a16:creationId xmlns:a16="http://schemas.microsoft.com/office/drawing/2014/main" id="{FD8B13D4-53F9-97B5-285E-00E179273B25}"/>
                </a:ext>
              </a:extLst>
            </p:cNvPr>
            <p:cNvSpPr txBox="1"/>
            <p:nvPr/>
          </p:nvSpPr>
          <p:spPr>
            <a:xfrm>
              <a:off x="3473135" y="3466714"/>
              <a:ext cx="57035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0.935</a:t>
              </a:r>
            </a:p>
          </p:txBody>
        </p:sp>
        <p:sp>
          <p:nvSpPr>
            <p:cNvPr id="520" name="Freeform 519">
              <a:extLst>
                <a:ext uri="{FF2B5EF4-FFF2-40B4-BE49-F238E27FC236}">
                  <a16:creationId xmlns:a16="http://schemas.microsoft.com/office/drawing/2014/main" id="{F6222208-FF31-50E6-7323-F1FB5F586890}"/>
                </a:ext>
              </a:extLst>
            </p:cNvPr>
            <p:cNvSpPr/>
            <p:nvPr/>
          </p:nvSpPr>
          <p:spPr>
            <a:xfrm>
              <a:off x="3393694" y="3610927"/>
              <a:ext cx="729234" cy="12700"/>
            </a:xfrm>
            <a:custGeom>
              <a:avLst/>
              <a:gdLst>
                <a:gd name="csX0" fmla="*/ 0 w 729234"/>
                <a:gd name="csY0" fmla="*/ 0 h 12700"/>
                <a:gd name="csX1" fmla="*/ 729234 w 729234"/>
                <a:gd name="csY1" fmla="*/ 0 h 12700"/>
              </a:gdLst>
              <a:ahLst/>
              <a:cxnLst>
                <a:cxn ang="0">
                  <a:pos x="csX0" y="csY0"/>
                </a:cxn>
                <a:cxn ang="0">
                  <a:pos x="csX1" y="csY1"/>
                </a:cxn>
              </a:cxnLst>
              <a:rect l="l" t="t" r="r" b="b"/>
              <a:pathLst>
                <a:path w="729234" h="12700">
                  <a:moveTo>
                    <a:pt x="0" y="0"/>
                  </a:moveTo>
                  <a:lnTo>
                    <a:pt x="729234" y="0"/>
                  </a:lnTo>
                </a:path>
              </a:pathLst>
            </a:custGeom>
            <a:ln w="13589" cap="rnd">
              <a:solidFill>
                <a:srgbClr val="000000"/>
              </a:solidFill>
              <a:prstDash val="solid"/>
              <a:round/>
            </a:ln>
          </p:spPr>
          <p:txBody>
            <a:bodyPr/>
            <a:lstStyle/>
            <a:p>
              <a:pPr algn="ctr"/>
              <a:endParaRPr lang="en-US" sz="2646"/>
            </a:p>
          </p:txBody>
        </p:sp>
        <p:sp>
          <p:nvSpPr>
            <p:cNvPr id="521" name="TextBox 520">
              <a:extLst>
                <a:ext uri="{FF2B5EF4-FFF2-40B4-BE49-F238E27FC236}">
                  <a16:creationId xmlns:a16="http://schemas.microsoft.com/office/drawing/2014/main" id="{89E618E7-D70C-3001-0872-7E2FA9B9252A}"/>
                </a:ext>
              </a:extLst>
            </p:cNvPr>
            <p:cNvSpPr txBox="1"/>
            <p:nvPr/>
          </p:nvSpPr>
          <p:spPr>
            <a:xfrm>
              <a:off x="3372154" y="3199734"/>
              <a:ext cx="495708"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22" name="Freeform 521">
              <a:extLst>
                <a:ext uri="{FF2B5EF4-FFF2-40B4-BE49-F238E27FC236}">
                  <a16:creationId xmlns:a16="http://schemas.microsoft.com/office/drawing/2014/main" id="{138ACF31-B230-4156-9793-D9B1EF181FC9}"/>
                </a:ext>
              </a:extLst>
            </p:cNvPr>
            <p:cNvSpPr/>
            <p:nvPr/>
          </p:nvSpPr>
          <p:spPr>
            <a:xfrm>
              <a:off x="3117088" y="3398964"/>
              <a:ext cx="1005840" cy="12700"/>
            </a:xfrm>
            <a:custGeom>
              <a:avLst/>
              <a:gdLst>
                <a:gd name="csX0" fmla="*/ 0 w 1005840"/>
                <a:gd name="csY0" fmla="*/ 0 h 12700"/>
                <a:gd name="csX1" fmla="*/ 1005840 w 1005840"/>
                <a:gd name="csY1" fmla="*/ 0 h 12700"/>
              </a:gdLst>
              <a:ahLst/>
              <a:cxnLst>
                <a:cxn ang="0">
                  <a:pos x="csX0" y="csY0"/>
                </a:cxn>
                <a:cxn ang="0">
                  <a:pos x="csX1" y="csY1"/>
                </a:cxn>
              </a:cxnLst>
              <a:rect l="l" t="t" r="r" b="b"/>
              <a:pathLst>
                <a:path w="1005840" h="12700">
                  <a:moveTo>
                    <a:pt x="0" y="0"/>
                  </a:moveTo>
                  <a:lnTo>
                    <a:pt x="1005840" y="0"/>
                  </a:lnTo>
                </a:path>
              </a:pathLst>
            </a:custGeom>
            <a:ln w="13589" cap="rnd">
              <a:solidFill>
                <a:srgbClr val="000000"/>
              </a:solidFill>
              <a:prstDash val="solid"/>
              <a:round/>
            </a:ln>
          </p:spPr>
          <p:txBody>
            <a:bodyPr/>
            <a:lstStyle/>
            <a:p>
              <a:pPr algn="ctr"/>
              <a:endParaRPr lang="en-US" sz="2646"/>
            </a:p>
          </p:txBody>
        </p:sp>
      </p:grpSp>
      <p:grpSp>
        <p:nvGrpSpPr>
          <p:cNvPr id="453" name="Graphic 154">
            <a:extLst>
              <a:ext uri="{FF2B5EF4-FFF2-40B4-BE49-F238E27FC236}">
                <a16:creationId xmlns:a16="http://schemas.microsoft.com/office/drawing/2014/main" id="{F45EA8E8-9101-D352-EA7C-697E11E93F14}"/>
              </a:ext>
            </a:extLst>
          </p:cNvPr>
          <p:cNvGrpSpPr/>
          <p:nvPr/>
        </p:nvGrpSpPr>
        <p:grpSpPr>
          <a:xfrm>
            <a:off x="190536" y="1769364"/>
            <a:ext cx="1544608" cy="1305708"/>
            <a:chOff x="2639138" y="3220148"/>
            <a:chExt cx="1634666" cy="1381837"/>
          </a:xfrm>
        </p:grpSpPr>
        <p:sp>
          <p:nvSpPr>
            <p:cNvPr id="454" name="Freeform 453">
              <a:extLst>
                <a:ext uri="{FF2B5EF4-FFF2-40B4-BE49-F238E27FC236}">
                  <a16:creationId xmlns:a16="http://schemas.microsoft.com/office/drawing/2014/main" id="{50AB3E14-5DA4-A247-2A2A-33EAF605DA07}"/>
                </a:ext>
              </a:extLst>
            </p:cNvPr>
            <p:cNvSpPr/>
            <p:nvPr/>
          </p:nvSpPr>
          <p:spPr>
            <a:xfrm>
              <a:off x="2966212" y="3220148"/>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455" name="TextBox 454">
              <a:extLst>
                <a:ext uri="{FF2B5EF4-FFF2-40B4-BE49-F238E27FC236}">
                  <a16:creationId xmlns:a16="http://schemas.microsoft.com/office/drawing/2014/main" id="{3FD6C894-4C56-B7F0-3EE9-802B1FF7BB74}"/>
                </a:ext>
              </a:extLst>
            </p:cNvPr>
            <p:cNvSpPr txBox="1"/>
            <p:nvPr/>
          </p:nvSpPr>
          <p:spPr>
            <a:xfrm>
              <a:off x="2639138" y="4207872"/>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0.2</a:t>
              </a:r>
            </a:p>
          </p:txBody>
        </p:sp>
        <p:sp>
          <p:nvSpPr>
            <p:cNvPr id="456" name="TextBox 455">
              <a:extLst>
                <a:ext uri="{FF2B5EF4-FFF2-40B4-BE49-F238E27FC236}">
                  <a16:creationId xmlns:a16="http://schemas.microsoft.com/office/drawing/2014/main" id="{A0975215-639A-36D8-D150-3E02687D4FAA}"/>
                </a:ext>
              </a:extLst>
            </p:cNvPr>
            <p:cNvSpPr txBox="1"/>
            <p:nvPr/>
          </p:nvSpPr>
          <p:spPr>
            <a:xfrm>
              <a:off x="2639138" y="3978764"/>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0.4</a:t>
              </a:r>
            </a:p>
          </p:txBody>
        </p:sp>
        <p:sp>
          <p:nvSpPr>
            <p:cNvPr id="457" name="TextBox 456">
              <a:extLst>
                <a:ext uri="{FF2B5EF4-FFF2-40B4-BE49-F238E27FC236}">
                  <a16:creationId xmlns:a16="http://schemas.microsoft.com/office/drawing/2014/main" id="{CF00EFDC-55DA-4AC7-0667-C243CF4EE892}"/>
                </a:ext>
              </a:extLst>
            </p:cNvPr>
            <p:cNvSpPr txBox="1"/>
            <p:nvPr/>
          </p:nvSpPr>
          <p:spPr>
            <a:xfrm>
              <a:off x="2639138" y="3749656"/>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0.6</a:t>
              </a:r>
            </a:p>
          </p:txBody>
        </p:sp>
        <p:sp>
          <p:nvSpPr>
            <p:cNvPr id="458" name="TextBox 457">
              <a:extLst>
                <a:ext uri="{FF2B5EF4-FFF2-40B4-BE49-F238E27FC236}">
                  <a16:creationId xmlns:a16="http://schemas.microsoft.com/office/drawing/2014/main" id="{B34081A6-19C5-76B7-9AE6-EE64BB696CEA}"/>
                </a:ext>
              </a:extLst>
            </p:cNvPr>
            <p:cNvSpPr txBox="1"/>
            <p:nvPr/>
          </p:nvSpPr>
          <p:spPr>
            <a:xfrm>
              <a:off x="2639138" y="3520548"/>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0.8</a:t>
              </a:r>
            </a:p>
          </p:txBody>
        </p:sp>
        <p:sp>
          <p:nvSpPr>
            <p:cNvPr id="459" name="TextBox 458">
              <a:extLst>
                <a:ext uri="{FF2B5EF4-FFF2-40B4-BE49-F238E27FC236}">
                  <a16:creationId xmlns:a16="http://schemas.microsoft.com/office/drawing/2014/main" id="{AC67CC06-6806-4874-1E4B-E843A34C6938}"/>
                </a:ext>
              </a:extLst>
            </p:cNvPr>
            <p:cNvSpPr txBox="1"/>
            <p:nvPr/>
          </p:nvSpPr>
          <p:spPr>
            <a:xfrm>
              <a:off x="2639138" y="3291440"/>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1.0</a:t>
              </a:r>
            </a:p>
          </p:txBody>
        </p:sp>
        <p:sp>
          <p:nvSpPr>
            <p:cNvPr id="460" name="Freeform 459">
              <a:extLst>
                <a:ext uri="{FF2B5EF4-FFF2-40B4-BE49-F238E27FC236}">
                  <a16:creationId xmlns:a16="http://schemas.microsoft.com/office/drawing/2014/main" id="{5083E6E7-AC91-DABB-709F-2E93D95C7EC8}"/>
                </a:ext>
              </a:extLst>
            </p:cNvPr>
            <p:cNvSpPr/>
            <p:nvPr/>
          </p:nvSpPr>
          <p:spPr>
            <a:xfrm>
              <a:off x="2931413" y="431476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61" name="Freeform 460">
              <a:extLst>
                <a:ext uri="{FF2B5EF4-FFF2-40B4-BE49-F238E27FC236}">
                  <a16:creationId xmlns:a16="http://schemas.microsoft.com/office/drawing/2014/main" id="{515E06CE-B3FC-E125-4496-8D4982E02634}"/>
                </a:ext>
              </a:extLst>
            </p:cNvPr>
            <p:cNvSpPr/>
            <p:nvPr/>
          </p:nvSpPr>
          <p:spPr>
            <a:xfrm>
              <a:off x="2931413" y="408565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62" name="Freeform 461">
              <a:extLst>
                <a:ext uri="{FF2B5EF4-FFF2-40B4-BE49-F238E27FC236}">
                  <a16:creationId xmlns:a16="http://schemas.microsoft.com/office/drawing/2014/main" id="{D1021856-218C-8FC4-1DB7-FAFBDA88B3A1}"/>
                </a:ext>
              </a:extLst>
            </p:cNvPr>
            <p:cNvSpPr/>
            <p:nvPr/>
          </p:nvSpPr>
          <p:spPr>
            <a:xfrm>
              <a:off x="2931413" y="385654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63" name="Freeform 462">
              <a:extLst>
                <a:ext uri="{FF2B5EF4-FFF2-40B4-BE49-F238E27FC236}">
                  <a16:creationId xmlns:a16="http://schemas.microsoft.com/office/drawing/2014/main" id="{8F2D7773-0209-6BE7-0423-58DB62B176F0}"/>
                </a:ext>
              </a:extLst>
            </p:cNvPr>
            <p:cNvSpPr/>
            <p:nvPr/>
          </p:nvSpPr>
          <p:spPr>
            <a:xfrm>
              <a:off x="2931413" y="362743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64" name="Freeform 463">
              <a:extLst>
                <a:ext uri="{FF2B5EF4-FFF2-40B4-BE49-F238E27FC236}">
                  <a16:creationId xmlns:a16="http://schemas.microsoft.com/office/drawing/2014/main" id="{71E013D2-79AE-DC3C-EA47-47604FA18637}"/>
                </a:ext>
              </a:extLst>
            </p:cNvPr>
            <p:cNvSpPr/>
            <p:nvPr/>
          </p:nvSpPr>
          <p:spPr>
            <a:xfrm>
              <a:off x="2931413" y="339832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465" name="Freeform 464">
              <a:extLst>
                <a:ext uri="{FF2B5EF4-FFF2-40B4-BE49-F238E27FC236}">
                  <a16:creationId xmlns:a16="http://schemas.microsoft.com/office/drawing/2014/main" id="{44EB86FA-8D62-434D-BD24-B93775321E83}"/>
                </a:ext>
              </a:extLst>
            </p:cNvPr>
            <p:cNvSpPr/>
            <p:nvPr/>
          </p:nvSpPr>
          <p:spPr>
            <a:xfrm>
              <a:off x="2966212" y="4354512"/>
              <a:ext cx="1307592" cy="12700"/>
            </a:xfrm>
            <a:custGeom>
              <a:avLst/>
              <a:gdLst>
                <a:gd name="csX0" fmla="*/ 0 w 1307592"/>
                <a:gd name="csY0" fmla="*/ 0 h 12700"/>
                <a:gd name="csX1" fmla="*/ 1307592 w 1307592"/>
                <a:gd name="csY1" fmla="*/ 0 h 12700"/>
              </a:gdLst>
              <a:ahLst/>
              <a:cxnLst>
                <a:cxn ang="0">
                  <a:pos x="csX0" y="csY0"/>
                </a:cxn>
                <a:cxn ang="0">
                  <a:pos x="csX1" y="csY1"/>
                </a:cxn>
              </a:cxnLst>
              <a:rect l="l" t="t" r="r" b="b"/>
              <a:pathLst>
                <a:path w="1307592" h="12700">
                  <a:moveTo>
                    <a:pt x="0" y="0"/>
                  </a:moveTo>
                  <a:lnTo>
                    <a:pt x="1307592" y="0"/>
                  </a:lnTo>
                </a:path>
              </a:pathLst>
            </a:custGeom>
            <a:noFill/>
            <a:ln w="13589" cap="sq">
              <a:solidFill>
                <a:srgbClr val="000000"/>
              </a:solidFill>
              <a:prstDash val="solid"/>
              <a:round/>
            </a:ln>
          </p:spPr>
          <p:txBody>
            <a:bodyPr/>
            <a:lstStyle/>
            <a:p>
              <a:pPr algn="ctr"/>
              <a:endParaRPr lang="en-US" sz="2646"/>
            </a:p>
          </p:txBody>
        </p:sp>
        <p:sp>
          <p:nvSpPr>
            <p:cNvPr id="466" name="Freeform 465">
              <a:extLst>
                <a:ext uri="{FF2B5EF4-FFF2-40B4-BE49-F238E27FC236}">
                  <a16:creationId xmlns:a16="http://schemas.microsoft.com/office/drawing/2014/main" id="{78D93423-D97A-70B5-A26E-AACA0285082F}"/>
                </a:ext>
              </a:extLst>
            </p:cNvPr>
            <p:cNvSpPr/>
            <p:nvPr/>
          </p:nvSpPr>
          <p:spPr>
            <a:xfrm>
              <a:off x="3117087" y="435451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67" name="Freeform 466">
              <a:extLst>
                <a:ext uri="{FF2B5EF4-FFF2-40B4-BE49-F238E27FC236}">
                  <a16:creationId xmlns:a16="http://schemas.microsoft.com/office/drawing/2014/main" id="{24F66013-93AE-251A-ABD1-94E759F84A07}"/>
                </a:ext>
              </a:extLst>
            </p:cNvPr>
            <p:cNvSpPr/>
            <p:nvPr/>
          </p:nvSpPr>
          <p:spPr>
            <a:xfrm>
              <a:off x="3368547" y="435451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68" name="Freeform 467">
              <a:extLst>
                <a:ext uri="{FF2B5EF4-FFF2-40B4-BE49-F238E27FC236}">
                  <a16:creationId xmlns:a16="http://schemas.microsoft.com/office/drawing/2014/main" id="{54CCBC04-DAF9-C707-17BD-F2C0F2503C61}"/>
                </a:ext>
              </a:extLst>
            </p:cNvPr>
            <p:cNvSpPr/>
            <p:nvPr/>
          </p:nvSpPr>
          <p:spPr>
            <a:xfrm>
              <a:off x="3620008" y="435451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69" name="Freeform 468">
              <a:extLst>
                <a:ext uri="{FF2B5EF4-FFF2-40B4-BE49-F238E27FC236}">
                  <a16:creationId xmlns:a16="http://schemas.microsoft.com/office/drawing/2014/main" id="{C116AB38-35D8-06E8-5853-BA519BFA57DB}"/>
                </a:ext>
              </a:extLst>
            </p:cNvPr>
            <p:cNvSpPr/>
            <p:nvPr/>
          </p:nvSpPr>
          <p:spPr>
            <a:xfrm>
              <a:off x="3871467" y="435451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70" name="Freeform 469">
              <a:extLst>
                <a:ext uri="{FF2B5EF4-FFF2-40B4-BE49-F238E27FC236}">
                  <a16:creationId xmlns:a16="http://schemas.microsoft.com/office/drawing/2014/main" id="{8A400495-A384-A2F4-13A7-12529AA62088}"/>
                </a:ext>
              </a:extLst>
            </p:cNvPr>
            <p:cNvSpPr/>
            <p:nvPr/>
          </p:nvSpPr>
          <p:spPr>
            <a:xfrm>
              <a:off x="4122927" y="4354512"/>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71" name="TextBox 470">
              <a:extLst>
                <a:ext uri="{FF2B5EF4-FFF2-40B4-BE49-F238E27FC236}">
                  <a16:creationId xmlns:a16="http://schemas.microsoft.com/office/drawing/2014/main" id="{4FF0B969-B467-E1D9-5599-1F7D01433D11}"/>
                </a:ext>
              </a:extLst>
            </p:cNvPr>
            <p:cNvSpPr txBox="1"/>
            <p:nvPr/>
          </p:nvSpPr>
          <p:spPr>
            <a:xfrm>
              <a:off x="2965933" y="4350366"/>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472" name="TextBox 471">
              <a:extLst>
                <a:ext uri="{FF2B5EF4-FFF2-40B4-BE49-F238E27FC236}">
                  <a16:creationId xmlns:a16="http://schemas.microsoft.com/office/drawing/2014/main" id="{66004B6B-D5C3-3FB4-C6B5-7216C5F10F4C}"/>
                </a:ext>
              </a:extLst>
            </p:cNvPr>
            <p:cNvSpPr txBox="1"/>
            <p:nvPr/>
          </p:nvSpPr>
          <p:spPr>
            <a:xfrm>
              <a:off x="3253017" y="4350366"/>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473" name="TextBox 472">
              <a:extLst>
                <a:ext uri="{FF2B5EF4-FFF2-40B4-BE49-F238E27FC236}">
                  <a16:creationId xmlns:a16="http://schemas.microsoft.com/office/drawing/2014/main" id="{683EB69B-7B55-50F6-97AF-CE940B7606DC}"/>
                </a:ext>
              </a:extLst>
            </p:cNvPr>
            <p:cNvSpPr txBox="1"/>
            <p:nvPr/>
          </p:nvSpPr>
          <p:spPr>
            <a:xfrm>
              <a:off x="3468852" y="4350366"/>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474" name="TextBox 473">
              <a:extLst>
                <a:ext uri="{FF2B5EF4-FFF2-40B4-BE49-F238E27FC236}">
                  <a16:creationId xmlns:a16="http://schemas.microsoft.com/office/drawing/2014/main" id="{437E05CA-8427-4661-CF19-60590D48E30F}"/>
                </a:ext>
              </a:extLst>
            </p:cNvPr>
            <p:cNvSpPr txBox="1"/>
            <p:nvPr/>
          </p:nvSpPr>
          <p:spPr>
            <a:xfrm>
              <a:off x="3688080" y="4350366"/>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475" name="TextBox 474">
              <a:extLst>
                <a:ext uri="{FF2B5EF4-FFF2-40B4-BE49-F238E27FC236}">
                  <a16:creationId xmlns:a16="http://schemas.microsoft.com/office/drawing/2014/main" id="{82235CFF-0AFE-7E1C-614E-3ECCB2E32D89}"/>
                </a:ext>
              </a:extLst>
            </p:cNvPr>
            <p:cNvSpPr txBox="1"/>
            <p:nvPr/>
          </p:nvSpPr>
          <p:spPr>
            <a:xfrm>
              <a:off x="3986193" y="4350366"/>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grpSp>
      <p:sp>
        <p:nvSpPr>
          <p:cNvPr id="229" name="TextBox 228">
            <a:extLst>
              <a:ext uri="{FF2B5EF4-FFF2-40B4-BE49-F238E27FC236}">
                <a16:creationId xmlns:a16="http://schemas.microsoft.com/office/drawing/2014/main" id="{0137392A-E7CD-922A-C9BC-3A12A60B61CE}"/>
              </a:ext>
            </a:extLst>
          </p:cNvPr>
          <p:cNvSpPr txBox="1"/>
          <p:nvPr/>
        </p:nvSpPr>
        <p:spPr>
          <a:xfrm>
            <a:off x="502920" y="1577582"/>
            <a:ext cx="2932429" cy="252249"/>
          </a:xfrm>
          <a:prstGeom prst="rect">
            <a:avLst/>
          </a:prstGeom>
          <a:noFill/>
        </p:spPr>
        <p:txBody>
          <a:bodyPr wrap="square" rtlCol="0">
            <a:spAutoFit/>
          </a:bodyPr>
          <a:lstStyle/>
          <a:p>
            <a:pPr algn="ctr"/>
            <a:r>
              <a:rPr lang="en-US" sz="1039" i="1" dirty="0" err="1">
                <a:ln/>
                <a:solidFill>
                  <a:srgbClr val="000000"/>
                </a:solidFill>
                <a:latin typeface="Arial"/>
                <a:cs typeface="Arial"/>
                <a:sym typeface="Arial"/>
                <a:rtl val="0"/>
              </a:rPr>
              <a:t>nmbr</a:t>
            </a:r>
            <a:endParaRPr lang="en-US" sz="1039" dirty="0">
              <a:ln/>
              <a:solidFill>
                <a:srgbClr val="000000"/>
              </a:solidFill>
              <a:latin typeface="Arial"/>
              <a:cs typeface="Arial"/>
              <a:sym typeface="Arial"/>
              <a:rtl val="0"/>
            </a:endParaRPr>
          </a:p>
        </p:txBody>
      </p:sp>
      <p:sp>
        <p:nvSpPr>
          <p:cNvPr id="231" name="TextBox 230">
            <a:extLst>
              <a:ext uri="{FF2B5EF4-FFF2-40B4-BE49-F238E27FC236}">
                <a16:creationId xmlns:a16="http://schemas.microsoft.com/office/drawing/2014/main" id="{E083D99E-15F7-AFD0-43FA-583C224FCE7E}"/>
              </a:ext>
            </a:extLst>
          </p:cNvPr>
          <p:cNvSpPr txBox="1"/>
          <p:nvPr/>
        </p:nvSpPr>
        <p:spPr>
          <a:xfrm rot="16200000">
            <a:off x="-267756" y="870743"/>
            <a:ext cx="853119" cy="253916"/>
          </a:xfrm>
          <a:prstGeom prst="rect">
            <a:avLst/>
          </a:prstGeom>
          <a:noFill/>
        </p:spPr>
        <p:txBody>
          <a:bodyPr wrap="none" rtlCol="0">
            <a:spAutoFit/>
          </a:bodyPr>
          <a:lstStyle/>
          <a:p>
            <a:pPr algn="l"/>
            <a:r>
              <a:rPr lang="en-US" sz="1050" spc="0" baseline="0" dirty="0">
                <a:ln/>
                <a:solidFill>
                  <a:srgbClr val="000000"/>
                </a:solidFill>
                <a:latin typeface="Arial"/>
                <a:cs typeface="Arial"/>
                <a:sym typeface="Arial"/>
                <a:rtl val="0"/>
              </a:rPr>
              <a:t>Expression</a:t>
            </a:r>
          </a:p>
        </p:txBody>
      </p:sp>
      <p:sp>
        <p:nvSpPr>
          <p:cNvPr id="233" name="TextBox 232">
            <a:extLst>
              <a:ext uri="{FF2B5EF4-FFF2-40B4-BE49-F238E27FC236}">
                <a16:creationId xmlns:a16="http://schemas.microsoft.com/office/drawing/2014/main" id="{BE4C84B1-1BC5-9829-6846-247F336E6ADF}"/>
              </a:ext>
            </a:extLst>
          </p:cNvPr>
          <p:cNvSpPr txBox="1"/>
          <p:nvPr/>
        </p:nvSpPr>
        <p:spPr>
          <a:xfrm rot="16200000">
            <a:off x="-267756" y="2483644"/>
            <a:ext cx="853119" cy="253916"/>
          </a:xfrm>
          <a:prstGeom prst="rect">
            <a:avLst/>
          </a:prstGeom>
          <a:noFill/>
        </p:spPr>
        <p:txBody>
          <a:bodyPr wrap="none" rtlCol="0">
            <a:spAutoFit/>
          </a:bodyPr>
          <a:lstStyle/>
          <a:p>
            <a:pPr algn="l"/>
            <a:r>
              <a:rPr lang="en-US" sz="1050" spc="0" baseline="0" dirty="0">
                <a:ln/>
                <a:solidFill>
                  <a:srgbClr val="000000"/>
                </a:solidFill>
                <a:latin typeface="Arial"/>
                <a:cs typeface="Arial"/>
                <a:sym typeface="Arial"/>
                <a:rtl val="0"/>
              </a:rPr>
              <a:t>Expression</a:t>
            </a:r>
          </a:p>
        </p:txBody>
      </p:sp>
      <p:grpSp>
        <p:nvGrpSpPr>
          <p:cNvPr id="9" name="Graphic 760">
            <a:extLst>
              <a:ext uri="{FF2B5EF4-FFF2-40B4-BE49-F238E27FC236}">
                <a16:creationId xmlns:a16="http://schemas.microsoft.com/office/drawing/2014/main" id="{7583B8CB-B4AC-25D1-C5FB-1CD43F5EEBFA}"/>
              </a:ext>
            </a:extLst>
          </p:cNvPr>
          <p:cNvGrpSpPr/>
          <p:nvPr/>
        </p:nvGrpSpPr>
        <p:grpSpPr>
          <a:xfrm>
            <a:off x="2011357" y="265884"/>
            <a:ext cx="1544727" cy="1341416"/>
            <a:chOff x="608202" y="4407001"/>
            <a:chExt cx="1634792" cy="1419627"/>
          </a:xfrm>
        </p:grpSpPr>
        <p:grpSp>
          <p:nvGrpSpPr>
            <p:cNvPr id="10" name="Graphic 760">
              <a:extLst>
                <a:ext uri="{FF2B5EF4-FFF2-40B4-BE49-F238E27FC236}">
                  <a16:creationId xmlns:a16="http://schemas.microsoft.com/office/drawing/2014/main" id="{7B9012A9-5BC3-E5F5-0329-49E11795B65C}"/>
                </a:ext>
              </a:extLst>
            </p:cNvPr>
            <p:cNvGrpSpPr/>
            <p:nvPr/>
          </p:nvGrpSpPr>
          <p:grpSpPr>
            <a:xfrm>
              <a:off x="919338" y="4407001"/>
              <a:ext cx="1323655" cy="1172280"/>
              <a:chOff x="919338" y="4407001"/>
              <a:chExt cx="1323655" cy="1172280"/>
            </a:xfrm>
          </p:grpSpPr>
          <p:sp>
            <p:nvSpPr>
              <p:cNvPr id="36" name="Freeform 765">
                <a:extLst>
                  <a:ext uri="{FF2B5EF4-FFF2-40B4-BE49-F238E27FC236}">
                    <a16:creationId xmlns:a16="http://schemas.microsoft.com/office/drawing/2014/main" id="{04BA931E-A486-A614-7C9D-66573C3CCAF1}"/>
                  </a:ext>
                </a:extLst>
              </p:cNvPr>
              <p:cNvSpPr/>
              <p:nvPr/>
            </p:nvSpPr>
            <p:spPr>
              <a:xfrm>
                <a:off x="941752" y="4444791"/>
                <a:ext cx="1301241" cy="1134490"/>
              </a:xfrm>
              <a:custGeom>
                <a:avLst/>
                <a:gdLst>
                  <a:gd name="csX0" fmla="*/ 0 w 1301241"/>
                  <a:gd name="csY0" fmla="*/ 0 h 1134490"/>
                  <a:gd name="csX1" fmla="*/ 1301242 w 1301241"/>
                  <a:gd name="csY1" fmla="*/ 0 h 1134490"/>
                  <a:gd name="csX2" fmla="*/ 1301242 w 1301241"/>
                  <a:gd name="csY2" fmla="*/ 1134491 h 1134490"/>
                  <a:gd name="csX3" fmla="*/ 0 w 1301241"/>
                  <a:gd name="csY3" fmla="*/ 1134491 h 1134490"/>
                </a:gdLst>
                <a:ahLst/>
                <a:cxnLst>
                  <a:cxn ang="0">
                    <a:pos x="csX0" y="csY0"/>
                  </a:cxn>
                  <a:cxn ang="0">
                    <a:pos x="csX1" y="csY1"/>
                  </a:cxn>
                  <a:cxn ang="0">
                    <a:pos x="csX2" y="csY2"/>
                  </a:cxn>
                  <a:cxn ang="0">
                    <a:pos x="csX3" y="csY3"/>
                  </a:cxn>
                </a:cxnLst>
                <a:rect l="l" t="t" r="r" b="b"/>
                <a:pathLst>
                  <a:path w="1301241" h="1134490">
                    <a:moveTo>
                      <a:pt x="0" y="0"/>
                    </a:moveTo>
                    <a:lnTo>
                      <a:pt x="1301242" y="0"/>
                    </a:lnTo>
                    <a:lnTo>
                      <a:pt x="1301242"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37" name="Freeform 766">
                <a:extLst>
                  <a:ext uri="{FF2B5EF4-FFF2-40B4-BE49-F238E27FC236}">
                    <a16:creationId xmlns:a16="http://schemas.microsoft.com/office/drawing/2014/main" id="{EE0EFE7C-F82A-6829-B5BA-0DAEA3FDB175}"/>
                  </a:ext>
                </a:extLst>
              </p:cNvPr>
              <p:cNvSpPr/>
              <p:nvPr/>
            </p:nvSpPr>
            <p:spPr>
              <a:xfrm>
                <a:off x="979344" y="4987716"/>
                <a:ext cx="225170" cy="539876"/>
              </a:xfrm>
              <a:custGeom>
                <a:avLst/>
                <a:gdLst>
                  <a:gd name="csX0" fmla="*/ 0 w 225170"/>
                  <a:gd name="csY0" fmla="*/ 0 h 539876"/>
                  <a:gd name="csX1" fmla="*/ 225171 w 225170"/>
                  <a:gd name="csY1" fmla="*/ 0 h 539876"/>
                  <a:gd name="csX2" fmla="*/ 225171 w 225170"/>
                  <a:gd name="csY2" fmla="*/ 539877 h 539876"/>
                  <a:gd name="csX3" fmla="*/ 0 w 225170"/>
                  <a:gd name="csY3" fmla="*/ 539877 h 539876"/>
                </a:gdLst>
                <a:ahLst/>
                <a:cxnLst>
                  <a:cxn ang="0">
                    <a:pos x="csX0" y="csY0"/>
                  </a:cxn>
                  <a:cxn ang="0">
                    <a:pos x="csX1" y="csY1"/>
                  </a:cxn>
                  <a:cxn ang="0">
                    <a:pos x="csX2" y="csY2"/>
                  </a:cxn>
                  <a:cxn ang="0">
                    <a:pos x="csX3" y="csY3"/>
                  </a:cxn>
                </a:cxnLst>
                <a:rect l="l" t="t" r="r" b="b"/>
                <a:pathLst>
                  <a:path w="225170" h="539876">
                    <a:moveTo>
                      <a:pt x="0" y="0"/>
                    </a:moveTo>
                    <a:lnTo>
                      <a:pt x="225171" y="0"/>
                    </a:lnTo>
                    <a:lnTo>
                      <a:pt x="225171" y="539877"/>
                    </a:lnTo>
                    <a:lnTo>
                      <a:pt x="0" y="539877"/>
                    </a:lnTo>
                    <a:close/>
                  </a:path>
                </a:pathLst>
              </a:custGeom>
              <a:solidFill>
                <a:srgbClr val="1965B0"/>
              </a:solidFill>
              <a:ln w="13589" cap="flat">
                <a:noFill/>
                <a:prstDash val="solid"/>
                <a:miter/>
              </a:ln>
            </p:spPr>
            <p:txBody>
              <a:bodyPr/>
              <a:lstStyle/>
              <a:p>
                <a:pPr algn="ctr"/>
                <a:endParaRPr lang="en-US" sz="2646"/>
              </a:p>
            </p:txBody>
          </p:sp>
          <p:sp>
            <p:nvSpPr>
              <p:cNvPr id="38" name="Freeform 767">
                <a:extLst>
                  <a:ext uri="{FF2B5EF4-FFF2-40B4-BE49-F238E27FC236}">
                    <a16:creationId xmlns:a16="http://schemas.microsoft.com/office/drawing/2014/main" id="{B83892A6-F0EA-34A7-C09C-64C269991070}"/>
                  </a:ext>
                </a:extLst>
              </p:cNvPr>
              <p:cNvSpPr/>
              <p:nvPr/>
            </p:nvSpPr>
            <p:spPr>
              <a:xfrm>
                <a:off x="1229534" y="5241970"/>
                <a:ext cx="225171" cy="285622"/>
              </a:xfrm>
              <a:custGeom>
                <a:avLst/>
                <a:gdLst>
                  <a:gd name="csX0" fmla="*/ 0 w 225171"/>
                  <a:gd name="csY0" fmla="*/ 0 h 285622"/>
                  <a:gd name="csX1" fmla="*/ 225171 w 225171"/>
                  <a:gd name="csY1" fmla="*/ 0 h 285622"/>
                  <a:gd name="csX2" fmla="*/ 225171 w 225171"/>
                  <a:gd name="csY2" fmla="*/ 285623 h 285622"/>
                  <a:gd name="csX3" fmla="*/ 0 w 225171"/>
                  <a:gd name="csY3" fmla="*/ 285623 h 285622"/>
                </a:gdLst>
                <a:ahLst/>
                <a:cxnLst>
                  <a:cxn ang="0">
                    <a:pos x="csX0" y="csY0"/>
                  </a:cxn>
                  <a:cxn ang="0">
                    <a:pos x="csX1" y="csY1"/>
                  </a:cxn>
                  <a:cxn ang="0">
                    <a:pos x="csX2" y="csY2"/>
                  </a:cxn>
                  <a:cxn ang="0">
                    <a:pos x="csX3" y="csY3"/>
                  </a:cxn>
                </a:cxnLst>
                <a:rect l="l" t="t" r="r" b="b"/>
                <a:pathLst>
                  <a:path w="225171" h="285622">
                    <a:moveTo>
                      <a:pt x="0" y="0"/>
                    </a:moveTo>
                    <a:lnTo>
                      <a:pt x="225171" y="0"/>
                    </a:lnTo>
                    <a:lnTo>
                      <a:pt x="225171" y="285623"/>
                    </a:lnTo>
                    <a:lnTo>
                      <a:pt x="0" y="285623"/>
                    </a:lnTo>
                    <a:close/>
                  </a:path>
                </a:pathLst>
              </a:custGeom>
              <a:solidFill>
                <a:srgbClr val="4EB265"/>
              </a:solidFill>
              <a:ln w="13589" cap="flat">
                <a:noFill/>
                <a:prstDash val="solid"/>
                <a:miter/>
              </a:ln>
            </p:spPr>
            <p:txBody>
              <a:bodyPr/>
              <a:lstStyle/>
              <a:p>
                <a:pPr algn="ctr"/>
                <a:endParaRPr lang="en-US" sz="2646"/>
              </a:p>
            </p:txBody>
          </p:sp>
          <p:sp>
            <p:nvSpPr>
              <p:cNvPr id="39" name="Freeform 768">
                <a:extLst>
                  <a:ext uri="{FF2B5EF4-FFF2-40B4-BE49-F238E27FC236}">
                    <a16:creationId xmlns:a16="http://schemas.microsoft.com/office/drawing/2014/main" id="{8EBE544C-5A06-3E97-73D2-5162450F98B1}"/>
                  </a:ext>
                </a:extLst>
              </p:cNvPr>
              <p:cNvSpPr/>
              <p:nvPr/>
            </p:nvSpPr>
            <p:spPr>
              <a:xfrm>
                <a:off x="1980231" y="5425104"/>
                <a:ext cx="225171" cy="102488"/>
              </a:xfrm>
              <a:custGeom>
                <a:avLst/>
                <a:gdLst>
                  <a:gd name="csX0" fmla="*/ 0 w 225171"/>
                  <a:gd name="csY0" fmla="*/ 0 h 102488"/>
                  <a:gd name="csX1" fmla="*/ 225171 w 225171"/>
                  <a:gd name="csY1" fmla="*/ 0 h 102488"/>
                  <a:gd name="csX2" fmla="*/ 225171 w 225171"/>
                  <a:gd name="csY2" fmla="*/ 102489 h 102488"/>
                  <a:gd name="csX3" fmla="*/ 0 w 225171"/>
                  <a:gd name="csY3" fmla="*/ 102489 h 102488"/>
                </a:gdLst>
                <a:ahLst/>
                <a:cxnLst>
                  <a:cxn ang="0">
                    <a:pos x="csX0" y="csY0"/>
                  </a:cxn>
                  <a:cxn ang="0">
                    <a:pos x="csX1" y="csY1"/>
                  </a:cxn>
                  <a:cxn ang="0">
                    <a:pos x="csX2" y="csY2"/>
                  </a:cxn>
                  <a:cxn ang="0">
                    <a:pos x="csX3" y="csY3"/>
                  </a:cxn>
                </a:cxnLst>
                <a:rect l="l" t="t" r="r" b="b"/>
                <a:pathLst>
                  <a:path w="225171" h="102488">
                    <a:moveTo>
                      <a:pt x="0" y="0"/>
                    </a:moveTo>
                    <a:lnTo>
                      <a:pt x="225171" y="0"/>
                    </a:lnTo>
                    <a:lnTo>
                      <a:pt x="225171" y="102489"/>
                    </a:lnTo>
                    <a:lnTo>
                      <a:pt x="0" y="102489"/>
                    </a:lnTo>
                    <a:close/>
                  </a:path>
                </a:pathLst>
              </a:custGeom>
              <a:solidFill>
                <a:srgbClr val="DC050C"/>
              </a:solidFill>
              <a:ln w="13589" cap="flat">
                <a:noFill/>
                <a:prstDash val="solid"/>
                <a:miter/>
              </a:ln>
            </p:spPr>
            <p:txBody>
              <a:bodyPr/>
              <a:lstStyle/>
              <a:p>
                <a:pPr algn="ctr"/>
                <a:endParaRPr lang="en-US" sz="2646"/>
              </a:p>
            </p:txBody>
          </p:sp>
          <p:sp>
            <p:nvSpPr>
              <p:cNvPr id="40" name="Freeform 769">
                <a:extLst>
                  <a:ext uri="{FF2B5EF4-FFF2-40B4-BE49-F238E27FC236}">
                    <a16:creationId xmlns:a16="http://schemas.microsoft.com/office/drawing/2014/main" id="{1B984754-7691-5FC5-2F99-63D99532E4D6}"/>
                  </a:ext>
                </a:extLst>
              </p:cNvPr>
              <p:cNvSpPr/>
              <p:nvPr/>
            </p:nvSpPr>
            <p:spPr>
              <a:xfrm>
                <a:off x="1041955" y="4925105"/>
                <a:ext cx="100076" cy="12700"/>
              </a:xfrm>
              <a:custGeom>
                <a:avLst/>
                <a:gdLst>
                  <a:gd name="csX0" fmla="*/ 0 w 100076"/>
                  <a:gd name="csY0" fmla="*/ 0 h 12700"/>
                  <a:gd name="csX1" fmla="*/ 100076 w 100076"/>
                  <a:gd name="csY1" fmla="*/ 0 h 12700"/>
                </a:gdLst>
                <a:ahLst/>
                <a:cxnLst>
                  <a:cxn ang="0">
                    <a:pos x="csX0" y="csY0"/>
                  </a:cxn>
                  <a:cxn ang="0">
                    <a:pos x="csX1" y="csY1"/>
                  </a:cxn>
                </a:cxnLst>
                <a:rect l="l" t="t" r="r" b="b"/>
                <a:pathLst>
                  <a:path w="100076" h="12700">
                    <a:moveTo>
                      <a:pt x="0" y="0"/>
                    </a:moveTo>
                    <a:lnTo>
                      <a:pt x="100076" y="0"/>
                    </a:lnTo>
                  </a:path>
                </a:pathLst>
              </a:custGeom>
              <a:noFill/>
              <a:ln w="13589" cap="flat">
                <a:solidFill>
                  <a:srgbClr val="000000"/>
                </a:solidFill>
                <a:prstDash val="solid"/>
                <a:round/>
              </a:ln>
            </p:spPr>
            <p:txBody>
              <a:bodyPr/>
              <a:lstStyle/>
              <a:p>
                <a:pPr algn="ctr"/>
                <a:endParaRPr lang="en-US" sz="2646"/>
              </a:p>
            </p:txBody>
          </p:sp>
          <p:sp>
            <p:nvSpPr>
              <p:cNvPr id="41" name="Freeform 770">
                <a:extLst>
                  <a:ext uri="{FF2B5EF4-FFF2-40B4-BE49-F238E27FC236}">
                    <a16:creationId xmlns:a16="http://schemas.microsoft.com/office/drawing/2014/main" id="{31A3ED6F-4FBF-B6BD-B6E4-6BCE55ACD53F}"/>
                  </a:ext>
                </a:extLst>
              </p:cNvPr>
              <p:cNvSpPr/>
              <p:nvPr/>
            </p:nvSpPr>
            <p:spPr>
              <a:xfrm>
                <a:off x="1091992" y="4925105"/>
                <a:ext cx="12700" cy="125222"/>
              </a:xfrm>
              <a:custGeom>
                <a:avLst/>
                <a:gdLst>
                  <a:gd name="csX0" fmla="*/ 0 w 12700"/>
                  <a:gd name="csY0" fmla="*/ 0 h 125222"/>
                  <a:gd name="csX1" fmla="*/ 0 w 12700"/>
                  <a:gd name="csY1" fmla="*/ 125222 h 125222"/>
                </a:gdLst>
                <a:ahLst/>
                <a:cxnLst>
                  <a:cxn ang="0">
                    <a:pos x="csX0" y="csY0"/>
                  </a:cxn>
                  <a:cxn ang="0">
                    <a:pos x="csX1" y="csY1"/>
                  </a:cxn>
                </a:cxnLst>
                <a:rect l="l" t="t" r="r" b="b"/>
                <a:pathLst>
                  <a:path w="12700" h="125222">
                    <a:moveTo>
                      <a:pt x="0" y="0"/>
                    </a:moveTo>
                    <a:lnTo>
                      <a:pt x="0" y="125222"/>
                    </a:lnTo>
                  </a:path>
                </a:pathLst>
              </a:custGeom>
              <a:noFill/>
              <a:ln w="13589" cap="flat">
                <a:solidFill>
                  <a:srgbClr val="000000"/>
                </a:solidFill>
                <a:prstDash val="solid"/>
                <a:round/>
              </a:ln>
            </p:spPr>
            <p:txBody>
              <a:bodyPr/>
              <a:lstStyle/>
              <a:p>
                <a:pPr algn="ctr"/>
                <a:endParaRPr lang="en-US" sz="2646"/>
              </a:p>
            </p:txBody>
          </p:sp>
          <p:sp>
            <p:nvSpPr>
              <p:cNvPr id="42" name="Freeform 771">
                <a:extLst>
                  <a:ext uri="{FF2B5EF4-FFF2-40B4-BE49-F238E27FC236}">
                    <a16:creationId xmlns:a16="http://schemas.microsoft.com/office/drawing/2014/main" id="{76A5E10B-3CB1-A1BA-E3B1-24D179DC0A63}"/>
                  </a:ext>
                </a:extLst>
              </p:cNvPr>
              <p:cNvSpPr/>
              <p:nvPr/>
            </p:nvSpPr>
            <p:spPr>
              <a:xfrm>
                <a:off x="1041955" y="5050327"/>
                <a:ext cx="100076" cy="12700"/>
              </a:xfrm>
              <a:custGeom>
                <a:avLst/>
                <a:gdLst>
                  <a:gd name="csX0" fmla="*/ 0 w 100076"/>
                  <a:gd name="csY0" fmla="*/ 0 h 12700"/>
                  <a:gd name="csX1" fmla="*/ 100076 w 100076"/>
                  <a:gd name="csY1" fmla="*/ 0 h 12700"/>
                </a:gdLst>
                <a:ahLst/>
                <a:cxnLst>
                  <a:cxn ang="0">
                    <a:pos x="csX0" y="csY0"/>
                  </a:cxn>
                  <a:cxn ang="0">
                    <a:pos x="csX1" y="csY1"/>
                  </a:cxn>
                </a:cxnLst>
                <a:rect l="l" t="t" r="r" b="b"/>
                <a:pathLst>
                  <a:path w="100076" h="12700">
                    <a:moveTo>
                      <a:pt x="0" y="0"/>
                    </a:moveTo>
                    <a:lnTo>
                      <a:pt x="100076" y="0"/>
                    </a:lnTo>
                  </a:path>
                </a:pathLst>
              </a:custGeom>
              <a:noFill/>
              <a:ln w="13589" cap="flat">
                <a:solidFill>
                  <a:srgbClr val="000000"/>
                </a:solidFill>
                <a:prstDash val="solid"/>
                <a:round/>
              </a:ln>
            </p:spPr>
            <p:txBody>
              <a:bodyPr/>
              <a:lstStyle/>
              <a:p>
                <a:pPr algn="ctr"/>
                <a:endParaRPr lang="en-US" sz="2646"/>
              </a:p>
            </p:txBody>
          </p:sp>
          <p:sp>
            <p:nvSpPr>
              <p:cNvPr id="43" name="Freeform 772">
                <a:extLst>
                  <a:ext uri="{FF2B5EF4-FFF2-40B4-BE49-F238E27FC236}">
                    <a16:creationId xmlns:a16="http://schemas.microsoft.com/office/drawing/2014/main" id="{2A810DFD-2474-58BC-D4B3-D0AA611160AA}"/>
                  </a:ext>
                </a:extLst>
              </p:cNvPr>
              <p:cNvSpPr/>
              <p:nvPr/>
            </p:nvSpPr>
            <p:spPr>
              <a:xfrm>
                <a:off x="1292145" y="5166658"/>
                <a:ext cx="100075" cy="12700"/>
              </a:xfrm>
              <a:custGeom>
                <a:avLst/>
                <a:gdLst>
                  <a:gd name="csX0" fmla="*/ 0 w 100075"/>
                  <a:gd name="csY0" fmla="*/ 0 h 12700"/>
                  <a:gd name="csX1" fmla="*/ 100076 w 100075"/>
                  <a:gd name="csY1" fmla="*/ 0 h 12700"/>
                </a:gdLst>
                <a:ahLst/>
                <a:cxnLst>
                  <a:cxn ang="0">
                    <a:pos x="csX0" y="csY0"/>
                  </a:cxn>
                  <a:cxn ang="0">
                    <a:pos x="csX1" y="csY1"/>
                  </a:cxn>
                </a:cxnLst>
                <a:rect l="l" t="t" r="r" b="b"/>
                <a:pathLst>
                  <a:path w="100075" h="12700">
                    <a:moveTo>
                      <a:pt x="0" y="0"/>
                    </a:moveTo>
                    <a:lnTo>
                      <a:pt x="100076" y="0"/>
                    </a:lnTo>
                  </a:path>
                </a:pathLst>
              </a:custGeom>
              <a:noFill/>
              <a:ln w="13589" cap="flat">
                <a:solidFill>
                  <a:srgbClr val="000000"/>
                </a:solidFill>
                <a:prstDash val="solid"/>
                <a:round/>
              </a:ln>
            </p:spPr>
            <p:txBody>
              <a:bodyPr/>
              <a:lstStyle/>
              <a:p>
                <a:pPr algn="ctr"/>
                <a:endParaRPr lang="en-US" sz="2646"/>
              </a:p>
            </p:txBody>
          </p:sp>
          <p:sp>
            <p:nvSpPr>
              <p:cNvPr id="44" name="Freeform 773">
                <a:extLst>
                  <a:ext uri="{FF2B5EF4-FFF2-40B4-BE49-F238E27FC236}">
                    <a16:creationId xmlns:a16="http://schemas.microsoft.com/office/drawing/2014/main" id="{E423F051-F079-A77B-15FC-E52E14C87DA1}"/>
                  </a:ext>
                </a:extLst>
              </p:cNvPr>
              <p:cNvSpPr/>
              <p:nvPr/>
            </p:nvSpPr>
            <p:spPr>
              <a:xfrm>
                <a:off x="1342182" y="5166658"/>
                <a:ext cx="12700" cy="150749"/>
              </a:xfrm>
              <a:custGeom>
                <a:avLst/>
                <a:gdLst>
                  <a:gd name="csX0" fmla="*/ 0 w 12700"/>
                  <a:gd name="csY0" fmla="*/ 0 h 150749"/>
                  <a:gd name="csX1" fmla="*/ 0 w 12700"/>
                  <a:gd name="csY1" fmla="*/ 150749 h 150749"/>
                </a:gdLst>
                <a:ahLst/>
                <a:cxnLst>
                  <a:cxn ang="0">
                    <a:pos x="csX0" y="csY0"/>
                  </a:cxn>
                  <a:cxn ang="0">
                    <a:pos x="csX1" y="csY1"/>
                  </a:cxn>
                </a:cxnLst>
                <a:rect l="l" t="t" r="r" b="b"/>
                <a:pathLst>
                  <a:path w="12700" h="150749">
                    <a:moveTo>
                      <a:pt x="0" y="0"/>
                    </a:moveTo>
                    <a:lnTo>
                      <a:pt x="0" y="150749"/>
                    </a:lnTo>
                  </a:path>
                </a:pathLst>
              </a:custGeom>
              <a:noFill/>
              <a:ln w="13589" cap="flat">
                <a:solidFill>
                  <a:srgbClr val="000000"/>
                </a:solidFill>
                <a:prstDash val="solid"/>
                <a:round/>
              </a:ln>
            </p:spPr>
            <p:txBody>
              <a:bodyPr/>
              <a:lstStyle/>
              <a:p>
                <a:pPr algn="ctr"/>
                <a:endParaRPr lang="en-US" sz="2646"/>
              </a:p>
            </p:txBody>
          </p:sp>
          <p:sp>
            <p:nvSpPr>
              <p:cNvPr id="45" name="Freeform 774">
                <a:extLst>
                  <a:ext uri="{FF2B5EF4-FFF2-40B4-BE49-F238E27FC236}">
                    <a16:creationId xmlns:a16="http://schemas.microsoft.com/office/drawing/2014/main" id="{080794C4-96F1-834F-AEF6-425185AB2CDA}"/>
                  </a:ext>
                </a:extLst>
              </p:cNvPr>
              <p:cNvSpPr/>
              <p:nvPr/>
            </p:nvSpPr>
            <p:spPr>
              <a:xfrm>
                <a:off x="1292145" y="5317407"/>
                <a:ext cx="100075" cy="12700"/>
              </a:xfrm>
              <a:custGeom>
                <a:avLst/>
                <a:gdLst>
                  <a:gd name="csX0" fmla="*/ 0 w 100075"/>
                  <a:gd name="csY0" fmla="*/ 0 h 12700"/>
                  <a:gd name="csX1" fmla="*/ 100076 w 100075"/>
                  <a:gd name="csY1" fmla="*/ 0 h 12700"/>
                </a:gdLst>
                <a:ahLst/>
                <a:cxnLst>
                  <a:cxn ang="0">
                    <a:pos x="csX0" y="csY0"/>
                  </a:cxn>
                  <a:cxn ang="0">
                    <a:pos x="csX1" y="csY1"/>
                  </a:cxn>
                </a:cxnLst>
                <a:rect l="l" t="t" r="r" b="b"/>
                <a:pathLst>
                  <a:path w="100075" h="12700">
                    <a:moveTo>
                      <a:pt x="0" y="0"/>
                    </a:moveTo>
                    <a:lnTo>
                      <a:pt x="100076" y="0"/>
                    </a:lnTo>
                  </a:path>
                </a:pathLst>
              </a:custGeom>
              <a:noFill/>
              <a:ln w="13589" cap="flat">
                <a:solidFill>
                  <a:srgbClr val="000000"/>
                </a:solidFill>
                <a:prstDash val="solid"/>
                <a:round/>
              </a:ln>
            </p:spPr>
            <p:txBody>
              <a:bodyPr/>
              <a:lstStyle/>
              <a:p>
                <a:pPr algn="ctr"/>
                <a:endParaRPr lang="en-US" sz="2646"/>
              </a:p>
            </p:txBody>
          </p:sp>
          <p:sp>
            <p:nvSpPr>
              <p:cNvPr id="46" name="Freeform 775">
                <a:extLst>
                  <a:ext uri="{FF2B5EF4-FFF2-40B4-BE49-F238E27FC236}">
                    <a16:creationId xmlns:a16="http://schemas.microsoft.com/office/drawing/2014/main" id="{9CE42C74-ABB2-8CCE-A547-46C4AB9663D8}"/>
                  </a:ext>
                </a:extLst>
              </p:cNvPr>
              <p:cNvSpPr/>
              <p:nvPr/>
            </p:nvSpPr>
            <p:spPr>
              <a:xfrm>
                <a:off x="1542334" y="5527593"/>
                <a:ext cx="100076" cy="12700"/>
              </a:xfrm>
              <a:custGeom>
                <a:avLst/>
                <a:gdLst>
                  <a:gd name="csX0" fmla="*/ 0 w 100076"/>
                  <a:gd name="csY0" fmla="*/ 0 h 12700"/>
                  <a:gd name="csX1" fmla="*/ 100076 w 100076"/>
                  <a:gd name="csY1" fmla="*/ 0 h 12700"/>
                </a:gdLst>
                <a:ahLst/>
                <a:cxnLst>
                  <a:cxn ang="0">
                    <a:pos x="csX0" y="csY0"/>
                  </a:cxn>
                  <a:cxn ang="0">
                    <a:pos x="csX1" y="csY1"/>
                  </a:cxn>
                </a:cxnLst>
                <a:rect l="l" t="t" r="r" b="b"/>
                <a:pathLst>
                  <a:path w="100076" h="12700">
                    <a:moveTo>
                      <a:pt x="0" y="0"/>
                    </a:moveTo>
                    <a:lnTo>
                      <a:pt x="100076" y="0"/>
                    </a:lnTo>
                  </a:path>
                </a:pathLst>
              </a:custGeom>
              <a:noFill/>
              <a:ln w="13589" cap="flat">
                <a:solidFill>
                  <a:srgbClr val="000000"/>
                </a:solidFill>
                <a:prstDash val="solid"/>
                <a:round/>
              </a:ln>
            </p:spPr>
            <p:txBody>
              <a:bodyPr/>
              <a:lstStyle/>
              <a:p>
                <a:pPr algn="ctr"/>
                <a:endParaRPr lang="en-US" sz="2646"/>
              </a:p>
            </p:txBody>
          </p:sp>
          <p:sp>
            <p:nvSpPr>
              <p:cNvPr id="47" name="Freeform 776">
                <a:extLst>
                  <a:ext uri="{FF2B5EF4-FFF2-40B4-BE49-F238E27FC236}">
                    <a16:creationId xmlns:a16="http://schemas.microsoft.com/office/drawing/2014/main" id="{457AD494-0F3E-59E2-6998-BE5B1AA5BBDE}"/>
                  </a:ext>
                </a:extLst>
              </p:cNvPr>
              <p:cNvSpPr/>
              <p:nvPr/>
            </p:nvSpPr>
            <p:spPr>
              <a:xfrm>
                <a:off x="1592373" y="5527593"/>
                <a:ext cx="12700" cy="12700"/>
              </a:xfrm>
              <a:custGeom>
                <a:avLst/>
                <a:gdLst>
                  <a:gd name="csX0" fmla="*/ 0 w 12700"/>
                  <a:gd name="csY0" fmla="*/ 0 h 12700"/>
                  <a:gd name="csX1" fmla="*/ 0 w 12700"/>
                  <a:gd name="csY1" fmla="*/ 0 h 12700"/>
                </a:gdLst>
                <a:ahLst/>
                <a:cxnLst>
                  <a:cxn ang="0">
                    <a:pos x="csX0" y="csY0"/>
                  </a:cxn>
                  <a:cxn ang="0">
                    <a:pos x="csX1" y="csY1"/>
                  </a:cxn>
                </a:cxnLst>
                <a:rect l="l" t="t" r="r" b="b"/>
                <a:pathLst>
                  <a:path w="12700" h="12700">
                    <a:moveTo>
                      <a:pt x="0" y="0"/>
                    </a:moveTo>
                    <a:lnTo>
                      <a:pt x="0" y="0"/>
                    </a:lnTo>
                  </a:path>
                </a:pathLst>
              </a:custGeom>
              <a:noFill/>
              <a:ln w="13589" cap="flat">
                <a:solidFill>
                  <a:srgbClr val="000000"/>
                </a:solidFill>
                <a:prstDash val="solid"/>
                <a:round/>
              </a:ln>
            </p:spPr>
            <p:txBody>
              <a:bodyPr/>
              <a:lstStyle/>
              <a:p>
                <a:pPr algn="ctr"/>
                <a:endParaRPr lang="en-US" sz="2646"/>
              </a:p>
            </p:txBody>
          </p:sp>
          <p:sp>
            <p:nvSpPr>
              <p:cNvPr id="48" name="Freeform 777">
                <a:extLst>
                  <a:ext uri="{FF2B5EF4-FFF2-40B4-BE49-F238E27FC236}">
                    <a16:creationId xmlns:a16="http://schemas.microsoft.com/office/drawing/2014/main" id="{F9E20CA0-1933-F348-391C-2ECFC90C2DD4}"/>
                  </a:ext>
                </a:extLst>
              </p:cNvPr>
              <p:cNvSpPr/>
              <p:nvPr/>
            </p:nvSpPr>
            <p:spPr>
              <a:xfrm>
                <a:off x="1542334" y="5527593"/>
                <a:ext cx="100076" cy="12700"/>
              </a:xfrm>
              <a:custGeom>
                <a:avLst/>
                <a:gdLst>
                  <a:gd name="csX0" fmla="*/ 0 w 100076"/>
                  <a:gd name="csY0" fmla="*/ 0 h 12700"/>
                  <a:gd name="csX1" fmla="*/ 100076 w 100076"/>
                  <a:gd name="csY1" fmla="*/ 0 h 12700"/>
                </a:gdLst>
                <a:ahLst/>
                <a:cxnLst>
                  <a:cxn ang="0">
                    <a:pos x="csX0" y="csY0"/>
                  </a:cxn>
                  <a:cxn ang="0">
                    <a:pos x="csX1" y="csY1"/>
                  </a:cxn>
                </a:cxnLst>
                <a:rect l="l" t="t" r="r" b="b"/>
                <a:pathLst>
                  <a:path w="100076" h="12700">
                    <a:moveTo>
                      <a:pt x="0" y="0"/>
                    </a:moveTo>
                    <a:lnTo>
                      <a:pt x="100076" y="0"/>
                    </a:lnTo>
                  </a:path>
                </a:pathLst>
              </a:custGeom>
              <a:noFill/>
              <a:ln w="13589" cap="flat">
                <a:solidFill>
                  <a:srgbClr val="000000"/>
                </a:solidFill>
                <a:prstDash val="solid"/>
                <a:round/>
              </a:ln>
            </p:spPr>
            <p:txBody>
              <a:bodyPr/>
              <a:lstStyle/>
              <a:p>
                <a:pPr algn="ctr"/>
                <a:endParaRPr lang="en-US" sz="2646"/>
              </a:p>
            </p:txBody>
          </p:sp>
          <p:sp>
            <p:nvSpPr>
              <p:cNvPr id="49" name="Freeform 778">
                <a:extLst>
                  <a:ext uri="{FF2B5EF4-FFF2-40B4-BE49-F238E27FC236}">
                    <a16:creationId xmlns:a16="http://schemas.microsoft.com/office/drawing/2014/main" id="{B06E896A-3C10-971E-BBCA-55BD170B9B38}"/>
                  </a:ext>
                </a:extLst>
              </p:cNvPr>
              <p:cNvSpPr/>
              <p:nvPr/>
            </p:nvSpPr>
            <p:spPr>
              <a:xfrm>
                <a:off x="2042842" y="5374177"/>
                <a:ext cx="100075" cy="12700"/>
              </a:xfrm>
              <a:custGeom>
                <a:avLst/>
                <a:gdLst>
                  <a:gd name="csX0" fmla="*/ 0 w 100075"/>
                  <a:gd name="csY0" fmla="*/ 0 h 12700"/>
                  <a:gd name="csX1" fmla="*/ 100076 w 100075"/>
                  <a:gd name="csY1" fmla="*/ 0 h 12700"/>
                </a:gdLst>
                <a:ahLst/>
                <a:cxnLst>
                  <a:cxn ang="0">
                    <a:pos x="csX0" y="csY0"/>
                  </a:cxn>
                  <a:cxn ang="0">
                    <a:pos x="csX1" y="csY1"/>
                  </a:cxn>
                </a:cxnLst>
                <a:rect l="l" t="t" r="r" b="b"/>
                <a:pathLst>
                  <a:path w="100075" h="12700">
                    <a:moveTo>
                      <a:pt x="0" y="0"/>
                    </a:moveTo>
                    <a:lnTo>
                      <a:pt x="100076" y="0"/>
                    </a:lnTo>
                  </a:path>
                </a:pathLst>
              </a:custGeom>
              <a:noFill/>
              <a:ln w="13589" cap="flat">
                <a:solidFill>
                  <a:srgbClr val="000000"/>
                </a:solidFill>
                <a:prstDash val="solid"/>
                <a:round/>
              </a:ln>
            </p:spPr>
            <p:txBody>
              <a:bodyPr/>
              <a:lstStyle/>
              <a:p>
                <a:pPr algn="ctr"/>
                <a:endParaRPr lang="en-US" sz="2646"/>
              </a:p>
            </p:txBody>
          </p:sp>
          <p:sp>
            <p:nvSpPr>
              <p:cNvPr id="50" name="Freeform 779">
                <a:extLst>
                  <a:ext uri="{FF2B5EF4-FFF2-40B4-BE49-F238E27FC236}">
                    <a16:creationId xmlns:a16="http://schemas.microsoft.com/office/drawing/2014/main" id="{88AB72ED-B017-4C88-5520-36C7081CE694}"/>
                  </a:ext>
                </a:extLst>
              </p:cNvPr>
              <p:cNvSpPr/>
              <p:nvPr/>
            </p:nvSpPr>
            <p:spPr>
              <a:xfrm>
                <a:off x="2092879" y="5374177"/>
                <a:ext cx="12700" cy="101980"/>
              </a:xfrm>
              <a:custGeom>
                <a:avLst/>
                <a:gdLst>
                  <a:gd name="csX0" fmla="*/ 0 w 12700"/>
                  <a:gd name="csY0" fmla="*/ 0 h 101980"/>
                  <a:gd name="csX1" fmla="*/ 0 w 12700"/>
                  <a:gd name="csY1" fmla="*/ 101981 h 101980"/>
                </a:gdLst>
                <a:ahLst/>
                <a:cxnLst>
                  <a:cxn ang="0">
                    <a:pos x="csX0" y="csY0"/>
                  </a:cxn>
                  <a:cxn ang="0">
                    <a:pos x="csX1" y="csY1"/>
                  </a:cxn>
                </a:cxnLst>
                <a:rect l="l" t="t" r="r" b="b"/>
                <a:pathLst>
                  <a:path w="12700" h="101980">
                    <a:moveTo>
                      <a:pt x="0" y="0"/>
                    </a:moveTo>
                    <a:lnTo>
                      <a:pt x="0" y="101981"/>
                    </a:lnTo>
                  </a:path>
                </a:pathLst>
              </a:custGeom>
              <a:noFill/>
              <a:ln w="13589" cap="flat">
                <a:solidFill>
                  <a:srgbClr val="000000"/>
                </a:solidFill>
                <a:prstDash val="solid"/>
                <a:round/>
              </a:ln>
            </p:spPr>
            <p:txBody>
              <a:bodyPr/>
              <a:lstStyle/>
              <a:p>
                <a:pPr algn="ctr"/>
                <a:endParaRPr lang="en-US" sz="2646"/>
              </a:p>
            </p:txBody>
          </p:sp>
          <p:sp>
            <p:nvSpPr>
              <p:cNvPr id="51" name="Freeform 780">
                <a:extLst>
                  <a:ext uri="{FF2B5EF4-FFF2-40B4-BE49-F238E27FC236}">
                    <a16:creationId xmlns:a16="http://schemas.microsoft.com/office/drawing/2014/main" id="{4F541CD3-8543-EAD0-2FBA-1205949C86E9}"/>
                  </a:ext>
                </a:extLst>
              </p:cNvPr>
              <p:cNvSpPr/>
              <p:nvPr/>
            </p:nvSpPr>
            <p:spPr>
              <a:xfrm>
                <a:off x="2042842" y="5476157"/>
                <a:ext cx="100075" cy="12700"/>
              </a:xfrm>
              <a:custGeom>
                <a:avLst/>
                <a:gdLst>
                  <a:gd name="csX0" fmla="*/ 0 w 100075"/>
                  <a:gd name="csY0" fmla="*/ 0 h 12700"/>
                  <a:gd name="csX1" fmla="*/ 100076 w 100075"/>
                  <a:gd name="csY1" fmla="*/ 0 h 12700"/>
                </a:gdLst>
                <a:ahLst/>
                <a:cxnLst>
                  <a:cxn ang="0">
                    <a:pos x="csX0" y="csY0"/>
                  </a:cxn>
                  <a:cxn ang="0">
                    <a:pos x="csX1" y="csY1"/>
                  </a:cxn>
                </a:cxnLst>
                <a:rect l="l" t="t" r="r" b="b"/>
                <a:pathLst>
                  <a:path w="100075" h="12700">
                    <a:moveTo>
                      <a:pt x="0" y="0"/>
                    </a:moveTo>
                    <a:lnTo>
                      <a:pt x="100076" y="0"/>
                    </a:lnTo>
                  </a:path>
                </a:pathLst>
              </a:custGeom>
              <a:noFill/>
              <a:ln w="13589" cap="flat">
                <a:solidFill>
                  <a:srgbClr val="000000"/>
                </a:solidFill>
                <a:prstDash val="solid"/>
                <a:round/>
              </a:ln>
            </p:spPr>
            <p:txBody>
              <a:bodyPr/>
              <a:lstStyle/>
              <a:p>
                <a:pPr algn="ctr"/>
                <a:endParaRPr lang="en-US" sz="2646"/>
              </a:p>
            </p:txBody>
          </p:sp>
          <p:sp>
            <p:nvSpPr>
              <p:cNvPr id="52" name="Freeform 781">
                <a:extLst>
                  <a:ext uri="{FF2B5EF4-FFF2-40B4-BE49-F238E27FC236}">
                    <a16:creationId xmlns:a16="http://schemas.microsoft.com/office/drawing/2014/main" id="{945C9469-0448-9529-C2FB-96A0375839C6}"/>
                  </a:ext>
                </a:extLst>
              </p:cNvPr>
              <p:cNvSpPr/>
              <p:nvPr/>
            </p:nvSpPr>
            <p:spPr>
              <a:xfrm>
                <a:off x="1574339" y="55095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3" name="Freeform 782">
                <a:extLst>
                  <a:ext uri="{FF2B5EF4-FFF2-40B4-BE49-F238E27FC236}">
                    <a16:creationId xmlns:a16="http://schemas.microsoft.com/office/drawing/2014/main" id="{507470FB-2D87-12A4-2FA3-3B15C3E8449F}"/>
                  </a:ext>
                </a:extLst>
              </p:cNvPr>
              <p:cNvSpPr/>
              <p:nvPr/>
            </p:nvSpPr>
            <p:spPr>
              <a:xfrm>
                <a:off x="1324149" y="52936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4" name="Freeform 783">
                <a:extLst>
                  <a:ext uri="{FF2B5EF4-FFF2-40B4-BE49-F238E27FC236}">
                    <a16:creationId xmlns:a16="http://schemas.microsoft.com/office/drawing/2014/main" id="{668575A3-8FDB-2DF5-DB08-82469B42799B}"/>
                  </a:ext>
                </a:extLst>
              </p:cNvPr>
              <p:cNvSpPr/>
              <p:nvPr/>
            </p:nvSpPr>
            <p:spPr>
              <a:xfrm>
                <a:off x="1324149" y="523739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 name="Freeform 784">
                <a:extLst>
                  <a:ext uri="{FF2B5EF4-FFF2-40B4-BE49-F238E27FC236}">
                    <a16:creationId xmlns:a16="http://schemas.microsoft.com/office/drawing/2014/main" id="{275634D8-A8ED-6F64-FB46-C1E8670B2042}"/>
                  </a:ext>
                </a:extLst>
              </p:cNvPr>
              <p:cNvSpPr/>
              <p:nvPr/>
            </p:nvSpPr>
            <p:spPr>
              <a:xfrm>
                <a:off x="2074846" y="521491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 name="Freeform 785">
                <a:extLst>
                  <a:ext uri="{FF2B5EF4-FFF2-40B4-BE49-F238E27FC236}">
                    <a16:creationId xmlns:a16="http://schemas.microsoft.com/office/drawing/2014/main" id="{E1484C04-0803-FAC0-B51C-3EAA5A9AA8FE}"/>
                  </a:ext>
                </a:extLst>
              </p:cNvPr>
              <p:cNvSpPr/>
              <p:nvPr/>
            </p:nvSpPr>
            <p:spPr>
              <a:xfrm>
                <a:off x="1073959" y="50921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7" name="Freeform 786">
                <a:extLst>
                  <a:ext uri="{FF2B5EF4-FFF2-40B4-BE49-F238E27FC236}">
                    <a16:creationId xmlns:a16="http://schemas.microsoft.com/office/drawing/2014/main" id="{D6439F73-F1A9-4F65-4AA6-DCBAE2418AD4}"/>
                  </a:ext>
                </a:extLst>
              </p:cNvPr>
              <p:cNvSpPr/>
              <p:nvPr/>
            </p:nvSpPr>
            <p:spPr>
              <a:xfrm>
                <a:off x="2074846" y="55095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8" name="Freeform 787">
                <a:extLst>
                  <a:ext uri="{FF2B5EF4-FFF2-40B4-BE49-F238E27FC236}">
                    <a16:creationId xmlns:a16="http://schemas.microsoft.com/office/drawing/2014/main" id="{6F340DFF-4EE3-AC8E-03E0-97B6CF044D3E}"/>
                  </a:ext>
                </a:extLst>
              </p:cNvPr>
              <p:cNvSpPr/>
              <p:nvPr/>
            </p:nvSpPr>
            <p:spPr>
              <a:xfrm>
                <a:off x="1073959" y="49651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9" name="Freeform 788">
                <a:extLst>
                  <a:ext uri="{FF2B5EF4-FFF2-40B4-BE49-F238E27FC236}">
                    <a16:creationId xmlns:a16="http://schemas.microsoft.com/office/drawing/2014/main" id="{71A9C8BC-B088-6E15-4FF3-CB2AABD4A83C}"/>
                  </a:ext>
                </a:extLst>
              </p:cNvPr>
              <p:cNvSpPr/>
              <p:nvPr/>
            </p:nvSpPr>
            <p:spPr>
              <a:xfrm>
                <a:off x="2074846" y="538802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0" name="Freeform 789">
                <a:extLst>
                  <a:ext uri="{FF2B5EF4-FFF2-40B4-BE49-F238E27FC236}">
                    <a16:creationId xmlns:a16="http://schemas.microsoft.com/office/drawing/2014/main" id="{5BAF8369-C30D-E192-B404-20E5C6C6D048}"/>
                  </a:ext>
                </a:extLst>
              </p:cNvPr>
              <p:cNvSpPr/>
              <p:nvPr/>
            </p:nvSpPr>
            <p:spPr>
              <a:xfrm>
                <a:off x="1073959" y="504575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1" name="Freeform 790">
                <a:extLst>
                  <a:ext uri="{FF2B5EF4-FFF2-40B4-BE49-F238E27FC236}">
                    <a16:creationId xmlns:a16="http://schemas.microsoft.com/office/drawing/2014/main" id="{35DB5BC4-EC89-F09B-D8C8-95D9362E0425}"/>
                  </a:ext>
                </a:extLst>
              </p:cNvPr>
              <p:cNvSpPr/>
              <p:nvPr/>
            </p:nvSpPr>
            <p:spPr>
              <a:xfrm>
                <a:off x="2074846" y="55095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2" name="Freeform 791">
                <a:extLst>
                  <a:ext uri="{FF2B5EF4-FFF2-40B4-BE49-F238E27FC236}">
                    <a16:creationId xmlns:a16="http://schemas.microsoft.com/office/drawing/2014/main" id="{2668FA3D-B048-DD44-D411-7299D02585C8}"/>
                  </a:ext>
                </a:extLst>
              </p:cNvPr>
              <p:cNvSpPr/>
              <p:nvPr/>
            </p:nvSpPr>
            <p:spPr>
              <a:xfrm>
                <a:off x="1073959" y="51412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 name="Freeform 792">
                <a:extLst>
                  <a:ext uri="{FF2B5EF4-FFF2-40B4-BE49-F238E27FC236}">
                    <a16:creationId xmlns:a16="http://schemas.microsoft.com/office/drawing/2014/main" id="{FF9BA69B-6609-1457-BEB0-F77EEFEAFB66}"/>
                  </a:ext>
                </a:extLst>
              </p:cNvPr>
              <p:cNvSpPr/>
              <p:nvPr/>
            </p:nvSpPr>
            <p:spPr>
              <a:xfrm>
                <a:off x="2074846" y="55095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4" name="Freeform 793">
                <a:extLst>
                  <a:ext uri="{FF2B5EF4-FFF2-40B4-BE49-F238E27FC236}">
                    <a16:creationId xmlns:a16="http://schemas.microsoft.com/office/drawing/2014/main" id="{7F89329F-AF6C-8859-AAA1-B91142D247A4}"/>
                  </a:ext>
                </a:extLst>
              </p:cNvPr>
              <p:cNvSpPr/>
              <p:nvPr/>
            </p:nvSpPr>
            <p:spPr>
              <a:xfrm>
                <a:off x="1073959" y="48007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5" name="Freeform 794">
                <a:extLst>
                  <a:ext uri="{FF2B5EF4-FFF2-40B4-BE49-F238E27FC236}">
                    <a16:creationId xmlns:a16="http://schemas.microsoft.com/office/drawing/2014/main" id="{2F2BE90C-F5AA-F976-E7C5-2D51545A4652}"/>
                  </a:ext>
                </a:extLst>
              </p:cNvPr>
              <p:cNvSpPr/>
              <p:nvPr/>
            </p:nvSpPr>
            <p:spPr>
              <a:xfrm>
                <a:off x="1324149" y="55095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6" name="Freeform 795">
                <a:extLst>
                  <a:ext uri="{FF2B5EF4-FFF2-40B4-BE49-F238E27FC236}">
                    <a16:creationId xmlns:a16="http://schemas.microsoft.com/office/drawing/2014/main" id="{EF135A40-7470-EF6A-3954-54BF1AAA5BAA}"/>
                  </a:ext>
                </a:extLst>
              </p:cNvPr>
              <p:cNvSpPr/>
              <p:nvPr/>
            </p:nvSpPr>
            <p:spPr>
              <a:xfrm>
                <a:off x="2074846" y="53108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7" name="Freeform 796">
                <a:extLst>
                  <a:ext uri="{FF2B5EF4-FFF2-40B4-BE49-F238E27FC236}">
                    <a16:creationId xmlns:a16="http://schemas.microsoft.com/office/drawing/2014/main" id="{2A6E5694-7556-E79E-3E0F-7A81B9728125}"/>
                  </a:ext>
                </a:extLst>
              </p:cNvPr>
              <p:cNvSpPr/>
              <p:nvPr/>
            </p:nvSpPr>
            <p:spPr>
              <a:xfrm>
                <a:off x="1073959" y="47729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8" name="Freeform 797">
                <a:extLst>
                  <a:ext uri="{FF2B5EF4-FFF2-40B4-BE49-F238E27FC236}">
                    <a16:creationId xmlns:a16="http://schemas.microsoft.com/office/drawing/2014/main" id="{3F11DCFC-5E04-6F5A-36D7-8CAA1D3E1BD3}"/>
                  </a:ext>
                </a:extLst>
              </p:cNvPr>
              <p:cNvSpPr/>
              <p:nvPr/>
            </p:nvSpPr>
            <p:spPr>
              <a:xfrm>
                <a:off x="1574339" y="55095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 name="Freeform 798">
                <a:extLst>
                  <a:ext uri="{FF2B5EF4-FFF2-40B4-BE49-F238E27FC236}">
                    <a16:creationId xmlns:a16="http://schemas.microsoft.com/office/drawing/2014/main" id="{2ADCFD2B-EAE4-A4ED-1354-E9975E17CFF1}"/>
                  </a:ext>
                </a:extLst>
              </p:cNvPr>
              <p:cNvSpPr/>
              <p:nvPr/>
            </p:nvSpPr>
            <p:spPr>
              <a:xfrm>
                <a:off x="1324149" y="51885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 name="Freeform 799">
                <a:extLst>
                  <a:ext uri="{FF2B5EF4-FFF2-40B4-BE49-F238E27FC236}">
                    <a16:creationId xmlns:a16="http://schemas.microsoft.com/office/drawing/2014/main" id="{A486C4F9-8115-7D24-80A5-FE62DE834C71}"/>
                  </a:ext>
                </a:extLst>
              </p:cNvPr>
              <p:cNvSpPr/>
              <p:nvPr/>
            </p:nvSpPr>
            <p:spPr>
              <a:xfrm>
                <a:off x="1324149" y="526876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1" name="Freeform 800">
                <a:extLst>
                  <a:ext uri="{FF2B5EF4-FFF2-40B4-BE49-F238E27FC236}">
                    <a16:creationId xmlns:a16="http://schemas.microsoft.com/office/drawing/2014/main" id="{8D2DCF2C-F2AE-C54D-A92D-DA4F40E7A6C3}"/>
                  </a:ext>
                </a:extLst>
              </p:cNvPr>
              <p:cNvSpPr/>
              <p:nvPr/>
            </p:nvSpPr>
            <p:spPr>
              <a:xfrm>
                <a:off x="1824656" y="55095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2" name="Freeform 801">
                <a:extLst>
                  <a:ext uri="{FF2B5EF4-FFF2-40B4-BE49-F238E27FC236}">
                    <a16:creationId xmlns:a16="http://schemas.microsoft.com/office/drawing/2014/main" id="{26481FC6-688C-ECE0-3DE1-76ADCE059393}"/>
                  </a:ext>
                </a:extLst>
              </p:cNvPr>
              <p:cNvSpPr/>
              <p:nvPr/>
            </p:nvSpPr>
            <p:spPr>
              <a:xfrm>
                <a:off x="1324149" y="48387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3" name="Freeform 802">
                <a:extLst>
                  <a:ext uri="{FF2B5EF4-FFF2-40B4-BE49-F238E27FC236}">
                    <a16:creationId xmlns:a16="http://schemas.microsoft.com/office/drawing/2014/main" id="{ED87BFDB-75C1-C607-B018-B736A617EC88}"/>
                  </a:ext>
                </a:extLst>
              </p:cNvPr>
              <p:cNvSpPr/>
              <p:nvPr/>
            </p:nvSpPr>
            <p:spPr>
              <a:xfrm>
                <a:off x="1324149" y="523130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4" name="TextBox 73">
                <a:extLst>
                  <a:ext uri="{FF2B5EF4-FFF2-40B4-BE49-F238E27FC236}">
                    <a16:creationId xmlns:a16="http://schemas.microsoft.com/office/drawing/2014/main" id="{E88077A8-4B36-F0C6-E324-7037FD1675A4}"/>
                  </a:ext>
                </a:extLst>
              </p:cNvPr>
              <p:cNvSpPr txBox="1"/>
              <p:nvPr/>
            </p:nvSpPr>
            <p:spPr>
              <a:xfrm>
                <a:off x="919338" y="4572317"/>
                <a:ext cx="570352"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p = 0.158</a:t>
                </a:r>
              </a:p>
            </p:txBody>
          </p:sp>
          <p:sp>
            <p:nvSpPr>
              <p:cNvPr id="75" name="Freeform 804">
                <a:extLst>
                  <a:ext uri="{FF2B5EF4-FFF2-40B4-BE49-F238E27FC236}">
                    <a16:creationId xmlns:a16="http://schemas.microsoft.com/office/drawing/2014/main" id="{DEFD808F-BA7A-D723-5D30-A3E55E014CEC}"/>
                  </a:ext>
                </a:extLst>
              </p:cNvPr>
              <p:cNvSpPr/>
              <p:nvPr/>
            </p:nvSpPr>
            <p:spPr>
              <a:xfrm>
                <a:off x="1091993" y="4717333"/>
                <a:ext cx="225171" cy="12700"/>
              </a:xfrm>
              <a:custGeom>
                <a:avLst/>
                <a:gdLst>
                  <a:gd name="csX0" fmla="*/ 0 w 225171"/>
                  <a:gd name="csY0" fmla="*/ 0 h 12700"/>
                  <a:gd name="csX1" fmla="*/ 225171 w 225171"/>
                  <a:gd name="csY1" fmla="*/ 0 h 12700"/>
                </a:gdLst>
                <a:ahLst/>
                <a:cxnLst>
                  <a:cxn ang="0">
                    <a:pos x="csX0" y="csY0"/>
                  </a:cxn>
                  <a:cxn ang="0">
                    <a:pos x="csX1" y="csY1"/>
                  </a:cxn>
                </a:cxnLst>
                <a:rect l="l" t="t" r="r" b="b"/>
                <a:pathLst>
                  <a:path w="225171" h="12700">
                    <a:moveTo>
                      <a:pt x="0" y="0"/>
                    </a:moveTo>
                    <a:lnTo>
                      <a:pt x="225171" y="0"/>
                    </a:lnTo>
                  </a:path>
                </a:pathLst>
              </a:custGeom>
              <a:ln w="13589" cap="rnd">
                <a:solidFill>
                  <a:srgbClr val="000000"/>
                </a:solidFill>
                <a:prstDash val="solid"/>
                <a:round/>
              </a:ln>
            </p:spPr>
            <p:txBody>
              <a:bodyPr/>
              <a:lstStyle/>
              <a:p>
                <a:pPr algn="ctr"/>
                <a:endParaRPr lang="en-US" sz="2646"/>
              </a:p>
            </p:txBody>
          </p:sp>
          <p:sp>
            <p:nvSpPr>
              <p:cNvPr id="76" name="TextBox 75">
                <a:extLst>
                  <a:ext uri="{FF2B5EF4-FFF2-40B4-BE49-F238E27FC236}">
                    <a16:creationId xmlns:a16="http://schemas.microsoft.com/office/drawing/2014/main" id="{D2336DFD-3AED-522E-02D0-75258B3D4E11}"/>
                  </a:ext>
                </a:extLst>
              </p:cNvPr>
              <p:cNvSpPr txBox="1"/>
              <p:nvPr/>
            </p:nvSpPr>
            <p:spPr>
              <a:xfrm>
                <a:off x="1444865" y="4560320"/>
                <a:ext cx="57035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0.114</a:t>
                </a:r>
              </a:p>
            </p:txBody>
          </p:sp>
          <p:sp>
            <p:nvSpPr>
              <p:cNvPr id="77" name="Freeform 806">
                <a:extLst>
                  <a:ext uri="{FF2B5EF4-FFF2-40B4-BE49-F238E27FC236}">
                    <a16:creationId xmlns:a16="http://schemas.microsoft.com/office/drawing/2014/main" id="{BFD81A79-93D1-62CD-92AF-93F7596EFEE3}"/>
                  </a:ext>
                </a:extLst>
              </p:cNvPr>
              <p:cNvSpPr/>
              <p:nvPr/>
            </p:nvSpPr>
            <p:spPr>
              <a:xfrm>
                <a:off x="1367202" y="4717333"/>
                <a:ext cx="725678" cy="12700"/>
              </a:xfrm>
              <a:custGeom>
                <a:avLst/>
                <a:gdLst>
                  <a:gd name="csX0" fmla="*/ 0 w 725678"/>
                  <a:gd name="csY0" fmla="*/ 0 h 12700"/>
                  <a:gd name="csX1" fmla="*/ 725678 w 725678"/>
                  <a:gd name="csY1" fmla="*/ 0 h 12700"/>
                </a:gdLst>
                <a:ahLst/>
                <a:cxnLst>
                  <a:cxn ang="0">
                    <a:pos x="csX0" y="csY0"/>
                  </a:cxn>
                  <a:cxn ang="0">
                    <a:pos x="csX1" y="csY1"/>
                  </a:cxn>
                </a:cxnLst>
                <a:rect l="l" t="t" r="r" b="b"/>
                <a:pathLst>
                  <a:path w="725678" h="12700">
                    <a:moveTo>
                      <a:pt x="0" y="0"/>
                    </a:moveTo>
                    <a:lnTo>
                      <a:pt x="725678" y="0"/>
                    </a:lnTo>
                  </a:path>
                </a:pathLst>
              </a:custGeom>
              <a:ln w="13589" cap="rnd">
                <a:solidFill>
                  <a:srgbClr val="000000"/>
                </a:solidFill>
                <a:prstDash val="solid"/>
                <a:round/>
              </a:ln>
            </p:spPr>
            <p:txBody>
              <a:bodyPr/>
              <a:lstStyle/>
              <a:p>
                <a:pPr algn="ctr"/>
                <a:endParaRPr lang="en-US" sz="2646"/>
              </a:p>
            </p:txBody>
          </p:sp>
          <p:sp>
            <p:nvSpPr>
              <p:cNvPr id="78" name="TextBox 77">
                <a:extLst>
                  <a:ext uri="{FF2B5EF4-FFF2-40B4-BE49-F238E27FC236}">
                    <a16:creationId xmlns:a16="http://schemas.microsoft.com/office/drawing/2014/main" id="{3A4CD4B2-EE06-7ED7-00B0-D511F8233DB1}"/>
                  </a:ext>
                </a:extLst>
              </p:cNvPr>
              <p:cNvSpPr txBox="1"/>
              <p:nvPr/>
            </p:nvSpPr>
            <p:spPr>
              <a:xfrm>
                <a:off x="1394564" y="4407001"/>
                <a:ext cx="395617"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79" name="Freeform 808">
                <a:extLst>
                  <a:ext uri="{FF2B5EF4-FFF2-40B4-BE49-F238E27FC236}">
                    <a16:creationId xmlns:a16="http://schemas.microsoft.com/office/drawing/2014/main" id="{CB821729-32BB-36D5-1537-C927EEA0ED23}"/>
                  </a:ext>
                </a:extLst>
              </p:cNvPr>
              <p:cNvSpPr/>
              <p:nvPr/>
            </p:nvSpPr>
            <p:spPr>
              <a:xfrm>
                <a:off x="1091993" y="4606843"/>
                <a:ext cx="1000887" cy="12700"/>
              </a:xfrm>
              <a:custGeom>
                <a:avLst/>
                <a:gdLst>
                  <a:gd name="csX0" fmla="*/ 0 w 1000887"/>
                  <a:gd name="csY0" fmla="*/ 0 h 12700"/>
                  <a:gd name="csX1" fmla="*/ 1000887 w 1000887"/>
                  <a:gd name="csY1" fmla="*/ 0 h 12700"/>
                </a:gdLst>
                <a:ahLst/>
                <a:cxnLst>
                  <a:cxn ang="0">
                    <a:pos x="csX0" y="csY0"/>
                  </a:cxn>
                  <a:cxn ang="0">
                    <a:pos x="csX1" y="csY1"/>
                  </a:cxn>
                </a:cxnLst>
                <a:rect l="l" t="t" r="r" b="b"/>
                <a:pathLst>
                  <a:path w="1000887" h="12700">
                    <a:moveTo>
                      <a:pt x="0" y="0"/>
                    </a:moveTo>
                    <a:lnTo>
                      <a:pt x="1000887" y="0"/>
                    </a:lnTo>
                  </a:path>
                </a:pathLst>
              </a:custGeom>
              <a:ln w="13589" cap="rnd">
                <a:solidFill>
                  <a:srgbClr val="000000"/>
                </a:solidFill>
                <a:prstDash val="solid"/>
                <a:round/>
              </a:ln>
            </p:spPr>
            <p:txBody>
              <a:bodyPr/>
              <a:lstStyle/>
              <a:p>
                <a:pPr algn="ctr"/>
                <a:endParaRPr lang="en-US" sz="2646"/>
              </a:p>
            </p:txBody>
          </p:sp>
        </p:grpSp>
        <p:grpSp>
          <p:nvGrpSpPr>
            <p:cNvPr id="11" name="Graphic 760">
              <a:extLst>
                <a:ext uri="{FF2B5EF4-FFF2-40B4-BE49-F238E27FC236}">
                  <a16:creationId xmlns:a16="http://schemas.microsoft.com/office/drawing/2014/main" id="{519EB802-32FA-5CC4-B154-5F4574D4CF97}"/>
                </a:ext>
              </a:extLst>
            </p:cNvPr>
            <p:cNvGrpSpPr/>
            <p:nvPr/>
          </p:nvGrpSpPr>
          <p:grpSpPr>
            <a:xfrm>
              <a:off x="608202" y="4444791"/>
              <a:ext cx="1634792" cy="1381837"/>
              <a:chOff x="608202" y="4444791"/>
              <a:chExt cx="1634792" cy="1381837"/>
            </a:xfrm>
          </p:grpSpPr>
          <p:sp>
            <p:nvSpPr>
              <p:cNvPr id="12" name="Freeform 810">
                <a:extLst>
                  <a:ext uri="{FF2B5EF4-FFF2-40B4-BE49-F238E27FC236}">
                    <a16:creationId xmlns:a16="http://schemas.microsoft.com/office/drawing/2014/main" id="{E3D3C030-D8F6-2112-4773-466B8F08A1C2}"/>
                  </a:ext>
                </a:extLst>
              </p:cNvPr>
              <p:cNvSpPr/>
              <p:nvPr/>
            </p:nvSpPr>
            <p:spPr>
              <a:xfrm>
                <a:off x="941752" y="4444791"/>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13" name="TextBox 12">
                <a:extLst>
                  <a:ext uri="{FF2B5EF4-FFF2-40B4-BE49-F238E27FC236}">
                    <a16:creationId xmlns:a16="http://schemas.microsoft.com/office/drawing/2014/main" id="{160DEB4E-B82F-2D6D-41CC-220BE94E2392}"/>
                  </a:ext>
                </a:extLst>
              </p:cNvPr>
              <p:cNvSpPr txBox="1"/>
              <p:nvPr/>
            </p:nvSpPr>
            <p:spPr>
              <a:xfrm>
                <a:off x="608202" y="5420704"/>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a:t>
                </a:r>
              </a:p>
            </p:txBody>
          </p:sp>
          <p:sp>
            <p:nvSpPr>
              <p:cNvPr id="14" name="TextBox 13">
                <a:extLst>
                  <a:ext uri="{FF2B5EF4-FFF2-40B4-BE49-F238E27FC236}">
                    <a16:creationId xmlns:a16="http://schemas.microsoft.com/office/drawing/2014/main" id="{56C98B33-95CC-832D-B29A-E0D6C3D2D49C}"/>
                  </a:ext>
                </a:extLst>
              </p:cNvPr>
              <p:cNvSpPr txBox="1"/>
              <p:nvPr/>
            </p:nvSpPr>
            <p:spPr>
              <a:xfrm>
                <a:off x="608202" y="5170260"/>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2%</a:t>
                </a:r>
              </a:p>
            </p:txBody>
          </p:sp>
          <p:sp>
            <p:nvSpPr>
              <p:cNvPr id="15" name="TextBox 14">
                <a:extLst>
                  <a:ext uri="{FF2B5EF4-FFF2-40B4-BE49-F238E27FC236}">
                    <a16:creationId xmlns:a16="http://schemas.microsoft.com/office/drawing/2014/main" id="{2B82EC86-1AD7-008B-FEAB-10F0F6B7509B}"/>
                  </a:ext>
                </a:extLst>
              </p:cNvPr>
              <p:cNvSpPr txBox="1"/>
              <p:nvPr/>
            </p:nvSpPr>
            <p:spPr>
              <a:xfrm>
                <a:off x="608202" y="4919816"/>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4%</a:t>
                </a:r>
              </a:p>
            </p:txBody>
          </p:sp>
          <p:sp>
            <p:nvSpPr>
              <p:cNvPr id="16" name="TextBox 15">
                <a:extLst>
                  <a:ext uri="{FF2B5EF4-FFF2-40B4-BE49-F238E27FC236}">
                    <a16:creationId xmlns:a16="http://schemas.microsoft.com/office/drawing/2014/main" id="{DCD9A1EB-BAD9-9D64-F828-D96C6527903A}"/>
                  </a:ext>
                </a:extLst>
              </p:cNvPr>
              <p:cNvSpPr txBox="1"/>
              <p:nvPr/>
            </p:nvSpPr>
            <p:spPr>
              <a:xfrm>
                <a:off x="608202" y="4669372"/>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6%</a:t>
                </a:r>
              </a:p>
            </p:txBody>
          </p:sp>
          <p:sp>
            <p:nvSpPr>
              <p:cNvPr id="18" name="Freeform 816">
                <a:extLst>
                  <a:ext uri="{FF2B5EF4-FFF2-40B4-BE49-F238E27FC236}">
                    <a16:creationId xmlns:a16="http://schemas.microsoft.com/office/drawing/2014/main" id="{54121C27-54A3-4592-E53C-0DC9E48FA208}"/>
                  </a:ext>
                </a:extLst>
              </p:cNvPr>
              <p:cNvSpPr/>
              <p:nvPr/>
            </p:nvSpPr>
            <p:spPr>
              <a:xfrm>
                <a:off x="906953" y="552759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19" name="Freeform 817">
                <a:extLst>
                  <a:ext uri="{FF2B5EF4-FFF2-40B4-BE49-F238E27FC236}">
                    <a16:creationId xmlns:a16="http://schemas.microsoft.com/office/drawing/2014/main" id="{24367251-1E56-7A84-1FEA-318078B2B655}"/>
                  </a:ext>
                </a:extLst>
              </p:cNvPr>
              <p:cNvSpPr/>
              <p:nvPr/>
            </p:nvSpPr>
            <p:spPr>
              <a:xfrm>
                <a:off x="906953" y="527714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0" name="Freeform 818">
                <a:extLst>
                  <a:ext uri="{FF2B5EF4-FFF2-40B4-BE49-F238E27FC236}">
                    <a16:creationId xmlns:a16="http://schemas.microsoft.com/office/drawing/2014/main" id="{299D26D0-ACD7-4B43-FFF9-6789B8E6EDA9}"/>
                  </a:ext>
                </a:extLst>
              </p:cNvPr>
              <p:cNvSpPr/>
              <p:nvPr/>
            </p:nvSpPr>
            <p:spPr>
              <a:xfrm>
                <a:off x="906953" y="502670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1" name="Freeform 819">
                <a:extLst>
                  <a:ext uri="{FF2B5EF4-FFF2-40B4-BE49-F238E27FC236}">
                    <a16:creationId xmlns:a16="http://schemas.microsoft.com/office/drawing/2014/main" id="{B4E170A4-DD45-8C8E-1613-2A6184C53664}"/>
                  </a:ext>
                </a:extLst>
              </p:cNvPr>
              <p:cNvSpPr/>
              <p:nvPr/>
            </p:nvSpPr>
            <p:spPr>
              <a:xfrm>
                <a:off x="906953" y="4776260"/>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3" name="Freeform 821">
                <a:extLst>
                  <a:ext uri="{FF2B5EF4-FFF2-40B4-BE49-F238E27FC236}">
                    <a16:creationId xmlns:a16="http://schemas.microsoft.com/office/drawing/2014/main" id="{33A625D4-D775-2CED-9D33-28C4D192DD5D}"/>
                  </a:ext>
                </a:extLst>
              </p:cNvPr>
              <p:cNvSpPr/>
              <p:nvPr/>
            </p:nvSpPr>
            <p:spPr>
              <a:xfrm>
                <a:off x="941752" y="5579155"/>
                <a:ext cx="1301242" cy="12700"/>
              </a:xfrm>
              <a:custGeom>
                <a:avLst/>
                <a:gdLst>
                  <a:gd name="csX0" fmla="*/ 0 w 1301242"/>
                  <a:gd name="csY0" fmla="*/ 0 h 12700"/>
                  <a:gd name="csX1" fmla="*/ 1301242 w 1301242"/>
                  <a:gd name="csY1" fmla="*/ 0 h 12700"/>
                </a:gdLst>
                <a:ahLst/>
                <a:cxnLst>
                  <a:cxn ang="0">
                    <a:pos x="csX0" y="csY0"/>
                  </a:cxn>
                  <a:cxn ang="0">
                    <a:pos x="csX1" y="csY1"/>
                  </a:cxn>
                </a:cxnLst>
                <a:rect l="l" t="t" r="r" b="b"/>
                <a:pathLst>
                  <a:path w="1301242" h="12700">
                    <a:moveTo>
                      <a:pt x="0" y="0"/>
                    </a:moveTo>
                    <a:lnTo>
                      <a:pt x="1301242" y="0"/>
                    </a:lnTo>
                  </a:path>
                </a:pathLst>
              </a:custGeom>
              <a:noFill/>
              <a:ln w="13589" cap="sq">
                <a:solidFill>
                  <a:srgbClr val="000000"/>
                </a:solidFill>
                <a:prstDash val="solid"/>
                <a:round/>
              </a:ln>
            </p:spPr>
            <p:txBody>
              <a:bodyPr/>
              <a:lstStyle/>
              <a:p>
                <a:pPr algn="ctr"/>
                <a:endParaRPr lang="en-US" sz="2646"/>
              </a:p>
            </p:txBody>
          </p:sp>
          <p:sp>
            <p:nvSpPr>
              <p:cNvPr id="24" name="Freeform 822">
                <a:extLst>
                  <a:ext uri="{FF2B5EF4-FFF2-40B4-BE49-F238E27FC236}">
                    <a16:creationId xmlns:a16="http://schemas.microsoft.com/office/drawing/2014/main" id="{327B9066-4E46-C296-0531-18354AB56677}"/>
                  </a:ext>
                </a:extLst>
              </p:cNvPr>
              <p:cNvSpPr/>
              <p:nvPr/>
            </p:nvSpPr>
            <p:spPr>
              <a:xfrm>
                <a:off x="1091992" y="557915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5" name="Freeform 823">
                <a:extLst>
                  <a:ext uri="{FF2B5EF4-FFF2-40B4-BE49-F238E27FC236}">
                    <a16:creationId xmlns:a16="http://schemas.microsoft.com/office/drawing/2014/main" id="{F50FCCD2-C0BD-D323-33E2-3B8BA6328210}"/>
                  </a:ext>
                </a:extLst>
              </p:cNvPr>
              <p:cNvSpPr/>
              <p:nvPr/>
            </p:nvSpPr>
            <p:spPr>
              <a:xfrm>
                <a:off x="1342182" y="557915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6" name="Freeform 824">
                <a:extLst>
                  <a:ext uri="{FF2B5EF4-FFF2-40B4-BE49-F238E27FC236}">
                    <a16:creationId xmlns:a16="http://schemas.microsoft.com/office/drawing/2014/main" id="{25ACEA80-589A-8AB2-88A7-0C9C6ABD60DF}"/>
                  </a:ext>
                </a:extLst>
              </p:cNvPr>
              <p:cNvSpPr/>
              <p:nvPr/>
            </p:nvSpPr>
            <p:spPr>
              <a:xfrm>
                <a:off x="1592373" y="557915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7" name="Freeform 825">
                <a:extLst>
                  <a:ext uri="{FF2B5EF4-FFF2-40B4-BE49-F238E27FC236}">
                    <a16:creationId xmlns:a16="http://schemas.microsoft.com/office/drawing/2014/main" id="{0AD0C08F-7D1A-D352-AAA1-BD0DB4AC3FFC}"/>
                  </a:ext>
                </a:extLst>
              </p:cNvPr>
              <p:cNvSpPr/>
              <p:nvPr/>
            </p:nvSpPr>
            <p:spPr>
              <a:xfrm>
                <a:off x="1842690" y="557915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8" name="Freeform 826">
                <a:extLst>
                  <a:ext uri="{FF2B5EF4-FFF2-40B4-BE49-F238E27FC236}">
                    <a16:creationId xmlns:a16="http://schemas.microsoft.com/office/drawing/2014/main" id="{B4F1B6DA-6E93-7E4D-5B5D-4976599BDE4C}"/>
                  </a:ext>
                </a:extLst>
              </p:cNvPr>
              <p:cNvSpPr/>
              <p:nvPr/>
            </p:nvSpPr>
            <p:spPr>
              <a:xfrm>
                <a:off x="2092879" y="557915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9" name="TextBox 28">
                <a:extLst>
                  <a:ext uri="{FF2B5EF4-FFF2-40B4-BE49-F238E27FC236}">
                    <a16:creationId xmlns:a16="http://schemas.microsoft.com/office/drawing/2014/main" id="{21A6713E-C08F-E877-B753-300746A573CC}"/>
                  </a:ext>
                </a:extLst>
              </p:cNvPr>
              <p:cNvSpPr txBox="1"/>
              <p:nvPr/>
            </p:nvSpPr>
            <p:spPr>
              <a:xfrm>
                <a:off x="940838" y="5575009"/>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30" name="TextBox 29">
                <a:extLst>
                  <a:ext uri="{FF2B5EF4-FFF2-40B4-BE49-F238E27FC236}">
                    <a16:creationId xmlns:a16="http://schemas.microsoft.com/office/drawing/2014/main" id="{671684BC-0A7F-DC31-6BCE-B85B73A0FBA8}"/>
                  </a:ext>
                </a:extLst>
              </p:cNvPr>
              <p:cNvSpPr txBox="1"/>
              <p:nvPr/>
            </p:nvSpPr>
            <p:spPr>
              <a:xfrm>
                <a:off x="1226653" y="5575009"/>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31" name="TextBox 30">
                <a:extLst>
                  <a:ext uri="{FF2B5EF4-FFF2-40B4-BE49-F238E27FC236}">
                    <a16:creationId xmlns:a16="http://schemas.microsoft.com/office/drawing/2014/main" id="{167CBBF3-F01C-171B-C2F5-5D9DE47588D4}"/>
                  </a:ext>
                </a:extLst>
              </p:cNvPr>
              <p:cNvSpPr txBox="1"/>
              <p:nvPr/>
            </p:nvSpPr>
            <p:spPr>
              <a:xfrm>
                <a:off x="1441217" y="5575009"/>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32" name="TextBox 31">
                <a:extLst>
                  <a:ext uri="{FF2B5EF4-FFF2-40B4-BE49-F238E27FC236}">
                    <a16:creationId xmlns:a16="http://schemas.microsoft.com/office/drawing/2014/main" id="{14273C20-9ED1-1976-A1B4-1EDE40C58F3A}"/>
                  </a:ext>
                </a:extLst>
              </p:cNvPr>
              <p:cNvSpPr txBox="1"/>
              <p:nvPr/>
            </p:nvSpPr>
            <p:spPr>
              <a:xfrm>
                <a:off x="1659303" y="5575009"/>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33" name="TextBox 32">
                <a:extLst>
                  <a:ext uri="{FF2B5EF4-FFF2-40B4-BE49-F238E27FC236}">
                    <a16:creationId xmlns:a16="http://schemas.microsoft.com/office/drawing/2014/main" id="{A6C34027-8F55-63A2-B5D3-86A9A067F5B7}"/>
                  </a:ext>
                </a:extLst>
              </p:cNvPr>
              <p:cNvSpPr txBox="1"/>
              <p:nvPr/>
            </p:nvSpPr>
            <p:spPr>
              <a:xfrm>
                <a:off x="1956145" y="5575009"/>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grpSp>
      </p:grpSp>
      <p:sp>
        <p:nvSpPr>
          <p:cNvPr id="235" name="TextBox 234">
            <a:extLst>
              <a:ext uri="{FF2B5EF4-FFF2-40B4-BE49-F238E27FC236}">
                <a16:creationId xmlns:a16="http://schemas.microsoft.com/office/drawing/2014/main" id="{F8865886-93D9-C321-A69F-5A442FE5412C}"/>
              </a:ext>
            </a:extLst>
          </p:cNvPr>
          <p:cNvSpPr txBox="1"/>
          <p:nvPr/>
        </p:nvSpPr>
        <p:spPr>
          <a:xfrm rot="16200000">
            <a:off x="1419530" y="715025"/>
            <a:ext cx="1048685" cy="245003"/>
          </a:xfrm>
          <a:prstGeom prst="rect">
            <a:avLst/>
          </a:prstGeom>
          <a:noFill/>
        </p:spPr>
        <p:txBody>
          <a:bodyPr wrap="none" rtlCol="0">
            <a:spAutoFit/>
          </a:bodyPr>
          <a:lstStyle/>
          <a:p>
            <a:r>
              <a:rPr lang="en-US" sz="992" dirty="0">
                <a:ln/>
                <a:solidFill>
                  <a:srgbClr val="000000"/>
                </a:solidFill>
                <a:latin typeface="Arial"/>
                <a:cs typeface="Arial"/>
                <a:sym typeface="Arial"/>
                <a:rtl val="0"/>
              </a:rPr>
              <a:t>Percent </a:t>
            </a:r>
            <a:r>
              <a:rPr lang="en-US" sz="992" i="1" dirty="0">
                <a:ln/>
                <a:solidFill>
                  <a:srgbClr val="000000"/>
                </a:solidFill>
                <a:latin typeface="Arial"/>
                <a:cs typeface="Arial"/>
                <a:sym typeface="Arial"/>
                <a:rtl val="0"/>
              </a:rPr>
              <a:t>npy7r</a:t>
            </a:r>
            <a:r>
              <a:rPr lang="en-US" sz="992" dirty="0">
                <a:ln/>
                <a:solidFill>
                  <a:srgbClr val="000000"/>
                </a:solidFill>
                <a:latin typeface="Arial"/>
                <a:cs typeface="Arial"/>
                <a:sym typeface="Arial"/>
                <a:rtl val="0"/>
              </a:rPr>
              <a:t>+</a:t>
            </a:r>
          </a:p>
        </p:txBody>
      </p:sp>
      <p:grpSp>
        <p:nvGrpSpPr>
          <p:cNvPr id="529" name="Graphic 523">
            <a:extLst>
              <a:ext uri="{FF2B5EF4-FFF2-40B4-BE49-F238E27FC236}">
                <a16:creationId xmlns:a16="http://schemas.microsoft.com/office/drawing/2014/main" id="{25E915BB-D605-243C-F89C-1A2505174476}"/>
              </a:ext>
            </a:extLst>
          </p:cNvPr>
          <p:cNvGrpSpPr/>
          <p:nvPr/>
        </p:nvGrpSpPr>
        <p:grpSpPr>
          <a:xfrm>
            <a:off x="1949449" y="1749740"/>
            <a:ext cx="1549194" cy="1335180"/>
            <a:chOff x="1447522" y="4867661"/>
            <a:chExt cx="1639519" cy="1413027"/>
          </a:xfrm>
        </p:grpSpPr>
        <p:grpSp>
          <p:nvGrpSpPr>
            <p:cNvPr id="532" name="Graphic 523">
              <a:extLst>
                <a:ext uri="{FF2B5EF4-FFF2-40B4-BE49-F238E27FC236}">
                  <a16:creationId xmlns:a16="http://schemas.microsoft.com/office/drawing/2014/main" id="{9CB250D3-F2D3-47BA-9299-52AD02A75A49}"/>
                </a:ext>
              </a:extLst>
            </p:cNvPr>
            <p:cNvGrpSpPr/>
            <p:nvPr/>
          </p:nvGrpSpPr>
          <p:grpSpPr>
            <a:xfrm>
              <a:off x="1812915" y="4867661"/>
              <a:ext cx="1274126" cy="1165680"/>
              <a:chOff x="1812915" y="4867661"/>
              <a:chExt cx="1274126" cy="1165680"/>
            </a:xfrm>
          </p:grpSpPr>
          <p:sp>
            <p:nvSpPr>
              <p:cNvPr id="533" name="Freeform 532">
                <a:extLst>
                  <a:ext uri="{FF2B5EF4-FFF2-40B4-BE49-F238E27FC236}">
                    <a16:creationId xmlns:a16="http://schemas.microsoft.com/office/drawing/2014/main" id="{9EC78331-D58A-127B-4844-669BDBFBE484}"/>
                  </a:ext>
                </a:extLst>
              </p:cNvPr>
              <p:cNvSpPr/>
              <p:nvPr/>
            </p:nvSpPr>
            <p:spPr>
              <a:xfrm>
                <a:off x="1847902" y="4898851"/>
                <a:ext cx="1239139" cy="1134490"/>
              </a:xfrm>
              <a:custGeom>
                <a:avLst/>
                <a:gdLst>
                  <a:gd name="csX0" fmla="*/ 0 w 1239139"/>
                  <a:gd name="csY0" fmla="*/ 0 h 1134490"/>
                  <a:gd name="csX1" fmla="*/ 1239139 w 1239139"/>
                  <a:gd name="csY1" fmla="*/ 0 h 1134490"/>
                  <a:gd name="csX2" fmla="*/ 1239139 w 1239139"/>
                  <a:gd name="csY2" fmla="*/ 1134491 h 1134490"/>
                  <a:gd name="csX3" fmla="*/ 0 w 1239139"/>
                  <a:gd name="csY3" fmla="*/ 1134491 h 1134490"/>
                </a:gdLst>
                <a:ahLst/>
                <a:cxnLst>
                  <a:cxn ang="0">
                    <a:pos x="csX0" y="csY0"/>
                  </a:cxn>
                  <a:cxn ang="0">
                    <a:pos x="csX1" y="csY1"/>
                  </a:cxn>
                  <a:cxn ang="0">
                    <a:pos x="csX2" y="csY2"/>
                  </a:cxn>
                  <a:cxn ang="0">
                    <a:pos x="csX3" y="csY3"/>
                  </a:cxn>
                </a:cxnLst>
                <a:rect l="l" t="t" r="r" b="b"/>
                <a:pathLst>
                  <a:path w="1239139" h="1134490">
                    <a:moveTo>
                      <a:pt x="0" y="0"/>
                    </a:moveTo>
                    <a:lnTo>
                      <a:pt x="1239139" y="0"/>
                    </a:lnTo>
                    <a:lnTo>
                      <a:pt x="1239139"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534" name="Freeform 533">
                <a:extLst>
                  <a:ext uri="{FF2B5EF4-FFF2-40B4-BE49-F238E27FC236}">
                    <a16:creationId xmlns:a16="http://schemas.microsoft.com/office/drawing/2014/main" id="{AD4F4E01-8509-BB9D-B081-5E2F3FA2468B}"/>
                  </a:ext>
                </a:extLst>
              </p:cNvPr>
              <p:cNvSpPr/>
              <p:nvPr/>
            </p:nvSpPr>
            <p:spPr>
              <a:xfrm>
                <a:off x="1883589" y="5412947"/>
                <a:ext cx="214503" cy="568706"/>
              </a:xfrm>
              <a:custGeom>
                <a:avLst/>
                <a:gdLst>
                  <a:gd name="csX0" fmla="*/ 0 w 214503"/>
                  <a:gd name="csY0" fmla="*/ 0 h 568706"/>
                  <a:gd name="csX1" fmla="*/ 214503 w 214503"/>
                  <a:gd name="csY1" fmla="*/ 0 h 568706"/>
                  <a:gd name="csX2" fmla="*/ 214503 w 214503"/>
                  <a:gd name="csY2" fmla="*/ 568706 h 568706"/>
                  <a:gd name="csX3" fmla="*/ 0 w 214503"/>
                  <a:gd name="csY3" fmla="*/ 568706 h 568706"/>
                </a:gdLst>
                <a:ahLst/>
                <a:cxnLst>
                  <a:cxn ang="0">
                    <a:pos x="csX0" y="csY0"/>
                  </a:cxn>
                  <a:cxn ang="0">
                    <a:pos x="csX1" y="csY1"/>
                  </a:cxn>
                  <a:cxn ang="0">
                    <a:pos x="csX2" y="csY2"/>
                  </a:cxn>
                  <a:cxn ang="0">
                    <a:pos x="csX3" y="csY3"/>
                  </a:cxn>
                </a:cxnLst>
                <a:rect l="l" t="t" r="r" b="b"/>
                <a:pathLst>
                  <a:path w="214503" h="568706">
                    <a:moveTo>
                      <a:pt x="0" y="0"/>
                    </a:moveTo>
                    <a:lnTo>
                      <a:pt x="214503" y="0"/>
                    </a:lnTo>
                    <a:lnTo>
                      <a:pt x="214503" y="568706"/>
                    </a:lnTo>
                    <a:lnTo>
                      <a:pt x="0" y="568706"/>
                    </a:lnTo>
                    <a:close/>
                  </a:path>
                </a:pathLst>
              </a:custGeom>
              <a:solidFill>
                <a:srgbClr val="1965B0"/>
              </a:solidFill>
              <a:ln w="13589" cap="flat">
                <a:noFill/>
                <a:prstDash val="solid"/>
                <a:miter/>
              </a:ln>
            </p:spPr>
            <p:txBody>
              <a:bodyPr/>
              <a:lstStyle/>
              <a:p>
                <a:pPr algn="ctr"/>
                <a:endParaRPr lang="en-US" sz="2646"/>
              </a:p>
            </p:txBody>
          </p:sp>
          <p:sp>
            <p:nvSpPr>
              <p:cNvPr id="535" name="Freeform 534">
                <a:extLst>
                  <a:ext uri="{FF2B5EF4-FFF2-40B4-BE49-F238E27FC236}">
                    <a16:creationId xmlns:a16="http://schemas.microsoft.com/office/drawing/2014/main" id="{5F382C57-0CD6-12AC-60AC-1A6887218633}"/>
                  </a:ext>
                </a:extLst>
              </p:cNvPr>
              <p:cNvSpPr/>
              <p:nvPr/>
            </p:nvSpPr>
            <p:spPr>
              <a:xfrm>
                <a:off x="2121841" y="5454222"/>
                <a:ext cx="214503" cy="527557"/>
              </a:xfrm>
              <a:custGeom>
                <a:avLst/>
                <a:gdLst>
                  <a:gd name="csX0" fmla="*/ 0 w 214503"/>
                  <a:gd name="csY0" fmla="*/ 0 h 527557"/>
                  <a:gd name="csX1" fmla="*/ 214503 w 214503"/>
                  <a:gd name="csY1" fmla="*/ 0 h 527557"/>
                  <a:gd name="csX2" fmla="*/ 214503 w 214503"/>
                  <a:gd name="csY2" fmla="*/ 527558 h 527557"/>
                  <a:gd name="csX3" fmla="*/ 0 w 214503"/>
                  <a:gd name="csY3" fmla="*/ 527558 h 527557"/>
                </a:gdLst>
                <a:ahLst/>
                <a:cxnLst>
                  <a:cxn ang="0">
                    <a:pos x="csX0" y="csY0"/>
                  </a:cxn>
                  <a:cxn ang="0">
                    <a:pos x="csX1" y="csY1"/>
                  </a:cxn>
                  <a:cxn ang="0">
                    <a:pos x="csX2" y="csY2"/>
                  </a:cxn>
                  <a:cxn ang="0">
                    <a:pos x="csX3" y="csY3"/>
                  </a:cxn>
                </a:cxnLst>
                <a:rect l="l" t="t" r="r" b="b"/>
                <a:pathLst>
                  <a:path w="214503" h="527557">
                    <a:moveTo>
                      <a:pt x="0" y="0"/>
                    </a:moveTo>
                    <a:lnTo>
                      <a:pt x="214503" y="0"/>
                    </a:lnTo>
                    <a:lnTo>
                      <a:pt x="214503" y="527558"/>
                    </a:lnTo>
                    <a:lnTo>
                      <a:pt x="0" y="527558"/>
                    </a:lnTo>
                    <a:close/>
                  </a:path>
                </a:pathLst>
              </a:custGeom>
              <a:solidFill>
                <a:srgbClr val="4EB265"/>
              </a:solidFill>
              <a:ln w="13589" cap="flat">
                <a:noFill/>
                <a:prstDash val="solid"/>
                <a:miter/>
              </a:ln>
            </p:spPr>
            <p:txBody>
              <a:bodyPr/>
              <a:lstStyle/>
              <a:p>
                <a:pPr algn="ctr"/>
                <a:endParaRPr lang="en-US" sz="2646"/>
              </a:p>
            </p:txBody>
          </p:sp>
          <p:sp>
            <p:nvSpPr>
              <p:cNvPr id="536" name="Freeform 535">
                <a:extLst>
                  <a:ext uri="{FF2B5EF4-FFF2-40B4-BE49-F238E27FC236}">
                    <a16:creationId xmlns:a16="http://schemas.microsoft.com/office/drawing/2014/main" id="{3ECC2F88-3C12-738B-EC2B-03FAD9C63388}"/>
                  </a:ext>
                </a:extLst>
              </p:cNvPr>
              <p:cNvSpPr/>
              <p:nvPr/>
            </p:nvSpPr>
            <p:spPr>
              <a:xfrm>
                <a:off x="2360093" y="5558489"/>
                <a:ext cx="214503" cy="423163"/>
              </a:xfrm>
              <a:custGeom>
                <a:avLst/>
                <a:gdLst>
                  <a:gd name="csX0" fmla="*/ 0 w 214503"/>
                  <a:gd name="csY0" fmla="*/ 0 h 423163"/>
                  <a:gd name="csX1" fmla="*/ 214503 w 214503"/>
                  <a:gd name="csY1" fmla="*/ 0 h 423163"/>
                  <a:gd name="csX2" fmla="*/ 214503 w 214503"/>
                  <a:gd name="csY2" fmla="*/ 423164 h 423163"/>
                  <a:gd name="csX3" fmla="*/ 0 w 214503"/>
                  <a:gd name="csY3" fmla="*/ 423164 h 423163"/>
                </a:gdLst>
                <a:ahLst/>
                <a:cxnLst>
                  <a:cxn ang="0">
                    <a:pos x="csX0" y="csY0"/>
                  </a:cxn>
                  <a:cxn ang="0">
                    <a:pos x="csX1" y="csY1"/>
                  </a:cxn>
                  <a:cxn ang="0">
                    <a:pos x="csX2" y="csY2"/>
                  </a:cxn>
                  <a:cxn ang="0">
                    <a:pos x="csX3" y="csY3"/>
                  </a:cxn>
                </a:cxnLst>
                <a:rect l="l" t="t" r="r" b="b"/>
                <a:pathLst>
                  <a:path w="214503" h="423163">
                    <a:moveTo>
                      <a:pt x="0" y="0"/>
                    </a:moveTo>
                    <a:lnTo>
                      <a:pt x="214503" y="0"/>
                    </a:lnTo>
                    <a:lnTo>
                      <a:pt x="214503" y="423164"/>
                    </a:lnTo>
                    <a:lnTo>
                      <a:pt x="0" y="423164"/>
                    </a:lnTo>
                    <a:close/>
                  </a:path>
                </a:pathLst>
              </a:custGeom>
              <a:solidFill>
                <a:srgbClr val="F7F056"/>
              </a:solidFill>
              <a:ln w="13589" cap="flat">
                <a:noFill/>
                <a:prstDash val="solid"/>
                <a:miter/>
              </a:ln>
            </p:spPr>
            <p:txBody>
              <a:bodyPr/>
              <a:lstStyle/>
              <a:p>
                <a:pPr algn="ctr"/>
                <a:endParaRPr lang="en-US" sz="2646"/>
              </a:p>
            </p:txBody>
          </p:sp>
          <p:sp>
            <p:nvSpPr>
              <p:cNvPr id="537" name="Freeform 536">
                <a:extLst>
                  <a:ext uri="{FF2B5EF4-FFF2-40B4-BE49-F238E27FC236}">
                    <a16:creationId xmlns:a16="http://schemas.microsoft.com/office/drawing/2014/main" id="{818BCC64-7DF7-B188-2151-B8A518E67A2C}"/>
                  </a:ext>
                </a:extLst>
              </p:cNvPr>
              <p:cNvSpPr/>
              <p:nvPr/>
            </p:nvSpPr>
            <p:spPr>
              <a:xfrm>
                <a:off x="2598472" y="5245053"/>
                <a:ext cx="214503" cy="736600"/>
              </a:xfrm>
              <a:custGeom>
                <a:avLst/>
                <a:gdLst>
                  <a:gd name="csX0" fmla="*/ 0 w 214503"/>
                  <a:gd name="csY0" fmla="*/ 0 h 736600"/>
                  <a:gd name="csX1" fmla="*/ 214503 w 214503"/>
                  <a:gd name="csY1" fmla="*/ 0 h 736600"/>
                  <a:gd name="csX2" fmla="*/ 214503 w 214503"/>
                  <a:gd name="csY2" fmla="*/ 736600 h 736600"/>
                  <a:gd name="csX3" fmla="*/ 0 w 214503"/>
                  <a:gd name="csY3" fmla="*/ 736600 h 736600"/>
                </a:gdLst>
                <a:ahLst/>
                <a:cxnLst>
                  <a:cxn ang="0">
                    <a:pos x="csX0" y="csY0"/>
                  </a:cxn>
                  <a:cxn ang="0">
                    <a:pos x="csX1" y="csY1"/>
                  </a:cxn>
                  <a:cxn ang="0">
                    <a:pos x="csX2" y="csY2"/>
                  </a:cxn>
                  <a:cxn ang="0">
                    <a:pos x="csX3" y="csY3"/>
                  </a:cxn>
                </a:cxnLst>
                <a:rect l="l" t="t" r="r" b="b"/>
                <a:pathLst>
                  <a:path w="214503" h="736600">
                    <a:moveTo>
                      <a:pt x="0" y="0"/>
                    </a:moveTo>
                    <a:lnTo>
                      <a:pt x="214503" y="0"/>
                    </a:lnTo>
                    <a:lnTo>
                      <a:pt x="214503" y="736600"/>
                    </a:lnTo>
                    <a:lnTo>
                      <a:pt x="0" y="736600"/>
                    </a:lnTo>
                    <a:close/>
                  </a:path>
                </a:pathLst>
              </a:custGeom>
              <a:solidFill>
                <a:srgbClr val="7BAFDE"/>
              </a:solidFill>
              <a:ln w="13589" cap="flat">
                <a:noFill/>
                <a:prstDash val="solid"/>
                <a:miter/>
              </a:ln>
            </p:spPr>
            <p:txBody>
              <a:bodyPr/>
              <a:lstStyle/>
              <a:p>
                <a:pPr algn="ctr"/>
                <a:endParaRPr lang="en-US" sz="2646"/>
              </a:p>
            </p:txBody>
          </p:sp>
          <p:sp>
            <p:nvSpPr>
              <p:cNvPr id="538" name="Freeform 537">
                <a:extLst>
                  <a:ext uri="{FF2B5EF4-FFF2-40B4-BE49-F238E27FC236}">
                    <a16:creationId xmlns:a16="http://schemas.microsoft.com/office/drawing/2014/main" id="{E9B6A8FB-D4E0-906E-F237-2E61A7C70352}"/>
                  </a:ext>
                </a:extLst>
              </p:cNvPr>
              <p:cNvSpPr/>
              <p:nvPr/>
            </p:nvSpPr>
            <p:spPr>
              <a:xfrm>
                <a:off x="2836724" y="5574999"/>
                <a:ext cx="214502" cy="406781"/>
              </a:xfrm>
              <a:custGeom>
                <a:avLst/>
                <a:gdLst>
                  <a:gd name="csX0" fmla="*/ 0 w 214502"/>
                  <a:gd name="csY0" fmla="*/ 0 h 406781"/>
                  <a:gd name="csX1" fmla="*/ 214503 w 214502"/>
                  <a:gd name="csY1" fmla="*/ 0 h 406781"/>
                  <a:gd name="csX2" fmla="*/ 214503 w 214502"/>
                  <a:gd name="csY2" fmla="*/ 406781 h 406781"/>
                  <a:gd name="csX3" fmla="*/ 0 w 214502"/>
                  <a:gd name="csY3" fmla="*/ 406781 h 406781"/>
                </a:gdLst>
                <a:ahLst/>
                <a:cxnLst>
                  <a:cxn ang="0">
                    <a:pos x="csX0" y="csY0"/>
                  </a:cxn>
                  <a:cxn ang="0">
                    <a:pos x="csX1" y="csY1"/>
                  </a:cxn>
                  <a:cxn ang="0">
                    <a:pos x="csX2" y="csY2"/>
                  </a:cxn>
                  <a:cxn ang="0">
                    <a:pos x="csX3" y="csY3"/>
                  </a:cxn>
                </a:cxnLst>
                <a:rect l="l" t="t" r="r" b="b"/>
                <a:pathLst>
                  <a:path w="214502" h="406781">
                    <a:moveTo>
                      <a:pt x="0" y="0"/>
                    </a:moveTo>
                    <a:lnTo>
                      <a:pt x="214503" y="0"/>
                    </a:lnTo>
                    <a:lnTo>
                      <a:pt x="214503" y="406781"/>
                    </a:lnTo>
                    <a:lnTo>
                      <a:pt x="0" y="406781"/>
                    </a:lnTo>
                    <a:close/>
                  </a:path>
                </a:pathLst>
              </a:custGeom>
              <a:solidFill>
                <a:srgbClr val="DC050C"/>
              </a:solidFill>
              <a:ln w="13589" cap="flat">
                <a:noFill/>
                <a:prstDash val="solid"/>
                <a:miter/>
              </a:ln>
            </p:spPr>
            <p:txBody>
              <a:bodyPr/>
              <a:lstStyle/>
              <a:p>
                <a:pPr algn="ctr"/>
                <a:endParaRPr lang="en-US" sz="2646"/>
              </a:p>
            </p:txBody>
          </p:sp>
          <p:sp>
            <p:nvSpPr>
              <p:cNvPr id="539" name="Freeform 538">
                <a:extLst>
                  <a:ext uri="{FF2B5EF4-FFF2-40B4-BE49-F238E27FC236}">
                    <a16:creationId xmlns:a16="http://schemas.microsoft.com/office/drawing/2014/main" id="{D2FFD9B7-C1F8-EF6E-0D4F-24A6048DDF27}"/>
                  </a:ext>
                </a:extLst>
              </p:cNvPr>
              <p:cNvSpPr/>
              <p:nvPr/>
            </p:nvSpPr>
            <p:spPr>
              <a:xfrm>
                <a:off x="1943151" y="5351987"/>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40" name="Freeform 539">
                <a:extLst>
                  <a:ext uri="{FF2B5EF4-FFF2-40B4-BE49-F238E27FC236}">
                    <a16:creationId xmlns:a16="http://schemas.microsoft.com/office/drawing/2014/main" id="{D3557921-31EA-23E7-9386-9F41C074D475}"/>
                  </a:ext>
                </a:extLst>
              </p:cNvPr>
              <p:cNvSpPr/>
              <p:nvPr/>
            </p:nvSpPr>
            <p:spPr>
              <a:xfrm>
                <a:off x="1990776" y="5351987"/>
                <a:ext cx="12700" cy="122047"/>
              </a:xfrm>
              <a:custGeom>
                <a:avLst/>
                <a:gdLst>
                  <a:gd name="csX0" fmla="*/ 0 w 12700"/>
                  <a:gd name="csY0" fmla="*/ 0 h 122047"/>
                  <a:gd name="csX1" fmla="*/ 0 w 12700"/>
                  <a:gd name="csY1" fmla="*/ 122047 h 122047"/>
                </a:gdLst>
                <a:ahLst/>
                <a:cxnLst>
                  <a:cxn ang="0">
                    <a:pos x="csX0" y="csY0"/>
                  </a:cxn>
                  <a:cxn ang="0">
                    <a:pos x="csX1" y="csY1"/>
                  </a:cxn>
                </a:cxnLst>
                <a:rect l="l" t="t" r="r" b="b"/>
                <a:pathLst>
                  <a:path w="12700" h="122047">
                    <a:moveTo>
                      <a:pt x="0" y="0"/>
                    </a:moveTo>
                    <a:lnTo>
                      <a:pt x="0" y="122047"/>
                    </a:lnTo>
                  </a:path>
                </a:pathLst>
              </a:custGeom>
              <a:noFill/>
              <a:ln w="13589" cap="flat">
                <a:solidFill>
                  <a:srgbClr val="000000"/>
                </a:solidFill>
                <a:prstDash val="solid"/>
                <a:round/>
              </a:ln>
            </p:spPr>
            <p:txBody>
              <a:bodyPr/>
              <a:lstStyle/>
              <a:p>
                <a:pPr algn="ctr"/>
                <a:endParaRPr lang="en-US" sz="2646"/>
              </a:p>
            </p:txBody>
          </p:sp>
          <p:sp>
            <p:nvSpPr>
              <p:cNvPr id="541" name="Freeform 540">
                <a:extLst>
                  <a:ext uri="{FF2B5EF4-FFF2-40B4-BE49-F238E27FC236}">
                    <a16:creationId xmlns:a16="http://schemas.microsoft.com/office/drawing/2014/main" id="{392A764C-371A-FE49-1D57-4B6CF998D5A1}"/>
                  </a:ext>
                </a:extLst>
              </p:cNvPr>
              <p:cNvSpPr/>
              <p:nvPr/>
            </p:nvSpPr>
            <p:spPr>
              <a:xfrm>
                <a:off x="1943151" y="5474034"/>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42" name="Freeform 541">
                <a:extLst>
                  <a:ext uri="{FF2B5EF4-FFF2-40B4-BE49-F238E27FC236}">
                    <a16:creationId xmlns:a16="http://schemas.microsoft.com/office/drawing/2014/main" id="{51ED2EEE-5C93-0222-0401-0A8475668213}"/>
                  </a:ext>
                </a:extLst>
              </p:cNvPr>
              <p:cNvSpPr/>
              <p:nvPr/>
            </p:nvSpPr>
            <p:spPr>
              <a:xfrm>
                <a:off x="2181404" y="5421964"/>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43" name="Freeform 542">
                <a:extLst>
                  <a:ext uri="{FF2B5EF4-FFF2-40B4-BE49-F238E27FC236}">
                    <a16:creationId xmlns:a16="http://schemas.microsoft.com/office/drawing/2014/main" id="{CB0FFC35-1630-421A-8595-A7B22AE1BEF1}"/>
                  </a:ext>
                </a:extLst>
              </p:cNvPr>
              <p:cNvSpPr/>
              <p:nvPr/>
            </p:nvSpPr>
            <p:spPr>
              <a:xfrm>
                <a:off x="2229156" y="5421964"/>
                <a:ext cx="12700" cy="64388"/>
              </a:xfrm>
              <a:custGeom>
                <a:avLst/>
                <a:gdLst>
                  <a:gd name="csX0" fmla="*/ 0 w 12700"/>
                  <a:gd name="csY0" fmla="*/ 0 h 64388"/>
                  <a:gd name="csX1" fmla="*/ 0 w 12700"/>
                  <a:gd name="csY1" fmla="*/ 64389 h 64388"/>
                </a:gdLst>
                <a:ahLst/>
                <a:cxnLst>
                  <a:cxn ang="0">
                    <a:pos x="csX0" y="csY0"/>
                  </a:cxn>
                  <a:cxn ang="0">
                    <a:pos x="csX1" y="csY1"/>
                  </a:cxn>
                </a:cxnLst>
                <a:rect l="l" t="t" r="r" b="b"/>
                <a:pathLst>
                  <a:path w="12700" h="64388">
                    <a:moveTo>
                      <a:pt x="0" y="0"/>
                    </a:moveTo>
                    <a:lnTo>
                      <a:pt x="0" y="64389"/>
                    </a:lnTo>
                  </a:path>
                </a:pathLst>
              </a:custGeom>
              <a:noFill/>
              <a:ln w="13589" cap="flat">
                <a:solidFill>
                  <a:srgbClr val="000000"/>
                </a:solidFill>
                <a:prstDash val="solid"/>
                <a:round/>
              </a:ln>
            </p:spPr>
            <p:txBody>
              <a:bodyPr/>
              <a:lstStyle/>
              <a:p>
                <a:pPr algn="ctr"/>
                <a:endParaRPr lang="en-US" sz="2646"/>
              </a:p>
            </p:txBody>
          </p:sp>
          <p:sp>
            <p:nvSpPr>
              <p:cNvPr id="544" name="Freeform 543">
                <a:extLst>
                  <a:ext uri="{FF2B5EF4-FFF2-40B4-BE49-F238E27FC236}">
                    <a16:creationId xmlns:a16="http://schemas.microsoft.com/office/drawing/2014/main" id="{A6174E78-930D-7EC3-CBFD-E16BF797F904}"/>
                  </a:ext>
                </a:extLst>
              </p:cNvPr>
              <p:cNvSpPr/>
              <p:nvPr/>
            </p:nvSpPr>
            <p:spPr>
              <a:xfrm>
                <a:off x="2181404" y="5486353"/>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45" name="Freeform 544">
                <a:extLst>
                  <a:ext uri="{FF2B5EF4-FFF2-40B4-BE49-F238E27FC236}">
                    <a16:creationId xmlns:a16="http://schemas.microsoft.com/office/drawing/2014/main" id="{69FCD8C3-680C-06F7-6942-CD8C279ABFBD}"/>
                  </a:ext>
                </a:extLst>
              </p:cNvPr>
              <p:cNvSpPr/>
              <p:nvPr/>
            </p:nvSpPr>
            <p:spPr>
              <a:xfrm>
                <a:off x="2419782" y="5475303"/>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546" name="Freeform 545">
                <a:extLst>
                  <a:ext uri="{FF2B5EF4-FFF2-40B4-BE49-F238E27FC236}">
                    <a16:creationId xmlns:a16="http://schemas.microsoft.com/office/drawing/2014/main" id="{84EF02F1-8346-7A92-D701-0BB2C7D167A0}"/>
                  </a:ext>
                </a:extLst>
              </p:cNvPr>
              <p:cNvSpPr/>
              <p:nvPr/>
            </p:nvSpPr>
            <p:spPr>
              <a:xfrm>
                <a:off x="2467407" y="5475303"/>
                <a:ext cx="12700" cy="166497"/>
              </a:xfrm>
              <a:custGeom>
                <a:avLst/>
                <a:gdLst>
                  <a:gd name="csX0" fmla="*/ 0 w 12700"/>
                  <a:gd name="csY0" fmla="*/ 0 h 166497"/>
                  <a:gd name="csX1" fmla="*/ 0 w 12700"/>
                  <a:gd name="csY1" fmla="*/ 166497 h 166497"/>
                </a:gdLst>
                <a:ahLst/>
                <a:cxnLst>
                  <a:cxn ang="0">
                    <a:pos x="csX0" y="csY0"/>
                  </a:cxn>
                  <a:cxn ang="0">
                    <a:pos x="csX1" y="csY1"/>
                  </a:cxn>
                </a:cxnLst>
                <a:rect l="l" t="t" r="r" b="b"/>
                <a:pathLst>
                  <a:path w="12700" h="166497">
                    <a:moveTo>
                      <a:pt x="0" y="0"/>
                    </a:moveTo>
                    <a:lnTo>
                      <a:pt x="0" y="166497"/>
                    </a:lnTo>
                  </a:path>
                </a:pathLst>
              </a:custGeom>
              <a:noFill/>
              <a:ln w="13589" cap="flat">
                <a:solidFill>
                  <a:srgbClr val="000000"/>
                </a:solidFill>
                <a:prstDash val="solid"/>
                <a:round/>
              </a:ln>
            </p:spPr>
            <p:txBody>
              <a:bodyPr/>
              <a:lstStyle/>
              <a:p>
                <a:pPr algn="ctr"/>
                <a:endParaRPr lang="en-US" sz="2646"/>
              </a:p>
            </p:txBody>
          </p:sp>
          <p:sp>
            <p:nvSpPr>
              <p:cNvPr id="547" name="Freeform 546">
                <a:extLst>
                  <a:ext uri="{FF2B5EF4-FFF2-40B4-BE49-F238E27FC236}">
                    <a16:creationId xmlns:a16="http://schemas.microsoft.com/office/drawing/2014/main" id="{101B8A71-1452-D181-A1A9-8CC0C4951A77}"/>
                  </a:ext>
                </a:extLst>
              </p:cNvPr>
              <p:cNvSpPr/>
              <p:nvPr/>
            </p:nvSpPr>
            <p:spPr>
              <a:xfrm>
                <a:off x="2419782" y="5641801"/>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548" name="Freeform 547">
                <a:extLst>
                  <a:ext uri="{FF2B5EF4-FFF2-40B4-BE49-F238E27FC236}">
                    <a16:creationId xmlns:a16="http://schemas.microsoft.com/office/drawing/2014/main" id="{B5675800-D2CB-03A4-2F10-7C9492E4BEFF}"/>
                  </a:ext>
                </a:extLst>
              </p:cNvPr>
              <p:cNvSpPr/>
              <p:nvPr/>
            </p:nvSpPr>
            <p:spPr>
              <a:xfrm>
                <a:off x="2896287" y="5549853"/>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49" name="Freeform 548">
                <a:extLst>
                  <a:ext uri="{FF2B5EF4-FFF2-40B4-BE49-F238E27FC236}">
                    <a16:creationId xmlns:a16="http://schemas.microsoft.com/office/drawing/2014/main" id="{B479770A-D327-0539-735D-A8FD1974AA16}"/>
                  </a:ext>
                </a:extLst>
              </p:cNvPr>
              <p:cNvSpPr/>
              <p:nvPr/>
            </p:nvSpPr>
            <p:spPr>
              <a:xfrm>
                <a:off x="2943912" y="5549853"/>
                <a:ext cx="12700" cy="50164"/>
              </a:xfrm>
              <a:custGeom>
                <a:avLst/>
                <a:gdLst>
                  <a:gd name="csX0" fmla="*/ 0 w 12700"/>
                  <a:gd name="csY0" fmla="*/ 0 h 50164"/>
                  <a:gd name="csX1" fmla="*/ 0 w 12700"/>
                  <a:gd name="csY1" fmla="*/ 50165 h 50164"/>
                </a:gdLst>
                <a:ahLst/>
                <a:cxnLst>
                  <a:cxn ang="0">
                    <a:pos x="csX0" y="csY0"/>
                  </a:cxn>
                  <a:cxn ang="0">
                    <a:pos x="csX1" y="csY1"/>
                  </a:cxn>
                </a:cxnLst>
                <a:rect l="l" t="t" r="r" b="b"/>
                <a:pathLst>
                  <a:path w="12700" h="50164">
                    <a:moveTo>
                      <a:pt x="0" y="0"/>
                    </a:moveTo>
                    <a:lnTo>
                      <a:pt x="0" y="50165"/>
                    </a:lnTo>
                  </a:path>
                </a:pathLst>
              </a:custGeom>
              <a:noFill/>
              <a:ln w="13589" cap="flat">
                <a:solidFill>
                  <a:srgbClr val="000000"/>
                </a:solidFill>
                <a:prstDash val="solid"/>
                <a:round/>
              </a:ln>
            </p:spPr>
            <p:txBody>
              <a:bodyPr/>
              <a:lstStyle/>
              <a:p>
                <a:pPr algn="ctr"/>
                <a:endParaRPr lang="en-US" sz="2646"/>
              </a:p>
            </p:txBody>
          </p:sp>
          <p:sp>
            <p:nvSpPr>
              <p:cNvPr id="550" name="Freeform 549">
                <a:extLst>
                  <a:ext uri="{FF2B5EF4-FFF2-40B4-BE49-F238E27FC236}">
                    <a16:creationId xmlns:a16="http://schemas.microsoft.com/office/drawing/2014/main" id="{535A6CF7-222E-B585-118E-8661480D5087}"/>
                  </a:ext>
                </a:extLst>
              </p:cNvPr>
              <p:cNvSpPr/>
              <p:nvPr/>
            </p:nvSpPr>
            <p:spPr>
              <a:xfrm>
                <a:off x="2896287" y="5600017"/>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551" name="Freeform 550">
                <a:extLst>
                  <a:ext uri="{FF2B5EF4-FFF2-40B4-BE49-F238E27FC236}">
                    <a16:creationId xmlns:a16="http://schemas.microsoft.com/office/drawing/2014/main" id="{4D1C7987-58AA-8905-2A7A-1A32B5DEE916}"/>
                  </a:ext>
                </a:extLst>
              </p:cNvPr>
              <p:cNvSpPr/>
              <p:nvPr/>
            </p:nvSpPr>
            <p:spPr>
              <a:xfrm>
                <a:off x="2449374" y="562376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2" name="Freeform 551">
                <a:extLst>
                  <a:ext uri="{FF2B5EF4-FFF2-40B4-BE49-F238E27FC236}">
                    <a16:creationId xmlns:a16="http://schemas.microsoft.com/office/drawing/2014/main" id="{C6FC89C8-66FC-C2A3-ECA2-105F487C7B1E}"/>
                  </a:ext>
                </a:extLst>
              </p:cNvPr>
              <p:cNvSpPr/>
              <p:nvPr/>
            </p:nvSpPr>
            <p:spPr>
              <a:xfrm>
                <a:off x="2211122" y="55254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3" name="Freeform 552">
                <a:extLst>
                  <a:ext uri="{FF2B5EF4-FFF2-40B4-BE49-F238E27FC236}">
                    <a16:creationId xmlns:a16="http://schemas.microsoft.com/office/drawing/2014/main" id="{CEC24BCF-AE63-2D0F-74DA-4B76EA292FB4}"/>
                  </a:ext>
                </a:extLst>
              </p:cNvPr>
              <p:cNvSpPr/>
              <p:nvPr/>
            </p:nvSpPr>
            <p:spPr>
              <a:xfrm>
                <a:off x="2211122" y="531909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4" name="Freeform 553">
                <a:extLst>
                  <a:ext uri="{FF2B5EF4-FFF2-40B4-BE49-F238E27FC236}">
                    <a16:creationId xmlns:a16="http://schemas.microsoft.com/office/drawing/2014/main" id="{FA0CA88C-3C49-6A02-2964-7B786A903B93}"/>
                  </a:ext>
                </a:extLst>
              </p:cNvPr>
              <p:cNvSpPr/>
              <p:nvPr/>
            </p:nvSpPr>
            <p:spPr>
              <a:xfrm>
                <a:off x="2925878" y="554007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5" name="Freeform 554">
                <a:extLst>
                  <a:ext uri="{FF2B5EF4-FFF2-40B4-BE49-F238E27FC236}">
                    <a16:creationId xmlns:a16="http://schemas.microsoft.com/office/drawing/2014/main" id="{936A68ED-B2EB-5833-B652-360858F1D245}"/>
                  </a:ext>
                </a:extLst>
              </p:cNvPr>
              <p:cNvSpPr/>
              <p:nvPr/>
            </p:nvSpPr>
            <p:spPr>
              <a:xfrm>
                <a:off x="1972743" y="532823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6" name="Freeform 555">
                <a:extLst>
                  <a:ext uri="{FF2B5EF4-FFF2-40B4-BE49-F238E27FC236}">
                    <a16:creationId xmlns:a16="http://schemas.microsoft.com/office/drawing/2014/main" id="{6BEA0389-693C-FD6E-DB50-0EB465893648}"/>
                  </a:ext>
                </a:extLst>
              </p:cNvPr>
              <p:cNvSpPr/>
              <p:nvPr/>
            </p:nvSpPr>
            <p:spPr>
              <a:xfrm>
                <a:off x="2925878" y="559531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7" name="Freeform 556">
                <a:extLst>
                  <a:ext uri="{FF2B5EF4-FFF2-40B4-BE49-F238E27FC236}">
                    <a16:creationId xmlns:a16="http://schemas.microsoft.com/office/drawing/2014/main" id="{BF611B29-4E1A-7FE4-F5AF-933C3BDC8C36}"/>
                  </a:ext>
                </a:extLst>
              </p:cNvPr>
              <p:cNvSpPr/>
              <p:nvPr/>
            </p:nvSpPr>
            <p:spPr>
              <a:xfrm>
                <a:off x="1972743" y="531909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8" name="Freeform 557">
                <a:extLst>
                  <a:ext uri="{FF2B5EF4-FFF2-40B4-BE49-F238E27FC236}">
                    <a16:creationId xmlns:a16="http://schemas.microsoft.com/office/drawing/2014/main" id="{DA91C981-6463-7093-E706-85582DD96B3B}"/>
                  </a:ext>
                </a:extLst>
              </p:cNvPr>
              <p:cNvSpPr/>
              <p:nvPr/>
            </p:nvSpPr>
            <p:spPr>
              <a:xfrm>
                <a:off x="2925878" y="563468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59" name="Freeform 558">
                <a:extLst>
                  <a:ext uri="{FF2B5EF4-FFF2-40B4-BE49-F238E27FC236}">
                    <a16:creationId xmlns:a16="http://schemas.microsoft.com/office/drawing/2014/main" id="{D5099948-2D1B-951C-0307-FE32213CBC13}"/>
                  </a:ext>
                </a:extLst>
              </p:cNvPr>
              <p:cNvSpPr/>
              <p:nvPr/>
            </p:nvSpPr>
            <p:spPr>
              <a:xfrm>
                <a:off x="1972743" y="53361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0" name="Freeform 559">
                <a:extLst>
                  <a:ext uri="{FF2B5EF4-FFF2-40B4-BE49-F238E27FC236}">
                    <a16:creationId xmlns:a16="http://schemas.microsoft.com/office/drawing/2014/main" id="{9206A8D7-C29B-952A-8F14-75E2B352D6F4}"/>
                  </a:ext>
                </a:extLst>
              </p:cNvPr>
              <p:cNvSpPr/>
              <p:nvPr/>
            </p:nvSpPr>
            <p:spPr>
              <a:xfrm>
                <a:off x="2925878" y="552762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1" name="Freeform 560">
                <a:extLst>
                  <a:ext uri="{FF2B5EF4-FFF2-40B4-BE49-F238E27FC236}">
                    <a16:creationId xmlns:a16="http://schemas.microsoft.com/office/drawing/2014/main" id="{651F9CCE-B960-DBAE-42E0-2E2BEA61AEDD}"/>
                  </a:ext>
                </a:extLst>
              </p:cNvPr>
              <p:cNvSpPr/>
              <p:nvPr/>
            </p:nvSpPr>
            <p:spPr>
              <a:xfrm>
                <a:off x="1972743" y="527845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2" name="Freeform 561">
                <a:extLst>
                  <a:ext uri="{FF2B5EF4-FFF2-40B4-BE49-F238E27FC236}">
                    <a16:creationId xmlns:a16="http://schemas.microsoft.com/office/drawing/2014/main" id="{F4BA87A2-ECDA-BC76-8959-757DB5663C37}"/>
                  </a:ext>
                </a:extLst>
              </p:cNvPr>
              <p:cNvSpPr/>
              <p:nvPr/>
            </p:nvSpPr>
            <p:spPr>
              <a:xfrm>
                <a:off x="2925878" y="55843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3" name="Freeform 562">
                <a:extLst>
                  <a:ext uri="{FF2B5EF4-FFF2-40B4-BE49-F238E27FC236}">
                    <a16:creationId xmlns:a16="http://schemas.microsoft.com/office/drawing/2014/main" id="{932119F4-2759-5B1A-074A-7060D94E95BB}"/>
                  </a:ext>
                </a:extLst>
              </p:cNvPr>
              <p:cNvSpPr/>
              <p:nvPr/>
            </p:nvSpPr>
            <p:spPr>
              <a:xfrm>
                <a:off x="1972743" y="568396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4" name="Freeform 563">
                <a:extLst>
                  <a:ext uri="{FF2B5EF4-FFF2-40B4-BE49-F238E27FC236}">
                    <a16:creationId xmlns:a16="http://schemas.microsoft.com/office/drawing/2014/main" id="{7E07AC5B-34B8-9972-9761-29B66CE6CFBA}"/>
                  </a:ext>
                </a:extLst>
              </p:cNvPr>
              <p:cNvSpPr/>
              <p:nvPr/>
            </p:nvSpPr>
            <p:spPr>
              <a:xfrm>
                <a:off x="2211122" y="551569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5" name="Freeform 564">
                <a:extLst>
                  <a:ext uri="{FF2B5EF4-FFF2-40B4-BE49-F238E27FC236}">
                    <a16:creationId xmlns:a16="http://schemas.microsoft.com/office/drawing/2014/main" id="{6F71FF33-39EC-C26D-A5E3-9C5EC31D655E}"/>
                  </a:ext>
                </a:extLst>
              </p:cNvPr>
              <p:cNvSpPr/>
              <p:nvPr/>
            </p:nvSpPr>
            <p:spPr>
              <a:xfrm>
                <a:off x="2925878" y="54594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6" name="Freeform 565">
                <a:extLst>
                  <a:ext uri="{FF2B5EF4-FFF2-40B4-BE49-F238E27FC236}">
                    <a16:creationId xmlns:a16="http://schemas.microsoft.com/office/drawing/2014/main" id="{02DD20F2-775B-8FA4-1269-11B45755872A}"/>
                  </a:ext>
                </a:extLst>
              </p:cNvPr>
              <p:cNvSpPr/>
              <p:nvPr/>
            </p:nvSpPr>
            <p:spPr>
              <a:xfrm>
                <a:off x="1972743" y="542386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7" name="Freeform 566">
                <a:extLst>
                  <a:ext uri="{FF2B5EF4-FFF2-40B4-BE49-F238E27FC236}">
                    <a16:creationId xmlns:a16="http://schemas.microsoft.com/office/drawing/2014/main" id="{A7590AAE-C9CB-5269-044F-974CA6DEE923}"/>
                  </a:ext>
                </a:extLst>
              </p:cNvPr>
              <p:cNvSpPr/>
              <p:nvPr/>
            </p:nvSpPr>
            <p:spPr>
              <a:xfrm>
                <a:off x="2449374" y="545727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8" name="Freeform 567">
                <a:extLst>
                  <a:ext uri="{FF2B5EF4-FFF2-40B4-BE49-F238E27FC236}">
                    <a16:creationId xmlns:a16="http://schemas.microsoft.com/office/drawing/2014/main" id="{49EC0D64-6613-37C8-BCCA-6F3FF614C467}"/>
                  </a:ext>
                </a:extLst>
              </p:cNvPr>
              <p:cNvSpPr/>
              <p:nvPr/>
            </p:nvSpPr>
            <p:spPr>
              <a:xfrm>
                <a:off x="2211122" y="536633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69" name="Freeform 568">
                <a:extLst>
                  <a:ext uri="{FF2B5EF4-FFF2-40B4-BE49-F238E27FC236}">
                    <a16:creationId xmlns:a16="http://schemas.microsoft.com/office/drawing/2014/main" id="{83B5AD1A-C3E9-66E2-E120-B4A99B611CB7}"/>
                  </a:ext>
                </a:extLst>
              </p:cNvPr>
              <p:cNvSpPr/>
              <p:nvPr/>
            </p:nvSpPr>
            <p:spPr>
              <a:xfrm>
                <a:off x="2211122" y="547492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70" name="Freeform 569">
                <a:extLst>
                  <a:ext uri="{FF2B5EF4-FFF2-40B4-BE49-F238E27FC236}">
                    <a16:creationId xmlns:a16="http://schemas.microsoft.com/office/drawing/2014/main" id="{A95FD26C-57D2-3F6E-F6EF-4D5D4500B770}"/>
                  </a:ext>
                </a:extLst>
              </p:cNvPr>
              <p:cNvSpPr/>
              <p:nvPr/>
            </p:nvSpPr>
            <p:spPr>
              <a:xfrm>
                <a:off x="2687626" y="522701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71" name="Freeform 570">
                <a:extLst>
                  <a:ext uri="{FF2B5EF4-FFF2-40B4-BE49-F238E27FC236}">
                    <a16:creationId xmlns:a16="http://schemas.microsoft.com/office/drawing/2014/main" id="{A5373C01-8088-ACCD-0A6F-C94584341416}"/>
                  </a:ext>
                </a:extLst>
              </p:cNvPr>
              <p:cNvSpPr/>
              <p:nvPr/>
            </p:nvSpPr>
            <p:spPr>
              <a:xfrm>
                <a:off x="2211122" y="535859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72" name="Freeform 571">
                <a:extLst>
                  <a:ext uri="{FF2B5EF4-FFF2-40B4-BE49-F238E27FC236}">
                    <a16:creationId xmlns:a16="http://schemas.microsoft.com/office/drawing/2014/main" id="{89EBF50B-220A-6517-A1E8-3DED4252B070}"/>
                  </a:ext>
                </a:extLst>
              </p:cNvPr>
              <p:cNvSpPr/>
              <p:nvPr/>
            </p:nvSpPr>
            <p:spPr>
              <a:xfrm>
                <a:off x="2211122" y="54930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573" name="TextBox 572">
                <a:extLst>
                  <a:ext uri="{FF2B5EF4-FFF2-40B4-BE49-F238E27FC236}">
                    <a16:creationId xmlns:a16="http://schemas.microsoft.com/office/drawing/2014/main" id="{515E771C-FB30-4BB5-EFEA-A397D903E0C1}"/>
                  </a:ext>
                </a:extLst>
              </p:cNvPr>
              <p:cNvSpPr txBox="1"/>
              <p:nvPr/>
            </p:nvSpPr>
            <p:spPr>
              <a:xfrm>
                <a:off x="1812915" y="5027435"/>
                <a:ext cx="57035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0.487</a:t>
                </a:r>
              </a:p>
            </p:txBody>
          </p:sp>
          <p:sp>
            <p:nvSpPr>
              <p:cNvPr id="574" name="Freeform 573">
                <a:extLst>
                  <a:ext uri="{FF2B5EF4-FFF2-40B4-BE49-F238E27FC236}">
                    <a16:creationId xmlns:a16="http://schemas.microsoft.com/office/drawing/2014/main" id="{C495DC9E-FE24-F6E4-4514-5B864CB6BD25}"/>
                  </a:ext>
                </a:extLst>
              </p:cNvPr>
              <p:cNvSpPr/>
              <p:nvPr/>
            </p:nvSpPr>
            <p:spPr>
              <a:xfrm>
                <a:off x="1990777" y="5171393"/>
                <a:ext cx="214502" cy="12700"/>
              </a:xfrm>
              <a:custGeom>
                <a:avLst/>
                <a:gdLst>
                  <a:gd name="csX0" fmla="*/ 0 w 214502"/>
                  <a:gd name="csY0" fmla="*/ 0 h 12700"/>
                  <a:gd name="csX1" fmla="*/ 214503 w 214502"/>
                  <a:gd name="csY1" fmla="*/ 0 h 12700"/>
                </a:gdLst>
                <a:ahLst/>
                <a:cxnLst>
                  <a:cxn ang="0">
                    <a:pos x="csX0" y="csY0"/>
                  </a:cxn>
                  <a:cxn ang="0">
                    <a:pos x="csX1" y="csY1"/>
                  </a:cxn>
                </a:cxnLst>
                <a:rect l="l" t="t" r="r" b="b"/>
                <a:pathLst>
                  <a:path w="214502" h="12700">
                    <a:moveTo>
                      <a:pt x="0" y="0"/>
                    </a:moveTo>
                    <a:lnTo>
                      <a:pt x="214503" y="0"/>
                    </a:lnTo>
                  </a:path>
                </a:pathLst>
              </a:custGeom>
              <a:ln w="13589" cap="rnd">
                <a:solidFill>
                  <a:srgbClr val="000000"/>
                </a:solidFill>
                <a:prstDash val="solid"/>
                <a:round/>
              </a:ln>
            </p:spPr>
            <p:txBody>
              <a:bodyPr/>
              <a:lstStyle/>
              <a:p>
                <a:pPr algn="ctr"/>
                <a:endParaRPr lang="en-US" sz="2646"/>
              </a:p>
            </p:txBody>
          </p:sp>
          <p:sp>
            <p:nvSpPr>
              <p:cNvPr id="575" name="TextBox 574">
                <a:extLst>
                  <a:ext uri="{FF2B5EF4-FFF2-40B4-BE49-F238E27FC236}">
                    <a16:creationId xmlns:a16="http://schemas.microsoft.com/office/drawing/2014/main" id="{617B9845-2B0B-5D7E-1482-F3774BD8E171}"/>
                  </a:ext>
                </a:extLst>
              </p:cNvPr>
              <p:cNvSpPr txBox="1"/>
              <p:nvPr/>
            </p:nvSpPr>
            <p:spPr>
              <a:xfrm>
                <a:off x="2450710" y="4977798"/>
                <a:ext cx="295525" cy="405524"/>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76" name="Freeform 575">
                <a:extLst>
                  <a:ext uri="{FF2B5EF4-FFF2-40B4-BE49-F238E27FC236}">
                    <a16:creationId xmlns:a16="http://schemas.microsoft.com/office/drawing/2014/main" id="{AFF6D475-9CDB-7EC6-2E5F-D7672A1F5C87}"/>
                  </a:ext>
                </a:extLst>
              </p:cNvPr>
              <p:cNvSpPr/>
              <p:nvPr/>
            </p:nvSpPr>
            <p:spPr>
              <a:xfrm>
                <a:off x="2252905" y="5171393"/>
                <a:ext cx="691007" cy="12700"/>
              </a:xfrm>
              <a:custGeom>
                <a:avLst/>
                <a:gdLst>
                  <a:gd name="csX0" fmla="*/ 0 w 691007"/>
                  <a:gd name="csY0" fmla="*/ 0 h 12700"/>
                  <a:gd name="csX1" fmla="*/ 691007 w 691007"/>
                  <a:gd name="csY1" fmla="*/ 0 h 12700"/>
                </a:gdLst>
                <a:ahLst/>
                <a:cxnLst>
                  <a:cxn ang="0">
                    <a:pos x="csX0" y="csY0"/>
                  </a:cxn>
                  <a:cxn ang="0">
                    <a:pos x="csX1" y="csY1"/>
                  </a:cxn>
                </a:cxnLst>
                <a:rect l="l" t="t" r="r" b="b"/>
                <a:pathLst>
                  <a:path w="691007" h="12700">
                    <a:moveTo>
                      <a:pt x="0" y="0"/>
                    </a:moveTo>
                    <a:lnTo>
                      <a:pt x="691007" y="0"/>
                    </a:lnTo>
                  </a:path>
                </a:pathLst>
              </a:custGeom>
              <a:ln w="13589" cap="rnd">
                <a:solidFill>
                  <a:srgbClr val="000000"/>
                </a:solidFill>
                <a:prstDash val="solid"/>
                <a:round/>
              </a:ln>
            </p:spPr>
            <p:txBody>
              <a:bodyPr/>
              <a:lstStyle/>
              <a:p>
                <a:pPr algn="ctr"/>
                <a:endParaRPr lang="en-US" sz="2646"/>
              </a:p>
            </p:txBody>
          </p:sp>
          <p:sp>
            <p:nvSpPr>
              <p:cNvPr id="577" name="TextBox 576">
                <a:extLst>
                  <a:ext uri="{FF2B5EF4-FFF2-40B4-BE49-F238E27FC236}">
                    <a16:creationId xmlns:a16="http://schemas.microsoft.com/office/drawing/2014/main" id="{2F82D9A9-566D-91C2-3B9B-56F479E16AD8}"/>
                  </a:ext>
                </a:extLst>
              </p:cNvPr>
              <p:cNvSpPr txBox="1"/>
              <p:nvPr/>
            </p:nvSpPr>
            <p:spPr>
              <a:xfrm>
                <a:off x="2269599" y="4867661"/>
                <a:ext cx="395617" cy="405524"/>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578" name="Freeform 577">
                <a:extLst>
                  <a:ext uri="{FF2B5EF4-FFF2-40B4-BE49-F238E27FC236}">
                    <a16:creationId xmlns:a16="http://schemas.microsoft.com/office/drawing/2014/main" id="{B9B0FCCE-4A20-3196-4570-32572202FA19}"/>
                  </a:ext>
                </a:extLst>
              </p:cNvPr>
              <p:cNvSpPr/>
              <p:nvPr/>
            </p:nvSpPr>
            <p:spPr>
              <a:xfrm>
                <a:off x="1990777" y="5060903"/>
                <a:ext cx="953135" cy="12700"/>
              </a:xfrm>
              <a:custGeom>
                <a:avLst/>
                <a:gdLst>
                  <a:gd name="csX0" fmla="*/ 0 w 953135"/>
                  <a:gd name="csY0" fmla="*/ 0 h 12700"/>
                  <a:gd name="csX1" fmla="*/ 953135 w 953135"/>
                  <a:gd name="csY1" fmla="*/ 0 h 12700"/>
                </a:gdLst>
                <a:ahLst/>
                <a:cxnLst>
                  <a:cxn ang="0">
                    <a:pos x="csX0" y="csY0"/>
                  </a:cxn>
                  <a:cxn ang="0">
                    <a:pos x="csX1" y="csY1"/>
                  </a:cxn>
                </a:cxnLst>
                <a:rect l="l" t="t" r="r" b="b"/>
                <a:pathLst>
                  <a:path w="953135" h="12700">
                    <a:moveTo>
                      <a:pt x="0" y="0"/>
                    </a:moveTo>
                    <a:lnTo>
                      <a:pt x="953135" y="0"/>
                    </a:lnTo>
                  </a:path>
                </a:pathLst>
              </a:custGeom>
              <a:ln w="13589" cap="rnd">
                <a:solidFill>
                  <a:srgbClr val="000000"/>
                </a:solidFill>
                <a:prstDash val="solid"/>
                <a:round/>
              </a:ln>
            </p:spPr>
            <p:txBody>
              <a:bodyPr/>
              <a:lstStyle/>
              <a:p>
                <a:pPr algn="ctr"/>
                <a:endParaRPr lang="en-US" sz="2646"/>
              </a:p>
            </p:txBody>
          </p:sp>
        </p:grpSp>
        <p:grpSp>
          <p:nvGrpSpPr>
            <p:cNvPr id="579" name="Graphic 523">
              <a:extLst>
                <a:ext uri="{FF2B5EF4-FFF2-40B4-BE49-F238E27FC236}">
                  <a16:creationId xmlns:a16="http://schemas.microsoft.com/office/drawing/2014/main" id="{771E7C18-5FD0-84BD-43E1-0490E91A1260}"/>
                </a:ext>
              </a:extLst>
            </p:cNvPr>
            <p:cNvGrpSpPr/>
            <p:nvPr/>
          </p:nvGrpSpPr>
          <p:grpSpPr>
            <a:xfrm>
              <a:off x="1447522" y="4898851"/>
              <a:ext cx="1639391" cy="1381837"/>
              <a:chOff x="1447522" y="4898851"/>
              <a:chExt cx="1639391" cy="1381837"/>
            </a:xfrm>
          </p:grpSpPr>
          <p:sp>
            <p:nvSpPr>
              <p:cNvPr id="580" name="Freeform 579">
                <a:extLst>
                  <a:ext uri="{FF2B5EF4-FFF2-40B4-BE49-F238E27FC236}">
                    <a16:creationId xmlns:a16="http://schemas.microsoft.com/office/drawing/2014/main" id="{7E952CE6-A70D-7FDC-1706-A9B23851BF90}"/>
                  </a:ext>
                </a:extLst>
              </p:cNvPr>
              <p:cNvSpPr/>
              <p:nvPr/>
            </p:nvSpPr>
            <p:spPr>
              <a:xfrm>
                <a:off x="1847901" y="4898851"/>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581" name="TextBox 580">
                <a:extLst>
                  <a:ext uri="{FF2B5EF4-FFF2-40B4-BE49-F238E27FC236}">
                    <a16:creationId xmlns:a16="http://schemas.microsoft.com/office/drawing/2014/main" id="{77BADD20-C3E9-EE90-AA85-9BADB11A0706}"/>
                  </a:ext>
                </a:extLst>
              </p:cNvPr>
              <p:cNvSpPr txBox="1"/>
              <p:nvPr/>
            </p:nvSpPr>
            <p:spPr>
              <a:xfrm>
                <a:off x="1514225" y="5874764"/>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a:t>
                </a:r>
              </a:p>
            </p:txBody>
          </p:sp>
          <p:sp>
            <p:nvSpPr>
              <p:cNvPr id="582" name="TextBox 581">
                <a:extLst>
                  <a:ext uri="{FF2B5EF4-FFF2-40B4-BE49-F238E27FC236}">
                    <a16:creationId xmlns:a16="http://schemas.microsoft.com/office/drawing/2014/main" id="{A9DC17C7-2DD4-C328-7A77-D304AA1FFFBA}"/>
                  </a:ext>
                </a:extLst>
              </p:cNvPr>
              <p:cNvSpPr txBox="1"/>
              <p:nvPr/>
            </p:nvSpPr>
            <p:spPr>
              <a:xfrm>
                <a:off x="1447522" y="5663055"/>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10%</a:t>
                </a:r>
              </a:p>
            </p:txBody>
          </p:sp>
          <p:sp>
            <p:nvSpPr>
              <p:cNvPr id="583" name="TextBox 582">
                <a:extLst>
                  <a:ext uri="{FF2B5EF4-FFF2-40B4-BE49-F238E27FC236}">
                    <a16:creationId xmlns:a16="http://schemas.microsoft.com/office/drawing/2014/main" id="{2D9B3745-5F25-4F36-EBFC-6ED29135B953}"/>
                  </a:ext>
                </a:extLst>
              </p:cNvPr>
              <p:cNvSpPr txBox="1"/>
              <p:nvPr/>
            </p:nvSpPr>
            <p:spPr>
              <a:xfrm>
                <a:off x="1447522" y="5451219"/>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20%</a:t>
                </a:r>
              </a:p>
            </p:txBody>
          </p:sp>
          <p:sp>
            <p:nvSpPr>
              <p:cNvPr id="584" name="TextBox 583">
                <a:extLst>
                  <a:ext uri="{FF2B5EF4-FFF2-40B4-BE49-F238E27FC236}">
                    <a16:creationId xmlns:a16="http://schemas.microsoft.com/office/drawing/2014/main" id="{DD8FE188-CEF9-EC17-1CC9-DBEA0E1B6D69}"/>
                  </a:ext>
                </a:extLst>
              </p:cNvPr>
              <p:cNvSpPr txBox="1"/>
              <p:nvPr/>
            </p:nvSpPr>
            <p:spPr>
              <a:xfrm>
                <a:off x="1447522" y="5239383"/>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30%</a:t>
                </a:r>
              </a:p>
            </p:txBody>
          </p:sp>
          <p:sp>
            <p:nvSpPr>
              <p:cNvPr id="585" name="TextBox 584">
                <a:extLst>
                  <a:ext uri="{FF2B5EF4-FFF2-40B4-BE49-F238E27FC236}">
                    <a16:creationId xmlns:a16="http://schemas.microsoft.com/office/drawing/2014/main" id="{A216DCDF-A05D-E67D-A6ED-33278323AFFC}"/>
                  </a:ext>
                </a:extLst>
              </p:cNvPr>
              <p:cNvSpPr txBox="1"/>
              <p:nvPr/>
            </p:nvSpPr>
            <p:spPr>
              <a:xfrm>
                <a:off x="1447522" y="5027674"/>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40%</a:t>
                </a:r>
              </a:p>
            </p:txBody>
          </p:sp>
          <p:sp>
            <p:nvSpPr>
              <p:cNvPr id="587" name="Freeform 586">
                <a:extLst>
                  <a:ext uri="{FF2B5EF4-FFF2-40B4-BE49-F238E27FC236}">
                    <a16:creationId xmlns:a16="http://schemas.microsoft.com/office/drawing/2014/main" id="{4BC68863-F976-79E0-F280-22A72058AC21}"/>
                  </a:ext>
                </a:extLst>
              </p:cNvPr>
              <p:cNvSpPr/>
              <p:nvPr/>
            </p:nvSpPr>
            <p:spPr>
              <a:xfrm>
                <a:off x="1813104" y="598165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88" name="Freeform 587">
                <a:extLst>
                  <a:ext uri="{FF2B5EF4-FFF2-40B4-BE49-F238E27FC236}">
                    <a16:creationId xmlns:a16="http://schemas.microsoft.com/office/drawing/2014/main" id="{E30B826C-DB1E-9660-8BB1-5EE82C50AB98}"/>
                  </a:ext>
                </a:extLst>
              </p:cNvPr>
              <p:cNvSpPr/>
              <p:nvPr/>
            </p:nvSpPr>
            <p:spPr>
              <a:xfrm>
                <a:off x="1813104" y="576994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89" name="Freeform 588">
                <a:extLst>
                  <a:ext uri="{FF2B5EF4-FFF2-40B4-BE49-F238E27FC236}">
                    <a16:creationId xmlns:a16="http://schemas.microsoft.com/office/drawing/2014/main" id="{8DC526B0-2500-73AC-6CB1-390E132B946D}"/>
                  </a:ext>
                </a:extLst>
              </p:cNvPr>
              <p:cNvSpPr/>
              <p:nvPr/>
            </p:nvSpPr>
            <p:spPr>
              <a:xfrm>
                <a:off x="1813104" y="555810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90" name="Freeform 589">
                <a:extLst>
                  <a:ext uri="{FF2B5EF4-FFF2-40B4-BE49-F238E27FC236}">
                    <a16:creationId xmlns:a16="http://schemas.microsoft.com/office/drawing/2014/main" id="{223317AF-866B-0006-2E37-30799C50EE29}"/>
                  </a:ext>
                </a:extLst>
              </p:cNvPr>
              <p:cNvSpPr/>
              <p:nvPr/>
            </p:nvSpPr>
            <p:spPr>
              <a:xfrm>
                <a:off x="1813104" y="5346271"/>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91" name="Freeform 590">
                <a:extLst>
                  <a:ext uri="{FF2B5EF4-FFF2-40B4-BE49-F238E27FC236}">
                    <a16:creationId xmlns:a16="http://schemas.microsoft.com/office/drawing/2014/main" id="{401F845C-04EE-93E1-3BD8-73B85E757861}"/>
                  </a:ext>
                </a:extLst>
              </p:cNvPr>
              <p:cNvSpPr/>
              <p:nvPr/>
            </p:nvSpPr>
            <p:spPr>
              <a:xfrm>
                <a:off x="1813104" y="513456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593" name="Freeform 592">
                <a:extLst>
                  <a:ext uri="{FF2B5EF4-FFF2-40B4-BE49-F238E27FC236}">
                    <a16:creationId xmlns:a16="http://schemas.microsoft.com/office/drawing/2014/main" id="{1A08D04C-C815-C985-ADC7-B4B119F8A5C2}"/>
                  </a:ext>
                </a:extLst>
              </p:cNvPr>
              <p:cNvSpPr/>
              <p:nvPr/>
            </p:nvSpPr>
            <p:spPr>
              <a:xfrm>
                <a:off x="1847901" y="6033215"/>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pPr algn="ctr"/>
                <a:endParaRPr lang="en-US" sz="2646"/>
              </a:p>
            </p:txBody>
          </p:sp>
          <p:sp>
            <p:nvSpPr>
              <p:cNvPr id="594" name="Freeform 593">
                <a:extLst>
                  <a:ext uri="{FF2B5EF4-FFF2-40B4-BE49-F238E27FC236}">
                    <a16:creationId xmlns:a16="http://schemas.microsoft.com/office/drawing/2014/main" id="{D5A950E0-0821-8E0A-EB30-467DF16B99C3}"/>
                  </a:ext>
                </a:extLst>
              </p:cNvPr>
              <p:cNvSpPr/>
              <p:nvPr/>
            </p:nvSpPr>
            <p:spPr>
              <a:xfrm>
                <a:off x="1990776" y="603321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5" name="Freeform 594">
                <a:extLst>
                  <a:ext uri="{FF2B5EF4-FFF2-40B4-BE49-F238E27FC236}">
                    <a16:creationId xmlns:a16="http://schemas.microsoft.com/office/drawing/2014/main" id="{1E036C31-8184-4461-C607-19B90B2BFA27}"/>
                  </a:ext>
                </a:extLst>
              </p:cNvPr>
              <p:cNvSpPr/>
              <p:nvPr/>
            </p:nvSpPr>
            <p:spPr>
              <a:xfrm>
                <a:off x="2229156" y="603321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6" name="Freeform 595">
                <a:extLst>
                  <a:ext uri="{FF2B5EF4-FFF2-40B4-BE49-F238E27FC236}">
                    <a16:creationId xmlns:a16="http://schemas.microsoft.com/office/drawing/2014/main" id="{0CB88408-F9D6-9492-90E6-BC9153199CFF}"/>
                  </a:ext>
                </a:extLst>
              </p:cNvPr>
              <p:cNvSpPr/>
              <p:nvPr/>
            </p:nvSpPr>
            <p:spPr>
              <a:xfrm>
                <a:off x="2467407" y="603321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7" name="Freeform 596">
                <a:extLst>
                  <a:ext uri="{FF2B5EF4-FFF2-40B4-BE49-F238E27FC236}">
                    <a16:creationId xmlns:a16="http://schemas.microsoft.com/office/drawing/2014/main" id="{D7C4D2C9-5A0A-5F34-B59D-A199395C7186}"/>
                  </a:ext>
                </a:extLst>
              </p:cNvPr>
              <p:cNvSpPr/>
              <p:nvPr/>
            </p:nvSpPr>
            <p:spPr>
              <a:xfrm>
                <a:off x="2705660" y="603321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8" name="Freeform 597">
                <a:extLst>
                  <a:ext uri="{FF2B5EF4-FFF2-40B4-BE49-F238E27FC236}">
                    <a16:creationId xmlns:a16="http://schemas.microsoft.com/office/drawing/2014/main" id="{C7244024-3338-18F3-8DF2-67E868AB6B3A}"/>
                  </a:ext>
                </a:extLst>
              </p:cNvPr>
              <p:cNvSpPr/>
              <p:nvPr/>
            </p:nvSpPr>
            <p:spPr>
              <a:xfrm>
                <a:off x="2943912" y="6033215"/>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99" name="TextBox 598">
                <a:extLst>
                  <a:ext uri="{FF2B5EF4-FFF2-40B4-BE49-F238E27FC236}">
                    <a16:creationId xmlns:a16="http://schemas.microsoft.com/office/drawing/2014/main" id="{948B82B1-106F-7F32-B75A-5FE833C659D6}"/>
                  </a:ext>
                </a:extLst>
              </p:cNvPr>
              <p:cNvSpPr txBox="1"/>
              <p:nvPr/>
            </p:nvSpPr>
            <p:spPr>
              <a:xfrm>
                <a:off x="1839622" y="6029069"/>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600" name="TextBox 599">
                <a:extLst>
                  <a:ext uri="{FF2B5EF4-FFF2-40B4-BE49-F238E27FC236}">
                    <a16:creationId xmlns:a16="http://schemas.microsoft.com/office/drawing/2014/main" id="{C61B92D0-BC6E-199B-8437-EF1798CE303F}"/>
                  </a:ext>
                </a:extLst>
              </p:cNvPr>
              <p:cNvSpPr txBox="1"/>
              <p:nvPr/>
            </p:nvSpPr>
            <p:spPr>
              <a:xfrm>
                <a:off x="2113626" y="6029069"/>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601" name="TextBox 600">
                <a:extLst>
                  <a:ext uri="{FF2B5EF4-FFF2-40B4-BE49-F238E27FC236}">
                    <a16:creationId xmlns:a16="http://schemas.microsoft.com/office/drawing/2014/main" id="{4618C150-F5C4-C9D9-AD76-215B44B5E903}"/>
                  </a:ext>
                </a:extLst>
              </p:cNvPr>
              <p:cNvSpPr txBox="1"/>
              <p:nvPr/>
            </p:nvSpPr>
            <p:spPr>
              <a:xfrm>
                <a:off x="2316252" y="6029069"/>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602" name="TextBox 601">
                <a:extLst>
                  <a:ext uri="{FF2B5EF4-FFF2-40B4-BE49-F238E27FC236}">
                    <a16:creationId xmlns:a16="http://schemas.microsoft.com/office/drawing/2014/main" id="{97A02738-3BFA-4E45-AAFA-C09122D09C66}"/>
                  </a:ext>
                </a:extLst>
              </p:cNvPr>
              <p:cNvSpPr txBox="1"/>
              <p:nvPr/>
            </p:nvSpPr>
            <p:spPr>
              <a:xfrm>
                <a:off x="2522272" y="6029069"/>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603" name="TextBox 602">
                <a:extLst>
                  <a:ext uri="{FF2B5EF4-FFF2-40B4-BE49-F238E27FC236}">
                    <a16:creationId xmlns:a16="http://schemas.microsoft.com/office/drawing/2014/main" id="{618EBB69-E1E5-7603-849C-38CEBD1E2B06}"/>
                  </a:ext>
                </a:extLst>
              </p:cNvPr>
              <p:cNvSpPr txBox="1"/>
              <p:nvPr/>
            </p:nvSpPr>
            <p:spPr>
              <a:xfrm>
                <a:off x="2807176" y="6029069"/>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grpSp>
      </p:grpSp>
      <p:sp>
        <p:nvSpPr>
          <p:cNvPr id="237" name="TextBox 236">
            <a:extLst>
              <a:ext uri="{FF2B5EF4-FFF2-40B4-BE49-F238E27FC236}">
                <a16:creationId xmlns:a16="http://schemas.microsoft.com/office/drawing/2014/main" id="{A7022698-65D0-3F47-FC66-9B5015D7A5FD}"/>
              </a:ext>
            </a:extLst>
          </p:cNvPr>
          <p:cNvSpPr txBox="1"/>
          <p:nvPr/>
        </p:nvSpPr>
        <p:spPr>
          <a:xfrm rot="16200000">
            <a:off x="1433957" y="2270345"/>
            <a:ext cx="1019831" cy="245003"/>
          </a:xfrm>
          <a:prstGeom prst="rect">
            <a:avLst/>
          </a:prstGeom>
          <a:noFill/>
        </p:spPr>
        <p:txBody>
          <a:bodyPr wrap="none" rtlCol="0">
            <a:spAutoFit/>
          </a:bodyPr>
          <a:lstStyle/>
          <a:p>
            <a:r>
              <a:rPr lang="en-US" sz="992" dirty="0">
                <a:ln/>
                <a:solidFill>
                  <a:srgbClr val="000000"/>
                </a:solidFill>
                <a:latin typeface="Arial"/>
                <a:cs typeface="Arial"/>
                <a:sym typeface="Arial"/>
                <a:rtl val="0"/>
              </a:rPr>
              <a:t>Percent </a:t>
            </a:r>
            <a:r>
              <a:rPr lang="en-US" sz="992" i="1" dirty="0" err="1">
                <a:ln/>
                <a:solidFill>
                  <a:srgbClr val="000000"/>
                </a:solidFill>
                <a:latin typeface="Arial"/>
                <a:cs typeface="Arial"/>
                <a:sym typeface="Arial"/>
                <a:rtl val="0"/>
              </a:rPr>
              <a:t>nmbr</a:t>
            </a:r>
            <a:r>
              <a:rPr lang="en-US" sz="992" dirty="0">
                <a:ln/>
                <a:solidFill>
                  <a:srgbClr val="000000"/>
                </a:solidFill>
                <a:latin typeface="Arial"/>
                <a:cs typeface="Arial"/>
                <a:sym typeface="Arial"/>
                <a:rtl val="0"/>
              </a:rPr>
              <a:t>+</a:t>
            </a:r>
          </a:p>
        </p:txBody>
      </p:sp>
      <p:sp>
        <p:nvSpPr>
          <p:cNvPr id="239" name="TextBox 238">
            <a:extLst>
              <a:ext uri="{FF2B5EF4-FFF2-40B4-BE49-F238E27FC236}">
                <a16:creationId xmlns:a16="http://schemas.microsoft.com/office/drawing/2014/main" id="{0CECC0E5-2E4C-6A63-951B-0180D936D1E1}"/>
              </a:ext>
            </a:extLst>
          </p:cNvPr>
          <p:cNvSpPr txBox="1"/>
          <p:nvPr/>
        </p:nvSpPr>
        <p:spPr>
          <a:xfrm>
            <a:off x="16763" y="1900128"/>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B</a:t>
            </a:r>
            <a:endParaRPr lang="en-US" sz="4536" dirty="0">
              <a:latin typeface="Arial" panose="020B0604020202020204" pitchFamily="34" charset="0"/>
              <a:cs typeface="Arial" panose="020B0604020202020204" pitchFamily="34" charset="0"/>
            </a:endParaRPr>
          </a:p>
        </p:txBody>
      </p:sp>
      <p:grpSp>
        <p:nvGrpSpPr>
          <p:cNvPr id="900" name="Group 899">
            <a:extLst>
              <a:ext uri="{FF2B5EF4-FFF2-40B4-BE49-F238E27FC236}">
                <a16:creationId xmlns:a16="http://schemas.microsoft.com/office/drawing/2014/main" id="{94B850BB-8689-2B50-D07B-ED7CDC69CCD5}"/>
              </a:ext>
            </a:extLst>
          </p:cNvPr>
          <p:cNvGrpSpPr/>
          <p:nvPr/>
        </p:nvGrpSpPr>
        <p:grpSpPr>
          <a:xfrm>
            <a:off x="1823916" y="3240539"/>
            <a:ext cx="1760634" cy="1267795"/>
            <a:chOff x="1823916" y="3316739"/>
            <a:chExt cx="1760634" cy="1267795"/>
          </a:xfrm>
        </p:grpSpPr>
        <p:grpSp>
          <p:nvGrpSpPr>
            <p:cNvPr id="244" name="Graphic 786">
              <a:extLst>
                <a:ext uri="{FF2B5EF4-FFF2-40B4-BE49-F238E27FC236}">
                  <a16:creationId xmlns:a16="http://schemas.microsoft.com/office/drawing/2014/main" id="{A168DE64-BB5A-CBA5-EA3B-BFB0A44FD4B3}"/>
                </a:ext>
              </a:extLst>
            </p:cNvPr>
            <p:cNvGrpSpPr/>
            <p:nvPr/>
          </p:nvGrpSpPr>
          <p:grpSpPr>
            <a:xfrm>
              <a:off x="2357112" y="3446295"/>
              <a:ext cx="1103307" cy="868101"/>
              <a:chOff x="2613279" y="7811122"/>
              <a:chExt cx="1167637" cy="918718"/>
            </a:xfrm>
          </p:grpSpPr>
          <p:sp>
            <p:nvSpPr>
              <p:cNvPr id="604" name="Freeform 1730">
                <a:extLst>
                  <a:ext uri="{FF2B5EF4-FFF2-40B4-BE49-F238E27FC236}">
                    <a16:creationId xmlns:a16="http://schemas.microsoft.com/office/drawing/2014/main" id="{EC3C0846-FDE3-8D76-5346-9516EE5E1873}"/>
                  </a:ext>
                </a:extLst>
              </p:cNvPr>
              <p:cNvSpPr/>
              <p:nvPr/>
            </p:nvSpPr>
            <p:spPr>
              <a:xfrm>
                <a:off x="2613279" y="8407895"/>
                <a:ext cx="214503" cy="303910"/>
              </a:xfrm>
              <a:custGeom>
                <a:avLst/>
                <a:gdLst>
                  <a:gd name="csX0" fmla="*/ 0 w 214503"/>
                  <a:gd name="csY0" fmla="*/ 0 h 303910"/>
                  <a:gd name="csX1" fmla="*/ 214503 w 214503"/>
                  <a:gd name="csY1" fmla="*/ 0 h 303910"/>
                  <a:gd name="csX2" fmla="*/ 214503 w 214503"/>
                  <a:gd name="csY2" fmla="*/ 303911 h 303910"/>
                  <a:gd name="csX3" fmla="*/ 0 w 214503"/>
                  <a:gd name="csY3" fmla="*/ 303911 h 303910"/>
                </a:gdLst>
                <a:ahLst/>
                <a:cxnLst>
                  <a:cxn ang="0">
                    <a:pos x="csX0" y="csY0"/>
                  </a:cxn>
                  <a:cxn ang="0">
                    <a:pos x="csX1" y="csY1"/>
                  </a:cxn>
                  <a:cxn ang="0">
                    <a:pos x="csX2" y="csY2"/>
                  </a:cxn>
                  <a:cxn ang="0">
                    <a:pos x="csX3" y="csY3"/>
                  </a:cxn>
                </a:cxnLst>
                <a:rect l="l" t="t" r="r" b="b"/>
                <a:pathLst>
                  <a:path w="214503" h="303910">
                    <a:moveTo>
                      <a:pt x="0" y="0"/>
                    </a:moveTo>
                    <a:lnTo>
                      <a:pt x="214503" y="0"/>
                    </a:lnTo>
                    <a:lnTo>
                      <a:pt x="214503" y="303911"/>
                    </a:lnTo>
                    <a:lnTo>
                      <a:pt x="0" y="303911"/>
                    </a:lnTo>
                    <a:close/>
                  </a:path>
                </a:pathLst>
              </a:custGeom>
              <a:solidFill>
                <a:srgbClr val="1965B0"/>
              </a:solidFill>
              <a:ln w="13589" cap="flat">
                <a:noFill/>
                <a:prstDash val="solid"/>
                <a:miter/>
              </a:ln>
            </p:spPr>
            <p:txBody>
              <a:bodyPr/>
              <a:lstStyle/>
              <a:p>
                <a:pPr algn="ctr"/>
                <a:endParaRPr lang="en-US" sz="2646"/>
              </a:p>
            </p:txBody>
          </p:sp>
          <p:sp>
            <p:nvSpPr>
              <p:cNvPr id="605" name="Freeform 1731">
                <a:extLst>
                  <a:ext uri="{FF2B5EF4-FFF2-40B4-BE49-F238E27FC236}">
                    <a16:creationId xmlns:a16="http://schemas.microsoft.com/office/drawing/2014/main" id="{95311169-61B0-CFCD-4009-844CB7347225}"/>
                  </a:ext>
                </a:extLst>
              </p:cNvPr>
              <p:cNvSpPr/>
              <p:nvPr/>
            </p:nvSpPr>
            <p:spPr>
              <a:xfrm>
                <a:off x="2851531" y="8289912"/>
                <a:ext cx="214503" cy="421894"/>
              </a:xfrm>
              <a:custGeom>
                <a:avLst/>
                <a:gdLst>
                  <a:gd name="csX0" fmla="*/ 0 w 214503"/>
                  <a:gd name="csY0" fmla="*/ 0 h 421894"/>
                  <a:gd name="csX1" fmla="*/ 214503 w 214503"/>
                  <a:gd name="csY1" fmla="*/ 0 h 421894"/>
                  <a:gd name="csX2" fmla="*/ 214503 w 214503"/>
                  <a:gd name="csY2" fmla="*/ 421894 h 421894"/>
                  <a:gd name="csX3" fmla="*/ 0 w 214503"/>
                  <a:gd name="csY3" fmla="*/ 421894 h 421894"/>
                </a:gdLst>
                <a:ahLst/>
                <a:cxnLst>
                  <a:cxn ang="0">
                    <a:pos x="csX0" y="csY0"/>
                  </a:cxn>
                  <a:cxn ang="0">
                    <a:pos x="csX1" y="csY1"/>
                  </a:cxn>
                  <a:cxn ang="0">
                    <a:pos x="csX2" y="csY2"/>
                  </a:cxn>
                  <a:cxn ang="0">
                    <a:pos x="csX3" y="csY3"/>
                  </a:cxn>
                </a:cxnLst>
                <a:rect l="l" t="t" r="r" b="b"/>
                <a:pathLst>
                  <a:path w="214503" h="421894">
                    <a:moveTo>
                      <a:pt x="0" y="0"/>
                    </a:moveTo>
                    <a:lnTo>
                      <a:pt x="214503" y="0"/>
                    </a:lnTo>
                    <a:lnTo>
                      <a:pt x="214503" y="421894"/>
                    </a:lnTo>
                    <a:lnTo>
                      <a:pt x="0" y="421894"/>
                    </a:lnTo>
                    <a:close/>
                  </a:path>
                </a:pathLst>
              </a:custGeom>
              <a:solidFill>
                <a:srgbClr val="4EB265"/>
              </a:solidFill>
              <a:ln w="13589" cap="flat">
                <a:noFill/>
                <a:prstDash val="solid"/>
                <a:miter/>
              </a:ln>
            </p:spPr>
            <p:txBody>
              <a:bodyPr/>
              <a:lstStyle/>
              <a:p>
                <a:pPr algn="ctr"/>
                <a:endParaRPr lang="en-US" sz="2646"/>
              </a:p>
            </p:txBody>
          </p:sp>
          <p:sp>
            <p:nvSpPr>
              <p:cNvPr id="607" name="Freeform 1732">
                <a:extLst>
                  <a:ext uri="{FF2B5EF4-FFF2-40B4-BE49-F238E27FC236}">
                    <a16:creationId xmlns:a16="http://schemas.microsoft.com/office/drawing/2014/main" id="{88049D84-9F74-52AF-D98C-390A0CF8B820}"/>
                  </a:ext>
                </a:extLst>
              </p:cNvPr>
              <p:cNvSpPr/>
              <p:nvPr/>
            </p:nvSpPr>
            <p:spPr>
              <a:xfrm>
                <a:off x="3089783" y="8603094"/>
                <a:ext cx="214503" cy="108712"/>
              </a:xfrm>
              <a:custGeom>
                <a:avLst/>
                <a:gdLst>
                  <a:gd name="csX0" fmla="*/ 0 w 214503"/>
                  <a:gd name="csY0" fmla="*/ 0 h 108712"/>
                  <a:gd name="csX1" fmla="*/ 214503 w 214503"/>
                  <a:gd name="csY1" fmla="*/ 0 h 108712"/>
                  <a:gd name="csX2" fmla="*/ 214503 w 214503"/>
                  <a:gd name="csY2" fmla="*/ 108712 h 108712"/>
                  <a:gd name="csX3" fmla="*/ 0 w 214503"/>
                  <a:gd name="csY3" fmla="*/ 108712 h 108712"/>
                </a:gdLst>
                <a:ahLst/>
                <a:cxnLst>
                  <a:cxn ang="0">
                    <a:pos x="csX0" y="csY0"/>
                  </a:cxn>
                  <a:cxn ang="0">
                    <a:pos x="csX1" y="csY1"/>
                  </a:cxn>
                  <a:cxn ang="0">
                    <a:pos x="csX2" y="csY2"/>
                  </a:cxn>
                  <a:cxn ang="0">
                    <a:pos x="csX3" y="csY3"/>
                  </a:cxn>
                </a:cxnLst>
                <a:rect l="l" t="t" r="r" b="b"/>
                <a:pathLst>
                  <a:path w="214503" h="108712">
                    <a:moveTo>
                      <a:pt x="0" y="0"/>
                    </a:moveTo>
                    <a:lnTo>
                      <a:pt x="214503" y="0"/>
                    </a:lnTo>
                    <a:lnTo>
                      <a:pt x="214503" y="108712"/>
                    </a:lnTo>
                    <a:lnTo>
                      <a:pt x="0" y="108712"/>
                    </a:lnTo>
                    <a:close/>
                  </a:path>
                </a:pathLst>
              </a:custGeom>
              <a:solidFill>
                <a:srgbClr val="F7F056"/>
              </a:solidFill>
              <a:ln w="13589" cap="flat">
                <a:noFill/>
                <a:prstDash val="solid"/>
                <a:miter/>
              </a:ln>
            </p:spPr>
            <p:txBody>
              <a:bodyPr/>
              <a:lstStyle/>
              <a:p>
                <a:pPr algn="ctr"/>
                <a:endParaRPr lang="en-US" sz="2646"/>
              </a:p>
            </p:txBody>
          </p:sp>
          <p:sp>
            <p:nvSpPr>
              <p:cNvPr id="608" name="Freeform 1733">
                <a:extLst>
                  <a:ext uri="{FF2B5EF4-FFF2-40B4-BE49-F238E27FC236}">
                    <a16:creationId xmlns:a16="http://schemas.microsoft.com/office/drawing/2014/main" id="{611811C5-A574-7533-3C5D-7CAD4DE5463F}"/>
                  </a:ext>
                </a:extLst>
              </p:cNvPr>
              <p:cNvSpPr/>
              <p:nvPr/>
            </p:nvSpPr>
            <p:spPr>
              <a:xfrm>
                <a:off x="3328162" y="8494382"/>
                <a:ext cx="214503" cy="217424"/>
              </a:xfrm>
              <a:custGeom>
                <a:avLst/>
                <a:gdLst>
                  <a:gd name="csX0" fmla="*/ 0 w 214503"/>
                  <a:gd name="csY0" fmla="*/ 0 h 217424"/>
                  <a:gd name="csX1" fmla="*/ 214503 w 214503"/>
                  <a:gd name="csY1" fmla="*/ 0 h 217424"/>
                  <a:gd name="csX2" fmla="*/ 214503 w 214503"/>
                  <a:gd name="csY2" fmla="*/ 217424 h 217424"/>
                  <a:gd name="csX3" fmla="*/ 0 w 214503"/>
                  <a:gd name="csY3" fmla="*/ 217424 h 217424"/>
                </a:gdLst>
                <a:ahLst/>
                <a:cxnLst>
                  <a:cxn ang="0">
                    <a:pos x="csX0" y="csY0"/>
                  </a:cxn>
                  <a:cxn ang="0">
                    <a:pos x="csX1" y="csY1"/>
                  </a:cxn>
                  <a:cxn ang="0">
                    <a:pos x="csX2" y="csY2"/>
                  </a:cxn>
                  <a:cxn ang="0">
                    <a:pos x="csX3" y="csY3"/>
                  </a:cxn>
                </a:cxnLst>
                <a:rect l="l" t="t" r="r" b="b"/>
                <a:pathLst>
                  <a:path w="214503" h="217424">
                    <a:moveTo>
                      <a:pt x="0" y="0"/>
                    </a:moveTo>
                    <a:lnTo>
                      <a:pt x="214503" y="0"/>
                    </a:lnTo>
                    <a:lnTo>
                      <a:pt x="214503" y="217424"/>
                    </a:lnTo>
                    <a:lnTo>
                      <a:pt x="0" y="217424"/>
                    </a:lnTo>
                    <a:close/>
                  </a:path>
                </a:pathLst>
              </a:custGeom>
              <a:solidFill>
                <a:srgbClr val="7BAFDE"/>
              </a:solidFill>
              <a:ln w="13589" cap="flat">
                <a:noFill/>
                <a:prstDash val="solid"/>
                <a:miter/>
              </a:ln>
            </p:spPr>
            <p:txBody>
              <a:bodyPr/>
              <a:lstStyle/>
              <a:p>
                <a:pPr algn="ctr"/>
                <a:endParaRPr lang="en-US" sz="2646"/>
              </a:p>
            </p:txBody>
          </p:sp>
          <p:sp>
            <p:nvSpPr>
              <p:cNvPr id="609" name="Freeform 1734">
                <a:extLst>
                  <a:ext uri="{FF2B5EF4-FFF2-40B4-BE49-F238E27FC236}">
                    <a16:creationId xmlns:a16="http://schemas.microsoft.com/office/drawing/2014/main" id="{E219E70A-73AA-6F64-EAB2-5A1319D69231}"/>
                  </a:ext>
                </a:extLst>
              </p:cNvPr>
              <p:cNvSpPr/>
              <p:nvPr/>
            </p:nvSpPr>
            <p:spPr>
              <a:xfrm>
                <a:off x="3566414" y="8124050"/>
                <a:ext cx="214502" cy="587756"/>
              </a:xfrm>
              <a:custGeom>
                <a:avLst/>
                <a:gdLst>
                  <a:gd name="csX0" fmla="*/ 0 w 214502"/>
                  <a:gd name="csY0" fmla="*/ 0 h 587756"/>
                  <a:gd name="csX1" fmla="*/ 214503 w 214502"/>
                  <a:gd name="csY1" fmla="*/ 0 h 587756"/>
                  <a:gd name="csX2" fmla="*/ 214503 w 214502"/>
                  <a:gd name="csY2" fmla="*/ 587756 h 587756"/>
                  <a:gd name="csX3" fmla="*/ 0 w 214502"/>
                  <a:gd name="csY3" fmla="*/ 587756 h 587756"/>
                </a:gdLst>
                <a:ahLst/>
                <a:cxnLst>
                  <a:cxn ang="0">
                    <a:pos x="csX0" y="csY0"/>
                  </a:cxn>
                  <a:cxn ang="0">
                    <a:pos x="csX1" y="csY1"/>
                  </a:cxn>
                  <a:cxn ang="0">
                    <a:pos x="csX2" y="csY2"/>
                  </a:cxn>
                  <a:cxn ang="0">
                    <a:pos x="csX3" y="csY3"/>
                  </a:cxn>
                </a:cxnLst>
                <a:rect l="l" t="t" r="r" b="b"/>
                <a:pathLst>
                  <a:path w="214502" h="587756">
                    <a:moveTo>
                      <a:pt x="0" y="0"/>
                    </a:moveTo>
                    <a:lnTo>
                      <a:pt x="214503" y="0"/>
                    </a:lnTo>
                    <a:lnTo>
                      <a:pt x="214503" y="587756"/>
                    </a:lnTo>
                    <a:lnTo>
                      <a:pt x="0" y="587756"/>
                    </a:lnTo>
                    <a:close/>
                  </a:path>
                </a:pathLst>
              </a:custGeom>
              <a:solidFill>
                <a:srgbClr val="DC050C"/>
              </a:solidFill>
              <a:ln w="13589" cap="flat">
                <a:noFill/>
                <a:prstDash val="solid"/>
                <a:miter/>
              </a:ln>
            </p:spPr>
            <p:txBody>
              <a:bodyPr/>
              <a:lstStyle/>
              <a:p>
                <a:pPr algn="ctr"/>
                <a:endParaRPr lang="en-US" sz="2646"/>
              </a:p>
            </p:txBody>
          </p:sp>
          <p:sp>
            <p:nvSpPr>
              <p:cNvPr id="610" name="Freeform 1735">
                <a:extLst>
                  <a:ext uri="{FF2B5EF4-FFF2-40B4-BE49-F238E27FC236}">
                    <a16:creationId xmlns:a16="http://schemas.microsoft.com/office/drawing/2014/main" id="{961716EE-D186-DAD5-7299-75B7F68580E1}"/>
                  </a:ext>
                </a:extLst>
              </p:cNvPr>
              <p:cNvSpPr/>
              <p:nvPr/>
            </p:nvSpPr>
            <p:spPr>
              <a:xfrm>
                <a:off x="2672841" y="8277592"/>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611" name="Freeform 1736">
                <a:extLst>
                  <a:ext uri="{FF2B5EF4-FFF2-40B4-BE49-F238E27FC236}">
                    <a16:creationId xmlns:a16="http://schemas.microsoft.com/office/drawing/2014/main" id="{E535EA32-3303-DD82-0915-41D7A5BE4DAD}"/>
                  </a:ext>
                </a:extLst>
              </p:cNvPr>
              <p:cNvSpPr/>
              <p:nvPr/>
            </p:nvSpPr>
            <p:spPr>
              <a:xfrm>
                <a:off x="2720466" y="8277592"/>
                <a:ext cx="12700" cy="260477"/>
              </a:xfrm>
              <a:custGeom>
                <a:avLst/>
                <a:gdLst>
                  <a:gd name="csX0" fmla="*/ 0 w 12700"/>
                  <a:gd name="csY0" fmla="*/ 0 h 260477"/>
                  <a:gd name="csX1" fmla="*/ 0 w 12700"/>
                  <a:gd name="csY1" fmla="*/ 260477 h 260477"/>
                </a:gdLst>
                <a:ahLst/>
                <a:cxnLst>
                  <a:cxn ang="0">
                    <a:pos x="csX0" y="csY0"/>
                  </a:cxn>
                  <a:cxn ang="0">
                    <a:pos x="csX1" y="csY1"/>
                  </a:cxn>
                </a:cxnLst>
                <a:rect l="l" t="t" r="r" b="b"/>
                <a:pathLst>
                  <a:path w="12700" h="260477">
                    <a:moveTo>
                      <a:pt x="0" y="0"/>
                    </a:moveTo>
                    <a:lnTo>
                      <a:pt x="0" y="260477"/>
                    </a:lnTo>
                  </a:path>
                </a:pathLst>
              </a:custGeom>
              <a:noFill/>
              <a:ln w="13589" cap="flat">
                <a:solidFill>
                  <a:srgbClr val="000000"/>
                </a:solidFill>
                <a:prstDash val="solid"/>
                <a:round/>
              </a:ln>
            </p:spPr>
            <p:txBody>
              <a:bodyPr/>
              <a:lstStyle/>
              <a:p>
                <a:pPr algn="ctr"/>
                <a:endParaRPr lang="en-US" sz="2646"/>
              </a:p>
            </p:txBody>
          </p:sp>
          <p:sp>
            <p:nvSpPr>
              <p:cNvPr id="612" name="Freeform 1737">
                <a:extLst>
                  <a:ext uri="{FF2B5EF4-FFF2-40B4-BE49-F238E27FC236}">
                    <a16:creationId xmlns:a16="http://schemas.microsoft.com/office/drawing/2014/main" id="{9FEB802F-07BE-FD33-40CF-4E2DACAE39E5}"/>
                  </a:ext>
                </a:extLst>
              </p:cNvPr>
              <p:cNvSpPr/>
              <p:nvPr/>
            </p:nvSpPr>
            <p:spPr>
              <a:xfrm>
                <a:off x="2672841" y="8538069"/>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613" name="Freeform 1738">
                <a:extLst>
                  <a:ext uri="{FF2B5EF4-FFF2-40B4-BE49-F238E27FC236}">
                    <a16:creationId xmlns:a16="http://schemas.microsoft.com/office/drawing/2014/main" id="{622FE619-465B-6F9E-86A7-8F5C11C1A587}"/>
                  </a:ext>
                </a:extLst>
              </p:cNvPr>
              <p:cNvSpPr/>
              <p:nvPr/>
            </p:nvSpPr>
            <p:spPr>
              <a:xfrm>
                <a:off x="2911094" y="8206853"/>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614" name="Freeform 1739">
                <a:extLst>
                  <a:ext uri="{FF2B5EF4-FFF2-40B4-BE49-F238E27FC236}">
                    <a16:creationId xmlns:a16="http://schemas.microsoft.com/office/drawing/2014/main" id="{5B95A3E9-362D-1FB1-B25B-04BA8DFDC128}"/>
                  </a:ext>
                </a:extLst>
              </p:cNvPr>
              <p:cNvSpPr/>
              <p:nvPr/>
            </p:nvSpPr>
            <p:spPr>
              <a:xfrm>
                <a:off x="2958846" y="8206853"/>
                <a:ext cx="12700" cy="166116"/>
              </a:xfrm>
              <a:custGeom>
                <a:avLst/>
                <a:gdLst>
                  <a:gd name="csX0" fmla="*/ 0 w 12700"/>
                  <a:gd name="csY0" fmla="*/ 0 h 166116"/>
                  <a:gd name="csX1" fmla="*/ 0 w 12700"/>
                  <a:gd name="csY1" fmla="*/ 166116 h 166116"/>
                </a:gdLst>
                <a:ahLst/>
                <a:cxnLst>
                  <a:cxn ang="0">
                    <a:pos x="csX0" y="csY0"/>
                  </a:cxn>
                  <a:cxn ang="0">
                    <a:pos x="csX1" y="csY1"/>
                  </a:cxn>
                </a:cxnLst>
                <a:rect l="l" t="t" r="r" b="b"/>
                <a:pathLst>
                  <a:path w="12700" h="166116">
                    <a:moveTo>
                      <a:pt x="0" y="0"/>
                    </a:moveTo>
                    <a:lnTo>
                      <a:pt x="0" y="166116"/>
                    </a:lnTo>
                  </a:path>
                </a:pathLst>
              </a:custGeom>
              <a:noFill/>
              <a:ln w="13589" cap="flat">
                <a:solidFill>
                  <a:srgbClr val="000000"/>
                </a:solidFill>
                <a:prstDash val="solid"/>
                <a:round/>
              </a:ln>
            </p:spPr>
            <p:txBody>
              <a:bodyPr/>
              <a:lstStyle/>
              <a:p>
                <a:pPr algn="ctr"/>
                <a:endParaRPr lang="en-US" sz="2646"/>
              </a:p>
            </p:txBody>
          </p:sp>
          <p:sp>
            <p:nvSpPr>
              <p:cNvPr id="615" name="Freeform 1740">
                <a:extLst>
                  <a:ext uri="{FF2B5EF4-FFF2-40B4-BE49-F238E27FC236}">
                    <a16:creationId xmlns:a16="http://schemas.microsoft.com/office/drawing/2014/main" id="{AD16FB69-AD6C-E9AF-8675-ABC52F80A231}"/>
                  </a:ext>
                </a:extLst>
              </p:cNvPr>
              <p:cNvSpPr/>
              <p:nvPr/>
            </p:nvSpPr>
            <p:spPr>
              <a:xfrm>
                <a:off x="2911094" y="8372969"/>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616" name="Freeform 1741">
                <a:extLst>
                  <a:ext uri="{FF2B5EF4-FFF2-40B4-BE49-F238E27FC236}">
                    <a16:creationId xmlns:a16="http://schemas.microsoft.com/office/drawing/2014/main" id="{AEF98589-2CF4-70AF-B8BB-06C9F4E7E9F7}"/>
                  </a:ext>
                </a:extLst>
              </p:cNvPr>
              <p:cNvSpPr/>
              <p:nvPr/>
            </p:nvSpPr>
            <p:spPr>
              <a:xfrm>
                <a:off x="3149472" y="8494381"/>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617" name="Freeform 1742">
                <a:extLst>
                  <a:ext uri="{FF2B5EF4-FFF2-40B4-BE49-F238E27FC236}">
                    <a16:creationId xmlns:a16="http://schemas.microsoft.com/office/drawing/2014/main" id="{A232E598-515C-647C-2328-5C8FF07DC5DF}"/>
                  </a:ext>
                </a:extLst>
              </p:cNvPr>
              <p:cNvSpPr/>
              <p:nvPr/>
            </p:nvSpPr>
            <p:spPr>
              <a:xfrm>
                <a:off x="3197097" y="8494381"/>
                <a:ext cx="12700" cy="217424"/>
              </a:xfrm>
              <a:custGeom>
                <a:avLst/>
                <a:gdLst>
                  <a:gd name="csX0" fmla="*/ 0 w 12700"/>
                  <a:gd name="csY0" fmla="*/ 0 h 217424"/>
                  <a:gd name="csX1" fmla="*/ 0 w 12700"/>
                  <a:gd name="csY1" fmla="*/ 217424 h 217424"/>
                </a:gdLst>
                <a:ahLst/>
                <a:cxnLst>
                  <a:cxn ang="0">
                    <a:pos x="csX0" y="csY0"/>
                  </a:cxn>
                  <a:cxn ang="0">
                    <a:pos x="csX1" y="csY1"/>
                  </a:cxn>
                </a:cxnLst>
                <a:rect l="l" t="t" r="r" b="b"/>
                <a:pathLst>
                  <a:path w="12700" h="217424">
                    <a:moveTo>
                      <a:pt x="0" y="0"/>
                    </a:moveTo>
                    <a:lnTo>
                      <a:pt x="0" y="217424"/>
                    </a:lnTo>
                  </a:path>
                </a:pathLst>
              </a:custGeom>
              <a:noFill/>
              <a:ln w="13589" cap="flat">
                <a:solidFill>
                  <a:srgbClr val="000000"/>
                </a:solidFill>
                <a:prstDash val="solid"/>
                <a:round/>
              </a:ln>
            </p:spPr>
            <p:txBody>
              <a:bodyPr/>
              <a:lstStyle/>
              <a:p>
                <a:pPr algn="ctr"/>
                <a:endParaRPr lang="en-US" sz="2646"/>
              </a:p>
            </p:txBody>
          </p:sp>
          <p:sp>
            <p:nvSpPr>
              <p:cNvPr id="618" name="Freeform 1743">
                <a:extLst>
                  <a:ext uri="{FF2B5EF4-FFF2-40B4-BE49-F238E27FC236}">
                    <a16:creationId xmlns:a16="http://schemas.microsoft.com/office/drawing/2014/main" id="{D68C28CB-AB73-85DC-0DDA-CB9524E83916}"/>
                  </a:ext>
                </a:extLst>
              </p:cNvPr>
              <p:cNvSpPr/>
              <p:nvPr/>
            </p:nvSpPr>
            <p:spPr>
              <a:xfrm>
                <a:off x="3149472" y="8711805"/>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619" name="Freeform 1744">
                <a:extLst>
                  <a:ext uri="{FF2B5EF4-FFF2-40B4-BE49-F238E27FC236}">
                    <a16:creationId xmlns:a16="http://schemas.microsoft.com/office/drawing/2014/main" id="{46C4C476-DB36-E7CD-4507-A76CD61075F6}"/>
                  </a:ext>
                </a:extLst>
              </p:cNvPr>
              <p:cNvSpPr/>
              <p:nvPr/>
            </p:nvSpPr>
            <p:spPr>
              <a:xfrm>
                <a:off x="3625977" y="8052803"/>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620" name="Freeform 1745">
                <a:extLst>
                  <a:ext uri="{FF2B5EF4-FFF2-40B4-BE49-F238E27FC236}">
                    <a16:creationId xmlns:a16="http://schemas.microsoft.com/office/drawing/2014/main" id="{4995225F-3195-8205-E989-328891DD80EF}"/>
                  </a:ext>
                </a:extLst>
              </p:cNvPr>
              <p:cNvSpPr/>
              <p:nvPr/>
            </p:nvSpPr>
            <p:spPr>
              <a:xfrm>
                <a:off x="3673602" y="8052803"/>
                <a:ext cx="12700" cy="142494"/>
              </a:xfrm>
              <a:custGeom>
                <a:avLst/>
                <a:gdLst>
                  <a:gd name="csX0" fmla="*/ 0 w 12700"/>
                  <a:gd name="csY0" fmla="*/ 0 h 142494"/>
                  <a:gd name="csX1" fmla="*/ 0 w 12700"/>
                  <a:gd name="csY1" fmla="*/ 142494 h 142494"/>
                </a:gdLst>
                <a:ahLst/>
                <a:cxnLst>
                  <a:cxn ang="0">
                    <a:pos x="csX0" y="csY0"/>
                  </a:cxn>
                  <a:cxn ang="0">
                    <a:pos x="csX1" y="csY1"/>
                  </a:cxn>
                </a:cxnLst>
                <a:rect l="l" t="t" r="r" b="b"/>
                <a:pathLst>
                  <a:path w="12700" h="142494">
                    <a:moveTo>
                      <a:pt x="0" y="0"/>
                    </a:moveTo>
                    <a:lnTo>
                      <a:pt x="0" y="142494"/>
                    </a:lnTo>
                  </a:path>
                </a:pathLst>
              </a:custGeom>
              <a:noFill/>
              <a:ln w="13589" cap="flat">
                <a:solidFill>
                  <a:srgbClr val="000000"/>
                </a:solidFill>
                <a:prstDash val="solid"/>
                <a:round/>
              </a:ln>
            </p:spPr>
            <p:txBody>
              <a:bodyPr/>
              <a:lstStyle/>
              <a:p>
                <a:pPr algn="ctr"/>
                <a:endParaRPr lang="en-US" sz="2646"/>
              </a:p>
            </p:txBody>
          </p:sp>
          <p:sp>
            <p:nvSpPr>
              <p:cNvPr id="621" name="Freeform 1746">
                <a:extLst>
                  <a:ext uri="{FF2B5EF4-FFF2-40B4-BE49-F238E27FC236}">
                    <a16:creationId xmlns:a16="http://schemas.microsoft.com/office/drawing/2014/main" id="{39E85251-CB06-FDA0-01B7-18FD734D6C0E}"/>
                  </a:ext>
                </a:extLst>
              </p:cNvPr>
              <p:cNvSpPr/>
              <p:nvPr/>
            </p:nvSpPr>
            <p:spPr>
              <a:xfrm>
                <a:off x="3625977" y="8195297"/>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622" name="Freeform 1747">
                <a:extLst>
                  <a:ext uri="{FF2B5EF4-FFF2-40B4-BE49-F238E27FC236}">
                    <a16:creationId xmlns:a16="http://schemas.microsoft.com/office/drawing/2014/main" id="{E49662F8-2873-C736-AD00-47D68B3367BB}"/>
                  </a:ext>
                </a:extLst>
              </p:cNvPr>
              <p:cNvSpPr/>
              <p:nvPr/>
            </p:nvSpPr>
            <p:spPr>
              <a:xfrm>
                <a:off x="3179064" y="86937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23" name="Freeform 1748">
                <a:extLst>
                  <a:ext uri="{FF2B5EF4-FFF2-40B4-BE49-F238E27FC236}">
                    <a16:creationId xmlns:a16="http://schemas.microsoft.com/office/drawing/2014/main" id="{E434DEEF-E641-828B-0194-C017125EA6CE}"/>
                  </a:ext>
                </a:extLst>
              </p:cNvPr>
              <p:cNvSpPr/>
              <p:nvPr/>
            </p:nvSpPr>
            <p:spPr>
              <a:xfrm>
                <a:off x="2940812" y="834884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24" name="Freeform 1749">
                <a:extLst>
                  <a:ext uri="{FF2B5EF4-FFF2-40B4-BE49-F238E27FC236}">
                    <a16:creationId xmlns:a16="http://schemas.microsoft.com/office/drawing/2014/main" id="{1122D525-2D1D-56D9-4FA9-FD5DCACAB937}"/>
                  </a:ext>
                </a:extLst>
              </p:cNvPr>
              <p:cNvSpPr/>
              <p:nvPr/>
            </p:nvSpPr>
            <p:spPr>
              <a:xfrm>
                <a:off x="2940812" y="80413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25" name="Freeform 1750">
                <a:extLst>
                  <a:ext uri="{FF2B5EF4-FFF2-40B4-BE49-F238E27FC236}">
                    <a16:creationId xmlns:a16="http://schemas.microsoft.com/office/drawing/2014/main" id="{3F581545-DDA3-96C7-57BD-262E4AD500FF}"/>
                  </a:ext>
                </a:extLst>
              </p:cNvPr>
              <p:cNvSpPr/>
              <p:nvPr/>
            </p:nvSpPr>
            <p:spPr>
              <a:xfrm>
                <a:off x="3655568" y="810538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26" name="Freeform 1751">
                <a:extLst>
                  <a:ext uri="{FF2B5EF4-FFF2-40B4-BE49-F238E27FC236}">
                    <a16:creationId xmlns:a16="http://schemas.microsoft.com/office/drawing/2014/main" id="{A7E41CA7-3DDE-E5A8-D4AE-8195F2983742}"/>
                  </a:ext>
                </a:extLst>
              </p:cNvPr>
              <p:cNvSpPr/>
              <p:nvPr/>
            </p:nvSpPr>
            <p:spPr>
              <a:xfrm>
                <a:off x="2702433" y="86937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27" name="Freeform 1752">
                <a:extLst>
                  <a:ext uri="{FF2B5EF4-FFF2-40B4-BE49-F238E27FC236}">
                    <a16:creationId xmlns:a16="http://schemas.microsoft.com/office/drawing/2014/main" id="{A209B187-BA7C-168E-A0B5-BB753532F767}"/>
                  </a:ext>
                </a:extLst>
              </p:cNvPr>
              <p:cNvSpPr/>
              <p:nvPr/>
            </p:nvSpPr>
            <p:spPr>
              <a:xfrm>
                <a:off x="3655568" y="82587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28" name="Freeform 1753">
                <a:extLst>
                  <a:ext uri="{FF2B5EF4-FFF2-40B4-BE49-F238E27FC236}">
                    <a16:creationId xmlns:a16="http://schemas.microsoft.com/office/drawing/2014/main" id="{1F1CC27C-29E3-3C0A-304D-CA46A2357F0F}"/>
                  </a:ext>
                </a:extLst>
              </p:cNvPr>
              <p:cNvSpPr/>
              <p:nvPr/>
            </p:nvSpPr>
            <p:spPr>
              <a:xfrm>
                <a:off x="2702433" y="80413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29" name="Freeform 1754">
                <a:extLst>
                  <a:ext uri="{FF2B5EF4-FFF2-40B4-BE49-F238E27FC236}">
                    <a16:creationId xmlns:a16="http://schemas.microsoft.com/office/drawing/2014/main" id="{73BC7BD5-6A40-C1D8-49FB-541C206E455D}"/>
                  </a:ext>
                </a:extLst>
              </p:cNvPr>
              <p:cNvSpPr/>
              <p:nvPr/>
            </p:nvSpPr>
            <p:spPr>
              <a:xfrm>
                <a:off x="3655568" y="830527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0" name="Freeform 1755">
                <a:extLst>
                  <a:ext uri="{FF2B5EF4-FFF2-40B4-BE49-F238E27FC236}">
                    <a16:creationId xmlns:a16="http://schemas.microsoft.com/office/drawing/2014/main" id="{DAF32178-4841-5784-300B-ACDE5B6E08BB}"/>
                  </a:ext>
                </a:extLst>
              </p:cNvPr>
              <p:cNvSpPr/>
              <p:nvPr/>
            </p:nvSpPr>
            <p:spPr>
              <a:xfrm>
                <a:off x="2702433" y="844675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1" name="Freeform 1756">
                <a:extLst>
                  <a:ext uri="{FF2B5EF4-FFF2-40B4-BE49-F238E27FC236}">
                    <a16:creationId xmlns:a16="http://schemas.microsoft.com/office/drawing/2014/main" id="{957EDAD3-F76D-1D38-2ED9-72BFEDC53674}"/>
                  </a:ext>
                </a:extLst>
              </p:cNvPr>
              <p:cNvSpPr/>
              <p:nvPr/>
            </p:nvSpPr>
            <p:spPr>
              <a:xfrm>
                <a:off x="3655568" y="781112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2" name="Freeform 1757">
                <a:extLst>
                  <a:ext uri="{FF2B5EF4-FFF2-40B4-BE49-F238E27FC236}">
                    <a16:creationId xmlns:a16="http://schemas.microsoft.com/office/drawing/2014/main" id="{608AB9D5-39A4-4087-7ADA-6B48C777CE46}"/>
                  </a:ext>
                </a:extLst>
              </p:cNvPr>
              <p:cNvSpPr/>
              <p:nvPr/>
            </p:nvSpPr>
            <p:spPr>
              <a:xfrm>
                <a:off x="2702433" y="795831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3" name="Freeform 1758">
                <a:extLst>
                  <a:ext uri="{FF2B5EF4-FFF2-40B4-BE49-F238E27FC236}">
                    <a16:creationId xmlns:a16="http://schemas.microsoft.com/office/drawing/2014/main" id="{B4F902C6-4B31-BF5A-0F20-668080BE4404}"/>
                  </a:ext>
                </a:extLst>
              </p:cNvPr>
              <p:cNvSpPr/>
              <p:nvPr/>
            </p:nvSpPr>
            <p:spPr>
              <a:xfrm>
                <a:off x="3655568" y="809661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4" name="Freeform 1759">
                <a:extLst>
                  <a:ext uri="{FF2B5EF4-FFF2-40B4-BE49-F238E27FC236}">
                    <a16:creationId xmlns:a16="http://schemas.microsoft.com/office/drawing/2014/main" id="{C385DE42-53B3-102D-CA65-A9F2A72FF681}"/>
                  </a:ext>
                </a:extLst>
              </p:cNvPr>
              <p:cNvSpPr/>
              <p:nvPr/>
            </p:nvSpPr>
            <p:spPr>
              <a:xfrm>
                <a:off x="2702433" y="85050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5" name="Freeform 1760">
                <a:extLst>
                  <a:ext uri="{FF2B5EF4-FFF2-40B4-BE49-F238E27FC236}">
                    <a16:creationId xmlns:a16="http://schemas.microsoft.com/office/drawing/2014/main" id="{B1302283-2E47-DB4B-2856-EDF2113966C1}"/>
                  </a:ext>
                </a:extLst>
              </p:cNvPr>
              <p:cNvSpPr/>
              <p:nvPr/>
            </p:nvSpPr>
            <p:spPr>
              <a:xfrm>
                <a:off x="2940812" y="81166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6" name="Freeform 1761">
                <a:extLst>
                  <a:ext uri="{FF2B5EF4-FFF2-40B4-BE49-F238E27FC236}">
                    <a16:creationId xmlns:a16="http://schemas.microsoft.com/office/drawing/2014/main" id="{74D3544D-EFC4-6E27-4C6E-8F2092C37E04}"/>
                  </a:ext>
                </a:extLst>
              </p:cNvPr>
              <p:cNvSpPr/>
              <p:nvPr/>
            </p:nvSpPr>
            <p:spPr>
              <a:xfrm>
                <a:off x="3655568" y="80586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7" name="Freeform 1762">
                <a:extLst>
                  <a:ext uri="{FF2B5EF4-FFF2-40B4-BE49-F238E27FC236}">
                    <a16:creationId xmlns:a16="http://schemas.microsoft.com/office/drawing/2014/main" id="{AC5646E0-1319-1392-19CA-A4511B387CCD}"/>
                  </a:ext>
                </a:extLst>
              </p:cNvPr>
              <p:cNvSpPr/>
              <p:nvPr/>
            </p:nvSpPr>
            <p:spPr>
              <a:xfrm>
                <a:off x="2702433" y="86937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8" name="Freeform 1763">
                <a:extLst>
                  <a:ext uri="{FF2B5EF4-FFF2-40B4-BE49-F238E27FC236}">
                    <a16:creationId xmlns:a16="http://schemas.microsoft.com/office/drawing/2014/main" id="{09FF48A4-618F-BF38-4829-C84F584FB5DB}"/>
                  </a:ext>
                </a:extLst>
              </p:cNvPr>
              <p:cNvSpPr/>
              <p:nvPr/>
            </p:nvSpPr>
            <p:spPr>
              <a:xfrm>
                <a:off x="3179064" y="84763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39" name="Freeform 1764">
                <a:extLst>
                  <a:ext uri="{FF2B5EF4-FFF2-40B4-BE49-F238E27FC236}">
                    <a16:creationId xmlns:a16="http://schemas.microsoft.com/office/drawing/2014/main" id="{11DAFE15-A8AF-BCC6-A1EB-7EC6EFE70568}"/>
                  </a:ext>
                </a:extLst>
              </p:cNvPr>
              <p:cNvSpPr/>
              <p:nvPr/>
            </p:nvSpPr>
            <p:spPr>
              <a:xfrm>
                <a:off x="2940812" y="86937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40" name="Freeform 1765">
                <a:extLst>
                  <a:ext uri="{FF2B5EF4-FFF2-40B4-BE49-F238E27FC236}">
                    <a16:creationId xmlns:a16="http://schemas.microsoft.com/office/drawing/2014/main" id="{164C925E-99C8-ECBC-62FD-C837B66531AB}"/>
                  </a:ext>
                </a:extLst>
              </p:cNvPr>
              <p:cNvSpPr/>
              <p:nvPr/>
            </p:nvSpPr>
            <p:spPr>
              <a:xfrm>
                <a:off x="2940812" y="81166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41" name="Freeform 1766">
                <a:extLst>
                  <a:ext uri="{FF2B5EF4-FFF2-40B4-BE49-F238E27FC236}">
                    <a16:creationId xmlns:a16="http://schemas.microsoft.com/office/drawing/2014/main" id="{252431BD-1361-60AE-4673-FA7C7F67F18B}"/>
                  </a:ext>
                </a:extLst>
              </p:cNvPr>
              <p:cNvSpPr/>
              <p:nvPr/>
            </p:nvSpPr>
            <p:spPr>
              <a:xfrm>
                <a:off x="3417316" y="84763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42" name="Freeform 1767">
                <a:extLst>
                  <a:ext uri="{FF2B5EF4-FFF2-40B4-BE49-F238E27FC236}">
                    <a16:creationId xmlns:a16="http://schemas.microsoft.com/office/drawing/2014/main" id="{F6EDB9E6-4245-B627-1C47-8D6DF763F496}"/>
                  </a:ext>
                </a:extLst>
              </p:cNvPr>
              <p:cNvSpPr/>
              <p:nvPr/>
            </p:nvSpPr>
            <p:spPr>
              <a:xfrm>
                <a:off x="2940812" y="833652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43" name="Freeform 1768">
                <a:extLst>
                  <a:ext uri="{FF2B5EF4-FFF2-40B4-BE49-F238E27FC236}">
                    <a16:creationId xmlns:a16="http://schemas.microsoft.com/office/drawing/2014/main" id="{1CD22B36-807E-60F7-4A24-FC61BE3B4EC6}"/>
                  </a:ext>
                </a:extLst>
              </p:cNvPr>
              <p:cNvSpPr/>
              <p:nvPr/>
            </p:nvSpPr>
            <p:spPr>
              <a:xfrm>
                <a:off x="2940812" y="82491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grpSp>
        <p:sp>
          <p:nvSpPr>
            <p:cNvPr id="246" name="Freeform 1708">
              <a:extLst>
                <a:ext uri="{FF2B5EF4-FFF2-40B4-BE49-F238E27FC236}">
                  <a16:creationId xmlns:a16="http://schemas.microsoft.com/office/drawing/2014/main" id="{B0B8DDD8-F92A-E8DF-BB1A-97CEC723EC7D}"/>
                </a:ext>
              </a:extLst>
            </p:cNvPr>
            <p:cNvSpPr/>
            <p:nvPr/>
          </p:nvSpPr>
          <p:spPr>
            <a:xfrm>
              <a:off x="2327775" y="3426246"/>
              <a:ext cx="45719" cy="929430"/>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pPr algn="ctr"/>
              <a:endParaRPr lang="en-US" sz="2646"/>
            </a:p>
          </p:txBody>
        </p:sp>
        <p:sp>
          <p:nvSpPr>
            <p:cNvPr id="247" name="TextBox 246">
              <a:extLst>
                <a:ext uri="{FF2B5EF4-FFF2-40B4-BE49-F238E27FC236}">
                  <a16:creationId xmlns:a16="http://schemas.microsoft.com/office/drawing/2014/main" id="{0D91EBAC-F9BC-3D8D-B183-8110C291CD4B}"/>
                </a:ext>
              </a:extLst>
            </p:cNvPr>
            <p:cNvSpPr txBox="1"/>
            <p:nvPr/>
          </p:nvSpPr>
          <p:spPr>
            <a:xfrm>
              <a:off x="2012700" y="4196356"/>
              <a:ext cx="350193" cy="232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a:t>
              </a:r>
            </a:p>
          </p:txBody>
        </p:sp>
        <p:sp>
          <p:nvSpPr>
            <p:cNvPr id="248" name="TextBox 247">
              <a:extLst>
                <a:ext uri="{FF2B5EF4-FFF2-40B4-BE49-F238E27FC236}">
                  <a16:creationId xmlns:a16="http://schemas.microsoft.com/office/drawing/2014/main" id="{71BF04BB-1A2A-80A1-DECF-B197875D5054}"/>
                </a:ext>
              </a:extLst>
            </p:cNvPr>
            <p:cNvSpPr txBox="1"/>
            <p:nvPr/>
          </p:nvSpPr>
          <p:spPr>
            <a:xfrm>
              <a:off x="2012700" y="3818227"/>
              <a:ext cx="350193" cy="232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4%</a:t>
              </a:r>
            </a:p>
          </p:txBody>
        </p:sp>
        <p:sp>
          <p:nvSpPr>
            <p:cNvPr id="249" name="TextBox 248">
              <a:extLst>
                <a:ext uri="{FF2B5EF4-FFF2-40B4-BE49-F238E27FC236}">
                  <a16:creationId xmlns:a16="http://schemas.microsoft.com/office/drawing/2014/main" id="{7F00492D-6342-1B66-0787-AC42FE062F04}"/>
                </a:ext>
              </a:extLst>
            </p:cNvPr>
            <p:cNvSpPr txBox="1"/>
            <p:nvPr/>
          </p:nvSpPr>
          <p:spPr>
            <a:xfrm>
              <a:off x="2012700" y="3440216"/>
              <a:ext cx="350193" cy="232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8%</a:t>
              </a:r>
            </a:p>
          </p:txBody>
        </p:sp>
        <p:sp>
          <p:nvSpPr>
            <p:cNvPr id="251" name="Freeform 1713">
              <a:extLst>
                <a:ext uri="{FF2B5EF4-FFF2-40B4-BE49-F238E27FC236}">
                  <a16:creationId xmlns:a16="http://schemas.microsoft.com/office/drawing/2014/main" id="{C1AA4E61-1CE6-B5C9-0016-176517580181}"/>
                </a:ext>
              </a:extLst>
            </p:cNvPr>
            <p:cNvSpPr/>
            <p:nvPr/>
          </p:nvSpPr>
          <p:spPr>
            <a:xfrm>
              <a:off x="2290511" y="4297355"/>
              <a:ext cx="32880" cy="120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52" name="Freeform 1714">
              <a:extLst>
                <a:ext uri="{FF2B5EF4-FFF2-40B4-BE49-F238E27FC236}">
                  <a16:creationId xmlns:a16="http://schemas.microsoft.com/office/drawing/2014/main" id="{AE2C8BEE-E539-254D-ED2F-E52222271425}"/>
                </a:ext>
              </a:extLst>
            </p:cNvPr>
            <p:cNvSpPr/>
            <p:nvPr/>
          </p:nvSpPr>
          <p:spPr>
            <a:xfrm>
              <a:off x="2290511" y="3919225"/>
              <a:ext cx="32880" cy="120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53" name="Freeform 1715">
              <a:extLst>
                <a:ext uri="{FF2B5EF4-FFF2-40B4-BE49-F238E27FC236}">
                  <a16:creationId xmlns:a16="http://schemas.microsoft.com/office/drawing/2014/main" id="{CF8268B4-E6FB-2C4A-60CC-571F885538B2}"/>
                </a:ext>
              </a:extLst>
            </p:cNvPr>
            <p:cNvSpPr/>
            <p:nvPr/>
          </p:nvSpPr>
          <p:spPr>
            <a:xfrm>
              <a:off x="2290511" y="3541217"/>
              <a:ext cx="32880" cy="120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55" name="Freeform 1717">
              <a:extLst>
                <a:ext uri="{FF2B5EF4-FFF2-40B4-BE49-F238E27FC236}">
                  <a16:creationId xmlns:a16="http://schemas.microsoft.com/office/drawing/2014/main" id="{E13257E5-0209-17B6-9D4B-6C6A32F13E38}"/>
                </a:ext>
              </a:extLst>
            </p:cNvPr>
            <p:cNvSpPr/>
            <p:nvPr/>
          </p:nvSpPr>
          <p:spPr>
            <a:xfrm>
              <a:off x="2323391" y="4355677"/>
              <a:ext cx="1170749" cy="120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pPr algn="ctr"/>
              <a:endParaRPr lang="en-US" sz="2646"/>
            </a:p>
          </p:txBody>
        </p:sp>
        <p:sp>
          <p:nvSpPr>
            <p:cNvPr id="448" name="Freeform 1718">
              <a:extLst>
                <a:ext uri="{FF2B5EF4-FFF2-40B4-BE49-F238E27FC236}">
                  <a16:creationId xmlns:a16="http://schemas.microsoft.com/office/drawing/2014/main" id="{4C7D8CCE-583F-8D8E-18C2-6AF67C37DE96}"/>
                </a:ext>
              </a:extLst>
            </p:cNvPr>
            <p:cNvSpPr/>
            <p:nvPr/>
          </p:nvSpPr>
          <p:spPr>
            <a:xfrm>
              <a:off x="2458394" y="4355677"/>
              <a:ext cx="12000" cy="32880"/>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49" name="Freeform 1719">
              <a:extLst>
                <a:ext uri="{FF2B5EF4-FFF2-40B4-BE49-F238E27FC236}">
                  <a16:creationId xmlns:a16="http://schemas.microsoft.com/office/drawing/2014/main" id="{D1E949E2-5E77-B0CF-38AA-2A74E8688DEC}"/>
                </a:ext>
              </a:extLst>
            </p:cNvPr>
            <p:cNvSpPr/>
            <p:nvPr/>
          </p:nvSpPr>
          <p:spPr>
            <a:xfrm>
              <a:off x="2683641" y="4355677"/>
              <a:ext cx="12000" cy="32880"/>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50" name="Freeform 1720">
              <a:extLst>
                <a:ext uri="{FF2B5EF4-FFF2-40B4-BE49-F238E27FC236}">
                  <a16:creationId xmlns:a16="http://schemas.microsoft.com/office/drawing/2014/main" id="{594EC88D-306A-78EB-3679-067AD2B76B16}"/>
                </a:ext>
              </a:extLst>
            </p:cNvPr>
            <p:cNvSpPr/>
            <p:nvPr/>
          </p:nvSpPr>
          <p:spPr>
            <a:xfrm>
              <a:off x="2908765" y="4355677"/>
              <a:ext cx="12000" cy="32880"/>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476" name="Freeform 1721">
              <a:extLst>
                <a:ext uri="{FF2B5EF4-FFF2-40B4-BE49-F238E27FC236}">
                  <a16:creationId xmlns:a16="http://schemas.microsoft.com/office/drawing/2014/main" id="{52A73DE6-F72D-FE0A-9194-BC5293A417EC}"/>
                </a:ext>
              </a:extLst>
            </p:cNvPr>
            <p:cNvSpPr/>
            <p:nvPr/>
          </p:nvSpPr>
          <p:spPr>
            <a:xfrm>
              <a:off x="3133892" y="4355677"/>
              <a:ext cx="12000" cy="32880"/>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23" name="Freeform 1722">
              <a:extLst>
                <a:ext uri="{FF2B5EF4-FFF2-40B4-BE49-F238E27FC236}">
                  <a16:creationId xmlns:a16="http://schemas.microsoft.com/office/drawing/2014/main" id="{9495B125-6838-C929-81D9-A2D7F51981C7}"/>
                </a:ext>
              </a:extLst>
            </p:cNvPr>
            <p:cNvSpPr/>
            <p:nvPr/>
          </p:nvSpPr>
          <p:spPr>
            <a:xfrm>
              <a:off x="3359018" y="4355677"/>
              <a:ext cx="12000" cy="32880"/>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524" name="TextBox 523">
              <a:extLst>
                <a:ext uri="{FF2B5EF4-FFF2-40B4-BE49-F238E27FC236}">
                  <a16:creationId xmlns:a16="http://schemas.microsoft.com/office/drawing/2014/main" id="{E012EC0F-7717-D2AB-B583-FB593C68BAD5}"/>
                </a:ext>
              </a:extLst>
            </p:cNvPr>
            <p:cNvSpPr txBox="1"/>
            <p:nvPr/>
          </p:nvSpPr>
          <p:spPr>
            <a:xfrm>
              <a:off x="2320408" y="4351759"/>
              <a:ext cx="275974" cy="232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M</a:t>
              </a:r>
            </a:p>
          </p:txBody>
        </p:sp>
        <p:sp>
          <p:nvSpPr>
            <p:cNvPr id="525" name="TextBox 524">
              <a:extLst>
                <a:ext uri="{FF2B5EF4-FFF2-40B4-BE49-F238E27FC236}">
                  <a16:creationId xmlns:a16="http://schemas.microsoft.com/office/drawing/2014/main" id="{63F83A2E-FFD7-F4E7-60F0-06EB43AD7F27}"/>
                </a:ext>
              </a:extLst>
            </p:cNvPr>
            <p:cNvSpPr txBox="1"/>
            <p:nvPr/>
          </p:nvSpPr>
          <p:spPr>
            <a:xfrm>
              <a:off x="2579734" y="4351758"/>
              <a:ext cx="207813" cy="232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I</a:t>
              </a:r>
            </a:p>
          </p:txBody>
        </p:sp>
        <p:sp>
          <p:nvSpPr>
            <p:cNvPr id="526" name="TextBox 525">
              <a:extLst>
                <a:ext uri="{FF2B5EF4-FFF2-40B4-BE49-F238E27FC236}">
                  <a16:creationId xmlns:a16="http://schemas.microsoft.com/office/drawing/2014/main" id="{1067904C-A4BC-9C4A-2771-FFA27A0D9B94}"/>
                </a:ext>
              </a:extLst>
            </p:cNvPr>
            <p:cNvSpPr txBox="1"/>
            <p:nvPr/>
          </p:nvSpPr>
          <p:spPr>
            <a:xfrm>
              <a:off x="2770780" y="4351758"/>
              <a:ext cx="275974" cy="232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LI</a:t>
              </a:r>
            </a:p>
          </p:txBody>
        </p:sp>
        <p:sp>
          <p:nvSpPr>
            <p:cNvPr id="527" name="TextBox 526">
              <a:extLst>
                <a:ext uri="{FF2B5EF4-FFF2-40B4-BE49-F238E27FC236}">
                  <a16:creationId xmlns:a16="http://schemas.microsoft.com/office/drawing/2014/main" id="{400BDB4D-BF37-8CD2-790C-01674AA27284}"/>
                </a:ext>
              </a:extLst>
            </p:cNvPr>
            <p:cNvSpPr txBox="1"/>
            <p:nvPr/>
          </p:nvSpPr>
          <p:spPr>
            <a:xfrm>
              <a:off x="2965609" y="4351758"/>
              <a:ext cx="336562" cy="232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NF</a:t>
              </a:r>
            </a:p>
          </p:txBody>
        </p:sp>
        <p:sp>
          <p:nvSpPr>
            <p:cNvPr id="528" name="TextBox 527">
              <a:extLst>
                <a:ext uri="{FF2B5EF4-FFF2-40B4-BE49-F238E27FC236}">
                  <a16:creationId xmlns:a16="http://schemas.microsoft.com/office/drawing/2014/main" id="{81E90F30-9F63-8C44-5DCE-78256BECBE44}"/>
                </a:ext>
              </a:extLst>
            </p:cNvPr>
            <p:cNvSpPr txBox="1"/>
            <p:nvPr/>
          </p:nvSpPr>
          <p:spPr>
            <a:xfrm>
              <a:off x="3234660" y="4351758"/>
              <a:ext cx="248711" cy="232775"/>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F</a:t>
              </a:r>
            </a:p>
          </p:txBody>
        </p:sp>
        <p:sp>
          <p:nvSpPr>
            <p:cNvPr id="531" name="TextBox 530">
              <a:extLst>
                <a:ext uri="{FF2B5EF4-FFF2-40B4-BE49-F238E27FC236}">
                  <a16:creationId xmlns:a16="http://schemas.microsoft.com/office/drawing/2014/main" id="{41316A48-D630-0F5A-B893-7178FD2E4236}"/>
                </a:ext>
              </a:extLst>
            </p:cNvPr>
            <p:cNvSpPr txBox="1"/>
            <p:nvPr/>
          </p:nvSpPr>
          <p:spPr>
            <a:xfrm rot="16200000">
              <a:off x="1421413" y="3758684"/>
              <a:ext cx="1044919" cy="239914"/>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r>
                <a:rPr lang="en-US" sz="992" dirty="0">
                  <a:ln/>
                  <a:solidFill>
                    <a:srgbClr val="000000"/>
                  </a:solidFill>
                  <a:latin typeface="Arial"/>
                  <a:cs typeface="Arial"/>
                  <a:sym typeface="Arial"/>
                  <a:rtl val="0"/>
                </a:rPr>
                <a:t>Percent </a:t>
              </a:r>
              <a:r>
                <a:rPr lang="en-US" sz="992" i="1" dirty="0">
                  <a:ln/>
                  <a:solidFill>
                    <a:srgbClr val="000000"/>
                  </a:solidFill>
                  <a:latin typeface="Arial"/>
                  <a:cs typeface="Arial"/>
                  <a:sym typeface="Arial"/>
                  <a:rtl val="0"/>
                </a:rPr>
                <a:t>gnrh1</a:t>
              </a:r>
              <a:r>
                <a:rPr lang="en-US" sz="992" dirty="0">
                  <a:ln/>
                  <a:solidFill>
                    <a:srgbClr val="000000"/>
                  </a:solidFill>
                  <a:latin typeface="Arial"/>
                  <a:cs typeface="Arial"/>
                  <a:sym typeface="Arial"/>
                  <a:rtl val="0"/>
                </a:rPr>
                <a:t>+</a:t>
              </a:r>
            </a:p>
          </p:txBody>
        </p:sp>
        <p:sp>
          <p:nvSpPr>
            <p:cNvPr id="242" name="TextBox 241">
              <a:extLst>
                <a:ext uri="{FF2B5EF4-FFF2-40B4-BE49-F238E27FC236}">
                  <a16:creationId xmlns:a16="http://schemas.microsoft.com/office/drawing/2014/main" id="{C0E670A3-8A7D-5374-32E1-8FFD998531FB}"/>
                </a:ext>
              </a:extLst>
            </p:cNvPr>
            <p:cNvSpPr txBox="1"/>
            <p:nvPr/>
          </p:nvSpPr>
          <p:spPr>
            <a:xfrm>
              <a:off x="2324517" y="3316739"/>
              <a:ext cx="1260033" cy="188910"/>
            </a:xfrm>
            <a:prstGeom prst="rect">
              <a:avLst/>
            </a:prstGeom>
            <a:noFill/>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660" dirty="0">
                  <a:ln/>
                  <a:solidFill>
                    <a:srgbClr val="000000"/>
                  </a:solidFill>
                  <a:latin typeface="Arial"/>
                  <a:cs typeface="Arial"/>
                  <a:sym typeface="Arial"/>
                  <a:rtl val="0"/>
                </a:rPr>
                <a:t>Main effect p &gt; 0.05</a:t>
              </a:r>
            </a:p>
          </p:txBody>
        </p:sp>
      </p:grpSp>
      <p:sp>
        <p:nvSpPr>
          <p:cNvPr id="709" name="TextBox 708">
            <a:extLst>
              <a:ext uri="{FF2B5EF4-FFF2-40B4-BE49-F238E27FC236}">
                <a16:creationId xmlns:a16="http://schemas.microsoft.com/office/drawing/2014/main" id="{77DA4BCF-0166-1329-AF33-7CD88F65422F}"/>
              </a:ext>
            </a:extLst>
          </p:cNvPr>
          <p:cNvSpPr txBox="1"/>
          <p:nvPr/>
        </p:nvSpPr>
        <p:spPr>
          <a:xfrm>
            <a:off x="502920" y="3010633"/>
            <a:ext cx="2932429" cy="247195"/>
          </a:xfrm>
          <a:prstGeom prst="rect">
            <a:avLst/>
          </a:prstGeom>
          <a:noFill/>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1039" i="1" dirty="0">
                <a:ln/>
                <a:solidFill>
                  <a:srgbClr val="000000"/>
                </a:solidFill>
                <a:latin typeface="Arial"/>
                <a:cs typeface="Arial"/>
                <a:sym typeface="Arial"/>
                <a:rtl val="0"/>
              </a:rPr>
              <a:t>gnrh1 </a:t>
            </a:r>
          </a:p>
        </p:txBody>
      </p:sp>
      <p:sp>
        <p:nvSpPr>
          <p:cNvPr id="713" name="TextBox 712">
            <a:extLst>
              <a:ext uri="{FF2B5EF4-FFF2-40B4-BE49-F238E27FC236}">
                <a16:creationId xmlns:a16="http://schemas.microsoft.com/office/drawing/2014/main" id="{B27B15BA-F33F-DCEC-966D-02200D0BE21D}"/>
              </a:ext>
            </a:extLst>
          </p:cNvPr>
          <p:cNvSpPr txBox="1"/>
          <p:nvPr/>
        </p:nvSpPr>
        <p:spPr>
          <a:xfrm>
            <a:off x="502920" y="7342272"/>
            <a:ext cx="1286116" cy="253916"/>
          </a:xfrm>
          <a:prstGeom prst="rect">
            <a:avLst/>
          </a:prstGeom>
          <a:noFill/>
        </p:spPr>
        <p:txBody>
          <a:bodyPr wrap="square" rtlCol="0">
            <a:spAutoFit/>
          </a:bodyPr>
          <a:lstStyle/>
          <a:p>
            <a:pPr algn="ctr"/>
            <a:r>
              <a:rPr lang="en-US" sz="1050" spc="0" baseline="0" dirty="0">
                <a:ln/>
                <a:solidFill>
                  <a:srgbClr val="000000"/>
                </a:solidFill>
                <a:latin typeface="Arial"/>
                <a:cs typeface="Arial"/>
                <a:sym typeface="Arial"/>
                <a:rtl val="0"/>
              </a:rPr>
              <a:t>Phase</a:t>
            </a:r>
          </a:p>
        </p:txBody>
      </p:sp>
      <p:sp>
        <p:nvSpPr>
          <p:cNvPr id="715" name="TextBox 714">
            <a:extLst>
              <a:ext uri="{FF2B5EF4-FFF2-40B4-BE49-F238E27FC236}">
                <a16:creationId xmlns:a16="http://schemas.microsoft.com/office/drawing/2014/main" id="{7E6FA8F1-1820-2707-64A8-66A02E65F681}"/>
              </a:ext>
            </a:extLst>
          </p:cNvPr>
          <p:cNvSpPr txBox="1"/>
          <p:nvPr/>
        </p:nvSpPr>
        <p:spPr>
          <a:xfrm>
            <a:off x="11954" y="3091301"/>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C</a:t>
            </a:r>
            <a:endParaRPr lang="en-US" sz="4536" dirty="0">
              <a:latin typeface="Arial" panose="020B0604020202020204" pitchFamily="34" charset="0"/>
              <a:cs typeface="Arial" panose="020B0604020202020204" pitchFamily="34" charset="0"/>
            </a:endParaRPr>
          </a:p>
        </p:txBody>
      </p:sp>
      <p:grpSp>
        <p:nvGrpSpPr>
          <p:cNvPr id="738" name="Graphic 525">
            <a:extLst>
              <a:ext uri="{FF2B5EF4-FFF2-40B4-BE49-F238E27FC236}">
                <a16:creationId xmlns:a16="http://schemas.microsoft.com/office/drawing/2014/main" id="{1EBCB545-B92F-26B5-96D8-A4967D5732AF}"/>
              </a:ext>
            </a:extLst>
          </p:cNvPr>
          <p:cNvGrpSpPr/>
          <p:nvPr/>
        </p:nvGrpSpPr>
        <p:grpSpPr>
          <a:xfrm>
            <a:off x="2320579" y="4551242"/>
            <a:ext cx="1170872" cy="1108144"/>
            <a:chOff x="4124174" y="2155973"/>
            <a:chExt cx="1239139" cy="1172753"/>
          </a:xfrm>
        </p:grpSpPr>
        <p:sp>
          <p:nvSpPr>
            <p:cNvPr id="765" name="Freeform 610">
              <a:extLst>
                <a:ext uri="{FF2B5EF4-FFF2-40B4-BE49-F238E27FC236}">
                  <a16:creationId xmlns:a16="http://schemas.microsoft.com/office/drawing/2014/main" id="{A9B3D1B6-56A4-7220-A940-93CF34767961}"/>
                </a:ext>
              </a:extLst>
            </p:cNvPr>
            <p:cNvSpPr/>
            <p:nvPr/>
          </p:nvSpPr>
          <p:spPr>
            <a:xfrm>
              <a:off x="4124174" y="2194236"/>
              <a:ext cx="1239139" cy="1134490"/>
            </a:xfrm>
            <a:custGeom>
              <a:avLst/>
              <a:gdLst>
                <a:gd name="csX0" fmla="*/ 0 w 1239139"/>
                <a:gd name="csY0" fmla="*/ 0 h 1134490"/>
                <a:gd name="csX1" fmla="*/ 1239139 w 1239139"/>
                <a:gd name="csY1" fmla="*/ 0 h 1134490"/>
                <a:gd name="csX2" fmla="*/ 1239139 w 1239139"/>
                <a:gd name="csY2" fmla="*/ 1134491 h 1134490"/>
                <a:gd name="csX3" fmla="*/ 0 w 1239139"/>
                <a:gd name="csY3" fmla="*/ 1134491 h 1134490"/>
              </a:gdLst>
              <a:ahLst/>
              <a:cxnLst>
                <a:cxn ang="0">
                  <a:pos x="csX0" y="csY0"/>
                </a:cxn>
                <a:cxn ang="0">
                  <a:pos x="csX1" y="csY1"/>
                </a:cxn>
                <a:cxn ang="0">
                  <a:pos x="csX2" y="csY2"/>
                </a:cxn>
                <a:cxn ang="0">
                  <a:pos x="csX3" y="csY3"/>
                </a:cxn>
              </a:cxnLst>
              <a:rect l="l" t="t" r="r" b="b"/>
              <a:pathLst>
                <a:path w="1239139" h="1134490">
                  <a:moveTo>
                    <a:pt x="0" y="0"/>
                  </a:moveTo>
                  <a:lnTo>
                    <a:pt x="1239139" y="0"/>
                  </a:lnTo>
                  <a:lnTo>
                    <a:pt x="1239139"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766" name="Freeform 611">
              <a:extLst>
                <a:ext uri="{FF2B5EF4-FFF2-40B4-BE49-F238E27FC236}">
                  <a16:creationId xmlns:a16="http://schemas.microsoft.com/office/drawing/2014/main" id="{1FBFA1D9-5C4E-9CE5-95AF-AAADB3C7BA8E}"/>
                </a:ext>
              </a:extLst>
            </p:cNvPr>
            <p:cNvSpPr/>
            <p:nvPr/>
          </p:nvSpPr>
          <p:spPr>
            <a:xfrm>
              <a:off x="4159861" y="3000432"/>
              <a:ext cx="214503" cy="276732"/>
            </a:xfrm>
            <a:custGeom>
              <a:avLst/>
              <a:gdLst>
                <a:gd name="csX0" fmla="*/ 0 w 214503"/>
                <a:gd name="csY0" fmla="*/ 0 h 276732"/>
                <a:gd name="csX1" fmla="*/ 214503 w 214503"/>
                <a:gd name="csY1" fmla="*/ 0 h 276732"/>
                <a:gd name="csX2" fmla="*/ 214503 w 214503"/>
                <a:gd name="csY2" fmla="*/ 276733 h 276732"/>
                <a:gd name="csX3" fmla="*/ 0 w 214503"/>
                <a:gd name="csY3" fmla="*/ 276733 h 276732"/>
              </a:gdLst>
              <a:ahLst/>
              <a:cxnLst>
                <a:cxn ang="0">
                  <a:pos x="csX0" y="csY0"/>
                </a:cxn>
                <a:cxn ang="0">
                  <a:pos x="csX1" y="csY1"/>
                </a:cxn>
                <a:cxn ang="0">
                  <a:pos x="csX2" y="csY2"/>
                </a:cxn>
                <a:cxn ang="0">
                  <a:pos x="csX3" y="csY3"/>
                </a:cxn>
              </a:cxnLst>
              <a:rect l="l" t="t" r="r" b="b"/>
              <a:pathLst>
                <a:path w="214503" h="276732">
                  <a:moveTo>
                    <a:pt x="0" y="0"/>
                  </a:moveTo>
                  <a:lnTo>
                    <a:pt x="214503" y="0"/>
                  </a:lnTo>
                  <a:lnTo>
                    <a:pt x="214503" y="276733"/>
                  </a:lnTo>
                  <a:lnTo>
                    <a:pt x="0" y="276733"/>
                  </a:lnTo>
                  <a:close/>
                </a:path>
              </a:pathLst>
            </a:custGeom>
            <a:solidFill>
              <a:srgbClr val="1965B0"/>
            </a:solidFill>
            <a:ln w="13589" cap="flat">
              <a:noFill/>
              <a:prstDash val="solid"/>
              <a:miter/>
            </a:ln>
          </p:spPr>
          <p:txBody>
            <a:bodyPr/>
            <a:lstStyle/>
            <a:p>
              <a:pPr algn="ctr"/>
              <a:endParaRPr lang="en-US" sz="2646"/>
            </a:p>
          </p:txBody>
        </p:sp>
        <p:sp>
          <p:nvSpPr>
            <p:cNvPr id="767" name="Freeform 612">
              <a:extLst>
                <a:ext uri="{FF2B5EF4-FFF2-40B4-BE49-F238E27FC236}">
                  <a16:creationId xmlns:a16="http://schemas.microsoft.com/office/drawing/2014/main" id="{AE49B280-9A3A-BE01-8D8B-964988005B7E}"/>
                </a:ext>
              </a:extLst>
            </p:cNvPr>
            <p:cNvSpPr/>
            <p:nvPr/>
          </p:nvSpPr>
          <p:spPr>
            <a:xfrm>
              <a:off x="4398113" y="3058471"/>
              <a:ext cx="214503" cy="218694"/>
            </a:xfrm>
            <a:custGeom>
              <a:avLst/>
              <a:gdLst>
                <a:gd name="csX0" fmla="*/ 0 w 214503"/>
                <a:gd name="csY0" fmla="*/ 0 h 218694"/>
                <a:gd name="csX1" fmla="*/ 214503 w 214503"/>
                <a:gd name="csY1" fmla="*/ 0 h 218694"/>
                <a:gd name="csX2" fmla="*/ 214503 w 214503"/>
                <a:gd name="csY2" fmla="*/ 218694 h 218694"/>
                <a:gd name="csX3" fmla="*/ 0 w 214503"/>
                <a:gd name="csY3" fmla="*/ 218694 h 218694"/>
              </a:gdLst>
              <a:ahLst/>
              <a:cxnLst>
                <a:cxn ang="0">
                  <a:pos x="csX0" y="csY0"/>
                </a:cxn>
                <a:cxn ang="0">
                  <a:pos x="csX1" y="csY1"/>
                </a:cxn>
                <a:cxn ang="0">
                  <a:pos x="csX2" y="csY2"/>
                </a:cxn>
                <a:cxn ang="0">
                  <a:pos x="csX3" y="csY3"/>
                </a:cxn>
              </a:cxnLst>
              <a:rect l="l" t="t" r="r" b="b"/>
              <a:pathLst>
                <a:path w="214503" h="218694">
                  <a:moveTo>
                    <a:pt x="0" y="0"/>
                  </a:moveTo>
                  <a:lnTo>
                    <a:pt x="214503" y="0"/>
                  </a:lnTo>
                  <a:lnTo>
                    <a:pt x="214503" y="218694"/>
                  </a:lnTo>
                  <a:lnTo>
                    <a:pt x="0" y="218694"/>
                  </a:lnTo>
                  <a:close/>
                </a:path>
              </a:pathLst>
            </a:custGeom>
            <a:solidFill>
              <a:srgbClr val="4EB265"/>
            </a:solidFill>
            <a:ln w="13589" cap="flat">
              <a:noFill/>
              <a:prstDash val="solid"/>
              <a:miter/>
            </a:ln>
          </p:spPr>
          <p:txBody>
            <a:bodyPr/>
            <a:lstStyle/>
            <a:p>
              <a:pPr algn="ctr"/>
              <a:endParaRPr lang="en-US" sz="2646"/>
            </a:p>
          </p:txBody>
        </p:sp>
        <p:sp>
          <p:nvSpPr>
            <p:cNvPr id="303" name="Freeform 613">
              <a:extLst>
                <a:ext uri="{FF2B5EF4-FFF2-40B4-BE49-F238E27FC236}">
                  <a16:creationId xmlns:a16="http://schemas.microsoft.com/office/drawing/2014/main" id="{C683E064-AFBD-DBD2-B9A8-BA32DFE82946}"/>
                </a:ext>
              </a:extLst>
            </p:cNvPr>
            <p:cNvSpPr/>
            <p:nvPr/>
          </p:nvSpPr>
          <p:spPr>
            <a:xfrm>
              <a:off x="4636365" y="2813361"/>
              <a:ext cx="214503" cy="463676"/>
            </a:xfrm>
            <a:custGeom>
              <a:avLst/>
              <a:gdLst>
                <a:gd name="csX0" fmla="*/ 0 w 214503"/>
                <a:gd name="csY0" fmla="*/ 0 h 463676"/>
                <a:gd name="csX1" fmla="*/ 214503 w 214503"/>
                <a:gd name="csY1" fmla="*/ 0 h 463676"/>
                <a:gd name="csX2" fmla="*/ 214503 w 214503"/>
                <a:gd name="csY2" fmla="*/ 463677 h 463676"/>
                <a:gd name="csX3" fmla="*/ 0 w 214503"/>
                <a:gd name="csY3" fmla="*/ 463677 h 463676"/>
              </a:gdLst>
              <a:ahLst/>
              <a:cxnLst>
                <a:cxn ang="0">
                  <a:pos x="csX0" y="csY0"/>
                </a:cxn>
                <a:cxn ang="0">
                  <a:pos x="csX1" y="csY1"/>
                </a:cxn>
                <a:cxn ang="0">
                  <a:pos x="csX2" y="csY2"/>
                </a:cxn>
                <a:cxn ang="0">
                  <a:pos x="csX3" y="csY3"/>
                </a:cxn>
              </a:cxnLst>
              <a:rect l="l" t="t" r="r" b="b"/>
              <a:pathLst>
                <a:path w="214503" h="463676">
                  <a:moveTo>
                    <a:pt x="0" y="0"/>
                  </a:moveTo>
                  <a:lnTo>
                    <a:pt x="214503" y="0"/>
                  </a:lnTo>
                  <a:lnTo>
                    <a:pt x="214503" y="463677"/>
                  </a:lnTo>
                  <a:lnTo>
                    <a:pt x="0" y="463677"/>
                  </a:lnTo>
                  <a:close/>
                </a:path>
              </a:pathLst>
            </a:custGeom>
            <a:solidFill>
              <a:srgbClr val="F7F056"/>
            </a:solidFill>
            <a:ln w="13589" cap="flat">
              <a:noFill/>
              <a:prstDash val="solid"/>
              <a:miter/>
            </a:ln>
          </p:spPr>
          <p:txBody>
            <a:bodyPr/>
            <a:lstStyle/>
            <a:p>
              <a:pPr algn="ctr"/>
              <a:endParaRPr lang="en-US" sz="2646"/>
            </a:p>
          </p:txBody>
        </p:sp>
        <p:sp>
          <p:nvSpPr>
            <p:cNvPr id="304" name="Freeform 614">
              <a:extLst>
                <a:ext uri="{FF2B5EF4-FFF2-40B4-BE49-F238E27FC236}">
                  <a16:creationId xmlns:a16="http://schemas.microsoft.com/office/drawing/2014/main" id="{9FD47A18-E18E-EFFD-F190-882A502DED1A}"/>
                </a:ext>
              </a:extLst>
            </p:cNvPr>
            <p:cNvSpPr/>
            <p:nvPr/>
          </p:nvSpPr>
          <p:spPr>
            <a:xfrm>
              <a:off x="4874744" y="3001956"/>
              <a:ext cx="214503" cy="275209"/>
            </a:xfrm>
            <a:custGeom>
              <a:avLst/>
              <a:gdLst>
                <a:gd name="csX0" fmla="*/ 0 w 214503"/>
                <a:gd name="csY0" fmla="*/ 0 h 275209"/>
                <a:gd name="csX1" fmla="*/ 214503 w 214503"/>
                <a:gd name="csY1" fmla="*/ 0 h 275209"/>
                <a:gd name="csX2" fmla="*/ 214503 w 214503"/>
                <a:gd name="csY2" fmla="*/ 275209 h 275209"/>
                <a:gd name="csX3" fmla="*/ 0 w 214503"/>
                <a:gd name="csY3" fmla="*/ 275209 h 275209"/>
              </a:gdLst>
              <a:ahLst/>
              <a:cxnLst>
                <a:cxn ang="0">
                  <a:pos x="csX0" y="csY0"/>
                </a:cxn>
                <a:cxn ang="0">
                  <a:pos x="csX1" y="csY1"/>
                </a:cxn>
                <a:cxn ang="0">
                  <a:pos x="csX2" y="csY2"/>
                </a:cxn>
                <a:cxn ang="0">
                  <a:pos x="csX3" y="csY3"/>
                </a:cxn>
              </a:cxnLst>
              <a:rect l="l" t="t" r="r" b="b"/>
              <a:pathLst>
                <a:path w="214503" h="275209">
                  <a:moveTo>
                    <a:pt x="0" y="0"/>
                  </a:moveTo>
                  <a:lnTo>
                    <a:pt x="214503" y="0"/>
                  </a:lnTo>
                  <a:lnTo>
                    <a:pt x="214503" y="275209"/>
                  </a:lnTo>
                  <a:lnTo>
                    <a:pt x="0" y="275209"/>
                  </a:lnTo>
                  <a:close/>
                </a:path>
              </a:pathLst>
            </a:custGeom>
            <a:solidFill>
              <a:srgbClr val="7BAFDE"/>
            </a:solidFill>
            <a:ln w="13589" cap="flat">
              <a:noFill/>
              <a:prstDash val="solid"/>
              <a:miter/>
            </a:ln>
          </p:spPr>
          <p:txBody>
            <a:bodyPr/>
            <a:lstStyle/>
            <a:p>
              <a:pPr algn="ctr"/>
              <a:endParaRPr lang="en-US" sz="2646"/>
            </a:p>
          </p:txBody>
        </p:sp>
        <p:sp>
          <p:nvSpPr>
            <p:cNvPr id="306" name="Freeform 615">
              <a:extLst>
                <a:ext uri="{FF2B5EF4-FFF2-40B4-BE49-F238E27FC236}">
                  <a16:creationId xmlns:a16="http://schemas.microsoft.com/office/drawing/2014/main" id="{71D5B441-D736-8B2A-3B46-F9003A6653E4}"/>
                </a:ext>
              </a:extLst>
            </p:cNvPr>
            <p:cNvSpPr/>
            <p:nvPr/>
          </p:nvSpPr>
          <p:spPr>
            <a:xfrm>
              <a:off x="5112996" y="2718746"/>
              <a:ext cx="214502" cy="558291"/>
            </a:xfrm>
            <a:custGeom>
              <a:avLst/>
              <a:gdLst>
                <a:gd name="csX0" fmla="*/ 0 w 214502"/>
                <a:gd name="csY0" fmla="*/ 0 h 558291"/>
                <a:gd name="csX1" fmla="*/ 214503 w 214502"/>
                <a:gd name="csY1" fmla="*/ 0 h 558291"/>
                <a:gd name="csX2" fmla="*/ 214503 w 214502"/>
                <a:gd name="csY2" fmla="*/ 558292 h 558291"/>
                <a:gd name="csX3" fmla="*/ 0 w 214502"/>
                <a:gd name="csY3" fmla="*/ 558292 h 558291"/>
              </a:gdLst>
              <a:ahLst/>
              <a:cxnLst>
                <a:cxn ang="0">
                  <a:pos x="csX0" y="csY0"/>
                </a:cxn>
                <a:cxn ang="0">
                  <a:pos x="csX1" y="csY1"/>
                </a:cxn>
                <a:cxn ang="0">
                  <a:pos x="csX2" y="csY2"/>
                </a:cxn>
                <a:cxn ang="0">
                  <a:pos x="csX3" y="csY3"/>
                </a:cxn>
              </a:cxnLst>
              <a:rect l="l" t="t" r="r" b="b"/>
              <a:pathLst>
                <a:path w="214502" h="558291">
                  <a:moveTo>
                    <a:pt x="0" y="0"/>
                  </a:moveTo>
                  <a:lnTo>
                    <a:pt x="214503" y="0"/>
                  </a:lnTo>
                  <a:lnTo>
                    <a:pt x="214503" y="558292"/>
                  </a:lnTo>
                  <a:lnTo>
                    <a:pt x="0" y="558292"/>
                  </a:lnTo>
                  <a:close/>
                </a:path>
              </a:pathLst>
            </a:custGeom>
            <a:solidFill>
              <a:srgbClr val="DC050C"/>
            </a:solidFill>
            <a:ln w="13589" cap="flat">
              <a:noFill/>
              <a:prstDash val="solid"/>
              <a:miter/>
            </a:ln>
          </p:spPr>
          <p:txBody>
            <a:bodyPr/>
            <a:lstStyle/>
            <a:p>
              <a:pPr algn="ctr"/>
              <a:endParaRPr lang="en-US" sz="2646"/>
            </a:p>
          </p:txBody>
        </p:sp>
        <p:sp>
          <p:nvSpPr>
            <p:cNvPr id="307" name="Freeform 616">
              <a:extLst>
                <a:ext uri="{FF2B5EF4-FFF2-40B4-BE49-F238E27FC236}">
                  <a16:creationId xmlns:a16="http://schemas.microsoft.com/office/drawing/2014/main" id="{2152739E-C17B-075D-3BD3-6176CEB609D3}"/>
                </a:ext>
              </a:extLst>
            </p:cNvPr>
            <p:cNvSpPr/>
            <p:nvPr/>
          </p:nvSpPr>
          <p:spPr>
            <a:xfrm>
              <a:off x="4219423" y="2933757"/>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309" name="Freeform 617">
              <a:extLst>
                <a:ext uri="{FF2B5EF4-FFF2-40B4-BE49-F238E27FC236}">
                  <a16:creationId xmlns:a16="http://schemas.microsoft.com/office/drawing/2014/main" id="{826D74E1-6AD0-0C77-E06F-999B1BFA7747}"/>
                </a:ext>
              </a:extLst>
            </p:cNvPr>
            <p:cNvSpPr/>
            <p:nvPr/>
          </p:nvSpPr>
          <p:spPr>
            <a:xfrm>
              <a:off x="4267048" y="2933757"/>
              <a:ext cx="12700" cy="133222"/>
            </a:xfrm>
            <a:custGeom>
              <a:avLst/>
              <a:gdLst>
                <a:gd name="csX0" fmla="*/ 0 w 12700"/>
                <a:gd name="csY0" fmla="*/ 0 h 133222"/>
                <a:gd name="csX1" fmla="*/ 0 w 12700"/>
                <a:gd name="csY1" fmla="*/ 133223 h 133222"/>
              </a:gdLst>
              <a:ahLst/>
              <a:cxnLst>
                <a:cxn ang="0">
                  <a:pos x="csX0" y="csY0"/>
                </a:cxn>
                <a:cxn ang="0">
                  <a:pos x="csX1" y="csY1"/>
                </a:cxn>
              </a:cxnLst>
              <a:rect l="l" t="t" r="r" b="b"/>
              <a:pathLst>
                <a:path w="12700" h="133222">
                  <a:moveTo>
                    <a:pt x="0" y="0"/>
                  </a:moveTo>
                  <a:lnTo>
                    <a:pt x="0" y="133223"/>
                  </a:lnTo>
                </a:path>
              </a:pathLst>
            </a:custGeom>
            <a:noFill/>
            <a:ln w="13589" cap="flat">
              <a:solidFill>
                <a:srgbClr val="000000"/>
              </a:solidFill>
              <a:prstDash val="solid"/>
              <a:round/>
            </a:ln>
          </p:spPr>
          <p:txBody>
            <a:bodyPr/>
            <a:lstStyle/>
            <a:p>
              <a:pPr algn="ctr"/>
              <a:endParaRPr lang="en-US" sz="2646"/>
            </a:p>
          </p:txBody>
        </p:sp>
        <p:sp>
          <p:nvSpPr>
            <p:cNvPr id="310" name="Freeform 618">
              <a:extLst>
                <a:ext uri="{FF2B5EF4-FFF2-40B4-BE49-F238E27FC236}">
                  <a16:creationId xmlns:a16="http://schemas.microsoft.com/office/drawing/2014/main" id="{40FE4151-07A4-D623-0B7F-1299B1BD59F9}"/>
                </a:ext>
              </a:extLst>
            </p:cNvPr>
            <p:cNvSpPr/>
            <p:nvPr/>
          </p:nvSpPr>
          <p:spPr>
            <a:xfrm>
              <a:off x="4219423" y="3066980"/>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381" name="Freeform 619">
              <a:extLst>
                <a:ext uri="{FF2B5EF4-FFF2-40B4-BE49-F238E27FC236}">
                  <a16:creationId xmlns:a16="http://schemas.microsoft.com/office/drawing/2014/main" id="{43F4854A-980B-1725-7956-18026E223DA8}"/>
                </a:ext>
              </a:extLst>
            </p:cNvPr>
            <p:cNvSpPr/>
            <p:nvPr/>
          </p:nvSpPr>
          <p:spPr>
            <a:xfrm>
              <a:off x="4457676" y="2989636"/>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382" name="Freeform 620">
              <a:extLst>
                <a:ext uri="{FF2B5EF4-FFF2-40B4-BE49-F238E27FC236}">
                  <a16:creationId xmlns:a16="http://schemas.microsoft.com/office/drawing/2014/main" id="{AB06328E-1CD3-7960-DB05-79E4C15423DD}"/>
                </a:ext>
              </a:extLst>
            </p:cNvPr>
            <p:cNvSpPr/>
            <p:nvPr/>
          </p:nvSpPr>
          <p:spPr>
            <a:xfrm>
              <a:off x="4505428" y="2989636"/>
              <a:ext cx="12700" cy="137541"/>
            </a:xfrm>
            <a:custGeom>
              <a:avLst/>
              <a:gdLst>
                <a:gd name="csX0" fmla="*/ 0 w 12700"/>
                <a:gd name="csY0" fmla="*/ 0 h 137541"/>
                <a:gd name="csX1" fmla="*/ 0 w 12700"/>
                <a:gd name="csY1" fmla="*/ 137541 h 137541"/>
              </a:gdLst>
              <a:ahLst/>
              <a:cxnLst>
                <a:cxn ang="0">
                  <a:pos x="csX0" y="csY0"/>
                </a:cxn>
                <a:cxn ang="0">
                  <a:pos x="csX1" y="csY1"/>
                </a:cxn>
              </a:cxnLst>
              <a:rect l="l" t="t" r="r" b="b"/>
              <a:pathLst>
                <a:path w="12700" h="137541">
                  <a:moveTo>
                    <a:pt x="0" y="0"/>
                  </a:moveTo>
                  <a:lnTo>
                    <a:pt x="0" y="137541"/>
                  </a:lnTo>
                </a:path>
              </a:pathLst>
            </a:custGeom>
            <a:noFill/>
            <a:ln w="13589" cap="flat">
              <a:solidFill>
                <a:srgbClr val="000000"/>
              </a:solidFill>
              <a:prstDash val="solid"/>
              <a:round/>
            </a:ln>
          </p:spPr>
          <p:txBody>
            <a:bodyPr/>
            <a:lstStyle/>
            <a:p>
              <a:pPr algn="ctr"/>
              <a:endParaRPr lang="en-US" sz="2646"/>
            </a:p>
          </p:txBody>
        </p:sp>
        <p:sp>
          <p:nvSpPr>
            <p:cNvPr id="768" name="Freeform 621">
              <a:extLst>
                <a:ext uri="{FF2B5EF4-FFF2-40B4-BE49-F238E27FC236}">
                  <a16:creationId xmlns:a16="http://schemas.microsoft.com/office/drawing/2014/main" id="{B195439B-6104-AA78-CC0F-2EF44715A1D4}"/>
                </a:ext>
              </a:extLst>
            </p:cNvPr>
            <p:cNvSpPr/>
            <p:nvPr/>
          </p:nvSpPr>
          <p:spPr>
            <a:xfrm>
              <a:off x="4457676" y="3127177"/>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769" name="Freeform 622">
              <a:extLst>
                <a:ext uri="{FF2B5EF4-FFF2-40B4-BE49-F238E27FC236}">
                  <a16:creationId xmlns:a16="http://schemas.microsoft.com/office/drawing/2014/main" id="{46E1F4C6-3237-0D6C-2761-E59AC89A30F2}"/>
                </a:ext>
              </a:extLst>
            </p:cNvPr>
            <p:cNvSpPr/>
            <p:nvPr/>
          </p:nvSpPr>
          <p:spPr>
            <a:xfrm>
              <a:off x="4696054" y="2808280"/>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770" name="Freeform 623">
              <a:extLst>
                <a:ext uri="{FF2B5EF4-FFF2-40B4-BE49-F238E27FC236}">
                  <a16:creationId xmlns:a16="http://schemas.microsoft.com/office/drawing/2014/main" id="{FD6A0FCE-75A7-DEFA-67BF-B9AE2FAAE9E8}"/>
                </a:ext>
              </a:extLst>
            </p:cNvPr>
            <p:cNvSpPr/>
            <p:nvPr/>
          </p:nvSpPr>
          <p:spPr>
            <a:xfrm>
              <a:off x="4743679" y="2808280"/>
              <a:ext cx="12700" cy="10160"/>
            </a:xfrm>
            <a:custGeom>
              <a:avLst/>
              <a:gdLst>
                <a:gd name="csX0" fmla="*/ 0 w 12700"/>
                <a:gd name="csY0" fmla="*/ 0 h 10160"/>
                <a:gd name="csX1" fmla="*/ 0 w 12700"/>
                <a:gd name="csY1" fmla="*/ 10160 h 10160"/>
              </a:gdLst>
              <a:ahLst/>
              <a:cxnLst>
                <a:cxn ang="0">
                  <a:pos x="csX0" y="csY0"/>
                </a:cxn>
                <a:cxn ang="0">
                  <a:pos x="csX1" y="csY1"/>
                </a:cxn>
              </a:cxnLst>
              <a:rect l="l" t="t" r="r" b="b"/>
              <a:pathLst>
                <a:path w="12700" h="10160">
                  <a:moveTo>
                    <a:pt x="0" y="0"/>
                  </a:moveTo>
                  <a:lnTo>
                    <a:pt x="0" y="10160"/>
                  </a:lnTo>
                </a:path>
              </a:pathLst>
            </a:custGeom>
            <a:noFill/>
            <a:ln w="13589" cap="flat">
              <a:solidFill>
                <a:srgbClr val="000000"/>
              </a:solidFill>
              <a:prstDash val="solid"/>
              <a:round/>
            </a:ln>
          </p:spPr>
          <p:txBody>
            <a:bodyPr/>
            <a:lstStyle/>
            <a:p>
              <a:pPr algn="ctr"/>
              <a:endParaRPr lang="en-US" sz="2646"/>
            </a:p>
          </p:txBody>
        </p:sp>
        <p:sp>
          <p:nvSpPr>
            <p:cNvPr id="771" name="Freeform 624">
              <a:extLst>
                <a:ext uri="{FF2B5EF4-FFF2-40B4-BE49-F238E27FC236}">
                  <a16:creationId xmlns:a16="http://schemas.microsoft.com/office/drawing/2014/main" id="{F2EF957B-05E7-F45D-4415-13207965596A}"/>
                </a:ext>
              </a:extLst>
            </p:cNvPr>
            <p:cNvSpPr/>
            <p:nvPr/>
          </p:nvSpPr>
          <p:spPr>
            <a:xfrm>
              <a:off x="4696054" y="2818441"/>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772" name="Freeform 625">
              <a:extLst>
                <a:ext uri="{FF2B5EF4-FFF2-40B4-BE49-F238E27FC236}">
                  <a16:creationId xmlns:a16="http://schemas.microsoft.com/office/drawing/2014/main" id="{D4C64E41-0CF4-B3D3-E26D-A8D866BEABAE}"/>
                </a:ext>
              </a:extLst>
            </p:cNvPr>
            <p:cNvSpPr/>
            <p:nvPr/>
          </p:nvSpPr>
          <p:spPr>
            <a:xfrm>
              <a:off x="5172559" y="2660961"/>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773" name="Freeform 626">
              <a:extLst>
                <a:ext uri="{FF2B5EF4-FFF2-40B4-BE49-F238E27FC236}">
                  <a16:creationId xmlns:a16="http://schemas.microsoft.com/office/drawing/2014/main" id="{9C6088DB-58C1-965E-7D23-387A06449C0F}"/>
                </a:ext>
              </a:extLst>
            </p:cNvPr>
            <p:cNvSpPr/>
            <p:nvPr/>
          </p:nvSpPr>
          <p:spPr>
            <a:xfrm>
              <a:off x="5220184" y="2660961"/>
              <a:ext cx="12700" cy="115697"/>
            </a:xfrm>
            <a:custGeom>
              <a:avLst/>
              <a:gdLst>
                <a:gd name="csX0" fmla="*/ 0 w 12700"/>
                <a:gd name="csY0" fmla="*/ 0 h 115697"/>
                <a:gd name="csX1" fmla="*/ 0 w 12700"/>
                <a:gd name="csY1" fmla="*/ 115697 h 115697"/>
              </a:gdLst>
              <a:ahLst/>
              <a:cxnLst>
                <a:cxn ang="0">
                  <a:pos x="csX0" y="csY0"/>
                </a:cxn>
                <a:cxn ang="0">
                  <a:pos x="csX1" y="csY1"/>
                </a:cxn>
              </a:cxnLst>
              <a:rect l="l" t="t" r="r" b="b"/>
              <a:pathLst>
                <a:path w="12700" h="115697">
                  <a:moveTo>
                    <a:pt x="0" y="0"/>
                  </a:moveTo>
                  <a:lnTo>
                    <a:pt x="0" y="115697"/>
                  </a:lnTo>
                </a:path>
              </a:pathLst>
            </a:custGeom>
            <a:noFill/>
            <a:ln w="13589" cap="flat">
              <a:solidFill>
                <a:srgbClr val="000000"/>
              </a:solidFill>
              <a:prstDash val="solid"/>
              <a:round/>
            </a:ln>
          </p:spPr>
          <p:txBody>
            <a:bodyPr/>
            <a:lstStyle/>
            <a:p>
              <a:pPr algn="ctr"/>
              <a:endParaRPr lang="en-US" sz="2646"/>
            </a:p>
          </p:txBody>
        </p:sp>
        <p:sp>
          <p:nvSpPr>
            <p:cNvPr id="774" name="Freeform 627">
              <a:extLst>
                <a:ext uri="{FF2B5EF4-FFF2-40B4-BE49-F238E27FC236}">
                  <a16:creationId xmlns:a16="http://schemas.microsoft.com/office/drawing/2014/main" id="{CB1E1CF8-BAB3-B493-112D-B1C83A7E8F15}"/>
                </a:ext>
              </a:extLst>
            </p:cNvPr>
            <p:cNvSpPr/>
            <p:nvPr/>
          </p:nvSpPr>
          <p:spPr>
            <a:xfrm>
              <a:off x="5172559" y="2776658"/>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775" name="Freeform 628">
              <a:extLst>
                <a:ext uri="{FF2B5EF4-FFF2-40B4-BE49-F238E27FC236}">
                  <a16:creationId xmlns:a16="http://schemas.microsoft.com/office/drawing/2014/main" id="{FD66060D-A29A-55C1-D282-6970EC23633D}"/>
                </a:ext>
              </a:extLst>
            </p:cNvPr>
            <p:cNvSpPr/>
            <p:nvPr/>
          </p:nvSpPr>
          <p:spPr>
            <a:xfrm>
              <a:off x="4725646" y="27902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76" name="Freeform 629">
              <a:extLst>
                <a:ext uri="{FF2B5EF4-FFF2-40B4-BE49-F238E27FC236}">
                  <a16:creationId xmlns:a16="http://schemas.microsoft.com/office/drawing/2014/main" id="{D1B99449-BEED-74C9-4F1C-B69C79E5D3DF}"/>
                </a:ext>
              </a:extLst>
            </p:cNvPr>
            <p:cNvSpPr/>
            <p:nvPr/>
          </p:nvSpPr>
          <p:spPr>
            <a:xfrm>
              <a:off x="4487394" y="289540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77" name="Freeform 630">
              <a:extLst>
                <a:ext uri="{FF2B5EF4-FFF2-40B4-BE49-F238E27FC236}">
                  <a16:creationId xmlns:a16="http://schemas.microsoft.com/office/drawing/2014/main" id="{B64D56DF-D546-3E8A-4EE2-A241A5A83BA7}"/>
                </a:ext>
              </a:extLst>
            </p:cNvPr>
            <p:cNvSpPr/>
            <p:nvPr/>
          </p:nvSpPr>
          <p:spPr>
            <a:xfrm>
              <a:off x="4487394" y="32590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78" name="Freeform 631">
              <a:extLst>
                <a:ext uri="{FF2B5EF4-FFF2-40B4-BE49-F238E27FC236}">
                  <a16:creationId xmlns:a16="http://schemas.microsoft.com/office/drawing/2014/main" id="{937B9637-F6FE-CC21-9EEF-D5400DA5E1CA}"/>
                </a:ext>
              </a:extLst>
            </p:cNvPr>
            <p:cNvSpPr/>
            <p:nvPr/>
          </p:nvSpPr>
          <p:spPr>
            <a:xfrm>
              <a:off x="5202150" y="25641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79" name="Freeform 632">
              <a:extLst>
                <a:ext uri="{FF2B5EF4-FFF2-40B4-BE49-F238E27FC236}">
                  <a16:creationId xmlns:a16="http://schemas.microsoft.com/office/drawing/2014/main" id="{9BF42CDB-3200-9214-9069-D1E4423DFB90}"/>
                </a:ext>
              </a:extLst>
            </p:cNvPr>
            <p:cNvSpPr/>
            <p:nvPr/>
          </p:nvSpPr>
          <p:spPr>
            <a:xfrm>
              <a:off x="4249015" y="29778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0" name="Freeform 633">
              <a:extLst>
                <a:ext uri="{FF2B5EF4-FFF2-40B4-BE49-F238E27FC236}">
                  <a16:creationId xmlns:a16="http://schemas.microsoft.com/office/drawing/2014/main" id="{D22AF29D-F5A5-EEA4-687A-D8E93C9ECEAA}"/>
                </a:ext>
              </a:extLst>
            </p:cNvPr>
            <p:cNvSpPr/>
            <p:nvPr/>
          </p:nvSpPr>
          <p:spPr>
            <a:xfrm>
              <a:off x="5202150" y="27087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1" name="Freeform 634">
              <a:extLst>
                <a:ext uri="{FF2B5EF4-FFF2-40B4-BE49-F238E27FC236}">
                  <a16:creationId xmlns:a16="http://schemas.microsoft.com/office/drawing/2014/main" id="{77328CA4-4B6B-CDBF-2762-EB4ECFAD8C69}"/>
                </a:ext>
              </a:extLst>
            </p:cNvPr>
            <p:cNvSpPr/>
            <p:nvPr/>
          </p:nvSpPr>
          <p:spPr>
            <a:xfrm>
              <a:off x="4249015" y="31673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2" name="Freeform 635">
              <a:extLst>
                <a:ext uri="{FF2B5EF4-FFF2-40B4-BE49-F238E27FC236}">
                  <a16:creationId xmlns:a16="http://schemas.microsoft.com/office/drawing/2014/main" id="{19903AAF-8BEB-AD70-4B55-0AB4B7FB0306}"/>
                </a:ext>
              </a:extLst>
            </p:cNvPr>
            <p:cNvSpPr/>
            <p:nvPr/>
          </p:nvSpPr>
          <p:spPr>
            <a:xfrm>
              <a:off x="5202150" y="28904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3" name="Freeform 636">
              <a:extLst>
                <a:ext uri="{FF2B5EF4-FFF2-40B4-BE49-F238E27FC236}">
                  <a16:creationId xmlns:a16="http://schemas.microsoft.com/office/drawing/2014/main" id="{8AD6B659-0815-55F8-5EFA-22238B8BCCA7}"/>
                </a:ext>
              </a:extLst>
            </p:cNvPr>
            <p:cNvSpPr/>
            <p:nvPr/>
          </p:nvSpPr>
          <p:spPr>
            <a:xfrm>
              <a:off x="4249015" y="284231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4" name="Freeform 637">
              <a:extLst>
                <a:ext uri="{FF2B5EF4-FFF2-40B4-BE49-F238E27FC236}">
                  <a16:creationId xmlns:a16="http://schemas.microsoft.com/office/drawing/2014/main" id="{87417BF0-FD59-B2DA-5153-E0D07B82546A}"/>
                </a:ext>
              </a:extLst>
            </p:cNvPr>
            <p:cNvSpPr/>
            <p:nvPr/>
          </p:nvSpPr>
          <p:spPr>
            <a:xfrm>
              <a:off x="5202150" y="27007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5" name="Freeform 638">
              <a:extLst>
                <a:ext uri="{FF2B5EF4-FFF2-40B4-BE49-F238E27FC236}">
                  <a16:creationId xmlns:a16="http://schemas.microsoft.com/office/drawing/2014/main" id="{A7C5DA2A-D831-EBC2-D4C0-7209CB54B77B}"/>
                </a:ext>
              </a:extLst>
            </p:cNvPr>
            <p:cNvSpPr/>
            <p:nvPr/>
          </p:nvSpPr>
          <p:spPr>
            <a:xfrm>
              <a:off x="4249015" y="294887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6" name="Freeform 639">
              <a:extLst>
                <a:ext uri="{FF2B5EF4-FFF2-40B4-BE49-F238E27FC236}">
                  <a16:creationId xmlns:a16="http://schemas.microsoft.com/office/drawing/2014/main" id="{D0E84D04-067F-BA25-A570-BF38BF20CA6D}"/>
                </a:ext>
              </a:extLst>
            </p:cNvPr>
            <p:cNvSpPr/>
            <p:nvPr/>
          </p:nvSpPr>
          <p:spPr>
            <a:xfrm>
              <a:off x="5202150" y="281831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7" name="Freeform 640">
              <a:extLst>
                <a:ext uri="{FF2B5EF4-FFF2-40B4-BE49-F238E27FC236}">
                  <a16:creationId xmlns:a16="http://schemas.microsoft.com/office/drawing/2014/main" id="{52A0E293-56B3-AD09-1045-B1C4BACF9549}"/>
                </a:ext>
              </a:extLst>
            </p:cNvPr>
            <p:cNvSpPr/>
            <p:nvPr/>
          </p:nvSpPr>
          <p:spPr>
            <a:xfrm>
              <a:off x="4249015" y="278148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8" name="Freeform 641">
              <a:extLst>
                <a:ext uri="{FF2B5EF4-FFF2-40B4-BE49-F238E27FC236}">
                  <a16:creationId xmlns:a16="http://schemas.microsoft.com/office/drawing/2014/main" id="{969EC341-1DE4-1464-279B-9B9BAFBF1C05}"/>
                </a:ext>
              </a:extLst>
            </p:cNvPr>
            <p:cNvSpPr/>
            <p:nvPr/>
          </p:nvSpPr>
          <p:spPr>
            <a:xfrm>
              <a:off x="4487394" y="27722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89" name="Freeform 642">
              <a:extLst>
                <a:ext uri="{FF2B5EF4-FFF2-40B4-BE49-F238E27FC236}">
                  <a16:creationId xmlns:a16="http://schemas.microsoft.com/office/drawing/2014/main" id="{6F6106E9-1D68-5193-F80E-890468F6913C}"/>
                </a:ext>
              </a:extLst>
            </p:cNvPr>
            <p:cNvSpPr/>
            <p:nvPr/>
          </p:nvSpPr>
          <p:spPr>
            <a:xfrm>
              <a:off x="5202150" y="25224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90" name="Freeform 643">
              <a:extLst>
                <a:ext uri="{FF2B5EF4-FFF2-40B4-BE49-F238E27FC236}">
                  <a16:creationId xmlns:a16="http://schemas.microsoft.com/office/drawing/2014/main" id="{BE848361-9BC0-E521-BAEB-B80D900A9619}"/>
                </a:ext>
              </a:extLst>
            </p:cNvPr>
            <p:cNvSpPr/>
            <p:nvPr/>
          </p:nvSpPr>
          <p:spPr>
            <a:xfrm>
              <a:off x="4249015" y="317632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91" name="Freeform 644">
              <a:extLst>
                <a:ext uri="{FF2B5EF4-FFF2-40B4-BE49-F238E27FC236}">
                  <a16:creationId xmlns:a16="http://schemas.microsoft.com/office/drawing/2014/main" id="{3A98BC7C-EC7D-5F7F-101C-EA73DF4E6108}"/>
                </a:ext>
              </a:extLst>
            </p:cNvPr>
            <p:cNvSpPr/>
            <p:nvPr/>
          </p:nvSpPr>
          <p:spPr>
            <a:xfrm>
              <a:off x="4725646" y="280040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92" name="Freeform 645">
              <a:extLst>
                <a:ext uri="{FF2B5EF4-FFF2-40B4-BE49-F238E27FC236}">
                  <a16:creationId xmlns:a16="http://schemas.microsoft.com/office/drawing/2014/main" id="{519BE2A3-C513-1BD5-6BD5-173B6FB69F73}"/>
                </a:ext>
              </a:extLst>
            </p:cNvPr>
            <p:cNvSpPr/>
            <p:nvPr/>
          </p:nvSpPr>
          <p:spPr>
            <a:xfrm>
              <a:off x="4487394" y="304272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93" name="Freeform 646">
              <a:extLst>
                <a:ext uri="{FF2B5EF4-FFF2-40B4-BE49-F238E27FC236}">
                  <a16:creationId xmlns:a16="http://schemas.microsoft.com/office/drawing/2014/main" id="{BC9841AF-F2F6-45B7-EA7C-CCACE303F384}"/>
                </a:ext>
              </a:extLst>
            </p:cNvPr>
            <p:cNvSpPr/>
            <p:nvPr/>
          </p:nvSpPr>
          <p:spPr>
            <a:xfrm>
              <a:off x="4487394" y="30968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94" name="Freeform 647">
              <a:extLst>
                <a:ext uri="{FF2B5EF4-FFF2-40B4-BE49-F238E27FC236}">
                  <a16:creationId xmlns:a16="http://schemas.microsoft.com/office/drawing/2014/main" id="{76027700-D5C4-1845-0FBC-A85CB7318CB9}"/>
                </a:ext>
              </a:extLst>
            </p:cNvPr>
            <p:cNvSpPr/>
            <p:nvPr/>
          </p:nvSpPr>
          <p:spPr>
            <a:xfrm>
              <a:off x="4963898" y="298392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95" name="Freeform 648">
              <a:extLst>
                <a:ext uri="{FF2B5EF4-FFF2-40B4-BE49-F238E27FC236}">
                  <a16:creationId xmlns:a16="http://schemas.microsoft.com/office/drawing/2014/main" id="{44C74E05-55B3-8FB2-693B-F110EE2EB740}"/>
                </a:ext>
              </a:extLst>
            </p:cNvPr>
            <p:cNvSpPr/>
            <p:nvPr/>
          </p:nvSpPr>
          <p:spPr>
            <a:xfrm>
              <a:off x="4487394" y="295763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96" name="Freeform 649">
              <a:extLst>
                <a:ext uri="{FF2B5EF4-FFF2-40B4-BE49-F238E27FC236}">
                  <a16:creationId xmlns:a16="http://schemas.microsoft.com/office/drawing/2014/main" id="{01550EC7-36F0-96DB-387F-652C9EB53B73}"/>
                </a:ext>
              </a:extLst>
            </p:cNvPr>
            <p:cNvSpPr/>
            <p:nvPr/>
          </p:nvSpPr>
          <p:spPr>
            <a:xfrm>
              <a:off x="4487394" y="32590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97" name="TextBox 796">
              <a:extLst>
                <a:ext uri="{FF2B5EF4-FFF2-40B4-BE49-F238E27FC236}">
                  <a16:creationId xmlns:a16="http://schemas.microsoft.com/office/drawing/2014/main" id="{E15FA5A0-5901-54EA-9AF9-09CCF2328331}"/>
                </a:ext>
              </a:extLst>
            </p:cNvPr>
            <p:cNvSpPr txBox="1"/>
            <p:nvPr/>
          </p:nvSpPr>
          <p:spPr>
            <a:xfrm>
              <a:off x="4147393" y="2317442"/>
              <a:ext cx="521156"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0.41</a:t>
              </a:r>
            </a:p>
          </p:txBody>
        </p:sp>
        <p:sp>
          <p:nvSpPr>
            <p:cNvPr id="798" name="Freeform 651">
              <a:extLst>
                <a:ext uri="{FF2B5EF4-FFF2-40B4-BE49-F238E27FC236}">
                  <a16:creationId xmlns:a16="http://schemas.microsoft.com/office/drawing/2014/main" id="{527C289A-3075-F2FF-C9D0-B1FEC9A14657}"/>
                </a:ext>
              </a:extLst>
            </p:cNvPr>
            <p:cNvSpPr/>
            <p:nvPr/>
          </p:nvSpPr>
          <p:spPr>
            <a:xfrm>
              <a:off x="4267049" y="2466778"/>
              <a:ext cx="214502" cy="12700"/>
            </a:xfrm>
            <a:custGeom>
              <a:avLst/>
              <a:gdLst>
                <a:gd name="csX0" fmla="*/ 0 w 214502"/>
                <a:gd name="csY0" fmla="*/ 0 h 12700"/>
                <a:gd name="csX1" fmla="*/ 214503 w 214502"/>
                <a:gd name="csY1" fmla="*/ 0 h 12700"/>
              </a:gdLst>
              <a:ahLst/>
              <a:cxnLst>
                <a:cxn ang="0">
                  <a:pos x="csX0" y="csY0"/>
                </a:cxn>
                <a:cxn ang="0">
                  <a:pos x="csX1" y="csY1"/>
                </a:cxn>
              </a:cxnLst>
              <a:rect l="l" t="t" r="r" b="b"/>
              <a:pathLst>
                <a:path w="214502" h="12700">
                  <a:moveTo>
                    <a:pt x="0" y="0"/>
                  </a:moveTo>
                  <a:lnTo>
                    <a:pt x="214503" y="0"/>
                  </a:lnTo>
                </a:path>
              </a:pathLst>
            </a:custGeom>
            <a:ln w="13589" cap="rnd">
              <a:solidFill>
                <a:srgbClr val="000000"/>
              </a:solidFill>
              <a:prstDash val="solid"/>
              <a:round/>
            </a:ln>
          </p:spPr>
          <p:txBody>
            <a:bodyPr/>
            <a:lstStyle/>
            <a:p>
              <a:pPr algn="ctr"/>
              <a:endParaRPr lang="en-US" sz="2646"/>
            </a:p>
          </p:txBody>
        </p:sp>
        <p:sp>
          <p:nvSpPr>
            <p:cNvPr id="799" name="TextBox 798">
              <a:extLst>
                <a:ext uri="{FF2B5EF4-FFF2-40B4-BE49-F238E27FC236}">
                  <a16:creationId xmlns:a16="http://schemas.microsoft.com/office/drawing/2014/main" id="{4D252AE2-E279-0FB4-7FD3-BE17A6AEFECE}"/>
                </a:ext>
              </a:extLst>
            </p:cNvPr>
            <p:cNvSpPr txBox="1"/>
            <p:nvPr/>
          </p:nvSpPr>
          <p:spPr>
            <a:xfrm>
              <a:off x="4629185" y="2266462"/>
              <a:ext cx="495708"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800" name="Freeform 653">
              <a:extLst>
                <a:ext uri="{FF2B5EF4-FFF2-40B4-BE49-F238E27FC236}">
                  <a16:creationId xmlns:a16="http://schemas.microsoft.com/office/drawing/2014/main" id="{29BA25FC-98BE-91BF-83D9-6FA74CDC5611}"/>
                </a:ext>
              </a:extLst>
            </p:cNvPr>
            <p:cNvSpPr/>
            <p:nvPr/>
          </p:nvSpPr>
          <p:spPr>
            <a:xfrm>
              <a:off x="4529177" y="2466778"/>
              <a:ext cx="691007" cy="12700"/>
            </a:xfrm>
            <a:custGeom>
              <a:avLst/>
              <a:gdLst>
                <a:gd name="csX0" fmla="*/ 0 w 691007"/>
                <a:gd name="csY0" fmla="*/ 0 h 12700"/>
                <a:gd name="csX1" fmla="*/ 691007 w 691007"/>
                <a:gd name="csY1" fmla="*/ 0 h 12700"/>
              </a:gdLst>
              <a:ahLst/>
              <a:cxnLst>
                <a:cxn ang="0">
                  <a:pos x="csX0" y="csY0"/>
                </a:cxn>
                <a:cxn ang="0">
                  <a:pos x="csX1" y="csY1"/>
                </a:cxn>
              </a:cxnLst>
              <a:rect l="l" t="t" r="r" b="b"/>
              <a:pathLst>
                <a:path w="691007" h="12700">
                  <a:moveTo>
                    <a:pt x="0" y="0"/>
                  </a:moveTo>
                  <a:lnTo>
                    <a:pt x="691007" y="0"/>
                  </a:lnTo>
                </a:path>
              </a:pathLst>
            </a:custGeom>
            <a:ln w="13589" cap="rnd">
              <a:solidFill>
                <a:srgbClr val="000000"/>
              </a:solidFill>
              <a:prstDash val="solid"/>
              <a:round/>
            </a:ln>
          </p:spPr>
          <p:txBody>
            <a:bodyPr/>
            <a:lstStyle/>
            <a:p>
              <a:pPr algn="ctr"/>
              <a:endParaRPr lang="en-US" sz="2646"/>
            </a:p>
          </p:txBody>
        </p:sp>
        <p:sp>
          <p:nvSpPr>
            <p:cNvPr id="801" name="TextBox 800">
              <a:extLst>
                <a:ext uri="{FF2B5EF4-FFF2-40B4-BE49-F238E27FC236}">
                  <a16:creationId xmlns:a16="http://schemas.microsoft.com/office/drawing/2014/main" id="{73E4844A-F788-9B77-1817-6689DFC98FEF}"/>
                </a:ext>
              </a:extLst>
            </p:cNvPr>
            <p:cNvSpPr txBox="1"/>
            <p:nvPr/>
          </p:nvSpPr>
          <p:spPr>
            <a:xfrm>
              <a:off x="4547698" y="2155973"/>
              <a:ext cx="395617"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802" name="Freeform 655">
              <a:extLst>
                <a:ext uri="{FF2B5EF4-FFF2-40B4-BE49-F238E27FC236}">
                  <a16:creationId xmlns:a16="http://schemas.microsoft.com/office/drawing/2014/main" id="{84BE5F5C-3460-65A1-0521-062027F4C0B4}"/>
                </a:ext>
              </a:extLst>
            </p:cNvPr>
            <p:cNvSpPr/>
            <p:nvPr/>
          </p:nvSpPr>
          <p:spPr>
            <a:xfrm>
              <a:off x="4267049" y="2356288"/>
              <a:ext cx="953135" cy="12700"/>
            </a:xfrm>
            <a:custGeom>
              <a:avLst/>
              <a:gdLst>
                <a:gd name="csX0" fmla="*/ 0 w 953135"/>
                <a:gd name="csY0" fmla="*/ 0 h 12700"/>
                <a:gd name="csX1" fmla="*/ 953135 w 953135"/>
                <a:gd name="csY1" fmla="*/ 0 h 12700"/>
              </a:gdLst>
              <a:ahLst/>
              <a:cxnLst>
                <a:cxn ang="0">
                  <a:pos x="csX0" y="csY0"/>
                </a:cxn>
                <a:cxn ang="0">
                  <a:pos x="csX1" y="csY1"/>
                </a:cxn>
              </a:cxnLst>
              <a:rect l="l" t="t" r="r" b="b"/>
              <a:pathLst>
                <a:path w="953135" h="12700">
                  <a:moveTo>
                    <a:pt x="0" y="0"/>
                  </a:moveTo>
                  <a:lnTo>
                    <a:pt x="953135" y="0"/>
                  </a:lnTo>
                </a:path>
              </a:pathLst>
            </a:custGeom>
            <a:ln w="13589" cap="rnd">
              <a:solidFill>
                <a:srgbClr val="000000"/>
              </a:solidFill>
              <a:prstDash val="solid"/>
              <a:round/>
            </a:ln>
          </p:spPr>
          <p:txBody>
            <a:bodyPr/>
            <a:lstStyle/>
            <a:p>
              <a:pPr algn="ctr"/>
              <a:endParaRPr lang="en-US" sz="2646"/>
            </a:p>
          </p:txBody>
        </p:sp>
      </p:grpSp>
      <p:grpSp>
        <p:nvGrpSpPr>
          <p:cNvPr id="739" name="Graphic 525">
            <a:extLst>
              <a:ext uri="{FF2B5EF4-FFF2-40B4-BE49-F238E27FC236}">
                <a16:creationId xmlns:a16="http://schemas.microsoft.com/office/drawing/2014/main" id="{0865BE47-6924-D0E1-1987-2AC7471A4BA9}"/>
              </a:ext>
            </a:extLst>
          </p:cNvPr>
          <p:cNvGrpSpPr/>
          <p:nvPr/>
        </p:nvGrpSpPr>
        <p:grpSpPr>
          <a:xfrm>
            <a:off x="1957839" y="4587397"/>
            <a:ext cx="1533491" cy="1305709"/>
            <a:chOff x="3740284" y="2194236"/>
            <a:chExt cx="1622901" cy="1381837"/>
          </a:xfrm>
        </p:grpSpPr>
        <p:sp>
          <p:nvSpPr>
            <p:cNvPr id="740" name="Freeform 657">
              <a:extLst>
                <a:ext uri="{FF2B5EF4-FFF2-40B4-BE49-F238E27FC236}">
                  <a16:creationId xmlns:a16="http://schemas.microsoft.com/office/drawing/2014/main" id="{8C65A7FE-C80D-B710-9A90-BEE62E9264E9}"/>
                </a:ext>
              </a:extLst>
            </p:cNvPr>
            <p:cNvSpPr/>
            <p:nvPr/>
          </p:nvSpPr>
          <p:spPr>
            <a:xfrm>
              <a:off x="4124173" y="2194236"/>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741" name="TextBox 740">
              <a:extLst>
                <a:ext uri="{FF2B5EF4-FFF2-40B4-BE49-F238E27FC236}">
                  <a16:creationId xmlns:a16="http://schemas.microsoft.com/office/drawing/2014/main" id="{D8E9D55A-6FC7-8747-EA34-01683F3F45DB}"/>
                </a:ext>
              </a:extLst>
            </p:cNvPr>
            <p:cNvSpPr txBox="1"/>
            <p:nvPr/>
          </p:nvSpPr>
          <p:spPr>
            <a:xfrm>
              <a:off x="3802799" y="3170149"/>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a:t>
              </a:r>
            </a:p>
          </p:txBody>
        </p:sp>
        <p:sp>
          <p:nvSpPr>
            <p:cNvPr id="742" name="TextBox 741">
              <a:extLst>
                <a:ext uri="{FF2B5EF4-FFF2-40B4-BE49-F238E27FC236}">
                  <a16:creationId xmlns:a16="http://schemas.microsoft.com/office/drawing/2014/main" id="{E838C160-9225-5D1B-07B1-51567D130A6B}"/>
                </a:ext>
              </a:extLst>
            </p:cNvPr>
            <p:cNvSpPr txBox="1"/>
            <p:nvPr/>
          </p:nvSpPr>
          <p:spPr>
            <a:xfrm>
              <a:off x="3802799" y="2959202"/>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5%</a:t>
              </a:r>
            </a:p>
          </p:txBody>
        </p:sp>
        <p:sp>
          <p:nvSpPr>
            <p:cNvPr id="743" name="TextBox 742">
              <a:extLst>
                <a:ext uri="{FF2B5EF4-FFF2-40B4-BE49-F238E27FC236}">
                  <a16:creationId xmlns:a16="http://schemas.microsoft.com/office/drawing/2014/main" id="{BE3F40FA-821D-CE00-9806-E98D1025BCEC}"/>
                </a:ext>
              </a:extLst>
            </p:cNvPr>
            <p:cNvSpPr txBox="1"/>
            <p:nvPr/>
          </p:nvSpPr>
          <p:spPr>
            <a:xfrm>
              <a:off x="3740284" y="2748255"/>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10%</a:t>
              </a:r>
            </a:p>
          </p:txBody>
        </p:sp>
        <p:sp>
          <p:nvSpPr>
            <p:cNvPr id="744" name="TextBox 743">
              <a:extLst>
                <a:ext uri="{FF2B5EF4-FFF2-40B4-BE49-F238E27FC236}">
                  <a16:creationId xmlns:a16="http://schemas.microsoft.com/office/drawing/2014/main" id="{6B4ADFAC-6642-7B94-2581-7509F420F7B5}"/>
                </a:ext>
              </a:extLst>
            </p:cNvPr>
            <p:cNvSpPr txBox="1"/>
            <p:nvPr/>
          </p:nvSpPr>
          <p:spPr>
            <a:xfrm>
              <a:off x="3740284" y="2537308"/>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15%</a:t>
              </a:r>
            </a:p>
          </p:txBody>
        </p:sp>
        <p:sp>
          <p:nvSpPr>
            <p:cNvPr id="745" name="TextBox 744">
              <a:extLst>
                <a:ext uri="{FF2B5EF4-FFF2-40B4-BE49-F238E27FC236}">
                  <a16:creationId xmlns:a16="http://schemas.microsoft.com/office/drawing/2014/main" id="{A17B8AF9-BE2A-703A-A737-6D5C2086615E}"/>
                </a:ext>
              </a:extLst>
            </p:cNvPr>
            <p:cNvSpPr txBox="1"/>
            <p:nvPr/>
          </p:nvSpPr>
          <p:spPr>
            <a:xfrm>
              <a:off x="3740284" y="2326361"/>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20%</a:t>
              </a:r>
            </a:p>
          </p:txBody>
        </p:sp>
        <p:sp>
          <p:nvSpPr>
            <p:cNvPr id="747" name="Freeform 664">
              <a:extLst>
                <a:ext uri="{FF2B5EF4-FFF2-40B4-BE49-F238E27FC236}">
                  <a16:creationId xmlns:a16="http://schemas.microsoft.com/office/drawing/2014/main" id="{2E0B6029-D1B3-906B-7E11-E0E8B51AAEDD}"/>
                </a:ext>
              </a:extLst>
            </p:cNvPr>
            <p:cNvSpPr/>
            <p:nvPr/>
          </p:nvSpPr>
          <p:spPr>
            <a:xfrm>
              <a:off x="4089376" y="327703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748" name="Freeform 665">
              <a:extLst>
                <a:ext uri="{FF2B5EF4-FFF2-40B4-BE49-F238E27FC236}">
                  <a16:creationId xmlns:a16="http://schemas.microsoft.com/office/drawing/2014/main" id="{66668CA7-9DB8-4E1A-7469-24225E7B1029}"/>
                </a:ext>
              </a:extLst>
            </p:cNvPr>
            <p:cNvSpPr/>
            <p:nvPr/>
          </p:nvSpPr>
          <p:spPr>
            <a:xfrm>
              <a:off x="4089376" y="3066091"/>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749" name="Freeform 666">
              <a:extLst>
                <a:ext uri="{FF2B5EF4-FFF2-40B4-BE49-F238E27FC236}">
                  <a16:creationId xmlns:a16="http://schemas.microsoft.com/office/drawing/2014/main" id="{A4C63BF4-4C3B-B20D-641B-70E31916F579}"/>
                </a:ext>
              </a:extLst>
            </p:cNvPr>
            <p:cNvSpPr/>
            <p:nvPr/>
          </p:nvSpPr>
          <p:spPr>
            <a:xfrm>
              <a:off x="4089376" y="2855144"/>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750" name="Freeform 667">
              <a:extLst>
                <a:ext uri="{FF2B5EF4-FFF2-40B4-BE49-F238E27FC236}">
                  <a16:creationId xmlns:a16="http://schemas.microsoft.com/office/drawing/2014/main" id="{14856FF4-041D-DB3E-CF9C-786D8F4D8B29}"/>
                </a:ext>
              </a:extLst>
            </p:cNvPr>
            <p:cNvSpPr/>
            <p:nvPr/>
          </p:nvSpPr>
          <p:spPr>
            <a:xfrm>
              <a:off x="4089376" y="2644197"/>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751" name="Freeform 668">
              <a:extLst>
                <a:ext uri="{FF2B5EF4-FFF2-40B4-BE49-F238E27FC236}">
                  <a16:creationId xmlns:a16="http://schemas.microsoft.com/office/drawing/2014/main" id="{F64EADD2-4B8E-762D-525D-B803A8DEC715}"/>
                </a:ext>
              </a:extLst>
            </p:cNvPr>
            <p:cNvSpPr/>
            <p:nvPr/>
          </p:nvSpPr>
          <p:spPr>
            <a:xfrm>
              <a:off x="4089376" y="2433250"/>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753" name="Freeform 670">
              <a:extLst>
                <a:ext uri="{FF2B5EF4-FFF2-40B4-BE49-F238E27FC236}">
                  <a16:creationId xmlns:a16="http://schemas.microsoft.com/office/drawing/2014/main" id="{DCB8CDBC-B7DC-6150-B3B0-0BF64A76BD3D}"/>
                </a:ext>
              </a:extLst>
            </p:cNvPr>
            <p:cNvSpPr/>
            <p:nvPr/>
          </p:nvSpPr>
          <p:spPr>
            <a:xfrm>
              <a:off x="4124173" y="3328600"/>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pPr algn="ctr"/>
              <a:endParaRPr lang="en-US" sz="2646"/>
            </a:p>
          </p:txBody>
        </p:sp>
        <p:sp>
          <p:nvSpPr>
            <p:cNvPr id="754" name="Freeform 671">
              <a:extLst>
                <a:ext uri="{FF2B5EF4-FFF2-40B4-BE49-F238E27FC236}">
                  <a16:creationId xmlns:a16="http://schemas.microsoft.com/office/drawing/2014/main" id="{D24FF78A-8C0D-F763-316A-1C915BB5F01D}"/>
                </a:ext>
              </a:extLst>
            </p:cNvPr>
            <p:cNvSpPr/>
            <p:nvPr/>
          </p:nvSpPr>
          <p:spPr>
            <a:xfrm>
              <a:off x="4267048" y="33286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755" name="Freeform 672">
              <a:extLst>
                <a:ext uri="{FF2B5EF4-FFF2-40B4-BE49-F238E27FC236}">
                  <a16:creationId xmlns:a16="http://schemas.microsoft.com/office/drawing/2014/main" id="{3ABF26E3-B299-69F3-8C8B-C91F8DE569C4}"/>
                </a:ext>
              </a:extLst>
            </p:cNvPr>
            <p:cNvSpPr/>
            <p:nvPr/>
          </p:nvSpPr>
          <p:spPr>
            <a:xfrm>
              <a:off x="4505428" y="33286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756" name="Freeform 673">
              <a:extLst>
                <a:ext uri="{FF2B5EF4-FFF2-40B4-BE49-F238E27FC236}">
                  <a16:creationId xmlns:a16="http://schemas.microsoft.com/office/drawing/2014/main" id="{02444258-A545-8BD1-4327-B556730504DE}"/>
                </a:ext>
              </a:extLst>
            </p:cNvPr>
            <p:cNvSpPr/>
            <p:nvPr/>
          </p:nvSpPr>
          <p:spPr>
            <a:xfrm>
              <a:off x="4743679" y="33286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757" name="Freeform 674">
              <a:extLst>
                <a:ext uri="{FF2B5EF4-FFF2-40B4-BE49-F238E27FC236}">
                  <a16:creationId xmlns:a16="http://schemas.microsoft.com/office/drawing/2014/main" id="{7F574900-A816-FD59-3F93-9F02E18DA610}"/>
                </a:ext>
              </a:extLst>
            </p:cNvPr>
            <p:cNvSpPr/>
            <p:nvPr/>
          </p:nvSpPr>
          <p:spPr>
            <a:xfrm>
              <a:off x="4981932" y="33286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758" name="Freeform 675">
              <a:extLst>
                <a:ext uri="{FF2B5EF4-FFF2-40B4-BE49-F238E27FC236}">
                  <a16:creationId xmlns:a16="http://schemas.microsoft.com/office/drawing/2014/main" id="{11042102-E377-30BF-C195-8B6BC9F5E1E1}"/>
                </a:ext>
              </a:extLst>
            </p:cNvPr>
            <p:cNvSpPr/>
            <p:nvPr/>
          </p:nvSpPr>
          <p:spPr>
            <a:xfrm>
              <a:off x="5220184" y="33286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759" name="TextBox 758">
              <a:extLst>
                <a:ext uri="{FF2B5EF4-FFF2-40B4-BE49-F238E27FC236}">
                  <a16:creationId xmlns:a16="http://schemas.microsoft.com/office/drawing/2014/main" id="{E36B3622-BF32-8F2B-292D-E27EF76AE1BF}"/>
                </a:ext>
              </a:extLst>
            </p:cNvPr>
            <p:cNvSpPr txBox="1"/>
            <p:nvPr/>
          </p:nvSpPr>
          <p:spPr>
            <a:xfrm>
              <a:off x="4123939" y="332445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760" name="TextBox 759">
              <a:extLst>
                <a:ext uri="{FF2B5EF4-FFF2-40B4-BE49-F238E27FC236}">
                  <a16:creationId xmlns:a16="http://schemas.microsoft.com/office/drawing/2014/main" id="{172C09C7-DE34-A14E-2E09-C4A24D201DE1}"/>
                </a:ext>
              </a:extLst>
            </p:cNvPr>
            <p:cNvSpPr txBox="1"/>
            <p:nvPr/>
          </p:nvSpPr>
          <p:spPr>
            <a:xfrm>
              <a:off x="4392898" y="3324454"/>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761" name="TextBox 760">
              <a:extLst>
                <a:ext uri="{FF2B5EF4-FFF2-40B4-BE49-F238E27FC236}">
                  <a16:creationId xmlns:a16="http://schemas.microsoft.com/office/drawing/2014/main" id="{F07A51F4-4429-2E38-5B4E-D530B26AD675}"/>
                </a:ext>
              </a:extLst>
            </p:cNvPr>
            <p:cNvSpPr txBox="1"/>
            <p:nvPr/>
          </p:nvSpPr>
          <p:spPr>
            <a:xfrm>
              <a:off x="4599712" y="332445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762" name="TextBox 761">
              <a:extLst>
                <a:ext uri="{FF2B5EF4-FFF2-40B4-BE49-F238E27FC236}">
                  <a16:creationId xmlns:a16="http://schemas.microsoft.com/office/drawing/2014/main" id="{A07191E8-D99B-6A17-ED4A-435B43B4776E}"/>
                </a:ext>
              </a:extLst>
            </p:cNvPr>
            <p:cNvSpPr txBox="1"/>
            <p:nvPr/>
          </p:nvSpPr>
          <p:spPr>
            <a:xfrm>
              <a:off x="4810710" y="3324454"/>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763" name="TextBox 762">
              <a:extLst>
                <a:ext uri="{FF2B5EF4-FFF2-40B4-BE49-F238E27FC236}">
                  <a16:creationId xmlns:a16="http://schemas.microsoft.com/office/drawing/2014/main" id="{EDA2BCE2-B7CA-B093-A780-20407C3ABA3F}"/>
                </a:ext>
              </a:extLst>
            </p:cNvPr>
            <p:cNvSpPr txBox="1"/>
            <p:nvPr/>
          </p:nvSpPr>
          <p:spPr>
            <a:xfrm>
              <a:off x="5089483" y="3324454"/>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grpSp>
      <p:grpSp>
        <p:nvGrpSpPr>
          <p:cNvPr id="804" name="Graphic 527">
            <a:extLst>
              <a:ext uri="{FF2B5EF4-FFF2-40B4-BE49-F238E27FC236}">
                <a16:creationId xmlns:a16="http://schemas.microsoft.com/office/drawing/2014/main" id="{D8BD21F9-B56F-AD1C-844D-58C085898052}"/>
              </a:ext>
            </a:extLst>
          </p:cNvPr>
          <p:cNvGrpSpPr/>
          <p:nvPr/>
        </p:nvGrpSpPr>
        <p:grpSpPr>
          <a:xfrm>
            <a:off x="2294894" y="6113593"/>
            <a:ext cx="1203931" cy="1113294"/>
            <a:chOff x="5514405" y="3979322"/>
            <a:chExt cx="1274126" cy="1178204"/>
          </a:xfrm>
        </p:grpSpPr>
        <p:sp>
          <p:nvSpPr>
            <p:cNvPr id="827" name="Freeform 688">
              <a:extLst>
                <a:ext uri="{FF2B5EF4-FFF2-40B4-BE49-F238E27FC236}">
                  <a16:creationId xmlns:a16="http://schemas.microsoft.com/office/drawing/2014/main" id="{A8201621-065E-466E-0340-8B01276AFA04}"/>
                </a:ext>
              </a:extLst>
            </p:cNvPr>
            <p:cNvSpPr/>
            <p:nvPr/>
          </p:nvSpPr>
          <p:spPr>
            <a:xfrm>
              <a:off x="5549392" y="4023036"/>
              <a:ext cx="1239139" cy="1134490"/>
            </a:xfrm>
            <a:custGeom>
              <a:avLst/>
              <a:gdLst>
                <a:gd name="csX0" fmla="*/ 0 w 1239139"/>
                <a:gd name="csY0" fmla="*/ 0 h 1134490"/>
                <a:gd name="csX1" fmla="*/ 1239139 w 1239139"/>
                <a:gd name="csY1" fmla="*/ 0 h 1134490"/>
                <a:gd name="csX2" fmla="*/ 1239139 w 1239139"/>
                <a:gd name="csY2" fmla="*/ 1134491 h 1134490"/>
                <a:gd name="csX3" fmla="*/ 0 w 1239139"/>
                <a:gd name="csY3" fmla="*/ 1134491 h 1134490"/>
              </a:gdLst>
              <a:ahLst/>
              <a:cxnLst>
                <a:cxn ang="0">
                  <a:pos x="csX0" y="csY0"/>
                </a:cxn>
                <a:cxn ang="0">
                  <a:pos x="csX1" y="csY1"/>
                </a:cxn>
                <a:cxn ang="0">
                  <a:pos x="csX2" y="csY2"/>
                </a:cxn>
                <a:cxn ang="0">
                  <a:pos x="csX3" y="csY3"/>
                </a:cxn>
              </a:cxnLst>
              <a:rect l="l" t="t" r="r" b="b"/>
              <a:pathLst>
                <a:path w="1239139" h="1134490">
                  <a:moveTo>
                    <a:pt x="0" y="0"/>
                  </a:moveTo>
                  <a:lnTo>
                    <a:pt x="1239139" y="0"/>
                  </a:lnTo>
                  <a:lnTo>
                    <a:pt x="1239139"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828" name="Freeform 689">
              <a:extLst>
                <a:ext uri="{FF2B5EF4-FFF2-40B4-BE49-F238E27FC236}">
                  <a16:creationId xmlns:a16="http://schemas.microsoft.com/office/drawing/2014/main" id="{D5987CA7-8033-5C7E-27DD-F7AE0F6F0EE3}"/>
                </a:ext>
              </a:extLst>
            </p:cNvPr>
            <p:cNvSpPr/>
            <p:nvPr/>
          </p:nvSpPr>
          <p:spPr>
            <a:xfrm>
              <a:off x="5585079" y="4940357"/>
              <a:ext cx="214503" cy="165607"/>
            </a:xfrm>
            <a:custGeom>
              <a:avLst/>
              <a:gdLst>
                <a:gd name="csX0" fmla="*/ 0 w 214503"/>
                <a:gd name="csY0" fmla="*/ 0 h 165607"/>
                <a:gd name="csX1" fmla="*/ 214503 w 214503"/>
                <a:gd name="csY1" fmla="*/ 0 h 165607"/>
                <a:gd name="csX2" fmla="*/ 214503 w 214503"/>
                <a:gd name="csY2" fmla="*/ 165608 h 165607"/>
                <a:gd name="csX3" fmla="*/ 0 w 214503"/>
                <a:gd name="csY3" fmla="*/ 165608 h 165607"/>
              </a:gdLst>
              <a:ahLst/>
              <a:cxnLst>
                <a:cxn ang="0">
                  <a:pos x="csX0" y="csY0"/>
                </a:cxn>
                <a:cxn ang="0">
                  <a:pos x="csX1" y="csY1"/>
                </a:cxn>
                <a:cxn ang="0">
                  <a:pos x="csX2" y="csY2"/>
                </a:cxn>
                <a:cxn ang="0">
                  <a:pos x="csX3" y="csY3"/>
                </a:cxn>
              </a:cxnLst>
              <a:rect l="l" t="t" r="r" b="b"/>
              <a:pathLst>
                <a:path w="214503" h="165607">
                  <a:moveTo>
                    <a:pt x="0" y="0"/>
                  </a:moveTo>
                  <a:lnTo>
                    <a:pt x="214503" y="0"/>
                  </a:lnTo>
                  <a:lnTo>
                    <a:pt x="214503" y="165608"/>
                  </a:lnTo>
                  <a:lnTo>
                    <a:pt x="0" y="165608"/>
                  </a:lnTo>
                  <a:close/>
                </a:path>
              </a:pathLst>
            </a:custGeom>
            <a:solidFill>
              <a:srgbClr val="1965B0"/>
            </a:solidFill>
            <a:ln w="13589" cap="flat">
              <a:noFill/>
              <a:prstDash val="solid"/>
              <a:miter/>
            </a:ln>
          </p:spPr>
          <p:txBody>
            <a:bodyPr/>
            <a:lstStyle/>
            <a:p>
              <a:pPr algn="ctr"/>
              <a:endParaRPr lang="en-US" sz="2646"/>
            </a:p>
          </p:txBody>
        </p:sp>
        <p:sp>
          <p:nvSpPr>
            <p:cNvPr id="829" name="Freeform 690">
              <a:extLst>
                <a:ext uri="{FF2B5EF4-FFF2-40B4-BE49-F238E27FC236}">
                  <a16:creationId xmlns:a16="http://schemas.microsoft.com/office/drawing/2014/main" id="{F28A89C1-9B97-C2E9-CDD3-E49AD4BF0651}"/>
                </a:ext>
              </a:extLst>
            </p:cNvPr>
            <p:cNvSpPr/>
            <p:nvPr/>
          </p:nvSpPr>
          <p:spPr>
            <a:xfrm>
              <a:off x="5823331" y="4929054"/>
              <a:ext cx="214503" cy="176784"/>
            </a:xfrm>
            <a:custGeom>
              <a:avLst/>
              <a:gdLst>
                <a:gd name="csX0" fmla="*/ 0 w 214503"/>
                <a:gd name="csY0" fmla="*/ 0 h 176784"/>
                <a:gd name="csX1" fmla="*/ 214503 w 214503"/>
                <a:gd name="csY1" fmla="*/ 0 h 176784"/>
                <a:gd name="csX2" fmla="*/ 214503 w 214503"/>
                <a:gd name="csY2" fmla="*/ 176784 h 176784"/>
                <a:gd name="csX3" fmla="*/ 0 w 214503"/>
                <a:gd name="csY3" fmla="*/ 176784 h 176784"/>
              </a:gdLst>
              <a:ahLst/>
              <a:cxnLst>
                <a:cxn ang="0">
                  <a:pos x="csX0" y="csY0"/>
                </a:cxn>
                <a:cxn ang="0">
                  <a:pos x="csX1" y="csY1"/>
                </a:cxn>
                <a:cxn ang="0">
                  <a:pos x="csX2" y="csY2"/>
                </a:cxn>
                <a:cxn ang="0">
                  <a:pos x="csX3" y="csY3"/>
                </a:cxn>
              </a:cxnLst>
              <a:rect l="l" t="t" r="r" b="b"/>
              <a:pathLst>
                <a:path w="214503" h="176784">
                  <a:moveTo>
                    <a:pt x="0" y="0"/>
                  </a:moveTo>
                  <a:lnTo>
                    <a:pt x="214503" y="0"/>
                  </a:lnTo>
                  <a:lnTo>
                    <a:pt x="214503" y="176784"/>
                  </a:lnTo>
                  <a:lnTo>
                    <a:pt x="0" y="176784"/>
                  </a:lnTo>
                  <a:close/>
                </a:path>
              </a:pathLst>
            </a:custGeom>
            <a:solidFill>
              <a:srgbClr val="4EB265"/>
            </a:solidFill>
            <a:ln w="13589" cap="flat">
              <a:noFill/>
              <a:prstDash val="solid"/>
              <a:miter/>
            </a:ln>
          </p:spPr>
          <p:txBody>
            <a:bodyPr/>
            <a:lstStyle/>
            <a:p>
              <a:pPr algn="ctr"/>
              <a:endParaRPr lang="en-US" sz="2646"/>
            </a:p>
          </p:txBody>
        </p:sp>
        <p:sp>
          <p:nvSpPr>
            <p:cNvPr id="830" name="Freeform 691">
              <a:extLst>
                <a:ext uri="{FF2B5EF4-FFF2-40B4-BE49-F238E27FC236}">
                  <a16:creationId xmlns:a16="http://schemas.microsoft.com/office/drawing/2014/main" id="{1133118B-79DC-655D-638C-26C65ABF935F}"/>
                </a:ext>
              </a:extLst>
            </p:cNvPr>
            <p:cNvSpPr/>
            <p:nvPr/>
          </p:nvSpPr>
          <p:spPr>
            <a:xfrm>
              <a:off x="6061583" y="4629588"/>
              <a:ext cx="214503" cy="476250"/>
            </a:xfrm>
            <a:custGeom>
              <a:avLst/>
              <a:gdLst>
                <a:gd name="csX0" fmla="*/ 0 w 214503"/>
                <a:gd name="csY0" fmla="*/ 0 h 476250"/>
                <a:gd name="csX1" fmla="*/ 214503 w 214503"/>
                <a:gd name="csY1" fmla="*/ 0 h 476250"/>
                <a:gd name="csX2" fmla="*/ 214503 w 214503"/>
                <a:gd name="csY2" fmla="*/ 476250 h 476250"/>
                <a:gd name="csX3" fmla="*/ 0 w 214503"/>
                <a:gd name="csY3" fmla="*/ 476250 h 476250"/>
              </a:gdLst>
              <a:ahLst/>
              <a:cxnLst>
                <a:cxn ang="0">
                  <a:pos x="csX0" y="csY0"/>
                </a:cxn>
                <a:cxn ang="0">
                  <a:pos x="csX1" y="csY1"/>
                </a:cxn>
                <a:cxn ang="0">
                  <a:pos x="csX2" y="csY2"/>
                </a:cxn>
                <a:cxn ang="0">
                  <a:pos x="csX3" y="csY3"/>
                </a:cxn>
              </a:cxnLst>
              <a:rect l="l" t="t" r="r" b="b"/>
              <a:pathLst>
                <a:path w="214503" h="476250">
                  <a:moveTo>
                    <a:pt x="0" y="0"/>
                  </a:moveTo>
                  <a:lnTo>
                    <a:pt x="214503" y="0"/>
                  </a:lnTo>
                  <a:lnTo>
                    <a:pt x="214503" y="476250"/>
                  </a:lnTo>
                  <a:lnTo>
                    <a:pt x="0" y="476250"/>
                  </a:lnTo>
                  <a:close/>
                </a:path>
              </a:pathLst>
            </a:custGeom>
            <a:solidFill>
              <a:srgbClr val="F7F056"/>
            </a:solidFill>
            <a:ln w="13589" cap="flat">
              <a:noFill/>
              <a:prstDash val="solid"/>
              <a:miter/>
            </a:ln>
          </p:spPr>
          <p:txBody>
            <a:bodyPr/>
            <a:lstStyle/>
            <a:p>
              <a:pPr algn="ctr"/>
              <a:endParaRPr lang="en-US" sz="2646"/>
            </a:p>
          </p:txBody>
        </p:sp>
        <p:sp>
          <p:nvSpPr>
            <p:cNvPr id="831" name="Freeform 692">
              <a:extLst>
                <a:ext uri="{FF2B5EF4-FFF2-40B4-BE49-F238E27FC236}">
                  <a16:creationId xmlns:a16="http://schemas.microsoft.com/office/drawing/2014/main" id="{03F6DF0C-EB92-B566-A9AF-27E8DE1CB61C}"/>
                </a:ext>
              </a:extLst>
            </p:cNvPr>
            <p:cNvSpPr/>
            <p:nvPr/>
          </p:nvSpPr>
          <p:spPr>
            <a:xfrm>
              <a:off x="6299962" y="4483665"/>
              <a:ext cx="214503" cy="622300"/>
            </a:xfrm>
            <a:custGeom>
              <a:avLst/>
              <a:gdLst>
                <a:gd name="csX0" fmla="*/ 0 w 214503"/>
                <a:gd name="csY0" fmla="*/ 0 h 622300"/>
                <a:gd name="csX1" fmla="*/ 214503 w 214503"/>
                <a:gd name="csY1" fmla="*/ 0 h 622300"/>
                <a:gd name="csX2" fmla="*/ 214503 w 214503"/>
                <a:gd name="csY2" fmla="*/ 622300 h 622300"/>
                <a:gd name="csX3" fmla="*/ 0 w 214503"/>
                <a:gd name="csY3" fmla="*/ 622300 h 622300"/>
              </a:gdLst>
              <a:ahLst/>
              <a:cxnLst>
                <a:cxn ang="0">
                  <a:pos x="csX0" y="csY0"/>
                </a:cxn>
                <a:cxn ang="0">
                  <a:pos x="csX1" y="csY1"/>
                </a:cxn>
                <a:cxn ang="0">
                  <a:pos x="csX2" y="csY2"/>
                </a:cxn>
                <a:cxn ang="0">
                  <a:pos x="csX3" y="csY3"/>
                </a:cxn>
              </a:cxnLst>
              <a:rect l="l" t="t" r="r" b="b"/>
              <a:pathLst>
                <a:path w="214503" h="622300">
                  <a:moveTo>
                    <a:pt x="0" y="0"/>
                  </a:moveTo>
                  <a:lnTo>
                    <a:pt x="214503" y="0"/>
                  </a:lnTo>
                  <a:lnTo>
                    <a:pt x="214503" y="622300"/>
                  </a:lnTo>
                  <a:lnTo>
                    <a:pt x="0" y="622300"/>
                  </a:lnTo>
                  <a:close/>
                </a:path>
              </a:pathLst>
            </a:custGeom>
            <a:solidFill>
              <a:srgbClr val="7BAFDE"/>
            </a:solidFill>
            <a:ln w="13589" cap="flat">
              <a:noFill/>
              <a:prstDash val="solid"/>
              <a:miter/>
            </a:ln>
          </p:spPr>
          <p:txBody>
            <a:bodyPr/>
            <a:lstStyle/>
            <a:p>
              <a:pPr algn="ctr"/>
              <a:endParaRPr lang="en-US" sz="2646"/>
            </a:p>
          </p:txBody>
        </p:sp>
        <p:sp>
          <p:nvSpPr>
            <p:cNvPr id="832" name="Freeform 693">
              <a:extLst>
                <a:ext uri="{FF2B5EF4-FFF2-40B4-BE49-F238E27FC236}">
                  <a16:creationId xmlns:a16="http://schemas.microsoft.com/office/drawing/2014/main" id="{32CC7753-7A12-5CEB-B9B3-DAC7037AEC32}"/>
                </a:ext>
              </a:extLst>
            </p:cNvPr>
            <p:cNvSpPr/>
            <p:nvPr/>
          </p:nvSpPr>
          <p:spPr>
            <a:xfrm>
              <a:off x="6538214" y="4695374"/>
              <a:ext cx="214502" cy="410591"/>
            </a:xfrm>
            <a:custGeom>
              <a:avLst/>
              <a:gdLst>
                <a:gd name="csX0" fmla="*/ 0 w 214502"/>
                <a:gd name="csY0" fmla="*/ 0 h 410591"/>
                <a:gd name="csX1" fmla="*/ 214503 w 214502"/>
                <a:gd name="csY1" fmla="*/ 0 h 410591"/>
                <a:gd name="csX2" fmla="*/ 214503 w 214502"/>
                <a:gd name="csY2" fmla="*/ 410591 h 410591"/>
                <a:gd name="csX3" fmla="*/ 0 w 214502"/>
                <a:gd name="csY3" fmla="*/ 410591 h 410591"/>
              </a:gdLst>
              <a:ahLst/>
              <a:cxnLst>
                <a:cxn ang="0">
                  <a:pos x="csX0" y="csY0"/>
                </a:cxn>
                <a:cxn ang="0">
                  <a:pos x="csX1" y="csY1"/>
                </a:cxn>
                <a:cxn ang="0">
                  <a:pos x="csX2" y="csY2"/>
                </a:cxn>
                <a:cxn ang="0">
                  <a:pos x="csX3" y="csY3"/>
                </a:cxn>
              </a:cxnLst>
              <a:rect l="l" t="t" r="r" b="b"/>
              <a:pathLst>
                <a:path w="214502" h="410591">
                  <a:moveTo>
                    <a:pt x="0" y="0"/>
                  </a:moveTo>
                  <a:lnTo>
                    <a:pt x="214503" y="0"/>
                  </a:lnTo>
                  <a:lnTo>
                    <a:pt x="214503" y="410591"/>
                  </a:lnTo>
                  <a:lnTo>
                    <a:pt x="0" y="410591"/>
                  </a:lnTo>
                  <a:close/>
                </a:path>
              </a:pathLst>
            </a:custGeom>
            <a:solidFill>
              <a:srgbClr val="DC050C"/>
            </a:solidFill>
            <a:ln w="13589" cap="flat">
              <a:noFill/>
              <a:prstDash val="solid"/>
              <a:miter/>
            </a:ln>
          </p:spPr>
          <p:txBody>
            <a:bodyPr/>
            <a:lstStyle/>
            <a:p>
              <a:pPr algn="ctr"/>
              <a:endParaRPr lang="en-US" sz="2646"/>
            </a:p>
          </p:txBody>
        </p:sp>
        <p:sp>
          <p:nvSpPr>
            <p:cNvPr id="833" name="Freeform 694">
              <a:extLst>
                <a:ext uri="{FF2B5EF4-FFF2-40B4-BE49-F238E27FC236}">
                  <a16:creationId xmlns:a16="http://schemas.microsoft.com/office/drawing/2014/main" id="{3C504863-EA18-14F4-9D3D-62847E5B5B3F}"/>
                </a:ext>
              </a:extLst>
            </p:cNvPr>
            <p:cNvSpPr/>
            <p:nvPr/>
          </p:nvSpPr>
          <p:spPr>
            <a:xfrm>
              <a:off x="5644641" y="4894255"/>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34" name="Freeform 695">
              <a:extLst>
                <a:ext uri="{FF2B5EF4-FFF2-40B4-BE49-F238E27FC236}">
                  <a16:creationId xmlns:a16="http://schemas.microsoft.com/office/drawing/2014/main" id="{2AFC7561-DA6A-7A45-A91D-108D1F9BED86}"/>
                </a:ext>
              </a:extLst>
            </p:cNvPr>
            <p:cNvSpPr/>
            <p:nvPr/>
          </p:nvSpPr>
          <p:spPr>
            <a:xfrm>
              <a:off x="5692266" y="4894255"/>
              <a:ext cx="12700" cy="92075"/>
            </a:xfrm>
            <a:custGeom>
              <a:avLst/>
              <a:gdLst>
                <a:gd name="csX0" fmla="*/ 0 w 12700"/>
                <a:gd name="csY0" fmla="*/ 0 h 92075"/>
                <a:gd name="csX1" fmla="*/ 0 w 12700"/>
                <a:gd name="csY1" fmla="*/ 92075 h 92075"/>
              </a:gdLst>
              <a:ahLst/>
              <a:cxnLst>
                <a:cxn ang="0">
                  <a:pos x="csX0" y="csY0"/>
                </a:cxn>
                <a:cxn ang="0">
                  <a:pos x="csX1" y="csY1"/>
                </a:cxn>
              </a:cxnLst>
              <a:rect l="l" t="t" r="r" b="b"/>
              <a:pathLst>
                <a:path w="12700" h="92075">
                  <a:moveTo>
                    <a:pt x="0" y="0"/>
                  </a:moveTo>
                  <a:lnTo>
                    <a:pt x="0" y="92075"/>
                  </a:lnTo>
                </a:path>
              </a:pathLst>
            </a:custGeom>
            <a:noFill/>
            <a:ln w="13589" cap="flat">
              <a:solidFill>
                <a:srgbClr val="000000"/>
              </a:solidFill>
              <a:prstDash val="solid"/>
              <a:round/>
            </a:ln>
          </p:spPr>
          <p:txBody>
            <a:bodyPr/>
            <a:lstStyle/>
            <a:p>
              <a:pPr algn="ctr"/>
              <a:endParaRPr lang="en-US" sz="2646"/>
            </a:p>
          </p:txBody>
        </p:sp>
        <p:sp>
          <p:nvSpPr>
            <p:cNvPr id="835" name="Freeform 696">
              <a:extLst>
                <a:ext uri="{FF2B5EF4-FFF2-40B4-BE49-F238E27FC236}">
                  <a16:creationId xmlns:a16="http://schemas.microsoft.com/office/drawing/2014/main" id="{1CB49AF4-EA6E-5199-3499-38CD29B75484}"/>
                </a:ext>
              </a:extLst>
            </p:cNvPr>
            <p:cNvSpPr/>
            <p:nvPr/>
          </p:nvSpPr>
          <p:spPr>
            <a:xfrm>
              <a:off x="5644641" y="4986330"/>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36" name="Freeform 697">
              <a:extLst>
                <a:ext uri="{FF2B5EF4-FFF2-40B4-BE49-F238E27FC236}">
                  <a16:creationId xmlns:a16="http://schemas.microsoft.com/office/drawing/2014/main" id="{A23E5CCB-90D5-52F9-FA8F-C701E323408A}"/>
                </a:ext>
              </a:extLst>
            </p:cNvPr>
            <p:cNvSpPr/>
            <p:nvPr/>
          </p:nvSpPr>
          <p:spPr>
            <a:xfrm>
              <a:off x="5882894" y="4905177"/>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37" name="Freeform 698">
              <a:extLst>
                <a:ext uri="{FF2B5EF4-FFF2-40B4-BE49-F238E27FC236}">
                  <a16:creationId xmlns:a16="http://schemas.microsoft.com/office/drawing/2014/main" id="{324D2E5F-BF69-6C76-59EC-FCDA05EB1B62}"/>
                </a:ext>
              </a:extLst>
            </p:cNvPr>
            <p:cNvSpPr/>
            <p:nvPr/>
          </p:nvSpPr>
          <p:spPr>
            <a:xfrm>
              <a:off x="5930646" y="4905177"/>
              <a:ext cx="12700" cy="47752"/>
            </a:xfrm>
            <a:custGeom>
              <a:avLst/>
              <a:gdLst>
                <a:gd name="csX0" fmla="*/ 0 w 12700"/>
                <a:gd name="csY0" fmla="*/ 0 h 47752"/>
                <a:gd name="csX1" fmla="*/ 0 w 12700"/>
                <a:gd name="csY1" fmla="*/ 47752 h 47752"/>
              </a:gdLst>
              <a:ahLst/>
              <a:cxnLst>
                <a:cxn ang="0">
                  <a:pos x="csX0" y="csY0"/>
                </a:cxn>
                <a:cxn ang="0">
                  <a:pos x="csX1" y="csY1"/>
                </a:cxn>
              </a:cxnLst>
              <a:rect l="l" t="t" r="r" b="b"/>
              <a:pathLst>
                <a:path w="12700" h="47752">
                  <a:moveTo>
                    <a:pt x="0" y="0"/>
                  </a:moveTo>
                  <a:lnTo>
                    <a:pt x="0" y="47752"/>
                  </a:lnTo>
                </a:path>
              </a:pathLst>
            </a:custGeom>
            <a:noFill/>
            <a:ln w="13589" cap="flat">
              <a:solidFill>
                <a:srgbClr val="000000"/>
              </a:solidFill>
              <a:prstDash val="solid"/>
              <a:round/>
            </a:ln>
          </p:spPr>
          <p:txBody>
            <a:bodyPr/>
            <a:lstStyle/>
            <a:p>
              <a:pPr algn="ctr"/>
              <a:endParaRPr lang="en-US" sz="2646"/>
            </a:p>
          </p:txBody>
        </p:sp>
        <p:sp>
          <p:nvSpPr>
            <p:cNvPr id="838" name="Freeform 699">
              <a:extLst>
                <a:ext uri="{FF2B5EF4-FFF2-40B4-BE49-F238E27FC236}">
                  <a16:creationId xmlns:a16="http://schemas.microsoft.com/office/drawing/2014/main" id="{7B85768A-C7CC-15A5-4AB4-79FD66A03CE3}"/>
                </a:ext>
              </a:extLst>
            </p:cNvPr>
            <p:cNvSpPr/>
            <p:nvPr/>
          </p:nvSpPr>
          <p:spPr>
            <a:xfrm>
              <a:off x="5882894" y="4952930"/>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39" name="Freeform 700">
              <a:extLst>
                <a:ext uri="{FF2B5EF4-FFF2-40B4-BE49-F238E27FC236}">
                  <a16:creationId xmlns:a16="http://schemas.microsoft.com/office/drawing/2014/main" id="{B41E20E9-1F5C-13D4-4AA5-489645315754}"/>
                </a:ext>
              </a:extLst>
            </p:cNvPr>
            <p:cNvSpPr/>
            <p:nvPr/>
          </p:nvSpPr>
          <p:spPr>
            <a:xfrm>
              <a:off x="6121272" y="4619936"/>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840" name="Freeform 701">
              <a:extLst>
                <a:ext uri="{FF2B5EF4-FFF2-40B4-BE49-F238E27FC236}">
                  <a16:creationId xmlns:a16="http://schemas.microsoft.com/office/drawing/2014/main" id="{BF122FBB-0E4F-F7AF-FD88-DF9FD7E83068}"/>
                </a:ext>
              </a:extLst>
            </p:cNvPr>
            <p:cNvSpPr/>
            <p:nvPr/>
          </p:nvSpPr>
          <p:spPr>
            <a:xfrm>
              <a:off x="6168897" y="4619936"/>
              <a:ext cx="12700" cy="19303"/>
            </a:xfrm>
            <a:custGeom>
              <a:avLst/>
              <a:gdLst>
                <a:gd name="csX0" fmla="*/ 0 w 12700"/>
                <a:gd name="csY0" fmla="*/ 0 h 19303"/>
                <a:gd name="csX1" fmla="*/ 0 w 12700"/>
                <a:gd name="csY1" fmla="*/ 19304 h 19303"/>
              </a:gdLst>
              <a:ahLst/>
              <a:cxnLst>
                <a:cxn ang="0">
                  <a:pos x="csX0" y="csY0"/>
                </a:cxn>
                <a:cxn ang="0">
                  <a:pos x="csX1" y="csY1"/>
                </a:cxn>
              </a:cxnLst>
              <a:rect l="l" t="t" r="r" b="b"/>
              <a:pathLst>
                <a:path w="12700" h="19303">
                  <a:moveTo>
                    <a:pt x="0" y="0"/>
                  </a:moveTo>
                  <a:lnTo>
                    <a:pt x="0" y="19304"/>
                  </a:lnTo>
                </a:path>
              </a:pathLst>
            </a:custGeom>
            <a:noFill/>
            <a:ln w="13589" cap="flat">
              <a:solidFill>
                <a:srgbClr val="000000"/>
              </a:solidFill>
              <a:prstDash val="solid"/>
              <a:round/>
            </a:ln>
          </p:spPr>
          <p:txBody>
            <a:bodyPr/>
            <a:lstStyle/>
            <a:p>
              <a:pPr algn="ctr"/>
              <a:endParaRPr lang="en-US" sz="2646"/>
            </a:p>
          </p:txBody>
        </p:sp>
        <p:sp>
          <p:nvSpPr>
            <p:cNvPr id="841" name="Freeform 702">
              <a:extLst>
                <a:ext uri="{FF2B5EF4-FFF2-40B4-BE49-F238E27FC236}">
                  <a16:creationId xmlns:a16="http://schemas.microsoft.com/office/drawing/2014/main" id="{8AC6E330-A4A1-11FB-551A-BB308EFF4E3E}"/>
                </a:ext>
              </a:extLst>
            </p:cNvPr>
            <p:cNvSpPr/>
            <p:nvPr/>
          </p:nvSpPr>
          <p:spPr>
            <a:xfrm>
              <a:off x="6121272" y="4639239"/>
              <a:ext cx="95250" cy="12700"/>
            </a:xfrm>
            <a:custGeom>
              <a:avLst/>
              <a:gdLst>
                <a:gd name="csX0" fmla="*/ 0 w 95250"/>
                <a:gd name="csY0" fmla="*/ 0 h 12700"/>
                <a:gd name="csX1" fmla="*/ 95250 w 95250"/>
                <a:gd name="csY1" fmla="*/ 0 h 12700"/>
              </a:gdLst>
              <a:ahLst/>
              <a:cxnLst>
                <a:cxn ang="0">
                  <a:pos x="csX0" y="csY0"/>
                </a:cxn>
                <a:cxn ang="0">
                  <a:pos x="csX1" y="csY1"/>
                </a:cxn>
              </a:cxnLst>
              <a:rect l="l" t="t" r="r" b="b"/>
              <a:pathLst>
                <a:path w="95250" h="12700">
                  <a:moveTo>
                    <a:pt x="0" y="0"/>
                  </a:moveTo>
                  <a:lnTo>
                    <a:pt x="95250" y="0"/>
                  </a:lnTo>
                </a:path>
              </a:pathLst>
            </a:custGeom>
            <a:noFill/>
            <a:ln w="13589" cap="flat">
              <a:solidFill>
                <a:srgbClr val="000000"/>
              </a:solidFill>
              <a:prstDash val="solid"/>
              <a:round/>
            </a:ln>
          </p:spPr>
          <p:txBody>
            <a:bodyPr/>
            <a:lstStyle/>
            <a:p>
              <a:pPr algn="ctr"/>
              <a:endParaRPr lang="en-US" sz="2646"/>
            </a:p>
          </p:txBody>
        </p:sp>
        <p:sp>
          <p:nvSpPr>
            <p:cNvPr id="842" name="Freeform 703">
              <a:extLst>
                <a:ext uri="{FF2B5EF4-FFF2-40B4-BE49-F238E27FC236}">
                  <a16:creationId xmlns:a16="http://schemas.microsoft.com/office/drawing/2014/main" id="{4AB545BE-1BCA-9947-98FE-C08E322E6BE2}"/>
                </a:ext>
              </a:extLst>
            </p:cNvPr>
            <p:cNvSpPr/>
            <p:nvPr/>
          </p:nvSpPr>
          <p:spPr>
            <a:xfrm>
              <a:off x="6597777" y="4613205"/>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43" name="Freeform 704">
              <a:extLst>
                <a:ext uri="{FF2B5EF4-FFF2-40B4-BE49-F238E27FC236}">
                  <a16:creationId xmlns:a16="http://schemas.microsoft.com/office/drawing/2014/main" id="{FF07EAA3-E110-9DE3-CC97-D251BC768CF1}"/>
                </a:ext>
              </a:extLst>
            </p:cNvPr>
            <p:cNvSpPr/>
            <p:nvPr/>
          </p:nvSpPr>
          <p:spPr>
            <a:xfrm>
              <a:off x="6645402" y="4613205"/>
              <a:ext cx="12700" cy="164337"/>
            </a:xfrm>
            <a:custGeom>
              <a:avLst/>
              <a:gdLst>
                <a:gd name="csX0" fmla="*/ 0 w 12700"/>
                <a:gd name="csY0" fmla="*/ 0 h 164337"/>
                <a:gd name="csX1" fmla="*/ 0 w 12700"/>
                <a:gd name="csY1" fmla="*/ 164338 h 164337"/>
              </a:gdLst>
              <a:ahLst/>
              <a:cxnLst>
                <a:cxn ang="0">
                  <a:pos x="csX0" y="csY0"/>
                </a:cxn>
                <a:cxn ang="0">
                  <a:pos x="csX1" y="csY1"/>
                </a:cxn>
              </a:cxnLst>
              <a:rect l="l" t="t" r="r" b="b"/>
              <a:pathLst>
                <a:path w="12700" h="164337">
                  <a:moveTo>
                    <a:pt x="0" y="0"/>
                  </a:moveTo>
                  <a:lnTo>
                    <a:pt x="0" y="164338"/>
                  </a:lnTo>
                </a:path>
              </a:pathLst>
            </a:custGeom>
            <a:noFill/>
            <a:ln w="13589" cap="flat">
              <a:solidFill>
                <a:srgbClr val="000000"/>
              </a:solidFill>
              <a:prstDash val="solid"/>
              <a:round/>
            </a:ln>
          </p:spPr>
          <p:txBody>
            <a:bodyPr/>
            <a:lstStyle/>
            <a:p>
              <a:pPr algn="ctr"/>
              <a:endParaRPr lang="en-US" sz="2646"/>
            </a:p>
          </p:txBody>
        </p:sp>
        <p:sp>
          <p:nvSpPr>
            <p:cNvPr id="844" name="Freeform 705">
              <a:extLst>
                <a:ext uri="{FF2B5EF4-FFF2-40B4-BE49-F238E27FC236}">
                  <a16:creationId xmlns:a16="http://schemas.microsoft.com/office/drawing/2014/main" id="{E4B5B94E-8EC7-F37A-985B-3D5CA48825A0}"/>
                </a:ext>
              </a:extLst>
            </p:cNvPr>
            <p:cNvSpPr/>
            <p:nvPr/>
          </p:nvSpPr>
          <p:spPr>
            <a:xfrm>
              <a:off x="6597777" y="4777542"/>
              <a:ext cx="95377" cy="12700"/>
            </a:xfrm>
            <a:custGeom>
              <a:avLst/>
              <a:gdLst>
                <a:gd name="csX0" fmla="*/ 0 w 95377"/>
                <a:gd name="csY0" fmla="*/ 0 h 12700"/>
                <a:gd name="csX1" fmla="*/ 95377 w 95377"/>
                <a:gd name="csY1" fmla="*/ 0 h 12700"/>
              </a:gdLst>
              <a:ahLst/>
              <a:cxnLst>
                <a:cxn ang="0">
                  <a:pos x="csX0" y="csY0"/>
                </a:cxn>
                <a:cxn ang="0">
                  <a:pos x="csX1" y="csY1"/>
                </a:cxn>
              </a:cxnLst>
              <a:rect l="l" t="t" r="r" b="b"/>
              <a:pathLst>
                <a:path w="95377" h="12700">
                  <a:moveTo>
                    <a:pt x="0" y="0"/>
                  </a:moveTo>
                  <a:lnTo>
                    <a:pt x="95377" y="0"/>
                  </a:lnTo>
                </a:path>
              </a:pathLst>
            </a:custGeom>
            <a:noFill/>
            <a:ln w="13589" cap="flat">
              <a:solidFill>
                <a:srgbClr val="000000"/>
              </a:solidFill>
              <a:prstDash val="solid"/>
              <a:round/>
            </a:ln>
          </p:spPr>
          <p:txBody>
            <a:bodyPr/>
            <a:lstStyle/>
            <a:p>
              <a:pPr algn="ctr"/>
              <a:endParaRPr lang="en-US" sz="2646"/>
            </a:p>
          </p:txBody>
        </p:sp>
        <p:sp>
          <p:nvSpPr>
            <p:cNvPr id="845" name="Freeform 706">
              <a:extLst>
                <a:ext uri="{FF2B5EF4-FFF2-40B4-BE49-F238E27FC236}">
                  <a16:creationId xmlns:a16="http://schemas.microsoft.com/office/drawing/2014/main" id="{E11F0EB0-9B5F-C2C3-178E-F305F8564000}"/>
                </a:ext>
              </a:extLst>
            </p:cNvPr>
            <p:cNvSpPr/>
            <p:nvPr/>
          </p:nvSpPr>
          <p:spPr>
            <a:xfrm>
              <a:off x="6150864" y="460190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46" name="Freeform 707">
              <a:extLst>
                <a:ext uri="{FF2B5EF4-FFF2-40B4-BE49-F238E27FC236}">
                  <a16:creationId xmlns:a16="http://schemas.microsoft.com/office/drawing/2014/main" id="{1BB016DA-0D0B-0129-D370-682F75FE4659}"/>
                </a:ext>
              </a:extLst>
            </p:cNvPr>
            <p:cNvSpPr/>
            <p:nvPr/>
          </p:nvSpPr>
          <p:spPr>
            <a:xfrm>
              <a:off x="5912612" y="490276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47" name="Freeform 708">
              <a:extLst>
                <a:ext uri="{FF2B5EF4-FFF2-40B4-BE49-F238E27FC236}">
                  <a16:creationId xmlns:a16="http://schemas.microsoft.com/office/drawing/2014/main" id="{5C8FDE5A-2D0F-4018-211F-3A490DFB542F}"/>
                </a:ext>
              </a:extLst>
            </p:cNvPr>
            <p:cNvSpPr/>
            <p:nvPr/>
          </p:nvSpPr>
          <p:spPr>
            <a:xfrm>
              <a:off x="5912612" y="501008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48" name="Freeform 709">
              <a:extLst>
                <a:ext uri="{FF2B5EF4-FFF2-40B4-BE49-F238E27FC236}">
                  <a16:creationId xmlns:a16="http://schemas.microsoft.com/office/drawing/2014/main" id="{C31A930F-5E30-46DB-4D24-E53144BCA010}"/>
                </a:ext>
              </a:extLst>
            </p:cNvPr>
            <p:cNvSpPr/>
            <p:nvPr/>
          </p:nvSpPr>
          <p:spPr>
            <a:xfrm>
              <a:off x="6627368" y="475112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49" name="Freeform 710">
              <a:extLst>
                <a:ext uri="{FF2B5EF4-FFF2-40B4-BE49-F238E27FC236}">
                  <a16:creationId xmlns:a16="http://schemas.microsoft.com/office/drawing/2014/main" id="{9F0A8B01-CD47-85AD-8793-FB6514F2A9ED}"/>
                </a:ext>
              </a:extLst>
            </p:cNvPr>
            <p:cNvSpPr/>
            <p:nvPr/>
          </p:nvSpPr>
          <p:spPr>
            <a:xfrm>
              <a:off x="5674233" y="47300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0" name="Freeform 711">
              <a:extLst>
                <a:ext uri="{FF2B5EF4-FFF2-40B4-BE49-F238E27FC236}">
                  <a16:creationId xmlns:a16="http://schemas.microsoft.com/office/drawing/2014/main" id="{F6CBA317-4199-4094-23FD-FAD9BD24946E}"/>
                </a:ext>
              </a:extLst>
            </p:cNvPr>
            <p:cNvSpPr/>
            <p:nvPr/>
          </p:nvSpPr>
          <p:spPr>
            <a:xfrm>
              <a:off x="6627368" y="48804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1" name="Freeform 712">
              <a:extLst>
                <a:ext uri="{FF2B5EF4-FFF2-40B4-BE49-F238E27FC236}">
                  <a16:creationId xmlns:a16="http://schemas.microsoft.com/office/drawing/2014/main" id="{AB102A3D-4D31-EEA9-1303-4247CC5E234B}"/>
                </a:ext>
              </a:extLst>
            </p:cNvPr>
            <p:cNvSpPr/>
            <p:nvPr/>
          </p:nvSpPr>
          <p:spPr>
            <a:xfrm>
              <a:off x="5674233" y="49322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2" name="Freeform 713">
              <a:extLst>
                <a:ext uri="{FF2B5EF4-FFF2-40B4-BE49-F238E27FC236}">
                  <a16:creationId xmlns:a16="http://schemas.microsoft.com/office/drawing/2014/main" id="{F059F2A8-925B-44C8-4F37-20ADFA00D108}"/>
                </a:ext>
              </a:extLst>
            </p:cNvPr>
            <p:cNvSpPr/>
            <p:nvPr/>
          </p:nvSpPr>
          <p:spPr>
            <a:xfrm>
              <a:off x="6627368" y="474045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3" name="Freeform 714">
              <a:extLst>
                <a:ext uri="{FF2B5EF4-FFF2-40B4-BE49-F238E27FC236}">
                  <a16:creationId xmlns:a16="http://schemas.microsoft.com/office/drawing/2014/main" id="{8B415C83-9032-4862-58F6-E38C96B27BE2}"/>
                </a:ext>
              </a:extLst>
            </p:cNvPr>
            <p:cNvSpPr/>
            <p:nvPr/>
          </p:nvSpPr>
          <p:spPr>
            <a:xfrm>
              <a:off x="5674233" y="504373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4" name="Freeform 715">
              <a:extLst>
                <a:ext uri="{FF2B5EF4-FFF2-40B4-BE49-F238E27FC236}">
                  <a16:creationId xmlns:a16="http://schemas.microsoft.com/office/drawing/2014/main" id="{65A46ACF-844B-557E-A28A-20208CEFE1BA}"/>
                </a:ext>
              </a:extLst>
            </p:cNvPr>
            <p:cNvSpPr/>
            <p:nvPr/>
          </p:nvSpPr>
          <p:spPr>
            <a:xfrm>
              <a:off x="6627368" y="43512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5" name="Freeform 716">
              <a:extLst>
                <a:ext uri="{FF2B5EF4-FFF2-40B4-BE49-F238E27FC236}">
                  <a16:creationId xmlns:a16="http://schemas.microsoft.com/office/drawing/2014/main" id="{EE426C5D-DE4E-0951-B34C-62EC321CB0BF}"/>
                </a:ext>
              </a:extLst>
            </p:cNvPr>
            <p:cNvSpPr/>
            <p:nvPr/>
          </p:nvSpPr>
          <p:spPr>
            <a:xfrm>
              <a:off x="5674233" y="492994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6" name="Freeform 717">
              <a:extLst>
                <a:ext uri="{FF2B5EF4-FFF2-40B4-BE49-F238E27FC236}">
                  <a16:creationId xmlns:a16="http://schemas.microsoft.com/office/drawing/2014/main" id="{E1B05955-0AF9-7FCD-EABB-40B26FB0A4D2}"/>
                </a:ext>
              </a:extLst>
            </p:cNvPr>
            <p:cNvSpPr/>
            <p:nvPr/>
          </p:nvSpPr>
          <p:spPr>
            <a:xfrm>
              <a:off x="6627368" y="482085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7" name="Freeform 718">
              <a:extLst>
                <a:ext uri="{FF2B5EF4-FFF2-40B4-BE49-F238E27FC236}">
                  <a16:creationId xmlns:a16="http://schemas.microsoft.com/office/drawing/2014/main" id="{AF9BC380-EE28-36D0-AD1B-D2F077981881}"/>
                </a:ext>
              </a:extLst>
            </p:cNvPr>
            <p:cNvSpPr/>
            <p:nvPr/>
          </p:nvSpPr>
          <p:spPr>
            <a:xfrm>
              <a:off x="5674233" y="502036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8" name="Freeform 719">
              <a:extLst>
                <a:ext uri="{FF2B5EF4-FFF2-40B4-BE49-F238E27FC236}">
                  <a16:creationId xmlns:a16="http://schemas.microsoft.com/office/drawing/2014/main" id="{5D25BF6A-6298-2A24-5CE2-E0FC3BEACECE}"/>
                </a:ext>
              </a:extLst>
            </p:cNvPr>
            <p:cNvSpPr/>
            <p:nvPr/>
          </p:nvSpPr>
          <p:spPr>
            <a:xfrm>
              <a:off x="5912612" y="48814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59" name="Freeform 720">
              <a:extLst>
                <a:ext uri="{FF2B5EF4-FFF2-40B4-BE49-F238E27FC236}">
                  <a16:creationId xmlns:a16="http://schemas.microsoft.com/office/drawing/2014/main" id="{5FA2F088-BBAF-A52C-3E7A-4799E14FE366}"/>
                </a:ext>
              </a:extLst>
            </p:cNvPr>
            <p:cNvSpPr/>
            <p:nvPr/>
          </p:nvSpPr>
          <p:spPr>
            <a:xfrm>
              <a:off x="6627368" y="451986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60" name="Freeform 721">
              <a:extLst>
                <a:ext uri="{FF2B5EF4-FFF2-40B4-BE49-F238E27FC236}">
                  <a16:creationId xmlns:a16="http://schemas.microsoft.com/office/drawing/2014/main" id="{316200DE-568C-7345-FAA1-2D315E07FEC0}"/>
                </a:ext>
              </a:extLst>
            </p:cNvPr>
            <p:cNvSpPr/>
            <p:nvPr/>
          </p:nvSpPr>
          <p:spPr>
            <a:xfrm>
              <a:off x="5674233" y="487736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61" name="Freeform 722">
              <a:extLst>
                <a:ext uri="{FF2B5EF4-FFF2-40B4-BE49-F238E27FC236}">
                  <a16:creationId xmlns:a16="http://schemas.microsoft.com/office/drawing/2014/main" id="{3951B694-F7DD-4921-6EE2-F0D1960688EF}"/>
                </a:ext>
              </a:extLst>
            </p:cNvPr>
            <p:cNvSpPr/>
            <p:nvPr/>
          </p:nvSpPr>
          <p:spPr>
            <a:xfrm>
              <a:off x="6150864" y="462120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62" name="Freeform 723">
              <a:extLst>
                <a:ext uri="{FF2B5EF4-FFF2-40B4-BE49-F238E27FC236}">
                  <a16:creationId xmlns:a16="http://schemas.microsoft.com/office/drawing/2014/main" id="{B6FDA037-F224-E9F5-DA3B-DF1109001854}"/>
                </a:ext>
              </a:extLst>
            </p:cNvPr>
            <p:cNvSpPr/>
            <p:nvPr/>
          </p:nvSpPr>
          <p:spPr>
            <a:xfrm>
              <a:off x="5912612" y="481259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63" name="Freeform 724">
              <a:extLst>
                <a:ext uri="{FF2B5EF4-FFF2-40B4-BE49-F238E27FC236}">
                  <a16:creationId xmlns:a16="http://schemas.microsoft.com/office/drawing/2014/main" id="{F80A2E9E-B1E0-1C9F-4E4C-78628BE222B2}"/>
                </a:ext>
              </a:extLst>
            </p:cNvPr>
            <p:cNvSpPr/>
            <p:nvPr/>
          </p:nvSpPr>
          <p:spPr>
            <a:xfrm>
              <a:off x="5912612" y="4881429"/>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64" name="Freeform 725">
              <a:extLst>
                <a:ext uri="{FF2B5EF4-FFF2-40B4-BE49-F238E27FC236}">
                  <a16:creationId xmlns:a16="http://schemas.microsoft.com/office/drawing/2014/main" id="{1FB96AED-32EB-F8CB-EDE6-374F6E41C472}"/>
                </a:ext>
              </a:extLst>
            </p:cNvPr>
            <p:cNvSpPr/>
            <p:nvPr/>
          </p:nvSpPr>
          <p:spPr>
            <a:xfrm>
              <a:off x="6389116" y="446563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65" name="Freeform 726">
              <a:extLst>
                <a:ext uri="{FF2B5EF4-FFF2-40B4-BE49-F238E27FC236}">
                  <a16:creationId xmlns:a16="http://schemas.microsoft.com/office/drawing/2014/main" id="{40B5462B-8125-9826-25D3-3C0BBA37D974}"/>
                </a:ext>
              </a:extLst>
            </p:cNvPr>
            <p:cNvSpPr/>
            <p:nvPr/>
          </p:nvSpPr>
          <p:spPr>
            <a:xfrm>
              <a:off x="5912612" y="496004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66" name="Freeform 727">
              <a:extLst>
                <a:ext uri="{FF2B5EF4-FFF2-40B4-BE49-F238E27FC236}">
                  <a16:creationId xmlns:a16="http://schemas.microsoft.com/office/drawing/2014/main" id="{CDB27C9D-1E54-FC11-7542-0B8CA45EBE7E}"/>
                </a:ext>
              </a:extLst>
            </p:cNvPr>
            <p:cNvSpPr/>
            <p:nvPr/>
          </p:nvSpPr>
          <p:spPr>
            <a:xfrm>
              <a:off x="5912612" y="492880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867" name="TextBox 866">
              <a:extLst>
                <a:ext uri="{FF2B5EF4-FFF2-40B4-BE49-F238E27FC236}">
                  <a16:creationId xmlns:a16="http://schemas.microsoft.com/office/drawing/2014/main" id="{4CE9B312-FC8A-94EE-CF65-2909428C1399}"/>
                </a:ext>
              </a:extLst>
            </p:cNvPr>
            <p:cNvSpPr txBox="1"/>
            <p:nvPr/>
          </p:nvSpPr>
          <p:spPr>
            <a:xfrm>
              <a:off x="5514405" y="4147133"/>
              <a:ext cx="570352" cy="205340"/>
            </a:xfrm>
            <a:prstGeom prst="rect">
              <a:avLst/>
            </a:prstGeom>
            <a:noFill/>
          </p:spPr>
          <p:txBody>
            <a:bodyPr wrap="none" rtlCol="0">
              <a:spAutoFit/>
            </a:bodyPr>
            <a:lstStyle/>
            <a:p>
              <a:pPr algn="ctr"/>
              <a:r>
                <a:rPr lang="en-US" sz="661">
                  <a:ln/>
                  <a:solidFill>
                    <a:srgbClr val="000000"/>
                  </a:solidFill>
                  <a:latin typeface="Arial"/>
                  <a:cs typeface="Arial"/>
                  <a:sym typeface="Arial"/>
                  <a:rtl val="0"/>
                </a:rPr>
                <a:t>p = 0.556</a:t>
              </a:r>
            </a:p>
          </p:txBody>
        </p:sp>
        <p:sp>
          <p:nvSpPr>
            <p:cNvPr id="868" name="Freeform 729">
              <a:extLst>
                <a:ext uri="{FF2B5EF4-FFF2-40B4-BE49-F238E27FC236}">
                  <a16:creationId xmlns:a16="http://schemas.microsoft.com/office/drawing/2014/main" id="{18949D53-BA77-702B-7C71-1D53ED831C39}"/>
                </a:ext>
              </a:extLst>
            </p:cNvPr>
            <p:cNvSpPr/>
            <p:nvPr/>
          </p:nvSpPr>
          <p:spPr>
            <a:xfrm>
              <a:off x="5692267" y="4295578"/>
              <a:ext cx="214502" cy="12700"/>
            </a:xfrm>
            <a:custGeom>
              <a:avLst/>
              <a:gdLst>
                <a:gd name="csX0" fmla="*/ 0 w 214502"/>
                <a:gd name="csY0" fmla="*/ 0 h 12700"/>
                <a:gd name="csX1" fmla="*/ 214503 w 214502"/>
                <a:gd name="csY1" fmla="*/ 0 h 12700"/>
              </a:gdLst>
              <a:ahLst/>
              <a:cxnLst>
                <a:cxn ang="0">
                  <a:pos x="csX0" y="csY0"/>
                </a:cxn>
                <a:cxn ang="0">
                  <a:pos x="csX1" y="csY1"/>
                </a:cxn>
              </a:cxnLst>
              <a:rect l="l" t="t" r="r" b="b"/>
              <a:pathLst>
                <a:path w="214502" h="12700">
                  <a:moveTo>
                    <a:pt x="0" y="0"/>
                  </a:moveTo>
                  <a:lnTo>
                    <a:pt x="214503" y="0"/>
                  </a:lnTo>
                </a:path>
              </a:pathLst>
            </a:custGeom>
            <a:ln w="13589" cap="rnd">
              <a:solidFill>
                <a:srgbClr val="000000"/>
              </a:solidFill>
              <a:prstDash val="solid"/>
              <a:round/>
            </a:ln>
          </p:spPr>
          <p:txBody>
            <a:bodyPr/>
            <a:lstStyle/>
            <a:p>
              <a:pPr algn="ctr"/>
              <a:endParaRPr lang="en-US" sz="2646"/>
            </a:p>
          </p:txBody>
        </p:sp>
        <p:sp>
          <p:nvSpPr>
            <p:cNvPr id="869" name="TextBox 868">
              <a:extLst>
                <a:ext uri="{FF2B5EF4-FFF2-40B4-BE49-F238E27FC236}">
                  <a16:creationId xmlns:a16="http://schemas.microsoft.com/office/drawing/2014/main" id="{A085A6F1-3AF4-5F24-461D-362F9A0E2DA5}"/>
                </a:ext>
              </a:extLst>
            </p:cNvPr>
            <p:cNvSpPr txBox="1"/>
            <p:nvPr/>
          </p:nvSpPr>
          <p:spPr>
            <a:xfrm>
              <a:off x="6102153" y="4091676"/>
              <a:ext cx="395617"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870" name="Freeform 731">
              <a:extLst>
                <a:ext uri="{FF2B5EF4-FFF2-40B4-BE49-F238E27FC236}">
                  <a16:creationId xmlns:a16="http://schemas.microsoft.com/office/drawing/2014/main" id="{F096EA5F-2E39-9DA4-7FC3-4EE07E681BBF}"/>
                </a:ext>
              </a:extLst>
            </p:cNvPr>
            <p:cNvSpPr/>
            <p:nvPr/>
          </p:nvSpPr>
          <p:spPr>
            <a:xfrm>
              <a:off x="5954395" y="4295578"/>
              <a:ext cx="691007" cy="12700"/>
            </a:xfrm>
            <a:custGeom>
              <a:avLst/>
              <a:gdLst>
                <a:gd name="csX0" fmla="*/ 0 w 691007"/>
                <a:gd name="csY0" fmla="*/ 0 h 12700"/>
                <a:gd name="csX1" fmla="*/ 691007 w 691007"/>
                <a:gd name="csY1" fmla="*/ 0 h 12700"/>
              </a:gdLst>
              <a:ahLst/>
              <a:cxnLst>
                <a:cxn ang="0">
                  <a:pos x="csX0" y="csY0"/>
                </a:cxn>
                <a:cxn ang="0">
                  <a:pos x="csX1" y="csY1"/>
                </a:cxn>
              </a:cxnLst>
              <a:rect l="l" t="t" r="r" b="b"/>
              <a:pathLst>
                <a:path w="691007" h="12700">
                  <a:moveTo>
                    <a:pt x="0" y="0"/>
                  </a:moveTo>
                  <a:lnTo>
                    <a:pt x="691007" y="0"/>
                  </a:lnTo>
                </a:path>
              </a:pathLst>
            </a:custGeom>
            <a:ln w="13589" cap="rnd">
              <a:solidFill>
                <a:srgbClr val="000000"/>
              </a:solidFill>
              <a:prstDash val="solid"/>
              <a:round/>
            </a:ln>
          </p:spPr>
          <p:txBody>
            <a:bodyPr/>
            <a:lstStyle/>
            <a:p>
              <a:pPr algn="ctr"/>
              <a:endParaRPr lang="en-US" sz="2646"/>
            </a:p>
          </p:txBody>
        </p:sp>
        <p:sp>
          <p:nvSpPr>
            <p:cNvPr id="871" name="TextBox 870">
              <a:extLst>
                <a:ext uri="{FF2B5EF4-FFF2-40B4-BE49-F238E27FC236}">
                  <a16:creationId xmlns:a16="http://schemas.microsoft.com/office/drawing/2014/main" id="{50B5E80B-5016-23FC-7100-23B94BD21650}"/>
                </a:ext>
              </a:extLst>
            </p:cNvPr>
            <p:cNvSpPr txBox="1"/>
            <p:nvPr/>
          </p:nvSpPr>
          <p:spPr>
            <a:xfrm>
              <a:off x="5921044" y="3979322"/>
              <a:ext cx="495708"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872" name="Freeform 733">
              <a:extLst>
                <a:ext uri="{FF2B5EF4-FFF2-40B4-BE49-F238E27FC236}">
                  <a16:creationId xmlns:a16="http://schemas.microsoft.com/office/drawing/2014/main" id="{B46C7FF8-BBBB-8479-E2E4-9784369DD1A5}"/>
                </a:ext>
              </a:extLst>
            </p:cNvPr>
            <p:cNvSpPr/>
            <p:nvPr/>
          </p:nvSpPr>
          <p:spPr>
            <a:xfrm>
              <a:off x="5692267" y="4185088"/>
              <a:ext cx="953135" cy="12700"/>
            </a:xfrm>
            <a:custGeom>
              <a:avLst/>
              <a:gdLst>
                <a:gd name="csX0" fmla="*/ 0 w 953135"/>
                <a:gd name="csY0" fmla="*/ 0 h 12700"/>
                <a:gd name="csX1" fmla="*/ 953135 w 953135"/>
                <a:gd name="csY1" fmla="*/ 0 h 12700"/>
              </a:gdLst>
              <a:ahLst/>
              <a:cxnLst>
                <a:cxn ang="0">
                  <a:pos x="csX0" y="csY0"/>
                </a:cxn>
                <a:cxn ang="0">
                  <a:pos x="csX1" y="csY1"/>
                </a:cxn>
              </a:cxnLst>
              <a:rect l="l" t="t" r="r" b="b"/>
              <a:pathLst>
                <a:path w="953135" h="12700">
                  <a:moveTo>
                    <a:pt x="0" y="0"/>
                  </a:moveTo>
                  <a:lnTo>
                    <a:pt x="953135" y="0"/>
                  </a:lnTo>
                </a:path>
              </a:pathLst>
            </a:custGeom>
            <a:ln w="13589" cap="rnd">
              <a:solidFill>
                <a:srgbClr val="000000"/>
              </a:solidFill>
              <a:prstDash val="solid"/>
              <a:round/>
            </a:ln>
          </p:spPr>
          <p:txBody>
            <a:bodyPr/>
            <a:lstStyle/>
            <a:p>
              <a:pPr algn="ctr"/>
              <a:endParaRPr lang="en-US" sz="2646"/>
            </a:p>
          </p:txBody>
        </p:sp>
      </p:grpSp>
      <p:grpSp>
        <p:nvGrpSpPr>
          <p:cNvPr id="805" name="Graphic 527">
            <a:extLst>
              <a:ext uri="{FF2B5EF4-FFF2-40B4-BE49-F238E27FC236}">
                <a16:creationId xmlns:a16="http://schemas.microsoft.com/office/drawing/2014/main" id="{442141F5-BF5A-0713-4C7A-5C8A4FFE61AD}"/>
              </a:ext>
            </a:extLst>
          </p:cNvPr>
          <p:cNvGrpSpPr/>
          <p:nvPr/>
        </p:nvGrpSpPr>
        <p:grpSpPr>
          <a:xfrm>
            <a:off x="1949631" y="6154899"/>
            <a:ext cx="1549073" cy="1305708"/>
            <a:chOff x="5149012" y="4023036"/>
            <a:chExt cx="1639391" cy="1381837"/>
          </a:xfrm>
        </p:grpSpPr>
        <p:sp>
          <p:nvSpPr>
            <p:cNvPr id="806" name="Freeform 735">
              <a:extLst>
                <a:ext uri="{FF2B5EF4-FFF2-40B4-BE49-F238E27FC236}">
                  <a16:creationId xmlns:a16="http://schemas.microsoft.com/office/drawing/2014/main" id="{F11B0A30-3FB6-47E4-F291-D1C49203A27B}"/>
                </a:ext>
              </a:extLst>
            </p:cNvPr>
            <p:cNvSpPr/>
            <p:nvPr/>
          </p:nvSpPr>
          <p:spPr>
            <a:xfrm>
              <a:off x="5549391" y="4023036"/>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807" name="TextBox 806">
              <a:extLst>
                <a:ext uri="{FF2B5EF4-FFF2-40B4-BE49-F238E27FC236}">
                  <a16:creationId xmlns:a16="http://schemas.microsoft.com/office/drawing/2014/main" id="{965617BE-7F91-A575-98B9-9B4CB497C00E}"/>
                </a:ext>
              </a:extLst>
            </p:cNvPr>
            <p:cNvSpPr txBox="1"/>
            <p:nvPr/>
          </p:nvSpPr>
          <p:spPr>
            <a:xfrm>
              <a:off x="5215715" y="4998949"/>
              <a:ext cx="380348"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a:t>
              </a:r>
            </a:p>
          </p:txBody>
        </p:sp>
        <p:sp>
          <p:nvSpPr>
            <p:cNvPr id="808" name="TextBox 807">
              <a:extLst>
                <a:ext uri="{FF2B5EF4-FFF2-40B4-BE49-F238E27FC236}">
                  <a16:creationId xmlns:a16="http://schemas.microsoft.com/office/drawing/2014/main" id="{B1A14515-D544-C39B-4D58-917A7FB1A656}"/>
                </a:ext>
              </a:extLst>
            </p:cNvPr>
            <p:cNvSpPr txBox="1"/>
            <p:nvPr/>
          </p:nvSpPr>
          <p:spPr>
            <a:xfrm>
              <a:off x="5149012" y="4641190"/>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10%</a:t>
              </a:r>
            </a:p>
          </p:txBody>
        </p:sp>
        <p:sp>
          <p:nvSpPr>
            <p:cNvPr id="809" name="TextBox 808">
              <a:extLst>
                <a:ext uri="{FF2B5EF4-FFF2-40B4-BE49-F238E27FC236}">
                  <a16:creationId xmlns:a16="http://schemas.microsoft.com/office/drawing/2014/main" id="{C5AD2533-5828-4B3F-6D50-67652997045C}"/>
                </a:ext>
              </a:extLst>
            </p:cNvPr>
            <p:cNvSpPr txBox="1"/>
            <p:nvPr/>
          </p:nvSpPr>
          <p:spPr>
            <a:xfrm>
              <a:off x="5149012" y="4283431"/>
              <a:ext cx="45160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20%</a:t>
              </a:r>
            </a:p>
          </p:txBody>
        </p:sp>
        <p:sp>
          <p:nvSpPr>
            <p:cNvPr id="811" name="Freeform 740">
              <a:extLst>
                <a:ext uri="{FF2B5EF4-FFF2-40B4-BE49-F238E27FC236}">
                  <a16:creationId xmlns:a16="http://schemas.microsoft.com/office/drawing/2014/main" id="{F37DC703-9F73-EE51-E689-F837743A7D83}"/>
                </a:ext>
              </a:extLst>
            </p:cNvPr>
            <p:cNvSpPr/>
            <p:nvPr/>
          </p:nvSpPr>
          <p:spPr>
            <a:xfrm>
              <a:off x="5514594" y="510583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812" name="Freeform 741">
              <a:extLst>
                <a:ext uri="{FF2B5EF4-FFF2-40B4-BE49-F238E27FC236}">
                  <a16:creationId xmlns:a16="http://schemas.microsoft.com/office/drawing/2014/main" id="{89F9123B-567F-9D86-1065-234423AFAB5F}"/>
                </a:ext>
              </a:extLst>
            </p:cNvPr>
            <p:cNvSpPr/>
            <p:nvPr/>
          </p:nvSpPr>
          <p:spPr>
            <a:xfrm>
              <a:off x="5514594" y="4748078"/>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813" name="Freeform 742">
              <a:extLst>
                <a:ext uri="{FF2B5EF4-FFF2-40B4-BE49-F238E27FC236}">
                  <a16:creationId xmlns:a16="http://schemas.microsoft.com/office/drawing/2014/main" id="{48CDE7FD-F669-B150-4E3E-4CB48C52F569}"/>
                </a:ext>
              </a:extLst>
            </p:cNvPr>
            <p:cNvSpPr/>
            <p:nvPr/>
          </p:nvSpPr>
          <p:spPr>
            <a:xfrm>
              <a:off x="5514594" y="439031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815" name="Freeform 744">
              <a:extLst>
                <a:ext uri="{FF2B5EF4-FFF2-40B4-BE49-F238E27FC236}">
                  <a16:creationId xmlns:a16="http://schemas.microsoft.com/office/drawing/2014/main" id="{927F04C0-9BF9-10F7-ED36-A0DADB794F01}"/>
                </a:ext>
              </a:extLst>
            </p:cNvPr>
            <p:cNvSpPr/>
            <p:nvPr/>
          </p:nvSpPr>
          <p:spPr>
            <a:xfrm>
              <a:off x="5549391" y="5157400"/>
              <a:ext cx="1239012" cy="12700"/>
            </a:xfrm>
            <a:custGeom>
              <a:avLst/>
              <a:gdLst>
                <a:gd name="csX0" fmla="*/ 0 w 1239012"/>
                <a:gd name="csY0" fmla="*/ 0 h 12700"/>
                <a:gd name="csX1" fmla="*/ 1239012 w 1239012"/>
                <a:gd name="csY1" fmla="*/ 0 h 12700"/>
              </a:gdLst>
              <a:ahLst/>
              <a:cxnLst>
                <a:cxn ang="0">
                  <a:pos x="csX0" y="csY0"/>
                </a:cxn>
                <a:cxn ang="0">
                  <a:pos x="csX1" y="csY1"/>
                </a:cxn>
              </a:cxnLst>
              <a:rect l="l" t="t" r="r" b="b"/>
              <a:pathLst>
                <a:path w="1239012" h="12700">
                  <a:moveTo>
                    <a:pt x="0" y="0"/>
                  </a:moveTo>
                  <a:lnTo>
                    <a:pt x="1239012" y="0"/>
                  </a:lnTo>
                </a:path>
              </a:pathLst>
            </a:custGeom>
            <a:noFill/>
            <a:ln w="13589" cap="sq">
              <a:solidFill>
                <a:srgbClr val="000000"/>
              </a:solidFill>
              <a:prstDash val="solid"/>
              <a:round/>
            </a:ln>
          </p:spPr>
          <p:txBody>
            <a:bodyPr/>
            <a:lstStyle/>
            <a:p>
              <a:pPr algn="ctr"/>
              <a:endParaRPr lang="en-US" sz="2646"/>
            </a:p>
          </p:txBody>
        </p:sp>
        <p:sp>
          <p:nvSpPr>
            <p:cNvPr id="816" name="Freeform 745">
              <a:extLst>
                <a:ext uri="{FF2B5EF4-FFF2-40B4-BE49-F238E27FC236}">
                  <a16:creationId xmlns:a16="http://schemas.microsoft.com/office/drawing/2014/main" id="{698A48D5-51E5-5368-14F1-37472C02AA7A}"/>
                </a:ext>
              </a:extLst>
            </p:cNvPr>
            <p:cNvSpPr/>
            <p:nvPr/>
          </p:nvSpPr>
          <p:spPr>
            <a:xfrm>
              <a:off x="5692266" y="51574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17" name="Freeform 746">
              <a:extLst>
                <a:ext uri="{FF2B5EF4-FFF2-40B4-BE49-F238E27FC236}">
                  <a16:creationId xmlns:a16="http://schemas.microsoft.com/office/drawing/2014/main" id="{2867CAB6-FB0B-1011-8E3B-C7D6CD24A133}"/>
                </a:ext>
              </a:extLst>
            </p:cNvPr>
            <p:cNvSpPr/>
            <p:nvPr/>
          </p:nvSpPr>
          <p:spPr>
            <a:xfrm>
              <a:off x="5930646" y="51574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18" name="Freeform 747">
              <a:extLst>
                <a:ext uri="{FF2B5EF4-FFF2-40B4-BE49-F238E27FC236}">
                  <a16:creationId xmlns:a16="http://schemas.microsoft.com/office/drawing/2014/main" id="{26D39410-D566-05FE-A3F5-F3ACDAEADCAA}"/>
                </a:ext>
              </a:extLst>
            </p:cNvPr>
            <p:cNvSpPr/>
            <p:nvPr/>
          </p:nvSpPr>
          <p:spPr>
            <a:xfrm>
              <a:off x="6168897" y="51574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19" name="Freeform 748">
              <a:extLst>
                <a:ext uri="{FF2B5EF4-FFF2-40B4-BE49-F238E27FC236}">
                  <a16:creationId xmlns:a16="http://schemas.microsoft.com/office/drawing/2014/main" id="{45A02A3F-CA2B-6AC8-EA29-33F58B998780}"/>
                </a:ext>
              </a:extLst>
            </p:cNvPr>
            <p:cNvSpPr/>
            <p:nvPr/>
          </p:nvSpPr>
          <p:spPr>
            <a:xfrm>
              <a:off x="6407150" y="51574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20" name="Freeform 749">
              <a:extLst>
                <a:ext uri="{FF2B5EF4-FFF2-40B4-BE49-F238E27FC236}">
                  <a16:creationId xmlns:a16="http://schemas.microsoft.com/office/drawing/2014/main" id="{77B46669-7D1D-59AF-06D6-46BEBA434A06}"/>
                </a:ext>
              </a:extLst>
            </p:cNvPr>
            <p:cNvSpPr/>
            <p:nvPr/>
          </p:nvSpPr>
          <p:spPr>
            <a:xfrm>
              <a:off x="6645402" y="515740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821" name="TextBox 820">
              <a:extLst>
                <a:ext uri="{FF2B5EF4-FFF2-40B4-BE49-F238E27FC236}">
                  <a16:creationId xmlns:a16="http://schemas.microsoft.com/office/drawing/2014/main" id="{637E30B9-356B-8996-2C64-886C4C99FBDD}"/>
                </a:ext>
              </a:extLst>
            </p:cNvPr>
            <p:cNvSpPr txBox="1"/>
            <p:nvPr/>
          </p:nvSpPr>
          <p:spPr>
            <a:xfrm>
              <a:off x="5541112" y="515325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822" name="TextBox 821">
              <a:extLst>
                <a:ext uri="{FF2B5EF4-FFF2-40B4-BE49-F238E27FC236}">
                  <a16:creationId xmlns:a16="http://schemas.microsoft.com/office/drawing/2014/main" id="{56079BAA-973E-2A60-5FA0-90283793035E}"/>
                </a:ext>
              </a:extLst>
            </p:cNvPr>
            <p:cNvSpPr txBox="1"/>
            <p:nvPr/>
          </p:nvSpPr>
          <p:spPr>
            <a:xfrm>
              <a:off x="5815115" y="5153254"/>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823" name="TextBox 822">
              <a:extLst>
                <a:ext uri="{FF2B5EF4-FFF2-40B4-BE49-F238E27FC236}">
                  <a16:creationId xmlns:a16="http://schemas.microsoft.com/office/drawing/2014/main" id="{90C58FAE-E4F8-725F-ECAA-5C0E3CFFA42F}"/>
                </a:ext>
              </a:extLst>
            </p:cNvPr>
            <p:cNvSpPr txBox="1"/>
            <p:nvPr/>
          </p:nvSpPr>
          <p:spPr>
            <a:xfrm>
              <a:off x="6017741" y="515325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824" name="TextBox 823">
              <a:extLst>
                <a:ext uri="{FF2B5EF4-FFF2-40B4-BE49-F238E27FC236}">
                  <a16:creationId xmlns:a16="http://schemas.microsoft.com/office/drawing/2014/main" id="{848D6945-F0D3-15AD-FFAE-4561F9D55655}"/>
                </a:ext>
              </a:extLst>
            </p:cNvPr>
            <p:cNvSpPr txBox="1"/>
            <p:nvPr/>
          </p:nvSpPr>
          <p:spPr>
            <a:xfrm>
              <a:off x="6223763" y="5153254"/>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825" name="TextBox 824">
              <a:extLst>
                <a:ext uri="{FF2B5EF4-FFF2-40B4-BE49-F238E27FC236}">
                  <a16:creationId xmlns:a16="http://schemas.microsoft.com/office/drawing/2014/main" id="{9FD7CAD4-AEAB-9489-3853-BE5720A7FC11}"/>
                </a:ext>
              </a:extLst>
            </p:cNvPr>
            <p:cNvSpPr txBox="1"/>
            <p:nvPr/>
          </p:nvSpPr>
          <p:spPr>
            <a:xfrm>
              <a:off x="6508667" y="5153254"/>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grpSp>
      <p:grpSp>
        <p:nvGrpSpPr>
          <p:cNvPr id="644" name="Graphic 861">
            <a:extLst>
              <a:ext uri="{FF2B5EF4-FFF2-40B4-BE49-F238E27FC236}">
                <a16:creationId xmlns:a16="http://schemas.microsoft.com/office/drawing/2014/main" id="{2A9FA9F9-B961-0F68-B788-FE744DFB12CB}"/>
              </a:ext>
            </a:extLst>
          </p:cNvPr>
          <p:cNvGrpSpPr/>
          <p:nvPr/>
        </p:nvGrpSpPr>
        <p:grpSpPr>
          <a:xfrm>
            <a:off x="190978" y="3214777"/>
            <a:ext cx="1540186" cy="1300725"/>
            <a:chOff x="6032470" y="3112807"/>
            <a:chExt cx="1629986" cy="1376564"/>
          </a:xfrm>
        </p:grpSpPr>
        <p:grpSp>
          <p:nvGrpSpPr>
            <p:cNvPr id="645" name="Graphic 861">
              <a:extLst>
                <a:ext uri="{FF2B5EF4-FFF2-40B4-BE49-F238E27FC236}">
                  <a16:creationId xmlns:a16="http://schemas.microsoft.com/office/drawing/2014/main" id="{0DBE4A63-F8CC-6070-72C9-AE0582545359}"/>
                </a:ext>
              </a:extLst>
            </p:cNvPr>
            <p:cNvGrpSpPr/>
            <p:nvPr/>
          </p:nvGrpSpPr>
          <p:grpSpPr>
            <a:xfrm>
              <a:off x="6354864" y="3112807"/>
              <a:ext cx="1307591" cy="1134490"/>
              <a:chOff x="6354864" y="3112807"/>
              <a:chExt cx="1307591" cy="1134490"/>
            </a:xfrm>
          </p:grpSpPr>
          <p:sp>
            <p:nvSpPr>
              <p:cNvPr id="669" name="Freeform 1491">
                <a:extLst>
                  <a:ext uri="{FF2B5EF4-FFF2-40B4-BE49-F238E27FC236}">
                    <a16:creationId xmlns:a16="http://schemas.microsoft.com/office/drawing/2014/main" id="{600D14E1-9D4B-F5E4-0089-5D1F3D8DF173}"/>
                  </a:ext>
                </a:extLst>
              </p:cNvPr>
              <p:cNvSpPr/>
              <p:nvPr/>
            </p:nvSpPr>
            <p:spPr>
              <a:xfrm>
                <a:off x="6354864" y="3112807"/>
                <a:ext cx="1307591" cy="1134490"/>
              </a:xfrm>
              <a:custGeom>
                <a:avLst/>
                <a:gdLst>
                  <a:gd name="csX0" fmla="*/ 0 w 1307591"/>
                  <a:gd name="csY0" fmla="*/ 0 h 1134490"/>
                  <a:gd name="csX1" fmla="*/ 1307592 w 1307591"/>
                  <a:gd name="csY1" fmla="*/ 0 h 1134490"/>
                  <a:gd name="csX2" fmla="*/ 1307592 w 1307591"/>
                  <a:gd name="csY2" fmla="*/ 1134491 h 1134490"/>
                  <a:gd name="csX3" fmla="*/ 0 w 1307591"/>
                  <a:gd name="csY3" fmla="*/ 1134491 h 1134490"/>
                </a:gdLst>
                <a:ahLst/>
                <a:cxnLst>
                  <a:cxn ang="0">
                    <a:pos x="csX0" y="csY0"/>
                  </a:cxn>
                  <a:cxn ang="0">
                    <a:pos x="csX1" y="csY1"/>
                  </a:cxn>
                  <a:cxn ang="0">
                    <a:pos x="csX2" y="csY2"/>
                  </a:cxn>
                  <a:cxn ang="0">
                    <a:pos x="csX3" y="csY3"/>
                  </a:cxn>
                </a:cxnLst>
                <a:rect l="l" t="t" r="r" b="b"/>
                <a:pathLst>
                  <a:path w="1307591" h="1134490">
                    <a:moveTo>
                      <a:pt x="0" y="0"/>
                    </a:moveTo>
                    <a:lnTo>
                      <a:pt x="1307592" y="0"/>
                    </a:lnTo>
                    <a:lnTo>
                      <a:pt x="1307592"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670" name="Freeform 1492">
                <a:extLst>
                  <a:ext uri="{FF2B5EF4-FFF2-40B4-BE49-F238E27FC236}">
                    <a16:creationId xmlns:a16="http://schemas.microsoft.com/office/drawing/2014/main" id="{1ED7FC4D-A473-C03A-FC56-2A9DFE3622B5}"/>
                  </a:ext>
                </a:extLst>
              </p:cNvPr>
              <p:cNvSpPr/>
              <p:nvPr/>
            </p:nvSpPr>
            <p:spPr>
              <a:xfrm>
                <a:off x="6505740" y="3655605"/>
                <a:ext cx="12700" cy="232537"/>
              </a:xfrm>
              <a:custGeom>
                <a:avLst/>
                <a:gdLst>
                  <a:gd name="csX0" fmla="*/ 0 w 12700"/>
                  <a:gd name="csY0" fmla="*/ 232537 h 232537"/>
                  <a:gd name="csX1" fmla="*/ 0 w 12700"/>
                  <a:gd name="csY1" fmla="*/ 0 h 232537"/>
                </a:gdLst>
                <a:ahLst/>
                <a:cxnLst>
                  <a:cxn ang="0">
                    <a:pos x="csX0" y="csY0"/>
                  </a:cxn>
                  <a:cxn ang="0">
                    <a:pos x="csX1" y="csY1"/>
                  </a:cxn>
                </a:cxnLst>
                <a:rect l="l" t="t" r="r" b="b"/>
                <a:pathLst>
                  <a:path w="12700" h="232537">
                    <a:moveTo>
                      <a:pt x="0" y="232537"/>
                    </a:moveTo>
                    <a:lnTo>
                      <a:pt x="0" y="0"/>
                    </a:lnTo>
                  </a:path>
                </a:pathLst>
              </a:custGeom>
              <a:ln w="13589" cap="flat">
                <a:solidFill>
                  <a:srgbClr val="333333"/>
                </a:solidFill>
                <a:prstDash val="solid"/>
                <a:round/>
              </a:ln>
            </p:spPr>
            <p:txBody>
              <a:bodyPr/>
              <a:lstStyle/>
              <a:p>
                <a:pPr algn="ctr"/>
                <a:endParaRPr lang="en-US" sz="2646"/>
              </a:p>
            </p:txBody>
          </p:sp>
          <p:sp>
            <p:nvSpPr>
              <p:cNvPr id="671" name="Freeform 1493">
                <a:extLst>
                  <a:ext uri="{FF2B5EF4-FFF2-40B4-BE49-F238E27FC236}">
                    <a16:creationId xmlns:a16="http://schemas.microsoft.com/office/drawing/2014/main" id="{977DC0B5-FA0D-2BEE-A6A4-BA5DE06539D4}"/>
                  </a:ext>
                </a:extLst>
              </p:cNvPr>
              <p:cNvSpPr/>
              <p:nvPr/>
            </p:nvSpPr>
            <p:spPr>
              <a:xfrm>
                <a:off x="6505740" y="4179734"/>
                <a:ext cx="12700" cy="15875"/>
              </a:xfrm>
              <a:custGeom>
                <a:avLst/>
                <a:gdLst>
                  <a:gd name="csX0" fmla="*/ 0 w 12700"/>
                  <a:gd name="csY0" fmla="*/ 0 h 15875"/>
                  <a:gd name="csX1" fmla="*/ 0 w 12700"/>
                  <a:gd name="csY1" fmla="*/ 15875 h 15875"/>
                </a:gdLst>
                <a:ahLst/>
                <a:cxnLst>
                  <a:cxn ang="0">
                    <a:pos x="csX0" y="csY0"/>
                  </a:cxn>
                  <a:cxn ang="0">
                    <a:pos x="csX1" y="csY1"/>
                  </a:cxn>
                </a:cxnLst>
                <a:rect l="l" t="t" r="r" b="b"/>
                <a:pathLst>
                  <a:path w="12700" h="15875">
                    <a:moveTo>
                      <a:pt x="0" y="0"/>
                    </a:moveTo>
                    <a:lnTo>
                      <a:pt x="0" y="15875"/>
                    </a:lnTo>
                  </a:path>
                </a:pathLst>
              </a:custGeom>
              <a:ln w="13589" cap="flat">
                <a:solidFill>
                  <a:srgbClr val="333333"/>
                </a:solidFill>
                <a:prstDash val="solid"/>
                <a:round/>
              </a:ln>
            </p:spPr>
            <p:txBody>
              <a:bodyPr/>
              <a:lstStyle/>
              <a:p>
                <a:pPr algn="ctr"/>
                <a:endParaRPr lang="en-US" sz="2646"/>
              </a:p>
            </p:txBody>
          </p:sp>
          <p:sp>
            <p:nvSpPr>
              <p:cNvPr id="672" name="Freeform 1494">
                <a:extLst>
                  <a:ext uri="{FF2B5EF4-FFF2-40B4-BE49-F238E27FC236}">
                    <a16:creationId xmlns:a16="http://schemas.microsoft.com/office/drawing/2014/main" id="{CDDDDA1E-7B79-4B92-843B-56667BA05FF9}"/>
                  </a:ext>
                </a:extLst>
              </p:cNvPr>
              <p:cNvSpPr/>
              <p:nvPr/>
            </p:nvSpPr>
            <p:spPr>
              <a:xfrm>
                <a:off x="6430302" y="3888142"/>
                <a:ext cx="150876" cy="291591"/>
              </a:xfrm>
              <a:custGeom>
                <a:avLst/>
                <a:gdLst>
                  <a:gd name="csX0" fmla="*/ 0 w 150876"/>
                  <a:gd name="csY0" fmla="*/ 0 h 291591"/>
                  <a:gd name="csX1" fmla="*/ 0 w 150876"/>
                  <a:gd name="csY1" fmla="*/ 291592 h 291591"/>
                  <a:gd name="csX2" fmla="*/ 150876 w 150876"/>
                  <a:gd name="csY2" fmla="*/ 291592 h 291591"/>
                  <a:gd name="csX3" fmla="*/ 150876 w 150876"/>
                  <a:gd name="csY3" fmla="*/ 0 h 291591"/>
                  <a:gd name="csX4" fmla="*/ 0 w 150876"/>
                  <a:gd name="csY4" fmla="*/ 0 h 291591"/>
                </a:gdLst>
                <a:ahLst/>
                <a:cxnLst>
                  <a:cxn ang="0">
                    <a:pos x="csX0" y="csY0"/>
                  </a:cxn>
                  <a:cxn ang="0">
                    <a:pos x="csX1" y="csY1"/>
                  </a:cxn>
                  <a:cxn ang="0">
                    <a:pos x="csX2" y="csY2"/>
                  </a:cxn>
                  <a:cxn ang="0">
                    <a:pos x="csX3" y="csY3"/>
                  </a:cxn>
                  <a:cxn ang="0">
                    <a:pos x="csX4" y="csY4"/>
                  </a:cxn>
                </a:cxnLst>
                <a:rect l="l" t="t" r="r" b="b"/>
                <a:pathLst>
                  <a:path w="150876" h="291591">
                    <a:moveTo>
                      <a:pt x="0" y="0"/>
                    </a:moveTo>
                    <a:lnTo>
                      <a:pt x="0" y="291592"/>
                    </a:lnTo>
                    <a:lnTo>
                      <a:pt x="150876" y="291592"/>
                    </a:lnTo>
                    <a:lnTo>
                      <a:pt x="150876"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673" name="Freeform 1495">
                <a:extLst>
                  <a:ext uri="{FF2B5EF4-FFF2-40B4-BE49-F238E27FC236}">
                    <a16:creationId xmlns:a16="http://schemas.microsoft.com/office/drawing/2014/main" id="{04D081F6-9011-3951-6B97-A0E79A68548B}"/>
                  </a:ext>
                </a:extLst>
              </p:cNvPr>
              <p:cNvSpPr/>
              <p:nvPr/>
            </p:nvSpPr>
            <p:spPr>
              <a:xfrm>
                <a:off x="6430302" y="4080674"/>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674" name="Freeform 1496">
                <a:extLst>
                  <a:ext uri="{FF2B5EF4-FFF2-40B4-BE49-F238E27FC236}">
                    <a16:creationId xmlns:a16="http://schemas.microsoft.com/office/drawing/2014/main" id="{8D7782E5-BB24-5BDC-D22E-15138C2602BC}"/>
                  </a:ext>
                </a:extLst>
              </p:cNvPr>
              <p:cNvSpPr/>
              <p:nvPr/>
            </p:nvSpPr>
            <p:spPr>
              <a:xfrm>
                <a:off x="6757200" y="3785907"/>
                <a:ext cx="12700" cy="51561"/>
              </a:xfrm>
              <a:custGeom>
                <a:avLst/>
                <a:gdLst>
                  <a:gd name="csX0" fmla="*/ 0 w 12700"/>
                  <a:gd name="csY0" fmla="*/ 51562 h 51561"/>
                  <a:gd name="csX1" fmla="*/ 0 w 12700"/>
                  <a:gd name="csY1" fmla="*/ 0 h 51561"/>
                </a:gdLst>
                <a:ahLst/>
                <a:cxnLst>
                  <a:cxn ang="0">
                    <a:pos x="csX0" y="csY0"/>
                  </a:cxn>
                  <a:cxn ang="0">
                    <a:pos x="csX1" y="csY1"/>
                  </a:cxn>
                </a:cxnLst>
                <a:rect l="l" t="t" r="r" b="b"/>
                <a:pathLst>
                  <a:path w="12700" h="51561">
                    <a:moveTo>
                      <a:pt x="0" y="51562"/>
                    </a:moveTo>
                    <a:lnTo>
                      <a:pt x="0" y="0"/>
                    </a:lnTo>
                  </a:path>
                </a:pathLst>
              </a:custGeom>
              <a:ln w="13589" cap="flat">
                <a:solidFill>
                  <a:srgbClr val="333333"/>
                </a:solidFill>
                <a:prstDash val="solid"/>
                <a:round/>
              </a:ln>
            </p:spPr>
            <p:txBody>
              <a:bodyPr/>
              <a:lstStyle/>
              <a:p>
                <a:pPr algn="ctr"/>
                <a:endParaRPr lang="en-US" sz="2646"/>
              </a:p>
            </p:txBody>
          </p:sp>
          <p:sp>
            <p:nvSpPr>
              <p:cNvPr id="675" name="Freeform 1497">
                <a:extLst>
                  <a:ext uri="{FF2B5EF4-FFF2-40B4-BE49-F238E27FC236}">
                    <a16:creationId xmlns:a16="http://schemas.microsoft.com/office/drawing/2014/main" id="{1ADC96E3-17C0-FA5E-DC06-0154F8569F57}"/>
                  </a:ext>
                </a:extLst>
              </p:cNvPr>
              <p:cNvSpPr/>
              <p:nvPr/>
            </p:nvSpPr>
            <p:spPr>
              <a:xfrm>
                <a:off x="6757200" y="4019460"/>
                <a:ext cx="12700" cy="176149"/>
              </a:xfrm>
              <a:custGeom>
                <a:avLst/>
                <a:gdLst>
                  <a:gd name="csX0" fmla="*/ 0 w 12700"/>
                  <a:gd name="csY0" fmla="*/ 0 h 176149"/>
                  <a:gd name="csX1" fmla="*/ 0 w 12700"/>
                  <a:gd name="csY1" fmla="*/ 176149 h 176149"/>
                </a:gdLst>
                <a:ahLst/>
                <a:cxnLst>
                  <a:cxn ang="0">
                    <a:pos x="csX0" y="csY0"/>
                  </a:cxn>
                  <a:cxn ang="0">
                    <a:pos x="csX1" y="csY1"/>
                  </a:cxn>
                </a:cxnLst>
                <a:rect l="l" t="t" r="r" b="b"/>
                <a:pathLst>
                  <a:path w="12700" h="176149">
                    <a:moveTo>
                      <a:pt x="0" y="0"/>
                    </a:moveTo>
                    <a:lnTo>
                      <a:pt x="0" y="176149"/>
                    </a:lnTo>
                  </a:path>
                </a:pathLst>
              </a:custGeom>
              <a:ln w="13589" cap="flat">
                <a:solidFill>
                  <a:srgbClr val="333333"/>
                </a:solidFill>
                <a:prstDash val="solid"/>
                <a:round/>
              </a:ln>
            </p:spPr>
            <p:txBody>
              <a:bodyPr/>
              <a:lstStyle/>
              <a:p>
                <a:pPr algn="ctr"/>
                <a:endParaRPr lang="en-US" sz="2646"/>
              </a:p>
            </p:txBody>
          </p:sp>
          <p:sp>
            <p:nvSpPr>
              <p:cNvPr id="676" name="Freeform 1498">
                <a:extLst>
                  <a:ext uri="{FF2B5EF4-FFF2-40B4-BE49-F238E27FC236}">
                    <a16:creationId xmlns:a16="http://schemas.microsoft.com/office/drawing/2014/main" id="{8A754B1F-9572-6C55-8FE8-6E5D44FE8562}"/>
                  </a:ext>
                </a:extLst>
              </p:cNvPr>
              <p:cNvSpPr/>
              <p:nvPr/>
            </p:nvSpPr>
            <p:spPr>
              <a:xfrm>
                <a:off x="6681761" y="3837468"/>
                <a:ext cx="150876" cy="181991"/>
              </a:xfrm>
              <a:custGeom>
                <a:avLst/>
                <a:gdLst>
                  <a:gd name="csX0" fmla="*/ 0 w 150876"/>
                  <a:gd name="csY0" fmla="*/ 0 h 181991"/>
                  <a:gd name="csX1" fmla="*/ 0 w 150876"/>
                  <a:gd name="csY1" fmla="*/ 181991 h 181991"/>
                  <a:gd name="csX2" fmla="*/ 150876 w 150876"/>
                  <a:gd name="csY2" fmla="*/ 181991 h 181991"/>
                  <a:gd name="csX3" fmla="*/ 150876 w 150876"/>
                  <a:gd name="csY3" fmla="*/ 0 h 181991"/>
                  <a:gd name="csX4" fmla="*/ 0 w 150876"/>
                  <a:gd name="csY4" fmla="*/ 0 h 181991"/>
                </a:gdLst>
                <a:ahLst/>
                <a:cxnLst>
                  <a:cxn ang="0">
                    <a:pos x="csX0" y="csY0"/>
                  </a:cxn>
                  <a:cxn ang="0">
                    <a:pos x="csX1" y="csY1"/>
                  </a:cxn>
                  <a:cxn ang="0">
                    <a:pos x="csX2" y="csY2"/>
                  </a:cxn>
                  <a:cxn ang="0">
                    <a:pos x="csX3" y="csY3"/>
                  </a:cxn>
                  <a:cxn ang="0">
                    <a:pos x="csX4" y="csY4"/>
                  </a:cxn>
                </a:cxnLst>
                <a:rect l="l" t="t" r="r" b="b"/>
                <a:pathLst>
                  <a:path w="150876" h="181991">
                    <a:moveTo>
                      <a:pt x="0" y="0"/>
                    </a:moveTo>
                    <a:lnTo>
                      <a:pt x="0" y="181991"/>
                    </a:lnTo>
                    <a:lnTo>
                      <a:pt x="150876" y="181991"/>
                    </a:lnTo>
                    <a:lnTo>
                      <a:pt x="150876"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677" name="Freeform 1499">
                <a:extLst>
                  <a:ext uri="{FF2B5EF4-FFF2-40B4-BE49-F238E27FC236}">
                    <a16:creationId xmlns:a16="http://schemas.microsoft.com/office/drawing/2014/main" id="{67835BE0-B895-A2E2-68E7-157D3FD8CCDE}"/>
                  </a:ext>
                </a:extLst>
              </p:cNvPr>
              <p:cNvSpPr/>
              <p:nvPr/>
            </p:nvSpPr>
            <p:spPr>
              <a:xfrm>
                <a:off x="6681762" y="3897921"/>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678" name="Freeform 1500">
                <a:extLst>
                  <a:ext uri="{FF2B5EF4-FFF2-40B4-BE49-F238E27FC236}">
                    <a16:creationId xmlns:a16="http://schemas.microsoft.com/office/drawing/2014/main" id="{41A55C87-20C5-7990-2742-B3DED8FD7445}"/>
                  </a:ext>
                </a:extLst>
              </p:cNvPr>
              <p:cNvSpPr/>
              <p:nvPr/>
            </p:nvSpPr>
            <p:spPr>
              <a:xfrm>
                <a:off x="7008660" y="4006633"/>
                <a:ext cx="12700" cy="47243"/>
              </a:xfrm>
              <a:custGeom>
                <a:avLst/>
                <a:gdLst>
                  <a:gd name="csX0" fmla="*/ 0 w 12700"/>
                  <a:gd name="csY0" fmla="*/ 47244 h 47243"/>
                  <a:gd name="csX1" fmla="*/ 0 w 12700"/>
                  <a:gd name="csY1" fmla="*/ 0 h 47243"/>
                </a:gdLst>
                <a:ahLst/>
                <a:cxnLst>
                  <a:cxn ang="0">
                    <a:pos x="csX0" y="csY0"/>
                  </a:cxn>
                  <a:cxn ang="0">
                    <a:pos x="csX1" y="csY1"/>
                  </a:cxn>
                </a:cxnLst>
                <a:rect l="l" t="t" r="r" b="b"/>
                <a:pathLst>
                  <a:path w="12700" h="47243">
                    <a:moveTo>
                      <a:pt x="0" y="47244"/>
                    </a:moveTo>
                    <a:lnTo>
                      <a:pt x="0" y="0"/>
                    </a:lnTo>
                  </a:path>
                </a:pathLst>
              </a:custGeom>
              <a:ln w="13589" cap="flat">
                <a:solidFill>
                  <a:srgbClr val="333333"/>
                </a:solidFill>
                <a:prstDash val="solid"/>
                <a:round/>
              </a:ln>
            </p:spPr>
            <p:txBody>
              <a:bodyPr/>
              <a:lstStyle/>
              <a:p>
                <a:pPr algn="ctr"/>
                <a:endParaRPr lang="en-US" sz="2646"/>
              </a:p>
            </p:txBody>
          </p:sp>
          <p:sp>
            <p:nvSpPr>
              <p:cNvPr id="679" name="Freeform 1501">
                <a:extLst>
                  <a:ext uri="{FF2B5EF4-FFF2-40B4-BE49-F238E27FC236}">
                    <a16:creationId xmlns:a16="http://schemas.microsoft.com/office/drawing/2014/main" id="{B5D066B3-CDF2-E3BC-D2EC-90B30BED8245}"/>
                  </a:ext>
                </a:extLst>
              </p:cNvPr>
              <p:cNvSpPr/>
              <p:nvPr/>
            </p:nvSpPr>
            <p:spPr>
              <a:xfrm>
                <a:off x="7008660" y="4148365"/>
                <a:ext cx="12700" cy="47243"/>
              </a:xfrm>
              <a:custGeom>
                <a:avLst/>
                <a:gdLst>
                  <a:gd name="csX0" fmla="*/ 0 w 12700"/>
                  <a:gd name="csY0" fmla="*/ 0 h 47243"/>
                  <a:gd name="csX1" fmla="*/ 0 w 12700"/>
                  <a:gd name="csY1" fmla="*/ 47244 h 47243"/>
                </a:gdLst>
                <a:ahLst/>
                <a:cxnLst>
                  <a:cxn ang="0">
                    <a:pos x="csX0" y="csY0"/>
                  </a:cxn>
                  <a:cxn ang="0">
                    <a:pos x="csX1" y="csY1"/>
                  </a:cxn>
                </a:cxnLst>
                <a:rect l="l" t="t" r="r" b="b"/>
                <a:pathLst>
                  <a:path w="12700" h="47243">
                    <a:moveTo>
                      <a:pt x="0" y="0"/>
                    </a:moveTo>
                    <a:lnTo>
                      <a:pt x="0" y="47244"/>
                    </a:lnTo>
                  </a:path>
                </a:pathLst>
              </a:custGeom>
              <a:ln w="13589" cap="flat">
                <a:solidFill>
                  <a:srgbClr val="333333"/>
                </a:solidFill>
                <a:prstDash val="solid"/>
                <a:round/>
              </a:ln>
            </p:spPr>
            <p:txBody>
              <a:bodyPr/>
              <a:lstStyle/>
              <a:p>
                <a:pPr algn="ctr"/>
                <a:endParaRPr lang="en-US" sz="2646"/>
              </a:p>
            </p:txBody>
          </p:sp>
          <p:sp>
            <p:nvSpPr>
              <p:cNvPr id="680" name="Freeform 1502">
                <a:extLst>
                  <a:ext uri="{FF2B5EF4-FFF2-40B4-BE49-F238E27FC236}">
                    <a16:creationId xmlns:a16="http://schemas.microsoft.com/office/drawing/2014/main" id="{5ADDF98D-9667-624C-2E82-887981FC2AC1}"/>
                  </a:ext>
                </a:extLst>
              </p:cNvPr>
              <p:cNvSpPr/>
              <p:nvPr/>
            </p:nvSpPr>
            <p:spPr>
              <a:xfrm>
                <a:off x="6933221" y="4053876"/>
                <a:ext cx="150876" cy="94488"/>
              </a:xfrm>
              <a:custGeom>
                <a:avLst/>
                <a:gdLst>
                  <a:gd name="csX0" fmla="*/ 0 w 150876"/>
                  <a:gd name="csY0" fmla="*/ 0 h 94488"/>
                  <a:gd name="csX1" fmla="*/ 0 w 150876"/>
                  <a:gd name="csY1" fmla="*/ 94488 h 94488"/>
                  <a:gd name="csX2" fmla="*/ 150876 w 150876"/>
                  <a:gd name="csY2" fmla="*/ 94488 h 94488"/>
                  <a:gd name="csX3" fmla="*/ 150876 w 150876"/>
                  <a:gd name="csY3" fmla="*/ 0 h 94488"/>
                  <a:gd name="csX4" fmla="*/ 0 w 150876"/>
                  <a:gd name="csY4" fmla="*/ 0 h 94488"/>
                </a:gdLst>
                <a:ahLst/>
                <a:cxnLst>
                  <a:cxn ang="0">
                    <a:pos x="csX0" y="csY0"/>
                  </a:cxn>
                  <a:cxn ang="0">
                    <a:pos x="csX1" y="csY1"/>
                  </a:cxn>
                  <a:cxn ang="0">
                    <a:pos x="csX2" y="csY2"/>
                  </a:cxn>
                  <a:cxn ang="0">
                    <a:pos x="csX3" y="csY3"/>
                  </a:cxn>
                  <a:cxn ang="0">
                    <a:pos x="csX4" y="csY4"/>
                  </a:cxn>
                </a:cxnLst>
                <a:rect l="l" t="t" r="r" b="b"/>
                <a:pathLst>
                  <a:path w="150876" h="94488">
                    <a:moveTo>
                      <a:pt x="0" y="0"/>
                    </a:moveTo>
                    <a:lnTo>
                      <a:pt x="0" y="94488"/>
                    </a:lnTo>
                    <a:lnTo>
                      <a:pt x="150876" y="94488"/>
                    </a:lnTo>
                    <a:lnTo>
                      <a:pt x="150876"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681" name="Freeform 1503">
                <a:extLst>
                  <a:ext uri="{FF2B5EF4-FFF2-40B4-BE49-F238E27FC236}">
                    <a16:creationId xmlns:a16="http://schemas.microsoft.com/office/drawing/2014/main" id="{2C3DEDB4-3FF5-12F6-C913-7E854006A202}"/>
                  </a:ext>
                </a:extLst>
              </p:cNvPr>
              <p:cNvSpPr/>
              <p:nvPr/>
            </p:nvSpPr>
            <p:spPr>
              <a:xfrm>
                <a:off x="6933222" y="4101121"/>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682" name="Freeform 1504">
                <a:extLst>
                  <a:ext uri="{FF2B5EF4-FFF2-40B4-BE49-F238E27FC236}">
                    <a16:creationId xmlns:a16="http://schemas.microsoft.com/office/drawing/2014/main" id="{17BBA0CF-0CC4-4D2C-0F9A-346B0782152A}"/>
                  </a:ext>
                </a:extLst>
              </p:cNvPr>
              <p:cNvSpPr/>
              <p:nvPr/>
            </p:nvSpPr>
            <p:spPr>
              <a:xfrm>
                <a:off x="7511580" y="3508158"/>
                <a:ext cx="12700" cy="119887"/>
              </a:xfrm>
              <a:custGeom>
                <a:avLst/>
                <a:gdLst>
                  <a:gd name="csX0" fmla="*/ 0 w 12700"/>
                  <a:gd name="csY0" fmla="*/ 119888 h 119887"/>
                  <a:gd name="csX1" fmla="*/ 0 w 12700"/>
                  <a:gd name="csY1" fmla="*/ 0 h 119887"/>
                </a:gdLst>
                <a:ahLst/>
                <a:cxnLst>
                  <a:cxn ang="0">
                    <a:pos x="csX0" y="csY0"/>
                  </a:cxn>
                  <a:cxn ang="0">
                    <a:pos x="csX1" y="csY1"/>
                  </a:cxn>
                </a:cxnLst>
                <a:rect l="l" t="t" r="r" b="b"/>
                <a:pathLst>
                  <a:path w="12700" h="119887">
                    <a:moveTo>
                      <a:pt x="0" y="119888"/>
                    </a:moveTo>
                    <a:lnTo>
                      <a:pt x="0" y="0"/>
                    </a:lnTo>
                  </a:path>
                </a:pathLst>
              </a:custGeom>
              <a:ln w="13589" cap="flat">
                <a:solidFill>
                  <a:srgbClr val="333333"/>
                </a:solidFill>
                <a:prstDash val="solid"/>
                <a:round/>
              </a:ln>
            </p:spPr>
            <p:txBody>
              <a:bodyPr/>
              <a:lstStyle/>
              <a:p>
                <a:pPr algn="ctr"/>
                <a:endParaRPr lang="en-US" sz="2646"/>
              </a:p>
            </p:txBody>
          </p:sp>
          <p:sp>
            <p:nvSpPr>
              <p:cNvPr id="683" name="Freeform 1505">
                <a:extLst>
                  <a:ext uri="{FF2B5EF4-FFF2-40B4-BE49-F238E27FC236}">
                    <a16:creationId xmlns:a16="http://schemas.microsoft.com/office/drawing/2014/main" id="{DD36CC8E-B426-32C7-4403-13812A2B5B7B}"/>
                  </a:ext>
                </a:extLst>
              </p:cNvPr>
              <p:cNvSpPr/>
              <p:nvPr/>
            </p:nvSpPr>
            <p:spPr>
              <a:xfrm>
                <a:off x="7511580" y="3889158"/>
                <a:ext cx="12700" cy="25272"/>
              </a:xfrm>
              <a:custGeom>
                <a:avLst/>
                <a:gdLst>
                  <a:gd name="csX0" fmla="*/ 0 w 12700"/>
                  <a:gd name="csY0" fmla="*/ 0 h 25272"/>
                  <a:gd name="csX1" fmla="*/ 0 w 12700"/>
                  <a:gd name="csY1" fmla="*/ 25273 h 25272"/>
                </a:gdLst>
                <a:ahLst/>
                <a:cxnLst>
                  <a:cxn ang="0">
                    <a:pos x="csX0" y="csY0"/>
                  </a:cxn>
                  <a:cxn ang="0">
                    <a:pos x="csX1" y="csY1"/>
                  </a:cxn>
                </a:cxnLst>
                <a:rect l="l" t="t" r="r" b="b"/>
                <a:pathLst>
                  <a:path w="12700" h="25272">
                    <a:moveTo>
                      <a:pt x="0" y="0"/>
                    </a:moveTo>
                    <a:lnTo>
                      <a:pt x="0" y="25273"/>
                    </a:lnTo>
                  </a:path>
                </a:pathLst>
              </a:custGeom>
              <a:ln w="13589" cap="flat">
                <a:solidFill>
                  <a:srgbClr val="333333"/>
                </a:solidFill>
                <a:prstDash val="solid"/>
                <a:round/>
              </a:ln>
            </p:spPr>
            <p:txBody>
              <a:bodyPr/>
              <a:lstStyle/>
              <a:p>
                <a:pPr algn="ctr"/>
                <a:endParaRPr lang="en-US" sz="2646"/>
              </a:p>
            </p:txBody>
          </p:sp>
          <p:sp>
            <p:nvSpPr>
              <p:cNvPr id="684" name="Freeform 1506">
                <a:extLst>
                  <a:ext uri="{FF2B5EF4-FFF2-40B4-BE49-F238E27FC236}">
                    <a16:creationId xmlns:a16="http://schemas.microsoft.com/office/drawing/2014/main" id="{AD5B5A51-307F-0CC7-2825-019257ED384C}"/>
                  </a:ext>
                </a:extLst>
              </p:cNvPr>
              <p:cNvSpPr/>
              <p:nvPr/>
            </p:nvSpPr>
            <p:spPr>
              <a:xfrm>
                <a:off x="7436141" y="3628046"/>
                <a:ext cx="150876" cy="261111"/>
              </a:xfrm>
              <a:custGeom>
                <a:avLst/>
                <a:gdLst>
                  <a:gd name="csX0" fmla="*/ 0 w 150876"/>
                  <a:gd name="csY0" fmla="*/ 0 h 261111"/>
                  <a:gd name="csX1" fmla="*/ 0 w 150876"/>
                  <a:gd name="csY1" fmla="*/ 261112 h 261111"/>
                  <a:gd name="csX2" fmla="*/ 150876 w 150876"/>
                  <a:gd name="csY2" fmla="*/ 261112 h 261111"/>
                  <a:gd name="csX3" fmla="*/ 150876 w 150876"/>
                  <a:gd name="csY3" fmla="*/ 0 h 261111"/>
                  <a:gd name="csX4" fmla="*/ 0 w 150876"/>
                  <a:gd name="csY4" fmla="*/ 0 h 261111"/>
                </a:gdLst>
                <a:ahLst/>
                <a:cxnLst>
                  <a:cxn ang="0">
                    <a:pos x="csX0" y="csY0"/>
                  </a:cxn>
                  <a:cxn ang="0">
                    <a:pos x="csX1" y="csY1"/>
                  </a:cxn>
                  <a:cxn ang="0">
                    <a:pos x="csX2" y="csY2"/>
                  </a:cxn>
                  <a:cxn ang="0">
                    <a:pos x="csX3" y="csY3"/>
                  </a:cxn>
                  <a:cxn ang="0">
                    <a:pos x="csX4" y="csY4"/>
                  </a:cxn>
                </a:cxnLst>
                <a:rect l="l" t="t" r="r" b="b"/>
                <a:pathLst>
                  <a:path w="150876" h="261111">
                    <a:moveTo>
                      <a:pt x="0" y="0"/>
                    </a:moveTo>
                    <a:lnTo>
                      <a:pt x="0" y="261112"/>
                    </a:lnTo>
                    <a:lnTo>
                      <a:pt x="150876" y="261112"/>
                    </a:lnTo>
                    <a:lnTo>
                      <a:pt x="150876" y="0"/>
                    </a:lnTo>
                    <a:lnTo>
                      <a:pt x="0" y="0"/>
                    </a:lnTo>
                    <a:close/>
                  </a:path>
                </a:pathLst>
              </a:custGeom>
              <a:solidFill>
                <a:srgbClr val="DC050C"/>
              </a:solidFill>
              <a:ln w="13589" cap="flat">
                <a:solidFill>
                  <a:srgbClr val="333333"/>
                </a:solidFill>
                <a:prstDash val="solid"/>
                <a:miter/>
              </a:ln>
            </p:spPr>
            <p:txBody>
              <a:bodyPr/>
              <a:lstStyle/>
              <a:p>
                <a:pPr algn="ctr"/>
                <a:endParaRPr lang="en-US" sz="2646"/>
              </a:p>
            </p:txBody>
          </p:sp>
          <p:sp>
            <p:nvSpPr>
              <p:cNvPr id="685" name="Freeform 1507">
                <a:extLst>
                  <a:ext uri="{FF2B5EF4-FFF2-40B4-BE49-F238E27FC236}">
                    <a16:creationId xmlns:a16="http://schemas.microsoft.com/office/drawing/2014/main" id="{5D4806FA-5615-F1E2-A7E4-D9F349BFE14C}"/>
                  </a:ext>
                </a:extLst>
              </p:cNvPr>
              <p:cNvSpPr/>
              <p:nvPr/>
            </p:nvSpPr>
            <p:spPr>
              <a:xfrm>
                <a:off x="7436142" y="3878363"/>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686" name="Freeform 1508">
                <a:extLst>
                  <a:ext uri="{FF2B5EF4-FFF2-40B4-BE49-F238E27FC236}">
                    <a16:creationId xmlns:a16="http://schemas.microsoft.com/office/drawing/2014/main" id="{D56CE0CA-961A-55DD-A235-2620B10EEC37}"/>
                  </a:ext>
                </a:extLst>
              </p:cNvPr>
              <p:cNvSpPr/>
              <p:nvPr/>
            </p:nvSpPr>
            <p:spPr>
              <a:xfrm>
                <a:off x="6508661" y="41774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87" name="Freeform 1509">
                <a:extLst>
                  <a:ext uri="{FF2B5EF4-FFF2-40B4-BE49-F238E27FC236}">
                    <a16:creationId xmlns:a16="http://schemas.microsoft.com/office/drawing/2014/main" id="{C0A68333-1981-6A7C-544E-811D76D6308F}"/>
                  </a:ext>
                </a:extLst>
              </p:cNvPr>
              <p:cNvSpPr/>
              <p:nvPr/>
            </p:nvSpPr>
            <p:spPr>
              <a:xfrm>
                <a:off x="6509677" y="382286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88" name="Freeform 1510">
                <a:extLst>
                  <a:ext uri="{FF2B5EF4-FFF2-40B4-BE49-F238E27FC236}">
                    <a16:creationId xmlns:a16="http://schemas.microsoft.com/office/drawing/2014/main" id="{5F627281-03A6-320C-EA38-6BE0117F9495}"/>
                  </a:ext>
                </a:extLst>
              </p:cNvPr>
              <p:cNvSpPr/>
              <p:nvPr/>
            </p:nvSpPr>
            <p:spPr>
              <a:xfrm>
                <a:off x="6477038" y="401133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89" name="Freeform 1511">
                <a:extLst>
                  <a:ext uri="{FF2B5EF4-FFF2-40B4-BE49-F238E27FC236}">
                    <a16:creationId xmlns:a16="http://schemas.microsoft.com/office/drawing/2014/main" id="{6DB06D81-5FF3-E739-50FA-AA7D431EB29E}"/>
                  </a:ext>
                </a:extLst>
              </p:cNvPr>
              <p:cNvSpPr/>
              <p:nvPr/>
            </p:nvSpPr>
            <p:spPr>
              <a:xfrm>
                <a:off x="6504343" y="363757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0" name="Freeform 1512">
                <a:extLst>
                  <a:ext uri="{FF2B5EF4-FFF2-40B4-BE49-F238E27FC236}">
                    <a16:creationId xmlns:a16="http://schemas.microsoft.com/office/drawing/2014/main" id="{A8189AC4-96AF-F107-485B-07DA12E1113E}"/>
                  </a:ext>
                </a:extLst>
              </p:cNvPr>
              <p:cNvSpPr/>
              <p:nvPr/>
            </p:nvSpPr>
            <p:spPr>
              <a:xfrm>
                <a:off x="6494945" y="41140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1" name="Freeform 1513">
                <a:extLst>
                  <a:ext uri="{FF2B5EF4-FFF2-40B4-BE49-F238E27FC236}">
                    <a16:creationId xmlns:a16="http://schemas.microsoft.com/office/drawing/2014/main" id="{0BE7DC06-11F6-7993-EEFC-600BEEBF73AB}"/>
                  </a:ext>
                </a:extLst>
              </p:cNvPr>
              <p:cNvSpPr/>
              <p:nvPr/>
            </p:nvSpPr>
            <p:spPr>
              <a:xfrm>
                <a:off x="6488722" y="41774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2" name="Freeform 1514">
                <a:extLst>
                  <a:ext uri="{FF2B5EF4-FFF2-40B4-BE49-F238E27FC236}">
                    <a16:creationId xmlns:a16="http://schemas.microsoft.com/office/drawing/2014/main" id="{BD809193-858C-AB57-13F4-D05F07E2E935}"/>
                  </a:ext>
                </a:extLst>
              </p:cNvPr>
              <p:cNvSpPr/>
              <p:nvPr/>
            </p:nvSpPr>
            <p:spPr>
              <a:xfrm>
                <a:off x="6751104" y="377041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3" name="Freeform 1515">
                <a:extLst>
                  <a:ext uri="{FF2B5EF4-FFF2-40B4-BE49-F238E27FC236}">
                    <a16:creationId xmlns:a16="http://schemas.microsoft.com/office/drawing/2014/main" id="{C7E95600-B1DE-7D19-8F17-8B13A22817CA}"/>
                  </a:ext>
                </a:extLst>
              </p:cNvPr>
              <p:cNvSpPr/>
              <p:nvPr/>
            </p:nvSpPr>
            <p:spPr>
              <a:xfrm>
                <a:off x="6720878" y="376774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4" name="Freeform 1516">
                <a:extLst>
                  <a:ext uri="{FF2B5EF4-FFF2-40B4-BE49-F238E27FC236}">
                    <a16:creationId xmlns:a16="http://schemas.microsoft.com/office/drawing/2014/main" id="{24FDF7EC-DD9A-1BD6-4E73-601CF4B7E6E9}"/>
                  </a:ext>
                </a:extLst>
              </p:cNvPr>
              <p:cNvSpPr/>
              <p:nvPr/>
            </p:nvSpPr>
            <p:spPr>
              <a:xfrm>
                <a:off x="6747167" y="387988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5" name="Freeform 1517">
                <a:extLst>
                  <a:ext uri="{FF2B5EF4-FFF2-40B4-BE49-F238E27FC236}">
                    <a16:creationId xmlns:a16="http://schemas.microsoft.com/office/drawing/2014/main" id="{A75D1AA5-3D9A-4765-A1A0-3619FED50292}"/>
                  </a:ext>
                </a:extLst>
              </p:cNvPr>
              <p:cNvSpPr/>
              <p:nvPr/>
            </p:nvSpPr>
            <p:spPr>
              <a:xfrm>
                <a:off x="6749580" y="417757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6" name="Freeform 1518">
                <a:extLst>
                  <a:ext uri="{FF2B5EF4-FFF2-40B4-BE49-F238E27FC236}">
                    <a16:creationId xmlns:a16="http://schemas.microsoft.com/office/drawing/2014/main" id="{EDE8F3EA-D4A9-6E32-AAA8-7118FF12237D}"/>
                  </a:ext>
                </a:extLst>
              </p:cNvPr>
              <p:cNvSpPr/>
              <p:nvPr/>
            </p:nvSpPr>
            <p:spPr>
              <a:xfrm>
                <a:off x="6737134" y="386845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7" name="Freeform 1519">
                <a:extLst>
                  <a:ext uri="{FF2B5EF4-FFF2-40B4-BE49-F238E27FC236}">
                    <a16:creationId xmlns:a16="http://schemas.microsoft.com/office/drawing/2014/main" id="{0D7D1038-D784-3CC3-D169-A3A458F23D88}"/>
                  </a:ext>
                </a:extLst>
              </p:cNvPr>
              <p:cNvSpPr/>
              <p:nvPr/>
            </p:nvSpPr>
            <p:spPr>
              <a:xfrm>
                <a:off x="6750215" y="40137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8" name="Freeform 1520">
                <a:extLst>
                  <a:ext uri="{FF2B5EF4-FFF2-40B4-BE49-F238E27FC236}">
                    <a16:creationId xmlns:a16="http://schemas.microsoft.com/office/drawing/2014/main" id="{D8F03E25-81A7-D497-4865-436A1D6A79C7}"/>
                  </a:ext>
                </a:extLst>
              </p:cNvPr>
              <p:cNvSpPr/>
              <p:nvPr/>
            </p:nvSpPr>
            <p:spPr>
              <a:xfrm>
                <a:off x="6761010" y="398923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699" name="Freeform 1521">
                <a:extLst>
                  <a:ext uri="{FF2B5EF4-FFF2-40B4-BE49-F238E27FC236}">
                    <a16:creationId xmlns:a16="http://schemas.microsoft.com/office/drawing/2014/main" id="{1195F9F0-C450-46C0-C934-ACA2113801BD}"/>
                  </a:ext>
                </a:extLst>
              </p:cNvPr>
              <p:cNvSpPr/>
              <p:nvPr/>
            </p:nvSpPr>
            <p:spPr>
              <a:xfrm>
                <a:off x="6978307" y="41774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0" name="Freeform 1522">
                <a:extLst>
                  <a:ext uri="{FF2B5EF4-FFF2-40B4-BE49-F238E27FC236}">
                    <a16:creationId xmlns:a16="http://schemas.microsoft.com/office/drawing/2014/main" id="{298FB355-D865-CC93-A371-58C45980CA17}"/>
                  </a:ext>
                </a:extLst>
              </p:cNvPr>
              <p:cNvSpPr/>
              <p:nvPr/>
            </p:nvSpPr>
            <p:spPr>
              <a:xfrm>
                <a:off x="6988721" y="39887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1" name="Freeform 1523">
                <a:extLst>
                  <a:ext uri="{FF2B5EF4-FFF2-40B4-BE49-F238E27FC236}">
                    <a16:creationId xmlns:a16="http://schemas.microsoft.com/office/drawing/2014/main" id="{4125C4AF-9CC0-750E-8C0E-C27080B33E3E}"/>
                  </a:ext>
                </a:extLst>
              </p:cNvPr>
              <p:cNvSpPr/>
              <p:nvPr/>
            </p:nvSpPr>
            <p:spPr>
              <a:xfrm>
                <a:off x="7264184" y="398758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2" name="Freeform 1524">
                <a:extLst>
                  <a:ext uri="{FF2B5EF4-FFF2-40B4-BE49-F238E27FC236}">
                    <a16:creationId xmlns:a16="http://schemas.microsoft.com/office/drawing/2014/main" id="{132F85BB-8001-8ABE-D371-8A6E9E815DA6}"/>
                  </a:ext>
                </a:extLst>
              </p:cNvPr>
              <p:cNvSpPr/>
              <p:nvPr/>
            </p:nvSpPr>
            <p:spPr>
              <a:xfrm>
                <a:off x="7517549" y="3874426"/>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3" name="Freeform 1525">
                <a:extLst>
                  <a:ext uri="{FF2B5EF4-FFF2-40B4-BE49-F238E27FC236}">
                    <a16:creationId xmlns:a16="http://schemas.microsoft.com/office/drawing/2014/main" id="{5F3E3B3F-0DAD-9672-BE2B-C34D922ECAC8}"/>
                  </a:ext>
                </a:extLst>
              </p:cNvPr>
              <p:cNvSpPr/>
              <p:nvPr/>
            </p:nvSpPr>
            <p:spPr>
              <a:xfrm>
                <a:off x="7474369" y="38963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4" name="Freeform 1526">
                <a:extLst>
                  <a:ext uri="{FF2B5EF4-FFF2-40B4-BE49-F238E27FC236}">
                    <a16:creationId xmlns:a16="http://schemas.microsoft.com/office/drawing/2014/main" id="{3C158BAB-42D7-D69C-E723-55DACAFC7795}"/>
                  </a:ext>
                </a:extLst>
              </p:cNvPr>
              <p:cNvSpPr/>
              <p:nvPr/>
            </p:nvSpPr>
            <p:spPr>
              <a:xfrm>
                <a:off x="7492276" y="385994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5" name="Freeform 1527">
                <a:extLst>
                  <a:ext uri="{FF2B5EF4-FFF2-40B4-BE49-F238E27FC236}">
                    <a16:creationId xmlns:a16="http://schemas.microsoft.com/office/drawing/2014/main" id="{EABE4060-9080-40AF-EB4C-0BCC6F578E68}"/>
                  </a:ext>
                </a:extLst>
              </p:cNvPr>
              <p:cNvSpPr/>
              <p:nvPr/>
            </p:nvSpPr>
            <p:spPr>
              <a:xfrm>
                <a:off x="7496594" y="3490124"/>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6" name="Freeform 1528">
                <a:extLst>
                  <a:ext uri="{FF2B5EF4-FFF2-40B4-BE49-F238E27FC236}">
                    <a16:creationId xmlns:a16="http://schemas.microsoft.com/office/drawing/2014/main" id="{2A841A87-366A-086C-21CC-8920104236D5}"/>
                  </a:ext>
                </a:extLst>
              </p:cNvPr>
              <p:cNvSpPr/>
              <p:nvPr/>
            </p:nvSpPr>
            <p:spPr>
              <a:xfrm>
                <a:off x="7513866" y="3860837"/>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07" name="Freeform 1529">
                <a:extLst>
                  <a:ext uri="{FF2B5EF4-FFF2-40B4-BE49-F238E27FC236}">
                    <a16:creationId xmlns:a16="http://schemas.microsoft.com/office/drawing/2014/main" id="{342985FD-BFAC-5BB1-DEA4-523656A140C8}"/>
                  </a:ext>
                </a:extLst>
              </p:cNvPr>
              <p:cNvSpPr/>
              <p:nvPr/>
            </p:nvSpPr>
            <p:spPr>
              <a:xfrm>
                <a:off x="7475385" y="35265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grpSp>
        <p:grpSp>
          <p:nvGrpSpPr>
            <p:cNvPr id="646" name="Graphic 861">
              <a:extLst>
                <a:ext uri="{FF2B5EF4-FFF2-40B4-BE49-F238E27FC236}">
                  <a16:creationId xmlns:a16="http://schemas.microsoft.com/office/drawing/2014/main" id="{95475A39-7E86-A0B3-007F-BD69AA0519E2}"/>
                </a:ext>
              </a:extLst>
            </p:cNvPr>
            <p:cNvGrpSpPr/>
            <p:nvPr/>
          </p:nvGrpSpPr>
          <p:grpSpPr>
            <a:xfrm>
              <a:off x="6032470" y="3112807"/>
              <a:ext cx="1629986" cy="1376564"/>
              <a:chOff x="6032470" y="3112807"/>
              <a:chExt cx="1629986" cy="1376564"/>
            </a:xfrm>
          </p:grpSpPr>
          <p:sp>
            <p:nvSpPr>
              <p:cNvPr id="647" name="Freeform 1468">
                <a:extLst>
                  <a:ext uri="{FF2B5EF4-FFF2-40B4-BE49-F238E27FC236}">
                    <a16:creationId xmlns:a16="http://schemas.microsoft.com/office/drawing/2014/main" id="{D6913FE8-19B9-99C8-FBB6-E01DA9007449}"/>
                  </a:ext>
                </a:extLst>
              </p:cNvPr>
              <p:cNvSpPr/>
              <p:nvPr/>
            </p:nvSpPr>
            <p:spPr>
              <a:xfrm>
                <a:off x="6354864" y="3112807"/>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648" name="TextBox 647">
                <a:extLst>
                  <a:ext uri="{FF2B5EF4-FFF2-40B4-BE49-F238E27FC236}">
                    <a16:creationId xmlns:a16="http://schemas.microsoft.com/office/drawing/2014/main" id="{3A25BF75-6144-5C9C-175A-8BD4D1C3A989}"/>
                  </a:ext>
                </a:extLst>
              </p:cNvPr>
              <p:cNvSpPr txBox="1"/>
              <p:nvPr/>
            </p:nvSpPr>
            <p:spPr>
              <a:xfrm>
                <a:off x="6032470" y="4088721"/>
                <a:ext cx="364200"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0.0</a:t>
                </a:r>
              </a:p>
            </p:txBody>
          </p:sp>
          <p:sp>
            <p:nvSpPr>
              <p:cNvPr id="649" name="TextBox 648">
                <a:extLst>
                  <a:ext uri="{FF2B5EF4-FFF2-40B4-BE49-F238E27FC236}">
                    <a16:creationId xmlns:a16="http://schemas.microsoft.com/office/drawing/2014/main" id="{29CAD118-C0BE-D409-4598-85A32677E427}"/>
                  </a:ext>
                </a:extLst>
              </p:cNvPr>
              <p:cNvSpPr txBox="1"/>
              <p:nvPr/>
            </p:nvSpPr>
            <p:spPr>
              <a:xfrm>
                <a:off x="6032470" y="3790907"/>
                <a:ext cx="364200"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0.1</a:t>
                </a:r>
              </a:p>
            </p:txBody>
          </p:sp>
          <p:sp>
            <p:nvSpPr>
              <p:cNvPr id="650" name="TextBox 649">
                <a:extLst>
                  <a:ext uri="{FF2B5EF4-FFF2-40B4-BE49-F238E27FC236}">
                    <a16:creationId xmlns:a16="http://schemas.microsoft.com/office/drawing/2014/main" id="{7B5085CE-829B-41A2-669C-E834CE4D0B05}"/>
                  </a:ext>
                </a:extLst>
              </p:cNvPr>
              <p:cNvSpPr txBox="1"/>
              <p:nvPr/>
            </p:nvSpPr>
            <p:spPr>
              <a:xfrm>
                <a:off x="6032470" y="3492964"/>
                <a:ext cx="364200"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0.2</a:t>
                </a:r>
              </a:p>
            </p:txBody>
          </p:sp>
          <p:sp>
            <p:nvSpPr>
              <p:cNvPr id="651" name="TextBox 650">
                <a:extLst>
                  <a:ext uri="{FF2B5EF4-FFF2-40B4-BE49-F238E27FC236}">
                    <a16:creationId xmlns:a16="http://schemas.microsoft.com/office/drawing/2014/main" id="{03642078-5E45-C3A3-108D-4218EA1DFADA}"/>
                  </a:ext>
                </a:extLst>
              </p:cNvPr>
              <p:cNvSpPr txBox="1"/>
              <p:nvPr/>
            </p:nvSpPr>
            <p:spPr>
              <a:xfrm>
                <a:off x="6032470" y="3195022"/>
                <a:ext cx="364200"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0.3</a:t>
                </a:r>
              </a:p>
            </p:txBody>
          </p:sp>
          <p:sp>
            <p:nvSpPr>
              <p:cNvPr id="652" name="Freeform 1473">
                <a:extLst>
                  <a:ext uri="{FF2B5EF4-FFF2-40B4-BE49-F238E27FC236}">
                    <a16:creationId xmlns:a16="http://schemas.microsoft.com/office/drawing/2014/main" id="{FB6B3A34-E3C4-1757-406D-5D1B84BB8768}"/>
                  </a:ext>
                </a:extLst>
              </p:cNvPr>
              <p:cNvSpPr/>
              <p:nvPr/>
            </p:nvSpPr>
            <p:spPr>
              <a:xfrm>
                <a:off x="6320065" y="419560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653" name="Freeform 1474">
                <a:extLst>
                  <a:ext uri="{FF2B5EF4-FFF2-40B4-BE49-F238E27FC236}">
                    <a16:creationId xmlns:a16="http://schemas.microsoft.com/office/drawing/2014/main" id="{F7C5B6D0-3138-4D4F-CD0B-5845A2D2387B}"/>
                  </a:ext>
                </a:extLst>
              </p:cNvPr>
              <p:cNvSpPr/>
              <p:nvPr/>
            </p:nvSpPr>
            <p:spPr>
              <a:xfrm>
                <a:off x="6320065" y="389779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654" name="Freeform 1475">
                <a:extLst>
                  <a:ext uri="{FF2B5EF4-FFF2-40B4-BE49-F238E27FC236}">
                    <a16:creationId xmlns:a16="http://schemas.microsoft.com/office/drawing/2014/main" id="{57C5A5CA-6689-C528-53C2-2CFDAE3A239E}"/>
                  </a:ext>
                </a:extLst>
              </p:cNvPr>
              <p:cNvSpPr/>
              <p:nvPr/>
            </p:nvSpPr>
            <p:spPr>
              <a:xfrm>
                <a:off x="6320065" y="359985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655" name="Freeform 1476">
                <a:extLst>
                  <a:ext uri="{FF2B5EF4-FFF2-40B4-BE49-F238E27FC236}">
                    <a16:creationId xmlns:a16="http://schemas.microsoft.com/office/drawing/2014/main" id="{328539CC-3041-3C75-01E5-4053F74208AB}"/>
                  </a:ext>
                </a:extLst>
              </p:cNvPr>
              <p:cNvSpPr/>
              <p:nvPr/>
            </p:nvSpPr>
            <p:spPr>
              <a:xfrm>
                <a:off x="6320065" y="3301909"/>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656" name="Freeform 1477">
                <a:extLst>
                  <a:ext uri="{FF2B5EF4-FFF2-40B4-BE49-F238E27FC236}">
                    <a16:creationId xmlns:a16="http://schemas.microsoft.com/office/drawing/2014/main" id="{31865A7F-8906-83E7-D2B8-13FABE9A14CB}"/>
                  </a:ext>
                </a:extLst>
              </p:cNvPr>
              <p:cNvSpPr/>
              <p:nvPr/>
            </p:nvSpPr>
            <p:spPr>
              <a:xfrm>
                <a:off x="6354864" y="4247171"/>
                <a:ext cx="1307592" cy="12700"/>
              </a:xfrm>
              <a:custGeom>
                <a:avLst/>
                <a:gdLst>
                  <a:gd name="csX0" fmla="*/ 0 w 1307592"/>
                  <a:gd name="csY0" fmla="*/ 0 h 12700"/>
                  <a:gd name="csX1" fmla="*/ 1307592 w 1307592"/>
                  <a:gd name="csY1" fmla="*/ 0 h 12700"/>
                </a:gdLst>
                <a:ahLst/>
                <a:cxnLst>
                  <a:cxn ang="0">
                    <a:pos x="csX0" y="csY0"/>
                  </a:cxn>
                  <a:cxn ang="0">
                    <a:pos x="csX1" y="csY1"/>
                  </a:cxn>
                </a:cxnLst>
                <a:rect l="l" t="t" r="r" b="b"/>
                <a:pathLst>
                  <a:path w="1307592" h="12700">
                    <a:moveTo>
                      <a:pt x="0" y="0"/>
                    </a:moveTo>
                    <a:lnTo>
                      <a:pt x="1307592" y="0"/>
                    </a:lnTo>
                  </a:path>
                </a:pathLst>
              </a:custGeom>
              <a:noFill/>
              <a:ln w="13589" cap="sq">
                <a:solidFill>
                  <a:srgbClr val="000000"/>
                </a:solidFill>
                <a:prstDash val="solid"/>
                <a:round/>
              </a:ln>
            </p:spPr>
            <p:txBody>
              <a:bodyPr/>
              <a:lstStyle/>
              <a:p>
                <a:pPr algn="ctr"/>
                <a:endParaRPr lang="en-US" sz="2646"/>
              </a:p>
            </p:txBody>
          </p:sp>
          <p:sp>
            <p:nvSpPr>
              <p:cNvPr id="657" name="Freeform 1478">
                <a:extLst>
                  <a:ext uri="{FF2B5EF4-FFF2-40B4-BE49-F238E27FC236}">
                    <a16:creationId xmlns:a16="http://schemas.microsoft.com/office/drawing/2014/main" id="{D598B5C4-3570-8923-E14D-DD9000A62C95}"/>
                  </a:ext>
                </a:extLst>
              </p:cNvPr>
              <p:cNvSpPr/>
              <p:nvPr/>
            </p:nvSpPr>
            <p:spPr>
              <a:xfrm>
                <a:off x="6505739" y="424717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58" name="Freeform 1479">
                <a:extLst>
                  <a:ext uri="{FF2B5EF4-FFF2-40B4-BE49-F238E27FC236}">
                    <a16:creationId xmlns:a16="http://schemas.microsoft.com/office/drawing/2014/main" id="{48F838E0-2BE5-27CD-438F-72AE9680A90B}"/>
                  </a:ext>
                </a:extLst>
              </p:cNvPr>
              <p:cNvSpPr/>
              <p:nvPr/>
            </p:nvSpPr>
            <p:spPr>
              <a:xfrm>
                <a:off x="6757199" y="424717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59" name="Freeform 1480">
                <a:extLst>
                  <a:ext uri="{FF2B5EF4-FFF2-40B4-BE49-F238E27FC236}">
                    <a16:creationId xmlns:a16="http://schemas.microsoft.com/office/drawing/2014/main" id="{AEE06C67-C73B-672D-8C0F-125C5F0B253F}"/>
                  </a:ext>
                </a:extLst>
              </p:cNvPr>
              <p:cNvSpPr/>
              <p:nvPr/>
            </p:nvSpPr>
            <p:spPr>
              <a:xfrm>
                <a:off x="7008660" y="424717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60" name="Freeform 1481">
                <a:extLst>
                  <a:ext uri="{FF2B5EF4-FFF2-40B4-BE49-F238E27FC236}">
                    <a16:creationId xmlns:a16="http://schemas.microsoft.com/office/drawing/2014/main" id="{E6D0F735-78E0-2D57-165F-7E89DE7386E2}"/>
                  </a:ext>
                </a:extLst>
              </p:cNvPr>
              <p:cNvSpPr/>
              <p:nvPr/>
            </p:nvSpPr>
            <p:spPr>
              <a:xfrm>
                <a:off x="7260119" y="424717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61" name="Freeform 1482">
                <a:extLst>
                  <a:ext uri="{FF2B5EF4-FFF2-40B4-BE49-F238E27FC236}">
                    <a16:creationId xmlns:a16="http://schemas.microsoft.com/office/drawing/2014/main" id="{F409FF1D-32C0-D1A9-8539-231CE563B3ED}"/>
                  </a:ext>
                </a:extLst>
              </p:cNvPr>
              <p:cNvSpPr/>
              <p:nvPr/>
            </p:nvSpPr>
            <p:spPr>
              <a:xfrm>
                <a:off x="7511579" y="4247171"/>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662" name="TextBox 661">
                <a:extLst>
                  <a:ext uri="{FF2B5EF4-FFF2-40B4-BE49-F238E27FC236}">
                    <a16:creationId xmlns:a16="http://schemas.microsoft.com/office/drawing/2014/main" id="{AC79ABC0-096C-28AA-89A4-A9AB45EB350C}"/>
                  </a:ext>
                </a:extLst>
              </p:cNvPr>
              <p:cNvSpPr txBox="1"/>
              <p:nvPr/>
            </p:nvSpPr>
            <p:spPr>
              <a:xfrm>
                <a:off x="6359707" y="4243024"/>
                <a:ext cx="292065"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M</a:t>
                </a:r>
              </a:p>
            </p:txBody>
          </p:sp>
          <p:sp>
            <p:nvSpPr>
              <p:cNvPr id="663" name="TextBox 662">
                <a:extLst>
                  <a:ext uri="{FF2B5EF4-FFF2-40B4-BE49-F238E27FC236}">
                    <a16:creationId xmlns:a16="http://schemas.microsoft.com/office/drawing/2014/main" id="{2471E509-B1A9-E71E-062B-D672EB6D25CB}"/>
                  </a:ext>
                </a:extLst>
              </p:cNvPr>
              <p:cNvSpPr txBox="1"/>
              <p:nvPr/>
            </p:nvSpPr>
            <p:spPr>
              <a:xfrm>
                <a:off x="6647236" y="4243024"/>
                <a:ext cx="219930"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I</a:t>
                </a:r>
              </a:p>
            </p:txBody>
          </p:sp>
          <p:sp>
            <p:nvSpPr>
              <p:cNvPr id="664" name="TextBox 663">
                <a:extLst>
                  <a:ext uri="{FF2B5EF4-FFF2-40B4-BE49-F238E27FC236}">
                    <a16:creationId xmlns:a16="http://schemas.microsoft.com/office/drawing/2014/main" id="{5FC41412-7406-32FD-543A-F2ED1CA37A87}"/>
                  </a:ext>
                </a:extLst>
              </p:cNvPr>
              <p:cNvSpPr txBox="1"/>
              <p:nvPr/>
            </p:nvSpPr>
            <p:spPr>
              <a:xfrm>
                <a:off x="6862629" y="4243024"/>
                <a:ext cx="292065"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LI</a:t>
                </a:r>
              </a:p>
            </p:txBody>
          </p:sp>
          <p:sp>
            <p:nvSpPr>
              <p:cNvPr id="665" name="TextBox 664">
                <a:extLst>
                  <a:ext uri="{FF2B5EF4-FFF2-40B4-BE49-F238E27FC236}">
                    <a16:creationId xmlns:a16="http://schemas.microsoft.com/office/drawing/2014/main" id="{B4640F8F-E4E3-28A9-C5AF-0DA9284624D1}"/>
                  </a:ext>
                </a:extLst>
              </p:cNvPr>
              <p:cNvSpPr txBox="1"/>
              <p:nvPr/>
            </p:nvSpPr>
            <p:spPr>
              <a:xfrm>
                <a:off x="7082025" y="4243024"/>
                <a:ext cx="356186"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NF</a:t>
                </a:r>
              </a:p>
            </p:txBody>
          </p:sp>
          <p:sp>
            <p:nvSpPr>
              <p:cNvPr id="666" name="TextBox 665">
                <a:extLst>
                  <a:ext uri="{FF2B5EF4-FFF2-40B4-BE49-F238E27FC236}">
                    <a16:creationId xmlns:a16="http://schemas.microsoft.com/office/drawing/2014/main" id="{C0B08388-5EA9-3B5E-F54A-8B943FB231D9}"/>
                  </a:ext>
                </a:extLst>
              </p:cNvPr>
              <p:cNvSpPr txBox="1"/>
              <p:nvPr/>
            </p:nvSpPr>
            <p:spPr>
              <a:xfrm>
                <a:off x="7379972" y="4243024"/>
                <a:ext cx="263212" cy="246347"/>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946">
                    <a:ln/>
                    <a:solidFill>
                      <a:srgbClr val="000000"/>
                    </a:solidFill>
                    <a:latin typeface="Arial"/>
                    <a:cs typeface="Arial"/>
                    <a:sym typeface="Arial"/>
                    <a:rtl val="0"/>
                  </a:rPr>
                  <a:t>F</a:t>
                </a:r>
              </a:p>
            </p:txBody>
          </p:sp>
        </p:grpSp>
      </p:grpSp>
      <p:sp>
        <p:nvSpPr>
          <p:cNvPr id="876" name="TextBox 875">
            <a:extLst>
              <a:ext uri="{FF2B5EF4-FFF2-40B4-BE49-F238E27FC236}">
                <a16:creationId xmlns:a16="http://schemas.microsoft.com/office/drawing/2014/main" id="{E384B18B-B052-9518-0264-C5BA2F817285}"/>
              </a:ext>
            </a:extLst>
          </p:cNvPr>
          <p:cNvSpPr txBox="1"/>
          <p:nvPr/>
        </p:nvSpPr>
        <p:spPr>
          <a:xfrm>
            <a:off x="574596" y="3217650"/>
            <a:ext cx="1260034" cy="188911"/>
          </a:xfrm>
          <a:prstGeom prst="rect">
            <a:avLst/>
          </a:prstGeom>
          <a:noFill/>
        </p:spPr>
        <p:txBody>
          <a:bodyPr rot="0" spcFirstLastPara="0" vertOverflow="overflow" horzOverflow="overflow" vert="horz" wrap="square" lIns="86401" tIns="43200" rIns="86401" bIns="43200" numCol="1" spcCol="0" rtlCol="0" fromWordArt="0" anchor="t" anchorCtr="0" forceAA="0" compatLnSpc="1">
            <a:prstTxWarp prst="textNoShape">
              <a:avLst/>
            </a:prstTxWarp>
            <a:spAutoFit/>
          </a:bodyPr>
          <a:lstStyle/>
          <a:p>
            <a:pPr algn="ctr"/>
            <a:r>
              <a:rPr lang="en-US" sz="660" dirty="0">
                <a:ln/>
                <a:solidFill>
                  <a:srgbClr val="000000"/>
                </a:solidFill>
                <a:latin typeface="Arial"/>
                <a:cs typeface="Arial"/>
                <a:sym typeface="Arial"/>
                <a:rtl val="0"/>
              </a:rPr>
              <a:t>Main effect p &gt; 0.05</a:t>
            </a:r>
          </a:p>
        </p:txBody>
      </p:sp>
      <p:sp>
        <p:nvSpPr>
          <p:cNvPr id="878" name="TextBox 877">
            <a:extLst>
              <a:ext uri="{FF2B5EF4-FFF2-40B4-BE49-F238E27FC236}">
                <a16:creationId xmlns:a16="http://schemas.microsoft.com/office/drawing/2014/main" id="{1D85591B-3BFD-0CDE-50E2-6CE3093908B7}"/>
              </a:ext>
            </a:extLst>
          </p:cNvPr>
          <p:cNvSpPr txBox="1"/>
          <p:nvPr/>
        </p:nvSpPr>
        <p:spPr>
          <a:xfrm>
            <a:off x="502920" y="4457622"/>
            <a:ext cx="4869180" cy="252249"/>
          </a:xfrm>
          <a:prstGeom prst="rect">
            <a:avLst/>
          </a:prstGeom>
          <a:noFill/>
        </p:spPr>
        <p:txBody>
          <a:bodyPr wrap="square" rtlCol="0">
            <a:spAutoFit/>
          </a:bodyPr>
          <a:lstStyle/>
          <a:p>
            <a:pPr algn="ctr"/>
            <a:r>
              <a:rPr lang="en-US" sz="1039" i="1" dirty="0" err="1">
                <a:ln/>
                <a:solidFill>
                  <a:srgbClr val="000000"/>
                </a:solidFill>
                <a:latin typeface="Arial"/>
                <a:cs typeface="Arial"/>
                <a:sym typeface="Arial"/>
                <a:rtl val="0"/>
              </a:rPr>
              <a:t>pgr</a:t>
            </a:r>
            <a:endParaRPr lang="en-US" sz="1039" i="1" dirty="0">
              <a:ln/>
              <a:solidFill>
                <a:srgbClr val="000000"/>
              </a:solidFill>
              <a:latin typeface="Arial"/>
              <a:cs typeface="Arial"/>
              <a:sym typeface="Arial"/>
              <a:rtl val="0"/>
            </a:endParaRPr>
          </a:p>
        </p:txBody>
      </p:sp>
      <p:sp>
        <p:nvSpPr>
          <p:cNvPr id="882" name="TextBox 881">
            <a:extLst>
              <a:ext uri="{FF2B5EF4-FFF2-40B4-BE49-F238E27FC236}">
                <a16:creationId xmlns:a16="http://schemas.microsoft.com/office/drawing/2014/main" id="{3AF37F15-5376-E335-78DF-835330A5B894}"/>
              </a:ext>
            </a:extLst>
          </p:cNvPr>
          <p:cNvSpPr txBox="1"/>
          <p:nvPr/>
        </p:nvSpPr>
        <p:spPr>
          <a:xfrm>
            <a:off x="502920" y="5922875"/>
            <a:ext cx="4869180" cy="252249"/>
          </a:xfrm>
          <a:prstGeom prst="rect">
            <a:avLst/>
          </a:prstGeom>
          <a:noFill/>
        </p:spPr>
        <p:txBody>
          <a:bodyPr wrap="square" rtlCol="0">
            <a:spAutoFit/>
          </a:bodyPr>
          <a:lstStyle/>
          <a:p>
            <a:pPr algn="ctr"/>
            <a:r>
              <a:rPr lang="en-US" sz="1039" i="1" dirty="0" err="1">
                <a:ln/>
                <a:solidFill>
                  <a:srgbClr val="000000"/>
                </a:solidFill>
                <a:latin typeface="Arial"/>
                <a:cs typeface="Arial"/>
                <a:sym typeface="Arial"/>
                <a:rtl val="0"/>
              </a:rPr>
              <a:t>ar</a:t>
            </a:r>
            <a:r>
              <a:rPr lang="en-US" sz="1039" i="1" dirty="0">
                <a:ln/>
                <a:solidFill>
                  <a:srgbClr val="000000"/>
                </a:solidFill>
                <a:latin typeface="Arial"/>
                <a:cs typeface="Arial"/>
                <a:sym typeface="Arial"/>
                <a:rtl val="0"/>
              </a:rPr>
              <a:t>-like</a:t>
            </a:r>
            <a:endParaRPr lang="en-US" sz="1039" dirty="0">
              <a:ln/>
              <a:solidFill>
                <a:srgbClr val="000000"/>
              </a:solidFill>
              <a:latin typeface="Arial"/>
              <a:cs typeface="Arial"/>
              <a:sym typeface="Arial"/>
              <a:rtl val="0"/>
            </a:endParaRPr>
          </a:p>
        </p:txBody>
      </p:sp>
      <p:sp>
        <p:nvSpPr>
          <p:cNvPr id="885" name="TextBox 884">
            <a:extLst>
              <a:ext uri="{FF2B5EF4-FFF2-40B4-BE49-F238E27FC236}">
                <a16:creationId xmlns:a16="http://schemas.microsoft.com/office/drawing/2014/main" id="{D6FCA39D-82F8-8247-C598-841C1D9E31CE}"/>
              </a:ext>
            </a:extLst>
          </p:cNvPr>
          <p:cNvSpPr txBox="1"/>
          <p:nvPr/>
        </p:nvSpPr>
        <p:spPr>
          <a:xfrm rot="16200000">
            <a:off x="-262668" y="3766001"/>
            <a:ext cx="842942" cy="248826"/>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1050" dirty="0">
                <a:ln/>
                <a:solidFill>
                  <a:srgbClr val="000000"/>
                </a:solidFill>
                <a:latin typeface="Arial"/>
                <a:cs typeface="Arial"/>
                <a:sym typeface="Arial"/>
                <a:rtl val="0"/>
              </a:rPr>
              <a:t>Expression</a:t>
            </a:r>
          </a:p>
        </p:txBody>
      </p:sp>
      <p:grpSp>
        <p:nvGrpSpPr>
          <p:cNvPr id="308" name="Graphic 306">
            <a:extLst>
              <a:ext uri="{FF2B5EF4-FFF2-40B4-BE49-F238E27FC236}">
                <a16:creationId xmlns:a16="http://schemas.microsoft.com/office/drawing/2014/main" id="{7E06AB85-33CD-9D88-2EB2-547456D3F5A9}"/>
              </a:ext>
            </a:extLst>
          </p:cNvPr>
          <p:cNvGrpSpPr/>
          <p:nvPr/>
        </p:nvGrpSpPr>
        <p:grpSpPr>
          <a:xfrm>
            <a:off x="190536" y="4530799"/>
            <a:ext cx="1544608" cy="1403828"/>
            <a:chOff x="2639138" y="5011825"/>
            <a:chExt cx="1634666" cy="1485678"/>
          </a:xfrm>
        </p:grpSpPr>
        <p:grpSp>
          <p:nvGrpSpPr>
            <p:cNvPr id="311" name="Graphic 306">
              <a:extLst>
                <a:ext uri="{FF2B5EF4-FFF2-40B4-BE49-F238E27FC236}">
                  <a16:creationId xmlns:a16="http://schemas.microsoft.com/office/drawing/2014/main" id="{D3DE619D-8EE1-7968-9F26-14AD516034ED}"/>
                </a:ext>
              </a:extLst>
            </p:cNvPr>
            <p:cNvGrpSpPr/>
            <p:nvPr/>
          </p:nvGrpSpPr>
          <p:grpSpPr>
            <a:xfrm>
              <a:off x="2966212" y="5061640"/>
              <a:ext cx="1307591" cy="1175076"/>
              <a:chOff x="2966212" y="5061640"/>
              <a:chExt cx="1307591" cy="1175076"/>
            </a:xfrm>
          </p:grpSpPr>
          <p:sp>
            <p:nvSpPr>
              <p:cNvPr id="312" name="Freeform 311">
                <a:extLst>
                  <a:ext uri="{FF2B5EF4-FFF2-40B4-BE49-F238E27FC236}">
                    <a16:creationId xmlns:a16="http://schemas.microsoft.com/office/drawing/2014/main" id="{2452749B-62DC-EF49-F465-14900A93AB07}"/>
                  </a:ext>
                </a:extLst>
              </p:cNvPr>
              <p:cNvSpPr/>
              <p:nvPr/>
            </p:nvSpPr>
            <p:spPr>
              <a:xfrm>
                <a:off x="2966212" y="5102226"/>
                <a:ext cx="1307591" cy="1134490"/>
              </a:xfrm>
              <a:custGeom>
                <a:avLst/>
                <a:gdLst>
                  <a:gd name="csX0" fmla="*/ 0 w 1307591"/>
                  <a:gd name="csY0" fmla="*/ 0 h 1134490"/>
                  <a:gd name="csX1" fmla="*/ 1307592 w 1307591"/>
                  <a:gd name="csY1" fmla="*/ 0 h 1134490"/>
                  <a:gd name="csX2" fmla="*/ 1307592 w 1307591"/>
                  <a:gd name="csY2" fmla="*/ 1134491 h 1134490"/>
                  <a:gd name="csX3" fmla="*/ 0 w 1307591"/>
                  <a:gd name="csY3" fmla="*/ 1134491 h 1134490"/>
                </a:gdLst>
                <a:ahLst/>
                <a:cxnLst>
                  <a:cxn ang="0">
                    <a:pos x="csX0" y="csY0"/>
                  </a:cxn>
                  <a:cxn ang="0">
                    <a:pos x="csX1" y="csY1"/>
                  </a:cxn>
                  <a:cxn ang="0">
                    <a:pos x="csX2" y="csY2"/>
                  </a:cxn>
                  <a:cxn ang="0">
                    <a:pos x="csX3" y="csY3"/>
                  </a:cxn>
                </a:cxnLst>
                <a:rect l="l" t="t" r="r" b="b"/>
                <a:pathLst>
                  <a:path w="1307591" h="1134490">
                    <a:moveTo>
                      <a:pt x="0" y="0"/>
                    </a:moveTo>
                    <a:lnTo>
                      <a:pt x="1307592" y="0"/>
                    </a:lnTo>
                    <a:lnTo>
                      <a:pt x="1307592"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313" name="Freeform 312">
                <a:extLst>
                  <a:ext uri="{FF2B5EF4-FFF2-40B4-BE49-F238E27FC236}">
                    <a16:creationId xmlns:a16="http://schemas.microsoft.com/office/drawing/2014/main" id="{5D646A4E-CE0C-63D5-B49C-EA06F59CD413}"/>
                  </a:ext>
                </a:extLst>
              </p:cNvPr>
              <p:cNvSpPr/>
              <p:nvPr/>
            </p:nvSpPr>
            <p:spPr>
              <a:xfrm>
                <a:off x="3117088" y="5689960"/>
                <a:ext cx="12700" cy="69722"/>
              </a:xfrm>
              <a:custGeom>
                <a:avLst/>
                <a:gdLst>
                  <a:gd name="csX0" fmla="*/ 0 w 12700"/>
                  <a:gd name="csY0" fmla="*/ 69723 h 69722"/>
                  <a:gd name="csX1" fmla="*/ 0 w 12700"/>
                  <a:gd name="csY1" fmla="*/ 0 h 69722"/>
                </a:gdLst>
                <a:ahLst/>
                <a:cxnLst>
                  <a:cxn ang="0">
                    <a:pos x="csX0" y="csY0"/>
                  </a:cxn>
                  <a:cxn ang="0">
                    <a:pos x="csX1" y="csY1"/>
                  </a:cxn>
                </a:cxnLst>
                <a:rect l="l" t="t" r="r" b="b"/>
                <a:pathLst>
                  <a:path w="12700" h="69722">
                    <a:moveTo>
                      <a:pt x="0" y="69723"/>
                    </a:moveTo>
                    <a:lnTo>
                      <a:pt x="0" y="0"/>
                    </a:lnTo>
                  </a:path>
                </a:pathLst>
              </a:custGeom>
              <a:ln w="13589" cap="flat">
                <a:solidFill>
                  <a:srgbClr val="333333"/>
                </a:solidFill>
                <a:prstDash val="solid"/>
                <a:round/>
              </a:ln>
            </p:spPr>
            <p:txBody>
              <a:bodyPr/>
              <a:lstStyle/>
              <a:p>
                <a:pPr algn="ctr"/>
                <a:endParaRPr lang="en-US" sz="2646"/>
              </a:p>
            </p:txBody>
          </p:sp>
          <p:sp>
            <p:nvSpPr>
              <p:cNvPr id="314" name="Freeform 313">
                <a:extLst>
                  <a:ext uri="{FF2B5EF4-FFF2-40B4-BE49-F238E27FC236}">
                    <a16:creationId xmlns:a16="http://schemas.microsoft.com/office/drawing/2014/main" id="{6D56CC54-5373-E0D3-5228-04BBF513CD81}"/>
                  </a:ext>
                </a:extLst>
              </p:cNvPr>
              <p:cNvSpPr/>
              <p:nvPr/>
            </p:nvSpPr>
            <p:spPr>
              <a:xfrm>
                <a:off x="3117088" y="6037432"/>
                <a:ext cx="12700" cy="80263"/>
              </a:xfrm>
              <a:custGeom>
                <a:avLst/>
                <a:gdLst>
                  <a:gd name="csX0" fmla="*/ 0 w 12700"/>
                  <a:gd name="csY0" fmla="*/ 0 h 80263"/>
                  <a:gd name="csX1" fmla="*/ 0 w 12700"/>
                  <a:gd name="csY1" fmla="*/ 80264 h 80263"/>
                </a:gdLst>
                <a:ahLst/>
                <a:cxnLst>
                  <a:cxn ang="0">
                    <a:pos x="csX0" y="csY0"/>
                  </a:cxn>
                  <a:cxn ang="0">
                    <a:pos x="csX1" y="csY1"/>
                  </a:cxn>
                </a:cxnLst>
                <a:rect l="l" t="t" r="r" b="b"/>
                <a:pathLst>
                  <a:path w="12700" h="80263">
                    <a:moveTo>
                      <a:pt x="0" y="0"/>
                    </a:moveTo>
                    <a:lnTo>
                      <a:pt x="0" y="80264"/>
                    </a:lnTo>
                  </a:path>
                </a:pathLst>
              </a:custGeom>
              <a:ln w="13589" cap="flat">
                <a:solidFill>
                  <a:srgbClr val="333333"/>
                </a:solidFill>
                <a:prstDash val="solid"/>
                <a:round/>
              </a:ln>
            </p:spPr>
            <p:txBody>
              <a:bodyPr/>
              <a:lstStyle/>
              <a:p>
                <a:pPr algn="ctr"/>
                <a:endParaRPr lang="en-US" sz="2646"/>
              </a:p>
            </p:txBody>
          </p:sp>
          <p:sp>
            <p:nvSpPr>
              <p:cNvPr id="315" name="Freeform 314">
                <a:extLst>
                  <a:ext uri="{FF2B5EF4-FFF2-40B4-BE49-F238E27FC236}">
                    <a16:creationId xmlns:a16="http://schemas.microsoft.com/office/drawing/2014/main" id="{A80E846F-9ECA-E2A0-52F8-EA20D4448C32}"/>
                  </a:ext>
                </a:extLst>
              </p:cNvPr>
              <p:cNvSpPr/>
              <p:nvPr/>
            </p:nvSpPr>
            <p:spPr>
              <a:xfrm>
                <a:off x="3041650" y="5759682"/>
                <a:ext cx="150876" cy="277749"/>
              </a:xfrm>
              <a:custGeom>
                <a:avLst/>
                <a:gdLst>
                  <a:gd name="csX0" fmla="*/ 0 w 150876"/>
                  <a:gd name="csY0" fmla="*/ 0 h 277749"/>
                  <a:gd name="csX1" fmla="*/ 0 w 150876"/>
                  <a:gd name="csY1" fmla="*/ 277749 h 277749"/>
                  <a:gd name="csX2" fmla="*/ 150876 w 150876"/>
                  <a:gd name="csY2" fmla="*/ 277749 h 277749"/>
                  <a:gd name="csX3" fmla="*/ 150876 w 150876"/>
                  <a:gd name="csY3" fmla="*/ 0 h 277749"/>
                  <a:gd name="csX4" fmla="*/ 0 w 150876"/>
                  <a:gd name="csY4" fmla="*/ 0 h 277749"/>
                </a:gdLst>
                <a:ahLst/>
                <a:cxnLst>
                  <a:cxn ang="0">
                    <a:pos x="csX0" y="csY0"/>
                  </a:cxn>
                  <a:cxn ang="0">
                    <a:pos x="csX1" y="csY1"/>
                  </a:cxn>
                  <a:cxn ang="0">
                    <a:pos x="csX2" y="csY2"/>
                  </a:cxn>
                  <a:cxn ang="0">
                    <a:pos x="csX3" y="csY3"/>
                  </a:cxn>
                  <a:cxn ang="0">
                    <a:pos x="csX4" y="csY4"/>
                  </a:cxn>
                </a:cxnLst>
                <a:rect l="l" t="t" r="r" b="b"/>
                <a:pathLst>
                  <a:path w="150876" h="277749">
                    <a:moveTo>
                      <a:pt x="0" y="0"/>
                    </a:moveTo>
                    <a:lnTo>
                      <a:pt x="0" y="277749"/>
                    </a:lnTo>
                    <a:lnTo>
                      <a:pt x="150876" y="277749"/>
                    </a:lnTo>
                    <a:lnTo>
                      <a:pt x="150876"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316" name="Freeform 315">
                <a:extLst>
                  <a:ext uri="{FF2B5EF4-FFF2-40B4-BE49-F238E27FC236}">
                    <a16:creationId xmlns:a16="http://schemas.microsoft.com/office/drawing/2014/main" id="{29BA5DA2-40AC-8A51-7128-12C93C9FE3CE}"/>
                  </a:ext>
                </a:extLst>
              </p:cNvPr>
              <p:cNvSpPr/>
              <p:nvPr/>
            </p:nvSpPr>
            <p:spPr>
              <a:xfrm>
                <a:off x="3041650" y="5940277"/>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317" name="Freeform 316">
                <a:extLst>
                  <a:ext uri="{FF2B5EF4-FFF2-40B4-BE49-F238E27FC236}">
                    <a16:creationId xmlns:a16="http://schemas.microsoft.com/office/drawing/2014/main" id="{FFDA7FC5-48CC-C053-B846-8F5D1EDCD154}"/>
                  </a:ext>
                </a:extLst>
              </p:cNvPr>
              <p:cNvSpPr/>
              <p:nvPr/>
            </p:nvSpPr>
            <p:spPr>
              <a:xfrm>
                <a:off x="3368548" y="5823564"/>
                <a:ext cx="12700" cy="81915"/>
              </a:xfrm>
              <a:custGeom>
                <a:avLst/>
                <a:gdLst>
                  <a:gd name="csX0" fmla="*/ 0 w 12700"/>
                  <a:gd name="csY0" fmla="*/ 81915 h 81915"/>
                  <a:gd name="csX1" fmla="*/ 0 w 12700"/>
                  <a:gd name="csY1" fmla="*/ 0 h 81915"/>
                </a:gdLst>
                <a:ahLst/>
                <a:cxnLst>
                  <a:cxn ang="0">
                    <a:pos x="csX0" y="csY0"/>
                  </a:cxn>
                  <a:cxn ang="0">
                    <a:pos x="csX1" y="csY1"/>
                  </a:cxn>
                </a:cxnLst>
                <a:rect l="l" t="t" r="r" b="b"/>
                <a:pathLst>
                  <a:path w="12700" h="81915">
                    <a:moveTo>
                      <a:pt x="0" y="81915"/>
                    </a:moveTo>
                    <a:lnTo>
                      <a:pt x="0" y="0"/>
                    </a:lnTo>
                  </a:path>
                </a:pathLst>
              </a:custGeom>
              <a:ln w="13589" cap="flat">
                <a:solidFill>
                  <a:srgbClr val="333333"/>
                </a:solidFill>
                <a:prstDash val="solid"/>
                <a:round/>
              </a:ln>
            </p:spPr>
            <p:txBody>
              <a:bodyPr/>
              <a:lstStyle/>
              <a:p>
                <a:pPr algn="ctr"/>
                <a:endParaRPr lang="en-US" sz="2646"/>
              </a:p>
            </p:txBody>
          </p:sp>
          <p:sp>
            <p:nvSpPr>
              <p:cNvPr id="318" name="Freeform 317">
                <a:extLst>
                  <a:ext uri="{FF2B5EF4-FFF2-40B4-BE49-F238E27FC236}">
                    <a16:creationId xmlns:a16="http://schemas.microsoft.com/office/drawing/2014/main" id="{4E1D8C40-A316-59DF-6482-BB522FC5A859}"/>
                  </a:ext>
                </a:extLst>
              </p:cNvPr>
              <p:cNvSpPr/>
              <p:nvPr/>
            </p:nvSpPr>
            <p:spPr>
              <a:xfrm>
                <a:off x="3368548" y="6140937"/>
                <a:ext cx="12700" cy="57531"/>
              </a:xfrm>
              <a:custGeom>
                <a:avLst/>
                <a:gdLst>
                  <a:gd name="csX0" fmla="*/ 0 w 12700"/>
                  <a:gd name="csY0" fmla="*/ 0 h 57531"/>
                  <a:gd name="csX1" fmla="*/ 0 w 12700"/>
                  <a:gd name="csY1" fmla="*/ 57531 h 57531"/>
                </a:gdLst>
                <a:ahLst/>
                <a:cxnLst>
                  <a:cxn ang="0">
                    <a:pos x="csX0" y="csY0"/>
                  </a:cxn>
                  <a:cxn ang="0">
                    <a:pos x="csX1" y="csY1"/>
                  </a:cxn>
                </a:cxnLst>
                <a:rect l="l" t="t" r="r" b="b"/>
                <a:pathLst>
                  <a:path w="12700" h="57531">
                    <a:moveTo>
                      <a:pt x="0" y="0"/>
                    </a:moveTo>
                    <a:lnTo>
                      <a:pt x="0" y="57531"/>
                    </a:lnTo>
                  </a:path>
                </a:pathLst>
              </a:custGeom>
              <a:ln w="13589" cap="flat">
                <a:solidFill>
                  <a:srgbClr val="333333"/>
                </a:solidFill>
                <a:prstDash val="solid"/>
                <a:round/>
              </a:ln>
            </p:spPr>
            <p:txBody>
              <a:bodyPr/>
              <a:lstStyle/>
              <a:p>
                <a:pPr algn="ctr"/>
                <a:endParaRPr lang="en-US" sz="2646"/>
              </a:p>
            </p:txBody>
          </p:sp>
          <p:sp>
            <p:nvSpPr>
              <p:cNvPr id="319" name="Freeform 318">
                <a:extLst>
                  <a:ext uri="{FF2B5EF4-FFF2-40B4-BE49-F238E27FC236}">
                    <a16:creationId xmlns:a16="http://schemas.microsoft.com/office/drawing/2014/main" id="{29D87D5F-C28C-6632-C6B5-372F3094D20C}"/>
                  </a:ext>
                </a:extLst>
              </p:cNvPr>
              <p:cNvSpPr/>
              <p:nvPr/>
            </p:nvSpPr>
            <p:spPr>
              <a:xfrm>
                <a:off x="3293109" y="5905479"/>
                <a:ext cx="150876" cy="235458"/>
              </a:xfrm>
              <a:custGeom>
                <a:avLst/>
                <a:gdLst>
                  <a:gd name="csX0" fmla="*/ 0 w 150876"/>
                  <a:gd name="csY0" fmla="*/ 0 h 235458"/>
                  <a:gd name="csX1" fmla="*/ 0 w 150876"/>
                  <a:gd name="csY1" fmla="*/ 235458 h 235458"/>
                  <a:gd name="csX2" fmla="*/ 150876 w 150876"/>
                  <a:gd name="csY2" fmla="*/ 235458 h 235458"/>
                  <a:gd name="csX3" fmla="*/ 150876 w 150876"/>
                  <a:gd name="csY3" fmla="*/ 0 h 235458"/>
                  <a:gd name="csX4" fmla="*/ 0 w 150876"/>
                  <a:gd name="csY4" fmla="*/ 0 h 235458"/>
                </a:gdLst>
                <a:ahLst/>
                <a:cxnLst>
                  <a:cxn ang="0">
                    <a:pos x="csX0" y="csY0"/>
                  </a:cxn>
                  <a:cxn ang="0">
                    <a:pos x="csX1" y="csY1"/>
                  </a:cxn>
                  <a:cxn ang="0">
                    <a:pos x="csX2" y="csY2"/>
                  </a:cxn>
                  <a:cxn ang="0">
                    <a:pos x="csX3" y="csY3"/>
                  </a:cxn>
                  <a:cxn ang="0">
                    <a:pos x="csX4" y="csY4"/>
                  </a:cxn>
                </a:cxnLst>
                <a:rect l="l" t="t" r="r" b="b"/>
                <a:pathLst>
                  <a:path w="150876" h="235458">
                    <a:moveTo>
                      <a:pt x="0" y="0"/>
                    </a:moveTo>
                    <a:lnTo>
                      <a:pt x="0" y="235458"/>
                    </a:lnTo>
                    <a:lnTo>
                      <a:pt x="150876" y="235458"/>
                    </a:lnTo>
                    <a:lnTo>
                      <a:pt x="150876"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320" name="Freeform 319">
                <a:extLst>
                  <a:ext uri="{FF2B5EF4-FFF2-40B4-BE49-F238E27FC236}">
                    <a16:creationId xmlns:a16="http://schemas.microsoft.com/office/drawing/2014/main" id="{1D984972-635A-22C9-CCE6-089D23109716}"/>
                  </a:ext>
                </a:extLst>
              </p:cNvPr>
              <p:cNvSpPr/>
              <p:nvPr/>
            </p:nvSpPr>
            <p:spPr>
              <a:xfrm>
                <a:off x="3293110" y="6023208"/>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321" name="Freeform 320">
                <a:extLst>
                  <a:ext uri="{FF2B5EF4-FFF2-40B4-BE49-F238E27FC236}">
                    <a16:creationId xmlns:a16="http://schemas.microsoft.com/office/drawing/2014/main" id="{7C81DDAC-36A7-CD38-6C8E-125FBAFE4992}"/>
                  </a:ext>
                </a:extLst>
              </p:cNvPr>
              <p:cNvSpPr/>
              <p:nvPr/>
            </p:nvSpPr>
            <p:spPr>
              <a:xfrm>
                <a:off x="3620008" y="5702406"/>
                <a:ext cx="12700" cy="39751"/>
              </a:xfrm>
              <a:custGeom>
                <a:avLst/>
                <a:gdLst>
                  <a:gd name="csX0" fmla="*/ 0 w 12700"/>
                  <a:gd name="csY0" fmla="*/ 39751 h 39751"/>
                  <a:gd name="csX1" fmla="*/ 0 w 12700"/>
                  <a:gd name="csY1" fmla="*/ 0 h 39751"/>
                </a:gdLst>
                <a:ahLst/>
                <a:cxnLst>
                  <a:cxn ang="0">
                    <a:pos x="csX0" y="csY0"/>
                  </a:cxn>
                  <a:cxn ang="0">
                    <a:pos x="csX1" y="csY1"/>
                  </a:cxn>
                </a:cxnLst>
                <a:rect l="l" t="t" r="r" b="b"/>
                <a:pathLst>
                  <a:path w="12700" h="39751">
                    <a:moveTo>
                      <a:pt x="0" y="39751"/>
                    </a:moveTo>
                    <a:lnTo>
                      <a:pt x="0" y="0"/>
                    </a:lnTo>
                  </a:path>
                </a:pathLst>
              </a:custGeom>
              <a:ln w="13589" cap="flat">
                <a:solidFill>
                  <a:srgbClr val="333333"/>
                </a:solidFill>
                <a:prstDash val="solid"/>
                <a:round/>
              </a:ln>
            </p:spPr>
            <p:txBody>
              <a:bodyPr/>
              <a:lstStyle/>
              <a:p>
                <a:pPr algn="ctr"/>
                <a:endParaRPr lang="en-US" sz="2646"/>
              </a:p>
            </p:txBody>
          </p:sp>
          <p:sp>
            <p:nvSpPr>
              <p:cNvPr id="322" name="Freeform 321">
                <a:extLst>
                  <a:ext uri="{FF2B5EF4-FFF2-40B4-BE49-F238E27FC236}">
                    <a16:creationId xmlns:a16="http://schemas.microsoft.com/office/drawing/2014/main" id="{6121AF2E-87E9-DBBE-514C-2E0689BCF46C}"/>
                  </a:ext>
                </a:extLst>
              </p:cNvPr>
              <p:cNvSpPr/>
              <p:nvPr/>
            </p:nvSpPr>
            <p:spPr>
              <a:xfrm>
                <a:off x="3620008" y="5821786"/>
                <a:ext cx="12700" cy="39750"/>
              </a:xfrm>
              <a:custGeom>
                <a:avLst/>
                <a:gdLst>
                  <a:gd name="csX0" fmla="*/ 0 w 12700"/>
                  <a:gd name="csY0" fmla="*/ 0 h 39750"/>
                  <a:gd name="csX1" fmla="*/ 0 w 12700"/>
                  <a:gd name="csY1" fmla="*/ 39751 h 39750"/>
                </a:gdLst>
                <a:ahLst/>
                <a:cxnLst>
                  <a:cxn ang="0">
                    <a:pos x="csX0" y="csY0"/>
                  </a:cxn>
                  <a:cxn ang="0">
                    <a:pos x="csX1" y="csY1"/>
                  </a:cxn>
                </a:cxnLst>
                <a:rect l="l" t="t" r="r" b="b"/>
                <a:pathLst>
                  <a:path w="12700" h="39750">
                    <a:moveTo>
                      <a:pt x="0" y="0"/>
                    </a:moveTo>
                    <a:lnTo>
                      <a:pt x="0" y="39751"/>
                    </a:lnTo>
                  </a:path>
                </a:pathLst>
              </a:custGeom>
              <a:ln w="13589" cap="flat">
                <a:solidFill>
                  <a:srgbClr val="333333"/>
                </a:solidFill>
                <a:prstDash val="solid"/>
                <a:round/>
              </a:ln>
            </p:spPr>
            <p:txBody>
              <a:bodyPr/>
              <a:lstStyle/>
              <a:p>
                <a:pPr algn="ctr"/>
                <a:endParaRPr lang="en-US" sz="2646"/>
              </a:p>
            </p:txBody>
          </p:sp>
          <p:sp>
            <p:nvSpPr>
              <p:cNvPr id="323" name="Freeform 322">
                <a:extLst>
                  <a:ext uri="{FF2B5EF4-FFF2-40B4-BE49-F238E27FC236}">
                    <a16:creationId xmlns:a16="http://schemas.microsoft.com/office/drawing/2014/main" id="{61C56A41-D79B-A152-500A-F51AE0EE1794}"/>
                  </a:ext>
                </a:extLst>
              </p:cNvPr>
              <p:cNvSpPr/>
              <p:nvPr/>
            </p:nvSpPr>
            <p:spPr>
              <a:xfrm>
                <a:off x="3544569" y="5742157"/>
                <a:ext cx="150876" cy="79628"/>
              </a:xfrm>
              <a:custGeom>
                <a:avLst/>
                <a:gdLst>
                  <a:gd name="csX0" fmla="*/ 0 w 150876"/>
                  <a:gd name="csY0" fmla="*/ 0 h 79628"/>
                  <a:gd name="csX1" fmla="*/ 0 w 150876"/>
                  <a:gd name="csY1" fmla="*/ 79629 h 79628"/>
                  <a:gd name="csX2" fmla="*/ 150876 w 150876"/>
                  <a:gd name="csY2" fmla="*/ 79629 h 79628"/>
                  <a:gd name="csX3" fmla="*/ 150876 w 150876"/>
                  <a:gd name="csY3" fmla="*/ 0 h 79628"/>
                  <a:gd name="csX4" fmla="*/ 0 w 150876"/>
                  <a:gd name="csY4" fmla="*/ 0 h 79628"/>
                </a:gdLst>
                <a:ahLst/>
                <a:cxnLst>
                  <a:cxn ang="0">
                    <a:pos x="csX0" y="csY0"/>
                  </a:cxn>
                  <a:cxn ang="0">
                    <a:pos x="csX1" y="csY1"/>
                  </a:cxn>
                  <a:cxn ang="0">
                    <a:pos x="csX2" y="csY2"/>
                  </a:cxn>
                  <a:cxn ang="0">
                    <a:pos x="csX3" y="csY3"/>
                  </a:cxn>
                  <a:cxn ang="0">
                    <a:pos x="csX4" y="csY4"/>
                  </a:cxn>
                </a:cxnLst>
                <a:rect l="l" t="t" r="r" b="b"/>
                <a:pathLst>
                  <a:path w="150876" h="79628">
                    <a:moveTo>
                      <a:pt x="0" y="0"/>
                    </a:moveTo>
                    <a:lnTo>
                      <a:pt x="0" y="79629"/>
                    </a:lnTo>
                    <a:lnTo>
                      <a:pt x="150876" y="79629"/>
                    </a:lnTo>
                    <a:lnTo>
                      <a:pt x="150876"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324" name="Freeform 323">
                <a:extLst>
                  <a:ext uri="{FF2B5EF4-FFF2-40B4-BE49-F238E27FC236}">
                    <a16:creationId xmlns:a16="http://schemas.microsoft.com/office/drawing/2014/main" id="{A4FAD689-AA05-5060-0221-E8476A3864A2}"/>
                  </a:ext>
                </a:extLst>
              </p:cNvPr>
              <p:cNvSpPr/>
              <p:nvPr/>
            </p:nvSpPr>
            <p:spPr>
              <a:xfrm>
                <a:off x="3544570" y="5781908"/>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325" name="Freeform 324">
                <a:extLst>
                  <a:ext uri="{FF2B5EF4-FFF2-40B4-BE49-F238E27FC236}">
                    <a16:creationId xmlns:a16="http://schemas.microsoft.com/office/drawing/2014/main" id="{46F42405-F689-A304-B988-B4CBD5003DF8}"/>
                  </a:ext>
                </a:extLst>
              </p:cNvPr>
              <p:cNvSpPr/>
              <p:nvPr/>
            </p:nvSpPr>
            <p:spPr>
              <a:xfrm>
                <a:off x="4122928" y="5511017"/>
                <a:ext cx="12700" cy="95122"/>
              </a:xfrm>
              <a:custGeom>
                <a:avLst/>
                <a:gdLst>
                  <a:gd name="csX0" fmla="*/ 0 w 12700"/>
                  <a:gd name="csY0" fmla="*/ 95123 h 95122"/>
                  <a:gd name="csX1" fmla="*/ 0 w 12700"/>
                  <a:gd name="csY1" fmla="*/ 0 h 95122"/>
                </a:gdLst>
                <a:ahLst/>
                <a:cxnLst>
                  <a:cxn ang="0">
                    <a:pos x="csX0" y="csY0"/>
                  </a:cxn>
                  <a:cxn ang="0">
                    <a:pos x="csX1" y="csY1"/>
                  </a:cxn>
                </a:cxnLst>
                <a:rect l="l" t="t" r="r" b="b"/>
                <a:pathLst>
                  <a:path w="12700" h="95122">
                    <a:moveTo>
                      <a:pt x="0" y="95123"/>
                    </a:moveTo>
                    <a:lnTo>
                      <a:pt x="0" y="0"/>
                    </a:lnTo>
                  </a:path>
                </a:pathLst>
              </a:custGeom>
              <a:ln w="13589" cap="flat">
                <a:solidFill>
                  <a:srgbClr val="333333"/>
                </a:solidFill>
                <a:prstDash val="solid"/>
                <a:round/>
              </a:ln>
            </p:spPr>
            <p:txBody>
              <a:bodyPr/>
              <a:lstStyle/>
              <a:p>
                <a:pPr algn="ctr"/>
                <a:endParaRPr lang="en-US" sz="2646"/>
              </a:p>
            </p:txBody>
          </p:sp>
          <p:sp>
            <p:nvSpPr>
              <p:cNvPr id="326" name="Freeform 325">
                <a:extLst>
                  <a:ext uri="{FF2B5EF4-FFF2-40B4-BE49-F238E27FC236}">
                    <a16:creationId xmlns:a16="http://schemas.microsoft.com/office/drawing/2014/main" id="{AAAEEA60-B50F-898C-C230-3B43EAF69CE3}"/>
                  </a:ext>
                </a:extLst>
              </p:cNvPr>
              <p:cNvSpPr/>
              <p:nvPr/>
            </p:nvSpPr>
            <p:spPr>
              <a:xfrm>
                <a:off x="4122928" y="5760445"/>
                <a:ext cx="12700" cy="21462"/>
              </a:xfrm>
              <a:custGeom>
                <a:avLst/>
                <a:gdLst>
                  <a:gd name="csX0" fmla="*/ 0 w 12700"/>
                  <a:gd name="csY0" fmla="*/ 0 h 21462"/>
                  <a:gd name="csX1" fmla="*/ 0 w 12700"/>
                  <a:gd name="csY1" fmla="*/ 21463 h 21462"/>
                </a:gdLst>
                <a:ahLst/>
                <a:cxnLst>
                  <a:cxn ang="0">
                    <a:pos x="csX0" y="csY0"/>
                  </a:cxn>
                  <a:cxn ang="0">
                    <a:pos x="csX1" y="csY1"/>
                  </a:cxn>
                </a:cxnLst>
                <a:rect l="l" t="t" r="r" b="b"/>
                <a:pathLst>
                  <a:path w="12700" h="21462">
                    <a:moveTo>
                      <a:pt x="0" y="0"/>
                    </a:moveTo>
                    <a:lnTo>
                      <a:pt x="0" y="21463"/>
                    </a:lnTo>
                  </a:path>
                </a:pathLst>
              </a:custGeom>
              <a:ln w="13589" cap="flat">
                <a:solidFill>
                  <a:srgbClr val="333333"/>
                </a:solidFill>
                <a:prstDash val="solid"/>
                <a:round/>
              </a:ln>
            </p:spPr>
            <p:txBody>
              <a:bodyPr/>
              <a:lstStyle/>
              <a:p>
                <a:pPr algn="ctr"/>
                <a:endParaRPr lang="en-US" sz="2646"/>
              </a:p>
            </p:txBody>
          </p:sp>
          <p:sp>
            <p:nvSpPr>
              <p:cNvPr id="327" name="Freeform 326">
                <a:extLst>
                  <a:ext uri="{FF2B5EF4-FFF2-40B4-BE49-F238E27FC236}">
                    <a16:creationId xmlns:a16="http://schemas.microsoft.com/office/drawing/2014/main" id="{61B2FC8C-60D7-E15B-AD2D-D82F076FB656}"/>
                  </a:ext>
                </a:extLst>
              </p:cNvPr>
              <p:cNvSpPr/>
              <p:nvPr/>
            </p:nvSpPr>
            <p:spPr>
              <a:xfrm>
                <a:off x="4047489" y="5606139"/>
                <a:ext cx="150876" cy="154304"/>
              </a:xfrm>
              <a:custGeom>
                <a:avLst/>
                <a:gdLst>
                  <a:gd name="csX0" fmla="*/ 0 w 150876"/>
                  <a:gd name="csY0" fmla="*/ 0 h 154304"/>
                  <a:gd name="csX1" fmla="*/ 0 w 150876"/>
                  <a:gd name="csY1" fmla="*/ 154305 h 154304"/>
                  <a:gd name="csX2" fmla="*/ 150876 w 150876"/>
                  <a:gd name="csY2" fmla="*/ 154305 h 154304"/>
                  <a:gd name="csX3" fmla="*/ 150876 w 150876"/>
                  <a:gd name="csY3" fmla="*/ 0 h 154304"/>
                  <a:gd name="csX4" fmla="*/ 0 w 150876"/>
                  <a:gd name="csY4" fmla="*/ 0 h 154304"/>
                </a:gdLst>
                <a:ahLst/>
                <a:cxnLst>
                  <a:cxn ang="0">
                    <a:pos x="csX0" y="csY0"/>
                  </a:cxn>
                  <a:cxn ang="0">
                    <a:pos x="csX1" y="csY1"/>
                  </a:cxn>
                  <a:cxn ang="0">
                    <a:pos x="csX2" y="csY2"/>
                  </a:cxn>
                  <a:cxn ang="0">
                    <a:pos x="csX3" y="csY3"/>
                  </a:cxn>
                  <a:cxn ang="0">
                    <a:pos x="csX4" y="csY4"/>
                  </a:cxn>
                </a:cxnLst>
                <a:rect l="l" t="t" r="r" b="b"/>
                <a:pathLst>
                  <a:path w="150876" h="154304">
                    <a:moveTo>
                      <a:pt x="0" y="0"/>
                    </a:moveTo>
                    <a:lnTo>
                      <a:pt x="0" y="154305"/>
                    </a:lnTo>
                    <a:lnTo>
                      <a:pt x="150876" y="154305"/>
                    </a:lnTo>
                    <a:lnTo>
                      <a:pt x="150876" y="0"/>
                    </a:lnTo>
                    <a:lnTo>
                      <a:pt x="0" y="0"/>
                    </a:lnTo>
                    <a:close/>
                  </a:path>
                </a:pathLst>
              </a:custGeom>
              <a:solidFill>
                <a:srgbClr val="C00000"/>
              </a:solidFill>
              <a:ln w="13589" cap="flat">
                <a:solidFill>
                  <a:srgbClr val="333333"/>
                </a:solidFill>
                <a:prstDash val="solid"/>
                <a:miter/>
              </a:ln>
            </p:spPr>
            <p:txBody>
              <a:bodyPr/>
              <a:lstStyle/>
              <a:p>
                <a:pPr algn="ctr"/>
                <a:endParaRPr lang="en-US" sz="2646"/>
              </a:p>
            </p:txBody>
          </p:sp>
          <p:sp>
            <p:nvSpPr>
              <p:cNvPr id="328" name="Freeform 327">
                <a:extLst>
                  <a:ext uri="{FF2B5EF4-FFF2-40B4-BE49-F238E27FC236}">
                    <a16:creationId xmlns:a16="http://schemas.microsoft.com/office/drawing/2014/main" id="{0DF816A1-EF3F-3B78-ED10-02EBFC6A7858}"/>
                  </a:ext>
                </a:extLst>
              </p:cNvPr>
              <p:cNvSpPr/>
              <p:nvPr/>
            </p:nvSpPr>
            <p:spPr>
              <a:xfrm>
                <a:off x="4047490" y="5718408"/>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329" name="Freeform 328">
                <a:extLst>
                  <a:ext uri="{FF2B5EF4-FFF2-40B4-BE49-F238E27FC236}">
                    <a16:creationId xmlns:a16="http://schemas.microsoft.com/office/drawing/2014/main" id="{C2484CD4-7035-44AD-7D99-D30D1EE0F3AC}"/>
                  </a:ext>
                </a:extLst>
              </p:cNvPr>
              <p:cNvSpPr/>
              <p:nvPr/>
            </p:nvSpPr>
            <p:spPr>
              <a:xfrm>
                <a:off x="3120009" y="590154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0" name="Freeform 329">
                <a:extLst>
                  <a:ext uri="{FF2B5EF4-FFF2-40B4-BE49-F238E27FC236}">
                    <a16:creationId xmlns:a16="http://schemas.microsoft.com/office/drawing/2014/main" id="{5C81ABA2-4AA6-4C08-143E-591FD04FFE3E}"/>
                  </a:ext>
                </a:extLst>
              </p:cNvPr>
              <p:cNvSpPr/>
              <p:nvPr/>
            </p:nvSpPr>
            <p:spPr>
              <a:xfrm>
                <a:off x="3121025" y="609839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1" name="Freeform 330">
                <a:extLst>
                  <a:ext uri="{FF2B5EF4-FFF2-40B4-BE49-F238E27FC236}">
                    <a16:creationId xmlns:a16="http://schemas.microsoft.com/office/drawing/2014/main" id="{16B2E7E8-A930-7CE7-D8E9-93129372FF4E}"/>
                  </a:ext>
                </a:extLst>
              </p:cNvPr>
              <p:cNvSpPr/>
              <p:nvPr/>
            </p:nvSpPr>
            <p:spPr>
              <a:xfrm>
                <a:off x="3088386" y="5689071"/>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2" name="Freeform 331">
                <a:extLst>
                  <a:ext uri="{FF2B5EF4-FFF2-40B4-BE49-F238E27FC236}">
                    <a16:creationId xmlns:a16="http://schemas.microsoft.com/office/drawing/2014/main" id="{52FE91DF-946C-3B4A-E2B0-4E5ADCCDBFC6}"/>
                  </a:ext>
                </a:extLst>
              </p:cNvPr>
              <p:cNvSpPr/>
              <p:nvPr/>
            </p:nvSpPr>
            <p:spPr>
              <a:xfrm>
                <a:off x="3115691" y="594154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3" name="Freeform 332">
                <a:extLst>
                  <a:ext uri="{FF2B5EF4-FFF2-40B4-BE49-F238E27FC236}">
                    <a16:creationId xmlns:a16="http://schemas.microsoft.com/office/drawing/2014/main" id="{3C39B30C-21A1-1814-AE9B-F27A93330948}"/>
                  </a:ext>
                </a:extLst>
              </p:cNvPr>
              <p:cNvSpPr/>
              <p:nvPr/>
            </p:nvSpPr>
            <p:spPr>
              <a:xfrm>
                <a:off x="3106293" y="567218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4" name="Freeform 333">
                <a:extLst>
                  <a:ext uri="{FF2B5EF4-FFF2-40B4-BE49-F238E27FC236}">
                    <a16:creationId xmlns:a16="http://schemas.microsoft.com/office/drawing/2014/main" id="{B46AB887-D9AD-5437-6BA5-3D512C25688F}"/>
                  </a:ext>
                </a:extLst>
              </p:cNvPr>
              <p:cNvSpPr/>
              <p:nvPr/>
            </p:nvSpPr>
            <p:spPr>
              <a:xfrm>
                <a:off x="3100070" y="604416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5" name="Freeform 334">
                <a:extLst>
                  <a:ext uri="{FF2B5EF4-FFF2-40B4-BE49-F238E27FC236}">
                    <a16:creationId xmlns:a16="http://schemas.microsoft.com/office/drawing/2014/main" id="{7AEF0F5A-A7B7-B8A3-62F8-7FE99550FC23}"/>
                  </a:ext>
                </a:extLst>
              </p:cNvPr>
              <p:cNvSpPr/>
              <p:nvPr/>
            </p:nvSpPr>
            <p:spPr>
              <a:xfrm>
                <a:off x="3362452" y="587741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6" name="Freeform 335">
                <a:extLst>
                  <a:ext uri="{FF2B5EF4-FFF2-40B4-BE49-F238E27FC236}">
                    <a16:creationId xmlns:a16="http://schemas.microsoft.com/office/drawing/2014/main" id="{160D5F49-D49A-4662-F2C0-2FA8B02794EF}"/>
                  </a:ext>
                </a:extLst>
              </p:cNvPr>
              <p:cNvSpPr/>
              <p:nvPr/>
            </p:nvSpPr>
            <p:spPr>
              <a:xfrm>
                <a:off x="3332226" y="617954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7" name="Freeform 336">
                <a:extLst>
                  <a:ext uri="{FF2B5EF4-FFF2-40B4-BE49-F238E27FC236}">
                    <a16:creationId xmlns:a16="http://schemas.microsoft.com/office/drawing/2014/main" id="{7147E417-9992-4044-6476-CB987C798083}"/>
                  </a:ext>
                </a:extLst>
              </p:cNvPr>
              <p:cNvSpPr/>
              <p:nvPr/>
            </p:nvSpPr>
            <p:spPr>
              <a:xfrm>
                <a:off x="3358515" y="580476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8" name="Freeform 337">
                <a:extLst>
                  <a:ext uri="{FF2B5EF4-FFF2-40B4-BE49-F238E27FC236}">
                    <a16:creationId xmlns:a16="http://schemas.microsoft.com/office/drawing/2014/main" id="{9C769BB9-30CB-1ED7-9C15-50EC7595C998}"/>
                  </a:ext>
                </a:extLst>
              </p:cNvPr>
              <p:cNvSpPr/>
              <p:nvPr/>
            </p:nvSpPr>
            <p:spPr>
              <a:xfrm>
                <a:off x="3360928" y="600428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39" name="Freeform 338">
                <a:extLst>
                  <a:ext uri="{FF2B5EF4-FFF2-40B4-BE49-F238E27FC236}">
                    <a16:creationId xmlns:a16="http://schemas.microsoft.com/office/drawing/2014/main" id="{DC79E845-830D-E750-73D7-B018AFFBD301}"/>
                  </a:ext>
                </a:extLst>
              </p:cNvPr>
              <p:cNvSpPr/>
              <p:nvPr/>
            </p:nvSpPr>
            <p:spPr>
              <a:xfrm>
                <a:off x="3348482" y="606575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0" name="Freeform 339">
                <a:extLst>
                  <a:ext uri="{FF2B5EF4-FFF2-40B4-BE49-F238E27FC236}">
                    <a16:creationId xmlns:a16="http://schemas.microsoft.com/office/drawing/2014/main" id="{47969F0C-362E-67E6-3DBE-E4176D5F640A}"/>
                  </a:ext>
                </a:extLst>
              </p:cNvPr>
              <p:cNvSpPr/>
              <p:nvPr/>
            </p:nvSpPr>
            <p:spPr>
              <a:xfrm>
                <a:off x="3361563" y="58970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1" name="Freeform 340">
                <a:extLst>
                  <a:ext uri="{FF2B5EF4-FFF2-40B4-BE49-F238E27FC236}">
                    <a16:creationId xmlns:a16="http://schemas.microsoft.com/office/drawing/2014/main" id="{65307AFE-A601-1A0D-F431-0ADFFF0C30F2}"/>
                  </a:ext>
                </a:extLst>
              </p:cNvPr>
              <p:cNvSpPr/>
              <p:nvPr/>
            </p:nvSpPr>
            <p:spPr>
              <a:xfrm>
                <a:off x="3589655" y="568335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2" name="Freeform 341">
                <a:extLst>
                  <a:ext uri="{FF2B5EF4-FFF2-40B4-BE49-F238E27FC236}">
                    <a16:creationId xmlns:a16="http://schemas.microsoft.com/office/drawing/2014/main" id="{4230EEC3-B7EA-F0B7-EB85-9251330E9015}"/>
                  </a:ext>
                </a:extLst>
              </p:cNvPr>
              <p:cNvSpPr/>
              <p:nvPr/>
            </p:nvSpPr>
            <p:spPr>
              <a:xfrm>
                <a:off x="3600069" y="584490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3" name="Freeform 342">
                <a:extLst>
                  <a:ext uri="{FF2B5EF4-FFF2-40B4-BE49-F238E27FC236}">
                    <a16:creationId xmlns:a16="http://schemas.microsoft.com/office/drawing/2014/main" id="{706EBDA1-B13C-87BD-2BB1-478C3ED043E9}"/>
                  </a:ext>
                </a:extLst>
              </p:cNvPr>
              <p:cNvSpPr/>
              <p:nvPr/>
            </p:nvSpPr>
            <p:spPr>
              <a:xfrm>
                <a:off x="3875532" y="595081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4" name="Freeform 343">
                <a:extLst>
                  <a:ext uri="{FF2B5EF4-FFF2-40B4-BE49-F238E27FC236}">
                    <a16:creationId xmlns:a16="http://schemas.microsoft.com/office/drawing/2014/main" id="{7A787956-0384-3676-B4B7-15713D6B0168}"/>
                  </a:ext>
                </a:extLst>
              </p:cNvPr>
              <p:cNvSpPr/>
              <p:nvPr/>
            </p:nvSpPr>
            <p:spPr>
              <a:xfrm>
                <a:off x="4128897" y="5491713"/>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5" name="Freeform 344">
                <a:extLst>
                  <a:ext uri="{FF2B5EF4-FFF2-40B4-BE49-F238E27FC236}">
                    <a16:creationId xmlns:a16="http://schemas.microsoft.com/office/drawing/2014/main" id="{BA1943D5-3280-D4A1-288F-84789E97FFD4}"/>
                  </a:ext>
                </a:extLst>
              </p:cNvPr>
              <p:cNvSpPr/>
              <p:nvPr/>
            </p:nvSpPr>
            <p:spPr>
              <a:xfrm>
                <a:off x="4085717" y="569377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6" name="Freeform 345">
                <a:extLst>
                  <a:ext uri="{FF2B5EF4-FFF2-40B4-BE49-F238E27FC236}">
                    <a16:creationId xmlns:a16="http://schemas.microsoft.com/office/drawing/2014/main" id="{FC26B57C-615F-0FE2-705A-1DF8FD5D4132}"/>
                  </a:ext>
                </a:extLst>
              </p:cNvPr>
              <p:cNvSpPr/>
              <p:nvPr/>
            </p:nvSpPr>
            <p:spPr>
              <a:xfrm>
                <a:off x="4103624" y="575473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7" name="Freeform 346">
                <a:extLst>
                  <a:ext uri="{FF2B5EF4-FFF2-40B4-BE49-F238E27FC236}">
                    <a16:creationId xmlns:a16="http://schemas.microsoft.com/office/drawing/2014/main" id="{6FF54BCB-3F44-2368-DFF7-9EB64DCEE4BF}"/>
                  </a:ext>
                </a:extLst>
              </p:cNvPr>
              <p:cNvSpPr/>
              <p:nvPr/>
            </p:nvSpPr>
            <p:spPr>
              <a:xfrm>
                <a:off x="4107942" y="570685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8" name="Freeform 347">
                <a:extLst>
                  <a:ext uri="{FF2B5EF4-FFF2-40B4-BE49-F238E27FC236}">
                    <a16:creationId xmlns:a16="http://schemas.microsoft.com/office/drawing/2014/main" id="{9949D882-430A-48D4-5EB9-6A3516E34D79}"/>
                  </a:ext>
                </a:extLst>
              </p:cNvPr>
              <p:cNvSpPr/>
              <p:nvPr/>
            </p:nvSpPr>
            <p:spPr>
              <a:xfrm>
                <a:off x="4125214" y="5765271"/>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49" name="Freeform 348">
                <a:extLst>
                  <a:ext uri="{FF2B5EF4-FFF2-40B4-BE49-F238E27FC236}">
                    <a16:creationId xmlns:a16="http://schemas.microsoft.com/office/drawing/2014/main" id="{7B29F317-F25E-4965-AB26-286B1C63AFA9}"/>
                  </a:ext>
                </a:extLst>
              </p:cNvPr>
              <p:cNvSpPr/>
              <p:nvPr/>
            </p:nvSpPr>
            <p:spPr>
              <a:xfrm>
                <a:off x="4086733" y="555153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350" name="TextBox 349">
                <a:extLst>
                  <a:ext uri="{FF2B5EF4-FFF2-40B4-BE49-F238E27FC236}">
                    <a16:creationId xmlns:a16="http://schemas.microsoft.com/office/drawing/2014/main" id="{F0AD77AA-0522-D4DA-FCEF-DEBF13B9C571}"/>
                  </a:ext>
                </a:extLst>
              </p:cNvPr>
              <p:cNvSpPr txBox="1"/>
              <p:nvPr/>
            </p:nvSpPr>
            <p:spPr>
              <a:xfrm>
                <a:off x="3082483" y="5233470"/>
                <a:ext cx="295525"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351" name="Freeform 350">
                <a:extLst>
                  <a:ext uri="{FF2B5EF4-FFF2-40B4-BE49-F238E27FC236}">
                    <a16:creationId xmlns:a16="http://schemas.microsoft.com/office/drawing/2014/main" id="{BE59037C-E638-9630-5352-F2A78D6807A3}"/>
                  </a:ext>
                </a:extLst>
              </p:cNvPr>
              <p:cNvSpPr/>
              <p:nvPr/>
            </p:nvSpPr>
            <p:spPr>
              <a:xfrm>
                <a:off x="3117088" y="5442183"/>
                <a:ext cx="226314" cy="12700"/>
              </a:xfrm>
              <a:custGeom>
                <a:avLst/>
                <a:gdLst>
                  <a:gd name="csX0" fmla="*/ 0 w 226314"/>
                  <a:gd name="csY0" fmla="*/ 0 h 12700"/>
                  <a:gd name="csX1" fmla="*/ 226314 w 226314"/>
                  <a:gd name="csY1" fmla="*/ 0 h 12700"/>
                </a:gdLst>
                <a:ahLst/>
                <a:cxnLst>
                  <a:cxn ang="0">
                    <a:pos x="csX0" y="csY0"/>
                  </a:cxn>
                  <a:cxn ang="0">
                    <a:pos x="csX1" y="csY1"/>
                  </a:cxn>
                </a:cxnLst>
                <a:rect l="l" t="t" r="r" b="b"/>
                <a:pathLst>
                  <a:path w="226314" h="12700">
                    <a:moveTo>
                      <a:pt x="0" y="0"/>
                    </a:moveTo>
                    <a:lnTo>
                      <a:pt x="226314" y="0"/>
                    </a:lnTo>
                  </a:path>
                </a:pathLst>
              </a:custGeom>
              <a:ln w="13589" cap="rnd">
                <a:solidFill>
                  <a:srgbClr val="000000"/>
                </a:solidFill>
                <a:prstDash val="solid"/>
                <a:round/>
              </a:ln>
            </p:spPr>
            <p:txBody>
              <a:bodyPr/>
              <a:lstStyle/>
              <a:p>
                <a:pPr algn="ctr"/>
                <a:endParaRPr lang="en-US" sz="2646"/>
              </a:p>
            </p:txBody>
          </p:sp>
          <p:sp>
            <p:nvSpPr>
              <p:cNvPr id="352" name="TextBox 351">
                <a:extLst>
                  <a:ext uri="{FF2B5EF4-FFF2-40B4-BE49-F238E27FC236}">
                    <a16:creationId xmlns:a16="http://schemas.microsoft.com/office/drawing/2014/main" id="{09A932A8-D4F1-BD54-DC33-CCAF2E9E7869}"/>
                  </a:ext>
                </a:extLst>
              </p:cNvPr>
              <p:cNvSpPr txBox="1"/>
              <p:nvPr/>
            </p:nvSpPr>
            <p:spPr>
              <a:xfrm>
                <a:off x="3510457" y="5233469"/>
                <a:ext cx="495708" cy="405523"/>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353" name="Freeform 352">
                <a:extLst>
                  <a:ext uri="{FF2B5EF4-FFF2-40B4-BE49-F238E27FC236}">
                    <a16:creationId xmlns:a16="http://schemas.microsoft.com/office/drawing/2014/main" id="{05497C96-890D-1BA5-E99A-345D1F4D1B1F}"/>
                  </a:ext>
                </a:extLst>
              </p:cNvPr>
              <p:cNvSpPr/>
              <p:nvPr/>
            </p:nvSpPr>
            <p:spPr>
              <a:xfrm>
                <a:off x="3393694" y="5442183"/>
                <a:ext cx="729234" cy="12700"/>
              </a:xfrm>
              <a:custGeom>
                <a:avLst/>
                <a:gdLst>
                  <a:gd name="csX0" fmla="*/ 0 w 729234"/>
                  <a:gd name="csY0" fmla="*/ 0 h 12700"/>
                  <a:gd name="csX1" fmla="*/ 729234 w 729234"/>
                  <a:gd name="csY1" fmla="*/ 0 h 12700"/>
                </a:gdLst>
                <a:ahLst/>
                <a:cxnLst>
                  <a:cxn ang="0">
                    <a:pos x="csX0" y="csY0"/>
                  </a:cxn>
                  <a:cxn ang="0">
                    <a:pos x="csX1" y="csY1"/>
                  </a:cxn>
                </a:cxnLst>
                <a:rect l="l" t="t" r="r" b="b"/>
                <a:pathLst>
                  <a:path w="729234" h="12700">
                    <a:moveTo>
                      <a:pt x="0" y="0"/>
                    </a:moveTo>
                    <a:lnTo>
                      <a:pt x="729234" y="0"/>
                    </a:lnTo>
                  </a:path>
                </a:pathLst>
              </a:custGeom>
              <a:ln w="13589" cap="rnd">
                <a:solidFill>
                  <a:srgbClr val="000000"/>
                </a:solidFill>
                <a:prstDash val="solid"/>
                <a:round/>
              </a:ln>
            </p:spPr>
            <p:txBody>
              <a:bodyPr/>
              <a:lstStyle/>
              <a:p>
                <a:pPr algn="ctr"/>
                <a:endParaRPr lang="en-US" sz="2646"/>
              </a:p>
            </p:txBody>
          </p:sp>
          <p:sp>
            <p:nvSpPr>
              <p:cNvPr id="354" name="TextBox 353">
                <a:extLst>
                  <a:ext uri="{FF2B5EF4-FFF2-40B4-BE49-F238E27FC236}">
                    <a16:creationId xmlns:a16="http://schemas.microsoft.com/office/drawing/2014/main" id="{EBBD5165-5D26-C134-E4B3-24712C2FA635}"/>
                  </a:ext>
                </a:extLst>
              </p:cNvPr>
              <p:cNvSpPr txBox="1"/>
              <p:nvPr/>
            </p:nvSpPr>
            <p:spPr>
              <a:xfrm>
                <a:off x="3472246" y="5061640"/>
                <a:ext cx="295525" cy="405523"/>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355" name="Freeform 354">
                <a:extLst>
                  <a:ext uri="{FF2B5EF4-FFF2-40B4-BE49-F238E27FC236}">
                    <a16:creationId xmlns:a16="http://schemas.microsoft.com/office/drawing/2014/main" id="{DFD8C0F7-0DF9-B994-C7B4-84908D01AE6D}"/>
                  </a:ext>
                </a:extLst>
              </p:cNvPr>
              <p:cNvSpPr/>
              <p:nvPr/>
            </p:nvSpPr>
            <p:spPr>
              <a:xfrm>
                <a:off x="3117088" y="5270352"/>
                <a:ext cx="1005840" cy="12700"/>
              </a:xfrm>
              <a:custGeom>
                <a:avLst/>
                <a:gdLst>
                  <a:gd name="csX0" fmla="*/ 0 w 1005840"/>
                  <a:gd name="csY0" fmla="*/ 0 h 12700"/>
                  <a:gd name="csX1" fmla="*/ 1005840 w 1005840"/>
                  <a:gd name="csY1" fmla="*/ 0 h 12700"/>
                </a:gdLst>
                <a:ahLst/>
                <a:cxnLst>
                  <a:cxn ang="0">
                    <a:pos x="csX0" y="csY0"/>
                  </a:cxn>
                  <a:cxn ang="0">
                    <a:pos x="csX1" y="csY1"/>
                  </a:cxn>
                </a:cxnLst>
                <a:rect l="l" t="t" r="r" b="b"/>
                <a:pathLst>
                  <a:path w="1005840" h="12700">
                    <a:moveTo>
                      <a:pt x="0" y="0"/>
                    </a:moveTo>
                    <a:lnTo>
                      <a:pt x="1005840" y="0"/>
                    </a:lnTo>
                  </a:path>
                </a:pathLst>
              </a:custGeom>
              <a:ln w="13589" cap="rnd">
                <a:solidFill>
                  <a:srgbClr val="000000"/>
                </a:solidFill>
                <a:prstDash val="solid"/>
                <a:round/>
              </a:ln>
            </p:spPr>
            <p:txBody>
              <a:bodyPr/>
              <a:lstStyle/>
              <a:p>
                <a:pPr algn="ctr"/>
                <a:endParaRPr lang="en-US" sz="2646"/>
              </a:p>
            </p:txBody>
          </p:sp>
        </p:grpSp>
        <p:grpSp>
          <p:nvGrpSpPr>
            <p:cNvPr id="356" name="Graphic 306">
              <a:extLst>
                <a:ext uri="{FF2B5EF4-FFF2-40B4-BE49-F238E27FC236}">
                  <a16:creationId xmlns:a16="http://schemas.microsoft.com/office/drawing/2014/main" id="{60EC6081-5F6E-269D-B72C-7717EB2D5E1B}"/>
                </a:ext>
              </a:extLst>
            </p:cNvPr>
            <p:cNvGrpSpPr/>
            <p:nvPr/>
          </p:nvGrpSpPr>
          <p:grpSpPr>
            <a:xfrm>
              <a:off x="2639138" y="5011825"/>
              <a:ext cx="1634666" cy="1485678"/>
              <a:chOff x="2639138" y="5011825"/>
              <a:chExt cx="1634666" cy="1485678"/>
            </a:xfrm>
          </p:grpSpPr>
          <p:sp>
            <p:nvSpPr>
              <p:cNvPr id="357" name="Freeform 356">
                <a:extLst>
                  <a:ext uri="{FF2B5EF4-FFF2-40B4-BE49-F238E27FC236}">
                    <a16:creationId xmlns:a16="http://schemas.microsoft.com/office/drawing/2014/main" id="{C416B22D-7387-A5C6-9910-D75EBC45D3B3}"/>
                  </a:ext>
                </a:extLst>
              </p:cNvPr>
              <p:cNvSpPr/>
              <p:nvPr/>
            </p:nvSpPr>
            <p:spPr>
              <a:xfrm>
                <a:off x="2966212" y="5115666"/>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358" name="TextBox 357">
                <a:extLst>
                  <a:ext uri="{FF2B5EF4-FFF2-40B4-BE49-F238E27FC236}">
                    <a16:creationId xmlns:a16="http://schemas.microsoft.com/office/drawing/2014/main" id="{774C6C3E-7E52-E06B-BB45-91F342B2C6DC}"/>
                  </a:ext>
                </a:extLst>
              </p:cNvPr>
              <p:cNvSpPr txBox="1"/>
              <p:nvPr/>
            </p:nvSpPr>
            <p:spPr>
              <a:xfrm>
                <a:off x="2639138" y="6091579"/>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0.0</a:t>
                </a:r>
              </a:p>
            </p:txBody>
          </p:sp>
          <p:sp>
            <p:nvSpPr>
              <p:cNvPr id="359" name="TextBox 358">
                <a:extLst>
                  <a:ext uri="{FF2B5EF4-FFF2-40B4-BE49-F238E27FC236}">
                    <a16:creationId xmlns:a16="http://schemas.microsoft.com/office/drawing/2014/main" id="{2CF75BF7-BE2A-FB21-E82E-44CE03CCB4CB}"/>
                  </a:ext>
                </a:extLst>
              </p:cNvPr>
              <p:cNvSpPr txBox="1"/>
              <p:nvPr/>
            </p:nvSpPr>
            <p:spPr>
              <a:xfrm>
                <a:off x="2639138" y="5875679"/>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0.1</a:t>
                </a:r>
              </a:p>
            </p:txBody>
          </p:sp>
          <p:sp>
            <p:nvSpPr>
              <p:cNvPr id="360" name="TextBox 359">
                <a:extLst>
                  <a:ext uri="{FF2B5EF4-FFF2-40B4-BE49-F238E27FC236}">
                    <a16:creationId xmlns:a16="http://schemas.microsoft.com/office/drawing/2014/main" id="{33A393B3-86B2-77D9-A250-2356C3FB842B}"/>
                  </a:ext>
                </a:extLst>
              </p:cNvPr>
              <p:cNvSpPr txBox="1"/>
              <p:nvPr/>
            </p:nvSpPr>
            <p:spPr>
              <a:xfrm>
                <a:off x="2639138" y="5659652"/>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0.2</a:t>
                </a:r>
              </a:p>
            </p:txBody>
          </p:sp>
          <p:sp>
            <p:nvSpPr>
              <p:cNvPr id="361" name="TextBox 360">
                <a:extLst>
                  <a:ext uri="{FF2B5EF4-FFF2-40B4-BE49-F238E27FC236}">
                    <a16:creationId xmlns:a16="http://schemas.microsoft.com/office/drawing/2014/main" id="{AA936362-3CBA-EC2D-42ED-ADEF3F3E5BF8}"/>
                  </a:ext>
                </a:extLst>
              </p:cNvPr>
              <p:cNvSpPr txBox="1"/>
              <p:nvPr/>
            </p:nvSpPr>
            <p:spPr>
              <a:xfrm>
                <a:off x="2639138" y="5443752"/>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0.3</a:t>
                </a:r>
              </a:p>
            </p:txBody>
          </p:sp>
          <p:sp>
            <p:nvSpPr>
              <p:cNvPr id="362" name="TextBox 361">
                <a:extLst>
                  <a:ext uri="{FF2B5EF4-FFF2-40B4-BE49-F238E27FC236}">
                    <a16:creationId xmlns:a16="http://schemas.microsoft.com/office/drawing/2014/main" id="{D1FEDE6B-E553-4D19-B20C-BB29A95980AA}"/>
                  </a:ext>
                </a:extLst>
              </p:cNvPr>
              <p:cNvSpPr txBox="1"/>
              <p:nvPr/>
            </p:nvSpPr>
            <p:spPr>
              <a:xfrm>
                <a:off x="2639138" y="5227725"/>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0.4</a:t>
                </a:r>
              </a:p>
            </p:txBody>
          </p:sp>
          <p:sp>
            <p:nvSpPr>
              <p:cNvPr id="363" name="TextBox 362">
                <a:extLst>
                  <a:ext uri="{FF2B5EF4-FFF2-40B4-BE49-F238E27FC236}">
                    <a16:creationId xmlns:a16="http://schemas.microsoft.com/office/drawing/2014/main" id="{DF7281EC-3C6F-BAFB-CE33-81B6154F93E2}"/>
                  </a:ext>
                </a:extLst>
              </p:cNvPr>
              <p:cNvSpPr txBox="1"/>
              <p:nvPr/>
            </p:nvSpPr>
            <p:spPr>
              <a:xfrm>
                <a:off x="2639138" y="5011825"/>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0.5</a:t>
                </a:r>
              </a:p>
            </p:txBody>
          </p:sp>
          <p:sp>
            <p:nvSpPr>
              <p:cNvPr id="364" name="Freeform 363">
                <a:extLst>
                  <a:ext uri="{FF2B5EF4-FFF2-40B4-BE49-F238E27FC236}">
                    <a16:creationId xmlns:a16="http://schemas.microsoft.com/office/drawing/2014/main" id="{1EB0EAB0-6709-921B-2511-B4D80885666B}"/>
                  </a:ext>
                </a:extLst>
              </p:cNvPr>
              <p:cNvSpPr/>
              <p:nvPr/>
            </p:nvSpPr>
            <p:spPr>
              <a:xfrm>
                <a:off x="2931413" y="619846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365" name="Freeform 364">
                <a:extLst>
                  <a:ext uri="{FF2B5EF4-FFF2-40B4-BE49-F238E27FC236}">
                    <a16:creationId xmlns:a16="http://schemas.microsoft.com/office/drawing/2014/main" id="{CA571C4E-BDD8-AB20-4995-374540CCFCDC}"/>
                  </a:ext>
                </a:extLst>
              </p:cNvPr>
              <p:cNvSpPr/>
              <p:nvPr/>
            </p:nvSpPr>
            <p:spPr>
              <a:xfrm>
                <a:off x="2931413" y="5982568"/>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366" name="Freeform 365">
                <a:extLst>
                  <a:ext uri="{FF2B5EF4-FFF2-40B4-BE49-F238E27FC236}">
                    <a16:creationId xmlns:a16="http://schemas.microsoft.com/office/drawing/2014/main" id="{D864A677-EAA5-CA4F-13B3-671E9B9DD24D}"/>
                  </a:ext>
                </a:extLst>
              </p:cNvPr>
              <p:cNvSpPr/>
              <p:nvPr/>
            </p:nvSpPr>
            <p:spPr>
              <a:xfrm>
                <a:off x="2931413" y="576654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367" name="Freeform 366">
                <a:extLst>
                  <a:ext uri="{FF2B5EF4-FFF2-40B4-BE49-F238E27FC236}">
                    <a16:creationId xmlns:a16="http://schemas.microsoft.com/office/drawing/2014/main" id="{578C2BA0-A78E-8717-F692-69E322D2B29D}"/>
                  </a:ext>
                </a:extLst>
              </p:cNvPr>
              <p:cNvSpPr/>
              <p:nvPr/>
            </p:nvSpPr>
            <p:spPr>
              <a:xfrm>
                <a:off x="2931413" y="555064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368" name="Freeform 367">
                <a:extLst>
                  <a:ext uri="{FF2B5EF4-FFF2-40B4-BE49-F238E27FC236}">
                    <a16:creationId xmlns:a16="http://schemas.microsoft.com/office/drawing/2014/main" id="{F655047E-EC2E-0976-D220-D4D2F4530E4B}"/>
                  </a:ext>
                </a:extLst>
              </p:cNvPr>
              <p:cNvSpPr/>
              <p:nvPr/>
            </p:nvSpPr>
            <p:spPr>
              <a:xfrm>
                <a:off x="2931413" y="5334613"/>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369" name="Freeform 368">
                <a:extLst>
                  <a:ext uri="{FF2B5EF4-FFF2-40B4-BE49-F238E27FC236}">
                    <a16:creationId xmlns:a16="http://schemas.microsoft.com/office/drawing/2014/main" id="{2FF54C5B-2A05-0689-25D4-F42E9ACD17CE}"/>
                  </a:ext>
                </a:extLst>
              </p:cNvPr>
              <p:cNvSpPr/>
              <p:nvPr/>
            </p:nvSpPr>
            <p:spPr>
              <a:xfrm>
                <a:off x="2931413" y="511871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370" name="Freeform 369">
                <a:extLst>
                  <a:ext uri="{FF2B5EF4-FFF2-40B4-BE49-F238E27FC236}">
                    <a16:creationId xmlns:a16="http://schemas.microsoft.com/office/drawing/2014/main" id="{7331072E-93CE-2361-B222-6B8D25A1DD30}"/>
                  </a:ext>
                </a:extLst>
              </p:cNvPr>
              <p:cNvSpPr/>
              <p:nvPr/>
            </p:nvSpPr>
            <p:spPr>
              <a:xfrm>
                <a:off x="2966212" y="6250030"/>
                <a:ext cx="1307592" cy="12700"/>
              </a:xfrm>
              <a:custGeom>
                <a:avLst/>
                <a:gdLst>
                  <a:gd name="csX0" fmla="*/ 0 w 1307592"/>
                  <a:gd name="csY0" fmla="*/ 0 h 12700"/>
                  <a:gd name="csX1" fmla="*/ 1307592 w 1307592"/>
                  <a:gd name="csY1" fmla="*/ 0 h 12700"/>
                </a:gdLst>
                <a:ahLst/>
                <a:cxnLst>
                  <a:cxn ang="0">
                    <a:pos x="csX0" y="csY0"/>
                  </a:cxn>
                  <a:cxn ang="0">
                    <a:pos x="csX1" y="csY1"/>
                  </a:cxn>
                </a:cxnLst>
                <a:rect l="l" t="t" r="r" b="b"/>
                <a:pathLst>
                  <a:path w="1307592" h="12700">
                    <a:moveTo>
                      <a:pt x="0" y="0"/>
                    </a:moveTo>
                    <a:lnTo>
                      <a:pt x="1307592" y="0"/>
                    </a:lnTo>
                  </a:path>
                </a:pathLst>
              </a:custGeom>
              <a:noFill/>
              <a:ln w="13589" cap="sq">
                <a:solidFill>
                  <a:srgbClr val="000000"/>
                </a:solidFill>
                <a:prstDash val="solid"/>
                <a:round/>
              </a:ln>
            </p:spPr>
            <p:txBody>
              <a:bodyPr/>
              <a:lstStyle/>
              <a:p>
                <a:pPr algn="ctr"/>
                <a:endParaRPr lang="en-US" sz="2646"/>
              </a:p>
            </p:txBody>
          </p:sp>
          <p:sp>
            <p:nvSpPr>
              <p:cNvPr id="371" name="Freeform 370">
                <a:extLst>
                  <a:ext uri="{FF2B5EF4-FFF2-40B4-BE49-F238E27FC236}">
                    <a16:creationId xmlns:a16="http://schemas.microsoft.com/office/drawing/2014/main" id="{CD27237F-B1ED-B4D0-AAA4-7AEA71E1BB25}"/>
                  </a:ext>
                </a:extLst>
              </p:cNvPr>
              <p:cNvSpPr/>
              <p:nvPr/>
            </p:nvSpPr>
            <p:spPr>
              <a:xfrm>
                <a:off x="3117087" y="62500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372" name="Freeform 371">
                <a:extLst>
                  <a:ext uri="{FF2B5EF4-FFF2-40B4-BE49-F238E27FC236}">
                    <a16:creationId xmlns:a16="http://schemas.microsoft.com/office/drawing/2014/main" id="{22169C42-EFA4-5249-3F73-53E531F1D0C1}"/>
                  </a:ext>
                </a:extLst>
              </p:cNvPr>
              <p:cNvSpPr/>
              <p:nvPr/>
            </p:nvSpPr>
            <p:spPr>
              <a:xfrm>
                <a:off x="3368547" y="62500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373" name="Freeform 372">
                <a:extLst>
                  <a:ext uri="{FF2B5EF4-FFF2-40B4-BE49-F238E27FC236}">
                    <a16:creationId xmlns:a16="http://schemas.microsoft.com/office/drawing/2014/main" id="{49737D60-F85F-B7DA-FD6A-80556D6E4E9C}"/>
                  </a:ext>
                </a:extLst>
              </p:cNvPr>
              <p:cNvSpPr/>
              <p:nvPr/>
            </p:nvSpPr>
            <p:spPr>
              <a:xfrm>
                <a:off x="3620008" y="62500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374" name="Freeform 373">
                <a:extLst>
                  <a:ext uri="{FF2B5EF4-FFF2-40B4-BE49-F238E27FC236}">
                    <a16:creationId xmlns:a16="http://schemas.microsoft.com/office/drawing/2014/main" id="{ACC9675C-B009-7559-EC20-3D3B3A64DFC0}"/>
                  </a:ext>
                </a:extLst>
              </p:cNvPr>
              <p:cNvSpPr/>
              <p:nvPr/>
            </p:nvSpPr>
            <p:spPr>
              <a:xfrm>
                <a:off x="3871467" y="62500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375" name="Freeform 374">
                <a:extLst>
                  <a:ext uri="{FF2B5EF4-FFF2-40B4-BE49-F238E27FC236}">
                    <a16:creationId xmlns:a16="http://schemas.microsoft.com/office/drawing/2014/main" id="{F02E26DA-4261-098F-357D-C5185C46B6B3}"/>
                  </a:ext>
                </a:extLst>
              </p:cNvPr>
              <p:cNvSpPr/>
              <p:nvPr/>
            </p:nvSpPr>
            <p:spPr>
              <a:xfrm>
                <a:off x="4122927" y="62500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376" name="TextBox 375">
                <a:extLst>
                  <a:ext uri="{FF2B5EF4-FFF2-40B4-BE49-F238E27FC236}">
                    <a16:creationId xmlns:a16="http://schemas.microsoft.com/office/drawing/2014/main" id="{5D4FE2C1-3D53-5FFD-AF61-E608DD8C13BE}"/>
                  </a:ext>
                </a:extLst>
              </p:cNvPr>
              <p:cNvSpPr txBox="1"/>
              <p:nvPr/>
            </p:nvSpPr>
            <p:spPr>
              <a:xfrm>
                <a:off x="2965933" y="624588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377" name="TextBox 376">
                <a:extLst>
                  <a:ext uri="{FF2B5EF4-FFF2-40B4-BE49-F238E27FC236}">
                    <a16:creationId xmlns:a16="http://schemas.microsoft.com/office/drawing/2014/main" id="{E400F780-D96E-9AC6-ED60-BAACCC3D3D8E}"/>
                  </a:ext>
                </a:extLst>
              </p:cNvPr>
              <p:cNvSpPr txBox="1"/>
              <p:nvPr/>
            </p:nvSpPr>
            <p:spPr>
              <a:xfrm>
                <a:off x="3253017" y="6245884"/>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378" name="TextBox 377">
                <a:extLst>
                  <a:ext uri="{FF2B5EF4-FFF2-40B4-BE49-F238E27FC236}">
                    <a16:creationId xmlns:a16="http://schemas.microsoft.com/office/drawing/2014/main" id="{CC7F3212-6495-6CC2-747A-A3531E3A1983}"/>
                  </a:ext>
                </a:extLst>
              </p:cNvPr>
              <p:cNvSpPr txBox="1"/>
              <p:nvPr/>
            </p:nvSpPr>
            <p:spPr>
              <a:xfrm>
                <a:off x="3468852" y="624588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379" name="TextBox 378">
                <a:extLst>
                  <a:ext uri="{FF2B5EF4-FFF2-40B4-BE49-F238E27FC236}">
                    <a16:creationId xmlns:a16="http://schemas.microsoft.com/office/drawing/2014/main" id="{24AA1B78-BF7A-40FF-6590-3F6F23618DCA}"/>
                  </a:ext>
                </a:extLst>
              </p:cNvPr>
              <p:cNvSpPr txBox="1"/>
              <p:nvPr/>
            </p:nvSpPr>
            <p:spPr>
              <a:xfrm>
                <a:off x="3688080" y="6245884"/>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380" name="TextBox 379">
                <a:extLst>
                  <a:ext uri="{FF2B5EF4-FFF2-40B4-BE49-F238E27FC236}">
                    <a16:creationId xmlns:a16="http://schemas.microsoft.com/office/drawing/2014/main" id="{47DF4911-EC3C-F4FD-0DDF-6CB76F7D5EC7}"/>
                  </a:ext>
                </a:extLst>
              </p:cNvPr>
              <p:cNvSpPr txBox="1"/>
              <p:nvPr/>
            </p:nvSpPr>
            <p:spPr>
              <a:xfrm>
                <a:off x="3986193" y="6245884"/>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grpSp>
      </p:grpSp>
      <p:sp>
        <p:nvSpPr>
          <p:cNvPr id="887" name="TextBox 886">
            <a:extLst>
              <a:ext uri="{FF2B5EF4-FFF2-40B4-BE49-F238E27FC236}">
                <a16:creationId xmlns:a16="http://schemas.microsoft.com/office/drawing/2014/main" id="{93F2CE6B-8E72-1737-5DE8-BDE0BE6271C0}"/>
              </a:ext>
            </a:extLst>
          </p:cNvPr>
          <p:cNvSpPr txBox="1"/>
          <p:nvPr/>
        </p:nvSpPr>
        <p:spPr>
          <a:xfrm rot="16200000">
            <a:off x="-262668" y="5006929"/>
            <a:ext cx="842942" cy="248826"/>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1050" dirty="0">
                <a:ln/>
                <a:solidFill>
                  <a:srgbClr val="000000"/>
                </a:solidFill>
                <a:latin typeface="Arial"/>
                <a:cs typeface="Arial"/>
                <a:sym typeface="Arial"/>
                <a:rtl val="0"/>
              </a:rPr>
              <a:t>Expression</a:t>
            </a:r>
          </a:p>
        </p:txBody>
      </p:sp>
      <p:grpSp>
        <p:nvGrpSpPr>
          <p:cNvPr id="716" name="Graphic 231">
            <a:extLst>
              <a:ext uri="{FF2B5EF4-FFF2-40B4-BE49-F238E27FC236}">
                <a16:creationId xmlns:a16="http://schemas.microsoft.com/office/drawing/2014/main" id="{D86C9075-1C53-1E8B-0F1F-11EC184F8A79}"/>
              </a:ext>
            </a:extLst>
          </p:cNvPr>
          <p:cNvGrpSpPr/>
          <p:nvPr/>
        </p:nvGrpSpPr>
        <p:grpSpPr>
          <a:xfrm>
            <a:off x="190536" y="6120940"/>
            <a:ext cx="1544608" cy="1347622"/>
            <a:chOff x="3058678" y="3242509"/>
            <a:chExt cx="1634666" cy="1426194"/>
          </a:xfrm>
        </p:grpSpPr>
        <p:grpSp>
          <p:nvGrpSpPr>
            <p:cNvPr id="717" name="Graphic 231">
              <a:extLst>
                <a:ext uri="{FF2B5EF4-FFF2-40B4-BE49-F238E27FC236}">
                  <a16:creationId xmlns:a16="http://schemas.microsoft.com/office/drawing/2014/main" id="{AC7F7782-3D72-7170-5627-BC071959360C}"/>
                </a:ext>
              </a:extLst>
            </p:cNvPr>
            <p:cNvGrpSpPr/>
            <p:nvPr/>
          </p:nvGrpSpPr>
          <p:grpSpPr>
            <a:xfrm>
              <a:off x="3385752" y="3242509"/>
              <a:ext cx="1307591" cy="1178847"/>
              <a:chOff x="3385752" y="3242509"/>
              <a:chExt cx="1307591" cy="1178847"/>
            </a:xfrm>
          </p:grpSpPr>
          <p:sp>
            <p:nvSpPr>
              <p:cNvPr id="718" name="Freeform 236">
                <a:extLst>
                  <a:ext uri="{FF2B5EF4-FFF2-40B4-BE49-F238E27FC236}">
                    <a16:creationId xmlns:a16="http://schemas.microsoft.com/office/drawing/2014/main" id="{C262E997-4376-2D39-6C89-FC0CF0B8CAE6}"/>
                  </a:ext>
                </a:extLst>
              </p:cNvPr>
              <p:cNvSpPr/>
              <p:nvPr/>
            </p:nvSpPr>
            <p:spPr>
              <a:xfrm>
                <a:off x="3385752" y="3286866"/>
                <a:ext cx="1307591" cy="1134490"/>
              </a:xfrm>
              <a:custGeom>
                <a:avLst/>
                <a:gdLst>
                  <a:gd name="csX0" fmla="*/ 0 w 1307591"/>
                  <a:gd name="csY0" fmla="*/ 0 h 1134490"/>
                  <a:gd name="csX1" fmla="*/ 1307592 w 1307591"/>
                  <a:gd name="csY1" fmla="*/ 0 h 1134490"/>
                  <a:gd name="csX2" fmla="*/ 1307592 w 1307591"/>
                  <a:gd name="csY2" fmla="*/ 1134491 h 1134490"/>
                  <a:gd name="csX3" fmla="*/ 0 w 1307591"/>
                  <a:gd name="csY3" fmla="*/ 1134491 h 1134490"/>
                </a:gdLst>
                <a:ahLst/>
                <a:cxnLst>
                  <a:cxn ang="0">
                    <a:pos x="csX0" y="csY0"/>
                  </a:cxn>
                  <a:cxn ang="0">
                    <a:pos x="csX1" y="csY1"/>
                  </a:cxn>
                  <a:cxn ang="0">
                    <a:pos x="csX2" y="csY2"/>
                  </a:cxn>
                  <a:cxn ang="0">
                    <a:pos x="csX3" y="csY3"/>
                  </a:cxn>
                </a:cxnLst>
                <a:rect l="l" t="t" r="r" b="b"/>
                <a:pathLst>
                  <a:path w="1307591" h="1134490">
                    <a:moveTo>
                      <a:pt x="0" y="0"/>
                    </a:moveTo>
                    <a:lnTo>
                      <a:pt x="1307592" y="0"/>
                    </a:lnTo>
                    <a:lnTo>
                      <a:pt x="1307592" y="1134491"/>
                    </a:lnTo>
                    <a:lnTo>
                      <a:pt x="0" y="1134491"/>
                    </a:lnTo>
                    <a:close/>
                  </a:path>
                </a:pathLst>
              </a:custGeom>
              <a:solidFill>
                <a:srgbClr val="FFFFFF"/>
              </a:solidFill>
              <a:ln w="13589" cap="rnd">
                <a:noFill/>
                <a:prstDash val="solid"/>
                <a:round/>
              </a:ln>
            </p:spPr>
            <p:txBody>
              <a:bodyPr/>
              <a:lstStyle/>
              <a:p>
                <a:pPr algn="ctr"/>
                <a:endParaRPr lang="en-US" sz="2646"/>
              </a:p>
            </p:txBody>
          </p:sp>
          <p:sp>
            <p:nvSpPr>
              <p:cNvPr id="719" name="Freeform 237">
                <a:extLst>
                  <a:ext uri="{FF2B5EF4-FFF2-40B4-BE49-F238E27FC236}">
                    <a16:creationId xmlns:a16="http://schemas.microsoft.com/office/drawing/2014/main" id="{1A08592E-3F10-754B-F5C6-8FC59B439A6E}"/>
                  </a:ext>
                </a:extLst>
              </p:cNvPr>
              <p:cNvSpPr/>
              <p:nvPr/>
            </p:nvSpPr>
            <p:spPr>
              <a:xfrm>
                <a:off x="3536628" y="4129257"/>
                <a:ext cx="12700" cy="97916"/>
              </a:xfrm>
              <a:custGeom>
                <a:avLst/>
                <a:gdLst>
                  <a:gd name="csX0" fmla="*/ 0 w 12700"/>
                  <a:gd name="csY0" fmla="*/ 97917 h 97916"/>
                  <a:gd name="csX1" fmla="*/ 0 w 12700"/>
                  <a:gd name="csY1" fmla="*/ 0 h 97916"/>
                </a:gdLst>
                <a:ahLst/>
                <a:cxnLst>
                  <a:cxn ang="0">
                    <a:pos x="csX0" y="csY0"/>
                  </a:cxn>
                  <a:cxn ang="0">
                    <a:pos x="csX1" y="csY1"/>
                  </a:cxn>
                </a:cxnLst>
                <a:rect l="l" t="t" r="r" b="b"/>
                <a:pathLst>
                  <a:path w="12700" h="97916">
                    <a:moveTo>
                      <a:pt x="0" y="97917"/>
                    </a:moveTo>
                    <a:lnTo>
                      <a:pt x="0" y="0"/>
                    </a:lnTo>
                  </a:path>
                </a:pathLst>
              </a:custGeom>
              <a:ln w="13589" cap="flat">
                <a:solidFill>
                  <a:srgbClr val="333333"/>
                </a:solidFill>
                <a:prstDash val="solid"/>
                <a:round/>
              </a:ln>
            </p:spPr>
            <p:txBody>
              <a:bodyPr/>
              <a:lstStyle/>
              <a:p>
                <a:pPr algn="ctr"/>
                <a:endParaRPr lang="en-US" sz="2646"/>
              </a:p>
            </p:txBody>
          </p:sp>
          <p:sp>
            <p:nvSpPr>
              <p:cNvPr id="720" name="Freeform 238">
                <a:extLst>
                  <a:ext uri="{FF2B5EF4-FFF2-40B4-BE49-F238E27FC236}">
                    <a16:creationId xmlns:a16="http://schemas.microsoft.com/office/drawing/2014/main" id="{EDF3191B-FF66-5DC4-C76B-EA82EB8D2C9A}"/>
                  </a:ext>
                </a:extLst>
              </p:cNvPr>
              <p:cNvSpPr/>
              <p:nvPr/>
            </p:nvSpPr>
            <p:spPr>
              <a:xfrm>
                <a:off x="3536628" y="4355698"/>
                <a:ext cx="12700" cy="8509"/>
              </a:xfrm>
              <a:custGeom>
                <a:avLst/>
                <a:gdLst>
                  <a:gd name="csX0" fmla="*/ 0 w 12700"/>
                  <a:gd name="csY0" fmla="*/ 0 h 8509"/>
                  <a:gd name="csX1" fmla="*/ 0 w 12700"/>
                  <a:gd name="csY1" fmla="*/ 8509 h 8509"/>
                </a:gdLst>
                <a:ahLst/>
                <a:cxnLst>
                  <a:cxn ang="0">
                    <a:pos x="csX0" y="csY0"/>
                  </a:cxn>
                  <a:cxn ang="0">
                    <a:pos x="csX1" y="csY1"/>
                  </a:cxn>
                </a:cxnLst>
                <a:rect l="l" t="t" r="r" b="b"/>
                <a:pathLst>
                  <a:path w="12700" h="8509">
                    <a:moveTo>
                      <a:pt x="0" y="0"/>
                    </a:moveTo>
                    <a:lnTo>
                      <a:pt x="0" y="8509"/>
                    </a:lnTo>
                  </a:path>
                </a:pathLst>
              </a:custGeom>
              <a:ln w="13589" cap="flat">
                <a:solidFill>
                  <a:srgbClr val="333333"/>
                </a:solidFill>
                <a:prstDash val="solid"/>
                <a:round/>
              </a:ln>
            </p:spPr>
            <p:txBody>
              <a:bodyPr/>
              <a:lstStyle/>
              <a:p>
                <a:pPr algn="ctr"/>
                <a:endParaRPr lang="en-US" sz="2646"/>
              </a:p>
            </p:txBody>
          </p:sp>
          <p:sp>
            <p:nvSpPr>
              <p:cNvPr id="721" name="Freeform 239">
                <a:extLst>
                  <a:ext uri="{FF2B5EF4-FFF2-40B4-BE49-F238E27FC236}">
                    <a16:creationId xmlns:a16="http://schemas.microsoft.com/office/drawing/2014/main" id="{74BB5E0F-9D20-F975-1F6B-05526468CD1D}"/>
                  </a:ext>
                </a:extLst>
              </p:cNvPr>
              <p:cNvSpPr/>
              <p:nvPr/>
            </p:nvSpPr>
            <p:spPr>
              <a:xfrm>
                <a:off x="3461190" y="4227174"/>
                <a:ext cx="150876" cy="128523"/>
              </a:xfrm>
              <a:custGeom>
                <a:avLst/>
                <a:gdLst>
                  <a:gd name="csX0" fmla="*/ 0 w 150876"/>
                  <a:gd name="csY0" fmla="*/ 0 h 128523"/>
                  <a:gd name="csX1" fmla="*/ 0 w 150876"/>
                  <a:gd name="csY1" fmla="*/ 128524 h 128523"/>
                  <a:gd name="csX2" fmla="*/ 150876 w 150876"/>
                  <a:gd name="csY2" fmla="*/ 128524 h 128523"/>
                  <a:gd name="csX3" fmla="*/ 150876 w 150876"/>
                  <a:gd name="csY3" fmla="*/ 0 h 128523"/>
                  <a:gd name="csX4" fmla="*/ 0 w 150876"/>
                  <a:gd name="csY4" fmla="*/ 0 h 128523"/>
                </a:gdLst>
                <a:ahLst/>
                <a:cxnLst>
                  <a:cxn ang="0">
                    <a:pos x="csX0" y="csY0"/>
                  </a:cxn>
                  <a:cxn ang="0">
                    <a:pos x="csX1" y="csY1"/>
                  </a:cxn>
                  <a:cxn ang="0">
                    <a:pos x="csX2" y="csY2"/>
                  </a:cxn>
                  <a:cxn ang="0">
                    <a:pos x="csX3" y="csY3"/>
                  </a:cxn>
                  <a:cxn ang="0">
                    <a:pos x="csX4" y="csY4"/>
                  </a:cxn>
                </a:cxnLst>
                <a:rect l="l" t="t" r="r" b="b"/>
                <a:pathLst>
                  <a:path w="150876" h="128523">
                    <a:moveTo>
                      <a:pt x="0" y="0"/>
                    </a:moveTo>
                    <a:lnTo>
                      <a:pt x="0" y="128524"/>
                    </a:lnTo>
                    <a:lnTo>
                      <a:pt x="150876" y="128524"/>
                    </a:lnTo>
                    <a:lnTo>
                      <a:pt x="150876" y="0"/>
                    </a:lnTo>
                    <a:lnTo>
                      <a:pt x="0" y="0"/>
                    </a:lnTo>
                    <a:close/>
                  </a:path>
                </a:pathLst>
              </a:custGeom>
              <a:solidFill>
                <a:srgbClr val="1965B0"/>
              </a:solidFill>
              <a:ln w="13589" cap="flat">
                <a:solidFill>
                  <a:srgbClr val="333333"/>
                </a:solidFill>
                <a:prstDash val="solid"/>
                <a:miter/>
              </a:ln>
            </p:spPr>
            <p:txBody>
              <a:bodyPr/>
              <a:lstStyle/>
              <a:p>
                <a:pPr algn="ctr"/>
                <a:endParaRPr lang="en-US" sz="2646"/>
              </a:p>
            </p:txBody>
          </p:sp>
          <p:sp>
            <p:nvSpPr>
              <p:cNvPr id="722" name="Freeform 240">
                <a:extLst>
                  <a:ext uri="{FF2B5EF4-FFF2-40B4-BE49-F238E27FC236}">
                    <a16:creationId xmlns:a16="http://schemas.microsoft.com/office/drawing/2014/main" id="{BB1FCA1E-2E93-61EC-102C-6AB7C4909194}"/>
                  </a:ext>
                </a:extLst>
              </p:cNvPr>
              <p:cNvSpPr/>
              <p:nvPr/>
            </p:nvSpPr>
            <p:spPr>
              <a:xfrm>
                <a:off x="3461190" y="4302612"/>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723" name="Freeform 241">
                <a:extLst>
                  <a:ext uri="{FF2B5EF4-FFF2-40B4-BE49-F238E27FC236}">
                    <a16:creationId xmlns:a16="http://schemas.microsoft.com/office/drawing/2014/main" id="{AA22D74F-6560-3DFA-1759-B6354461FBBE}"/>
                  </a:ext>
                </a:extLst>
              </p:cNvPr>
              <p:cNvSpPr/>
              <p:nvPr/>
            </p:nvSpPr>
            <p:spPr>
              <a:xfrm>
                <a:off x="3788088" y="4242160"/>
                <a:ext cx="12700" cy="6476"/>
              </a:xfrm>
              <a:custGeom>
                <a:avLst/>
                <a:gdLst>
                  <a:gd name="csX0" fmla="*/ 0 w 12700"/>
                  <a:gd name="csY0" fmla="*/ 6477 h 6476"/>
                  <a:gd name="csX1" fmla="*/ 0 w 12700"/>
                  <a:gd name="csY1" fmla="*/ 0 h 6476"/>
                </a:gdLst>
                <a:ahLst/>
                <a:cxnLst>
                  <a:cxn ang="0">
                    <a:pos x="csX0" y="csY0"/>
                  </a:cxn>
                  <a:cxn ang="0">
                    <a:pos x="csX1" y="csY1"/>
                  </a:cxn>
                </a:cxnLst>
                <a:rect l="l" t="t" r="r" b="b"/>
                <a:pathLst>
                  <a:path w="12700" h="6476">
                    <a:moveTo>
                      <a:pt x="0" y="6477"/>
                    </a:moveTo>
                    <a:lnTo>
                      <a:pt x="0" y="0"/>
                    </a:lnTo>
                  </a:path>
                </a:pathLst>
              </a:custGeom>
              <a:ln w="13589" cap="flat">
                <a:solidFill>
                  <a:srgbClr val="333333"/>
                </a:solidFill>
                <a:prstDash val="solid"/>
                <a:round/>
              </a:ln>
            </p:spPr>
            <p:txBody>
              <a:bodyPr/>
              <a:lstStyle/>
              <a:p>
                <a:pPr algn="ctr"/>
                <a:endParaRPr lang="en-US" sz="2646"/>
              </a:p>
            </p:txBody>
          </p:sp>
          <p:sp>
            <p:nvSpPr>
              <p:cNvPr id="724" name="Freeform 242">
                <a:extLst>
                  <a:ext uri="{FF2B5EF4-FFF2-40B4-BE49-F238E27FC236}">
                    <a16:creationId xmlns:a16="http://schemas.microsoft.com/office/drawing/2014/main" id="{50850B06-3332-EDB4-EEC3-64D169F64FF7}"/>
                  </a:ext>
                </a:extLst>
              </p:cNvPr>
              <p:cNvSpPr/>
              <p:nvPr/>
            </p:nvSpPr>
            <p:spPr>
              <a:xfrm>
                <a:off x="3788088" y="4288388"/>
                <a:ext cx="12700" cy="8000"/>
              </a:xfrm>
              <a:custGeom>
                <a:avLst/>
                <a:gdLst>
                  <a:gd name="csX0" fmla="*/ 0 w 12700"/>
                  <a:gd name="csY0" fmla="*/ 0 h 8000"/>
                  <a:gd name="csX1" fmla="*/ 0 w 12700"/>
                  <a:gd name="csY1" fmla="*/ 8001 h 8000"/>
                </a:gdLst>
                <a:ahLst/>
                <a:cxnLst>
                  <a:cxn ang="0">
                    <a:pos x="csX0" y="csY0"/>
                  </a:cxn>
                  <a:cxn ang="0">
                    <a:pos x="csX1" y="csY1"/>
                  </a:cxn>
                </a:cxnLst>
                <a:rect l="l" t="t" r="r" b="b"/>
                <a:pathLst>
                  <a:path w="12700" h="8000">
                    <a:moveTo>
                      <a:pt x="0" y="0"/>
                    </a:moveTo>
                    <a:lnTo>
                      <a:pt x="0" y="8001"/>
                    </a:lnTo>
                  </a:path>
                </a:pathLst>
              </a:custGeom>
              <a:ln w="13589" cap="flat">
                <a:solidFill>
                  <a:srgbClr val="333333"/>
                </a:solidFill>
                <a:prstDash val="solid"/>
                <a:round/>
              </a:ln>
            </p:spPr>
            <p:txBody>
              <a:bodyPr/>
              <a:lstStyle/>
              <a:p>
                <a:pPr algn="ctr"/>
                <a:endParaRPr lang="en-US" sz="2646"/>
              </a:p>
            </p:txBody>
          </p:sp>
          <p:sp>
            <p:nvSpPr>
              <p:cNvPr id="725" name="Freeform 243">
                <a:extLst>
                  <a:ext uri="{FF2B5EF4-FFF2-40B4-BE49-F238E27FC236}">
                    <a16:creationId xmlns:a16="http://schemas.microsoft.com/office/drawing/2014/main" id="{C68D26BF-E662-466C-095A-76AF40AB87B2}"/>
                  </a:ext>
                </a:extLst>
              </p:cNvPr>
              <p:cNvSpPr/>
              <p:nvPr/>
            </p:nvSpPr>
            <p:spPr>
              <a:xfrm>
                <a:off x="3712649" y="4248637"/>
                <a:ext cx="150876" cy="39750"/>
              </a:xfrm>
              <a:custGeom>
                <a:avLst/>
                <a:gdLst>
                  <a:gd name="csX0" fmla="*/ 0 w 150876"/>
                  <a:gd name="csY0" fmla="*/ 0 h 39750"/>
                  <a:gd name="csX1" fmla="*/ 0 w 150876"/>
                  <a:gd name="csY1" fmla="*/ 39751 h 39750"/>
                  <a:gd name="csX2" fmla="*/ 150876 w 150876"/>
                  <a:gd name="csY2" fmla="*/ 39751 h 39750"/>
                  <a:gd name="csX3" fmla="*/ 150876 w 150876"/>
                  <a:gd name="csY3" fmla="*/ 0 h 39750"/>
                  <a:gd name="csX4" fmla="*/ 0 w 150876"/>
                  <a:gd name="csY4" fmla="*/ 0 h 39750"/>
                </a:gdLst>
                <a:ahLst/>
                <a:cxnLst>
                  <a:cxn ang="0">
                    <a:pos x="csX0" y="csY0"/>
                  </a:cxn>
                  <a:cxn ang="0">
                    <a:pos x="csX1" y="csY1"/>
                  </a:cxn>
                  <a:cxn ang="0">
                    <a:pos x="csX2" y="csY2"/>
                  </a:cxn>
                  <a:cxn ang="0">
                    <a:pos x="csX3" y="csY3"/>
                  </a:cxn>
                  <a:cxn ang="0">
                    <a:pos x="csX4" y="csY4"/>
                  </a:cxn>
                </a:cxnLst>
                <a:rect l="l" t="t" r="r" b="b"/>
                <a:pathLst>
                  <a:path w="150876" h="39750">
                    <a:moveTo>
                      <a:pt x="0" y="0"/>
                    </a:moveTo>
                    <a:lnTo>
                      <a:pt x="0" y="39751"/>
                    </a:lnTo>
                    <a:lnTo>
                      <a:pt x="150876" y="39751"/>
                    </a:lnTo>
                    <a:lnTo>
                      <a:pt x="150876" y="0"/>
                    </a:lnTo>
                    <a:lnTo>
                      <a:pt x="0" y="0"/>
                    </a:lnTo>
                    <a:close/>
                  </a:path>
                </a:pathLst>
              </a:custGeom>
              <a:solidFill>
                <a:srgbClr val="4EB265"/>
              </a:solidFill>
              <a:ln w="13589" cap="flat">
                <a:solidFill>
                  <a:srgbClr val="333333"/>
                </a:solidFill>
                <a:prstDash val="solid"/>
                <a:miter/>
              </a:ln>
            </p:spPr>
            <p:txBody>
              <a:bodyPr/>
              <a:lstStyle/>
              <a:p>
                <a:pPr algn="ctr"/>
                <a:endParaRPr lang="en-US" sz="2646"/>
              </a:p>
            </p:txBody>
          </p:sp>
          <p:sp>
            <p:nvSpPr>
              <p:cNvPr id="726" name="Freeform 244">
                <a:extLst>
                  <a:ext uri="{FF2B5EF4-FFF2-40B4-BE49-F238E27FC236}">
                    <a16:creationId xmlns:a16="http://schemas.microsoft.com/office/drawing/2014/main" id="{543D521F-B41B-A833-58FB-31F932819317}"/>
                  </a:ext>
                </a:extLst>
              </p:cNvPr>
              <p:cNvSpPr/>
              <p:nvPr/>
            </p:nvSpPr>
            <p:spPr>
              <a:xfrm>
                <a:off x="3712650" y="4270100"/>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727" name="Freeform 245">
                <a:extLst>
                  <a:ext uri="{FF2B5EF4-FFF2-40B4-BE49-F238E27FC236}">
                    <a16:creationId xmlns:a16="http://schemas.microsoft.com/office/drawing/2014/main" id="{97D2C9DD-68A7-7D6B-775E-67D469866AA9}"/>
                  </a:ext>
                </a:extLst>
              </p:cNvPr>
              <p:cNvSpPr/>
              <p:nvPr/>
            </p:nvSpPr>
            <p:spPr>
              <a:xfrm>
                <a:off x="4039548" y="3885544"/>
                <a:ext cx="12700" cy="26924"/>
              </a:xfrm>
              <a:custGeom>
                <a:avLst/>
                <a:gdLst>
                  <a:gd name="csX0" fmla="*/ 0 w 12700"/>
                  <a:gd name="csY0" fmla="*/ 26924 h 26924"/>
                  <a:gd name="csX1" fmla="*/ 0 w 12700"/>
                  <a:gd name="csY1" fmla="*/ 0 h 26924"/>
                </a:gdLst>
                <a:ahLst/>
                <a:cxnLst>
                  <a:cxn ang="0">
                    <a:pos x="csX0" y="csY0"/>
                  </a:cxn>
                  <a:cxn ang="0">
                    <a:pos x="csX1" y="csY1"/>
                  </a:cxn>
                </a:cxnLst>
                <a:rect l="l" t="t" r="r" b="b"/>
                <a:pathLst>
                  <a:path w="12700" h="26924">
                    <a:moveTo>
                      <a:pt x="0" y="26924"/>
                    </a:moveTo>
                    <a:lnTo>
                      <a:pt x="0" y="0"/>
                    </a:lnTo>
                  </a:path>
                </a:pathLst>
              </a:custGeom>
              <a:ln w="13589" cap="flat">
                <a:solidFill>
                  <a:srgbClr val="333333"/>
                </a:solidFill>
                <a:prstDash val="solid"/>
                <a:round/>
              </a:ln>
            </p:spPr>
            <p:txBody>
              <a:bodyPr/>
              <a:lstStyle/>
              <a:p>
                <a:pPr algn="ctr"/>
                <a:endParaRPr lang="en-US" sz="2646"/>
              </a:p>
            </p:txBody>
          </p:sp>
          <p:sp>
            <p:nvSpPr>
              <p:cNvPr id="728" name="Freeform 246">
                <a:extLst>
                  <a:ext uri="{FF2B5EF4-FFF2-40B4-BE49-F238E27FC236}">
                    <a16:creationId xmlns:a16="http://schemas.microsoft.com/office/drawing/2014/main" id="{AAE4A5F3-AA00-8EFC-29A2-884D2CDBE9FB}"/>
                  </a:ext>
                </a:extLst>
              </p:cNvPr>
              <p:cNvSpPr/>
              <p:nvPr/>
            </p:nvSpPr>
            <p:spPr>
              <a:xfrm>
                <a:off x="4039548" y="3966570"/>
                <a:ext cx="12700" cy="26923"/>
              </a:xfrm>
              <a:custGeom>
                <a:avLst/>
                <a:gdLst>
                  <a:gd name="csX0" fmla="*/ 0 w 12700"/>
                  <a:gd name="csY0" fmla="*/ 0 h 26923"/>
                  <a:gd name="csX1" fmla="*/ 0 w 12700"/>
                  <a:gd name="csY1" fmla="*/ 26924 h 26923"/>
                </a:gdLst>
                <a:ahLst/>
                <a:cxnLst>
                  <a:cxn ang="0">
                    <a:pos x="csX0" y="csY0"/>
                  </a:cxn>
                  <a:cxn ang="0">
                    <a:pos x="csX1" y="csY1"/>
                  </a:cxn>
                </a:cxnLst>
                <a:rect l="l" t="t" r="r" b="b"/>
                <a:pathLst>
                  <a:path w="12700" h="26923">
                    <a:moveTo>
                      <a:pt x="0" y="0"/>
                    </a:moveTo>
                    <a:lnTo>
                      <a:pt x="0" y="26924"/>
                    </a:lnTo>
                  </a:path>
                </a:pathLst>
              </a:custGeom>
              <a:ln w="13589" cap="flat">
                <a:solidFill>
                  <a:srgbClr val="333333"/>
                </a:solidFill>
                <a:prstDash val="solid"/>
                <a:round/>
              </a:ln>
            </p:spPr>
            <p:txBody>
              <a:bodyPr/>
              <a:lstStyle/>
              <a:p>
                <a:pPr algn="ctr"/>
                <a:endParaRPr lang="en-US" sz="2646"/>
              </a:p>
            </p:txBody>
          </p:sp>
          <p:sp>
            <p:nvSpPr>
              <p:cNvPr id="729" name="Freeform 247">
                <a:extLst>
                  <a:ext uri="{FF2B5EF4-FFF2-40B4-BE49-F238E27FC236}">
                    <a16:creationId xmlns:a16="http://schemas.microsoft.com/office/drawing/2014/main" id="{C5A856DF-1F95-785C-025B-0C760B67EAFD}"/>
                  </a:ext>
                </a:extLst>
              </p:cNvPr>
              <p:cNvSpPr/>
              <p:nvPr/>
            </p:nvSpPr>
            <p:spPr>
              <a:xfrm>
                <a:off x="3964109" y="3912468"/>
                <a:ext cx="150876" cy="54101"/>
              </a:xfrm>
              <a:custGeom>
                <a:avLst/>
                <a:gdLst>
                  <a:gd name="csX0" fmla="*/ 0 w 150876"/>
                  <a:gd name="csY0" fmla="*/ 0 h 54101"/>
                  <a:gd name="csX1" fmla="*/ 0 w 150876"/>
                  <a:gd name="csY1" fmla="*/ 54102 h 54101"/>
                  <a:gd name="csX2" fmla="*/ 150876 w 150876"/>
                  <a:gd name="csY2" fmla="*/ 54102 h 54101"/>
                  <a:gd name="csX3" fmla="*/ 150876 w 150876"/>
                  <a:gd name="csY3" fmla="*/ 0 h 54101"/>
                  <a:gd name="csX4" fmla="*/ 0 w 150876"/>
                  <a:gd name="csY4" fmla="*/ 0 h 54101"/>
                </a:gdLst>
                <a:ahLst/>
                <a:cxnLst>
                  <a:cxn ang="0">
                    <a:pos x="csX0" y="csY0"/>
                  </a:cxn>
                  <a:cxn ang="0">
                    <a:pos x="csX1" y="csY1"/>
                  </a:cxn>
                  <a:cxn ang="0">
                    <a:pos x="csX2" y="csY2"/>
                  </a:cxn>
                  <a:cxn ang="0">
                    <a:pos x="csX3" y="csY3"/>
                  </a:cxn>
                  <a:cxn ang="0">
                    <a:pos x="csX4" y="csY4"/>
                  </a:cxn>
                </a:cxnLst>
                <a:rect l="l" t="t" r="r" b="b"/>
                <a:pathLst>
                  <a:path w="150876" h="54101">
                    <a:moveTo>
                      <a:pt x="0" y="0"/>
                    </a:moveTo>
                    <a:lnTo>
                      <a:pt x="0" y="54102"/>
                    </a:lnTo>
                    <a:lnTo>
                      <a:pt x="150876" y="54102"/>
                    </a:lnTo>
                    <a:lnTo>
                      <a:pt x="150876" y="0"/>
                    </a:lnTo>
                    <a:lnTo>
                      <a:pt x="0" y="0"/>
                    </a:lnTo>
                    <a:close/>
                  </a:path>
                </a:pathLst>
              </a:custGeom>
              <a:solidFill>
                <a:srgbClr val="F7F056"/>
              </a:solidFill>
              <a:ln w="13589" cap="flat">
                <a:solidFill>
                  <a:srgbClr val="333333"/>
                </a:solidFill>
                <a:prstDash val="solid"/>
                <a:miter/>
              </a:ln>
            </p:spPr>
            <p:txBody>
              <a:bodyPr/>
              <a:lstStyle/>
              <a:p>
                <a:pPr algn="ctr"/>
                <a:endParaRPr lang="en-US" sz="2646"/>
              </a:p>
            </p:txBody>
          </p:sp>
          <p:sp>
            <p:nvSpPr>
              <p:cNvPr id="730" name="Freeform 248">
                <a:extLst>
                  <a:ext uri="{FF2B5EF4-FFF2-40B4-BE49-F238E27FC236}">
                    <a16:creationId xmlns:a16="http://schemas.microsoft.com/office/drawing/2014/main" id="{CC3D9214-BD14-3E04-9902-8CEA3F204656}"/>
                  </a:ext>
                </a:extLst>
              </p:cNvPr>
              <p:cNvSpPr/>
              <p:nvPr/>
            </p:nvSpPr>
            <p:spPr>
              <a:xfrm>
                <a:off x="3964110" y="3939519"/>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731" name="Freeform 249">
                <a:extLst>
                  <a:ext uri="{FF2B5EF4-FFF2-40B4-BE49-F238E27FC236}">
                    <a16:creationId xmlns:a16="http://schemas.microsoft.com/office/drawing/2014/main" id="{37669036-8BB1-95C0-6385-1540C14C95AC}"/>
                  </a:ext>
                </a:extLst>
              </p:cNvPr>
              <p:cNvSpPr/>
              <p:nvPr/>
            </p:nvSpPr>
            <p:spPr>
              <a:xfrm>
                <a:off x="4542468" y="3836649"/>
                <a:ext cx="12700" cy="110743"/>
              </a:xfrm>
              <a:custGeom>
                <a:avLst/>
                <a:gdLst>
                  <a:gd name="csX0" fmla="*/ 0 w 12700"/>
                  <a:gd name="csY0" fmla="*/ 110744 h 110743"/>
                  <a:gd name="csX1" fmla="*/ 0 w 12700"/>
                  <a:gd name="csY1" fmla="*/ 0 h 110743"/>
                </a:gdLst>
                <a:ahLst/>
                <a:cxnLst>
                  <a:cxn ang="0">
                    <a:pos x="csX0" y="csY0"/>
                  </a:cxn>
                  <a:cxn ang="0">
                    <a:pos x="csX1" y="csY1"/>
                  </a:cxn>
                </a:cxnLst>
                <a:rect l="l" t="t" r="r" b="b"/>
                <a:pathLst>
                  <a:path w="12700" h="110743">
                    <a:moveTo>
                      <a:pt x="0" y="110744"/>
                    </a:moveTo>
                    <a:lnTo>
                      <a:pt x="0" y="0"/>
                    </a:lnTo>
                  </a:path>
                </a:pathLst>
              </a:custGeom>
              <a:ln w="13589" cap="flat">
                <a:solidFill>
                  <a:srgbClr val="333333"/>
                </a:solidFill>
                <a:prstDash val="solid"/>
                <a:round/>
              </a:ln>
            </p:spPr>
            <p:txBody>
              <a:bodyPr/>
              <a:lstStyle/>
              <a:p>
                <a:pPr algn="ctr"/>
                <a:endParaRPr lang="en-US" sz="2646"/>
              </a:p>
            </p:txBody>
          </p:sp>
          <p:sp>
            <p:nvSpPr>
              <p:cNvPr id="732" name="Freeform 250">
                <a:extLst>
                  <a:ext uri="{FF2B5EF4-FFF2-40B4-BE49-F238E27FC236}">
                    <a16:creationId xmlns:a16="http://schemas.microsoft.com/office/drawing/2014/main" id="{B7836834-E731-2260-E8BE-1CC044624024}"/>
                  </a:ext>
                </a:extLst>
              </p:cNvPr>
              <p:cNvSpPr/>
              <p:nvPr/>
            </p:nvSpPr>
            <p:spPr>
              <a:xfrm>
                <a:off x="4542468" y="4181454"/>
                <a:ext cx="12700" cy="30606"/>
              </a:xfrm>
              <a:custGeom>
                <a:avLst/>
                <a:gdLst>
                  <a:gd name="csX0" fmla="*/ 0 w 12700"/>
                  <a:gd name="csY0" fmla="*/ 0 h 30606"/>
                  <a:gd name="csX1" fmla="*/ 0 w 12700"/>
                  <a:gd name="csY1" fmla="*/ 30607 h 30606"/>
                </a:gdLst>
                <a:ahLst/>
                <a:cxnLst>
                  <a:cxn ang="0">
                    <a:pos x="csX0" y="csY0"/>
                  </a:cxn>
                  <a:cxn ang="0">
                    <a:pos x="csX1" y="csY1"/>
                  </a:cxn>
                </a:cxnLst>
                <a:rect l="l" t="t" r="r" b="b"/>
                <a:pathLst>
                  <a:path w="12700" h="30606">
                    <a:moveTo>
                      <a:pt x="0" y="0"/>
                    </a:moveTo>
                    <a:lnTo>
                      <a:pt x="0" y="30607"/>
                    </a:lnTo>
                  </a:path>
                </a:pathLst>
              </a:custGeom>
              <a:ln w="13589" cap="flat">
                <a:solidFill>
                  <a:srgbClr val="333333"/>
                </a:solidFill>
                <a:prstDash val="solid"/>
                <a:round/>
              </a:ln>
            </p:spPr>
            <p:txBody>
              <a:bodyPr/>
              <a:lstStyle/>
              <a:p>
                <a:pPr algn="ctr"/>
                <a:endParaRPr lang="en-US" sz="2646"/>
              </a:p>
            </p:txBody>
          </p:sp>
          <p:sp>
            <p:nvSpPr>
              <p:cNvPr id="733" name="Freeform 251">
                <a:extLst>
                  <a:ext uri="{FF2B5EF4-FFF2-40B4-BE49-F238E27FC236}">
                    <a16:creationId xmlns:a16="http://schemas.microsoft.com/office/drawing/2014/main" id="{F0AB5283-3336-7B06-CCAD-0DDDCDF7B37C}"/>
                  </a:ext>
                </a:extLst>
              </p:cNvPr>
              <p:cNvSpPr/>
              <p:nvPr/>
            </p:nvSpPr>
            <p:spPr>
              <a:xfrm>
                <a:off x="4467029" y="3947393"/>
                <a:ext cx="150876" cy="234061"/>
              </a:xfrm>
              <a:custGeom>
                <a:avLst/>
                <a:gdLst>
                  <a:gd name="csX0" fmla="*/ 0 w 150876"/>
                  <a:gd name="csY0" fmla="*/ 0 h 234061"/>
                  <a:gd name="csX1" fmla="*/ 0 w 150876"/>
                  <a:gd name="csY1" fmla="*/ 234061 h 234061"/>
                  <a:gd name="csX2" fmla="*/ 150876 w 150876"/>
                  <a:gd name="csY2" fmla="*/ 234061 h 234061"/>
                  <a:gd name="csX3" fmla="*/ 150876 w 150876"/>
                  <a:gd name="csY3" fmla="*/ 0 h 234061"/>
                  <a:gd name="csX4" fmla="*/ 0 w 150876"/>
                  <a:gd name="csY4" fmla="*/ 0 h 234061"/>
                </a:gdLst>
                <a:ahLst/>
                <a:cxnLst>
                  <a:cxn ang="0">
                    <a:pos x="csX0" y="csY0"/>
                  </a:cxn>
                  <a:cxn ang="0">
                    <a:pos x="csX1" y="csY1"/>
                  </a:cxn>
                  <a:cxn ang="0">
                    <a:pos x="csX2" y="csY2"/>
                  </a:cxn>
                  <a:cxn ang="0">
                    <a:pos x="csX3" y="csY3"/>
                  </a:cxn>
                  <a:cxn ang="0">
                    <a:pos x="csX4" y="csY4"/>
                  </a:cxn>
                </a:cxnLst>
                <a:rect l="l" t="t" r="r" b="b"/>
                <a:pathLst>
                  <a:path w="150876" h="234061">
                    <a:moveTo>
                      <a:pt x="0" y="0"/>
                    </a:moveTo>
                    <a:lnTo>
                      <a:pt x="0" y="234061"/>
                    </a:lnTo>
                    <a:lnTo>
                      <a:pt x="150876" y="234061"/>
                    </a:lnTo>
                    <a:lnTo>
                      <a:pt x="150876" y="0"/>
                    </a:lnTo>
                    <a:lnTo>
                      <a:pt x="0" y="0"/>
                    </a:lnTo>
                    <a:close/>
                  </a:path>
                </a:pathLst>
              </a:custGeom>
              <a:solidFill>
                <a:srgbClr val="D1070C"/>
              </a:solidFill>
              <a:ln w="13589" cap="flat">
                <a:solidFill>
                  <a:srgbClr val="333333"/>
                </a:solidFill>
                <a:prstDash val="solid"/>
                <a:miter/>
              </a:ln>
            </p:spPr>
            <p:txBody>
              <a:bodyPr/>
              <a:lstStyle/>
              <a:p>
                <a:pPr algn="ctr"/>
                <a:endParaRPr lang="en-US" sz="2646"/>
              </a:p>
            </p:txBody>
          </p:sp>
          <p:sp>
            <p:nvSpPr>
              <p:cNvPr id="734" name="Freeform 252">
                <a:extLst>
                  <a:ext uri="{FF2B5EF4-FFF2-40B4-BE49-F238E27FC236}">
                    <a16:creationId xmlns:a16="http://schemas.microsoft.com/office/drawing/2014/main" id="{29F92CD8-10AE-8AEF-6554-C685FEA218DB}"/>
                  </a:ext>
                </a:extLst>
              </p:cNvPr>
              <p:cNvSpPr/>
              <p:nvPr/>
            </p:nvSpPr>
            <p:spPr>
              <a:xfrm>
                <a:off x="4467030" y="4086077"/>
                <a:ext cx="150876" cy="12700"/>
              </a:xfrm>
              <a:custGeom>
                <a:avLst/>
                <a:gdLst>
                  <a:gd name="csX0" fmla="*/ 0 w 150876"/>
                  <a:gd name="csY0" fmla="*/ 0 h 12700"/>
                  <a:gd name="csX1" fmla="*/ 150876 w 150876"/>
                  <a:gd name="csY1" fmla="*/ 0 h 12700"/>
                </a:gdLst>
                <a:ahLst/>
                <a:cxnLst>
                  <a:cxn ang="0">
                    <a:pos x="csX0" y="csY0"/>
                  </a:cxn>
                  <a:cxn ang="0">
                    <a:pos x="csX1" y="csY1"/>
                  </a:cxn>
                </a:cxnLst>
                <a:rect l="l" t="t" r="r" b="b"/>
                <a:pathLst>
                  <a:path w="150876" h="12700">
                    <a:moveTo>
                      <a:pt x="0" y="0"/>
                    </a:moveTo>
                    <a:lnTo>
                      <a:pt x="150876" y="0"/>
                    </a:lnTo>
                  </a:path>
                </a:pathLst>
              </a:custGeom>
              <a:ln w="27051" cap="flat">
                <a:solidFill>
                  <a:srgbClr val="333333"/>
                </a:solidFill>
                <a:prstDash val="solid"/>
                <a:miter/>
              </a:ln>
            </p:spPr>
            <p:txBody>
              <a:bodyPr/>
              <a:lstStyle/>
              <a:p>
                <a:pPr algn="ctr"/>
                <a:endParaRPr lang="en-US" sz="2646"/>
              </a:p>
            </p:txBody>
          </p:sp>
          <p:sp>
            <p:nvSpPr>
              <p:cNvPr id="735" name="Freeform 253">
                <a:extLst>
                  <a:ext uri="{FF2B5EF4-FFF2-40B4-BE49-F238E27FC236}">
                    <a16:creationId xmlns:a16="http://schemas.microsoft.com/office/drawing/2014/main" id="{E10D5557-E555-C0E9-720C-BFB7505FA626}"/>
                  </a:ext>
                </a:extLst>
              </p:cNvPr>
              <p:cNvSpPr/>
              <p:nvPr/>
            </p:nvSpPr>
            <p:spPr>
              <a:xfrm>
                <a:off x="3539549" y="411122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736" name="Freeform 254">
                <a:extLst>
                  <a:ext uri="{FF2B5EF4-FFF2-40B4-BE49-F238E27FC236}">
                    <a16:creationId xmlns:a16="http://schemas.microsoft.com/office/drawing/2014/main" id="{98AE4CF9-5F36-0BB3-5851-52F7CF14BA12}"/>
                  </a:ext>
                </a:extLst>
              </p:cNvPr>
              <p:cNvSpPr/>
              <p:nvPr/>
            </p:nvSpPr>
            <p:spPr>
              <a:xfrm>
                <a:off x="3540565" y="4314804"/>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56" name="Freeform 255">
                <a:extLst>
                  <a:ext uri="{FF2B5EF4-FFF2-40B4-BE49-F238E27FC236}">
                    <a16:creationId xmlns:a16="http://schemas.microsoft.com/office/drawing/2014/main" id="{67B1DC34-9614-BD31-E933-48856248118B}"/>
                  </a:ext>
                </a:extLst>
              </p:cNvPr>
              <p:cNvSpPr/>
              <p:nvPr/>
            </p:nvSpPr>
            <p:spPr>
              <a:xfrm>
                <a:off x="3507926" y="434617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57" name="Freeform 256">
                <a:extLst>
                  <a:ext uri="{FF2B5EF4-FFF2-40B4-BE49-F238E27FC236}">
                    <a16:creationId xmlns:a16="http://schemas.microsoft.com/office/drawing/2014/main" id="{52689213-6BD5-F5AF-66F9-92E007928C8E}"/>
                  </a:ext>
                </a:extLst>
              </p:cNvPr>
              <p:cNvSpPr/>
              <p:nvPr/>
            </p:nvSpPr>
            <p:spPr>
              <a:xfrm>
                <a:off x="3535231" y="425422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58" name="Freeform 257">
                <a:extLst>
                  <a:ext uri="{FF2B5EF4-FFF2-40B4-BE49-F238E27FC236}">
                    <a16:creationId xmlns:a16="http://schemas.microsoft.com/office/drawing/2014/main" id="{60F434B1-EB27-DA45-ED3A-0399AE1CB7D2}"/>
                  </a:ext>
                </a:extLst>
              </p:cNvPr>
              <p:cNvSpPr/>
              <p:nvPr/>
            </p:nvSpPr>
            <p:spPr>
              <a:xfrm>
                <a:off x="3525833" y="434515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59" name="Freeform 258">
                <a:extLst>
                  <a:ext uri="{FF2B5EF4-FFF2-40B4-BE49-F238E27FC236}">
                    <a16:creationId xmlns:a16="http://schemas.microsoft.com/office/drawing/2014/main" id="{5810FF55-47BA-DB65-46B4-C280FD848DF9}"/>
                  </a:ext>
                </a:extLst>
              </p:cNvPr>
              <p:cNvSpPr/>
              <p:nvPr/>
            </p:nvSpPr>
            <p:spPr>
              <a:xfrm>
                <a:off x="3519610" y="419402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0" name="Freeform 259">
                <a:extLst>
                  <a:ext uri="{FF2B5EF4-FFF2-40B4-BE49-F238E27FC236}">
                    <a16:creationId xmlns:a16="http://schemas.microsoft.com/office/drawing/2014/main" id="{9AA07194-C88D-3467-92A0-DEE03B237881}"/>
                  </a:ext>
                </a:extLst>
              </p:cNvPr>
              <p:cNvSpPr/>
              <p:nvPr/>
            </p:nvSpPr>
            <p:spPr>
              <a:xfrm>
                <a:off x="3781992" y="422412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1" name="Freeform 260">
                <a:extLst>
                  <a:ext uri="{FF2B5EF4-FFF2-40B4-BE49-F238E27FC236}">
                    <a16:creationId xmlns:a16="http://schemas.microsoft.com/office/drawing/2014/main" id="{E8A38B17-0765-C930-6523-0E7AED4B72AF}"/>
                  </a:ext>
                </a:extLst>
              </p:cNvPr>
              <p:cNvSpPr/>
              <p:nvPr/>
            </p:nvSpPr>
            <p:spPr>
              <a:xfrm>
                <a:off x="3751766" y="434769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2" name="Freeform 261">
                <a:extLst>
                  <a:ext uri="{FF2B5EF4-FFF2-40B4-BE49-F238E27FC236}">
                    <a16:creationId xmlns:a16="http://schemas.microsoft.com/office/drawing/2014/main" id="{CAB7896B-CCAF-C37C-DAC6-6BBB78EDCE5C}"/>
                  </a:ext>
                </a:extLst>
              </p:cNvPr>
              <p:cNvSpPr/>
              <p:nvPr/>
            </p:nvSpPr>
            <p:spPr>
              <a:xfrm>
                <a:off x="3778055" y="4262353"/>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3" name="Freeform 262">
                <a:extLst>
                  <a:ext uri="{FF2B5EF4-FFF2-40B4-BE49-F238E27FC236}">
                    <a16:creationId xmlns:a16="http://schemas.microsoft.com/office/drawing/2014/main" id="{8D82DE15-412C-4492-17D8-E69F079107EA}"/>
                  </a:ext>
                </a:extLst>
              </p:cNvPr>
              <p:cNvSpPr/>
              <p:nvPr/>
            </p:nvSpPr>
            <p:spPr>
              <a:xfrm>
                <a:off x="3780468" y="41476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4" name="Freeform 263">
                <a:extLst>
                  <a:ext uri="{FF2B5EF4-FFF2-40B4-BE49-F238E27FC236}">
                    <a16:creationId xmlns:a16="http://schemas.microsoft.com/office/drawing/2014/main" id="{F82DC158-CDB7-9F63-E4F9-979A6DA52DCD}"/>
                  </a:ext>
                </a:extLst>
              </p:cNvPr>
              <p:cNvSpPr/>
              <p:nvPr/>
            </p:nvSpPr>
            <p:spPr>
              <a:xfrm>
                <a:off x="3768022" y="4278355"/>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5" name="Freeform 264">
                <a:extLst>
                  <a:ext uri="{FF2B5EF4-FFF2-40B4-BE49-F238E27FC236}">
                    <a16:creationId xmlns:a16="http://schemas.microsoft.com/office/drawing/2014/main" id="{B83007E1-9034-C327-993B-99C4E9150F8F}"/>
                  </a:ext>
                </a:extLst>
              </p:cNvPr>
              <p:cNvSpPr/>
              <p:nvPr/>
            </p:nvSpPr>
            <p:spPr>
              <a:xfrm>
                <a:off x="3781103" y="425206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6" name="Freeform 265">
                <a:extLst>
                  <a:ext uri="{FF2B5EF4-FFF2-40B4-BE49-F238E27FC236}">
                    <a16:creationId xmlns:a16="http://schemas.microsoft.com/office/drawing/2014/main" id="{CB9AB067-69F0-B7BB-12DA-ABEF3EE21662}"/>
                  </a:ext>
                </a:extLst>
              </p:cNvPr>
              <p:cNvSpPr/>
              <p:nvPr/>
            </p:nvSpPr>
            <p:spPr>
              <a:xfrm>
                <a:off x="3791898" y="423720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7" name="Freeform 266">
                <a:extLst>
                  <a:ext uri="{FF2B5EF4-FFF2-40B4-BE49-F238E27FC236}">
                    <a16:creationId xmlns:a16="http://schemas.microsoft.com/office/drawing/2014/main" id="{1A9D593C-461F-86BE-3CE0-4BF621E09045}"/>
                  </a:ext>
                </a:extLst>
              </p:cNvPr>
              <p:cNvSpPr/>
              <p:nvPr/>
            </p:nvSpPr>
            <p:spPr>
              <a:xfrm>
                <a:off x="4009195" y="386751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8" name="Freeform 267">
                <a:extLst>
                  <a:ext uri="{FF2B5EF4-FFF2-40B4-BE49-F238E27FC236}">
                    <a16:creationId xmlns:a16="http://schemas.microsoft.com/office/drawing/2014/main" id="{4DD28025-B3D6-6D08-8380-D36DE3B684B3}"/>
                  </a:ext>
                </a:extLst>
              </p:cNvPr>
              <p:cNvSpPr/>
              <p:nvPr/>
            </p:nvSpPr>
            <p:spPr>
              <a:xfrm>
                <a:off x="4019609" y="3975460"/>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69" name="Freeform 268">
                <a:extLst>
                  <a:ext uri="{FF2B5EF4-FFF2-40B4-BE49-F238E27FC236}">
                    <a16:creationId xmlns:a16="http://schemas.microsoft.com/office/drawing/2014/main" id="{523A6822-E3A3-8EB5-B531-99B7B2898B7F}"/>
                  </a:ext>
                </a:extLst>
              </p:cNvPr>
              <p:cNvSpPr/>
              <p:nvPr/>
            </p:nvSpPr>
            <p:spPr>
              <a:xfrm>
                <a:off x="4295072" y="3689456"/>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70" name="Freeform 269">
                <a:extLst>
                  <a:ext uri="{FF2B5EF4-FFF2-40B4-BE49-F238E27FC236}">
                    <a16:creationId xmlns:a16="http://schemas.microsoft.com/office/drawing/2014/main" id="{3E1C5255-1519-7D49-1328-F41E339FD207}"/>
                  </a:ext>
                </a:extLst>
              </p:cNvPr>
              <p:cNvSpPr/>
              <p:nvPr/>
            </p:nvSpPr>
            <p:spPr>
              <a:xfrm>
                <a:off x="4548437" y="4140814"/>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71" name="Freeform 270">
                <a:extLst>
                  <a:ext uri="{FF2B5EF4-FFF2-40B4-BE49-F238E27FC236}">
                    <a16:creationId xmlns:a16="http://schemas.microsoft.com/office/drawing/2014/main" id="{FA911489-8F69-43AC-8CA9-70468D10A486}"/>
                  </a:ext>
                </a:extLst>
              </p:cNvPr>
              <p:cNvSpPr/>
              <p:nvPr/>
            </p:nvSpPr>
            <p:spPr>
              <a:xfrm>
                <a:off x="4505257" y="4194027"/>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72" name="Freeform 271">
                <a:extLst>
                  <a:ext uri="{FF2B5EF4-FFF2-40B4-BE49-F238E27FC236}">
                    <a16:creationId xmlns:a16="http://schemas.microsoft.com/office/drawing/2014/main" id="{C77F89C4-7F8E-A7EA-BF3A-922AD4492DA1}"/>
                  </a:ext>
                </a:extLst>
              </p:cNvPr>
              <p:cNvSpPr/>
              <p:nvPr/>
            </p:nvSpPr>
            <p:spPr>
              <a:xfrm>
                <a:off x="4523164" y="3995272"/>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73" name="Freeform 272">
                <a:extLst>
                  <a:ext uri="{FF2B5EF4-FFF2-40B4-BE49-F238E27FC236}">
                    <a16:creationId xmlns:a16="http://schemas.microsoft.com/office/drawing/2014/main" id="{A15CA4B7-94FB-BA99-D03E-B32BA46C062F}"/>
                  </a:ext>
                </a:extLst>
              </p:cNvPr>
              <p:cNvSpPr/>
              <p:nvPr/>
            </p:nvSpPr>
            <p:spPr>
              <a:xfrm>
                <a:off x="4527482" y="3818615"/>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74" name="Freeform 273">
                <a:extLst>
                  <a:ext uri="{FF2B5EF4-FFF2-40B4-BE49-F238E27FC236}">
                    <a16:creationId xmlns:a16="http://schemas.microsoft.com/office/drawing/2014/main" id="{0ADE7396-3CA0-556B-C175-CEC9AAE801D7}"/>
                  </a:ext>
                </a:extLst>
              </p:cNvPr>
              <p:cNvSpPr/>
              <p:nvPr/>
            </p:nvSpPr>
            <p:spPr>
              <a:xfrm>
                <a:off x="4544754" y="4170913"/>
                <a:ext cx="36067" cy="36068"/>
              </a:xfrm>
              <a:custGeom>
                <a:avLst/>
                <a:gdLst>
                  <a:gd name="csX0" fmla="*/ 36068 w 36067"/>
                  <a:gd name="csY0" fmla="*/ 18034 h 36068"/>
                  <a:gd name="csX1" fmla="*/ 18034 w 36067"/>
                  <a:gd name="csY1" fmla="*/ 36068 h 36068"/>
                  <a:gd name="csX2" fmla="*/ 0 w 36067"/>
                  <a:gd name="csY2" fmla="*/ 18034 h 36068"/>
                  <a:gd name="csX3" fmla="*/ 18034 w 36067"/>
                  <a:gd name="csY3" fmla="*/ 0 h 36068"/>
                  <a:gd name="csX4" fmla="*/ 36068 w 36067"/>
                  <a:gd name="csY4" fmla="*/ 18034 h 36068"/>
                </a:gdLst>
                <a:ahLst/>
                <a:cxnLst>
                  <a:cxn ang="0">
                    <a:pos x="csX0" y="csY0"/>
                  </a:cxn>
                  <a:cxn ang="0">
                    <a:pos x="csX1" y="csY1"/>
                  </a:cxn>
                  <a:cxn ang="0">
                    <a:pos x="csX2" y="csY2"/>
                  </a:cxn>
                  <a:cxn ang="0">
                    <a:pos x="csX3" y="csY3"/>
                  </a:cxn>
                  <a:cxn ang="0">
                    <a:pos x="csX4" y="csY4"/>
                  </a:cxn>
                </a:cxnLst>
                <a:rect l="l" t="t" r="r" b="b"/>
                <a:pathLst>
                  <a:path w="36067"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75" name="Freeform 274">
                <a:extLst>
                  <a:ext uri="{FF2B5EF4-FFF2-40B4-BE49-F238E27FC236}">
                    <a16:creationId xmlns:a16="http://schemas.microsoft.com/office/drawing/2014/main" id="{CC9FBC00-1437-B952-8E90-6C610BD99540}"/>
                  </a:ext>
                </a:extLst>
              </p:cNvPr>
              <p:cNvSpPr/>
              <p:nvPr/>
            </p:nvSpPr>
            <p:spPr>
              <a:xfrm>
                <a:off x="4506273" y="3907388"/>
                <a:ext cx="36068" cy="36068"/>
              </a:xfrm>
              <a:custGeom>
                <a:avLst/>
                <a:gdLst>
                  <a:gd name="csX0" fmla="*/ 36068 w 36068"/>
                  <a:gd name="csY0" fmla="*/ 18034 h 36068"/>
                  <a:gd name="csX1" fmla="*/ 18034 w 36068"/>
                  <a:gd name="csY1" fmla="*/ 36068 h 36068"/>
                  <a:gd name="csX2" fmla="*/ 0 w 36068"/>
                  <a:gd name="csY2" fmla="*/ 18034 h 36068"/>
                  <a:gd name="csX3" fmla="*/ 18034 w 36068"/>
                  <a:gd name="csY3" fmla="*/ 0 h 36068"/>
                  <a:gd name="csX4" fmla="*/ 36068 w 36068"/>
                  <a:gd name="csY4" fmla="*/ 18034 h 36068"/>
                </a:gdLst>
                <a:ahLst/>
                <a:cxnLst>
                  <a:cxn ang="0">
                    <a:pos x="csX0" y="csY0"/>
                  </a:cxn>
                  <a:cxn ang="0">
                    <a:pos x="csX1" y="csY1"/>
                  </a:cxn>
                  <a:cxn ang="0">
                    <a:pos x="csX2" y="csY2"/>
                  </a:cxn>
                  <a:cxn ang="0">
                    <a:pos x="csX3" y="csY3"/>
                  </a:cxn>
                  <a:cxn ang="0">
                    <a:pos x="csX4" y="csY4"/>
                  </a:cxn>
                </a:cxnLst>
                <a:rect l="l" t="t" r="r" b="b"/>
                <a:pathLst>
                  <a:path w="36068" h="36068">
                    <a:moveTo>
                      <a:pt x="36068" y="18034"/>
                    </a:moveTo>
                    <a:cubicBezTo>
                      <a:pt x="36068" y="27994"/>
                      <a:pt x="27994" y="36068"/>
                      <a:pt x="18034" y="36068"/>
                    </a:cubicBezTo>
                    <a:cubicBezTo>
                      <a:pt x="8074" y="36068"/>
                      <a:pt x="0" y="27994"/>
                      <a:pt x="0" y="18034"/>
                    </a:cubicBezTo>
                    <a:cubicBezTo>
                      <a:pt x="0" y="8074"/>
                      <a:pt x="8074" y="0"/>
                      <a:pt x="18034" y="0"/>
                    </a:cubicBezTo>
                    <a:cubicBezTo>
                      <a:pt x="27994" y="0"/>
                      <a:pt x="36068" y="8074"/>
                      <a:pt x="36068" y="18034"/>
                    </a:cubicBezTo>
                    <a:close/>
                  </a:path>
                </a:pathLst>
              </a:custGeom>
              <a:solidFill>
                <a:srgbClr val="000000"/>
              </a:solidFill>
              <a:ln w="9017" cap="rnd">
                <a:solidFill>
                  <a:srgbClr val="000000"/>
                </a:solidFill>
                <a:prstDash val="solid"/>
                <a:round/>
              </a:ln>
            </p:spPr>
            <p:txBody>
              <a:bodyPr/>
              <a:lstStyle/>
              <a:p>
                <a:pPr algn="ctr"/>
                <a:endParaRPr lang="en-US" sz="2646"/>
              </a:p>
            </p:txBody>
          </p:sp>
          <p:sp>
            <p:nvSpPr>
              <p:cNvPr id="276" name="TextBox 275">
                <a:extLst>
                  <a:ext uri="{FF2B5EF4-FFF2-40B4-BE49-F238E27FC236}">
                    <a16:creationId xmlns:a16="http://schemas.microsoft.com/office/drawing/2014/main" id="{C80D8EF1-D7F6-FB4D-1EC1-9C6F70E395C7}"/>
                  </a:ext>
                </a:extLst>
              </p:cNvPr>
              <p:cNvSpPr txBox="1"/>
              <p:nvPr/>
            </p:nvSpPr>
            <p:spPr>
              <a:xfrm>
                <a:off x="3389207" y="3476802"/>
                <a:ext cx="521156" cy="205340"/>
              </a:xfrm>
              <a:prstGeom prst="rect">
                <a:avLst/>
              </a:prstGeom>
              <a:noFill/>
            </p:spPr>
            <p:txBody>
              <a:bodyPr wrap="none" rtlCol="0">
                <a:spAutoFit/>
              </a:bodyPr>
              <a:lstStyle/>
              <a:p>
                <a:pPr algn="ctr"/>
                <a:r>
                  <a:rPr lang="en-US" sz="661" dirty="0">
                    <a:ln/>
                    <a:solidFill>
                      <a:srgbClr val="000000"/>
                    </a:solidFill>
                    <a:latin typeface="Arial"/>
                    <a:cs typeface="Arial"/>
                    <a:sym typeface="Arial"/>
                    <a:rtl val="0"/>
                  </a:rPr>
                  <a:t>p = 0.62</a:t>
                </a:r>
              </a:p>
            </p:txBody>
          </p:sp>
          <p:sp>
            <p:nvSpPr>
              <p:cNvPr id="277" name="Freeform 276">
                <a:extLst>
                  <a:ext uri="{FF2B5EF4-FFF2-40B4-BE49-F238E27FC236}">
                    <a16:creationId xmlns:a16="http://schemas.microsoft.com/office/drawing/2014/main" id="{B8533752-2FE9-0B8A-5A4B-7D2F3774C2C9}"/>
                  </a:ext>
                </a:extLst>
              </p:cNvPr>
              <p:cNvSpPr/>
              <p:nvPr/>
            </p:nvSpPr>
            <p:spPr>
              <a:xfrm>
                <a:off x="3536628" y="3633703"/>
                <a:ext cx="226314" cy="12700"/>
              </a:xfrm>
              <a:custGeom>
                <a:avLst/>
                <a:gdLst>
                  <a:gd name="csX0" fmla="*/ 0 w 226314"/>
                  <a:gd name="csY0" fmla="*/ 0 h 12700"/>
                  <a:gd name="csX1" fmla="*/ 226314 w 226314"/>
                  <a:gd name="csY1" fmla="*/ 0 h 12700"/>
                </a:gdLst>
                <a:ahLst/>
                <a:cxnLst>
                  <a:cxn ang="0">
                    <a:pos x="csX0" y="csY0"/>
                  </a:cxn>
                  <a:cxn ang="0">
                    <a:pos x="csX1" y="csY1"/>
                  </a:cxn>
                </a:cxnLst>
                <a:rect l="l" t="t" r="r" b="b"/>
                <a:pathLst>
                  <a:path w="226314" h="12700">
                    <a:moveTo>
                      <a:pt x="0" y="0"/>
                    </a:moveTo>
                    <a:lnTo>
                      <a:pt x="226314" y="0"/>
                    </a:lnTo>
                  </a:path>
                </a:pathLst>
              </a:custGeom>
              <a:ln w="13589" cap="rnd">
                <a:solidFill>
                  <a:srgbClr val="000000"/>
                </a:solidFill>
                <a:prstDash val="solid"/>
                <a:round/>
              </a:ln>
            </p:spPr>
            <p:txBody>
              <a:bodyPr/>
              <a:lstStyle/>
              <a:p>
                <a:pPr algn="ctr"/>
                <a:endParaRPr lang="en-US" sz="2646"/>
              </a:p>
            </p:txBody>
          </p:sp>
          <p:sp>
            <p:nvSpPr>
              <p:cNvPr id="278" name="TextBox 277">
                <a:extLst>
                  <a:ext uri="{FF2B5EF4-FFF2-40B4-BE49-F238E27FC236}">
                    <a16:creationId xmlns:a16="http://schemas.microsoft.com/office/drawing/2014/main" id="{3946B0A2-156E-3F8F-03C8-327200AE03EE}"/>
                  </a:ext>
                </a:extLst>
              </p:cNvPr>
              <p:cNvSpPr txBox="1"/>
              <p:nvPr/>
            </p:nvSpPr>
            <p:spPr>
              <a:xfrm>
                <a:off x="3929997" y="3427040"/>
                <a:ext cx="495708" cy="405524"/>
              </a:xfrm>
              <a:prstGeom prst="rect">
                <a:avLst/>
              </a:prstGeom>
              <a:noFill/>
            </p:spPr>
            <p:txBody>
              <a:bodyPr wrap="none" rtlCol="0">
                <a:spAutoFit/>
              </a:bodyPr>
              <a:lstStyle/>
              <a:p>
                <a:pPr algn="ctr"/>
                <a:r>
                  <a:rPr lang="en-US" sz="1890" dirty="0">
                    <a:ln/>
                    <a:solidFill>
                      <a:srgbClr val="000000"/>
                    </a:solidFill>
                    <a:latin typeface="Arial"/>
                    <a:cs typeface="Arial"/>
                    <a:sym typeface="Arial"/>
                    <a:rtl val="0"/>
                  </a:rPr>
                  <a:t>***</a:t>
                </a:r>
              </a:p>
            </p:txBody>
          </p:sp>
          <p:sp>
            <p:nvSpPr>
              <p:cNvPr id="279" name="Freeform 278">
                <a:extLst>
                  <a:ext uri="{FF2B5EF4-FFF2-40B4-BE49-F238E27FC236}">
                    <a16:creationId xmlns:a16="http://schemas.microsoft.com/office/drawing/2014/main" id="{D896B634-E3E2-5393-A459-EFA4AD1BA439}"/>
                  </a:ext>
                </a:extLst>
              </p:cNvPr>
              <p:cNvSpPr/>
              <p:nvPr/>
            </p:nvSpPr>
            <p:spPr>
              <a:xfrm>
                <a:off x="3813234" y="3633703"/>
                <a:ext cx="729234" cy="12700"/>
              </a:xfrm>
              <a:custGeom>
                <a:avLst/>
                <a:gdLst>
                  <a:gd name="csX0" fmla="*/ 0 w 729234"/>
                  <a:gd name="csY0" fmla="*/ 0 h 12700"/>
                  <a:gd name="csX1" fmla="*/ 729234 w 729234"/>
                  <a:gd name="csY1" fmla="*/ 0 h 12700"/>
                </a:gdLst>
                <a:ahLst/>
                <a:cxnLst>
                  <a:cxn ang="0">
                    <a:pos x="csX0" y="csY0"/>
                  </a:cxn>
                  <a:cxn ang="0">
                    <a:pos x="csX1" y="csY1"/>
                  </a:cxn>
                </a:cxnLst>
                <a:rect l="l" t="t" r="r" b="b"/>
                <a:pathLst>
                  <a:path w="729234" h="12700">
                    <a:moveTo>
                      <a:pt x="0" y="0"/>
                    </a:moveTo>
                    <a:lnTo>
                      <a:pt x="729234" y="0"/>
                    </a:lnTo>
                  </a:path>
                </a:pathLst>
              </a:custGeom>
              <a:ln w="13589" cap="rnd">
                <a:solidFill>
                  <a:srgbClr val="000000"/>
                </a:solidFill>
                <a:prstDash val="solid"/>
                <a:round/>
              </a:ln>
            </p:spPr>
            <p:txBody>
              <a:bodyPr/>
              <a:lstStyle/>
              <a:p>
                <a:pPr algn="ctr"/>
                <a:endParaRPr lang="en-US" sz="2646"/>
              </a:p>
            </p:txBody>
          </p:sp>
          <p:sp>
            <p:nvSpPr>
              <p:cNvPr id="280" name="TextBox 279">
                <a:extLst>
                  <a:ext uri="{FF2B5EF4-FFF2-40B4-BE49-F238E27FC236}">
                    <a16:creationId xmlns:a16="http://schemas.microsoft.com/office/drawing/2014/main" id="{F9D3D493-5999-2E5B-752C-431B01FB7AB2}"/>
                  </a:ext>
                </a:extLst>
              </p:cNvPr>
              <p:cNvSpPr txBox="1"/>
              <p:nvPr/>
            </p:nvSpPr>
            <p:spPr>
              <a:xfrm>
                <a:off x="3841739" y="3242509"/>
                <a:ext cx="395617" cy="405524"/>
              </a:xfrm>
              <a:prstGeom prst="rect">
                <a:avLst/>
              </a:prstGeom>
              <a:noFill/>
            </p:spPr>
            <p:txBody>
              <a:bodyPr wrap="none" rtlCol="0">
                <a:spAutoFit/>
              </a:bodyPr>
              <a:lstStyle/>
              <a:p>
                <a:pPr algn="ctr"/>
                <a:r>
                  <a:rPr lang="en-US" sz="1890">
                    <a:ln/>
                    <a:solidFill>
                      <a:srgbClr val="000000"/>
                    </a:solidFill>
                    <a:latin typeface="Arial"/>
                    <a:cs typeface="Arial"/>
                    <a:sym typeface="Arial"/>
                    <a:rtl val="0"/>
                  </a:rPr>
                  <a:t>**</a:t>
                </a:r>
              </a:p>
            </p:txBody>
          </p:sp>
          <p:sp>
            <p:nvSpPr>
              <p:cNvPr id="281" name="Freeform 280">
                <a:extLst>
                  <a:ext uri="{FF2B5EF4-FFF2-40B4-BE49-F238E27FC236}">
                    <a16:creationId xmlns:a16="http://schemas.microsoft.com/office/drawing/2014/main" id="{BC209087-CAF2-3D5C-1EF6-77A8E63D6443}"/>
                  </a:ext>
                </a:extLst>
              </p:cNvPr>
              <p:cNvSpPr/>
              <p:nvPr/>
            </p:nvSpPr>
            <p:spPr>
              <a:xfrm>
                <a:off x="3536628" y="3449172"/>
                <a:ext cx="1005840" cy="12700"/>
              </a:xfrm>
              <a:custGeom>
                <a:avLst/>
                <a:gdLst>
                  <a:gd name="csX0" fmla="*/ 0 w 1005840"/>
                  <a:gd name="csY0" fmla="*/ 0 h 12700"/>
                  <a:gd name="csX1" fmla="*/ 1005840 w 1005840"/>
                  <a:gd name="csY1" fmla="*/ 0 h 12700"/>
                </a:gdLst>
                <a:ahLst/>
                <a:cxnLst>
                  <a:cxn ang="0">
                    <a:pos x="csX0" y="csY0"/>
                  </a:cxn>
                  <a:cxn ang="0">
                    <a:pos x="csX1" y="csY1"/>
                  </a:cxn>
                </a:cxnLst>
                <a:rect l="l" t="t" r="r" b="b"/>
                <a:pathLst>
                  <a:path w="1005840" h="12700">
                    <a:moveTo>
                      <a:pt x="0" y="0"/>
                    </a:moveTo>
                    <a:lnTo>
                      <a:pt x="1005840" y="0"/>
                    </a:lnTo>
                  </a:path>
                </a:pathLst>
              </a:custGeom>
              <a:ln w="13589" cap="rnd">
                <a:solidFill>
                  <a:srgbClr val="000000"/>
                </a:solidFill>
                <a:prstDash val="solid"/>
                <a:round/>
              </a:ln>
            </p:spPr>
            <p:txBody>
              <a:bodyPr/>
              <a:lstStyle/>
              <a:p>
                <a:pPr algn="ctr"/>
                <a:endParaRPr lang="en-US" sz="2646"/>
              </a:p>
            </p:txBody>
          </p:sp>
        </p:grpSp>
        <p:grpSp>
          <p:nvGrpSpPr>
            <p:cNvPr id="282" name="Graphic 231">
              <a:extLst>
                <a:ext uri="{FF2B5EF4-FFF2-40B4-BE49-F238E27FC236}">
                  <a16:creationId xmlns:a16="http://schemas.microsoft.com/office/drawing/2014/main" id="{D4ED5283-4465-BEBD-5F34-021CF2E1532B}"/>
                </a:ext>
              </a:extLst>
            </p:cNvPr>
            <p:cNvGrpSpPr/>
            <p:nvPr/>
          </p:nvGrpSpPr>
          <p:grpSpPr>
            <a:xfrm>
              <a:off x="3058678" y="3286866"/>
              <a:ext cx="1634666" cy="1381837"/>
              <a:chOff x="3058678" y="3286866"/>
              <a:chExt cx="1634666" cy="1381837"/>
            </a:xfrm>
          </p:grpSpPr>
          <p:sp>
            <p:nvSpPr>
              <p:cNvPr id="283" name="Freeform 282">
                <a:extLst>
                  <a:ext uri="{FF2B5EF4-FFF2-40B4-BE49-F238E27FC236}">
                    <a16:creationId xmlns:a16="http://schemas.microsoft.com/office/drawing/2014/main" id="{0FA6AD4E-A236-06CD-750D-D801B3E8006E}"/>
                  </a:ext>
                </a:extLst>
              </p:cNvPr>
              <p:cNvSpPr/>
              <p:nvPr/>
            </p:nvSpPr>
            <p:spPr>
              <a:xfrm>
                <a:off x="3385752" y="3286866"/>
                <a:ext cx="12700" cy="1134363"/>
              </a:xfrm>
              <a:custGeom>
                <a:avLst/>
                <a:gdLst>
                  <a:gd name="csX0" fmla="*/ 0 w 12700"/>
                  <a:gd name="csY0" fmla="*/ 1134364 h 1134363"/>
                  <a:gd name="csX1" fmla="*/ 0 w 12700"/>
                  <a:gd name="csY1" fmla="*/ 0 h 1134363"/>
                </a:gdLst>
                <a:ahLst/>
                <a:cxnLst>
                  <a:cxn ang="0">
                    <a:pos x="csX0" y="csY0"/>
                  </a:cxn>
                  <a:cxn ang="0">
                    <a:pos x="csX1" y="csY1"/>
                  </a:cxn>
                </a:cxnLst>
                <a:rect l="l" t="t" r="r" b="b"/>
                <a:pathLst>
                  <a:path w="12700" h="1134363">
                    <a:moveTo>
                      <a:pt x="0" y="1134364"/>
                    </a:moveTo>
                    <a:lnTo>
                      <a:pt x="0" y="0"/>
                    </a:lnTo>
                  </a:path>
                </a:pathLst>
              </a:custGeom>
              <a:noFill/>
              <a:ln w="13589" cap="sq">
                <a:solidFill>
                  <a:srgbClr val="000000"/>
                </a:solidFill>
                <a:prstDash val="solid"/>
                <a:round/>
              </a:ln>
            </p:spPr>
            <p:txBody>
              <a:bodyPr/>
              <a:lstStyle/>
              <a:p>
                <a:pPr algn="ctr"/>
                <a:endParaRPr lang="en-US" sz="2646"/>
              </a:p>
            </p:txBody>
          </p:sp>
          <p:sp>
            <p:nvSpPr>
              <p:cNvPr id="284" name="TextBox 283">
                <a:extLst>
                  <a:ext uri="{FF2B5EF4-FFF2-40B4-BE49-F238E27FC236}">
                    <a16:creationId xmlns:a16="http://schemas.microsoft.com/office/drawing/2014/main" id="{8049E328-A350-3221-9BFB-28AA62769CE0}"/>
                  </a:ext>
                </a:extLst>
              </p:cNvPr>
              <p:cNvSpPr txBox="1"/>
              <p:nvPr/>
            </p:nvSpPr>
            <p:spPr>
              <a:xfrm>
                <a:off x="3058678" y="4101997"/>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0.1</a:t>
                </a:r>
              </a:p>
            </p:txBody>
          </p:sp>
          <p:sp>
            <p:nvSpPr>
              <p:cNvPr id="285" name="TextBox 284">
                <a:extLst>
                  <a:ext uri="{FF2B5EF4-FFF2-40B4-BE49-F238E27FC236}">
                    <a16:creationId xmlns:a16="http://schemas.microsoft.com/office/drawing/2014/main" id="{4C699759-ED8F-DBC7-9597-5A6DE44BD429}"/>
                  </a:ext>
                </a:extLst>
              </p:cNvPr>
              <p:cNvSpPr txBox="1"/>
              <p:nvPr/>
            </p:nvSpPr>
            <p:spPr>
              <a:xfrm>
                <a:off x="3058678" y="3865015"/>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0.2</a:t>
                </a:r>
              </a:p>
            </p:txBody>
          </p:sp>
          <p:sp>
            <p:nvSpPr>
              <p:cNvPr id="286" name="TextBox 285">
                <a:extLst>
                  <a:ext uri="{FF2B5EF4-FFF2-40B4-BE49-F238E27FC236}">
                    <a16:creationId xmlns:a16="http://schemas.microsoft.com/office/drawing/2014/main" id="{478AC28B-97A6-F532-5F58-DEF57C1BE983}"/>
                  </a:ext>
                </a:extLst>
              </p:cNvPr>
              <p:cNvSpPr txBox="1"/>
              <p:nvPr/>
            </p:nvSpPr>
            <p:spPr>
              <a:xfrm>
                <a:off x="3058678" y="3628033"/>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0.3</a:t>
                </a:r>
              </a:p>
            </p:txBody>
          </p:sp>
          <p:sp>
            <p:nvSpPr>
              <p:cNvPr id="287" name="TextBox 286">
                <a:extLst>
                  <a:ext uri="{FF2B5EF4-FFF2-40B4-BE49-F238E27FC236}">
                    <a16:creationId xmlns:a16="http://schemas.microsoft.com/office/drawing/2014/main" id="{C506C129-6628-AC9D-08FA-5252A885917C}"/>
                  </a:ext>
                </a:extLst>
              </p:cNvPr>
              <p:cNvSpPr txBox="1"/>
              <p:nvPr/>
            </p:nvSpPr>
            <p:spPr>
              <a:xfrm>
                <a:off x="3058678" y="3391178"/>
                <a:ext cx="373563"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0.4</a:t>
                </a:r>
              </a:p>
            </p:txBody>
          </p:sp>
          <p:sp>
            <p:nvSpPr>
              <p:cNvPr id="288" name="Freeform 287">
                <a:extLst>
                  <a:ext uri="{FF2B5EF4-FFF2-40B4-BE49-F238E27FC236}">
                    <a16:creationId xmlns:a16="http://schemas.microsoft.com/office/drawing/2014/main" id="{D955F489-8BD9-40D2-F1AB-1845D1E8420B}"/>
                  </a:ext>
                </a:extLst>
              </p:cNvPr>
              <p:cNvSpPr/>
              <p:nvPr/>
            </p:nvSpPr>
            <p:spPr>
              <a:xfrm>
                <a:off x="3350953" y="4208885"/>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89" name="Freeform 288">
                <a:extLst>
                  <a:ext uri="{FF2B5EF4-FFF2-40B4-BE49-F238E27FC236}">
                    <a16:creationId xmlns:a16="http://schemas.microsoft.com/office/drawing/2014/main" id="{26D0CA8E-B00C-9F77-DF46-9C12E3784A5A}"/>
                  </a:ext>
                </a:extLst>
              </p:cNvPr>
              <p:cNvSpPr/>
              <p:nvPr/>
            </p:nvSpPr>
            <p:spPr>
              <a:xfrm>
                <a:off x="3350953" y="397190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90" name="Freeform 289">
                <a:extLst>
                  <a:ext uri="{FF2B5EF4-FFF2-40B4-BE49-F238E27FC236}">
                    <a16:creationId xmlns:a16="http://schemas.microsoft.com/office/drawing/2014/main" id="{925B1382-5176-1CBB-610F-D39DB2545202}"/>
                  </a:ext>
                </a:extLst>
              </p:cNvPr>
              <p:cNvSpPr/>
              <p:nvPr/>
            </p:nvSpPr>
            <p:spPr>
              <a:xfrm>
                <a:off x="3350953" y="3734921"/>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91" name="Freeform 290">
                <a:extLst>
                  <a:ext uri="{FF2B5EF4-FFF2-40B4-BE49-F238E27FC236}">
                    <a16:creationId xmlns:a16="http://schemas.microsoft.com/office/drawing/2014/main" id="{B0346463-383A-0B78-E4CB-7FBD6DCB0357}"/>
                  </a:ext>
                </a:extLst>
              </p:cNvPr>
              <p:cNvSpPr/>
              <p:nvPr/>
            </p:nvSpPr>
            <p:spPr>
              <a:xfrm>
                <a:off x="3350953" y="349806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pPr algn="ctr"/>
                <a:endParaRPr lang="en-US" sz="2646"/>
              </a:p>
            </p:txBody>
          </p:sp>
          <p:sp>
            <p:nvSpPr>
              <p:cNvPr id="292" name="Freeform 291">
                <a:extLst>
                  <a:ext uri="{FF2B5EF4-FFF2-40B4-BE49-F238E27FC236}">
                    <a16:creationId xmlns:a16="http://schemas.microsoft.com/office/drawing/2014/main" id="{46F8B75A-B453-A014-6BC9-F41F009385C4}"/>
                  </a:ext>
                </a:extLst>
              </p:cNvPr>
              <p:cNvSpPr/>
              <p:nvPr/>
            </p:nvSpPr>
            <p:spPr>
              <a:xfrm>
                <a:off x="3385752" y="4421230"/>
                <a:ext cx="1307592" cy="12700"/>
              </a:xfrm>
              <a:custGeom>
                <a:avLst/>
                <a:gdLst>
                  <a:gd name="csX0" fmla="*/ 0 w 1307592"/>
                  <a:gd name="csY0" fmla="*/ 0 h 12700"/>
                  <a:gd name="csX1" fmla="*/ 1307592 w 1307592"/>
                  <a:gd name="csY1" fmla="*/ 0 h 12700"/>
                </a:gdLst>
                <a:ahLst/>
                <a:cxnLst>
                  <a:cxn ang="0">
                    <a:pos x="csX0" y="csY0"/>
                  </a:cxn>
                  <a:cxn ang="0">
                    <a:pos x="csX1" y="csY1"/>
                  </a:cxn>
                </a:cxnLst>
                <a:rect l="l" t="t" r="r" b="b"/>
                <a:pathLst>
                  <a:path w="1307592" h="12700">
                    <a:moveTo>
                      <a:pt x="0" y="0"/>
                    </a:moveTo>
                    <a:lnTo>
                      <a:pt x="1307592" y="0"/>
                    </a:lnTo>
                  </a:path>
                </a:pathLst>
              </a:custGeom>
              <a:noFill/>
              <a:ln w="13589" cap="sq">
                <a:solidFill>
                  <a:srgbClr val="000000"/>
                </a:solidFill>
                <a:prstDash val="solid"/>
                <a:round/>
              </a:ln>
            </p:spPr>
            <p:txBody>
              <a:bodyPr/>
              <a:lstStyle/>
              <a:p>
                <a:pPr algn="ctr"/>
                <a:endParaRPr lang="en-US" sz="2646"/>
              </a:p>
            </p:txBody>
          </p:sp>
          <p:sp>
            <p:nvSpPr>
              <p:cNvPr id="293" name="Freeform 292">
                <a:extLst>
                  <a:ext uri="{FF2B5EF4-FFF2-40B4-BE49-F238E27FC236}">
                    <a16:creationId xmlns:a16="http://schemas.microsoft.com/office/drawing/2014/main" id="{9276FCB5-F05E-C7F0-9B4B-E2FDAD8A48E7}"/>
                  </a:ext>
                </a:extLst>
              </p:cNvPr>
              <p:cNvSpPr/>
              <p:nvPr/>
            </p:nvSpPr>
            <p:spPr>
              <a:xfrm>
                <a:off x="3536627" y="44212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94" name="Freeform 293">
                <a:extLst>
                  <a:ext uri="{FF2B5EF4-FFF2-40B4-BE49-F238E27FC236}">
                    <a16:creationId xmlns:a16="http://schemas.microsoft.com/office/drawing/2014/main" id="{92630488-1605-6E05-A518-14DE22831974}"/>
                  </a:ext>
                </a:extLst>
              </p:cNvPr>
              <p:cNvSpPr/>
              <p:nvPr/>
            </p:nvSpPr>
            <p:spPr>
              <a:xfrm>
                <a:off x="3788087" y="44212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95" name="Freeform 294">
                <a:extLst>
                  <a:ext uri="{FF2B5EF4-FFF2-40B4-BE49-F238E27FC236}">
                    <a16:creationId xmlns:a16="http://schemas.microsoft.com/office/drawing/2014/main" id="{5AB383AD-D1A5-02F8-1C3E-F291C5685BF4}"/>
                  </a:ext>
                </a:extLst>
              </p:cNvPr>
              <p:cNvSpPr/>
              <p:nvPr/>
            </p:nvSpPr>
            <p:spPr>
              <a:xfrm>
                <a:off x="4039548" y="44212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96" name="Freeform 295">
                <a:extLst>
                  <a:ext uri="{FF2B5EF4-FFF2-40B4-BE49-F238E27FC236}">
                    <a16:creationId xmlns:a16="http://schemas.microsoft.com/office/drawing/2014/main" id="{9CDC361B-E3F9-A7A1-3BFF-27FA0D1F5DA3}"/>
                  </a:ext>
                </a:extLst>
              </p:cNvPr>
              <p:cNvSpPr/>
              <p:nvPr/>
            </p:nvSpPr>
            <p:spPr>
              <a:xfrm>
                <a:off x="4291007" y="44212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97" name="Freeform 296">
                <a:extLst>
                  <a:ext uri="{FF2B5EF4-FFF2-40B4-BE49-F238E27FC236}">
                    <a16:creationId xmlns:a16="http://schemas.microsoft.com/office/drawing/2014/main" id="{D28F2CA4-F8F5-257D-5BF3-A410D28928E3}"/>
                  </a:ext>
                </a:extLst>
              </p:cNvPr>
              <p:cNvSpPr/>
              <p:nvPr/>
            </p:nvSpPr>
            <p:spPr>
              <a:xfrm>
                <a:off x="4542467" y="4421230"/>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pPr algn="ctr"/>
                <a:endParaRPr lang="en-US" sz="2646"/>
              </a:p>
            </p:txBody>
          </p:sp>
          <p:sp>
            <p:nvSpPr>
              <p:cNvPr id="298" name="TextBox 297">
                <a:extLst>
                  <a:ext uri="{FF2B5EF4-FFF2-40B4-BE49-F238E27FC236}">
                    <a16:creationId xmlns:a16="http://schemas.microsoft.com/office/drawing/2014/main" id="{69BF9FF1-D2CC-6DA0-519E-91C23DCB82D0}"/>
                  </a:ext>
                </a:extLst>
              </p:cNvPr>
              <p:cNvSpPr txBox="1"/>
              <p:nvPr/>
            </p:nvSpPr>
            <p:spPr>
              <a:xfrm>
                <a:off x="3385473" y="441708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M</a:t>
                </a:r>
              </a:p>
            </p:txBody>
          </p:sp>
          <p:sp>
            <p:nvSpPr>
              <p:cNvPr id="299" name="TextBox 298">
                <a:extLst>
                  <a:ext uri="{FF2B5EF4-FFF2-40B4-BE49-F238E27FC236}">
                    <a16:creationId xmlns:a16="http://schemas.microsoft.com/office/drawing/2014/main" id="{22FDCF62-04D8-70D9-CAF7-C43BD6DAC89B}"/>
                  </a:ext>
                </a:extLst>
              </p:cNvPr>
              <p:cNvSpPr txBox="1"/>
              <p:nvPr/>
            </p:nvSpPr>
            <p:spPr>
              <a:xfrm>
                <a:off x="3672557" y="4417084"/>
                <a:ext cx="23106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I</a:t>
                </a:r>
              </a:p>
            </p:txBody>
          </p:sp>
          <p:sp>
            <p:nvSpPr>
              <p:cNvPr id="300" name="TextBox 299">
                <a:extLst>
                  <a:ext uri="{FF2B5EF4-FFF2-40B4-BE49-F238E27FC236}">
                    <a16:creationId xmlns:a16="http://schemas.microsoft.com/office/drawing/2014/main" id="{88B0D2FB-A6C9-F980-8BAE-8575EDBA60A7}"/>
                  </a:ext>
                </a:extLst>
              </p:cNvPr>
              <p:cNvSpPr txBox="1"/>
              <p:nvPr/>
            </p:nvSpPr>
            <p:spPr>
              <a:xfrm>
                <a:off x="3888391" y="4417084"/>
                <a:ext cx="302311"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LI</a:t>
                </a:r>
              </a:p>
            </p:txBody>
          </p:sp>
          <p:sp>
            <p:nvSpPr>
              <p:cNvPr id="301" name="TextBox 300">
                <a:extLst>
                  <a:ext uri="{FF2B5EF4-FFF2-40B4-BE49-F238E27FC236}">
                    <a16:creationId xmlns:a16="http://schemas.microsoft.com/office/drawing/2014/main" id="{51E19F5A-5F3D-3F12-FE43-A7E0A5BAA2AC}"/>
                  </a:ext>
                </a:extLst>
              </p:cNvPr>
              <p:cNvSpPr txBox="1"/>
              <p:nvPr/>
            </p:nvSpPr>
            <p:spPr>
              <a:xfrm>
                <a:off x="4107620" y="4417084"/>
                <a:ext cx="366777"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NF</a:t>
                </a:r>
              </a:p>
            </p:txBody>
          </p:sp>
          <p:sp>
            <p:nvSpPr>
              <p:cNvPr id="302" name="TextBox 301">
                <a:extLst>
                  <a:ext uri="{FF2B5EF4-FFF2-40B4-BE49-F238E27FC236}">
                    <a16:creationId xmlns:a16="http://schemas.microsoft.com/office/drawing/2014/main" id="{731CC983-0DB1-7D47-8E43-7A016B6152FB}"/>
                  </a:ext>
                </a:extLst>
              </p:cNvPr>
              <p:cNvSpPr txBox="1"/>
              <p:nvPr/>
            </p:nvSpPr>
            <p:spPr>
              <a:xfrm>
                <a:off x="4405733" y="4417084"/>
                <a:ext cx="273470" cy="251619"/>
              </a:xfrm>
              <a:prstGeom prst="rect">
                <a:avLst/>
              </a:prstGeom>
              <a:noFill/>
            </p:spPr>
            <p:txBody>
              <a:bodyPr wrap="none" rtlCol="0">
                <a:spAutoFit/>
              </a:bodyPr>
              <a:lstStyle/>
              <a:p>
                <a:pPr algn="ctr"/>
                <a:r>
                  <a:rPr lang="en-US" sz="945">
                    <a:ln/>
                    <a:solidFill>
                      <a:srgbClr val="000000"/>
                    </a:solidFill>
                    <a:latin typeface="Arial"/>
                    <a:cs typeface="Arial"/>
                    <a:sym typeface="Arial"/>
                    <a:rtl val="0"/>
                  </a:rPr>
                  <a:t>F</a:t>
                </a:r>
              </a:p>
            </p:txBody>
          </p:sp>
        </p:grpSp>
      </p:grpSp>
      <p:sp>
        <p:nvSpPr>
          <p:cNvPr id="890" name="TextBox 889">
            <a:extLst>
              <a:ext uri="{FF2B5EF4-FFF2-40B4-BE49-F238E27FC236}">
                <a16:creationId xmlns:a16="http://schemas.microsoft.com/office/drawing/2014/main" id="{9D2419DF-F5E9-673E-E3BA-8320CE3013FC}"/>
              </a:ext>
            </a:extLst>
          </p:cNvPr>
          <p:cNvSpPr txBox="1"/>
          <p:nvPr/>
        </p:nvSpPr>
        <p:spPr>
          <a:xfrm rot="16200000">
            <a:off x="-262668" y="6552657"/>
            <a:ext cx="842942" cy="248826"/>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pPr algn="ctr"/>
            <a:r>
              <a:rPr lang="en-US" sz="1050" dirty="0">
                <a:ln/>
                <a:solidFill>
                  <a:srgbClr val="000000"/>
                </a:solidFill>
                <a:latin typeface="Arial"/>
                <a:cs typeface="Arial"/>
                <a:sym typeface="Arial"/>
                <a:rtl val="0"/>
              </a:rPr>
              <a:t>Expression</a:t>
            </a:r>
          </a:p>
        </p:txBody>
      </p:sp>
      <p:sp>
        <p:nvSpPr>
          <p:cNvPr id="893" name="TextBox 892">
            <a:extLst>
              <a:ext uri="{FF2B5EF4-FFF2-40B4-BE49-F238E27FC236}">
                <a16:creationId xmlns:a16="http://schemas.microsoft.com/office/drawing/2014/main" id="{946653AC-25F4-DEEA-CD41-31D85D427B20}"/>
              </a:ext>
            </a:extLst>
          </p:cNvPr>
          <p:cNvSpPr txBox="1"/>
          <p:nvPr/>
        </p:nvSpPr>
        <p:spPr>
          <a:xfrm rot="16200000">
            <a:off x="1491944" y="5041842"/>
            <a:ext cx="903856" cy="239914"/>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r>
              <a:rPr lang="en-US" sz="992" dirty="0">
                <a:ln/>
                <a:solidFill>
                  <a:srgbClr val="000000"/>
                </a:solidFill>
                <a:latin typeface="Arial"/>
                <a:cs typeface="Arial"/>
                <a:sym typeface="Arial"/>
                <a:rtl val="0"/>
              </a:rPr>
              <a:t>Percent </a:t>
            </a:r>
            <a:r>
              <a:rPr lang="en-US" sz="992" i="1" dirty="0" err="1">
                <a:ln/>
                <a:solidFill>
                  <a:srgbClr val="000000"/>
                </a:solidFill>
                <a:latin typeface="Arial"/>
                <a:cs typeface="Arial"/>
                <a:sym typeface="Arial"/>
                <a:rtl val="0"/>
              </a:rPr>
              <a:t>pgr</a:t>
            </a:r>
            <a:r>
              <a:rPr lang="en-US" sz="992" dirty="0">
                <a:ln/>
                <a:solidFill>
                  <a:srgbClr val="000000"/>
                </a:solidFill>
                <a:latin typeface="Arial"/>
                <a:cs typeface="Arial"/>
                <a:sym typeface="Arial"/>
                <a:rtl val="0"/>
              </a:rPr>
              <a:t>+</a:t>
            </a:r>
          </a:p>
        </p:txBody>
      </p:sp>
      <p:sp>
        <p:nvSpPr>
          <p:cNvPr id="895" name="TextBox 894">
            <a:extLst>
              <a:ext uri="{FF2B5EF4-FFF2-40B4-BE49-F238E27FC236}">
                <a16:creationId xmlns:a16="http://schemas.microsoft.com/office/drawing/2014/main" id="{9A42F701-5CB0-A106-029A-64BCF29A0092}"/>
              </a:ext>
            </a:extLst>
          </p:cNvPr>
          <p:cNvSpPr txBox="1"/>
          <p:nvPr/>
        </p:nvSpPr>
        <p:spPr>
          <a:xfrm rot="16200000">
            <a:off x="1410191" y="6638741"/>
            <a:ext cx="1067363" cy="239914"/>
          </a:xfrm>
          <a:prstGeom prst="rect">
            <a:avLst/>
          </a:prstGeom>
          <a:noFill/>
        </p:spPr>
        <p:txBody>
          <a:bodyPr rot="0" spcFirstLastPara="0" vertOverflow="overflow" horzOverflow="overflow" vert="horz" wrap="none" lIns="86401" tIns="43200" rIns="86401" bIns="43200" numCol="1" spcCol="0" rtlCol="0" fromWordArt="0" anchor="t" anchorCtr="0" forceAA="0" compatLnSpc="1">
            <a:prstTxWarp prst="textNoShape">
              <a:avLst/>
            </a:prstTxWarp>
            <a:spAutoFit/>
          </a:bodyPr>
          <a:lstStyle/>
          <a:p>
            <a:r>
              <a:rPr lang="en-US" sz="992" dirty="0">
                <a:ln/>
                <a:solidFill>
                  <a:srgbClr val="000000"/>
                </a:solidFill>
                <a:latin typeface="Arial"/>
                <a:cs typeface="Arial"/>
                <a:sym typeface="Arial"/>
                <a:rtl val="0"/>
              </a:rPr>
              <a:t>Percent </a:t>
            </a:r>
            <a:r>
              <a:rPr lang="en-US" sz="992" i="1" dirty="0" err="1">
                <a:ln/>
                <a:solidFill>
                  <a:srgbClr val="000000"/>
                </a:solidFill>
                <a:latin typeface="Arial"/>
                <a:cs typeface="Arial"/>
                <a:sym typeface="Arial"/>
                <a:rtl val="0"/>
              </a:rPr>
              <a:t>ar</a:t>
            </a:r>
            <a:r>
              <a:rPr lang="en-US" sz="992" i="1" dirty="0">
                <a:ln/>
                <a:solidFill>
                  <a:srgbClr val="000000"/>
                </a:solidFill>
                <a:latin typeface="Arial"/>
                <a:cs typeface="Arial"/>
                <a:sym typeface="Arial"/>
                <a:rtl val="0"/>
              </a:rPr>
              <a:t>-like</a:t>
            </a:r>
            <a:r>
              <a:rPr lang="en-US" sz="992" dirty="0">
                <a:ln/>
                <a:solidFill>
                  <a:srgbClr val="000000"/>
                </a:solidFill>
                <a:latin typeface="Arial"/>
                <a:cs typeface="Arial"/>
                <a:sym typeface="Arial"/>
                <a:rtl val="0"/>
              </a:rPr>
              <a:t>+</a:t>
            </a:r>
          </a:p>
        </p:txBody>
      </p:sp>
      <p:sp>
        <p:nvSpPr>
          <p:cNvPr id="897" name="TextBox 896">
            <a:extLst>
              <a:ext uri="{FF2B5EF4-FFF2-40B4-BE49-F238E27FC236}">
                <a16:creationId xmlns:a16="http://schemas.microsoft.com/office/drawing/2014/main" id="{0B44A6DF-6E97-5E91-9D92-994374366F32}"/>
              </a:ext>
            </a:extLst>
          </p:cNvPr>
          <p:cNvSpPr txBox="1"/>
          <p:nvPr/>
        </p:nvSpPr>
        <p:spPr>
          <a:xfrm>
            <a:off x="11954" y="4457622"/>
            <a:ext cx="324128"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D</a:t>
            </a:r>
            <a:endParaRPr lang="en-US" sz="4536" dirty="0">
              <a:latin typeface="Arial" panose="020B0604020202020204" pitchFamily="34" charset="0"/>
              <a:cs typeface="Arial" panose="020B0604020202020204" pitchFamily="34" charset="0"/>
            </a:endParaRPr>
          </a:p>
        </p:txBody>
      </p:sp>
      <p:sp>
        <p:nvSpPr>
          <p:cNvPr id="899" name="TextBox 898">
            <a:extLst>
              <a:ext uri="{FF2B5EF4-FFF2-40B4-BE49-F238E27FC236}">
                <a16:creationId xmlns:a16="http://schemas.microsoft.com/office/drawing/2014/main" id="{765F52E1-39C1-9779-6891-E1480DD2CB95}"/>
              </a:ext>
            </a:extLst>
          </p:cNvPr>
          <p:cNvSpPr txBox="1"/>
          <p:nvPr/>
        </p:nvSpPr>
        <p:spPr>
          <a:xfrm>
            <a:off x="16763" y="5899991"/>
            <a:ext cx="314510" cy="325025"/>
          </a:xfrm>
          <a:prstGeom prst="rect">
            <a:avLst/>
          </a:prstGeom>
          <a:noFill/>
        </p:spPr>
        <p:txBody>
          <a:bodyPr wrap="none" rtlCol="0">
            <a:spAutoFit/>
          </a:bodyPr>
          <a:lstStyle/>
          <a:p>
            <a:pPr algn="ctr"/>
            <a:r>
              <a:rPr lang="en-US" sz="1512" dirty="0">
                <a:latin typeface="Arial" panose="020B0604020202020204" pitchFamily="34" charset="0"/>
                <a:cs typeface="Arial" panose="020B0604020202020204" pitchFamily="34" charset="0"/>
              </a:rPr>
              <a:t>E</a:t>
            </a:r>
            <a:endParaRPr lang="en-US" sz="4536" dirty="0">
              <a:latin typeface="Arial" panose="020B0604020202020204" pitchFamily="34" charset="0"/>
              <a:cs typeface="Arial" panose="020B0604020202020204" pitchFamily="34" charset="0"/>
            </a:endParaRPr>
          </a:p>
        </p:txBody>
      </p:sp>
      <p:grpSp>
        <p:nvGrpSpPr>
          <p:cNvPr id="1036" name="Group 1035">
            <a:extLst>
              <a:ext uri="{FF2B5EF4-FFF2-40B4-BE49-F238E27FC236}">
                <a16:creationId xmlns:a16="http://schemas.microsoft.com/office/drawing/2014/main" id="{D0B0C6A8-705F-78A0-4C6F-BE671001F6E8}"/>
              </a:ext>
            </a:extLst>
          </p:cNvPr>
          <p:cNvGrpSpPr/>
          <p:nvPr/>
        </p:nvGrpSpPr>
        <p:grpSpPr>
          <a:xfrm>
            <a:off x="3551662" y="3876834"/>
            <a:ext cx="2058928" cy="2321150"/>
            <a:chOff x="4669532" y="3960010"/>
            <a:chExt cx="1498731" cy="1689607"/>
          </a:xfrm>
        </p:grpSpPr>
        <p:sp>
          <p:nvSpPr>
            <p:cNvPr id="906" name="Rectangle 905">
              <a:extLst>
                <a:ext uri="{FF2B5EF4-FFF2-40B4-BE49-F238E27FC236}">
                  <a16:creationId xmlns:a16="http://schemas.microsoft.com/office/drawing/2014/main" id="{0FEF11D1-4CB6-7295-51D2-86F2946CBF9C}"/>
                </a:ext>
              </a:extLst>
            </p:cNvPr>
            <p:cNvSpPr/>
            <p:nvPr/>
          </p:nvSpPr>
          <p:spPr>
            <a:xfrm>
              <a:off x="4675251" y="3960010"/>
              <a:ext cx="1493012" cy="1689607"/>
            </a:xfrm>
            <a:prstGeom prst="rect">
              <a:avLst/>
            </a:prstGeom>
            <a:solidFill>
              <a:srgbClr val="FFFFFF"/>
            </a:solidFill>
            <a:ln w="13589" cap="rnd">
              <a:solidFill>
                <a:srgbClr val="FFFFFF"/>
              </a:solidFill>
              <a:prstDash val="solid"/>
              <a:round/>
            </a:ln>
          </p:spPr>
          <p:txBody>
            <a:bodyPr/>
            <a:lstStyle/>
            <a:p>
              <a:endParaRPr lang="en-US" sz="2800"/>
            </a:p>
          </p:txBody>
        </p:sp>
        <p:sp>
          <p:nvSpPr>
            <p:cNvPr id="909" name="Rectangle 908">
              <a:extLst>
                <a:ext uri="{FF2B5EF4-FFF2-40B4-BE49-F238E27FC236}">
                  <a16:creationId xmlns:a16="http://schemas.microsoft.com/office/drawing/2014/main" id="{14C27090-C4CA-6AFA-A14C-721C0F666A5A}"/>
                </a:ext>
              </a:extLst>
            </p:cNvPr>
            <p:cNvSpPr/>
            <p:nvPr/>
          </p:nvSpPr>
          <p:spPr>
            <a:xfrm>
              <a:off x="5126863" y="4453405"/>
              <a:ext cx="971804" cy="796163"/>
            </a:xfrm>
            <a:prstGeom prst="rect">
              <a:avLst/>
            </a:prstGeom>
            <a:solidFill>
              <a:srgbClr val="FFFFFF"/>
            </a:solidFill>
            <a:ln w="13589" cap="rnd">
              <a:noFill/>
              <a:prstDash val="solid"/>
              <a:round/>
            </a:ln>
          </p:spPr>
          <p:txBody>
            <a:bodyPr/>
            <a:lstStyle/>
            <a:p>
              <a:endParaRPr lang="en-US" sz="2800"/>
            </a:p>
          </p:txBody>
        </p:sp>
        <p:sp>
          <p:nvSpPr>
            <p:cNvPr id="910" name="Freeform: Shape 909">
              <a:extLst>
                <a:ext uri="{FF2B5EF4-FFF2-40B4-BE49-F238E27FC236}">
                  <a16:creationId xmlns:a16="http://schemas.microsoft.com/office/drawing/2014/main" id="{5755E758-F43A-E052-B54D-CB56879E67EF}"/>
                </a:ext>
              </a:extLst>
            </p:cNvPr>
            <p:cNvSpPr/>
            <p:nvPr/>
          </p:nvSpPr>
          <p:spPr>
            <a:xfrm>
              <a:off x="5239004" y="4761761"/>
              <a:ext cx="12700" cy="218059"/>
            </a:xfrm>
            <a:custGeom>
              <a:avLst/>
              <a:gdLst>
                <a:gd name="csX0" fmla="*/ 0 w 12700"/>
                <a:gd name="csY0" fmla="*/ 218059 h 218059"/>
                <a:gd name="csX1" fmla="*/ 0 w 12700"/>
                <a:gd name="csY1" fmla="*/ 0 h 218059"/>
              </a:gdLst>
              <a:ahLst/>
              <a:cxnLst>
                <a:cxn ang="0">
                  <a:pos x="csX0" y="csY0"/>
                </a:cxn>
                <a:cxn ang="0">
                  <a:pos x="csX1" y="csY1"/>
                </a:cxn>
              </a:cxnLst>
              <a:rect l="l" t="t" r="r" b="b"/>
              <a:pathLst>
                <a:path w="12700" h="218059">
                  <a:moveTo>
                    <a:pt x="0" y="218059"/>
                  </a:moveTo>
                  <a:lnTo>
                    <a:pt x="0" y="0"/>
                  </a:lnTo>
                </a:path>
              </a:pathLst>
            </a:custGeom>
            <a:ln w="13589" cap="flat">
              <a:solidFill>
                <a:srgbClr val="333333"/>
              </a:solidFill>
              <a:prstDash val="solid"/>
              <a:round/>
            </a:ln>
          </p:spPr>
          <p:txBody>
            <a:bodyPr/>
            <a:lstStyle/>
            <a:p>
              <a:endParaRPr lang="en-US" sz="2800"/>
            </a:p>
          </p:txBody>
        </p:sp>
        <p:sp>
          <p:nvSpPr>
            <p:cNvPr id="911" name="Freeform: Shape 910">
              <a:extLst>
                <a:ext uri="{FF2B5EF4-FFF2-40B4-BE49-F238E27FC236}">
                  <a16:creationId xmlns:a16="http://schemas.microsoft.com/office/drawing/2014/main" id="{FC4F24E7-5BE4-5B63-69F7-8EA7BDF85C30}"/>
                </a:ext>
              </a:extLst>
            </p:cNvPr>
            <p:cNvSpPr/>
            <p:nvPr/>
          </p:nvSpPr>
          <p:spPr>
            <a:xfrm>
              <a:off x="5239004" y="5127013"/>
              <a:ext cx="12700" cy="70484"/>
            </a:xfrm>
            <a:custGeom>
              <a:avLst/>
              <a:gdLst>
                <a:gd name="csX0" fmla="*/ 0 w 12700"/>
                <a:gd name="csY0" fmla="*/ 0 h 70484"/>
                <a:gd name="csX1" fmla="*/ 0 w 12700"/>
                <a:gd name="csY1" fmla="*/ 70485 h 70484"/>
              </a:gdLst>
              <a:ahLst/>
              <a:cxnLst>
                <a:cxn ang="0">
                  <a:pos x="csX0" y="csY0"/>
                </a:cxn>
                <a:cxn ang="0">
                  <a:pos x="csX1" y="csY1"/>
                </a:cxn>
              </a:cxnLst>
              <a:rect l="l" t="t" r="r" b="b"/>
              <a:pathLst>
                <a:path w="12700" h="70484">
                  <a:moveTo>
                    <a:pt x="0" y="0"/>
                  </a:moveTo>
                  <a:lnTo>
                    <a:pt x="0" y="70485"/>
                  </a:lnTo>
                </a:path>
              </a:pathLst>
            </a:custGeom>
            <a:ln w="13589" cap="flat">
              <a:solidFill>
                <a:srgbClr val="333333"/>
              </a:solidFill>
              <a:prstDash val="solid"/>
              <a:round/>
            </a:ln>
          </p:spPr>
          <p:txBody>
            <a:bodyPr/>
            <a:lstStyle/>
            <a:p>
              <a:endParaRPr lang="en-US" sz="2800"/>
            </a:p>
          </p:txBody>
        </p:sp>
        <p:sp>
          <p:nvSpPr>
            <p:cNvPr id="912" name="Freeform: Shape 911">
              <a:extLst>
                <a:ext uri="{FF2B5EF4-FFF2-40B4-BE49-F238E27FC236}">
                  <a16:creationId xmlns:a16="http://schemas.microsoft.com/office/drawing/2014/main" id="{6815F523-6193-D168-8796-037BE3B0E429}"/>
                </a:ext>
              </a:extLst>
            </p:cNvPr>
            <p:cNvSpPr/>
            <p:nvPr/>
          </p:nvSpPr>
          <p:spPr>
            <a:xfrm>
              <a:off x="5182996" y="4979819"/>
              <a:ext cx="112141" cy="147193"/>
            </a:xfrm>
            <a:custGeom>
              <a:avLst/>
              <a:gdLst>
                <a:gd name="csX0" fmla="*/ 0 w 112141"/>
                <a:gd name="csY0" fmla="*/ 0 h 147193"/>
                <a:gd name="csX1" fmla="*/ 0 w 112141"/>
                <a:gd name="csY1" fmla="*/ 147193 h 147193"/>
                <a:gd name="csX2" fmla="*/ 112141 w 112141"/>
                <a:gd name="csY2" fmla="*/ 147193 h 147193"/>
                <a:gd name="csX3" fmla="*/ 112141 w 112141"/>
                <a:gd name="csY3" fmla="*/ 0 h 147193"/>
                <a:gd name="csX4" fmla="*/ 0 w 112141"/>
                <a:gd name="csY4" fmla="*/ 0 h 147193"/>
              </a:gdLst>
              <a:ahLst/>
              <a:cxnLst>
                <a:cxn ang="0">
                  <a:pos x="csX0" y="csY0"/>
                </a:cxn>
                <a:cxn ang="0">
                  <a:pos x="csX1" y="csY1"/>
                </a:cxn>
                <a:cxn ang="0">
                  <a:pos x="csX2" y="csY2"/>
                </a:cxn>
                <a:cxn ang="0">
                  <a:pos x="csX3" y="csY3"/>
                </a:cxn>
                <a:cxn ang="0">
                  <a:pos x="csX4" y="csY4"/>
                </a:cxn>
              </a:cxnLst>
              <a:rect l="l" t="t" r="r" b="b"/>
              <a:pathLst>
                <a:path w="112141" h="147193">
                  <a:moveTo>
                    <a:pt x="0" y="0"/>
                  </a:moveTo>
                  <a:lnTo>
                    <a:pt x="0" y="147193"/>
                  </a:lnTo>
                  <a:lnTo>
                    <a:pt x="112141" y="147193"/>
                  </a:lnTo>
                  <a:lnTo>
                    <a:pt x="112141" y="0"/>
                  </a:lnTo>
                  <a:lnTo>
                    <a:pt x="0" y="0"/>
                  </a:lnTo>
                  <a:close/>
                </a:path>
              </a:pathLst>
            </a:custGeom>
            <a:solidFill>
              <a:srgbClr val="1965B0"/>
            </a:solidFill>
            <a:ln w="13589" cap="flat">
              <a:solidFill>
                <a:srgbClr val="333333"/>
              </a:solidFill>
              <a:prstDash val="solid"/>
              <a:miter/>
            </a:ln>
          </p:spPr>
          <p:txBody>
            <a:bodyPr/>
            <a:lstStyle/>
            <a:p>
              <a:endParaRPr lang="en-US" sz="2800"/>
            </a:p>
          </p:txBody>
        </p:sp>
        <p:sp>
          <p:nvSpPr>
            <p:cNvPr id="913" name="Freeform: Shape 912">
              <a:extLst>
                <a:ext uri="{FF2B5EF4-FFF2-40B4-BE49-F238E27FC236}">
                  <a16:creationId xmlns:a16="http://schemas.microsoft.com/office/drawing/2014/main" id="{96FF6D99-6411-0611-818A-281DB287F15D}"/>
                </a:ext>
              </a:extLst>
            </p:cNvPr>
            <p:cNvSpPr/>
            <p:nvPr/>
          </p:nvSpPr>
          <p:spPr>
            <a:xfrm>
              <a:off x="5182997" y="5058687"/>
              <a:ext cx="112140" cy="12700"/>
            </a:xfrm>
            <a:custGeom>
              <a:avLst/>
              <a:gdLst>
                <a:gd name="csX0" fmla="*/ 0 w 112140"/>
                <a:gd name="csY0" fmla="*/ 0 h 12700"/>
                <a:gd name="csX1" fmla="*/ 112141 w 112140"/>
                <a:gd name="csY1" fmla="*/ 0 h 12700"/>
              </a:gdLst>
              <a:ahLst/>
              <a:cxnLst>
                <a:cxn ang="0">
                  <a:pos x="csX0" y="csY0"/>
                </a:cxn>
                <a:cxn ang="0">
                  <a:pos x="csX1" y="csY1"/>
                </a:cxn>
              </a:cxnLst>
              <a:rect l="l" t="t" r="r" b="b"/>
              <a:pathLst>
                <a:path w="112140" h="12700">
                  <a:moveTo>
                    <a:pt x="0" y="0"/>
                  </a:moveTo>
                  <a:lnTo>
                    <a:pt x="112141" y="0"/>
                  </a:lnTo>
                </a:path>
              </a:pathLst>
            </a:custGeom>
            <a:ln w="27051" cap="flat">
              <a:solidFill>
                <a:srgbClr val="333333"/>
              </a:solidFill>
              <a:prstDash val="solid"/>
              <a:miter/>
            </a:ln>
          </p:spPr>
          <p:txBody>
            <a:bodyPr/>
            <a:lstStyle/>
            <a:p>
              <a:endParaRPr lang="en-US" sz="2800"/>
            </a:p>
          </p:txBody>
        </p:sp>
        <p:sp>
          <p:nvSpPr>
            <p:cNvPr id="914" name="Freeform: Shape 913">
              <a:extLst>
                <a:ext uri="{FF2B5EF4-FFF2-40B4-BE49-F238E27FC236}">
                  <a16:creationId xmlns:a16="http://schemas.microsoft.com/office/drawing/2014/main" id="{81F81C49-B986-B765-6510-E47D0D78F1B6}"/>
                </a:ext>
              </a:extLst>
            </p:cNvPr>
            <p:cNvSpPr/>
            <p:nvPr/>
          </p:nvSpPr>
          <p:spPr>
            <a:xfrm>
              <a:off x="5425948" y="4931560"/>
              <a:ext cx="12700" cy="43687"/>
            </a:xfrm>
            <a:custGeom>
              <a:avLst/>
              <a:gdLst>
                <a:gd name="csX0" fmla="*/ 0 w 12700"/>
                <a:gd name="csY0" fmla="*/ 43688 h 43687"/>
                <a:gd name="csX1" fmla="*/ 0 w 12700"/>
                <a:gd name="csY1" fmla="*/ 0 h 43687"/>
              </a:gdLst>
              <a:ahLst/>
              <a:cxnLst>
                <a:cxn ang="0">
                  <a:pos x="csX0" y="csY0"/>
                </a:cxn>
                <a:cxn ang="0">
                  <a:pos x="csX1" y="csY1"/>
                </a:cxn>
              </a:cxnLst>
              <a:rect l="l" t="t" r="r" b="b"/>
              <a:pathLst>
                <a:path w="12700" h="43687">
                  <a:moveTo>
                    <a:pt x="0" y="43688"/>
                  </a:moveTo>
                  <a:lnTo>
                    <a:pt x="0" y="0"/>
                  </a:lnTo>
                </a:path>
              </a:pathLst>
            </a:custGeom>
            <a:ln w="13589" cap="flat">
              <a:solidFill>
                <a:srgbClr val="333333"/>
              </a:solidFill>
              <a:prstDash val="solid"/>
              <a:round/>
            </a:ln>
          </p:spPr>
          <p:txBody>
            <a:bodyPr/>
            <a:lstStyle/>
            <a:p>
              <a:endParaRPr lang="en-US" sz="2800"/>
            </a:p>
          </p:txBody>
        </p:sp>
        <p:sp>
          <p:nvSpPr>
            <p:cNvPr id="915" name="Freeform: Shape 914">
              <a:extLst>
                <a:ext uri="{FF2B5EF4-FFF2-40B4-BE49-F238E27FC236}">
                  <a16:creationId xmlns:a16="http://schemas.microsoft.com/office/drawing/2014/main" id="{A755A0D6-79CD-6A6E-692F-CCE83C8F0709}"/>
                </a:ext>
              </a:extLst>
            </p:cNvPr>
            <p:cNvSpPr/>
            <p:nvPr/>
          </p:nvSpPr>
          <p:spPr>
            <a:xfrm>
              <a:off x="5425948" y="5127521"/>
              <a:ext cx="12700" cy="81026"/>
            </a:xfrm>
            <a:custGeom>
              <a:avLst/>
              <a:gdLst>
                <a:gd name="csX0" fmla="*/ 0 w 12700"/>
                <a:gd name="csY0" fmla="*/ 0 h 81026"/>
                <a:gd name="csX1" fmla="*/ 0 w 12700"/>
                <a:gd name="csY1" fmla="*/ 81026 h 81026"/>
              </a:gdLst>
              <a:ahLst/>
              <a:cxnLst>
                <a:cxn ang="0">
                  <a:pos x="csX0" y="csY0"/>
                </a:cxn>
                <a:cxn ang="0">
                  <a:pos x="csX1" y="csY1"/>
                </a:cxn>
              </a:cxnLst>
              <a:rect l="l" t="t" r="r" b="b"/>
              <a:pathLst>
                <a:path w="12700" h="81026">
                  <a:moveTo>
                    <a:pt x="0" y="0"/>
                  </a:moveTo>
                  <a:lnTo>
                    <a:pt x="0" y="81026"/>
                  </a:lnTo>
                </a:path>
              </a:pathLst>
            </a:custGeom>
            <a:ln w="13589" cap="flat">
              <a:solidFill>
                <a:srgbClr val="333333"/>
              </a:solidFill>
              <a:prstDash val="solid"/>
              <a:round/>
            </a:ln>
          </p:spPr>
          <p:txBody>
            <a:bodyPr/>
            <a:lstStyle/>
            <a:p>
              <a:endParaRPr lang="en-US" sz="2800"/>
            </a:p>
          </p:txBody>
        </p:sp>
        <p:sp>
          <p:nvSpPr>
            <p:cNvPr id="916" name="Freeform: Shape 915">
              <a:extLst>
                <a:ext uri="{FF2B5EF4-FFF2-40B4-BE49-F238E27FC236}">
                  <a16:creationId xmlns:a16="http://schemas.microsoft.com/office/drawing/2014/main" id="{45549CBC-98D0-6A8D-F1A8-70456A386E38}"/>
                </a:ext>
              </a:extLst>
            </p:cNvPr>
            <p:cNvSpPr/>
            <p:nvPr/>
          </p:nvSpPr>
          <p:spPr>
            <a:xfrm>
              <a:off x="5369813" y="4975247"/>
              <a:ext cx="112141" cy="152273"/>
            </a:xfrm>
            <a:custGeom>
              <a:avLst/>
              <a:gdLst>
                <a:gd name="csX0" fmla="*/ 0 w 112141"/>
                <a:gd name="csY0" fmla="*/ 0 h 152273"/>
                <a:gd name="csX1" fmla="*/ 0 w 112141"/>
                <a:gd name="csY1" fmla="*/ 152273 h 152273"/>
                <a:gd name="csX2" fmla="*/ 112141 w 112141"/>
                <a:gd name="csY2" fmla="*/ 152273 h 152273"/>
                <a:gd name="csX3" fmla="*/ 112141 w 112141"/>
                <a:gd name="csY3" fmla="*/ 0 h 152273"/>
                <a:gd name="csX4" fmla="*/ 0 w 112141"/>
                <a:gd name="csY4" fmla="*/ 0 h 152273"/>
              </a:gdLst>
              <a:ahLst/>
              <a:cxnLst>
                <a:cxn ang="0">
                  <a:pos x="csX0" y="csY0"/>
                </a:cxn>
                <a:cxn ang="0">
                  <a:pos x="csX1" y="csY1"/>
                </a:cxn>
                <a:cxn ang="0">
                  <a:pos x="csX2" y="csY2"/>
                </a:cxn>
                <a:cxn ang="0">
                  <a:pos x="csX3" y="csY3"/>
                </a:cxn>
                <a:cxn ang="0">
                  <a:pos x="csX4" y="csY4"/>
                </a:cxn>
              </a:cxnLst>
              <a:rect l="l" t="t" r="r" b="b"/>
              <a:pathLst>
                <a:path w="112141" h="152273">
                  <a:moveTo>
                    <a:pt x="0" y="0"/>
                  </a:moveTo>
                  <a:lnTo>
                    <a:pt x="0" y="152273"/>
                  </a:lnTo>
                  <a:lnTo>
                    <a:pt x="112141" y="152273"/>
                  </a:lnTo>
                  <a:lnTo>
                    <a:pt x="112141" y="0"/>
                  </a:lnTo>
                  <a:lnTo>
                    <a:pt x="0" y="0"/>
                  </a:lnTo>
                  <a:close/>
                </a:path>
              </a:pathLst>
            </a:custGeom>
            <a:solidFill>
              <a:srgbClr val="4EB265"/>
            </a:solidFill>
            <a:ln w="13589" cap="flat">
              <a:solidFill>
                <a:srgbClr val="333333"/>
              </a:solidFill>
              <a:prstDash val="solid"/>
              <a:miter/>
            </a:ln>
          </p:spPr>
          <p:txBody>
            <a:bodyPr/>
            <a:lstStyle/>
            <a:p>
              <a:endParaRPr lang="en-US" sz="2800"/>
            </a:p>
          </p:txBody>
        </p:sp>
        <p:sp>
          <p:nvSpPr>
            <p:cNvPr id="917" name="Freeform: Shape 916">
              <a:extLst>
                <a:ext uri="{FF2B5EF4-FFF2-40B4-BE49-F238E27FC236}">
                  <a16:creationId xmlns:a16="http://schemas.microsoft.com/office/drawing/2014/main" id="{18D281A6-0FC0-4ACD-A5B0-414D4EFC5051}"/>
                </a:ext>
              </a:extLst>
            </p:cNvPr>
            <p:cNvSpPr/>
            <p:nvPr/>
          </p:nvSpPr>
          <p:spPr>
            <a:xfrm>
              <a:off x="5369814" y="5014491"/>
              <a:ext cx="112140" cy="12700"/>
            </a:xfrm>
            <a:custGeom>
              <a:avLst/>
              <a:gdLst>
                <a:gd name="csX0" fmla="*/ 0 w 112140"/>
                <a:gd name="csY0" fmla="*/ 0 h 12700"/>
                <a:gd name="csX1" fmla="*/ 112141 w 112140"/>
                <a:gd name="csY1" fmla="*/ 0 h 12700"/>
              </a:gdLst>
              <a:ahLst/>
              <a:cxnLst>
                <a:cxn ang="0">
                  <a:pos x="csX0" y="csY0"/>
                </a:cxn>
                <a:cxn ang="0">
                  <a:pos x="csX1" y="csY1"/>
                </a:cxn>
              </a:cxnLst>
              <a:rect l="l" t="t" r="r" b="b"/>
              <a:pathLst>
                <a:path w="112140" h="12700">
                  <a:moveTo>
                    <a:pt x="0" y="0"/>
                  </a:moveTo>
                  <a:lnTo>
                    <a:pt x="112141" y="0"/>
                  </a:lnTo>
                </a:path>
              </a:pathLst>
            </a:custGeom>
            <a:ln w="27051" cap="flat">
              <a:solidFill>
                <a:srgbClr val="333333"/>
              </a:solidFill>
              <a:prstDash val="solid"/>
              <a:miter/>
            </a:ln>
          </p:spPr>
          <p:txBody>
            <a:bodyPr/>
            <a:lstStyle/>
            <a:p>
              <a:endParaRPr lang="en-US" sz="2800"/>
            </a:p>
          </p:txBody>
        </p:sp>
        <p:sp>
          <p:nvSpPr>
            <p:cNvPr id="918" name="Freeform: Shape 917">
              <a:extLst>
                <a:ext uri="{FF2B5EF4-FFF2-40B4-BE49-F238E27FC236}">
                  <a16:creationId xmlns:a16="http://schemas.microsoft.com/office/drawing/2014/main" id="{E179F950-FE0A-A013-D723-76EB4D6C1766}"/>
                </a:ext>
              </a:extLst>
            </p:cNvPr>
            <p:cNvSpPr/>
            <p:nvPr/>
          </p:nvSpPr>
          <p:spPr>
            <a:xfrm>
              <a:off x="5612765" y="5034811"/>
              <a:ext cx="12700" cy="21209"/>
            </a:xfrm>
            <a:custGeom>
              <a:avLst/>
              <a:gdLst>
                <a:gd name="csX0" fmla="*/ 0 w 12700"/>
                <a:gd name="csY0" fmla="*/ 21209 h 21209"/>
                <a:gd name="csX1" fmla="*/ 0 w 12700"/>
                <a:gd name="csY1" fmla="*/ 0 h 21209"/>
              </a:gdLst>
              <a:ahLst/>
              <a:cxnLst>
                <a:cxn ang="0">
                  <a:pos x="csX0" y="csY0"/>
                </a:cxn>
                <a:cxn ang="0">
                  <a:pos x="csX1" y="csY1"/>
                </a:cxn>
              </a:cxnLst>
              <a:rect l="l" t="t" r="r" b="b"/>
              <a:pathLst>
                <a:path w="12700" h="21209">
                  <a:moveTo>
                    <a:pt x="0" y="21209"/>
                  </a:moveTo>
                  <a:lnTo>
                    <a:pt x="0" y="0"/>
                  </a:lnTo>
                </a:path>
              </a:pathLst>
            </a:custGeom>
            <a:ln w="13589" cap="flat">
              <a:solidFill>
                <a:srgbClr val="333333"/>
              </a:solidFill>
              <a:prstDash val="solid"/>
              <a:round/>
            </a:ln>
          </p:spPr>
          <p:txBody>
            <a:bodyPr/>
            <a:lstStyle/>
            <a:p>
              <a:endParaRPr lang="en-US" sz="2800"/>
            </a:p>
          </p:txBody>
        </p:sp>
        <p:sp>
          <p:nvSpPr>
            <p:cNvPr id="919" name="Freeform: Shape 918">
              <a:extLst>
                <a:ext uri="{FF2B5EF4-FFF2-40B4-BE49-F238E27FC236}">
                  <a16:creationId xmlns:a16="http://schemas.microsoft.com/office/drawing/2014/main" id="{E097CEF9-18A6-9472-11D3-111829C1EBBA}"/>
                </a:ext>
              </a:extLst>
            </p:cNvPr>
            <p:cNvSpPr/>
            <p:nvPr/>
          </p:nvSpPr>
          <p:spPr>
            <a:xfrm>
              <a:off x="5612765" y="5098438"/>
              <a:ext cx="12700" cy="21209"/>
            </a:xfrm>
            <a:custGeom>
              <a:avLst/>
              <a:gdLst>
                <a:gd name="csX0" fmla="*/ 0 w 12700"/>
                <a:gd name="csY0" fmla="*/ 0 h 21209"/>
                <a:gd name="csX1" fmla="*/ 0 w 12700"/>
                <a:gd name="csY1" fmla="*/ 21209 h 21209"/>
              </a:gdLst>
              <a:ahLst/>
              <a:cxnLst>
                <a:cxn ang="0">
                  <a:pos x="csX0" y="csY0"/>
                </a:cxn>
                <a:cxn ang="0">
                  <a:pos x="csX1" y="csY1"/>
                </a:cxn>
              </a:cxnLst>
              <a:rect l="l" t="t" r="r" b="b"/>
              <a:pathLst>
                <a:path w="12700" h="21209">
                  <a:moveTo>
                    <a:pt x="0" y="0"/>
                  </a:moveTo>
                  <a:lnTo>
                    <a:pt x="0" y="21209"/>
                  </a:lnTo>
                </a:path>
              </a:pathLst>
            </a:custGeom>
            <a:ln w="13589" cap="flat">
              <a:solidFill>
                <a:srgbClr val="333333"/>
              </a:solidFill>
              <a:prstDash val="solid"/>
              <a:round/>
            </a:ln>
          </p:spPr>
          <p:txBody>
            <a:bodyPr/>
            <a:lstStyle/>
            <a:p>
              <a:endParaRPr lang="en-US" sz="2800"/>
            </a:p>
          </p:txBody>
        </p:sp>
        <p:sp>
          <p:nvSpPr>
            <p:cNvPr id="920" name="Freeform: Shape 919">
              <a:extLst>
                <a:ext uri="{FF2B5EF4-FFF2-40B4-BE49-F238E27FC236}">
                  <a16:creationId xmlns:a16="http://schemas.microsoft.com/office/drawing/2014/main" id="{EA9AF199-7810-AA0B-F563-67726A12C84D}"/>
                </a:ext>
              </a:extLst>
            </p:cNvPr>
            <p:cNvSpPr/>
            <p:nvPr/>
          </p:nvSpPr>
          <p:spPr>
            <a:xfrm>
              <a:off x="5556757" y="5056019"/>
              <a:ext cx="112141" cy="42418"/>
            </a:xfrm>
            <a:custGeom>
              <a:avLst/>
              <a:gdLst>
                <a:gd name="csX0" fmla="*/ 0 w 112141"/>
                <a:gd name="csY0" fmla="*/ 0 h 42418"/>
                <a:gd name="csX1" fmla="*/ 0 w 112141"/>
                <a:gd name="csY1" fmla="*/ 42418 h 42418"/>
                <a:gd name="csX2" fmla="*/ 112141 w 112141"/>
                <a:gd name="csY2" fmla="*/ 42418 h 42418"/>
                <a:gd name="csX3" fmla="*/ 112141 w 112141"/>
                <a:gd name="csY3" fmla="*/ 0 h 42418"/>
                <a:gd name="csX4" fmla="*/ 0 w 112141"/>
                <a:gd name="csY4" fmla="*/ 0 h 42418"/>
              </a:gdLst>
              <a:ahLst/>
              <a:cxnLst>
                <a:cxn ang="0">
                  <a:pos x="csX0" y="csY0"/>
                </a:cxn>
                <a:cxn ang="0">
                  <a:pos x="csX1" y="csY1"/>
                </a:cxn>
                <a:cxn ang="0">
                  <a:pos x="csX2" y="csY2"/>
                </a:cxn>
                <a:cxn ang="0">
                  <a:pos x="csX3" y="csY3"/>
                </a:cxn>
                <a:cxn ang="0">
                  <a:pos x="csX4" y="csY4"/>
                </a:cxn>
              </a:cxnLst>
              <a:rect l="l" t="t" r="r" b="b"/>
              <a:pathLst>
                <a:path w="112141" h="42418">
                  <a:moveTo>
                    <a:pt x="0" y="0"/>
                  </a:moveTo>
                  <a:lnTo>
                    <a:pt x="0" y="42418"/>
                  </a:lnTo>
                  <a:lnTo>
                    <a:pt x="112141" y="42418"/>
                  </a:lnTo>
                  <a:lnTo>
                    <a:pt x="112141" y="0"/>
                  </a:lnTo>
                  <a:lnTo>
                    <a:pt x="0" y="0"/>
                  </a:lnTo>
                  <a:close/>
                </a:path>
              </a:pathLst>
            </a:custGeom>
            <a:solidFill>
              <a:srgbClr val="F7F056"/>
            </a:solidFill>
            <a:ln w="13589" cap="flat">
              <a:solidFill>
                <a:srgbClr val="333333"/>
              </a:solidFill>
              <a:prstDash val="solid"/>
              <a:miter/>
            </a:ln>
          </p:spPr>
          <p:txBody>
            <a:bodyPr/>
            <a:lstStyle/>
            <a:p>
              <a:endParaRPr lang="en-US" sz="2800"/>
            </a:p>
          </p:txBody>
        </p:sp>
        <p:sp>
          <p:nvSpPr>
            <p:cNvPr id="921" name="Freeform: Shape 920">
              <a:extLst>
                <a:ext uri="{FF2B5EF4-FFF2-40B4-BE49-F238E27FC236}">
                  <a16:creationId xmlns:a16="http://schemas.microsoft.com/office/drawing/2014/main" id="{3082D644-BEB3-02AD-18CF-B5761B45B6A3}"/>
                </a:ext>
              </a:extLst>
            </p:cNvPr>
            <p:cNvSpPr/>
            <p:nvPr/>
          </p:nvSpPr>
          <p:spPr>
            <a:xfrm>
              <a:off x="5556758" y="5077229"/>
              <a:ext cx="112140" cy="12700"/>
            </a:xfrm>
            <a:custGeom>
              <a:avLst/>
              <a:gdLst>
                <a:gd name="csX0" fmla="*/ 0 w 112140"/>
                <a:gd name="csY0" fmla="*/ 0 h 12700"/>
                <a:gd name="csX1" fmla="*/ 112141 w 112140"/>
                <a:gd name="csY1" fmla="*/ 0 h 12700"/>
              </a:gdLst>
              <a:ahLst/>
              <a:cxnLst>
                <a:cxn ang="0">
                  <a:pos x="csX0" y="csY0"/>
                </a:cxn>
                <a:cxn ang="0">
                  <a:pos x="csX1" y="csY1"/>
                </a:cxn>
              </a:cxnLst>
              <a:rect l="l" t="t" r="r" b="b"/>
              <a:pathLst>
                <a:path w="112140" h="12700">
                  <a:moveTo>
                    <a:pt x="0" y="0"/>
                  </a:moveTo>
                  <a:lnTo>
                    <a:pt x="112141" y="0"/>
                  </a:lnTo>
                </a:path>
              </a:pathLst>
            </a:custGeom>
            <a:ln w="27051" cap="flat">
              <a:solidFill>
                <a:srgbClr val="333333"/>
              </a:solidFill>
              <a:prstDash val="solid"/>
              <a:miter/>
            </a:ln>
          </p:spPr>
          <p:txBody>
            <a:bodyPr/>
            <a:lstStyle/>
            <a:p>
              <a:endParaRPr lang="en-US" sz="2800"/>
            </a:p>
          </p:txBody>
        </p:sp>
        <p:sp>
          <p:nvSpPr>
            <p:cNvPr id="922" name="Freeform: Shape 921">
              <a:extLst>
                <a:ext uri="{FF2B5EF4-FFF2-40B4-BE49-F238E27FC236}">
                  <a16:creationId xmlns:a16="http://schemas.microsoft.com/office/drawing/2014/main" id="{F9ADD401-9452-ACB1-9DBE-4B26FCBA5339}"/>
                </a:ext>
              </a:extLst>
            </p:cNvPr>
            <p:cNvSpPr/>
            <p:nvPr/>
          </p:nvSpPr>
          <p:spPr>
            <a:xfrm>
              <a:off x="5986526" y="4938672"/>
              <a:ext cx="12700" cy="68833"/>
            </a:xfrm>
            <a:custGeom>
              <a:avLst/>
              <a:gdLst>
                <a:gd name="csX0" fmla="*/ 0 w 12700"/>
                <a:gd name="csY0" fmla="*/ 68834 h 68833"/>
                <a:gd name="csX1" fmla="*/ 0 w 12700"/>
                <a:gd name="csY1" fmla="*/ 0 h 68833"/>
              </a:gdLst>
              <a:ahLst/>
              <a:cxnLst>
                <a:cxn ang="0">
                  <a:pos x="csX0" y="csY0"/>
                </a:cxn>
                <a:cxn ang="0">
                  <a:pos x="csX1" y="csY1"/>
                </a:cxn>
              </a:cxnLst>
              <a:rect l="l" t="t" r="r" b="b"/>
              <a:pathLst>
                <a:path w="12700" h="68833">
                  <a:moveTo>
                    <a:pt x="0" y="68834"/>
                  </a:moveTo>
                  <a:lnTo>
                    <a:pt x="0" y="0"/>
                  </a:lnTo>
                </a:path>
              </a:pathLst>
            </a:custGeom>
            <a:ln w="13589" cap="flat">
              <a:solidFill>
                <a:srgbClr val="333333"/>
              </a:solidFill>
              <a:prstDash val="solid"/>
              <a:round/>
            </a:ln>
          </p:spPr>
          <p:txBody>
            <a:bodyPr/>
            <a:lstStyle/>
            <a:p>
              <a:endParaRPr lang="en-US" sz="2800"/>
            </a:p>
          </p:txBody>
        </p:sp>
        <p:sp>
          <p:nvSpPr>
            <p:cNvPr id="923" name="Freeform: Shape 922">
              <a:extLst>
                <a:ext uri="{FF2B5EF4-FFF2-40B4-BE49-F238E27FC236}">
                  <a16:creationId xmlns:a16="http://schemas.microsoft.com/office/drawing/2014/main" id="{1D4F8977-2740-1EE5-CDA2-DA21EE950FE6}"/>
                </a:ext>
              </a:extLst>
            </p:cNvPr>
            <p:cNvSpPr/>
            <p:nvPr/>
          </p:nvSpPr>
          <p:spPr>
            <a:xfrm>
              <a:off x="5986526" y="5086754"/>
              <a:ext cx="12700" cy="55498"/>
            </a:xfrm>
            <a:custGeom>
              <a:avLst/>
              <a:gdLst>
                <a:gd name="csX0" fmla="*/ 0 w 12700"/>
                <a:gd name="csY0" fmla="*/ 0 h 55498"/>
                <a:gd name="csX1" fmla="*/ 0 w 12700"/>
                <a:gd name="csY1" fmla="*/ 55499 h 55498"/>
              </a:gdLst>
              <a:ahLst/>
              <a:cxnLst>
                <a:cxn ang="0">
                  <a:pos x="csX0" y="csY0"/>
                </a:cxn>
                <a:cxn ang="0">
                  <a:pos x="csX1" y="csY1"/>
                </a:cxn>
              </a:cxnLst>
              <a:rect l="l" t="t" r="r" b="b"/>
              <a:pathLst>
                <a:path w="12700" h="55498">
                  <a:moveTo>
                    <a:pt x="0" y="0"/>
                  </a:moveTo>
                  <a:lnTo>
                    <a:pt x="0" y="55499"/>
                  </a:lnTo>
                </a:path>
              </a:pathLst>
            </a:custGeom>
            <a:ln w="13589" cap="flat">
              <a:solidFill>
                <a:srgbClr val="333333"/>
              </a:solidFill>
              <a:prstDash val="solid"/>
              <a:round/>
            </a:ln>
          </p:spPr>
          <p:txBody>
            <a:bodyPr/>
            <a:lstStyle/>
            <a:p>
              <a:endParaRPr lang="en-US" sz="2800"/>
            </a:p>
          </p:txBody>
        </p:sp>
        <p:sp>
          <p:nvSpPr>
            <p:cNvPr id="924" name="Freeform: Shape 923">
              <a:extLst>
                <a:ext uri="{FF2B5EF4-FFF2-40B4-BE49-F238E27FC236}">
                  <a16:creationId xmlns:a16="http://schemas.microsoft.com/office/drawing/2014/main" id="{A268CC83-2920-9C9F-A6F9-9B1526784ECB}"/>
                </a:ext>
              </a:extLst>
            </p:cNvPr>
            <p:cNvSpPr/>
            <p:nvPr/>
          </p:nvSpPr>
          <p:spPr>
            <a:xfrm>
              <a:off x="5930518" y="5007505"/>
              <a:ext cx="112141" cy="79247"/>
            </a:xfrm>
            <a:custGeom>
              <a:avLst/>
              <a:gdLst>
                <a:gd name="csX0" fmla="*/ 0 w 112141"/>
                <a:gd name="csY0" fmla="*/ 0 h 79247"/>
                <a:gd name="csX1" fmla="*/ 0 w 112141"/>
                <a:gd name="csY1" fmla="*/ 79248 h 79247"/>
                <a:gd name="csX2" fmla="*/ 112141 w 112141"/>
                <a:gd name="csY2" fmla="*/ 79248 h 79247"/>
                <a:gd name="csX3" fmla="*/ 112141 w 112141"/>
                <a:gd name="csY3" fmla="*/ 0 h 79247"/>
                <a:gd name="csX4" fmla="*/ 0 w 112141"/>
                <a:gd name="csY4" fmla="*/ 0 h 79247"/>
              </a:gdLst>
              <a:ahLst/>
              <a:cxnLst>
                <a:cxn ang="0">
                  <a:pos x="csX0" y="csY0"/>
                </a:cxn>
                <a:cxn ang="0">
                  <a:pos x="csX1" y="csY1"/>
                </a:cxn>
                <a:cxn ang="0">
                  <a:pos x="csX2" y="csY2"/>
                </a:cxn>
                <a:cxn ang="0">
                  <a:pos x="csX3" y="csY3"/>
                </a:cxn>
                <a:cxn ang="0">
                  <a:pos x="csX4" y="csY4"/>
                </a:cxn>
              </a:cxnLst>
              <a:rect l="l" t="t" r="r" b="b"/>
              <a:pathLst>
                <a:path w="112141" h="79247">
                  <a:moveTo>
                    <a:pt x="0" y="0"/>
                  </a:moveTo>
                  <a:lnTo>
                    <a:pt x="0" y="79248"/>
                  </a:lnTo>
                  <a:lnTo>
                    <a:pt x="112141" y="79248"/>
                  </a:lnTo>
                  <a:lnTo>
                    <a:pt x="112141" y="0"/>
                  </a:lnTo>
                  <a:lnTo>
                    <a:pt x="0" y="0"/>
                  </a:lnTo>
                  <a:close/>
                </a:path>
              </a:pathLst>
            </a:custGeom>
            <a:solidFill>
              <a:srgbClr val="FF0000"/>
            </a:solidFill>
            <a:ln w="13589" cap="flat">
              <a:solidFill>
                <a:srgbClr val="333333"/>
              </a:solidFill>
              <a:prstDash val="solid"/>
              <a:miter/>
            </a:ln>
          </p:spPr>
          <p:txBody>
            <a:bodyPr/>
            <a:lstStyle/>
            <a:p>
              <a:endParaRPr lang="en-US" sz="2800"/>
            </a:p>
          </p:txBody>
        </p:sp>
        <p:sp>
          <p:nvSpPr>
            <p:cNvPr id="925" name="Freeform: Shape 924">
              <a:extLst>
                <a:ext uri="{FF2B5EF4-FFF2-40B4-BE49-F238E27FC236}">
                  <a16:creationId xmlns:a16="http://schemas.microsoft.com/office/drawing/2014/main" id="{C372C904-5D05-AC0C-D025-B045F9D8067C}"/>
                </a:ext>
              </a:extLst>
            </p:cNvPr>
            <p:cNvSpPr/>
            <p:nvPr/>
          </p:nvSpPr>
          <p:spPr>
            <a:xfrm>
              <a:off x="5930519" y="5058179"/>
              <a:ext cx="112141" cy="12700"/>
            </a:xfrm>
            <a:custGeom>
              <a:avLst/>
              <a:gdLst>
                <a:gd name="csX0" fmla="*/ 0 w 112141"/>
                <a:gd name="csY0" fmla="*/ 0 h 12700"/>
                <a:gd name="csX1" fmla="*/ 112141 w 112141"/>
                <a:gd name="csY1" fmla="*/ 0 h 12700"/>
              </a:gdLst>
              <a:ahLst/>
              <a:cxnLst>
                <a:cxn ang="0">
                  <a:pos x="csX0" y="csY0"/>
                </a:cxn>
                <a:cxn ang="0">
                  <a:pos x="csX1" y="csY1"/>
                </a:cxn>
              </a:cxnLst>
              <a:rect l="l" t="t" r="r" b="b"/>
              <a:pathLst>
                <a:path w="112141" h="12700">
                  <a:moveTo>
                    <a:pt x="0" y="0"/>
                  </a:moveTo>
                  <a:lnTo>
                    <a:pt x="112141" y="0"/>
                  </a:lnTo>
                </a:path>
              </a:pathLst>
            </a:custGeom>
            <a:ln w="27051" cap="flat">
              <a:solidFill>
                <a:srgbClr val="333333"/>
              </a:solidFill>
              <a:prstDash val="solid"/>
              <a:miter/>
            </a:ln>
          </p:spPr>
          <p:txBody>
            <a:bodyPr/>
            <a:lstStyle/>
            <a:p>
              <a:endParaRPr lang="en-US" sz="2800"/>
            </a:p>
          </p:txBody>
        </p:sp>
        <p:sp>
          <p:nvSpPr>
            <p:cNvPr id="926" name="Oval 925">
              <a:extLst>
                <a:ext uri="{FF2B5EF4-FFF2-40B4-BE49-F238E27FC236}">
                  <a16:creationId xmlns:a16="http://schemas.microsoft.com/office/drawing/2014/main" id="{6036E111-1D11-F639-69F3-FAD4CB532B95}"/>
                </a:ext>
              </a:extLst>
            </p:cNvPr>
            <p:cNvSpPr/>
            <p:nvPr/>
          </p:nvSpPr>
          <p:spPr>
            <a:xfrm>
              <a:off x="5610225" y="5101232"/>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27" name="Oval 926">
              <a:extLst>
                <a:ext uri="{FF2B5EF4-FFF2-40B4-BE49-F238E27FC236}">
                  <a16:creationId xmlns:a16="http://schemas.microsoft.com/office/drawing/2014/main" id="{A1DC37D2-6A20-E5AC-D516-E04534B65CE3}"/>
                </a:ext>
              </a:extLst>
            </p:cNvPr>
            <p:cNvSpPr/>
            <p:nvPr/>
          </p:nvSpPr>
          <p:spPr>
            <a:xfrm>
              <a:off x="5424170" y="4996711"/>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28" name="Oval 927">
              <a:extLst>
                <a:ext uri="{FF2B5EF4-FFF2-40B4-BE49-F238E27FC236}">
                  <a16:creationId xmlns:a16="http://schemas.microsoft.com/office/drawing/2014/main" id="{21DA6C55-090E-B5BF-C77B-23ABBEBD137D}"/>
                </a:ext>
              </a:extLst>
            </p:cNvPr>
            <p:cNvSpPr/>
            <p:nvPr/>
          </p:nvSpPr>
          <p:spPr>
            <a:xfrm>
              <a:off x="5960491" y="5067577"/>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29" name="Oval 928">
              <a:extLst>
                <a:ext uri="{FF2B5EF4-FFF2-40B4-BE49-F238E27FC236}">
                  <a16:creationId xmlns:a16="http://schemas.microsoft.com/office/drawing/2014/main" id="{7827AC00-33D0-25A2-F81E-438FC2DC765B}"/>
                </a:ext>
              </a:extLst>
            </p:cNvPr>
            <p:cNvSpPr/>
            <p:nvPr/>
          </p:nvSpPr>
          <p:spPr>
            <a:xfrm>
              <a:off x="5233416" y="5043320"/>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0" name="Oval 929">
              <a:extLst>
                <a:ext uri="{FF2B5EF4-FFF2-40B4-BE49-F238E27FC236}">
                  <a16:creationId xmlns:a16="http://schemas.microsoft.com/office/drawing/2014/main" id="{28496A21-DE7B-E8F2-3345-683A53173FB1}"/>
                </a:ext>
              </a:extLst>
            </p:cNvPr>
            <p:cNvSpPr/>
            <p:nvPr/>
          </p:nvSpPr>
          <p:spPr>
            <a:xfrm>
              <a:off x="5973826" y="5012713"/>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1" name="Oval 930">
              <a:extLst>
                <a:ext uri="{FF2B5EF4-FFF2-40B4-BE49-F238E27FC236}">
                  <a16:creationId xmlns:a16="http://schemas.microsoft.com/office/drawing/2014/main" id="{95D21F30-D128-0CD9-5E20-B3A654EC93DB}"/>
                </a:ext>
              </a:extLst>
            </p:cNvPr>
            <p:cNvSpPr/>
            <p:nvPr/>
          </p:nvSpPr>
          <p:spPr>
            <a:xfrm>
              <a:off x="5221732" y="4743727"/>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2" name="Oval 931">
              <a:extLst>
                <a:ext uri="{FF2B5EF4-FFF2-40B4-BE49-F238E27FC236}">
                  <a16:creationId xmlns:a16="http://schemas.microsoft.com/office/drawing/2014/main" id="{B773CD99-635D-BC2A-0585-9D604DC1F395}"/>
                </a:ext>
              </a:extLst>
            </p:cNvPr>
            <p:cNvSpPr/>
            <p:nvPr/>
          </p:nvSpPr>
          <p:spPr>
            <a:xfrm>
              <a:off x="5977382" y="5124346"/>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3" name="Oval 932">
              <a:extLst>
                <a:ext uri="{FF2B5EF4-FFF2-40B4-BE49-F238E27FC236}">
                  <a16:creationId xmlns:a16="http://schemas.microsoft.com/office/drawing/2014/main" id="{F66D8B38-92EA-27D1-66A1-299FE3F85207}"/>
                </a:ext>
              </a:extLst>
            </p:cNvPr>
            <p:cNvSpPr/>
            <p:nvPr/>
          </p:nvSpPr>
          <p:spPr>
            <a:xfrm>
              <a:off x="5207381" y="5130315"/>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4" name="Oval 933">
              <a:extLst>
                <a:ext uri="{FF2B5EF4-FFF2-40B4-BE49-F238E27FC236}">
                  <a16:creationId xmlns:a16="http://schemas.microsoft.com/office/drawing/2014/main" id="{E8C89BA9-EFB9-4843-846D-A05BAA8AD8B9}"/>
                </a:ext>
              </a:extLst>
            </p:cNvPr>
            <p:cNvSpPr/>
            <p:nvPr/>
          </p:nvSpPr>
          <p:spPr>
            <a:xfrm>
              <a:off x="5974461" y="4920638"/>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5" name="Oval 934">
              <a:extLst>
                <a:ext uri="{FF2B5EF4-FFF2-40B4-BE49-F238E27FC236}">
                  <a16:creationId xmlns:a16="http://schemas.microsoft.com/office/drawing/2014/main" id="{42018AB9-6474-69BB-B98C-A3ACB29A9B9A}"/>
                </a:ext>
              </a:extLst>
            </p:cNvPr>
            <p:cNvSpPr/>
            <p:nvPr/>
          </p:nvSpPr>
          <p:spPr>
            <a:xfrm>
              <a:off x="5228717" y="4936132"/>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6" name="Oval 935">
              <a:extLst>
                <a:ext uri="{FF2B5EF4-FFF2-40B4-BE49-F238E27FC236}">
                  <a16:creationId xmlns:a16="http://schemas.microsoft.com/office/drawing/2014/main" id="{F700C04F-9C22-47C8-8E3F-250E5B02D640}"/>
                </a:ext>
              </a:extLst>
            </p:cNvPr>
            <p:cNvSpPr/>
            <p:nvPr/>
          </p:nvSpPr>
          <p:spPr>
            <a:xfrm>
              <a:off x="5966968" y="5068847"/>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7" name="Oval 936">
              <a:extLst>
                <a:ext uri="{FF2B5EF4-FFF2-40B4-BE49-F238E27FC236}">
                  <a16:creationId xmlns:a16="http://schemas.microsoft.com/office/drawing/2014/main" id="{603CFA18-C79D-9B64-694D-91E90A1B8185}"/>
                </a:ext>
              </a:extLst>
            </p:cNvPr>
            <p:cNvSpPr/>
            <p:nvPr/>
          </p:nvSpPr>
          <p:spPr>
            <a:xfrm>
              <a:off x="5229225" y="5037478"/>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8" name="Oval 937">
              <a:extLst>
                <a:ext uri="{FF2B5EF4-FFF2-40B4-BE49-F238E27FC236}">
                  <a16:creationId xmlns:a16="http://schemas.microsoft.com/office/drawing/2014/main" id="{ED8F5686-B33B-10A4-7CFE-94E364348ACA}"/>
                </a:ext>
              </a:extLst>
            </p:cNvPr>
            <p:cNvSpPr/>
            <p:nvPr/>
          </p:nvSpPr>
          <p:spPr>
            <a:xfrm>
              <a:off x="5424170" y="4957341"/>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39" name="Oval 938">
              <a:extLst>
                <a:ext uri="{FF2B5EF4-FFF2-40B4-BE49-F238E27FC236}">
                  <a16:creationId xmlns:a16="http://schemas.microsoft.com/office/drawing/2014/main" id="{D8C52764-FD71-5408-FB4C-B5425DA26971}"/>
                </a:ext>
              </a:extLst>
            </p:cNvPr>
            <p:cNvSpPr/>
            <p:nvPr/>
          </p:nvSpPr>
          <p:spPr>
            <a:xfrm>
              <a:off x="5959348" y="4981725"/>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40" name="Oval 939">
              <a:extLst>
                <a:ext uri="{FF2B5EF4-FFF2-40B4-BE49-F238E27FC236}">
                  <a16:creationId xmlns:a16="http://schemas.microsoft.com/office/drawing/2014/main" id="{EFEAC94C-90D9-1FA1-7D94-347296F559F1}"/>
                </a:ext>
              </a:extLst>
            </p:cNvPr>
            <p:cNvSpPr/>
            <p:nvPr/>
          </p:nvSpPr>
          <p:spPr>
            <a:xfrm>
              <a:off x="5219573" y="5179845"/>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41" name="Oval 940">
              <a:extLst>
                <a:ext uri="{FF2B5EF4-FFF2-40B4-BE49-F238E27FC236}">
                  <a16:creationId xmlns:a16="http://schemas.microsoft.com/office/drawing/2014/main" id="{01F0F4A3-D068-2091-7F3C-435BDC0ECAA8}"/>
                </a:ext>
              </a:extLst>
            </p:cNvPr>
            <p:cNvSpPr/>
            <p:nvPr/>
          </p:nvSpPr>
          <p:spPr>
            <a:xfrm>
              <a:off x="5611241" y="5016523"/>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42" name="Oval 941">
              <a:extLst>
                <a:ext uri="{FF2B5EF4-FFF2-40B4-BE49-F238E27FC236}">
                  <a16:creationId xmlns:a16="http://schemas.microsoft.com/office/drawing/2014/main" id="{0D59987D-91CE-424C-6413-C84ADBA3BC87}"/>
                </a:ext>
              </a:extLst>
            </p:cNvPr>
            <p:cNvSpPr/>
            <p:nvPr/>
          </p:nvSpPr>
          <p:spPr>
            <a:xfrm>
              <a:off x="5425821" y="5190894"/>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43" name="Oval 942">
              <a:extLst>
                <a:ext uri="{FF2B5EF4-FFF2-40B4-BE49-F238E27FC236}">
                  <a16:creationId xmlns:a16="http://schemas.microsoft.com/office/drawing/2014/main" id="{69EF8478-70AE-1735-E6BB-13FB0A039992}"/>
                </a:ext>
              </a:extLst>
            </p:cNvPr>
            <p:cNvSpPr/>
            <p:nvPr/>
          </p:nvSpPr>
          <p:spPr>
            <a:xfrm>
              <a:off x="5393563" y="4913780"/>
              <a:ext cx="36067"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44" name="Oval 943">
              <a:extLst>
                <a:ext uri="{FF2B5EF4-FFF2-40B4-BE49-F238E27FC236}">
                  <a16:creationId xmlns:a16="http://schemas.microsoft.com/office/drawing/2014/main" id="{23BA74C1-AFD3-EA43-C87A-EA9279C1B11E}"/>
                </a:ext>
              </a:extLst>
            </p:cNvPr>
            <p:cNvSpPr/>
            <p:nvPr/>
          </p:nvSpPr>
          <p:spPr>
            <a:xfrm>
              <a:off x="5780786" y="4973343"/>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45" name="Oval 944">
              <a:extLst>
                <a:ext uri="{FF2B5EF4-FFF2-40B4-BE49-F238E27FC236}">
                  <a16:creationId xmlns:a16="http://schemas.microsoft.com/office/drawing/2014/main" id="{553B17DD-73C0-51F7-1ACF-53D5284A57F2}"/>
                </a:ext>
              </a:extLst>
            </p:cNvPr>
            <p:cNvSpPr/>
            <p:nvPr/>
          </p:nvSpPr>
          <p:spPr>
            <a:xfrm>
              <a:off x="5410200" y="5109487"/>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946" name="TextBox 945">
              <a:extLst>
                <a:ext uri="{FF2B5EF4-FFF2-40B4-BE49-F238E27FC236}">
                  <a16:creationId xmlns:a16="http://schemas.microsoft.com/office/drawing/2014/main" id="{D4CB3A94-9E63-8D15-CA5E-C74FA007CDF7}"/>
                </a:ext>
              </a:extLst>
            </p:cNvPr>
            <p:cNvSpPr txBox="1"/>
            <p:nvPr/>
          </p:nvSpPr>
          <p:spPr>
            <a:xfrm>
              <a:off x="5120265" y="4588266"/>
              <a:ext cx="463588" cy="200055"/>
            </a:xfrm>
            <a:prstGeom prst="rect">
              <a:avLst/>
            </a:prstGeom>
            <a:noFill/>
          </p:spPr>
          <p:txBody>
            <a:bodyPr wrap="none" rtlCol="0">
              <a:spAutoFit/>
            </a:bodyPr>
            <a:lstStyle/>
            <a:p>
              <a:pPr algn="l"/>
              <a:r>
                <a:rPr lang="en-US" sz="700" spc="0" baseline="0">
                  <a:ln/>
                  <a:solidFill>
                    <a:srgbClr val="000000"/>
                  </a:solidFill>
                  <a:latin typeface="Arial"/>
                  <a:cs typeface="Arial"/>
                  <a:sym typeface="Arial"/>
                  <a:rtl val="0"/>
                </a:rPr>
                <a:t>p = 0.5</a:t>
              </a:r>
            </a:p>
          </p:txBody>
        </p:sp>
        <p:sp>
          <p:nvSpPr>
            <p:cNvPr id="947" name="Freeform: Shape 946">
              <a:extLst>
                <a:ext uri="{FF2B5EF4-FFF2-40B4-BE49-F238E27FC236}">
                  <a16:creationId xmlns:a16="http://schemas.microsoft.com/office/drawing/2014/main" id="{4DB66D26-F909-063D-C4B0-C75773E208D7}"/>
                </a:ext>
              </a:extLst>
            </p:cNvPr>
            <p:cNvSpPr/>
            <p:nvPr/>
          </p:nvSpPr>
          <p:spPr>
            <a:xfrm>
              <a:off x="5239004" y="4707405"/>
              <a:ext cx="168275" cy="12700"/>
            </a:xfrm>
            <a:custGeom>
              <a:avLst/>
              <a:gdLst>
                <a:gd name="csX0" fmla="*/ 0 w 168275"/>
                <a:gd name="csY0" fmla="*/ 0 h 12700"/>
                <a:gd name="csX1" fmla="*/ 168275 w 168275"/>
                <a:gd name="csY1" fmla="*/ 0 h 12700"/>
              </a:gdLst>
              <a:ahLst/>
              <a:cxnLst>
                <a:cxn ang="0">
                  <a:pos x="csX0" y="csY0"/>
                </a:cxn>
                <a:cxn ang="0">
                  <a:pos x="csX1" y="csY1"/>
                </a:cxn>
              </a:cxnLst>
              <a:rect l="l" t="t" r="r" b="b"/>
              <a:pathLst>
                <a:path w="168275" h="12700">
                  <a:moveTo>
                    <a:pt x="0" y="0"/>
                  </a:moveTo>
                  <a:lnTo>
                    <a:pt x="168275" y="0"/>
                  </a:lnTo>
                </a:path>
              </a:pathLst>
            </a:custGeom>
            <a:ln w="13589" cap="rnd">
              <a:solidFill>
                <a:srgbClr val="000000"/>
              </a:solidFill>
              <a:prstDash val="solid"/>
              <a:round/>
            </a:ln>
          </p:spPr>
          <p:txBody>
            <a:bodyPr/>
            <a:lstStyle/>
            <a:p>
              <a:endParaRPr lang="en-US" sz="2800"/>
            </a:p>
          </p:txBody>
        </p:sp>
        <p:sp>
          <p:nvSpPr>
            <p:cNvPr id="948" name="TextBox 947">
              <a:extLst>
                <a:ext uri="{FF2B5EF4-FFF2-40B4-BE49-F238E27FC236}">
                  <a16:creationId xmlns:a16="http://schemas.microsoft.com/office/drawing/2014/main" id="{CB2BE530-9B8E-CB27-24BB-55BF87F6E538}"/>
                </a:ext>
              </a:extLst>
            </p:cNvPr>
            <p:cNvSpPr txBox="1"/>
            <p:nvPr/>
          </p:nvSpPr>
          <p:spPr>
            <a:xfrm>
              <a:off x="5472506" y="4588266"/>
              <a:ext cx="562975" cy="200055"/>
            </a:xfrm>
            <a:prstGeom prst="rect">
              <a:avLst/>
            </a:prstGeom>
            <a:noFill/>
          </p:spPr>
          <p:txBody>
            <a:bodyPr wrap="none" rtlCol="0">
              <a:spAutoFit/>
            </a:bodyPr>
            <a:lstStyle/>
            <a:p>
              <a:pPr algn="l"/>
              <a:r>
                <a:rPr lang="en-US" sz="700" spc="0" baseline="0">
                  <a:ln/>
                  <a:solidFill>
                    <a:srgbClr val="000000"/>
                  </a:solidFill>
                  <a:latin typeface="Arial"/>
                  <a:cs typeface="Arial"/>
                  <a:sym typeface="Arial"/>
                  <a:rtl val="0"/>
                </a:rPr>
                <a:t>p = 0.554</a:t>
              </a:r>
            </a:p>
          </p:txBody>
        </p:sp>
        <p:sp>
          <p:nvSpPr>
            <p:cNvPr id="949" name="Freeform: Shape 948">
              <a:extLst>
                <a:ext uri="{FF2B5EF4-FFF2-40B4-BE49-F238E27FC236}">
                  <a16:creationId xmlns:a16="http://schemas.microsoft.com/office/drawing/2014/main" id="{ED42849E-64D0-6D93-1262-07014D160B1F}"/>
                </a:ext>
              </a:extLst>
            </p:cNvPr>
            <p:cNvSpPr/>
            <p:nvPr/>
          </p:nvSpPr>
          <p:spPr>
            <a:xfrm>
              <a:off x="5444617" y="4707405"/>
              <a:ext cx="541909" cy="12700"/>
            </a:xfrm>
            <a:custGeom>
              <a:avLst/>
              <a:gdLst>
                <a:gd name="csX0" fmla="*/ 0 w 541909"/>
                <a:gd name="csY0" fmla="*/ 0 h 12700"/>
                <a:gd name="csX1" fmla="*/ 541909 w 541909"/>
                <a:gd name="csY1" fmla="*/ 0 h 12700"/>
              </a:gdLst>
              <a:ahLst/>
              <a:cxnLst>
                <a:cxn ang="0">
                  <a:pos x="csX0" y="csY0"/>
                </a:cxn>
                <a:cxn ang="0">
                  <a:pos x="csX1" y="csY1"/>
                </a:cxn>
              </a:cxnLst>
              <a:rect l="l" t="t" r="r" b="b"/>
              <a:pathLst>
                <a:path w="541909" h="12700">
                  <a:moveTo>
                    <a:pt x="0" y="0"/>
                  </a:moveTo>
                  <a:lnTo>
                    <a:pt x="541909" y="0"/>
                  </a:lnTo>
                </a:path>
              </a:pathLst>
            </a:custGeom>
            <a:ln w="13589" cap="rnd">
              <a:solidFill>
                <a:srgbClr val="000000"/>
              </a:solidFill>
              <a:prstDash val="solid"/>
              <a:round/>
            </a:ln>
          </p:spPr>
          <p:txBody>
            <a:bodyPr/>
            <a:lstStyle/>
            <a:p>
              <a:endParaRPr lang="en-US" sz="2800"/>
            </a:p>
          </p:txBody>
        </p:sp>
        <p:sp>
          <p:nvSpPr>
            <p:cNvPr id="950" name="TextBox 949">
              <a:extLst>
                <a:ext uri="{FF2B5EF4-FFF2-40B4-BE49-F238E27FC236}">
                  <a16:creationId xmlns:a16="http://schemas.microsoft.com/office/drawing/2014/main" id="{A94A3063-B4EF-D994-513F-4A50E434121A}"/>
                </a:ext>
              </a:extLst>
            </p:cNvPr>
            <p:cNvSpPr txBox="1"/>
            <p:nvPr/>
          </p:nvSpPr>
          <p:spPr>
            <a:xfrm>
              <a:off x="5369636" y="4452122"/>
              <a:ext cx="562975" cy="200055"/>
            </a:xfrm>
            <a:prstGeom prst="rect">
              <a:avLst/>
            </a:prstGeom>
            <a:noFill/>
          </p:spPr>
          <p:txBody>
            <a:bodyPr wrap="none" rtlCol="0">
              <a:spAutoFit/>
            </a:bodyPr>
            <a:lstStyle/>
            <a:p>
              <a:pPr algn="l"/>
              <a:r>
                <a:rPr lang="en-US" sz="700" spc="0" baseline="0">
                  <a:ln/>
                  <a:solidFill>
                    <a:srgbClr val="000000"/>
                  </a:solidFill>
                  <a:latin typeface="Arial"/>
                  <a:cs typeface="Arial"/>
                  <a:sym typeface="Arial"/>
                  <a:rtl val="0"/>
                </a:rPr>
                <a:t>p = 0.831</a:t>
              </a:r>
            </a:p>
          </p:txBody>
        </p:sp>
        <p:sp>
          <p:nvSpPr>
            <p:cNvPr id="951" name="Freeform: Shape 950">
              <a:extLst>
                <a:ext uri="{FF2B5EF4-FFF2-40B4-BE49-F238E27FC236}">
                  <a16:creationId xmlns:a16="http://schemas.microsoft.com/office/drawing/2014/main" id="{1F200C8A-4B75-FA8C-BA7B-2D9250F027B7}"/>
                </a:ext>
              </a:extLst>
            </p:cNvPr>
            <p:cNvSpPr/>
            <p:nvPr/>
          </p:nvSpPr>
          <p:spPr>
            <a:xfrm>
              <a:off x="5239004" y="4571261"/>
              <a:ext cx="747522" cy="12700"/>
            </a:xfrm>
            <a:custGeom>
              <a:avLst/>
              <a:gdLst>
                <a:gd name="csX0" fmla="*/ 0 w 747522"/>
                <a:gd name="csY0" fmla="*/ 0 h 12700"/>
                <a:gd name="csX1" fmla="*/ 747522 w 747522"/>
                <a:gd name="csY1" fmla="*/ 0 h 12700"/>
              </a:gdLst>
              <a:ahLst/>
              <a:cxnLst>
                <a:cxn ang="0">
                  <a:pos x="csX0" y="csY0"/>
                </a:cxn>
                <a:cxn ang="0">
                  <a:pos x="csX1" y="csY1"/>
                </a:cxn>
              </a:cxnLst>
              <a:rect l="l" t="t" r="r" b="b"/>
              <a:pathLst>
                <a:path w="747522" h="12700">
                  <a:moveTo>
                    <a:pt x="0" y="0"/>
                  </a:moveTo>
                  <a:lnTo>
                    <a:pt x="747522" y="0"/>
                  </a:lnTo>
                </a:path>
              </a:pathLst>
            </a:custGeom>
            <a:ln w="13589" cap="rnd">
              <a:solidFill>
                <a:srgbClr val="000000"/>
              </a:solidFill>
              <a:prstDash val="solid"/>
              <a:round/>
            </a:ln>
          </p:spPr>
          <p:txBody>
            <a:bodyPr/>
            <a:lstStyle/>
            <a:p>
              <a:endParaRPr lang="en-US" sz="2800"/>
            </a:p>
          </p:txBody>
        </p:sp>
        <p:sp>
          <p:nvSpPr>
            <p:cNvPr id="953" name="Freeform: Shape 952">
              <a:extLst>
                <a:ext uri="{FF2B5EF4-FFF2-40B4-BE49-F238E27FC236}">
                  <a16:creationId xmlns:a16="http://schemas.microsoft.com/office/drawing/2014/main" id="{DF67B3FD-EE4E-CB76-EA9E-D1B50E31D07F}"/>
                </a:ext>
              </a:extLst>
            </p:cNvPr>
            <p:cNvSpPr/>
            <p:nvPr/>
          </p:nvSpPr>
          <p:spPr>
            <a:xfrm>
              <a:off x="5126863" y="4453405"/>
              <a:ext cx="12700" cy="796162"/>
            </a:xfrm>
            <a:custGeom>
              <a:avLst/>
              <a:gdLst>
                <a:gd name="csX0" fmla="*/ 0 w 12700"/>
                <a:gd name="csY0" fmla="*/ 796163 h 796162"/>
                <a:gd name="csX1" fmla="*/ 0 w 12700"/>
                <a:gd name="csY1" fmla="*/ 0 h 796162"/>
              </a:gdLst>
              <a:ahLst/>
              <a:cxnLst>
                <a:cxn ang="0">
                  <a:pos x="csX0" y="csY0"/>
                </a:cxn>
                <a:cxn ang="0">
                  <a:pos x="csX1" y="csY1"/>
                </a:cxn>
              </a:cxnLst>
              <a:rect l="l" t="t" r="r" b="b"/>
              <a:pathLst>
                <a:path w="12700" h="796162">
                  <a:moveTo>
                    <a:pt x="0" y="796163"/>
                  </a:moveTo>
                  <a:lnTo>
                    <a:pt x="0" y="0"/>
                  </a:lnTo>
                </a:path>
              </a:pathLst>
            </a:custGeom>
            <a:noFill/>
            <a:ln w="13589" cap="sq">
              <a:solidFill>
                <a:srgbClr val="000000"/>
              </a:solidFill>
              <a:prstDash val="solid"/>
              <a:round/>
            </a:ln>
          </p:spPr>
          <p:txBody>
            <a:bodyPr/>
            <a:lstStyle/>
            <a:p>
              <a:endParaRPr lang="en-US" sz="2800"/>
            </a:p>
          </p:txBody>
        </p:sp>
        <p:sp>
          <p:nvSpPr>
            <p:cNvPr id="954" name="TextBox 953">
              <a:extLst>
                <a:ext uri="{FF2B5EF4-FFF2-40B4-BE49-F238E27FC236}">
                  <a16:creationId xmlns:a16="http://schemas.microsoft.com/office/drawing/2014/main" id="{A6A2250B-0B92-DD84-E911-414C231AE583}"/>
                </a:ext>
              </a:extLst>
            </p:cNvPr>
            <p:cNvSpPr txBox="1"/>
            <p:nvPr/>
          </p:nvSpPr>
          <p:spPr>
            <a:xfrm>
              <a:off x="4817450" y="4990025"/>
              <a:ext cx="360996"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0.3</a:t>
              </a:r>
            </a:p>
          </p:txBody>
        </p:sp>
        <p:sp>
          <p:nvSpPr>
            <p:cNvPr id="955" name="TextBox 954">
              <a:extLst>
                <a:ext uri="{FF2B5EF4-FFF2-40B4-BE49-F238E27FC236}">
                  <a16:creationId xmlns:a16="http://schemas.microsoft.com/office/drawing/2014/main" id="{18CC2769-AB99-6245-C7F9-DD5633B924D1}"/>
                </a:ext>
              </a:extLst>
            </p:cNvPr>
            <p:cNvSpPr txBox="1"/>
            <p:nvPr/>
          </p:nvSpPr>
          <p:spPr>
            <a:xfrm>
              <a:off x="4817450" y="4780729"/>
              <a:ext cx="360996"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0.6</a:t>
              </a:r>
            </a:p>
          </p:txBody>
        </p:sp>
        <p:sp>
          <p:nvSpPr>
            <p:cNvPr id="956" name="TextBox 955">
              <a:extLst>
                <a:ext uri="{FF2B5EF4-FFF2-40B4-BE49-F238E27FC236}">
                  <a16:creationId xmlns:a16="http://schemas.microsoft.com/office/drawing/2014/main" id="{FB22DF00-07A2-7A46-13EF-2953DB0BFD97}"/>
                </a:ext>
              </a:extLst>
            </p:cNvPr>
            <p:cNvSpPr txBox="1"/>
            <p:nvPr/>
          </p:nvSpPr>
          <p:spPr>
            <a:xfrm>
              <a:off x="4817450" y="4571433"/>
              <a:ext cx="360996"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0.9</a:t>
              </a:r>
            </a:p>
          </p:txBody>
        </p:sp>
        <p:sp>
          <p:nvSpPr>
            <p:cNvPr id="958" name="Freeform: Shape 957">
              <a:extLst>
                <a:ext uri="{FF2B5EF4-FFF2-40B4-BE49-F238E27FC236}">
                  <a16:creationId xmlns:a16="http://schemas.microsoft.com/office/drawing/2014/main" id="{FB7152D3-E380-839B-17CB-695AE4062A7F}"/>
                </a:ext>
              </a:extLst>
            </p:cNvPr>
            <p:cNvSpPr/>
            <p:nvPr/>
          </p:nvSpPr>
          <p:spPr>
            <a:xfrm>
              <a:off x="5092064" y="5096914"/>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959" name="Freeform: Shape 958">
              <a:extLst>
                <a:ext uri="{FF2B5EF4-FFF2-40B4-BE49-F238E27FC236}">
                  <a16:creationId xmlns:a16="http://schemas.microsoft.com/office/drawing/2014/main" id="{CA599E4D-812D-5BB6-9A36-7F55F2AAA06D}"/>
                </a:ext>
              </a:extLst>
            </p:cNvPr>
            <p:cNvSpPr/>
            <p:nvPr/>
          </p:nvSpPr>
          <p:spPr>
            <a:xfrm>
              <a:off x="5092064" y="4887617"/>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960" name="Freeform: Shape 959">
              <a:extLst>
                <a:ext uri="{FF2B5EF4-FFF2-40B4-BE49-F238E27FC236}">
                  <a16:creationId xmlns:a16="http://schemas.microsoft.com/office/drawing/2014/main" id="{123F4F10-4696-C2D0-E245-F06392EB29E4}"/>
                </a:ext>
              </a:extLst>
            </p:cNvPr>
            <p:cNvSpPr/>
            <p:nvPr/>
          </p:nvSpPr>
          <p:spPr>
            <a:xfrm>
              <a:off x="5092064" y="4678322"/>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961" name="Freeform: Shape 960">
              <a:extLst>
                <a:ext uri="{FF2B5EF4-FFF2-40B4-BE49-F238E27FC236}">
                  <a16:creationId xmlns:a16="http://schemas.microsoft.com/office/drawing/2014/main" id="{B857DA66-C69A-F3F3-E56A-25C258AB90F0}"/>
                </a:ext>
              </a:extLst>
            </p:cNvPr>
            <p:cNvSpPr/>
            <p:nvPr/>
          </p:nvSpPr>
          <p:spPr>
            <a:xfrm>
              <a:off x="5092064" y="4469152"/>
              <a:ext cx="34798" cy="12700"/>
            </a:xfrm>
            <a:custGeom>
              <a:avLst/>
              <a:gdLst>
                <a:gd name="csX0" fmla="*/ 0 w 34798"/>
                <a:gd name="csY0" fmla="*/ 0 h 12700"/>
                <a:gd name="csX1" fmla="*/ 34798 w 34798"/>
                <a:gd name="csY1" fmla="*/ 0 h 12700"/>
              </a:gdLst>
              <a:ahLst/>
              <a:cxnLst>
                <a:cxn ang="0">
                  <a:pos x="csX0" y="csY0"/>
                </a:cxn>
                <a:cxn ang="0">
                  <a:pos x="csX1" y="csY1"/>
                </a:cxn>
              </a:cxnLst>
              <a:rect l="l" t="t" r="r" b="b"/>
              <a:pathLst>
                <a:path w="34798"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962" name="Freeform: Shape 961">
              <a:extLst>
                <a:ext uri="{FF2B5EF4-FFF2-40B4-BE49-F238E27FC236}">
                  <a16:creationId xmlns:a16="http://schemas.microsoft.com/office/drawing/2014/main" id="{2231A183-C1E9-8C0A-1EC4-4CF99AA861D7}"/>
                </a:ext>
              </a:extLst>
            </p:cNvPr>
            <p:cNvSpPr/>
            <p:nvPr/>
          </p:nvSpPr>
          <p:spPr>
            <a:xfrm>
              <a:off x="5126863" y="5249567"/>
              <a:ext cx="971803" cy="12700"/>
            </a:xfrm>
            <a:custGeom>
              <a:avLst/>
              <a:gdLst>
                <a:gd name="csX0" fmla="*/ 0 w 971803"/>
                <a:gd name="csY0" fmla="*/ 0 h 12700"/>
                <a:gd name="csX1" fmla="*/ 971804 w 971803"/>
                <a:gd name="csY1" fmla="*/ 0 h 12700"/>
              </a:gdLst>
              <a:ahLst/>
              <a:cxnLst>
                <a:cxn ang="0">
                  <a:pos x="csX0" y="csY0"/>
                </a:cxn>
                <a:cxn ang="0">
                  <a:pos x="csX1" y="csY1"/>
                </a:cxn>
              </a:cxnLst>
              <a:rect l="l" t="t" r="r" b="b"/>
              <a:pathLst>
                <a:path w="971803" h="12700">
                  <a:moveTo>
                    <a:pt x="0" y="0"/>
                  </a:moveTo>
                  <a:lnTo>
                    <a:pt x="971804" y="0"/>
                  </a:lnTo>
                </a:path>
              </a:pathLst>
            </a:custGeom>
            <a:noFill/>
            <a:ln w="13589" cap="sq">
              <a:solidFill>
                <a:srgbClr val="000000"/>
              </a:solidFill>
              <a:prstDash val="solid"/>
              <a:round/>
            </a:ln>
          </p:spPr>
          <p:txBody>
            <a:bodyPr/>
            <a:lstStyle/>
            <a:p>
              <a:endParaRPr lang="en-US" sz="2800"/>
            </a:p>
          </p:txBody>
        </p:sp>
        <p:sp>
          <p:nvSpPr>
            <p:cNvPr id="963" name="Freeform: Shape 962">
              <a:extLst>
                <a:ext uri="{FF2B5EF4-FFF2-40B4-BE49-F238E27FC236}">
                  <a16:creationId xmlns:a16="http://schemas.microsoft.com/office/drawing/2014/main" id="{3B7B485C-386B-B9B4-6123-4451DD0D12BC}"/>
                </a:ext>
              </a:extLst>
            </p:cNvPr>
            <p:cNvSpPr/>
            <p:nvPr/>
          </p:nvSpPr>
          <p:spPr>
            <a:xfrm>
              <a:off x="5239003" y="52495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endParaRPr lang="en-US" sz="2800"/>
            </a:p>
          </p:txBody>
        </p:sp>
        <p:sp>
          <p:nvSpPr>
            <p:cNvPr id="964" name="Freeform: Shape 963">
              <a:extLst>
                <a:ext uri="{FF2B5EF4-FFF2-40B4-BE49-F238E27FC236}">
                  <a16:creationId xmlns:a16="http://schemas.microsoft.com/office/drawing/2014/main" id="{E479AB91-E980-80C9-BEC0-57123E36A596}"/>
                </a:ext>
              </a:extLst>
            </p:cNvPr>
            <p:cNvSpPr/>
            <p:nvPr/>
          </p:nvSpPr>
          <p:spPr>
            <a:xfrm>
              <a:off x="5425947" y="52495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endParaRPr lang="en-US" sz="2800"/>
            </a:p>
          </p:txBody>
        </p:sp>
        <p:sp>
          <p:nvSpPr>
            <p:cNvPr id="965" name="Freeform: Shape 964">
              <a:extLst>
                <a:ext uri="{FF2B5EF4-FFF2-40B4-BE49-F238E27FC236}">
                  <a16:creationId xmlns:a16="http://schemas.microsoft.com/office/drawing/2014/main" id="{9208E8F0-925E-EC3F-C303-2A2CE55C01A8}"/>
                </a:ext>
              </a:extLst>
            </p:cNvPr>
            <p:cNvSpPr/>
            <p:nvPr/>
          </p:nvSpPr>
          <p:spPr>
            <a:xfrm>
              <a:off x="5612765" y="52495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endParaRPr lang="en-US" sz="2800"/>
            </a:p>
          </p:txBody>
        </p:sp>
        <p:sp>
          <p:nvSpPr>
            <p:cNvPr id="966" name="Freeform: Shape 965">
              <a:extLst>
                <a:ext uri="{FF2B5EF4-FFF2-40B4-BE49-F238E27FC236}">
                  <a16:creationId xmlns:a16="http://schemas.microsoft.com/office/drawing/2014/main" id="{B5421E1C-1CA4-A00D-9231-2448FBE1CF02}"/>
                </a:ext>
              </a:extLst>
            </p:cNvPr>
            <p:cNvSpPr/>
            <p:nvPr/>
          </p:nvSpPr>
          <p:spPr>
            <a:xfrm>
              <a:off x="5799708" y="52495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endParaRPr lang="en-US" sz="2800"/>
            </a:p>
          </p:txBody>
        </p:sp>
        <p:sp>
          <p:nvSpPr>
            <p:cNvPr id="967" name="Freeform: Shape 966">
              <a:extLst>
                <a:ext uri="{FF2B5EF4-FFF2-40B4-BE49-F238E27FC236}">
                  <a16:creationId xmlns:a16="http://schemas.microsoft.com/office/drawing/2014/main" id="{9634C1CA-69B6-253A-61B4-4CB86D04870A}"/>
                </a:ext>
              </a:extLst>
            </p:cNvPr>
            <p:cNvSpPr/>
            <p:nvPr/>
          </p:nvSpPr>
          <p:spPr>
            <a:xfrm>
              <a:off x="5986526" y="5249567"/>
              <a:ext cx="12700" cy="34798"/>
            </a:xfrm>
            <a:custGeom>
              <a:avLst/>
              <a:gdLst>
                <a:gd name="csX0" fmla="*/ 0 w 12700"/>
                <a:gd name="csY0" fmla="*/ 34798 h 34798"/>
                <a:gd name="csX1" fmla="*/ 0 w 12700"/>
                <a:gd name="csY1" fmla="*/ 0 h 34798"/>
              </a:gdLst>
              <a:ahLst/>
              <a:cxnLst>
                <a:cxn ang="0">
                  <a:pos x="csX0" y="csY0"/>
                </a:cxn>
                <a:cxn ang="0">
                  <a:pos x="csX1" y="csY1"/>
                </a:cxn>
              </a:cxnLst>
              <a:rect l="l" t="t" r="r" b="b"/>
              <a:pathLst>
                <a:path w="12700" h="34798">
                  <a:moveTo>
                    <a:pt x="0" y="34798"/>
                  </a:moveTo>
                  <a:lnTo>
                    <a:pt x="0" y="0"/>
                  </a:lnTo>
                </a:path>
              </a:pathLst>
            </a:custGeom>
            <a:noFill/>
            <a:ln w="13589" cap="flat">
              <a:solidFill>
                <a:srgbClr val="000000"/>
              </a:solidFill>
              <a:prstDash val="solid"/>
              <a:round/>
            </a:ln>
          </p:spPr>
          <p:txBody>
            <a:bodyPr/>
            <a:lstStyle/>
            <a:p>
              <a:endParaRPr lang="en-US" sz="2800"/>
            </a:p>
          </p:txBody>
        </p:sp>
        <p:sp>
          <p:nvSpPr>
            <p:cNvPr id="968" name="TextBox 967">
              <a:extLst>
                <a:ext uri="{FF2B5EF4-FFF2-40B4-BE49-F238E27FC236}">
                  <a16:creationId xmlns:a16="http://schemas.microsoft.com/office/drawing/2014/main" id="{558A0FCF-87F8-780B-6095-6F74D9649CBE}"/>
                </a:ext>
              </a:extLst>
            </p:cNvPr>
            <p:cNvSpPr txBox="1"/>
            <p:nvPr/>
          </p:nvSpPr>
          <p:spPr>
            <a:xfrm>
              <a:off x="5101015" y="5245422"/>
              <a:ext cx="29206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M</a:t>
              </a:r>
            </a:p>
          </p:txBody>
        </p:sp>
        <p:sp>
          <p:nvSpPr>
            <p:cNvPr id="969" name="TextBox 968">
              <a:extLst>
                <a:ext uri="{FF2B5EF4-FFF2-40B4-BE49-F238E27FC236}">
                  <a16:creationId xmlns:a16="http://schemas.microsoft.com/office/drawing/2014/main" id="{E97303DF-1490-1A99-9B91-E44B961A4431}"/>
                </a:ext>
              </a:extLst>
            </p:cNvPr>
            <p:cNvSpPr txBox="1"/>
            <p:nvPr/>
          </p:nvSpPr>
          <p:spPr>
            <a:xfrm>
              <a:off x="5318982" y="5245422"/>
              <a:ext cx="219932"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I</a:t>
              </a:r>
            </a:p>
          </p:txBody>
        </p:sp>
        <p:sp>
          <p:nvSpPr>
            <p:cNvPr id="970" name="TextBox 969">
              <a:extLst>
                <a:ext uri="{FF2B5EF4-FFF2-40B4-BE49-F238E27FC236}">
                  <a16:creationId xmlns:a16="http://schemas.microsoft.com/office/drawing/2014/main" id="{28D0833D-0B3A-8D12-94E7-57C05E63E6A5}"/>
                </a:ext>
              </a:extLst>
            </p:cNvPr>
            <p:cNvSpPr txBox="1"/>
            <p:nvPr/>
          </p:nvSpPr>
          <p:spPr>
            <a:xfrm>
              <a:off x="5474721" y="5245422"/>
              <a:ext cx="290464"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LI</a:t>
              </a:r>
            </a:p>
          </p:txBody>
        </p:sp>
        <p:sp>
          <p:nvSpPr>
            <p:cNvPr id="971" name="TextBox 970">
              <a:extLst>
                <a:ext uri="{FF2B5EF4-FFF2-40B4-BE49-F238E27FC236}">
                  <a16:creationId xmlns:a16="http://schemas.microsoft.com/office/drawing/2014/main" id="{B662CC71-3BD7-71AE-C01C-8CBE4FE9BF2A}"/>
                </a:ext>
              </a:extLst>
            </p:cNvPr>
            <p:cNvSpPr txBox="1"/>
            <p:nvPr/>
          </p:nvSpPr>
          <p:spPr>
            <a:xfrm>
              <a:off x="5633780" y="5245422"/>
              <a:ext cx="35618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NF</a:t>
              </a:r>
            </a:p>
          </p:txBody>
        </p:sp>
        <p:sp>
          <p:nvSpPr>
            <p:cNvPr id="972" name="TextBox 971">
              <a:extLst>
                <a:ext uri="{FF2B5EF4-FFF2-40B4-BE49-F238E27FC236}">
                  <a16:creationId xmlns:a16="http://schemas.microsoft.com/office/drawing/2014/main" id="{F3CE4F83-8B77-2371-0674-470FBDE33B76}"/>
                </a:ext>
              </a:extLst>
            </p:cNvPr>
            <p:cNvSpPr txBox="1"/>
            <p:nvPr/>
          </p:nvSpPr>
          <p:spPr>
            <a:xfrm>
              <a:off x="5860952" y="5245422"/>
              <a:ext cx="263214"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F</a:t>
              </a:r>
            </a:p>
          </p:txBody>
        </p:sp>
        <p:sp>
          <p:nvSpPr>
            <p:cNvPr id="973" name="TextBox 972">
              <a:extLst>
                <a:ext uri="{FF2B5EF4-FFF2-40B4-BE49-F238E27FC236}">
                  <a16:creationId xmlns:a16="http://schemas.microsoft.com/office/drawing/2014/main" id="{A54FE2AD-C066-D0FF-07A1-0A179331E176}"/>
                </a:ext>
              </a:extLst>
            </p:cNvPr>
            <p:cNvSpPr txBox="1"/>
            <p:nvPr/>
          </p:nvSpPr>
          <p:spPr>
            <a:xfrm rot="16200000">
              <a:off x="4337069" y="4724592"/>
              <a:ext cx="918841" cy="253916"/>
            </a:xfrm>
            <a:prstGeom prst="rect">
              <a:avLst/>
            </a:prstGeom>
            <a:noFill/>
          </p:spPr>
          <p:txBody>
            <a:bodyPr wrap="none" rtlCol="0">
              <a:spAutoFit/>
            </a:bodyPr>
            <a:lstStyle/>
            <a:p>
              <a:pPr algn="l"/>
              <a:r>
                <a:rPr lang="en-US" sz="1050" spc="0" baseline="0" dirty="0" err="1">
                  <a:ln/>
                  <a:solidFill>
                    <a:srgbClr val="000000"/>
                  </a:solidFill>
                  <a:latin typeface="Arial"/>
                  <a:cs typeface="Arial"/>
                  <a:sym typeface="Arial"/>
                  <a:rtl val="0"/>
                </a:rPr>
                <a:t>CytoTRACE</a:t>
              </a:r>
              <a:endParaRPr lang="en-US" sz="1050" spc="0" baseline="0" dirty="0">
                <a:ln/>
                <a:solidFill>
                  <a:srgbClr val="000000"/>
                </a:solidFill>
                <a:latin typeface="Arial"/>
                <a:cs typeface="Arial"/>
                <a:sym typeface="Arial"/>
                <a:rtl val="0"/>
              </a:endParaRPr>
            </a:p>
          </p:txBody>
        </p:sp>
      </p:grpSp>
      <p:grpSp>
        <p:nvGrpSpPr>
          <p:cNvPr id="1039" name="Graphic 1037">
            <a:extLst>
              <a:ext uri="{FF2B5EF4-FFF2-40B4-BE49-F238E27FC236}">
                <a16:creationId xmlns:a16="http://schemas.microsoft.com/office/drawing/2014/main" id="{B4751C40-3786-E10E-4A1D-CFED5101BB4C}"/>
              </a:ext>
            </a:extLst>
          </p:cNvPr>
          <p:cNvGrpSpPr/>
          <p:nvPr/>
        </p:nvGrpSpPr>
        <p:grpSpPr>
          <a:xfrm>
            <a:off x="3670275" y="5816195"/>
            <a:ext cx="1834519" cy="1828800"/>
            <a:chOff x="4293425" y="6262977"/>
            <a:chExt cx="1834519" cy="1828800"/>
          </a:xfrm>
        </p:grpSpPr>
        <p:sp>
          <p:nvSpPr>
            <p:cNvPr id="1040" name="Rectangle 1039">
              <a:extLst>
                <a:ext uri="{FF2B5EF4-FFF2-40B4-BE49-F238E27FC236}">
                  <a16:creationId xmlns:a16="http://schemas.microsoft.com/office/drawing/2014/main" id="{1560A1AF-EEB9-69CA-EB82-EA693FCD78C0}"/>
                </a:ext>
              </a:extLst>
            </p:cNvPr>
            <p:cNvSpPr/>
            <p:nvPr/>
          </p:nvSpPr>
          <p:spPr>
            <a:xfrm>
              <a:off x="4299144" y="6262977"/>
              <a:ext cx="1828800" cy="1828800"/>
            </a:xfrm>
            <a:prstGeom prst="rect">
              <a:avLst/>
            </a:prstGeom>
            <a:solidFill>
              <a:srgbClr val="FFFFFF"/>
            </a:solidFill>
            <a:ln w="12700" cap="rnd">
              <a:noFill/>
              <a:prstDash val="solid"/>
              <a:round/>
            </a:ln>
          </p:spPr>
          <p:txBody>
            <a:bodyPr/>
            <a:lstStyle/>
            <a:p>
              <a:endParaRPr lang="en-US" sz="2800"/>
            </a:p>
          </p:txBody>
        </p:sp>
        <p:sp>
          <p:nvSpPr>
            <p:cNvPr id="1041" name="Rectangle 1040">
              <a:extLst>
                <a:ext uri="{FF2B5EF4-FFF2-40B4-BE49-F238E27FC236}">
                  <a16:creationId xmlns:a16="http://schemas.microsoft.com/office/drawing/2014/main" id="{A0A0B1FD-97D9-F260-E99E-688D7A4ECD3F}"/>
                </a:ext>
              </a:extLst>
            </p:cNvPr>
            <p:cNvSpPr/>
            <p:nvPr/>
          </p:nvSpPr>
          <p:spPr>
            <a:xfrm>
              <a:off x="4299144" y="6262977"/>
              <a:ext cx="1828800" cy="1828800"/>
            </a:xfrm>
            <a:prstGeom prst="rect">
              <a:avLst/>
            </a:prstGeom>
            <a:solidFill>
              <a:srgbClr val="FFFFFF"/>
            </a:solidFill>
            <a:ln w="13589" cap="rnd">
              <a:solidFill>
                <a:srgbClr val="FFFFFF"/>
              </a:solidFill>
              <a:prstDash val="solid"/>
              <a:round/>
            </a:ln>
          </p:spPr>
          <p:txBody>
            <a:bodyPr/>
            <a:lstStyle/>
            <a:p>
              <a:endParaRPr lang="en-US" sz="2800"/>
            </a:p>
          </p:txBody>
        </p:sp>
        <p:grpSp>
          <p:nvGrpSpPr>
            <p:cNvPr id="1042" name="Graphic 1037">
              <a:extLst>
                <a:ext uri="{FF2B5EF4-FFF2-40B4-BE49-F238E27FC236}">
                  <a16:creationId xmlns:a16="http://schemas.microsoft.com/office/drawing/2014/main" id="{FDBFD6CB-5357-D08D-56FE-0B5EE1DC0B87}"/>
                </a:ext>
              </a:extLst>
            </p:cNvPr>
            <p:cNvGrpSpPr/>
            <p:nvPr/>
          </p:nvGrpSpPr>
          <p:grpSpPr>
            <a:xfrm>
              <a:off x="4812986" y="6332573"/>
              <a:ext cx="1245489" cy="1359154"/>
              <a:chOff x="4812986" y="6332573"/>
              <a:chExt cx="1245489" cy="1359154"/>
            </a:xfrm>
          </p:grpSpPr>
          <p:sp>
            <p:nvSpPr>
              <p:cNvPr id="1043" name="Rectangle 1042">
                <a:extLst>
                  <a:ext uri="{FF2B5EF4-FFF2-40B4-BE49-F238E27FC236}">
                    <a16:creationId xmlns:a16="http://schemas.microsoft.com/office/drawing/2014/main" id="{5F203832-7DD9-7C36-E08C-093DC49DB07C}"/>
                  </a:ext>
                </a:extLst>
              </p:cNvPr>
              <p:cNvSpPr/>
              <p:nvPr/>
            </p:nvSpPr>
            <p:spPr>
              <a:xfrm>
                <a:off x="4812986" y="6332573"/>
                <a:ext cx="1245489" cy="1359154"/>
              </a:xfrm>
              <a:prstGeom prst="rect">
                <a:avLst/>
              </a:prstGeom>
              <a:solidFill>
                <a:srgbClr val="FFFFFF"/>
              </a:solidFill>
              <a:ln w="13589" cap="rnd">
                <a:noFill/>
                <a:prstDash val="solid"/>
                <a:round/>
              </a:ln>
            </p:spPr>
            <p:txBody>
              <a:bodyPr/>
              <a:lstStyle/>
              <a:p>
                <a:endParaRPr lang="en-US" sz="2800"/>
              </a:p>
            </p:txBody>
          </p:sp>
          <p:sp>
            <p:nvSpPr>
              <p:cNvPr id="1044" name="Freeform: Shape 1043">
                <a:extLst>
                  <a:ext uri="{FF2B5EF4-FFF2-40B4-BE49-F238E27FC236}">
                    <a16:creationId xmlns:a16="http://schemas.microsoft.com/office/drawing/2014/main" id="{DAC9ABC0-DC27-EEEB-E146-EBAE4FA3283C}"/>
                  </a:ext>
                </a:extLst>
              </p:cNvPr>
              <p:cNvSpPr/>
              <p:nvPr/>
            </p:nvSpPr>
            <p:spPr>
              <a:xfrm>
                <a:off x="4956623" y="6929219"/>
                <a:ext cx="12700" cy="80772"/>
              </a:xfrm>
              <a:custGeom>
                <a:avLst/>
                <a:gdLst>
                  <a:gd name="csX0" fmla="*/ 0 w 12700"/>
                  <a:gd name="csY0" fmla="*/ 80772 h 80772"/>
                  <a:gd name="csX1" fmla="*/ 0 w 12700"/>
                  <a:gd name="csY1" fmla="*/ 0 h 80772"/>
                </a:gdLst>
                <a:ahLst/>
                <a:cxnLst>
                  <a:cxn ang="0">
                    <a:pos x="csX0" y="csY0"/>
                  </a:cxn>
                  <a:cxn ang="0">
                    <a:pos x="csX1" y="csY1"/>
                  </a:cxn>
                </a:cxnLst>
                <a:rect l="l" t="t" r="r" b="b"/>
                <a:pathLst>
                  <a:path w="12700" h="80772">
                    <a:moveTo>
                      <a:pt x="0" y="80772"/>
                    </a:moveTo>
                    <a:lnTo>
                      <a:pt x="0" y="0"/>
                    </a:lnTo>
                  </a:path>
                </a:pathLst>
              </a:custGeom>
              <a:ln w="13589" cap="flat">
                <a:solidFill>
                  <a:srgbClr val="333333"/>
                </a:solidFill>
                <a:prstDash val="solid"/>
                <a:round/>
              </a:ln>
            </p:spPr>
            <p:txBody>
              <a:bodyPr/>
              <a:lstStyle/>
              <a:p>
                <a:endParaRPr lang="en-US" sz="2800"/>
              </a:p>
            </p:txBody>
          </p:sp>
          <p:sp>
            <p:nvSpPr>
              <p:cNvPr id="1045" name="Freeform: Shape 1044">
                <a:extLst>
                  <a:ext uri="{FF2B5EF4-FFF2-40B4-BE49-F238E27FC236}">
                    <a16:creationId xmlns:a16="http://schemas.microsoft.com/office/drawing/2014/main" id="{FB957254-F907-C37A-A7D0-BE6FD37B321E}"/>
                  </a:ext>
                </a:extLst>
              </p:cNvPr>
              <p:cNvSpPr/>
              <p:nvPr/>
            </p:nvSpPr>
            <p:spPr>
              <a:xfrm>
                <a:off x="4956623" y="7451951"/>
                <a:ext cx="12700" cy="158622"/>
              </a:xfrm>
              <a:custGeom>
                <a:avLst/>
                <a:gdLst>
                  <a:gd name="csX0" fmla="*/ 0 w 12700"/>
                  <a:gd name="csY0" fmla="*/ 0 h 158622"/>
                  <a:gd name="csX1" fmla="*/ 0 w 12700"/>
                  <a:gd name="csY1" fmla="*/ 158623 h 158622"/>
                </a:gdLst>
                <a:ahLst/>
                <a:cxnLst>
                  <a:cxn ang="0">
                    <a:pos x="csX0" y="csY0"/>
                  </a:cxn>
                  <a:cxn ang="0">
                    <a:pos x="csX1" y="csY1"/>
                  </a:cxn>
                </a:cxnLst>
                <a:rect l="l" t="t" r="r" b="b"/>
                <a:pathLst>
                  <a:path w="12700" h="158622">
                    <a:moveTo>
                      <a:pt x="0" y="0"/>
                    </a:moveTo>
                    <a:lnTo>
                      <a:pt x="0" y="158623"/>
                    </a:lnTo>
                  </a:path>
                </a:pathLst>
              </a:custGeom>
              <a:ln w="13589" cap="flat">
                <a:solidFill>
                  <a:srgbClr val="333333"/>
                </a:solidFill>
                <a:prstDash val="solid"/>
                <a:round/>
              </a:ln>
            </p:spPr>
            <p:txBody>
              <a:bodyPr/>
              <a:lstStyle/>
              <a:p>
                <a:endParaRPr lang="en-US" sz="2800"/>
              </a:p>
            </p:txBody>
          </p:sp>
          <p:sp>
            <p:nvSpPr>
              <p:cNvPr id="1046" name="Freeform: Shape 1045">
                <a:extLst>
                  <a:ext uri="{FF2B5EF4-FFF2-40B4-BE49-F238E27FC236}">
                    <a16:creationId xmlns:a16="http://schemas.microsoft.com/office/drawing/2014/main" id="{EC8FD98E-FA15-791F-A18E-725FBCB6CD85}"/>
                  </a:ext>
                </a:extLst>
              </p:cNvPr>
              <p:cNvSpPr/>
              <p:nvPr/>
            </p:nvSpPr>
            <p:spPr>
              <a:xfrm>
                <a:off x="4884741" y="7009990"/>
                <a:ext cx="143763" cy="441960"/>
              </a:xfrm>
              <a:custGeom>
                <a:avLst/>
                <a:gdLst>
                  <a:gd name="csX0" fmla="*/ 0 w 143763"/>
                  <a:gd name="csY0" fmla="*/ 0 h 441960"/>
                  <a:gd name="csX1" fmla="*/ 0 w 143763"/>
                  <a:gd name="csY1" fmla="*/ 441960 h 441960"/>
                  <a:gd name="csX2" fmla="*/ 143764 w 143763"/>
                  <a:gd name="csY2" fmla="*/ 441960 h 441960"/>
                  <a:gd name="csX3" fmla="*/ 143764 w 143763"/>
                  <a:gd name="csY3" fmla="*/ 0 h 441960"/>
                  <a:gd name="csX4" fmla="*/ 0 w 143763"/>
                  <a:gd name="csY4" fmla="*/ 0 h 441960"/>
                </a:gdLst>
                <a:ahLst/>
                <a:cxnLst>
                  <a:cxn ang="0">
                    <a:pos x="csX0" y="csY0"/>
                  </a:cxn>
                  <a:cxn ang="0">
                    <a:pos x="csX1" y="csY1"/>
                  </a:cxn>
                  <a:cxn ang="0">
                    <a:pos x="csX2" y="csY2"/>
                  </a:cxn>
                  <a:cxn ang="0">
                    <a:pos x="csX3" y="csY3"/>
                  </a:cxn>
                  <a:cxn ang="0">
                    <a:pos x="csX4" y="csY4"/>
                  </a:cxn>
                </a:cxnLst>
                <a:rect l="l" t="t" r="r" b="b"/>
                <a:pathLst>
                  <a:path w="143763" h="441960">
                    <a:moveTo>
                      <a:pt x="0" y="0"/>
                    </a:moveTo>
                    <a:lnTo>
                      <a:pt x="0" y="441960"/>
                    </a:lnTo>
                    <a:lnTo>
                      <a:pt x="143764" y="441960"/>
                    </a:lnTo>
                    <a:lnTo>
                      <a:pt x="143764" y="0"/>
                    </a:lnTo>
                    <a:lnTo>
                      <a:pt x="0" y="0"/>
                    </a:lnTo>
                    <a:close/>
                  </a:path>
                </a:pathLst>
              </a:custGeom>
              <a:solidFill>
                <a:srgbClr val="1965B0"/>
              </a:solidFill>
              <a:ln w="13589" cap="flat">
                <a:solidFill>
                  <a:srgbClr val="333333"/>
                </a:solidFill>
                <a:prstDash val="solid"/>
                <a:miter/>
              </a:ln>
            </p:spPr>
            <p:txBody>
              <a:bodyPr/>
              <a:lstStyle/>
              <a:p>
                <a:endParaRPr lang="en-US" sz="2800"/>
              </a:p>
            </p:txBody>
          </p:sp>
          <p:sp>
            <p:nvSpPr>
              <p:cNvPr id="1047" name="Freeform: Shape 1046">
                <a:extLst>
                  <a:ext uri="{FF2B5EF4-FFF2-40B4-BE49-F238E27FC236}">
                    <a16:creationId xmlns:a16="http://schemas.microsoft.com/office/drawing/2014/main" id="{2C6102F1-F5C6-ECE2-8112-9F8910FFFB9A}"/>
                  </a:ext>
                </a:extLst>
              </p:cNvPr>
              <p:cNvSpPr/>
              <p:nvPr/>
            </p:nvSpPr>
            <p:spPr>
              <a:xfrm>
                <a:off x="4884741" y="7284184"/>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endParaRPr lang="en-US" sz="2800"/>
              </a:p>
            </p:txBody>
          </p:sp>
          <p:sp>
            <p:nvSpPr>
              <p:cNvPr id="1048" name="Freeform: Shape 1047">
                <a:extLst>
                  <a:ext uri="{FF2B5EF4-FFF2-40B4-BE49-F238E27FC236}">
                    <a16:creationId xmlns:a16="http://schemas.microsoft.com/office/drawing/2014/main" id="{0542AAB8-7FAF-DEC6-DA76-D46633D46A71}"/>
                  </a:ext>
                </a:extLst>
              </p:cNvPr>
              <p:cNvSpPr/>
              <p:nvPr/>
            </p:nvSpPr>
            <p:spPr>
              <a:xfrm>
                <a:off x="5196145" y="6997291"/>
                <a:ext cx="12700" cy="145795"/>
              </a:xfrm>
              <a:custGeom>
                <a:avLst/>
                <a:gdLst>
                  <a:gd name="csX0" fmla="*/ 0 w 12700"/>
                  <a:gd name="csY0" fmla="*/ 145796 h 145795"/>
                  <a:gd name="csX1" fmla="*/ 0 w 12700"/>
                  <a:gd name="csY1" fmla="*/ 0 h 145795"/>
                </a:gdLst>
                <a:ahLst/>
                <a:cxnLst>
                  <a:cxn ang="0">
                    <a:pos x="csX0" y="csY0"/>
                  </a:cxn>
                  <a:cxn ang="0">
                    <a:pos x="csX1" y="csY1"/>
                  </a:cxn>
                </a:cxnLst>
                <a:rect l="l" t="t" r="r" b="b"/>
                <a:pathLst>
                  <a:path w="12700" h="145795">
                    <a:moveTo>
                      <a:pt x="0" y="145796"/>
                    </a:moveTo>
                    <a:lnTo>
                      <a:pt x="0" y="0"/>
                    </a:lnTo>
                  </a:path>
                </a:pathLst>
              </a:custGeom>
              <a:ln w="13589" cap="flat">
                <a:solidFill>
                  <a:srgbClr val="333333"/>
                </a:solidFill>
                <a:prstDash val="solid"/>
                <a:round/>
              </a:ln>
            </p:spPr>
            <p:txBody>
              <a:bodyPr/>
              <a:lstStyle/>
              <a:p>
                <a:endParaRPr lang="en-US" sz="2800"/>
              </a:p>
            </p:txBody>
          </p:sp>
          <p:sp>
            <p:nvSpPr>
              <p:cNvPr id="1049" name="Freeform: Shape 1048">
                <a:extLst>
                  <a:ext uri="{FF2B5EF4-FFF2-40B4-BE49-F238E27FC236}">
                    <a16:creationId xmlns:a16="http://schemas.microsoft.com/office/drawing/2014/main" id="{5715A5B1-1687-5E87-2404-FF4977768FC1}"/>
                  </a:ext>
                </a:extLst>
              </p:cNvPr>
              <p:cNvSpPr/>
              <p:nvPr/>
            </p:nvSpPr>
            <p:spPr>
              <a:xfrm>
                <a:off x="5196145" y="7384768"/>
                <a:ext cx="12700" cy="210184"/>
              </a:xfrm>
              <a:custGeom>
                <a:avLst/>
                <a:gdLst>
                  <a:gd name="csX0" fmla="*/ 0 w 12700"/>
                  <a:gd name="csY0" fmla="*/ 0 h 210184"/>
                  <a:gd name="csX1" fmla="*/ 0 w 12700"/>
                  <a:gd name="csY1" fmla="*/ 210185 h 210184"/>
                </a:gdLst>
                <a:ahLst/>
                <a:cxnLst>
                  <a:cxn ang="0">
                    <a:pos x="csX0" y="csY0"/>
                  </a:cxn>
                  <a:cxn ang="0">
                    <a:pos x="csX1" y="csY1"/>
                  </a:cxn>
                </a:cxnLst>
                <a:rect l="l" t="t" r="r" b="b"/>
                <a:pathLst>
                  <a:path w="12700" h="210184">
                    <a:moveTo>
                      <a:pt x="0" y="0"/>
                    </a:moveTo>
                    <a:lnTo>
                      <a:pt x="0" y="210185"/>
                    </a:lnTo>
                  </a:path>
                </a:pathLst>
              </a:custGeom>
              <a:ln w="13589" cap="flat">
                <a:solidFill>
                  <a:srgbClr val="333333"/>
                </a:solidFill>
                <a:prstDash val="solid"/>
                <a:round/>
              </a:ln>
            </p:spPr>
            <p:txBody>
              <a:bodyPr/>
              <a:lstStyle/>
              <a:p>
                <a:endParaRPr lang="en-US" sz="2800"/>
              </a:p>
            </p:txBody>
          </p:sp>
          <p:sp>
            <p:nvSpPr>
              <p:cNvPr id="1050" name="Freeform: Shape 1049">
                <a:extLst>
                  <a:ext uri="{FF2B5EF4-FFF2-40B4-BE49-F238E27FC236}">
                    <a16:creationId xmlns:a16="http://schemas.microsoft.com/office/drawing/2014/main" id="{985AB494-52B4-332A-16D3-8268057D0BC5}"/>
                  </a:ext>
                </a:extLst>
              </p:cNvPr>
              <p:cNvSpPr/>
              <p:nvPr/>
            </p:nvSpPr>
            <p:spPr>
              <a:xfrm>
                <a:off x="5124263" y="7143087"/>
                <a:ext cx="143763" cy="241680"/>
              </a:xfrm>
              <a:custGeom>
                <a:avLst/>
                <a:gdLst>
                  <a:gd name="csX0" fmla="*/ 0 w 143763"/>
                  <a:gd name="csY0" fmla="*/ 0 h 241680"/>
                  <a:gd name="csX1" fmla="*/ 0 w 143763"/>
                  <a:gd name="csY1" fmla="*/ 241681 h 241680"/>
                  <a:gd name="csX2" fmla="*/ 143764 w 143763"/>
                  <a:gd name="csY2" fmla="*/ 241681 h 241680"/>
                  <a:gd name="csX3" fmla="*/ 143764 w 143763"/>
                  <a:gd name="csY3" fmla="*/ 0 h 241680"/>
                  <a:gd name="csX4" fmla="*/ 0 w 143763"/>
                  <a:gd name="csY4" fmla="*/ 0 h 241680"/>
                </a:gdLst>
                <a:ahLst/>
                <a:cxnLst>
                  <a:cxn ang="0">
                    <a:pos x="csX0" y="csY0"/>
                  </a:cxn>
                  <a:cxn ang="0">
                    <a:pos x="csX1" y="csY1"/>
                  </a:cxn>
                  <a:cxn ang="0">
                    <a:pos x="csX2" y="csY2"/>
                  </a:cxn>
                  <a:cxn ang="0">
                    <a:pos x="csX3" y="csY3"/>
                  </a:cxn>
                  <a:cxn ang="0">
                    <a:pos x="csX4" y="csY4"/>
                  </a:cxn>
                </a:cxnLst>
                <a:rect l="l" t="t" r="r" b="b"/>
                <a:pathLst>
                  <a:path w="143763" h="241680">
                    <a:moveTo>
                      <a:pt x="0" y="0"/>
                    </a:moveTo>
                    <a:lnTo>
                      <a:pt x="0" y="241681"/>
                    </a:lnTo>
                    <a:lnTo>
                      <a:pt x="143764" y="241681"/>
                    </a:lnTo>
                    <a:lnTo>
                      <a:pt x="143764" y="0"/>
                    </a:lnTo>
                    <a:lnTo>
                      <a:pt x="0" y="0"/>
                    </a:lnTo>
                    <a:close/>
                  </a:path>
                </a:pathLst>
              </a:custGeom>
              <a:solidFill>
                <a:srgbClr val="4EB265"/>
              </a:solidFill>
              <a:ln w="13589" cap="flat">
                <a:solidFill>
                  <a:srgbClr val="333333"/>
                </a:solidFill>
                <a:prstDash val="solid"/>
                <a:miter/>
              </a:ln>
            </p:spPr>
            <p:txBody>
              <a:bodyPr/>
              <a:lstStyle/>
              <a:p>
                <a:endParaRPr lang="en-US" sz="2800"/>
              </a:p>
            </p:txBody>
          </p:sp>
          <p:sp>
            <p:nvSpPr>
              <p:cNvPr id="1051" name="Freeform: Shape 1050">
                <a:extLst>
                  <a:ext uri="{FF2B5EF4-FFF2-40B4-BE49-F238E27FC236}">
                    <a16:creationId xmlns:a16="http://schemas.microsoft.com/office/drawing/2014/main" id="{663E9CC8-E3F6-D591-3538-3B5C53873612}"/>
                  </a:ext>
                </a:extLst>
              </p:cNvPr>
              <p:cNvSpPr/>
              <p:nvPr/>
            </p:nvSpPr>
            <p:spPr>
              <a:xfrm>
                <a:off x="5124263" y="7366607"/>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endParaRPr lang="en-US" sz="2800"/>
              </a:p>
            </p:txBody>
          </p:sp>
          <p:sp>
            <p:nvSpPr>
              <p:cNvPr id="1052" name="Freeform: Shape 1051">
                <a:extLst>
                  <a:ext uri="{FF2B5EF4-FFF2-40B4-BE49-F238E27FC236}">
                    <a16:creationId xmlns:a16="http://schemas.microsoft.com/office/drawing/2014/main" id="{2C603E82-4D4D-254C-D7A1-A5F993EA2E82}"/>
                  </a:ext>
                </a:extLst>
              </p:cNvPr>
              <p:cNvSpPr/>
              <p:nvPr/>
            </p:nvSpPr>
            <p:spPr>
              <a:xfrm>
                <a:off x="5435667" y="7033867"/>
                <a:ext cx="12700" cy="100456"/>
              </a:xfrm>
              <a:custGeom>
                <a:avLst/>
                <a:gdLst>
                  <a:gd name="csX0" fmla="*/ 0 w 12700"/>
                  <a:gd name="csY0" fmla="*/ 100457 h 100456"/>
                  <a:gd name="csX1" fmla="*/ 0 w 12700"/>
                  <a:gd name="csY1" fmla="*/ 0 h 100456"/>
                </a:gdLst>
                <a:ahLst/>
                <a:cxnLst>
                  <a:cxn ang="0">
                    <a:pos x="csX0" y="csY0"/>
                  </a:cxn>
                  <a:cxn ang="0">
                    <a:pos x="csX1" y="csY1"/>
                  </a:cxn>
                </a:cxnLst>
                <a:rect l="l" t="t" r="r" b="b"/>
                <a:pathLst>
                  <a:path w="12700" h="100456">
                    <a:moveTo>
                      <a:pt x="0" y="100457"/>
                    </a:moveTo>
                    <a:lnTo>
                      <a:pt x="0" y="0"/>
                    </a:lnTo>
                  </a:path>
                </a:pathLst>
              </a:custGeom>
              <a:ln w="13589" cap="flat">
                <a:solidFill>
                  <a:srgbClr val="333333"/>
                </a:solidFill>
                <a:prstDash val="solid"/>
                <a:round/>
              </a:ln>
            </p:spPr>
            <p:txBody>
              <a:bodyPr/>
              <a:lstStyle/>
              <a:p>
                <a:endParaRPr lang="en-US" sz="2800"/>
              </a:p>
            </p:txBody>
          </p:sp>
          <p:sp>
            <p:nvSpPr>
              <p:cNvPr id="1053" name="Freeform: Shape 1052">
                <a:extLst>
                  <a:ext uri="{FF2B5EF4-FFF2-40B4-BE49-F238E27FC236}">
                    <a16:creationId xmlns:a16="http://schemas.microsoft.com/office/drawing/2014/main" id="{A0FBA7DE-D5CC-4642-C06B-7328C32AF080}"/>
                  </a:ext>
                </a:extLst>
              </p:cNvPr>
              <p:cNvSpPr/>
              <p:nvPr/>
            </p:nvSpPr>
            <p:spPr>
              <a:xfrm>
                <a:off x="5435667" y="7335238"/>
                <a:ext cx="12700" cy="100456"/>
              </a:xfrm>
              <a:custGeom>
                <a:avLst/>
                <a:gdLst>
                  <a:gd name="csX0" fmla="*/ 0 w 12700"/>
                  <a:gd name="csY0" fmla="*/ 0 h 100456"/>
                  <a:gd name="csX1" fmla="*/ 0 w 12700"/>
                  <a:gd name="csY1" fmla="*/ 100457 h 100456"/>
                </a:gdLst>
                <a:ahLst/>
                <a:cxnLst>
                  <a:cxn ang="0">
                    <a:pos x="csX0" y="csY0"/>
                  </a:cxn>
                  <a:cxn ang="0">
                    <a:pos x="csX1" y="csY1"/>
                  </a:cxn>
                </a:cxnLst>
                <a:rect l="l" t="t" r="r" b="b"/>
                <a:pathLst>
                  <a:path w="12700" h="100456">
                    <a:moveTo>
                      <a:pt x="0" y="0"/>
                    </a:moveTo>
                    <a:lnTo>
                      <a:pt x="0" y="100457"/>
                    </a:lnTo>
                  </a:path>
                </a:pathLst>
              </a:custGeom>
              <a:ln w="13589" cap="flat">
                <a:solidFill>
                  <a:srgbClr val="333333"/>
                </a:solidFill>
                <a:prstDash val="solid"/>
                <a:round/>
              </a:ln>
            </p:spPr>
            <p:txBody>
              <a:bodyPr/>
              <a:lstStyle/>
              <a:p>
                <a:endParaRPr lang="en-US" sz="2800"/>
              </a:p>
            </p:txBody>
          </p:sp>
          <p:sp>
            <p:nvSpPr>
              <p:cNvPr id="1054" name="Freeform: Shape 1053">
                <a:extLst>
                  <a:ext uri="{FF2B5EF4-FFF2-40B4-BE49-F238E27FC236}">
                    <a16:creationId xmlns:a16="http://schemas.microsoft.com/office/drawing/2014/main" id="{5A40927B-9242-BEC5-B77A-CD7BB00FAB94}"/>
                  </a:ext>
                </a:extLst>
              </p:cNvPr>
              <p:cNvSpPr/>
              <p:nvPr/>
            </p:nvSpPr>
            <p:spPr>
              <a:xfrm>
                <a:off x="5363785" y="7134324"/>
                <a:ext cx="143763" cy="200913"/>
              </a:xfrm>
              <a:custGeom>
                <a:avLst/>
                <a:gdLst>
                  <a:gd name="csX0" fmla="*/ 0 w 143763"/>
                  <a:gd name="csY0" fmla="*/ 0 h 200913"/>
                  <a:gd name="csX1" fmla="*/ 0 w 143763"/>
                  <a:gd name="csY1" fmla="*/ 200914 h 200913"/>
                  <a:gd name="csX2" fmla="*/ 143764 w 143763"/>
                  <a:gd name="csY2" fmla="*/ 200914 h 200913"/>
                  <a:gd name="csX3" fmla="*/ 143764 w 143763"/>
                  <a:gd name="csY3" fmla="*/ 0 h 200913"/>
                  <a:gd name="csX4" fmla="*/ 0 w 143763"/>
                  <a:gd name="csY4" fmla="*/ 0 h 200913"/>
                </a:gdLst>
                <a:ahLst/>
                <a:cxnLst>
                  <a:cxn ang="0">
                    <a:pos x="csX0" y="csY0"/>
                  </a:cxn>
                  <a:cxn ang="0">
                    <a:pos x="csX1" y="csY1"/>
                  </a:cxn>
                  <a:cxn ang="0">
                    <a:pos x="csX2" y="csY2"/>
                  </a:cxn>
                  <a:cxn ang="0">
                    <a:pos x="csX3" y="csY3"/>
                  </a:cxn>
                  <a:cxn ang="0">
                    <a:pos x="csX4" y="csY4"/>
                  </a:cxn>
                </a:cxnLst>
                <a:rect l="l" t="t" r="r" b="b"/>
                <a:pathLst>
                  <a:path w="143763" h="200913">
                    <a:moveTo>
                      <a:pt x="0" y="0"/>
                    </a:moveTo>
                    <a:lnTo>
                      <a:pt x="0" y="200914"/>
                    </a:lnTo>
                    <a:lnTo>
                      <a:pt x="143764" y="200914"/>
                    </a:lnTo>
                    <a:lnTo>
                      <a:pt x="143764" y="0"/>
                    </a:lnTo>
                    <a:lnTo>
                      <a:pt x="0" y="0"/>
                    </a:lnTo>
                    <a:close/>
                  </a:path>
                </a:pathLst>
              </a:custGeom>
              <a:solidFill>
                <a:srgbClr val="F7F056"/>
              </a:solidFill>
              <a:ln w="13589" cap="flat">
                <a:solidFill>
                  <a:srgbClr val="333333"/>
                </a:solidFill>
                <a:prstDash val="solid"/>
                <a:miter/>
              </a:ln>
            </p:spPr>
            <p:txBody>
              <a:bodyPr/>
              <a:lstStyle/>
              <a:p>
                <a:endParaRPr lang="en-US" sz="2800"/>
              </a:p>
            </p:txBody>
          </p:sp>
          <p:sp>
            <p:nvSpPr>
              <p:cNvPr id="1055" name="Freeform: Shape 1054">
                <a:extLst>
                  <a:ext uri="{FF2B5EF4-FFF2-40B4-BE49-F238E27FC236}">
                    <a16:creationId xmlns:a16="http://schemas.microsoft.com/office/drawing/2014/main" id="{2E7BC2D9-E703-755D-D78D-D117080A8534}"/>
                  </a:ext>
                </a:extLst>
              </p:cNvPr>
              <p:cNvSpPr/>
              <p:nvPr/>
            </p:nvSpPr>
            <p:spPr>
              <a:xfrm>
                <a:off x="5363785" y="7234781"/>
                <a:ext cx="143764" cy="12700"/>
              </a:xfrm>
              <a:custGeom>
                <a:avLst/>
                <a:gdLst>
                  <a:gd name="csX0" fmla="*/ 0 w 143764"/>
                  <a:gd name="csY0" fmla="*/ 0 h 12700"/>
                  <a:gd name="csX1" fmla="*/ 143764 w 143764"/>
                  <a:gd name="csY1" fmla="*/ 0 h 12700"/>
                </a:gdLst>
                <a:ahLst/>
                <a:cxnLst>
                  <a:cxn ang="0">
                    <a:pos x="csX0" y="csY0"/>
                  </a:cxn>
                  <a:cxn ang="0">
                    <a:pos x="csX1" y="csY1"/>
                  </a:cxn>
                </a:cxnLst>
                <a:rect l="l" t="t" r="r" b="b"/>
                <a:pathLst>
                  <a:path w="143764" h="12700">
                    <a:moveTo>
                      <a:pt x="0" y="0"/>
                    </a:moveTo>
                    <a:lnTo>
                      <a:pt x="143764" y="0"/>
                    </a:lnTo>
                  </a:path>
                </a:pathLst>
              </a:custGeom>
              <a:ln w="27051" cap="flat">
                <a:solidFill>
                  <a:srgbClr val="333333"/>
                </a:solidFill>
                <a:prstDash val="solid"/>
                <a:miter/>
              </a:ln>
            </p:spPr>
            <p:txBody>
              <a:bodyPr/>
              <a:lstStyle/>
              <a:p>
                <a:endParaRPr lang="en-US" sz="2800"/>
              </a:p>
            </p:txBody>
          </p:sp>
          <p:sp>
            <p:nvSpPr>
              <p:cNvPr id="1056" name="Freeform: Shape 1055">
                <a:extLst>
                  <a:ext uri="{FF2B5EF4-FFF2-40B4-BE49-F238E27FC236}">
                    <a16:creationId xmlns:a16="http://schemas.microsoft.com/office/drawing/2014/main" id="{50597BFA-9608-0478-CE4E-7646D7DCA32B}"/>
                  </a:ext>
                </a:extLst>
              </p:cNvPr>
              <p:cNvSpPr/>
              <p:nvPr/>
            </p:nvSpPr>
            <p:spPr>
              <a:xfrm>
                <a:off x="5914711" y="7258403"/>
                <a:ext cx="12700" cy="12573"/>
              </a:xfrm>
              <a:custGeom>
                <a:avLst/>
                <a:gdLst>
                  <a:gd name="csX0" fmla="*/ 0 w 12700"/>
                  <a:gd name="csY0" fmla="*/ 12573 h 12573"/>
                  <a:gd name="csX1" fmla="*/ 0 w 12700"/>
                  <a:gd name="csY1" fmla="*/ 0 h 12573"/>
                </a:gdLst>
                <a:ahLst/>
                <a:cxnLst>
                  <a:cxn ang="0">
                    <a:pos x="csX0" y="csY0"/>
                  </a:cxn>
                  <a:cxn ang="0">
                    <a:pos x="csX1" y="csY1"/>
                  </a:cxn>
                </a:cxnLst>
                <a:rect l="l" t="t" r="r" b="b"/>
                <a:pathLst>
                  <a:path w="12700" h="12573">
                    <a:moveTo>
                      <a:pt x="0" y="12573"/>
                    </a:moveTo>
                    <a:lnTo>
                      <a:pt x="0" y="0"/>
                    </a:lnTo>
                  </a:path>
                </a:pathLst>
              </a:custGeom>
              <a:ln w="13589" cap="flat">
                <a:solidFill>
                  <a:srgbClr val="333333"/>
                </a:solidFill>
                <a:prstDash val="solid"/>
                <a:round/>
              </a:ln>
            </p:spPr>
            <p:txBody>
              <a:bodyPr/>
              <a:lstStyle/>
              <a:p>
                <a:endParaRPr lang="en-US" sz="2800"/>
              </a:p>
            </p:txBody>
          </p:sp>
          <p:sp>
            <p:nvSpPr>
              <p:cNvPr id="1057" name="Freeform: Shape 1056">
                <a:extLst>
                  <a:ext uri="{FF2B5EF4-FFF2-40B4-BE49-F238E27FC236}">
                    <a16:creationId xmlns:a16="http://schemas.microsoft.com/office/drawing/2014/main" id="{F69B4CBC-3325-5B06-8066-9935D2164739}"/>
                  </a:ext>
                </a:extLst>
              </p:cNvPr>
              <p:cNvSpPr/>
              <p:nvPr/>
            </p:nvSpPr>
            <p:spPr>
              <a:xfrm>
                <a:off x="5914711" y="7415883"/>
                <a:ext cx="12700" cy="86106"/>
              </a:xfrm>
              <a:custGeom>
                <a:avLst/>
                <a:gdLst>
                  <a:gd name="csX0" fmla="*/ 0 w 12700"/>
                  <a:gd name="csY0" fmla="*/ 0 h 86106"/>
                  <a:gd name="csX1" fmla="*/ 0 w 12700"/>
                  <a:gd name="csY1" fmla="*/ 86106 h 86106"/>
                </a:gdLst>
                <a:ahLst/>
                <a:cxnLst>
                  <a:cxn ang="0">
                    <a:pos x="csX0" y="csY0"/>
                  </a:cxn>
                  <a:cxn ang="0">
                    <a:pos x="csX1" y="csY1"/>
                  </a:cxn>
                </a:cxnLst>
                <a:rect l="l" t="t" r="r" b="b"/>
                <a:pathLst>
                  <a:path w="12700" h="86106">
                    <a:moveTo>
                      <a:pt x="0" y="0"/>
                    </a:moveTo>
                    <a:lnTo>
                      <a:pt x="0" y="86106"/>
                    </a:lnTo>
                  </a:path>
                </a:pathLst>
              </a:custGeom>
              <a:ln w="13589" cap="flat">
                <a:solidFill>
                  <a:srgbClr val="333333"/>
                </a:solidFill>
                <a:prstDash val="solid"/>
                <a:round/>
              </a:ln>
            </p:spPr>
            <p:txBody>
              <a:bodyPr/>
              <a:lstStyle/>
              <a:p>
                <a:endParaRPr lang="en-US" sz="2800"/>
              </a:p>
            </p:txBody>
          </p:sp>
          <p:sp>
            <p:nvSpPr>
              <p:cNvPr id="1058" name="Freeform: Shape 1057">
                <a:extLst>
                  <a:ext uri="{FF2B5EF4-FFF2-40B4-BE49-F238E27FC236}">
                    <a16:creationId xmlns:a16="http://schemas.microsoft.com/office/drawing/2014/main" id="{14DE877F-2E0F-E111-DA94-62A5D6D5CC71}"/>
                  </a:ext>
                </a:extLst>
              </p:cNvPr>
              <p:cNvSpPr/>
              <p:nvPr/>
            </p:nvSpPr>
            <p:spPr>
              <a:xfrm>
                <a:off x="5842829" y="7270976"/>
                <a:ext cx="143636" cy="144906"/>
              </a:xfrm>
              <a:custGeom>
                <a:avLst/>
                <a:gdLst>
                  <a:gd name="csX0" fmla="*/ 0 w 143636"/>
                  <a:gd name="csY0" fmla="*/ 0 h 144906"/>
                  <a:gd name="csX1" fmla="*/ 0 w 143636"/>
                  <a:gd name="csY1" fmla="*/ 144907 h 144906"/>
                  <a:gd name="csX2" fmla="*/ 143637 w 143636"/>
                  <a:gd name="csY2" fmla="*/ 144907 h 144906"/>
                  <a:gd name="csX3" fmla="*/ 143637 w 143636"/>
                  <a:gd name="csY3" fmla="*/ 0 h 144906"/>
                  <a:gd name="csX4" fmla="*/ 0 w 143636"/>
                  <a:gd name="csY4" fmla="*/ 0 h 144906"/>
                </a:gdLst>
                <a:ahLst/>
                <a:cxnLst>
                  <a:cxn ang="0">
                    <a:pos x="csX0" y="csY0"/>
                  </a:cxn>
                  <a:cxn ang="0">
                    <a:pos x="csX1" y="csY1"/>
                  </a:cxn>
                  <a:cxn ang="0">
                    <a:pos x="csX2" y="csY2"/>
                  </a:cxn>
                  <a:cxn ang="0">
                    <a:pos x="csX3" y="csY3"/>
                  </a:cxn>
                  <a:cxn ang="0">
                    <a:pos x="csX4" y="csY4"/>
                  </a:cxn>
                </a:cxnLst>
                <a:rect l="l" t="t" r="r" b="b"/>
                <a:pathLst>
                  <a:path w="143636" h="144906">
                    <a:moveTo>
                      <a:pt x="0" y="0"/>
                    </a:moveTo>
                    <a:lnTo>
                      <a:pt x="0" y="144907"/>
                    </a:lnTo>
                    <a:lnTo>
                      <a:pt x="143637" y="144907"/>
                    </a:lnTo>
                    <a:lnTo>
                      <a:pt x="143637" y="0"/>
                    </a:lnTo>
                    <a:lnTo>
                      <a:pt x="0" y="0"/>
                    </a:lnTo>
                    <a:close/>
                  </a:path>
                </a:pathLst>
              </a:custGeom>
              <a:solidFill>
                <a:srgbClr val="DC050C"/>
              </a:solidFill>
              <a:ln w="13589" cap="flat">
                <a:solidFill>
                  <a:srgbClr val="333333"/>
                </a:solidFill>
                <a:prstDash val="solid"/>
                <a:miter/>
              </a:ln>
            </p:spPr>
            <p:txBody>
              <a:bodyPr/>
              <a:lstStyle/>
              <a:p>
                <a:endParaRPr lang="en-US" sz="2800"/>
              </a:p>
            </p:txBody>
          </p:sp>
          <p:sp>
            <p:nvSpPr>
              <p:cNvPr id="1059" name="Freeform: Shape 1058">
                <a:extLst>
                  <a:ext uri="{FF2B5EF4-FFF2-40B4-BE49-F238E27FC236}">
                    <a16:creationId xmlns:a16="http://schemas.microsoft.com/office/drawing/2014/main" id="{1C34B9E3-A282-A335-FB6F-2DE8DCDB107D}"/>
                  </a:ext>
                </a:extLst>
              </p:cNvPr>
              <p:cNvSpPr/>
              <p:nvPr/>
            </p:nvSpPr>
            <p:spPr>
              <a:xfrm>
                <a:off x="5842829" y="7330920"/>
                <a:ext cx="143637" cy="12700"/>
              </a:xfrm>
              <a:custGeom>
                <a:avLst/>
                <a:gdLst>
                  <a:gd name="csX0" fmla="*/ 0 w 143637"/>
                  <a:gd name="csY0" fmla="*/ 0 h 12700"/>
                  <a:gd name="csX1" fmla="*/ 143637 w 143637"/>
                  <a:gd name="csY1" fmla="*/ 0 h 12700"/>
                </a:gdLst>
                <a:ahLst/>
                <a:cxnLst>
                  <a:cxn ang="0">
                    <a:pos x="csX0" y="csY0"/>
                  </a:cxn>
                  <a:cxn ang="0">
                    <a:pos x="csX1" y="csY1"/>
                  </a:cxn>
                </a:cxnLst>
                <a:rect l="l" t="t" r="r" b="b"/>
                <a:pathLst>
                  <a:path w="143637" h="12700">
                    <a:moveTo>
                      <a:pt x="0" y="0"/>
                    </a:moveTo>
                    <a:lnTo>
                      <a:pt x="143637" y="0"/>
                    </a:lnTo>
                  </a:path>
                </a:pathLst>
              </a:custGeom>
              <a:ln w="27051" cap="flat">
                <a:solidFill>
                  <a:srgbClr val="333333"/>
                </a:solidFill>
                <a:prstDash val="solid"/>
                <a:miter/>
              </a:ln>
            </p:spPr>
            <p:txBody>
              <a:bodyPr/>
              <a:lstStyle/>
              <a:p>
                <a:endParaRPr lang="en-US" sz="2800"/>
              </a:p>
            </p:txBody>
          </p:sp>
          <p:sp>
            <p:nvSpPr>
              <p:cNvPr id="1060" name="Oval 1059">
                <a:extLst>
                  <a:ext uri="{FF2B5EF4-FFF2-40B4-BE49-F238E27FC236}">
                    <a16:creationId xmlns:a16="http://schemas.microsoft.com/office/drawing/2014/main" id="{EA1E6DF1-F8BD-2B1C-8D09-829727301607}"/>
                  </a:ext>
                </a:extLst>
              </p:cNvPr>
              <p:cNvSpPr/>
              <p:nvPr/>
            </p:nvSpPr>
            <p:spPr>
              <a:xfrm>
                <a:off x="5437445" y="7417153"/>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1" name="Oval 1060">
                <a:extLst>
                  <a:ext uri="{FF2B5EF4-FFF2-40B4-BE49-F238E27FC236}">
                    <a16:creationId xmlns:a16="http://schemas.microsoft.com/office/drawing/2014/main" id="{FA8A9224-FE5C-4792-E640-EA181759D24B}"/>
                  </a:ext>
                </a:extLst>
              </p:cNvPr>
              <p:cNvSpPr/>
              <p:nvPr/>
            </p:nvSpPr>
            <p:spPr>
              <a:xfrm>
                <a:off x="5199066" y="7348192"/>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2" name="Oval 1061">
                <a:extLst>
                  <a:ext uri="{FF2B5EF4-FFF2-40B4-BE49-F238E27FC236}">
                    <a16:creationId xmlns:a16="http://schemas.microsoft.com/office/drawing/2014/main" id="{8700BDA5-0FB5-3E19-6537-1205946DA1EF}"/>
                  </a:ext>
                </a:extLst>
              </p:cNvPr>
              <p:cNvSpPr/>
              <p:nvPr/>
            </p:nvSpPr>
            <p:spPr>
              <a:xfrm>
                <a:off x="5167824" y="7577300"/>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3" name="Oval 1062">
                <a:extLst>
                  <a:ext uri="{FF2B5EF4-FFF2-40B4-BE49-F238E27FC236}">
                    <a16:creationId xmlns:a16="http://schemas.microsoft.com/office/drawing/2014/main" id="{5F7D5C2A-98CA-D0D5-0AE4-634A73AD31D6}"/>
                  </a:ext>
                </a:extLst>
              </p:cNvPr>
              <p:cNvSpPr/>
              <p:nvPr/>
            </p:nvSpPr>
            <p:spPr>
              <a:xfrm>
                <a:off x="5912425" y="7240369"/>
                <a:ext cx="36067"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4" name="Oval 1063">
                <a:extLst>
                  <a:ext uri="{FF2B5EF4-FFF2-40B4-BE49-F238E27FC236}">
                    <a16:creationId xmlns:a16="http://schemas.microsoft.com/office/drawing/2014/main" id="{434D5445-B53C-9636-56B9-CA2587F7F2BB}"/>
                  </a:ext>
                </a:extLst>
              </p:cNvPr>
              <p:cNvSpPr/>
              <p:nvPr/>
            </p:nvSpPr>
            <p:spPr>
              <a:xfrm>
                <a:off x="4945447" y="6911312"/>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5" name="Oval 1064">
                <a:extLst>
                  <a:ext uri="{FF2B5EF4-FFF2-40B4-BE49-F238E27FC236}">
                    <a16:creationId xmlns:a16="http://schemas.microsoft.com/office/drawing/2014/main" id="{4E91774F-CB76-C888-3363-904FAFFEAB34}"/>
                  </a:ext>
                </a:extLst>
              </p:cNvPr>
              <p:cNvSpPr/>
              <p:nvPr/>
            </p:nvSpPr>
            <p:spPr>
              <a:xfrm>
                <a:off x="5897566" y="7483574"/>
                <a:ext cx="36067"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6" name="Oval 1065">
                <a:extLst>
                  <a:ext uri="{FF2B5EF4-FFF2-40B4-BE49-F238E27FC236}">
                    <a16:creationId xmlns:a16="http://schemas.microsoft.com/office/drawing/2014/main" id="{1C8D5F80-6084-7468-4115-7B94D9AA20BB}"/>
                  </a:ext>
                </a:extLst>
              </p:cNvPr>
              <p:cNvSpPr/>
              <p:nvPr/>
            </p:nvSpPr>
            <p:spPr>
              <a:xfrm>
                <a:off x="4949892" y="6921472"/>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7" name="Oval 1066">
                <a:extLst>
                  <a:ext uri="{FF2B5EF4-FFF2-40B4-BE49-F238E27FC236}">
                    <a16:creationId xmlns:a16="http://schemas.microsoft.com/office/drawing/2014/main" id="{620FAB59-9718-ABC7-C083-B1235A3B0663}"/>
                  </a:ext>
                </a:extLst>
              </p:cNvPr>
              <p:cNvSpPr/>
              <p:nvPr/>
            </p:nvSpPr>
            <p:spPr>
              <a:xfrm>
                <a:off x="5879151" y="7406358"/>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8" name="Oval 1067">
                <a:extLst>
                  <a:ext uri="{FF2B5EF4-FFF2-40B4-BE49-F238E27FC236}">
                    <a16:creationId xmlns:a16="http://schemas.microsoft.com/office/drawing/2014/main" id="{F24F50BA-D145-AFE1-DC0F-82DC9B2DE633}"/>
                  </a:ext>
                </a:extLst>
              </p:cNvPr>
              <p:cNvSpPr/>
              <p:nvPr/>
            </p:nvSpPr>
            <p:spPr>
              <a:xfrm>
                <a:off x="4946082" y="7468715"/>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69" name="Oval 1068">
                <a:extLst>
                  <a:ext uri="{FF2B5EF4-FFF2-40B4-BE49-F238E27FC236}">
                    <a16:creationId xmlns:a16="http://schemas.microsoft.com/office/drawing/2014/main" id="{60485222-F6B5-A7DD-D97F-D0E427E92B44}"/>
                  </a:ext>
                </a:extLst>
              </p:cNvPr>
              <p:cNvSpPr/>
              <p:nvPr/>
            </p:nvSpPr>
            <p:spPr>
              <a:xfrm>
                <a:off x="5906456" y="7254085"/>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0" name="Oval 1069">
                <a:extLst>
                  <a:ext uri="{FF2B5EF4-FFF2-40B4-BE49-F238E27FC236}">
                    <a16:creationId xmlns:a16="http://schemas.microsoft.com/office/drawing/2014/main" id="{24669566-628D-2669-1F3A-AF0F8972B04D}"/>
                  </a:ext>
                </a:extLst>
              </p:cNvPr>
              <p:cNvSpPr/>
              <p:nvPr/>
            </p:nvSpPr>
            <p:spPr>
              <a:xfrm>
                <a:off x="4936557" y="7328888"/>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1" name="Oval 1070">
                <a:extLst>
                  <a:ext uri="{FF2B5EF4-FFF2-40B4-BE49-F238E27FC236}">
                    <a16:creationId xmlns:a16="http://schemas.microsoft.com/office/drawing/2014/main" id="{75D9C988-F865-CDF6-6EB2-B1BE53142C93}"/>
                  </a:ext>
                </a:extLst>
              </p:cNvPr>
              <p:cNvSpPr/>
              <p:nvPr/>
            </p:nvSpPr>
            <p:spPr>
              <a:xfrm>
                <a:off x="5907091" y="7371179"/>
                <a:ext cx="36067"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2" name="Oval 1071">
                <a:extLst>
                  <a:ext uri="{FF2B5EF4-FFF2-40B4-BE49-F238E27FC236}">
                    <a16:creationId xmlns:a16="http://schemas.microsoft.com/office/drawing/2014/main" id="{3E797510-E573-7558-9849-80B1945C5ABD}"/>
                  </a:ext>
                </a:extLst>
              </p:cNvPr>
              <p:cNvSpPr/>
              <p:nvPr/>
            </p:nvSpPr>
            <p:spPr>
              <a:xfrm>
                <a:off x="4959417" y="7593048"/>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3" name="Oval 1072">
                <a:extLst>
                  <a:ext uri="{FF2B5EF4-FFF2-40B4-BE49-F238E27FC236}">
                    <a16:creationId xmlns:a16="http://schemas.microsoft.com/office/drawing/2014/main" id="{1968DD1A-019F-6551-8BA8-813135C4E66B}"/>
                  </a:ext>
                </a:extLst>
              </p:cNvPr>
              <p:cNvSpPr/>
              <p:nvPr/>
            </p:nvSpPr>
            <p:spPr>
              <a:xfrm>
                <a:off x="5166427" y="7119211"/>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4" name="Oval 1073">
                <a:extLst>
                  <a:ext uri="{FF2B5EF4-FFF2-40B4-BE49-F238E27FC236}">
                    <a16:creationId xmlns:a16="http://schemas.microsoft.com/office/drawing/2014/main" id="{9DC54C4E-CC59-B971-A42E-4A3CA4A9B55F}"/>
                  </a:ext>
                </a:extLst>
              </p:cNvPr>
              <p:cNvSpPr/>
              <p:nvPr/>
            </p:nvSpPr>
            <p:spPr>
              <a:xfrm>
                <a:off x="5894772" y="7252942"/>
                <a:ext cx="36067"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5" name="Oval 1074">
                <a:extLst>
                  <a:ext uri="{FF2B5EF4-FFF2-40B4-BE49-F238E27FC236}">
                    <a16:creationId xmlns:a16="http://schemas.microsoft.com/office/drawing/2014/main" id="{0E4727A2-3A6D-9923-F574-082CC6DEB5EC}"/>
                  </a:ext>
                </a:extLst>
              </p:cNvPr>
              <p:cNvSpPr/>
              <p:nvPr/>
            </p:nvSpPr>
            <p:spPr>
              <a:xfrm>
                <a:off x="4959671" y="7203793"/>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6" name="Oval 1075">
                <a:extLst>
                  <a:ext uri="{FF2B5EF4-FFF2-40B4-BE49-F238E27FC236}">
                    <a16:creationId xmlns:a16="http://schemas.microsoft.com/office/drawing/2014/main" id="{072B9AEE-5EAF-BF21-8E33-7576BB384CFF}"/>
                  </a:ext>
                </a:extLst>
              </p:cNvPr>
              <p:cNvSpPr/>
              <p:nvPr/>
            </p:nvSpPr>
            <p:spPr>
              <a:xfrm>
                <a:off x="5440493" y="7015452"/>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7" name="Oval 1076">
                <a:extLst>
                  <a:ext uri="{FF2B5EF4-FFF2-40B4-BE49-F238E27FC236}">
                    <a16:creationId xmlns:a16="http://schemas.microsoft.com/office/drawing/2014/main" id="{BDCC4BF4-00E7-3A3F-AAD8-22350DADC482}"/>
                  </a:ext>
                </a:extLst>
              </p:cNvPr>
              <p:cNvSpPr/>
              <p:nvPr/>
            </p:nvSpPr>
            <p:spPr>
              <a:xfrm>
                <a:off x="5159823" y="7360765"/>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8" name="Oval 1077">
                <a:extLst>
                  <a:ext uri="{FF2B5EF4-FFF2-40B4-BE49-F238E27FC236}">
                    <a16:creationId xmlns:a16="http://schemas.microsoft.com/office/drawing/2014/main" id="{2CDF206F-3C22-A648-96A1-F722382F6870}"/>
                  </a:ext>
                </a:extLst>
              </p:cNvPr>
              <p:cNvSpPr/>
              <p:nvPr/>
            </p:nvSpPr>
            <p:spPr>
              <a:xfrm>
                <a:off x="5176841" y="6979384"/>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79" name="Oval 1078">
                <a:extLst>
                  <a:ext uri="{FF2B5EF4-FFF2-40B4-BE49-F238E27FC236}">
                    <a16:creationId xmlns:a16="http://schemas.microsoft.com/office/drawing/2014/main" id="{41B70E29-47EB-59E4-9209-55AE4FD396CE}"/>
                  </a:ext>
                </a:extLst>
              </p:cNvPr>
              <p:cNvSpPr/>
              <p:nvPr/>
            </p:nvSpPr>
            <p:spPr>
              <a:xfrm>
                <a:off x="5659949" y="7187537"/>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80" name="Oval 1079">
                <a:extLst>
                  <a:ext uri="{FF2B5EF4-FFF2-40B4-BE49-F238E27FC236}">
                    <a16:creationId xmlns:a16="http://schemas.microsoft.com/office/drawing/2014/main" id="{1D1ABD05-96D3-76ED-4170-E0B0ECF7F638}"/>
                  </a:ext>
                </a:extLst>
              </p:cNvPr>
              <p:cNvSpPr/>
              <p:nvPr/>
            </p:nvSpPr>
            <p:spPr>
              <a:xfrm>
                <a:off x="5197415" y="7372957"/>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81" name="Oval 1080">
                <a:extLst>
                  <a:ext uri="{FF2B5EF4-FFF2-40B4-BE49-F238E27FC236}">
                    <a16:creationId xmlns:a16="http://schemas.microsoft.com/office/drawing/2014/main" id="{75F89E22-DA55-B5DA-12FE-D11EC2935819}"/>
                  </a:ext>
                </a:extLst>
              </p:cNvPr>
              <p:cNvSpPr/>
              <p:nvPr/>
            </p:nvSpPr>
            <p:spPr>
              <a:xfrm>
                <a:off x="5160839" y="7130260"/>
                <a:ext cx="36068" cy="36068"/>
              </a:xfrm>
              <a:prstGeom prst="ellipse">
                <a:avLst/>
              </a:prstGeom>
              <a:solidFill>
                <a:srgbClr val="000000"/>
              </a:solidFill>
              <a:ln w="9017" cap="rnd">
                <a:solidFill>
                  <a:srgbClr val="000000"/>
                </a:solidFill>
                <a:prstDash val="solid"/>
                <a:round/>
              </a:ln>
            </p:spPr>
            <p:txBody>
              <a:bodyPr/>
              <a:lstStyle/>
              <a:p>
                <a:endParaRPr lang="en-US" sz="2800"/>
              </a:p>
            </p:txBody>
          </p:sp>
          <p:sp>
            <p:nvSpPr>
              <p:cNvPr id="1082" name="TextBox 1081">
                <a:extLst>
                  <a:ext uri="{FF2B5EF4-FFF2-40B4-BE49-F238E27FC236}">
                    <a16:creationId xmlns:a16="http://schemas.microsoft.com/office/drawing/2014/main" id="{A9690383-6A7E-62F2-DCE5-64E62A2F6DA0}"/>
                  </a:ext>
                </a:extLst>
              </p:cNvPr>
              <p:cNvSpPr txBox="1"/>
              <p:nvPr/>
            </p:nvSpPr>
            <p:spPr>
              <a:xfrm>
                <a:off x="4821317" y="6667078"/>
                <a:ext cx="562975" cy="200055"/>
              </a:xfrm>
              <a:prstGeom prst="rect">
                <a:avLst/>
              </a:prstGeom>
              <a:noFill/>
            </p:spPr>
            <p:txBody>
              <a:bodyPr wrap="none" rtlCol="0">
                <a:spAutoFit/>
              </a:bodyPr>
              <a:lstStyle/>
              <a:p>
                <a:pPr algn="l"/>
                <a:r>
                  <a:rPr lang="en-US" sz="700" spc="0" baseline="0" dirty="0">
                    <a:ln/>
                    <a:solidFill>
                      <a:srgbClr val="000000"/>
                    </a:solidFill>
                    <a:latin typeface="Arial"/>
                    <a:cs typeface="Arial"/>
                    <a:sym typeface="Arial"/>
                    <a:rtl val="0"/>
                  </a:rPr>
                  <a:t>p = 0.491</a:t>
                </a:r>
              </a:p>
            </p:txBody>
          </p:sp>
          <p:sp>
            <p:nvSpPr>
              <p:cNvPr id="1083" name="Freeform: Shape 1082">
                <a:extLst>
                  <a:ext uri="{FF2B5EF4-FFF2-40B4-BE49-F238E27FC236}">
                    <a16:creationId xmlns:a16="http://schemas.microsoft.com/office/drawing/2014/main" id="{910CF7BA-BDDA-537C-F631-AC1ACB3C4B82}"/>
                  </a:ext>
                </a:extLst>
              </p:cNvPr>
              <p:cNvSpPr/>
              <p:nvPr/>
            </p:nvSpPr>
            <p:spPr>
              <a:xfrm>
                <a:off x="4956623" y="6822285"/>
                <a:ext cx="215518" cy="12700"/>
              </a:xfrm>
              <a:custGeom>
                <a:avLst/>
                <a:gdLst>
                  <a:gd name="csX0" fmla="*/ 0 w 215518"/>
                  <a:gd name="csY0" fmla="*/ 0 h 12700"/>
                  <a:gd name="csX1" fmla="*/ 215519 w 215518"/>
                  <a:gd name="csY1" fmla="*/ 0 h 12700"/>
                </a:gdLst>
                <a:ahLst/>
                <a:cxnLst>
                  <a:cxn ang="0">
                    <a:pos x="csX0" y="csY0"/>
                  </a:cxn>
                  <a:cxn ang="0">
                    <a:pos x="csX1" y="csY1"/>
                  </a:cxn>
                </a:cxnLst>
                <a:rect l="l" t="t" r="r" b="b"/>
                <a:pathLst>
                  <a:path w="215518" h="12700">
                    <a:moveTo>
                      <a:pt x="0" y="0"/>
                    </a:moveTo>
                    <a:lnTo>
                      <a:pt x="215519" y="0"/>
                    </a:lnTo>
                  </a:path>
                </a:pathLst>
              </a:custGeom>
              <a:ln w="13589" cap="rnd">
                <a:solidFill>
                  <a:srgbClr val="000000"/>
                </a:solidFill>
                <a:prstDash val="solid"/>
                <a:round/>
              </a:ln>
            </p:spPr>
            <p:txBody>
              <a:bodyPr/>
              <a:lstStyle/>
              <a:p>
                <a:endParaRPr lang="en-US" sz="2800"/>
              </a:p>
            </p:txBody>
          </p:sp>
          <p:sp>
            <p:nvSpPr>
              <p:cNvPr id="1084" name="TextBox 1083">
                <a:extLst>
                  <a:ext uri="{FF2B5EF4-FFF2-40B4-BE49-F238E27FC236}">
                    <a16:creationId xmlns:a16="http://schemas.microsoft.com/office/drawing/2014/main" id="{F9D0E082-44D4-57AC-E6CE-A664B8314D9E}"/>
                  </a:ext>
                </a:extLst>
              </p:cNvPr>
              <p:cNvSpPr txBox="1"/>
              <p:nvPr/>
            </p:nvSpPr>
            <p:spPr>
              <a:xfrm>
                <a:off x="5324237" y="6667078"/>
                <a:ext cx="562975" cy="200055"/>
              </a:xfrm>
              <a:prstGeom prst="rect">
                <a:avLst/>
              </a:prstGeom>
              <a:noFill/>
            </p:spPr>
            <p:txBody>
              <a:bodyPr wrap="none" rtlCol="0">
                <a:spAutoFit/>
              </a:bodyPr>
              <a:lstStyle/>
              <a:p>
                <a:pPr algn="l"/>
                <a:r>
                  <a:rPr lang="en-US" sz="700" spc="0" baseline="0" dirty="0">
                    <a:ln/>
                    <a:solidFill>
                      <a:srgbClr val="000000"/>
                    </a:solidFill>
                    <a:latin typeface="Arial"/>
                    <a:cs typeface="Arial"/>
                    <a:sym typeface="Arial"/>
                    <a:rtl val="0"/>
                  </a:rPr>
                  <a:t>p = 0.432</a:t>
                </a:r>
              </a:p>
            </p:txBody>
          </p:sp>
          <p:sp>
            <p:nvSpPr>
              <p:cNvPr id="1085" name="Freeform: Shape 1084">
                <a:extLst>
                  <a:ext uri="{FF2B5EF4-FFF2-40B4-BE49-F238E27FC236}">
                    <a16:creationId xmlns:a16="http://schemas.microsoft.com/office/drawing/2014/main" id="{FE9D9D1C-A79D-5C29-D56B-153041E5FABB}"/>
                  </a:ext>
                </a:extLst>
              </p:cNvPr>
              <p:cNvSpPr/>
              <p:nvPr/>
            </p:nvSpPr>
            <p:spPr>
              <a:xfrm>
                <a:off x="5220148" y="6822285"/>
                <a:ext cx="694563" cy="12700"/>
              </a:xfrm>
              <a:custGeom>
                <a:avLst/>
                <a:gdLst>
                  <a:gd name="csX0" fmla="*/ 0 w 694563"/>
                  <a:gd name="csY0" fmla="*/ 0 h 12700"/>
                  <a:gd name="csX1" fmla="*/ 694563 w 694563"/>
                  <a:gd name="csY1" fmla="*/ 0 h 12700"/>
                </a:gdLst>
                <a:ahLst/>
                <a:cxnLst>
                  <a:cxn ang="0">
                    <a:pos x="csX0" y="csY0"/>
                  </a:cxn>
                  <a:cxn ang="0">
                    <a:pos x="csX1" y="csY1"/>
                  </a:cxn>
                </a:cxnLst>
                <a:rect l="l" t="t" r="r" b="b"/>
                <a:pathLst>
                  <a:path w="694563" h="12700">
                    <a:moveTo>
                      <a:pt x="0" y="0"/>
                    </a:moveTo>
                    <a:lnTo>
                      <a:pt x="694563" y="0"/>
                    </a:lnTo>
                  </a:path>
                </a:pathLst>
              </a:custGeom>
              <a:ln w="13589" cap="rnd">
                <a:solidFill>
                  <a:srgbClr val="000000"/>
                </a:solidFill>
                <a:prstDash val="solid"/>
                <a:round/>
              </a:ln>
            </p:spPr>
            <p:txBody>
              <a:bodyPr/>
              <a:lstStyle/>
              <a:p>
                <a:endParaRPr lang="en-US" sz="2800"/>
              </a:p>
            </p:txBody>
          </p:sp>
          <p:sp>
            <p:nvSpPr>
              <p:cNvPr id="1086" name="TextBox 1085">
                <a:extLst>
                  <a:ext uri="{FF2B5EF4-FFF2-40B4-BE49-F238E27FC236}">
                    <a16:creationId xmlns:a16="http://schemas.microsoft.com/office/drawing/2014/main" id="{8CDE1AAC-0AC0-008E-E5A7-39EF7C2A74D1}"/>
                  </a:ext>
                </a:extLst>
              </p:cNvPr>
              <p:cNvSpPr txBox="1"/>
              <p:nvPr/>
            </p:nvSpPr>
            <p:spPr>
              <a:xfrm>
                <a:off x="5192538" y="6399616"/>
                <a:ext cx="562975" cy="200055"/>
              </a:xfrm>
              <a:prstGeom prst="rect">
                <a:avLst/>
              </a:prstGeom>
              <a:noFill/>
            </p:spPr>
            <p:txBody>
              <a:bodyPr wrap="none" rtlCol="0">
                <a:spAutoFit/>
              </a:bodyPr>
              <a:lstStyle/>
              <a:p>
                <a:pPr algn="l"/>
                <a:r>
                  <a:rPr lang="en-US" sz="700" spc="0" baseline="0" dirty="0">
                    <a:ln/>
                    <a:solidFill>
                      <a:srgbClr val="000000"/>
                    </a:solidFill>
                    <a:latin typeface="Arial"/>
                    <a:cs typeface="Arial"/>
                    <a:sym typeface="Arial"/>
                    <a:rtl val="0"/>
                  </a:rPr>
                  <a:t>p = 0.135</a:t>
                </a:r>
              </a:p>
            </p:txBody>
          </p:sp>
          <p:sp>
            <p:nvSpPr>
              <p:cNvPr id="1087" name="Freeform: Shape 1086">
                <a:extLst>
                  <a:ext uri="{FF2B5EF4-FFF2-40B4-BE49-F238E27FC236}">
                    <a16:creationId xmlns:a16="http://schemas.microsoft.com/office/drawing/2014/main" id="{CA16DFEE-0947-E540-CFC2-B721926D1FF5}"/>
                  </a:ext>
                </a:extLst>
              </p:cNvPr>
              <p:cNvSpPr/>
              <p:nvPr/>
            </p:nvSpPr>
            <p:spPr>
              <a:xfrm>
                <a:off x="4956623" y="6554823"/>
                <a:ext cx="958088" cy="12700"/>
              </a:xfrm>
              <a:custGeom>
                <a:avLst/>
                <a:gdLst>
                  <a:gd name="csX0" fmla="*/ 0 w 958088"/>
                  <a:gd name="csY0" fmla="*/ 0 h 12700"/>
                  <a:gd name="csX1" fmla="*/ 958088 w 958088"/>
                  <a:gd name="csY1" fmla="*/ 0 h 12700"/>
                </a:gdLst>
                <a:ahLst/>
                <a:cxnLst>
                  <a:cxn ang="0">
                    <a:pos x="csX0" y="csY0"/>
                  </a:cxn>
                  <a:cxn ang="0">
                    <a:pos x="csX1" y="csY1"/>
                  </a:cxn>
                </a:cxnLst>
                <a:rect l="l" t="t" r="r" b="b"/>
                <a:pathLst>
                  <a:path w="958088" h="12700">
                    <a:moveTo>
                      <a:pt x="0" y="0"/>
                    </a:moveTo>
                    <a:lnTo>
                      <a:pt x="958088" y="0"/>
                    </a:lnTo>
                  </a:path>
                </a:pathLst>
              </a:custGeom>
              <a:ln w="13589" cap="rnd">
                <a:solidFill>
                  <a:srgbClr val="000000"/>
                </a:solidFill>
                <a:prstDash val="solid"/>
                <a:round/>
              </a:ln>
            </p:spPr>
            <p:txBody>
              <a:bodyPr/>
              <a:lstStyle/>
              <a:p>
                <a:endParaRPr lang="en-US" sz="2800"/>
              </a:p>
            </p:txBody>
          </p:sp>
        </p:grpSp>
        <p:grpSp>
          <p:nvGrpSpPr>
            <p:cNvPr id="1088" name="Graphic 1037">
              <a:extLst>
                <a:ext uri="{FF2B5EF4-FFF2-40B4-BE49-F238E27FC236}">
                  <a16:creationId xmlns:a16="http://schemas.microsoft.com/office/drawing/2014/main" id="{4F78BF3C-7DAA-71F9-CF79-EFD6F72AD583}"/>
                </a:ext>
              </a:extLst>
            </p:cNvPr>
            <p:cNvGrpSpPr/>
            <p:nvPr/>
          </p:nvGrpSpPr>
          <p:grpSpPr>
            <a:xfrm>
              <a:off x="4293425" y="6332573"/>
              <a:ext cx="1764922" cy="1601229"/>
              <a:chOff x="4293425" y="6332573"/>
              <a:chExt cx="1764922" cy="1601229"/>
            </a:xfrm>
          </p:grpSpPr>
          <p:sp>
            <p:nvSpPr>
              <p:cNvPr id="1089" name="Freeform: Shape 1088">
                <a:extLst>
                  <a:ext uri="{FF2B5EF4-FFF2-40B4-BE49-F238E27FC236}">
                    <a16:creationId xmlns:a16="http://schemas.microsoft.com/office/drawing/2014/main" id="{647567F7-7289-A2F9-1BD4-5F59761DFD12}"/>
                  </a:ext>
                </a:extLst>
              </p:cNvPr>
              <p:cNvSpPr/>
              <p:nvPr/>
            </p:nvSpPr>
            <p:spPr>
              <a:xfrm>
                <a:off x="4812985" y="6332573"/>
                <a:ext cx="12700" cy="1359153"/>
              </a:xfrm>
              <a:custGeom>
                <a:avLst/>
                <a:gdLst>
                  <a:gd name="csX0" fmla="*/ 0 w 12700"/>
                  <a:gd name="csY0" fmla="*/ 1359154 h 1359153"/>
                  <a:gd name="csX1" fmla="*/ 0 w 12700"/>
                  <a:gd name="csY1" fmla="*/ 0 h 1359153"/>
                </a:gdLst>
                <a:ahLst/>
                <a:cxnLst>
                  <a:cxn ang="0">
                    <a:pos x="csX0" y="csY0"/>
                  </a:cxn>
                  <a:cxn ang="0">
                    <a:pos x="csX1" y="csY1"/>
                  </a:cxn>
                </a:cxnLst>
                <a:rect l="l" t="t" r="r" b="b"/>
                <a:pathLst>
                  <a:path w="12700" h="1359153">
                    <a:moveTo>
                      <a:pt x="0" y="1359154"/>
                    </a:moveTo>
                    <a:lnTo>
                      <a:pt x="0" y="0"/>
                    </a:lnTo>
                  </a:path>
                </a:pathLst>
              </a:custGeom>
              <a:noFill/>
              <a:ln w="13589" cap="sq">
                <a:solidFill>
                  <a:srgbClr val="000000"/>
                </a:solidFill>
                <a:prstDash val="solid"/>
                <a:round/>
              </a:ln>
            </p:spPr>
            <p:txBody>
              <a:bodyPr/>
              <a:lstStyle/>
              <a:p>
                <a:endParaRPr lang="en-US" sz="2800"/>
              </a:p>
            </p:txBody>
          </p:sp>
          <p:sp>
            <p:nvSpPr>
              <p:cNvPr id="1090" name="TextBox 1089">
                <a:extLst>
                  <a:ext uri="{FF2B5EF4-FFF2-40B4-BE49-F238E27FC236}">
                    <a16:creationId xmlns:a16="http://schemas.microsoft.com/office/drawing/2014/main" id="{523FEAB1-78D3-92F6-BB04-9EA6F03D4D01}"/>
                  </a:ext>
                </a:extLst>
              </p:cNvPr>
              <p:cNvSpPr txBox="1"/>
              <p:nvPr/>
            </p:nvSpPr>
            <p:spPr>
              <a:xfrm>
                <a:off x="4441290" y="7556263"/>
                <a:ext cx="43152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0.25</a:t>
                </a:r>
              </a:p>
            </p:txBody>
          </p:sp>
          <p:sp>
            <p:nvSpPr>
              <p:cNvPr id="1091" name="TextBox 1090">
                <a:extLst>
                  <a:ext uri="{FF2B5EF4-FFF2-40B4-BE49-F238E27FC236}">
                    <a16:creationId xmlns:a16="http://schemas.microsoft.com/office/drawing/2014/main" id="{160C76DB-2995-2761-39E2-CA3A762F292F}"/>
                  </a:ext>
                </a:extLst>
              </p:cNvPr>
              <p:cNvSpPr txBox="1"/>
              <p:nvPr/>
            </p:nvSpPr>
            <p:spPr>
              <a:xfrm>
                <a:off x="4441290" y="7220475"/>
                <a:ext cx="43152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0.50</a:t>
                </a:r>
              </a:p>
            </p:txBody>
          </p:sp>
          <p:sp>
            <p:nvSpPr>
              <p:cNvPr id="1092" name="TextBox 1091">
                <a:extLst>
                  <a:ext uri="{FF2B5EF4-FFF2-40B4-BE49-F238E27FC236}">
                    <a16:creationId xmlns:a16="http://schemas.microsoft.com/office/drawing/2014/main" id="{A813A9D1-2CB2-5034-349A-448D1A74D999}"/>
                  </a:ext>
                </a:extLst>
              </p:cNvPr>
              <p:cNvSpPr txBox="1"/>
              <p:nvPr/>
            </p:nvSpPr>
            <p:spPr>
              <a:xfrm>
                <a:off x="4441290" y="6884560"/>
                <a:ext cx="43152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0.75</a:t>
                </a:r>
              </a:p>
            </p:txBody>
          </p:sp>
          <p:sp>
            <p:nvSpPr>
              <p:cNvPr id="1093" name="TextBox 1092">
                <a:extLst>
                  <a:ext uri="{FF2B5EF4-FFF2-40B4-BE49-F238E27FC236}">
                    <a16:creationId xmlns:a16="http://schemas.microsoft.com/office/drawing/2014/main" id="{CB771F33-5EFC-C932-D213-3DDEFD8C71B8}"/>
                  </a:ext>
                </a:extLst>
              </p:cNvPr>
              <p:cNvSpPr txBox="1"/>
              <p:nvPr/>
            </p:nvSpPr>
            <p:spPr>
              <a:xfrm>
                <a:off x="4441290" y="6548772"/>
                <a:ext cx="43152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1.00</a:t>
                </a:r>
              </a:p>
            </p:txBody>
          </p:sp>
          <p:sp>
            <p:nvSpPr>
              <p:cNvPr id="1094" name="Freeform: Shape 1093">
                <a:extLst>
                  <a:ext uri="{FF2B5EF4-FFF2-40B4-BE49-F238E27FC236}">
                    <a16:creationId xmlns:a16="http://schemas.microsoft.com/office/drawing/2014/main" id="{1159C81D-1D49-5020-5A28-C057A4B76DC6}"/>
                  </a:ext>
                </a:extLst>
              </p:cNvPr>
              <p:cNvSpPr/>
              <p:nvPr/>
            </p:nvSpPr>
            <p:spPr>
              <a:xfrm>
                <a:off x="4778188" y="7663152"/>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1095" name="Freeform: Shape 1094">
                <a:extLst>
                  <a:ext uri="{FF2B5EF4-FFF2-40B4-BE49-F238E27FC236}">
                    <a16:creationId xmlns:a16="http://schemas.microsoft.com/office/drawing/2014/main" id="{8288B37B-A01C-7895-9D18-2B845BD326EC}"/>
                  </a:ext>
                </a:extLst>
              </p:cNvPr>
              <p:cNvSpPr/>
              <p:nvPr/>
            </p:nvSpPr>
            <p:spPr>
              <a:xfrm>
                <a:off x="4778188" y="7327363"/>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1096" name="Freeform: Shape 1095">
                <a:extLst>
                  <a:ext uri="{FF2B5EF4-FFF2-40B4-BE49-F238E27FC236}">
                    <a16:creationId xmlns:a16="http://schemas.microsoft.com/office/drawing/2014/main" id="{42B32E46-DBC4-AB83-BD1A-8ACDF13E17BB}"/>
                  </a:ext>
                </a:extLst>
              </p:cNvPr>
              <p:cNvSpPr/>
              <p:nvPr/>
            </p:nvSpPr>
            <p:spPr>
              <a:xfrm>
                <a:off x="4778188" y="6991449"/>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1097" name="Freeform: Shape 1096">
                <a:extLst>
                  <a:ext uri="{FF2B5EF4-FFF2-40B4-BE49-F238E27FC236}">
                    <a16:creationId xmlns:a16="http://schemas.microsoft.com/office/drawing/2014/main" id="{928CC64A-2989-E54E-24E4-2446F0629AD9}"/>
                  </a:ext>
                </a:extLst>
              </p:cNvPr>
              <p:cNvSpPr/>
              <p:nvPr/>
            </p:nvSpPr>
            <p:spPr>
              <a:xfrm>
                <a:off x="4778188" y="6655661"/>
                <a:ext cx="34797" cy="12700"/>
              </a:xfrm>
              <a:custGeom>
                <a:avLst/>
                <a:gdLst>
                  <a:gd name="csX0" fmla="*/ 0 w 34797"/>
                  <a:gd name="csY0" fmla="*/ 0 h 12700"/>
                  <a:gd name="csX1" fmla="*/ 34798 w 34797"/>
                  <a:gd name="csY1" fmla="*/ 0 h 12700"/>
                </a:gdLst>
                <a:ahLst/>
                <a:cxnLst>
                  <a:cxn ang="0">
                    <a:pos x="csX0" y="csY0"/>
                  </a:cxn>
                  <a:cxn ang="0">
                    <a:pos x="csX1" y="csY1"/>
                  </a:cxn>
                </a:cxnLst>
                <a:rect l="l" t="t" r="r" b="b"/>
                <a:pathLst>
                  <a:path w="34797" h="12700">
                    <a:moveTo>
                      <a:pt x="0" y="0"/>
                    </a:moveTo>
                    <a:lnTo>
                      <a:pt x="34798" y="0"/>
                    </a:lnTo>
                  </a:path>
                </a:pathLst>
              </a:custGeom>
              <a:noFill/>
              <a:ln w="13589" cap="flat">
                <a:solidFill>
                  <a:srgbClr val="000000"/>
                </a:solidFill>
                <a:prstDash val="solid"/>
                <a:round/>
              </a:ln>
            </p:spPr>
            <p:txBody>
              <a:bodyPr/>
              <a:lstStyle/>
              <a:p>
                <a:endParaRPr lang="en-US" sz="2800"/>
              </a:p>
            </p:txBody>
          </p:sp>
          <p:sp>
            <p:nvSpPr>
              <p:cNvPr id="1098" name="Freeform: Shape 1097">
                <a:extLst>
                  <a:ext uri="{FF2B5EF4-FFF2-40B4-BE49-F238E27FC236}">
                    <a16:creationId xmlns:a16="http://schemas.microsoft.com/office/drawing/2014/main" id="{33BA4159-3900-2AE3-190F-C4040827F50F}"/>
                  </a:ext>
                </a:extLst>
              </p:cNvPr>
              <p:cNvSpPr/>
              <p:nvPr/>
            </p:nvSpPr>
            <p:spPr>
              <a:xfrm>
                <a:off x="4812985" y="7691727"/>
                <a:ext cx="1245362" cy="12700"/>
              </a:xfrm>
              <a:custGeom>
                <a:avLst/>
                <a:gdLst>
                  <a:gd name="csX0" fmla="*/ 0 w 1245362"/>
                  <a:gd name="csY0" fmla="*/ 0 h 12700"/>
                  <a:gd name="csX1" fmla="*/ 1245362 w 1245362"/>
                  <a:gd name="csY1" fmla="*/ 0 h 12700"/>
                </a:gdLst>
                <a:ahLst/>
                <a:cxnLst>
                  <a:cxn ang="0">
                    <a:pos x="csX0" y="csY0"/>
                  </a:cxn>
                  <a:cxn ang="0">
                    <a:pos x="csX1" y="csY1"/>
                  </a:cxn>
                </a:cxnLst>
                <a:rect l="l" t="t" r="r" b="b"/>
                <a:pathLst>
                  <a:path w="1245362" h="12700">
                    <a:moveTo>
                      <a:pt x="0" y="0"/>
                    </a:moveTo>
                    <a:lnTo>
                      <a:pt x="1245362" y="0"/>
                    </a:lnTo>
                  </a:path>
                </a:pathLst>
              </a:custGeom>
              <a:noFill/>
              <a:ln w="13589" cap="sq">
                <a:solidFill>
                  <a:srgbClr val="000000"/>
                </a:solidFill>
                <a:prstDash val="solid"/>
                <a:round/>
              </a:ln>
            </p:spPr>
            <p:txBody>
              <a:bodyPr/>
              <a:lstStyle/>
              <a:p>
                <a:endParaRPr lang="en-US" sz="2800"/>
              </a:p>
            </p:txBody>
          </p:sp>
          <p:sp>
            <p:nvSpPr>
              <p:cNvPr id="1099" name="Freeform: Shape 1098">
                <a:extLst>
                  <a:ext uri="{FF2B5EF4-FFF2-40B4-BE49-F238E27FC236}">
                    <a16:creationId xmlns:a16="http://schemas.microsoft.com/office/drawing/2014/main" id="{107461AE-EE1F-087E-9DC1-939AF082D7E0}"/>
                  </a:ext>
                </a:extLst>
              </p:cNvPr>
              <p:cNvSpPr/>
              <p:nvPr/>
            </p:nvSpPr>
            <p:spPr>
              <a:xfrm>
                <a:off x="4956623" y="76917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1100" name="Freeform: Shape 1099">
                <a:extLst>
                  <a:ext uri="{FF2B5EF4-FFF2-40B4-BE49-F238E27FC236}">
                    <a16:creationId xmlns:a16="http://schemas.microsoft.com/office/drawing/2014/main" id="{6E663C45-28D3-8419-5201-BB947439A753}"/>
                  </a:ext>
                </a:extLst>
              </p:cNvPr>
              <p:cNvSpPr/>
              <p:nvPr/>
            </p:nvSpPr>
            <p:spPr>
              <a:xfrm>
                <a:off x="5196144" y="76917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1101" name="Freeform: Shape 1100">
                <a:extLst>
                  <a:ext uri="{FF2B5EF4-FFF2-40B4-BE49-F238E27FC236}">
                    <a16:creationId xmlns:a16="http://schemas.microsoft.com/office/drawing/2014/main" id="{629516D7-A3BF-B52A-1749-58340C871017}"/>
                  </a:ext>
                </a:extLst>
              </p:cNvPr>
              <p:cNvSpPr/>
              <p:nvPr/>
            </p:nvSpPr>
            <p:spPr>
              <a:xfrm>
                <a:off x="5435666" y="76917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1102" name="Freeform: Shape 1101">
                <a:extLst>
                  <a:ext uri="{FF2B5EF4-FFF2-40B4-BE49-F238E27FC236}">
                    <a16:creationId xmlns:a16="http://schemas.microsoft.com/office/drawing/2014/main" id="{63D1F7B7-4EA6-51AE-224B-4FA70ED1DEAE}"/>
                  </a:ext>
                </a:extLst>
              </p:cNvPr>
              <p:cNvSpPr/>
              <p:nvPr/>
            </p:nvSpPr>
            <p:spPr>
              <a:xfrm>
                <a:off x="5675188" y="76917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1103" name="Freeform: Shape 1102">
                <a:extLst>
                  <a:ext uri="{FF2B5EF4-FFF2-40B4-BE49-F238E27FC236}">
                    <a16:creationId xmlns:a16="http://schemas.microsoft.com/office/drawing/2014/main" id="{C2CAD125-2007-2266-4F15-FDC34639850A}"/>
                  </a:ext>
                </a:extLst>
              </p:cNvPr>
              <p:cNvSpPr/>
              <p:nvPr/>
            </p:nvSpPr>
            <p:spPr>
              <a:xfrm>
                <a:off x="5914710" y="7691727"/>
                <a:ext cx="12700" cy="34797"/>
              </a:xfrm>
              <a:custGeom>
                <a:avLst/>
                <a:gdLst>
                  <a:gd name="csX0" fmla="*/ 0 w 12700"/>
                  <a:gd name="csY0" fmla="*/ 34798 h 34797"/>
                  <a:gd name="csX1" fmla="*/ 0 w 12700"/>
                  <a:gd name="csY1" fmla="*/ 0 h 34797"/>
                </a:gdLst>
                <a:ahLst/>
                <a:cxnLst>
                  <a:cxn ang="0">
                    <a:pos x="csX0" y="csY0"/>
                  </a:cxn>
                  <a:cxn ang="0">
                    <a:pos x="csX1" y="csY1"/>
                  </a:cxn>
                </a:cxnLst>
                <a:rect l="l" t="t" r="r" b="b"/>
                <a:pathLst>
                  <a:path w="12700" h="34797">
                    <a:moveTo>
                      <a:pt x="0" y="34798"/>
                    </a:moveTo>
                    <a:lnTo>
                      <a:pt x="0" y="0"/>
                    </a:lnTo>
                  </a:path>
                </a:pathLst>
              </a:custGeom>
              <a:noFill/>
              <a:ln w="13589" cap="flat">
                <a:solidFill>
                  <a:srgbClr val="000000"/>
                </a:solidFill>
                <a:prstDash val="solid"/>
                <a:round/>
              </a:ln>
            </p:spPr>
            <p:txBody>
              <a:bodyPr/>
              <a:lstStyle/>
              <a:p>
                <a:endParaRPr lang="en-US" sz="2800"/>
              </a:p>
            </p:txBody>
          </p:sp>
          <p:sp>
            <p:nvSpPr>
              <p:cNvPr id="1104" name="TextBox 1103">
                <a:extLst>
                  <a:ext uri="{FF2B5EF4-FFF2-40B4-BE49-F238E27FC236}">
                    <a16:creationId xmlns:a16="http://schemas.microsoft.com/office/drawing/2014/main" id="{408A0F5B-BED2-A369-55FC-37121F9449E0}"/>
                  </a:ext>
                </a:extLst>
              </p:cNvPr>
              <p:cNvSpPr txBox="1"/>
              <p:nvPr/>
            </p:nvSpPr>
            <p:spPr>
              <a:xfrm>
                <a:off x="4818634" y="7687581"/>
                <a:ext cx="29206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M</a:t>
                </a:r>
              </a:p>
            </p:txBody>
          </p:sp>
          <p:sp>
            <p:nvSpPr>
              <p:cNvPr id="1105" name="TextBox 1104">
                <a:extLst>
                  <a:ext uri="{FF2B5EF4-FFF2-40B4-BE49-F238E27FC236}">
                    <a16:creationId xmlns:a16="http://schemas.microsoft.com/office/drawing/2014/main" id="{4495EB6E-2B4A-D136-A2E1-F430F3FBEB9E}"/>
                  </a:ext>
                </a:extLst>
              </p:cNvPr>
              <p:cNvSpPr txBox="1"/>
              <p:nvPr/>
            </p:nvSpPr>
            <p:spPr>
              <a:xfrm>
                <a:off x="5089179" y="7687581"/>
                <a:ext cx="219932"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I</a:t>
                </a:r>
              </a:p>
            </p:txBody>
          </p:sp>
          <p:sp>
            <p:nvSpPr>
              <p:cNvPr id="1106" name="TextBox 1105">
                <a:extLst>
                  <a:ext uri="{FF2B5EF4-FFF2-40B4-BE49-F238E27FC236}">
                    <a16:creationId xmlns:a16="http://schemas.microsoft.com/office/drawing/2014/main" id="{51A7F147-451A-5811-3A8A-E7364926B942}"/>
                  </a:ext>
                </a:extLst>
              </p:cNvPr>
              <p:cNvSpPr txBox="1"/>
              <p:nvPr/>
            </p:nvSpPr>
            <p:spPr>
              <a:xfrm>
                <a:off x="5297623" y="7687581"/>
                <a:ext cx="290464"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LI</a:t>
                </a:r>
              </a:p>
            </p:txBody>
          </p:sp>
          <p:sp>
            <p:nvSpPr>
              <p:cNvPr id="1107" name="TextBox 1106">
                <a:extLst>
                  <a:ext uri="{FF2B5EF4-FFF2-40B4-BE49-F238E27FC236}">
                    <a16:creationId xmlns:a16="http://schemas.microsoft.com/office/drawing/2014/main" id="{85C5359C-DA6A-05B7-E54E-8526159F1891}"/>
                  </a:ext>
                </a:extLst>
              </p:cNvPr>
              <p:cNvSpPr txBox="1"/>
              <p:nvPr/>
            </p:nvSpPr>
            <p:spPr>
              <a:xfrm>
                <a:off x="5509260" y="7687581"/>
                <a:ext cx="356188"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NF</a:t>
                </a:r>
              </a:p>
            </p:txBody>
          </p:sp>
          <p:sp>
            <p:nvSpPr>
              <p:cNvPr id="1108" name="TextBox 1107">
                <a:extLst>
                  <a:ext uri="{FF2B5EF4-FFF2-40B4-BE49-F238E27FC236}">
                    <a16:creationId xmlns:a16="http://schemas.microsoft.com/office/drawing/2014/main" id="{955F8863-5A05-60BD-2893-F709F920A636}"/>
                  </a:ext>
                </a:extLst>
              </p:cNvPr>
              <p:cNvSpPr txBox="1"/>
              <p:nvPr/>
            </p:nvSpPr>
            <p:spPr>
              <a:xfrm>
                <a:off x="5789137" y="7687581"/>
                <a:ext cx="263214" cy="246221"/>
              </a:xfrm>
              <a:prstGeom prst="rect">
                <a:avLst/>
              </a:prstGeom>
              <a:noFill/>
            </p:spPr>
            <p:txBody>
              <a:bodyPr wrap="none" rtlCol="0">
                <a:spAutoFit/>
              </a:bodyPr>
              <a:lstStyle/>
              <a:p>
                <a:pPr algn="l"/>
                <a:r>
                  <a:rPr lang="en-US" sz="1000" spc="0" baseline="0">
                    <a:ln/>
                    <a:solidFill>
                      <a:srgbClr val="000000"/>
                    </a:solidFill>
                    <a:latin typeface="Arial"/>
                    <a:cs typeface="Arial"/>
                    <a:sym typeface="Arial"/>
                    <a:rtl val="0"/>
                  </a:rPr>
                  <a:t>F</a:t>
                </a:r>
              </a:p>
            </p:txBody>
          </p:sp>
          <p:sp>
            <p:nvSpPr>
              <p:cNvPr id="1110" name="TextBox 1109">
                <a:extLst>
                  <a:ext uri="{FF2B5EF4-FFF2-40B4-BE49-F238E27FC236}">
                    <a16:creationId xmlns:a16="http://schemas.microsoft.com/office/drawing/2014/main" id="{FA8CA175-05B9-1DBC-0536-1DB0D552CCE8}"/>
                  </a:ext>
                </a:extLst>
              </p:cNvPr>
              <p:cNvSpPr txBox="1"/>
              <p:nvPr/>
            </p:nvSpPr>
            <p:spPr>
              <a:xfrm rot="16200000">
                <a:off x="3960962" y="6885192"/>
                <a:ext cx="918841" cy="253916"/>
              </a:xfrm>
              <a:prstGeom prst="rect">
                <a:avLst/>
              </a:prstGeom>
              <a:noFill/>
            </p:spPr>
            <p:txBody>
              <a:bodyPr wrap="none" rtlCol="0">
                <a:spAutoFit/>
              </a:bodyPr>
              <a:lstStyle/>
              <a:p>
                <a:pPr algn="l"/>
                <a:r>
                  <a:rPr lang="en-US" sz="1050" spc="0" baseline="0" dirty="0" err="1">
                    <a:ln/>
                    <a:solidFill>
                      <a:srgbClr val="000000"/>
                    </a:solidFill>
                    <a:latin typeface="Arial"/>
                    <a:cs typeface="Arial"/>
                    <a:sym typeface="Arial"/>
                    <a:rtl val="0"/>
                  </a:rPr>
                  <a:t>CytoTRACE</a:t>
                </a:r>
                <a:endParaRPr lang="en-US" sz="1050" spc="0" baseline="0" dirty="0">
                  <a:ln/>
                  <a:solidFill>
                    <a:srgbClr val="000000"/>
                  </a:solidFill>
                  <a:latin typeface="Arial"/>
                  <a:cs typeface="Arial"/>
                  <a:sym typeface="Arial"/>
                  <a:rtl val="0"/>
                </a:endParaRPr>
              </a:p>
            </p:txBody>
          </p:sp>
        </p:grpSp>
      </p:grpSp>
    </p:spTree>
    <p:extLst>
      <p:ext uri="{BB962C8B-B14F-4D97-AF65-F5344CB8AC3E}">
        <p14:creationId xmlns:p14="http://schemas.microsoft.com/office/powerpoint/2010/main" val="3552592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540A44-376B-53EE-BACD-3C8D5D0FD560}"/>
              </a:ext>
            </a:extLst>
          </p:cNvPr>
          <p:cNvSpPr txBox="1"/>
          <p:nvPr/>
        </p:nvSpPr>
        <p:spPr>
          <a:xfrm>
            <a:off x="-1" y="250112"/>
            <a:ext cx="6480175" cy="830997"/>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Supplementary Fig.6. Expression (left) and percent of 6_POA_Mixed (right) expressing  (A) </a:t>
            </a:r>
            <a:r>
              <a:rPr lang="en-US" sz="1200" i="1" dirty="0">
                <a:latin typeface="Arial" panose="020B0604020202020204" pitchFamily="34" charset="0"/>
                <a:cs typeface="Arial" panose="020B0604020202020204" pitchFamily="34" charset="0"/>
              </a:rPr>
              <a:t>npy7r</a:t>
            </a:r>
            <a:r>
              <a:rPr lang="en-US" sz="1200" dirty="0">
                <a:latin typeface="Arial" panose="020B0604020202020204" pitchFamily="34" charset="0"/>
                <a:cs typeface="Arial" panose="020B0604020202020204" pitchFamily="34" charset="0"/>
              </a:rPr>
              <a:t>, (B) </a:t>
            </a:r>
            <a:r>
              <a:rPr lang="en-US" sz="1200" i="1" dirty="0" err="1">
                <a:latin typeface="Arial" panose="020B0604020202020204" pitchFamily="34" charset="0"/>
                <a:cs typeface="Arial" panose="020B0604020202020204" pitchFamily="34" charset="0"/>
              </a:rPr>
              <a:t>nmbr</a:t>
            </a:r>
            <a:r>
              <a:rPr lang="en-US" sz="1200" dirty="0">
                <a:latin typeface="Arial" panose="020B0604020202020204" pitchFamily="34" charset="0"/>
                <a:cs typeface="Arial" panose="020B0604020202020204" pitchFamily="34" charset="0"/>
              </a:rPr>
              <a:t>, (C) </a:t>
            </a:r>
            <a:r>
              <a:rPr lang="en-US" sz="1200" i="1" dirty="0">
                <a:latin typeface="Arial" panose="020B0604020202020204" pitchFamily="34" charset="0"/>
                <a:cs typeface="Arial" panose="020B0604020202020204" pitchFamily="34" charset="0"/>
              </a:rPr>
              <a:t>gnrh1. </a:t>
            </a:r>
            <a:r>
              <a:rPr lang="en-US" sz="1200" dirty="0">
                <a:latin typeface="Arial" panose="020B0604020202020204" pitchFamily="34" charset="0"/>
                <a:cs typeface="Arial" panose="020B0604020202020204" pitchFamily="34" charset="0"/>
              </a:rPr>
              <a:t>Expression (left) and percent of 6_POA_Mixed (middle), and </a:t>
            </a:r>
            <a:r>
              <a:rPr lang="en-US" sz="1200" dirty="0" err="1">
                <a:latin typeface="Arial" panose="020B0604020202020204" pitchFamily="34" charset="0"/>
                <a:cs typeface="Arial" panose="020B0604020202020204" pitchFamily="34" charset="0"/>
              </a:rPr>
              <a:t>CytoTRACE</a:t>
            </a:r>
            <a:r>
              <a:rPr lang="en-US" sz="1200" dirty="0">
                <a:latin typeface="Arial" panose="020B0604020202020204" pitchFamily="34" charset="0"/>
                <a:cs typeface="Arial" panose="020B0604020202020204" pitchFamily="34" charset="0"/>
              </a:rPr>
              <a:t> score (right) of cells expressing</a:t>
            </a:r>
            <a:r>
              <a:rPr lang="en-US" sz="1200" i="1"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(D) </a:t>
            </a:r>
            <a:r>
              <a:rPr lang="en-US" sz="1200" i="1" dirty="0" err="1">
                <a:latin typeface="Arial" panose="020B0604020202020204" pitchFamily="34" charset="0"/>
                <a:cs typeface="Arial" panose="020B0604020202020204" pitchFamily="34" charset="0"/>
              </a:rPr>
              <a:t>pgr</a:t>
            </a:r>
            <a:r>
              <a:rPr lang="en-US" sz="1200" dirty="0">
                <a:latin typeface="Arial" panose="020B0604020202020204" pitchFamily="34" charset="0"/>
                <a:cs typeface="Arial" panose="020B0604020202020204" pitchFamily="34" charset="0"/>
              </a:rPr>
              <a:t>, (E), </a:t>
            </a:r>
            <a:r>
              <a:rPr lang="en-US" sz="1200" i="1" dirty="0" err="1">
                <a:latin typeface="Arial" panose="020B0604020202020204" pitchFamily="34" charset="0"/>
                <a:cs typeface="Arial" panose="020B0604020202020204" pitchFamily="34" charset="0"/>
              </a:rPr>
              <a:t>ar</a:t>
            </a:r>
            <a:r>
              <a:rPr lang="en-US" sz="1200" i="1" dirty="0">
                <a:latin typeface="Arial" panose="020B0604020202020204" pitchFamily="34" charset="0"/>
                <a:cs typeface="Arial" panose="020B0604020202020204" pitchFamily="34" charset="0"/>
              </a:rPr>
              <a:t>-like. </a:t>
            </a:r>
            <a:r>
              <a:rPr lang="en-US" sz="1200" dirty="0">
                <a:latin typeface="Arial" panose="020B0604020202020204" pitchFamily="34" charset="0"/>
                <a:cs typeface="Arial" panose="020B0604020202020204" pitchFamily="34" charset="0"/>
              </a:rPr>
              <a:t>Points indicate the mean for each individual. Asterisks: “*”: p &lt; 0.05, “**”: p &lt; 0.01, “***”: p &lt; 0.001. </a:t>
            </a:r>
          </a:p>
        </p:txBody>
      </p:sp>
    </p:spTree>
    <p:extLst>
      <p:ext uri="{BB962C8B-B14F-4D97-AF65-F5344CB8AC3E}">
        <p14:creationId xmlns:p14="http://schemas.microsoft.com/office/powerpoint/2010/main" val="3333481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71a3d99-6795-4360-9ac0-0295bb4ceb3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6B7879191E50A4AAAE05B439EDDC02C" ma:contentTypeVersion="10" ma:contentTypeDescription="Create a new document." ma:contentTypeScope="" ma:versionID="3f2d7982759a07367ccfdef1137c2b1a">
  <xsd:schema xmlns:xsd="http://www.w3.org/2001/XMLSchema" xmlns:xs="http://www.w3.org/2001/XMLSchema" xmlns:p="http://schemas.microsoft.com/office/2006/metadata/properties" xmlns:ns3="571a3d99-6795-4360-9ac0-0295bb4ceb32" targetNamespace="http://schemas.microsoft.com/office/2006/metadata/properties" ma:root="true" ma:fieldsID="cb871dbdfaf26c47009d691a4e72a0c1" ns3:_="">
    <xsd:import namespace="571a3d99-6795-4360-9ac0-0295bb4ceb3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BillingMetadata"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1a3d99-6795-4360-9ac0-0295bb4ceb3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1100CF-2234-4CA9-9DEA-71BB07B8164D}">
  <ds:schemaRefs>
    <ds:schemaRef ds:uri="http://purl.org/dc/elements/1.1/"/>
    <ds:schemaRef ds:uri="http://www.w3.org/XML/1998/namespace"/>
    <ds:schemaRef ds:uri="http://schemas.microsoft.com/office/2006/documentManagement/types"/>
    <ds:schemaRef ds:uri="571a3d99-6795-4360-9ac0-0295bb4ceb32"/>
    <ds:schemaRef ds:uri="http://purl.org/dc/dcmitype/"/>
    <ds:schemaRef ds:uri="http://schemas.microsoft.com/office/infopath/2007/PartnerControls"/>
    <ds:schemaRef ds:uri="http://schemas.microsoft.com/office/2006/metadata/propertie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CC490BAA-4E73-465B-91E9-CCCDD8E4D1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1a3d99-6795-4360-9ac0-0295bb4ceb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118D936-078B-4E5F-942E-9A1658F91BA5}">
  <ds:schemaRefs>
    <ds:schemaRef ds:uri="http://schemas.microsoft.com/sharepoint/v3/contenttype/forms"/>
  </ds:schemaRefs>
</ds:datastoreItem>
</file>

<file path=docMetadata/LabelInfo.xml><?xml version="1.0" encoding="utf-8"?>
<clbl:labelList xmlns:clbl="http://schemas.microsoft.com/office/2020/mipLabelMetadata">
  <clbl:label id="{b0002a9b-0017-404d-97dc-3d3bab09be81}" enabled="0" method="" siteId="{b0002a9b-0017-404d-97dc-3d3bab09be81}" removed="1"/>
</clbl:labelList>
</file>

<file path=docProps/app.xml><?xml version="1.0" encoding="utf-8"?>
<Properties xmlns="http://schemas.openxmlformats.org/officeDocument/2006/extended-properties" xmlns:vt="http://schemas.openxmlformats.org/officeDocument/2006/docPropsVTypes">
  <Template>Office Theme</Template>
  <TotalTime>37216</TotalTime>
  <Words>4232</Words>
  <Application>Microsoft Office PowerPoint</Application>
  <PresentationFormat>Custom</PresentationFormat>
  <Paragraphs>1506</Paragraphs>
  <Slides>21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Google Sans</vt:lpstr>
      <vt:lpstr>Aptos</vt:lpstr>
      <vt:lpstr>Aptos Display</vt:lpstr>
      <vt:lpstr>Arial</vt:lpstr>
      <vt:lpstr>Helvetica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Graham, Gabriel J.</dc:creator>
  <cp:lastModifiedBy>Graham, Gabriel J.</cp:lastModifiedBy>
  <cp:revision>5</cp:revision>
  <dcterms:created xsi:type="dcterms:W3CDTF">2026-04-30T17:53:34Z</dcterms:created>
  <dcterms:modified xsi:type="dcterms:W3CDTF">2026-07-19T22:06:36Z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0x01010096B7879191E50A4AAAE05B439EDDC02C</vt:lpwstr>
  </property>
</Properties>
</file>